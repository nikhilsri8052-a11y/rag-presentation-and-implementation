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</p:sldMasterIdLst>
  <p:notesMasterIdLst>
    <p:notesMasterId r:id="rId41"/>
  </p:notesMasterIdLst>
  <p:sldIdLst>
    <p:sldId id="256" r:id="rId2"/>
    <p:sldId id="323" r:id="rId3"/>
    <p:sldId id="258" r:id="rId4"/>
    <p:sldId id="311" r:id="rId5"/>
    <p:sldId id="312" r:id="rId6"/>
    <p:sldId id="313" r:id="rId7"/>
    <p:sldId id="259" r:id="rId8"/>
    <p:sldId id="260" r:id="rId9"/>
    <p:sldId id="329" r:id="rId10"/>
    <p:sldId id="328" r:id="rId11"/>
    <p:sldId id="330" r:id="rId12"/>
    <p:sldId id="332" r:id="rId13"/>
    <p:sldId id="310" r:id="rId14"/>
    <p:sldId id="264" r:id="rId15"/>
    <p:sldId id="333" r:id="rId16"/>
    <p:sldId id="334" r:id="rId17"/>
    <p:sldId id="276" r:id="rId18"/>
    <p:sldId id="314" r:id="rId19"/>
    <p:sldId id="315" r:id="rId20"/>
    <p:sldId id="316" r:id="rId21"/>
    <p:sldId id="318" r:id="rId22"/>
    <p:sldId id="308" r:id="rId23"/>
    <p:sldId id="317" r:id="rId24"/>
    <p:sldId id="309" r:id="rId25"/>
    <p:sldId id="319" r:id="rId26"/>
    <p:sldId id="320" r:id="rId27"/>
    <p:sldId id="321" r:id="rId28"/>
    <p:sldId id="322" r:id="rId29"/>
    <p:sldId id="284" r:id="rId30"/>
    <p:sldId id="281" r:id="rId31"/>
    <p:sldId id="324" r:id="rId32"/>
    <p:sldId id="325" r:id="rId33"/>
    <p:sldId id="326" r:id="rId34"/>
    <p:sldId id="285" r:id="rId35"/>
    <p:sldId id="287" r:id="rId36"/>
    <p:sldId id="335" r:id="rId37"/>
    <p:sldId id="336" r:id="rId38"/>
    <p:sldId id="337" r:id="rId39"/>
    <p:sldId id="338" r:id="rId40"/>
  </p:sldIdLst>
  <p:sldSz cx="9144000" cy="5143500" type="screen16x9"/>
  <p:notesSz cx="6858000" cy="9144000"/>
  <p:embeddedFontLst>
    <p:embeddedFont>
      <p:font typeface="Bebas Neue" panose="020B0606020202050201" pitchFamily="34" charset="0"/>
      <p:regular r:id="rId42"/>
    </p:embeddedFont>
    <p:embeddedFont>
      <p:font typeface="Inter" panose="020B0604020202020204" charset="0"/>
      <p:regular r:id="rId43"/>
      <p:bold r:id="rId44"/>
      <p:italic r:id="rId45"/>
      <p:boldItalic r:id="rId46"/>
    </p:embeddedFont>
    <p:embeddedFont>
      <p:font typeface="Montserrat" panose="00000500000000000000" pitchFamily="2" charset="0"/>
      <p:regular r:id="rId47"/>
      <p:bold r:id="rId48"/>
      <p:italic r:id="rId49"/>
      <p:boldItalic r:id="rId50"/>
    </p:embeddedFont>
    <p:embeddedFont>
      <p:font typeface="Open Sans" panose="020B0606030504020204" pitchFamily="34" charset="0"/>
      <p:regular r:id="rId51"/>
      <p:bold r:id="rId52"/>
      <p:italic r:id="rId53"/>
      <p:boldItalic r:id="rId54"/>
    </p:embeddedFont>
    <p:embeddedFont>
      <p:font typeface="PT Sans" panose="020B0503020203020204" pitchFamily="34" charset="0"/>
      <p:regular r:id="rId55"/>
      <p:bold r:id="rId56"/>
      <p:italic r:id="rId57"/>
      <p:boldItalic r:id="rId58"/>
    </p:embeddedFont>
    <p:embeddedFont>
      <p:font typeface="Roboto Condensed Light" panose="02000000000000000000" pitchFamily="2" charset="0"/>
      <p:regular r:id="rId59"/>
      <p:italic r:id="rId6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2E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518BA1C-EC07-4C4F-BAEE-64AE11AFAD69}">
  <a:tblStyle styleId="{A518BA1C-EC07-4C4F-BAEE-64AE11AFAD6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99" autoAdjust="0"/>
    <p:restoredTop sz="95033" autoAdjust="0"/>
  </p:normalViewPr>
  <p:slideViewPr>
    <p:cSldViewPr snapToGrid="0">
      <p:cViewPr varScale="1">
        <p:scale>
          <a:sx n="109" d="100"/>
          <a:sy n="109" d="100"/>
        </p:scale>
        <p:origin x="730" y="8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1.fntdata"/><Relationship Id="rId47" Type="http://schemas.openxmlformats.org/officeDocument/2006/relationships/font" Target="fonts/font6.fntdata"/><Relationship Id="rId50" Type="http://schemas.openxmlformats.org/officeDocument/2006/relationships/font" Target="fonts/font9.fntdata"/><Relationship Id="rId55" Type="http://schemas.openxmlformats.org/officeDocument/2006/relationships/font" Target="fonts/font14.fntdata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4.fntdata"/><Relationship Id="rId53" Type="http://schemas.openxmlformats.org/officeDocument/2006/relationships/font" Target="fonts/font12.fntdata"/><Relationship Id="rId58" Type="http://schemas.openxmlformats.org/officeDocument/2006/relationships/font" Target="fonts/font17.fntdata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2.fntdata"/><Relationship Id="rId48" Type="http://schemas.openxmlformats.org/officeDocument/2006/relationships/font" Target="fonts/font7.fntdata"/><Relationship Id="rId56" Type="http://schemas.openxmlformats.org/officeDocument/2006/relationships/font" Target="fonts/font15.fntdata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10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5.fntdata"/><Relationship Id="rId59" Type="http://schemas.openxmlformats.org/officeDocument/2006/relationships/font" Target="fonts/font18.fntdata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Relationship Id="rId54" Type="http://schemas.openxmlformats.org/officeDocument/2006/relationships/font" Target="fonts/font13.fntdata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8.fntdata"/><Relationship Id="rId57" Type="http://schemas.openxmlformats.org/officeDocument/2006/relationships/font" Target="fonts/font16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3.fntdata"/><Relationship Id="rId52" Type="http://schemas.openxmlformats.org/officeDocument/2006/relationships/font" Target="fonts/font11.fntdata"/><Relationship Id="rId60" Type="http://schemas.openxmlformats.org/officeDocument/2006/relationships/font" Target="fonts/font19.fntdata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d1bf8d60a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d1bf8d60a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73FD73A6-7CAA-17EA-08A8-A1DB619B4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d1bf8d60a4_0_0:notes">
            <a:extLst>
              <a:ext uri="{FF2B5EF4-FFF2-40B4-BE49-F238E27FC236}">
                <a16:creationId xmlns:a16="http://schemas.microsoft.com/office/drawing/2014/main" id="{86C69F26-4602-B869-2EE9-9D5DAA13D2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d1bf8d60a4_0_0:notes">
            <a:extLst>
              <a:ext uri="{FF2B5EF4-FFF2-40B4-BE49-F238E27FC236}">
                <a16:creationId xmlns:a16="http://schemas.microsoft.com/office/drawing/2014/main" id="{83C31148-20D8-2724-5369-CFEAD145FE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433764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gd1bf8d60a4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7" name="Google Shape;737;gd1bf8d60a4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5">
          <a:extLst>
            <a:ext uri="{FF2B5EF4-FFF2-40B4-BE49-F238E27FC236}">
              <a16:creationId xmlns:a16="http://schemas.microsoft.com/office/drawing/2014/main" id="{8A4A6E86-7EAC-298B-9197-D3FBAC056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gd1bf8d60a4_0_10:notes">
            <a:extLst>
              <a:ext uri="{FF2B5EF4-FFF2-40B4-BE49-F238E27FC236}">
                <a16:creationId xmlns:a16="http://schemas.microsoft.com/office/drawing/2014/main" id="{1E63AB16-6F8A-C97F-8362-665635E312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7" name="Google Shape;737;gd1bf8d60a4_0_10:notes">
            <a:extLst>
              <a:ext uri="{FF2B5EF4-FFF2-40B4-BE49-F238E27FC236}">
                <a16:creationId xmlns:a16="http://schemas.microsoft.com/office/drawing/2014/main" id="{A159B0F1-5933-3A35-F0CD-C0763DC5AD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995487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5">
          <a:extLst>
            <a:ext uri="{FF2B5EF4-FFF2-40B4-BE49-F238E27FC236}">
              <a16:creationId xmlns:a16="http://schemas.microsoft.com/office/drawing/2014/main" id="{60AE3E55-6B0E-C919-7584-003C4C6C1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gd1bf8d60a4_0_10:notes">
            <a:extLst>
              <a:ext uri="{FF2B5EF4-FFF2-40B4-BE49-F238E27FC236}">
                <a16:creationId xmlns:a16="http://schemas.microsoft.com/office/drawing/2014/main" id="{AD7B9FD4-FB92-3C02-6989-10CC0B9858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7" name="Google Shape;737;gd1bf8d60a4_0_10:notes">
            <a:extLst>
              <a:ext uri="{FF2B5EF4-FFF2-40B4-BE49-F238E27FC236}">
                <a16:creationId xmlns:a16="http://schemas.microsoft.com/office/drawing/2014/main" id="{A1B95454-480D-2992-3B4D-D30128F372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487184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5">
          <a:extLst>
            <a:ext uri="{FF2B5EF4-FFF2-40B4-BE49-F238E27FC236}">
              <a16:creationId xmlns:a16="http://schemas.microsoft.com/office/drawing/2014/main" id="{F163ED1A-324B-C22D-B5C2-473F25C5C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gd1bf8d60a4_0_10:notes">
            <a:extLst>
              <a:ext uri="{FF2B5EF4-FFF2-40B4-BE49-F238E27FC236}">
                <a16:creationId xmlns:a16="http://schemas.microsoft.com/office/drawing/2014/main" id="{BC01D197-1ACF-6994-6FD7-2E7745A4B8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7" name="Google Shape;737;gd1bf8d60a4_0_10:notes">
            <a:extLst>
              <a:ext uri="{FF2B5EF4-FFF2-40B4-BE49-F238E27FC236}">
                <a16:creationId xmlns:a16="http://schemas.microsoft.com/office/drawing/2014/main" id="{4171BFD3-0644-AF76-1B40-9C9E4F7AF3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5539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0f41e1924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0f41e1924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g20f41e19245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5" name="Google Shape;865;g20f41e19245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9">
          <a:extLst>
            <a:ext uri="{FF2B5EF4-FFF2-40B4-BE49-F238E27FC236}">
              <a16:creationId xmlns:a16="http://schemas.microsoft.com/office/drawing/2014/main" id="{988F02B1-FEF2-8FFC-9997-EF2E83CB0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0" name="Google Shape;1370;gd1bf8d60a4_0_32:notes">
            <a:extLst>
              <a:ext uri="{FF2B5EF4-FFF2-40B4-BE49-F238E27FC236}">
                <a16:creationId xmlns:a16="http://schemas.microsoft.com/office/drawing/2014/main" id="{C71EB452-F985-A96C-7477-38DCE77241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1" name="Google Shape;1371;gd1bf8d60a4_0_32:notes">
            <a:extLst>
              <a:ext uri="{FF2B5EF4-FFF2-40B4-BE49-F238E27FC236}">
                <a16:creationId xmlns:a16="http://schemas.microsoft.com/office/drawing/2014/main" id="{9344D2C7-5E73-AFEA-7DD1-88EFDC733C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036378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9">
          <a:extLst>
            <a:ext uri="{FF2B5EF4-FFF2-40B4-BE49-F238E27FC236}">
              <a16:creationId xmlns:a16="http://schemas.microsoft.com/office/drawing/2014/main" id="{CA794E7C-DF42-2366-7413-619E9967C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0" name="Google Shape;1370;gd1bf8d60a4_0_32:notes">
            <a:extLst>
              <a:ext uri="{FF2B5EF4-FFF2-40B4-BE49-F238E27FC236}">
                <a16:creationId xmlns:a16="http://schemas.microsoft.com/office/drawing/2014/main" id="{488FFD03-4C43-3EF3-390D-9CCC3CF6EB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1" name="Google Shape;1371;gd1bf8d60a4_0_32:notes">
            <a:extLst>
              <a:ext uri="{FF2B5EF4-FFF2-40B4-BE49-F238E27FC236}">
                <a16:creationId xmlns:a16="http://schemas.microsoft.com/office/drawing/2014/main" id="{D3DF0077-9BC5-DB95-AA6C-33E3B9249F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044672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2">
          <a:extLst>
            <a:ext uri="{FF2B5EF4-FFF2-40B4-BE49-F238E27FC236}">
              <a16:creationId xmlns:a16="http://schemas.microsoft.com/office/drawing/2014/main" id="{F4FB2185-413C-AAD1-B977-05FAD0147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0f41e19245_0_0:notes">
            <a:extLst>
              <a:ext uri="{FF2B5EF4-FFF2-40B4-BE49-F238E27FC236}">
                <a16:creationId xmlns:a16="http://schemas.microsoft.com/office/drawing/2014/main" id="{CC6143D4-DBB7-55E0-7B95-E3D8AF6894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0f41e19245_0_0:notes">
            <a:extLst>
              <a:ext uri="{FF2B5EF4-FFF2-40B4-BE49-F238E27FC236}">
                <a16:creationId xmlns:a16="http://schemas.microsoft.com/office/drawing/2014/main" id="{92327888-61A4-93E0-4BA1-B8E2D1600F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902265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4" name="Google Shape;1534;g1de1b5658bb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5" name="Google Shape;1535;g1de1b5658bb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3">
          <a:extLst>
            <a:ext uri="{FF2B5EF4-FFF2-40B4-BE49-F238E27FC236}">
              <a16:creationId xmlns:a16="http://schemas.microsoft.com/office/drawing/2014/main" id="{3B62C8C7-1F62-6D73-78D1-149083927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4" name="Google Shape;1534;g1de1b5658bb_0_49:notes">
            <a:extLst>
              <a:ext uri="{FF2B5EF4-FFF2-40B4-BE49-F238E27FC236}">
                <a16:creationId xmlns:a16="http://schemas.microsoft.com/office/drawing/2014/main" id="{891F4D50-C9EF-6295-C74A-6A846735E1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5" name="Google Shape;1535;g1de1b5658bb_0_49:notes">
            <a:extLst>
              <a:ext uri="{FF2B5EF4-FFF2-40B4-BE49-F238E27FC236}">
                <a16:creationId xmlns:a16="http://schemas.microsoft.com/office/drawing/2014/main" id="{951FC0C3-1874-B65F-CEB2-C69CA94613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16926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3">
          <a:extLst>
            <a:ext uri="{FF2B5EF4-FFF2-40B4-BE49-F238E27FC236}">
              <a16:creationId xmlns:a16="http://schemas.microsoft.com/office/drawing/2014/main" id="{0A5DFB2B-A936-9982-4EB4-5A1CA52E9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4" name="Google Shape;1534;g1de1b5658bb_0_49:notes">
            <a:extLst>
              <a:ext uri="{FF2B5EF4-FFF2-40B4-BE49-F238E27FC236}">
                <a16:creationId xmlns:a16="http://schemas.microsoft.com/office/drawing/2014/main" id="{0FAE7AD9-2ED7-314B-47B1-9B1FC4B6FB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5" name="Google Shape;1535;g1de1b5658bb_0_49:notes">
            <a:extLst>
              <a:ext uri="{FF2B5EF4-FFF2-40B4-BE49-F238E27FC236}">
                <a16:creationId xmlns:a16="http://schemas.microsoft.com/office/drawing/2014/main" id="{A7F3C6DC-97CF-FC24-7310-BD1C868687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85490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4" name="Google Shape;2444;gd1bf8d60a4_0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5" name="Google Shape;2445;gd1bf8d60a4_0_1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3">
          <a:extLst>
            <a:ext uri="{FF2B5EF4-FFF2-40B4-BE49-F238E27FC236}">
              <a16:creationId xmlns:a16="http://schemas.microsoft.com/office/drawing/2014/main" id="{3404BA9E-8877-BEB1-FC67-11A119A50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4" name="Google Shape;2444;gd1bf8d60a4_0_190:notes">
            <a:extLst>
              <a:ext uri="{FF2B5EF4-FFF2-40B4-BE49-F238E27FC236}">
                <a16:creationId xmlns:a16="http://schemas.microsoft.com/office/drawing/2014/main" id="{7BAE3FCF-C31D-EBD5-E8C5-F5B7B93041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5" name="Google Shape;2445;gd1bf8d60a4_0_190:notes">
            <a:extLst>
              <a:ext uri="{FF2B5EF4-FFF2-40B4-BE49-F238E27FC236}">
                <a16:creationId xmlns:a16="http://schemas.microsoft.com/office/drawing/2014/main" id="{4EDA74C8-CA31-0279-56F9-4920D267FB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87266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3">
          <a:extLst>
            <a:ext uri="{FF2B5EF4-FFF2-40B4-BE49-F238E27FC236}">
              <a16:creationId xmlns:a16="http://schemas.microsoft.com/office/drawing/2014/main" id="{40A00AB1-F25F-4F54-DFED-5A48A441A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4" name="Google Shape;2444;gd1bf8d60a4_0_190:notes">
            <a:extLst>
              <a:ext uri="{FF2B5EF4-FFF2-40B4-BE49-F238E27FC236}">
                <a16:creationId xmlns:a16="http://schemas.microsoft.com/office/drawing/2014/main" id="{A73A362F-060A-736D-99C0-EA651EF61D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5" name="Google Shape;2445;gd1bf8d60a4_0_190:notes">
            <a:extLst>
              <a:ext uri="{FF2B5EF4-FFF2-40B4-BE49-F238E27FC236}">
                <a16:creationId xmlns:a16="http://schemas.microsoft.com/office/drawing/2014/main" id="{88AEE8B5-4CA3-18E7-BFED-6B4801E7C9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667207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3">
          <a:extLst>
            <a:ext uri="{FF2B5EF4-FFF2-40B4-BE49-F238E27FC236}">
              <a16:creationId xmlns:a16="http://schemas.microsoft.com/office/drawing/2014/main" id="{73F0988E-E57D-8C51-C456-D9B160B31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4" name="Google Shape;2444;gd1bf8d60a4_0_190:notes">
            <a:extLst>
              <a:ext uri="{FF2B5EF4-FFF2-40B4-BE49-F238E27FC236}">
                <a16:creationId xmlns:a16="http://schemas.microsoft.com/office/drawing/2014/main" id="{C4633ABF-1AF7-1932-C831-C75B678E01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5" name="Google Shape;2445;gd1bf8d60a4_0_190:notes">
            <a:extLst>
              <a:ext uri="{FF2B5EF4-FFF2-40B4-BE49-F238E27FC236}">
                <a16:creationId xmlns:a16="http://schemas.microsoft.com/office/drawing/2014/main" id="{89D9994A-907C-FB49-37E0-EA9632F942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4989915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3">
          <a:extLst>
            <a:ext uri="{FF2B5EF4-FFF2-40B4-BE49-F238E27FC236}">
              <a16:creationId xmlns:a16="http://schemas.microsoft.com/office/drawing/2014/main" id="{A358DB02-1675-1D74-ED56-A4CE8DC44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4" name="Google Shape;2444;gd1bf8d60a4_0_190:notes">
            <a:extLst>
              <a:ext uri="{FF2B5EF4-FFF2-40B4-BE49-F238E27FC236}">
                <a16:creationId xmlns:a16="http://schemas.microsoft.com/office/drawing/2014/main" id="{42F4EF56-D6C8-8DC2-35CA-4C868796C0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5" name="Google Shape;2445;gd1bf8d60a4_0_190:notes">
            <a:extLst>
              <a:ext uri="{FF2B5EF4-FFF2-40B4-BE49-F238E27FC236}">
                <a16:creationId xmlns:a16="http://schemas.microsoft.com/office/drawing/2014/main" id="{A167C783-F9ED-EA1E-9116-C259622ABC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6303516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3">
          <a:extLst>
            <a:ext uri="{FF2B5EF4-FFF2-40B4-BE49-F238E27FC236}">
              <a16:creationId xmlns:a16="http://schemas.microsoft.com/office/drawing/2014/main" id="{505DAE1E-90BF-F6BA-FD42-7A7A0BABA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4" name="Google Shape;2444;gd1bf8d60a4_0_190:notes">
            <a:extLst>
              <a:ext uri="{FF2B5EF4-FFF2-40B4-BE49-F238E27FC236}">
                <a16:creationId xmlns:a16="http://schemas.microsoft.com/office/drawing/2014/main" id="{372038FA-4CBF-EB12-4673-D6833CC5D0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5" name="Google Shape;2445;gd1bf8d60a4_0_190:notes">
            <a:extLst>
              <a:ext uri="{FF2B5EF4-FFF2-40B4-BE49-F238E27FC236}">
                <a16:creationId xmlns:a16="http://schemas.microsoft.com/office/drawing/2014/main" id="{B77585B3-DC1E-516F-44AF-71C2D07AB5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6950366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3">
          <a:extLst>
            <a:ext uri="{FF2B5EF4-FFF2-40B4-BE49-F238E27FC236}">
              <a16:creationId xmlns:a16="http://schemas.microsoft.com/office/drawing/2014/main" id="{6B442094-62A1-6DA5-B963-1A0E1DACC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4" name="Google Shape;2444;gd1bf8d60a4_0_190:notes">
            <a:extLst>
              <a:ext uri="{FF2B5EF4-FFF2-40B4-BE49-F238E27FC236}">
                <a16:creationId xmlns:a16="http://schemas.microsoft.com/office/drawing/2014/main" id="{BD5FED71-FF18-6BCF-B278-797BA9BDE7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5" name="Google Shape;2445;gd1bf8d60a4_0_190:notes">
            <a:extLst>
              <a:ext uri="{FF2B5EF4-FFF2-40B4-BE49-F238E27FC236}">
                <a16:creationId xmlns:a16="http://schemas.microsoft.com/office/drawing/2014/main" id="{A56003F3-F597-B72C-86B1-F06B774320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0667539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3">
          <a:extLst>
            <a:ext uri="{FF2B5EF4-FFF2-40B4-BE49-F238E27FC236}">
              <a16:creationId xmlns:a16="http://schemas.microsoft.com/office/drawing/2014/main" id="{BDBEC8E8-8481-760F-1EEC-89286FC4E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4" name="Google Shape;2444;gd1bf8d60a4_0_190:notes">
            <a:extLst>
              <a:ext uri="{FF2B5EF4-FFF2-40B4-BE49-F238E27FC236}">
                <a16:creationId xmlns:a16="http://schemas.microsoft.com/office/drawing/2014/main" id="{C3CBA5C9-DBA6-5185-8EA4-07F7E2E2EB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5" name="Google Shape;2445;gd1bf8d60a4_0_190:notes">
            <a:extLst>
              <a:ext uri="{FF2B5EF4-FFF2-40B4-BE49-F238E27FC236}">
                <a16:creationId xmlns:a16="http://schemas.microsoft.com/office/drawing/2014/main" id="{7E177545-BD56-7DE0-081D-C6C17346C8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2629811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3">
          <a:extLst>
            <a:ext uri="{FF2B5EF4-FFF2-40B4-BE49-F238E27FC236}">
              <a16:creationId xmlns:a16="http://schemas.microsoft.com/office/drawing/2014/main" id="{F21D938E-60C7-7B30-12E2-E1CDEB19F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4" name="Google Shape;2444;gd1bf8d60a4_0_190:notes">
            <a:extLst>
              <a:ext uri="{FF2B5EF4-FFF2-40B4-BE49-F238E27FC236}">
                <a16:creationId xmlns:a16="http://schemas.microsoft.com/office/drawing/2014/main" id="{8758EC31-03C2-D6DF-BE6D-62D61E6B66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5" name="Google Shape;2445;gd1bf8d60a4_0_190:notes">
            <a:extLst>
              <a:ext uri="{FF2B5EF4-FFF2-40B4-BE49-F238E27FC236}">
                <a16:creationId xmlns:a16="http://schemas.microsoft.com/office/drawing/2014/main" id="{1A8E101F-44D5-66FF-2BC7-07407387E8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0538987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3">
          <a:extLst>
            <a:ext uri="{FF2B5EF4-FFF2-40B4-BE49-F238E27FC236}">
              <a16:creationId xmlns:a16="http://schemas.microsoft.com/office/drawing/2014/main" id="{B7A1629B-6DCF-E2AE-926E-ED310C8D9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4" name="Google Shape;2444;gd1bf8d60a4_0_190:notes">
            <a:extLst>
              <a:ext uri="{FF2B5EF4-FFF2-40B4-BE49-F238E27FC236}">
                <a16:creationId xmlns:a16="http://schemas.microsoft.com/office/drawing/2014/main" id="{90DF6D82-A32A-7546-4E9F-42330FDCDE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5" name="Google Shape;2445;gd1bf8d60a4_0_190:notes">
            <a:extLst>
              <a:ext uri="{FF2B5EF4-FFF2-40B4-BE49-F238E27FC236}">
                <a16:creationId xmlns:a16="http://schemas.microsoft.com/office/drawing/2014/main" id="{EFC2611A-D799-BB19-526F-4056DAC286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4083243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3">
          <a:extLst>
            <a:ext uri="{FF2B5EF4-FFF2-40B4-BE49-F238E27FC236}">
              <a16:creationId xmlns:a16="http://schemas.microsoft.com/office/drawing/2014/main" id="{98A1BF4F-C11C-964B-DFE8-5D49525E0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4" name="Google Shape;2444;gd1bf8d60a4_0_190:notes">
            <a:extLst>
              <a:ext uri="{FF2B5EF4-FFF2-40B4-BE49-F238E27FC236}">
                <a16:creationId xmlns:a16="http://schemas.microsoft.com/office/drawing/2014/main" id="{4F225416-EEBF-33E1-44B9-F466E61DC4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5" name="Google Shape;2445;gd1bf8d60a4_0_190:notes">
            <a:extLst>
              <a:ext uri="{FF2B5EF4-FFF2-40B4-BE49-F238E27FC236}">
                <a16:creationId xmlns:a16="http://schemas.microsoft.com/office/drawing/2014/main" id="{82ED357D-F901-6DCA-FDC9-FA685C496D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744566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3">
          <a:extLst>
            <a:ext uri="{FF2B5EF4-FFF2-40B4-BE49-F238E27FC236}">
              <a16:creationId xmlns:a16="http://schemas.microsoft.com/office/drawing/2014/main" id="{2E06C745-7936-D024-9269-5C595FD5E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4" name="Google Shape;2444;gd1bf8d60a4_0_190:notes">
            <a:extLst>
              <a:ext uri="{FF2B5EF4-FFF2-40B4-BE49-F238E27FC236}">
                <a16:creationId xmlns:a16="http://schemas.microsoft.com/office/drawing/2014/main" id="{7AB50D37-2C2E-B4CA-55FC-D5D01B75F9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5" name="Google Shape;2445;gd1bf8d60a4_0_190:notes">
            <a:extLst>
              <a:ext uri="{FF2B5EF4-FFF2-40B4-BE49-F238E27FC236}">
                <a16:creationId xmlns:a16="http://schemas.microsoft.com/office/drawing/2014/main" id="{737F72BF-DFFF-8C69-4879-4D982A1FD1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9467805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5" name="Google Shape;2815;g20f41e19245_0_5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6" name="Google Shape;2816;g20f41e19245_0_5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4" name="Google Shape;2604;gd1bf8d60a4_0_2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5" name="Google Shape;2605;gd1bf8d60a4_0_2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3">
          <a:extLst>
            <a:ext uri="{FF2B5EF4-FFF2-40B4-BE49-F238E27FC236}">
              <a16:creationId xmlns:a16="http://schemas.microsoft.com/office/drawing/2014/main" id="{1A91C0D6-2B1B-50DA-D77C-0985E6ABF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4" name="Google Shape;2604;gd1bf8d60a4_0_275:notes">
            <a:extLst>
              <a:ext uri="{FF2B5EF4-FFF2-40B4-BE49-F238E27FC236}">
                <a16:creationId xmlns:a16="http://schemas.microsoft.com/office/drawing/2014/main" id="{C0F21BDD-3B83-006A-1E43-FC0DAE2655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5" name="Google Shape;2605;gd1bf8d60a4_0_275:notes">
            <a:extLst>
              <a:ext uri="{FF2B5EF4-FFF2-40B4-BE49-F238E27FC236}">
                <a16:creationId xmlns:a16="http://schemas.microsoft.com/office/drawing/2014/main" id="{2399EDC8-4183-F67C-7ACA-8640179C8E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2209419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3">
          <a:extLst>
            <a:ext uri="{FF2B5EF4-FFF2-40B4-BE49-F238E27FC236}">
              <a16:creationId xmlns:a16="http://schemas.microsoft.com/office/drawing/2014/main" id="{FC2A69EA-3179-9B26-4F43-BE09B3915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4" name="Google Shape;2604;gd1bf8d60a4_0_275:notes">
            <a:extLst>
              <a:ext uri="{FF2B5EF4-FFF2-40B4-BE49-F238E27FC236}">
                <a16:creationId xmlns:a16="http://schemas.microsoft.com/office/drawing/2014/main" id="{D181402C-29CF-738B-9572-8937EC1C20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5" name="Google Shape;2605;gd1bf8d60a4_0_275:notes">
            <a:extLst>
              <a:ext uri="{FF2B5EF4-FFF2-40B4-BE49-F238E27FC236}">
                <a16:creationId xmlns:a16="http://schemas.microsoft.com/office/drawing/2014/main" id="{1B099E54-E7D5-0C63-6B63-4524201F77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849427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3">
          <a:extLst>
            <a:ext uri="{FF2B5EF4-FFF2-40B4-BE49-F238E27FC236}">
              <a16:creationId xmlns:a16="http://schemas.microsoft.com/office/drawing/2014/main" id="{35FCC0F8-2A2F-401F-976C-2ECDFF83B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4" name="Google Shape;2604;gd1bf8d60a4_0_275:notes">
            <a:extLst>
              <a:ext uri="{FF2B5EF4-FFF2-40B4-BE49-F238E27FC236}">
                <a16:creationId xmlns:a16="http://schemas.microsoft.com/office/drawing/2014/main" id="{93E182A4-5E26-3C55-4A16-46A6FB72A1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5" name="Google Shape;2605;gd1bf8d60a4_0_275:notes">
            <a:extLst>
              <a:ext uri="{FF2B5EF4-FFF2-40B4-BE49-F238E27FC236}">
                <a16:creationId xmlns:a16="http://schemas.microsoft.com/office/drawing/2014/main" id="{6B84D732-703C-D1C4-DE50-DA7FADEFBA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3474607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8" name="Google Shape;2828;gd1bf8d60a4_0_2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9" name="Google Shape;2829;gd1bf8d60a4_0_2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8" name="Google Shape;4058;g1de1b5658bb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9" name="Google Shape;4059;g1de1b5658bb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5">
          <a:extLst>
            <a:ext uri="{FF2B5EF4-FFF2-40B4-BE49-F238E27FC236}">
              <a16:creationId xmlns:a16="http://schemas.microsoft.com/office/drawing/2014/main" id="{94AD39A4-E4CC-D648-ACBB-5809A063B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gd1bf8d60a4_0_10:notes">
            <a:extLst>
              <a:ext uri="{FF2B5EF4-FFF2-40B4-BE49-F238E27FC236}">
                <a16:creationId xmlns:a16="http://schemas.microsoft.com/office/drawing/2014/main" id="{25066642-D450-F196-3799-B0ED24542B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7" name="Google Shape;737;gd1bf8d60a4_0_10:notes">
            <a:extLst>
              <a:ext uri="{FF2B5EF4-FFF2-40B4-BE49-F238E27FC236}">
                <a16:creationId xmlns:a16="http://schemas.microsoft.com/office/drawing/2014/main" id="{0CBF0224-7716-9D4C-360D-D6CDFA1A19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900812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5">
          <a:extLst>
            <a:ext uri="{FF2B5EF4-FFF2-40B4-BE49-F238E27FC236}">
              <a16:creationId xmlns:a16="http://schemas.microsoft.com/office/drawing/2014/main" id="{C4D3754F-2495-E521-7633-8540F118A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gd1bf8d60a4_0_10:notes">
            <a:extLst>
              <a:ext uri="{FF2B5EF4-FFF2-40B4-BE49-F238E27FC236}">
                <a16:creationId xmlns:a16="http://schemas.microsoft.com/office/drawing/2014/main" id="{91D44340-E3E3-66B3-056A-604593CEF0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7" name="Google Shape;737;gd1bf8d60a4_0_10:notes">
            <a:extLst>
              <a:ext uri="{FF2B5EF4-FFF2-40B4-BE49-F238E27FC236}">
                <a16:creationId xmlns:a16="http://schemas.microsoft.com/office/drawing/2014/main" id="{1A7BA504-F288-A419-0273-1F7606858A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27025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5">
          <a:extLst>
            <a:ext uri="{FF2B5EF4-FFF2-40B4-BE49-F238E27FC236}">
              <a16:creationId xmlns:a16="http://schemas.microsoft.com/office/drawing/2014/main" id="{D17381FE-422A-1B5D-5C88-CDDCB2779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gd1bf8d60a4_0_10:notes">
            <a:extLst>
              <a:ext uri="{FF2B5EF4-FFF2-40B4-BE49-F238E27FC236}">
                <a16:creationId xmlns:a16="http://schemas.microsoft.com/office/drawing/2014/main" id="{AA3E860C-78C0-7B37-A4C8-ADC19132E0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7" name="Google Shape;737;gd1bf8d60a4_0_10:notes">
            <a:extLst>
              <a:ext uri="{FF2B5EF4-FFF2-40B4-BE49-F238E27FC236}">
                <a16:creationId xmlns:a16="http://schemas.microsoft.com/office/drawing/2014/main" id="{94E5365F-5742-B835-5BC4-965AAD7D19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9744454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5">
          <a:extLst>
            <a:ext uri="{FF2B5EF4-FFF2-40B4-BE49-F238E27FC236}">
              <a16:creationId xmlns:a16="http://schemas.microsoft.com/office/drawing/2014/main" id="{1C4D0985-DE14-E3EA-488A-37F38D885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gd1bf8d60a4_0_10:notes">
            <a:extLst>
              <a:ext uri="{FF2B5EF4-FFF2-40B4-BE49-F238E27FC236}">
                <a16:creationId xmlns:a16="http://schemas.microsoft.com/office/drawing/2014/main" id="{C8DF5734-2F57-F0CE-F2A5-3E35B661E6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7" name="Google Shape;737;gd1bf8d60a4_0_10:notes">
            <a:extLst>
              <a:ext uri="{FF2B5EF4-FFF2-40B4-BE49-F238E27FC236}">
                <a16:creationId xmlns:a16="http://schemas.microsoft.com/office/drawing/2014/main" id="{4C60F74C-2EF5-3A0A-0964-5E0C863412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645220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281250" y="281700"/>
            <a:ext cx="8581500" cy="4580100"/>
            <a:chOff x="281250" y="281700"/>
            <a:chExt cx="8581500" cy="4580100"/>
          </a:xfrm>
        </p:grpSpPr>
        <p:sp>
          <p:nvSpPr>
            <p:cNvPr id="10" name="Google Shape;10;p2"/>
            <p:cNvSpPr/>
            <p:nvPr/>
          </p:nvSpPr>
          <p:spPr>
            <a:xfrm>
              <a:off x="281250" y="281700"/>
              <a:ext cx="8581500" cy="4580100"/>
            </a:xfrm>
            <a:prstGeom prst="roundRect">
              <a:avLst>
                <a:gd name="adj" fmla="val 2793"/>
              </a:avLst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" name="Google Shape;11;p2"/>
            <p:cNvGrpSpPr/>
            <p:nvPr/>
          </p:nvGrpSpPr>
          <p:grpSpPr>
            <a:xfrm>
              <a:off x="517475" y="382105"/>
              <a:ext cx="400500" cy="95700"/>
              <a:chOff x="517475" y="395577"/>
              <a:chExt cx="400500" cy="95700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517475" y="395577"/>
                <a:ext cx="95700" cy="95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669875" y="395577"/>
                <a:ext cx="95700" cy="95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>
                <a:off x="822275" y="395577"/>
                <a:ext cx="95700" cy="95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" name="Google Shape;15;p2"/>
            <p:cNvSpPr/>
            <p:nvPr/>
          </p:nvSpPr>
          <p:spPr>
            <a:xfrm>
              <a:off x="7552875" y="357952"/>
              <a:ext cx="1159200" cy="148800"/>
            </a:xfrm>
            <a:prstGeom prst="roundRect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6" name="Google Shape;16;p2"/>
            <p:cNvCxnSpPr/>
            <p:nvPr/>
          </p:nvCxnSpPr>
          <p:spPr>
            <a:xfrm>
              <a:off x="283350" y="574700"/>
              <a:ext cx="85770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3900175" y="1213000"/>
            <a:ext cx="4530600" cy="222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ubTitle" idx="1"/>
          </p:nvPr>
        </p:nvSpPr>
        <p:spPr>
          <a:xfrm>
            <a:off x="3900175" y="3524550"/>
            <a:ext cx="45306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281250" y="281700"/>
            <a:ext cx="8581500" cy="4580100"/>
            <a:chOff x="281250" y="281700"/>
            <a:chExt cx="8581500" cy="4580100"/>
          </a:xfrm>
        </p:grpSpPr>
        <p:sp>
          <p:nvSpPr>
            <p:cNvPr id="21" name="Google Shape;21;p3"/>
            <p:cNvSpPr/>
            <p:nvPr/>
          </p:nvSpPr>
          <p:spPr>
            <a:xfrm>
              <a:off x="281250" y="281700"/>
              <a:ext cx="8581500" cy="4580100"/>
            </a:xfrm>
            <a:prstGeom prst="roundRect">
              <a:avLst>
                <a:gd name="adj" fmla="val 2793"/>
              </a:avLst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2" name="Google Shape;22;p3"/>
            <p:cNvGrpSpPr/>
            <p:nvPr/>
          </p:nvGrpSpPr>
          <p:grpSpPr>
            <a:xfrm>
              <a:off x="517475" y="382105"/>
              <a:ext cx="400500" cy="95700"/>
              <a:chOff x="517475" y="395577"/>
              <a:chExt cx="400500" cy="95700"/>
            </a:xfrm>
          </p:grpSpPr>
          <p:sp>
            <p:nvSpPr>
              <p:cNvPr id="23" name="Google Shape;23;p3"/>
              <p:cNvSpPr/>
              <p:nvPr/>
            </p:nvSpPr>
            <p:spPr>
              <a:xfrm>
                <a:off x="517475" y="395577"/>
                <a:ext cx="95700" cy="95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24;p3"/>
              <p:cNvSpPr/>
              <p:nvPr/>
            </p:nvSpPr>
            <p:spPr>
              <a:xfrm>
                <a:off x="669875" y="395577"/>
                <a:ext cx="95700" cy="95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5;p3"/>
              <p:cNvSpPr/>
              <p:nvPr/>
            </p:nvSpPr>
            <p:spPr>
              <a:xfrm>
                <a:off x="822275" y="395577"/>
                <a:ext cx="95700" cy="95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6" name="Google Shape;26;p3"/>
            <p:cNvSpPr/>
            <p:nvPr/>
          </p:nvSpPr>
          <p:spPr>
            <a:xfrm>
              <a:off x="7552875" y="357952"/>
              <a:ext cx="1159200" cy="148800"/>
            </a:xfrm>
            <a:prstGeom prst="roundRect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7" name="Google Shape;27;p3"/>
            <p:cNvCxnSpPr/>
            <p:nvPr/>
          </p:nvCxnSpPr>
          <p:spPr>
            <a:xfrm>
              <a:off x="283350" y="574700"/>
              <a:ext cx="85770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8" name="Google Shape;28;p3"/>
          <p:cNvSpPr txBox="1">
            <a:spLocks noGrp="1"/>
          </p:cNvSpPr>
          <p:nvPr>
            <p:ph type="title"/>
          </p:nvPr>
        </p:nvSpPr>
        <p:spPr>
          <a:xfrm>
            <a:off x="720000" y="2150850"/>
            <a:ext cx="47409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1249000"/>
            <a:ext cx="17025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0" name="Google Shape;30;p3"/>
          <p:cNvSpPr txBox="1">
            <a:spLocks noGrp="1"/>
          </p:cNvSpPr>
          <p:nvPr>
            <p:ph type="subTitle" idx="1"/>
          </p:nvPr>
        </p:nvSpPr>
        <p:spPr>
          <a:xfrm>
            <a:off x="720000" y="3024005"/>
            <a:ext cx="4740900" cy="45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oogle Shape;43;p5"/>
          <p:cNvGrpSpPr/>
          <p:nvPr/>
        </p:nvGrpSpPr>
        <p:grpSpPr>
          <a:xfrm>
            <a:off x="281250" y="281700"/>
            <a:ext cx="8581500" cy="4580100"/>
            <a:chOff x="281250" y="281700"/>
            <a:chExt cx="8581500" cy="4580100"/>
          </a:xfrm>
        </p:grpSpPr>
        <p:sp>
          <p:nvSpPr>
            <p:cNvPr id="44" name="Google Shape;44;p5"/>
            <p:cNvSpPr/>
            <p:nvPr/>
          </p:nvSpPr>
          <p:spPr>
            <a:xfrm>
              <a:off x="281250" y="281700"/>
              <a:ext cx="8581500" cy="4580100"/>
            </a:xfrm>
            <a:prstGeom prst="roundRect">
              <a:avLst>
                <a:gd name="adj" fmla="val 2793"/>
              </a:avLst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5" name="Google Shape;45;p5"/>
            <p:cNvGrpSpPr/>
            <p:nvPr/>
          </p:nvGrpSpPr>
          <p:grpSpPr>
            <a:xfrm>
              <a:off x="517475" y="382105"/>
              <a:ext cx="400500" cy="95700"/>
              <a:chOff x="517475" y="395577"/>
              <a:chExt cx="400500" cy="95700"/>
            </a:xfrm>
          </p:grpSpPr>
          <p:sp>
            <p:nvSpPr>
              <p:cNvPr id="46" name="Google Shape;46;p5"/>
              <p:cNvSpPr/>
              <p:nvPr/>
            </p:nvSpPr>
            <p:spPr>
              <a:xfrm>
                <a:off x="517475" y="395577"/>
                <a:ext cx="95700" cy="95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47;p5"/>
              <p:cNvSpPr/>
              <p:nvPr/>
            </p:nvSpPr>
            <p:spPr>
              <a:xfrm>
                <a:off x="669875" y="395577"/>
                <a:ext cx="95700" cy="95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48;p5"/>
              <p:cNvSpPr/>
              <p:nvPr/>
            </p:nvSpPr>
            <p:spPr>
              <a:xfrm>
                <a:off x="822275" y="395577"/>
                <a:ext cx="95700" cy="95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9" name="Google Shape;49;p5"/>
            <p:cNvSpPr/>
            <p:nvPr/>
          </p:nvSpPr>
          <p:spPr>
            <a:xfrm>
              <a:off x="7552875" y="357952"/>
              <a:ext cx="1159200" cy="148800"/>
            </a:xfrm>
            <a:prstGeom prst="roundRect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0" name="Google Shape;50;p5"/>
            <p:cNvCxnSpPr/>
            <p:nvPr/>
          </p:nvCxnSpPr>
          <p:spPr>
            <a:xfrm>
              <a:off x="283350" y="574700"/>
              <a:ext cx="85770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1" name="Google Shape;51;p5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subTitle" idx="1"/>
          </p:nvPr>
        </p:nvSpPr>
        <p:spPr>
          <a:xfrm>
            <a:off x="4780709" y="2614160"/>
            <a:ext cx="2853000" cy="12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subTitle" idx="2"/>
          </p:nvPr>
        </p:nvSpPr>
        <p:spPr>
          <a:xfrm>
            <a:off x="1510291" y="2614160"/>
            <a:ext cx="2853000" cy="12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subTitle" idx="3"/>
          </p:nvPr>
        </p:nvSpPr>
        <p:spPr>
          <a:xfrm>
            <a:off x="4780709" y="2276750"/>
            <a:ext cx="2853000" cy="41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ubTitle" idx="4"/>
          </p:nvPr>
        </p:nvSpPr>
        <p:spPr>
          <a:xfrm>
            <a:off x="1510291" y="2276750"/>
            <a:ext cx="2853000" cy="41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oogle Shape;67;p7"/>
          <p:cNvGrpSpPr/>
          <p:nvPr/>
        </p:nvGrpSpPr>
        <p:grpSpPr>
          <a:xfrm>
            <a:off x="281250" y="281700"/>
            <a:ext cx="8581500" cy="4580100"/>
            <a:chOff x="281250" y="281700"/>
            <a:chExt cx="8581500" cy="4580100"/>
          </a:xfrm>
        </p:grpSpPr>
        <p:sp>
          <p:nvSpPr>
            <p:cNvPr id="68" name="Google Shape;68;p7"/>
            <p:cNvSpPr/>
            <p:nvPr/>
          </p:nvSpPr>
          <p:spPr>
            <a:xfrm>
              <a:off x="281250" y="281700"/>
              <a:ext cx="8581500" cy="4580100"/>
            </a:xfrm>
            <a:prstGeom prst="roundRect">
              <a:avLst>
                <a:gd name="adj" fmla="val 2793"/>
              </a:avLst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9" name="Google Shape;69;p7"/>
            <p:cNvGrpSpPr/>
            <p:nvPr/>
          </p:nvGrpSpPr>
          <p:grpSpPr>
            <a:xfrm>
              <a:off x="517475" y="382105"/>
              <a:ext cx="400500" cy="95700"/>
              <a:chOff x="517475" y="395577"/>
              <a:chExt cx="400500" cy="95700"/>
            </a:xfrm>
          </p:grpSpPr>
          <p:sp>
            <p:nvSpPr>
              <p:cNvPr id="70" name="Google Shape;70;p7"/>
              <p:cNvSpPr/>
              <p:nvPr/>
            </p:nvSpPr>
            <p:spPr>
              <a:xfrm>
                <a:off x="517475" y="395577"/>
                <a:ext cx="95700" cy="95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Google Shape;71;p7"/>
              <p:cNvSpPr/>
              <p:nvPr/>
            </p:nvSpPr>
            <p:spPr>
              <a:xfrm>
                <a:off x="669875" y="395577"/>
                <a:ext cx="95700" cy="95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7"/>
              <p:cNvSpPr/>
              <p:nvPr/>
            </p:nvSpPr>
            <p:spPr>
              <a:xfrm>
                <a:off x="822275" y="395577"/>
                <a:ext cx="95700" cy="95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3" name="Google Shape;73;p7"/>
            <p:cNvSpPr/>
            <p:nvPr/>
          </p:nvSpPr>
          <p:spPr>
            <a:xfrm>
              <a:off x="7552875" y="357952"/>
              <a:ext cx="1159200" cy="148800"/>
            </a:xfrm>
            <a:prstGeom prst="roundRect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74" name="Google Shape;74;p7"/>
            <p:cNvCxnSpPr/>
            <p:nvPr/>
          </p:nvCxnSpPr>
          <p:spPr>
            <a:xfrm>
              <a:off x="283350" y="574700"/>
              <a:ext cx="85770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75" name="Google Shape;75;p7"/>
          <p:cNvSpPr txBox="1">
            <a:spLocks noGrp="1"/>
          </p:cNvSpPr>
          <p:nvPr>
            <p:ph type="subTitle" idx="1"/>
          </p:nvPr>
        </p:nvSpPr>
        <p:spPr>
          <a:xfrm>
            <a:off x="719975" y="1263375"/>
            <a:ext cx="7704000" cy="4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7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oogle Shape;115;p13"/>
          <p:cNvGrpSpPr/>
          <p:nvPr/>
        </p:nvGrpSpPr>
        <p:grpSpPr>
          <a:xfrm>
            <a:off x="281250" y="281700"/>
            <a:ext cx="8581500" cy="4580100"/>
            <a:chOff x="281250" y="281700"/>
            <a:chExt cx="8581500" cy="4580100"/>
          </a:xfrm>
        </p:grpSpPr>
        <p:sp>
          <p:nvSpPr>
            <p:cNvPr id="116" name="Google Shape;116;p13"/>
            <p:cNvSpPr/>
            <p:nvPr/>
          </p:nvSpPr>
          <p:spPr>
            <a:xfrm>
              <a:off x="281250" y="281700"/>
              <a:ext cx="8581500" cy="4580100"/>
            </a:xfrm>
            <a:prstGeom prst="roundRect">
              <a:avLst>
                <a:gd name="adj" fmla="val 2793"/>
              </a:avLst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7" name="Google Shape;117;p13"/>
            <p:cNvGrpSpPr/>
            <p:nvPr/>
          </p:nvGrpSpPr>
          <p:grpSpPr>
            <a:xfrm>
              <a:off x="517475" y="382105"/>
              <a:ext cx="400500" cy="95700"/>
              <a:chOff x="517475" y="395577"/>
              <a:chExt cx="400500" cy="95700"/>
            </a:xfrm>
          </p:grpSpPr>
          <p:sp>
            <p:nvSpPr>
              <p:cNvPr id="118" name="Google Shape;118;p13"/>
              <p:cNvSpPr/>
              <p:nvPr/>
            </p:nvSpPr>
            <p:spPr>
              <a:xfrm>
                <a:off x="517475" y="395577"/>
                <a:ext cx="95700" cy="95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Google Shape;119;p13"/>
              <p:cNvSpPr/>
              <p:nvPr/>
            </p:nvSpPr>
            <p:spPr>
              <a:xfrm>
                <a:off x="669875" y="395577"/>
                <a:ext cx="95700" cy="95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13"/>
              <p:cNvSpPr/>
              <p:nvPr/>
            </p:nvSpPr>
            <p:spPr>
              <a:xfrm>
                <a:off x="822275" y="395577"/>
                <a:ext cx="95700" cy="95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21" name="Google Shape;121;p13"/>
            <p:cNvSpPr/>
            <p:nvPr/>
          </p:nvSpPr>
          <p:spPr>
            <a:xfrm>
              <a:off x="7552875" y="357952"/>
              <a:ext cx="1159200" cy="148800"/>
            </a:xfrm>
            <a:prstGeom prst="roundRect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22" name="Google Shape;122;p13"/>
            <p:cNvCxnSpPr/>
            <p:nvPr/>
          </p:nvCxnSpPr>
          <p:spPr>
            <a:xfrm>
              <a:off x="283350" y="574700"/>
              <a:ext cx="85770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23" name="Google Shape;123;p13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13"/>
          <p:cNvSpPr txBox="1">
            <a:spLocks noGrp="1"/>
          </p:cNvSpPr>
          <p:nvPr>
            <p:ph type="subTitle" idx="1"/>
          </p:nvPr>
        </p:nvSpPr>
        <p:spPr>
          <a:xfrm>
            <a:off x="1276777" y="2273420"/>
            <a:ext cx="31440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13"/>
          <p:cNvSpPr txBox="1">
            <a:spLocks noGrp="1"/>
          </p:cNvSpPr>
          <p:nvPr>
            <p:ph type="subTitle" idx="2"/>
          </p:nvPr>
        </p:nvSpPr>
        <p:spPr>
          <a:xfrm>
            <a:off x="4947925" y="2273420"/>
            <a:ext cx="31440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13"/>
          <p:cNvSpPr txBox="1">
            <a:spLocks noGrp="1"/>
          </p:cNvSpPr>
          <p:nvPr>
            <p:ph type="subTitle" idx="3"/>
          </p:nvPr>
        </p:nvSpPr>
        <p:spPr>
          <a:xfrm>
            <a:off x="1276777" y="3969595"/>
            <a:ext cx="31440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13"/>
          <p:cNvSpPr txBox="1">
            <a:spLocks noGrp="1"/>
          </p:cNvSpPr>
          <p:nvPr>
            <p:ph type="subTitle" idx="4"/>
          </p:nvPr>
        </p:nvSpPr>
        <p:spPr>
          <a:xfrm>
            <a:off x="4947925" y="3969595"/>
            <a:ext cx="31440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13"/>
          <p:cNvSpPr txBox="1">
            <a:spLocks noGrp="1"/>
          </p:cNvSpPr>
          <p:nvPr>
            <p:ph type="title" idx="5" hasCustomPrompt="1"/>
          </p:nvPr>
        </p:nvSpPr>
        <p:spPr>
          <a:xfrm>
            <a:off x="1276775" y="1429475"/>
            <a:ext cx="954600" cy="470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9" name="Google Shape;129;p13"/>
          <p:cNvSpPr txBox="1">
            <a:spLocks noGrp="1"/>
          </p:cNvSpPr>
          <p:nvPr>
            <p:ph type="title" idx="6" hasCustomPrompt="1"/>
          </p:nvPr>
        </p:nvSpPr>
        <p:spPr>
          <a:xfrm>
            <a:off x="1276775" y="3125724"/>
            <a:ext cx="954600" cy="470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0" name="Google Shape;130;p13"/>
          <p:cNvSpPr txBox="1">
            <a:spLocks noGrp="1"/>
          </p:cNvSpPr>
          <p:nvPr>
            <p:ph type="title" idx="7" hasCustomPrompt="1"/>
          </p:nvPr>
        </p:nvSpPr>
        <p:spPr>
          <a:xfrm>
            <a:off x="4947925" y="1429475"/>
            <a:ext cx="954600" cy="470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1" name="Google Shape;131;p13"/>
          <p:cNvSpPr txBox="1">
            <a:spLocks noGrp="1"/>
          </p:cNvSpPr>
          <p:nvPr>
            <p:ph type="title" idx="8" hasCustomPrompt="1"/>
          </p:nvPr>
        </p:nvSpPr>
        <p:spPr>
          <a:xfrm>
            <a:off x="4947925" y="3125724"/>
            <a:ext cx="954600" cy="470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2" name="Google Shape;132;p13"/>
          <p:cNvSpPr txBox="1">
            <a:spLocks noGrp="1"/>
          </p:cNvSpPr>
          <p:nvPr>
            <p:ph type="subTitle" idx="9"/>
          </p:nvPr>
        </p:nvSpPr>
        <p:spPr>
          <a:xfrm>
            <a:off x="1276775" y="1900175"/>
            <a:ext cx="3144000" cy="44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33" name="Google Shape;133;p13"/>
          <p:cNvSpPr txBox="1">
            <a:spLocks noGrp="1"/>
          </p:cNvSpPr>
          <p:nvPr>
            <p:ph type="subTitle" idx="13"/>
          </p:nvPr>
        </p:nvSpPr>
        <p:spPr>
          <a:xfrm>
            <a:off x="4947926" y="1900175"/>
            <a:ext cx="3144000" cy="44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34" name="Google Shape;134;p13"/>
          <p:cNvSpPr txBox="1">
            <a:spLocks noGrp="1"/>
          </p:cNvSpPr>
          <p:nvPr>
            <p:ph type="subTitle" idx="14"/>
          </p:nvPr>
        </p:nvSpPr>
        <p:spPr>
          <a:xfrm>
            <a:off x="1276775" y="3596200"/>
            <a:ext cx="3144000" cy="44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35" name="Google Shape;135;p13"/>
          <p:cNvSpPr txBox="1">
            <a:spLocks noGrp="1"/>
          </p:cNvSpPr>
          <p:nvPr>
            <p:ph type="subTitle" idx="15"/>
          </p:nvPr>
        </p:nvSpPr>
        <p:spPr>
          <a:xfrm>
            <a:off x="4947926" y="3596200"/>
            <a:ext cx="3144000" cy="44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_1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" name="Google Shape;148;p15"/>
          <p:cNvGrpSpPr/>
          <p:nvPr/>
        </p:nvGrpSpPr>
        <p:grpSpPr>
          <a:xfrm>
            <a:off x="281250" y="281700"/>
            <a:ext cx="8581500" cy="4580100"/>
            <a:chOff x="281250" y="281700"/>
            <a:chExt cx="8581500" cy="4580100"/>
          </a:xfrm>
        </p:grpSpPr>
        <p:sp>
          <p:nvSpPr>
            <p:cNvPr id="149" name="Google Shape;149;p15"/>
            <p:cNvSpPr/>
            <p:nvPr/>
          </p:nvSpPr>
          <p:spPr>
            <a:xfrm>
              <a:off x="281250" y="281700"/>
              <a:ext cx="8581500" cy="4580100"/>
            </a:xfrm>
            <a:prstGeom prst="roundRect">
              <a:avLst>
                <a:gd name="adj" fmla="val 2793"/>
              </a:avLst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0" name="Google Shape;150;p15"/>
            <p:cNvGrpSpPr/>
            <p:nvPr/>
          </p:nvGrpSpPr>
          <p:grpSpPr>
            <a:xfrm>
              <a:off x="517475" y="382105"/>
              <a:ext cx="400500" cy="95700"/>
              <a:chOff x="517475" y="395577"/>
              <a:chExt cx="400500" cy="95700"/>
            </a:xfrm>
          </p:grpSpPr>
          <p:sp>
            <p:nvSpPr>
              <p:cNvPr id="151" name="Google Shape;151;p15"/>
              <p:cNvSpPr/>
              <p:nvPr/>
            </p:nvSpPr>
            <p:spPr>
              <a:xfrm>
                <a:off x="517475" y="395577"/>
                <a:ext cx="95700" cy="95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15"/>
              <p:cNvSpPr/>
              <p:nvPr/>
            </p:nvSpPr>
            <p:spPr>
              <a:xfrm>
                <a:off x="669875" y="395577"/>
                <a:ext cx="95700" cy="95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Google Shape;153;p15"/>
              <p:cNvSpPr/>
              <p:nvPr/>
            </p:nvSpPr>
            <p:spPr>
              <a:xfrm>
                <a:off x="822275" y="395577"/>
                <a:ext cx="95700" cy="95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4" name="Google Shape;154;p15"/>
            <p:cNvSpPr/>
            <p:nvPr/>
          </p:nvSpPr>
          <p:spPr>
            <a:xfrm>
              <a:off x="7552875" y="357952"/>
              <a:ext cx="1159200" cy="148800"/>
            </a:xfrm>
            <a:prstGeom prst="roundRect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55" name="Google Shape;155;p15"/>
            <p:cNvCxnSpPr/>
            <p:nvPr/>
          </p:nvCxnSpPr>
          <p:spPr>
            <a:xfrm>
              <a:off x="283350" y="574700"/>
              <a:ext cx="85770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56" name="Google Shape;156;p15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1_2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" name="Google Shape;158;p16"/>
          <p:cNvGrpSpPr/>
          <p:nvPr/>
        </p:nvGrpSpPr>
        <p:grpSpPr>
          <a:xfrm>
            <a:off x="281250" y="281700"/>
            <a:ext cx="8581500" cy="4580100"/>
            <a:chOff x="281250" y="281700"/>
            <a:chExt cx="8581500" cy="4580100"/>
          </a:xfrm>
        </p:grpSpPr>
        <p:sp>
          <p:nvSpPr>
            <p:cNvPr id="159" name="Google Shape;159;p16"/>
            <p:cNvSpPr/>
            <p:nvPr/>
          </p:nvSpPr>
          <p:spPr>
            <a:xfrm>
              <a:off x="281250" y="281700"/>
              <a:ext cx="8581500" cy="4580100"/>
            </a:xfrm>
            <a:prstGeom prst="roundRect">
              <a:avLst>
                <a:gd name="adj" fmla="val 2793"/>
              </a:avLst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0" name="Google Shape;160;p16"/>
            <p:cNvGrpSpPr/>
            <p:nvPr/>
          </p:nvGrpSpPr>
          <p:grpSpPr>
            <a:xfrm>
              <a:off x="517475" y="382105"/>
              <a:ext cx="400500" cy="95700"/>
              <a:chOff x="517475" y="395577"/>
              <a:chExt cx="400500" cy="95700"/>
            </a:xfrm>
          </p:grpSpPr>
          <p:sp>
            <p:nvSpPr>
              <p:cNvPr id="161" name="Google Shape;161;p16"/>
              <p:cNvSpPr/>
              <p:nvPr/>
            </p:nvSpPr>
            <p:spPr>
              <a:xfrm>
                <a:off x="517475" y="395577"/>
                <a:ext cx="95700" cy="95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162;p16"/>
              <p:cNvSpPr/>
              <p:nvPr/>
            </p:nvSpPr>
            <p:spPr>
              <a:xfrm>
                <a:off x="669875" y="395577"/>
                <a:ext cx="95700" cy="95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163;p16"/>
              <p:cNvSpPr/>
              <p:nvPr/>
            </p:nvSpPr>
            <p:spPr>
              <a:xfrm>
                <a:off x="822275" y="395577"/>
                <a:ext cx="95700" cy="95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4" name="Google Shape;164;p16"/>
            <p:cNvSpPr/>
            <p:nvPr/>
          </p:nvSpPr>
          <p:spPr>
            <a:xfrm>
              <a:off x="7552875" y="357952"/>
              <a:ext cx="1159200" cy="148800"/>
            </a:xfrm>
            <a:prstGeom prst="roundRect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65" name="Google Shape;165;p16"/>
            <p:cNvCxnSpPr/>
            <p:nvPr/>
          </p:nvCxnSpPr>
          <p:spPr>
            <a:xfrm>
              <a:off x="283350" y="574700"/>
              <a:ext cx="85770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66" name="Google Shape;166;p16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4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" name="Google Shape;168;p17"/>
          <p:cNvGrpSpPr/>
          <p:nvPr/>
        </p:nvGrpSpPr>
        <p:grpSpPr>
          <a:xfrm>
            <a:off x="281250" y="281700"/>
            <a:ext cx="8581500" cy="4580100"/>
            <a:chOff x="281250" y="281700"/>
            <a:chExt cx="8581500" cy="4580100"/>
          </a:xfrm>
        </p:grpSpPr>
        <p:sp>
          <p:nvSpPr>
            <p:cNvPr id="169" name="Google Shape;169;p17"/>
            <p:cNvSpPr/>
            <p:nvPr/>
          </p:nvSpPr>
          <p:spPr>
            <a:xfrm>
              <a:off x="281250" y="281700"/>
              <a:ext cx="8581500" cy="4580100"/>
            </a:xfrm>
            <a:prstGeom prst="roundRect">
              <a:avLst>
                <a:gd name="adj" fmla="val 2793"/>
              </a:avLst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0" name="Google Shape;170;p17"/>
            <p:cNvGrpSpPr/>
            <p:nvPr/>
          </p:nvGrpSpPr>
          <p:grpSpPr>
            <a:xfrm>
              <a:off x="517475" y="382105"/>
              <a:ext cx="400500" cy="95700"/>
              <a:chOff x="517475" y="395577"/>
              <a:chExt cx="400500" cy="95700"/>
            </a:xfrm>
          </p:grpSpPr>
          <p:sp>
            <p:nvSpPr>
              <p:cNvPr id="171" name="Google Shape;171;p17"/>
              <p:cNvSpPr/>
              <p:nvPr/>
            </p:nvSpPr>
            <p:spPr>
              <a:xfrm>
                <a:off x="517475" y="395577"/>
                <a:ext cx="95700" cy="95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172;p17"/>
              <p:cNvSpPr/>
              <p:nvPr/>
            </p:nvSpPr>
            <p:spPr>
              <a:xfrm>
                <a:off x="669875" y="395577"/>
                <a:ext cx="95700" cy="95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3;p17"/>
              <p:cNvSpPr/>
              <p:nvPr/>
            </p:nvSpPr>
            <p:spPr>
              <a:xfrm>
                <a:off x="822275" y="395577"/>
                <a:ext cx="95700" cy="95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74" name="Google Shape;174;p17"/>
            <p:cNvSpPr/>
            <p:nvPr/>
          </p:nvSpPr>
          <p:spPr>
            <a:xfrm>
              <a:off x="7552875" y="357952"/>
              <a:ext cx="1159200" cy="148800"/>
            </a:xfrm>
            <a:prstGeom prst="roundRect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75" name="Google Shape;175;p17"/>
            <p:cNvCxnSpPr/>
            <p:nvPr/>
          </p:nvCxnSpPr>
          <p:spPr>
            <a:xfrm>
              <a:off x="283350" y="574700"/>
              <a:ext cx="85770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76" name="Google Shape;176;p17"/>
          <p:cNvSpPr txBox="1">
            <a:spLocks noGrp="1"/>
          </p:cNvSpPr>
          <p:nvPr>
            <p:ph type="title"/>
          </p:nvPr>
        </p:nvSpPr>
        <p:spPr>
          <a:xfrm>
            <a:off x="720000" y="1965575"/>
            <a:ext cx="3785100" cy="62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17"/>
          <p:cNvSpPr txBox="1">
            <a:spLocks noGrp="1"/>
          </p:cNvSpPr>
          <p:nvPr>
            <p:ph type="subTitle" idx="1"/>
          </p:nvPr>
        </p:nvSpPr>
        <p:spPr>
          <a:xfrm>
            <a:off x="720000" y="2639855"/>
            <a:ext cx="3785100" cy="8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_AND_BODY_1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" name="Google Shape;179;p18"/>
          <p:cNvGrpSpPr/>
          <p:nvPr/>
        </p:nvGrpSpPr>
        <p:grpSpPr>
          <a:xfrm>
            <a:off x="281250" y="281700"/>
            <a:ext cx="8581500" cy="4580100"/>
            <a:chOff x="281250" y="281700"/>
            <a:chExt cx="8581500" cy="4580100"/>
          </a:xfrm>
        </p:grpSpPr>
        <p:sp>
          <p:nvSpPr>
            <p:cNvPr id="180" name="Google Shape;180;p18"/>
            <p:cNvSpPr/>
            <p:nvPr/>
          </p:nvSpPr>
          <p:spPr>
            <a:xfrm>
              <a:off x="281250" y="281700"/>
              <a:ext cx="8581500" cy="4580100"/>
            </a:xfrm>
            <a:prstGeom prst="roundRect">
              <a:avLst>
                <a:gd name="adj" fmla="val 2793"/>
              </a:avLst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1" name="Google Shape;181;p18"/>
            <p:cNvGrpSpPr/>
            <p:nvPr/>
          </p:nvGrpSpPr>
          <p:grpSpPr>
            <a:xfrm>
              <a:off x="517475" y="382105"/>
              <a:ext cx="400500" cy="95700"/>
              <a:chOff x="517475" y="395577"/>
              <a:chExt cx="400500" cy="95700"/>
            </a:xfrm>
          </p:grpSpPr>
          <p:sp>
            <p:nvSpPr>
              <p:cNvPr id="182" name="Google Shape;182;p18"/>
              <p:cNvSpPr/>
              <p:nvPr/>
            </p:nvSpPr>
            <p:spPr>
              <a:xfrm>
                <a:off x="517475" y="395577"/>
                <a:ext cx="95700" cy="95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Google Shape;183;p18"/>
              <p:cNvSpPr/>
              <p:nvPr/>
            </p:nvSpPr>
            <p:spPr>
              <a:xfrm>
                <a:off x="669875" y="395577"/>
                <a:ext cx="95700" cy="95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Google Shape;184;p18"/>
              <p:cNvSpPr/>
              <p:nvPr/>
            </p:nvSpPr>
            <p:spPr>
              <a:xfrm>
                <a:off x="822275" y="395577"/>
                <a:ext cx="95700" cy="95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85" name="Google Shape;185;p18"/>
            <p:cNvSpPr/>
            <p:nvPr/>
          </p:nvSpPr>
          <p:spPr>
            <a:xfrm>
              <a:off x="7552875" y="357952"/>
              <a:ext cx="1159200" cy="148800"/>
            </a:xfrm>
            <a:prstGeom prst="roundRect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86" name="Google Shape;186;p18"/>
            <p:cNvCxnSpPr/>
            <p:nvPr/>
          </p:nvCxnSpPr>
          <p:spPr>
            <a:xfrm>
              <a:off x="283350" y="574700"/>
              <a:ext cx="85770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87" name="Google Shape;187;p18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p18"/>
          <p:cNvSpPr txBox="1">
            <a:spLocks noGrp="1"/>
          </p:cNvSpPr>
          <p:nvPr>
            <p:ph type="body" idx="1"/>
          </p:nvPr>
        </p:nvSpPr>
        <p:spPr>
          <a:xfrm>
            <a:off x="720000" y="1215750"/>
            <a:ext cx="7704000" cy="91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 sz="1250">
                <a:solidFill>
                  <a:srgbClr val="434343"/>
                </a:solidFill>
              </a:defRPr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>
                <a:solidFill>
                  <a:srgbClr val="434343"/>
                </a:solidFill>
              </a:defRPr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>
                <a:solidFill>
                  <a:srgbClr val="434343"/>
                </a:solidFill>
              </a:defRPr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ONE_COLUMN_TEXT_1_1"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" name="Google Shape;204;p20"/>
          <p:cNvGrpSpPr/>
          <p:nvPr/>
        </p:nvGrpSpPr>
        <p:grpSpPr>
          <a:xfrm>
            <a:off x="281250" y="281700"/>
            <a:ext cx="8581500" cy="4580100"/>
            <a:chOff x="281250" y="281700"/>
            <a:chExt cx="8581500" cy="4580100"/>
          </a:xfrm>
        </p:grpSpPr>
        <p:sp>
          <p:nvSpPr>
            <p:cNvPr id="205" name="Google Shape;205;p20"/>
            <p:cNvSpPr/>
            <p:nvPr/>
          </p:nvSpPr>
          <p:spPr>
            <a:xfrm>
              <a:off x="281250" y="281700"/>
              <a:ext cx="8581500" cy="4580100"/>
            </a:xfrm>
            <a:prstGeom prst="roundRect">
              <a:avLst>
                <a:gd name="adj" fmla="val 2793"/>
              </a:avLst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06" name="Google Shape;206;p20"/>
            <p:cNvGrpSpPr/>
            <p:nvPr/>
          </p:nvGrpSpPr>
          <p:grpSpPr>
            <a:xfrm>
              <a:off x="517475" y="382105"/>
              <a:ext cx="400500" cy="95700"/>
              <a:chOff x="517475" y="395577"/>
              <a:chExt cx="400500" cy="95700"/>
            </a:xfrm>
          </p:grpSpPr>
          <p:sp>
            <p:nvSpPr>
              <p:cNvPr id="207" name="Google Shape;207;p20"/>
              <p:cNvSpPr/>
              <p:nvPr/>
            </p:nvSpPr>
            <p:spPr>
              <a:xfrm>
                <a:off x="517475" y="395577"/>
                <a:ext cx="95700" cy="95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208;p20"/>
              <p:cNvSpPr/>
              <p:nvPr/>
            </p:nvSpPr>
            <p:spPr>
              <a:xfrm>
                <a:off x="669875" y="395577"/>
                <a:ext cx="95700" cy="95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Google Shape;209;p20"/>
              <p:cNvSpPr/>
              <p:nvPr/>
            </p:nvSpPr>
            <p:spPr>
              <a:xfrm>
                <a:off x="822275" y="395577"/>
                <a:ext cx="95700" cy="95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10" name="Google Shape;210;p20"/>
            <p:cNvSpPr/>
            <p:nvPr/>
          </p:nvSpPr>
          <p:spPr>
            <a:xfrm>
              <a:off x="7552875" y="357952"/>
              <a:ext cx="1159200" cy="148800"/>
            </a:xfrm>
            <a:prstGeom prst="roundRect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11" name="Google Shape;211;p20"/>
            <p:cNvCxnSpPr/>
            <p:nvPr/>
          </p:nvCxnSpPr>
          <p:spPr>
            <a:xfrm>
              <a:off x="283350" y="574700"/>
              <a:ext cx="85770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12" name="Google Shape;212;p20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13" name="Google Shape;213;p20"/>
          <p:cNvSpPr txBox="1">
            <a:spLocks noGrp="1"/>
          </p:cNvSpPr>
          <p:nvPr>
            <p:ph type="subTitle" idx="1"/>
          </p:nvPr>
        </p:nvSpPr>
        <p:spPr>
          <a:xfrm>
            <a:off x="4572037" y="1472900"/>
            <a:ext cx="3428400" cy="190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4" name="Google Shape;214;p20"/>
          <p:cNvSpPr txBox="1">
            <a:spLocks noGrp="1"/>
          </p:cNvSpPr>
          <p:nvPr>
            <p:ph type="subTitle" idx="2"/>
          </p:nvPr>
        </p:nvSpPr>
        <p:spPr>
          <a:xfrm>
            <a:off x="1143563" y="1472900"/>
            <a:ext cx="3428400" cy="190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8_1_1"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2" name="Google Shape;232;p22"/>
          <p:cNvGrpSpPr/>
          <p:nvPr/>
        </p:nvGrpSpPr>
        <p:grpSpPr>
          <a:xfrm>
            <a:off x="281250" y="281700"/>
            <a:ext cx="8581500" cy="4580100"/>
            <a:chOff x="281250" y="281700"/>
            <a:chExt cx="8581500" cy="4580100"/>
          </a:xfrm>
        </p:grpSpPr>
        <p:sp>
          <p:nvSpPr>
            <p:cNvPr id="233" name="Google Shape;233;p22"/>
            <p:cNvSpPr/>
            <p:nvPr/>
          </p:nvSpPr>
          <p:spPr>
            <a:xfrm>
              <a:off x="281250" y="281700"/>
              <a:ext cx="8581500" cy="4580100"/>
            </a:xfrm>
            <a:prstGeom prst="roundRect">
              <a:avLst>
                <a:gd name="adj" fmla="val 2793"/>
              </a:avLst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4" name="Google Shape;234;p22"/>
            <p:cNvGrpSpPr/>
            <p:nvPr/>
          </p:nvGrpSpPr>
          <p:grpSpPr>
            <a:xfrm>
              <a:off x="517475" y="382105"/>
              <a:ext cx="400500" cy="95700"/>
              <a:chOff x="517475" y="395577"/>
              <a:chExt cx="400500" cy="95700"/>
            </a:xfrm>
          </p:grpSpPr>
          <p:sp>
            <p:nvSpPr>
              <p:cNvPr id="235" name="Google Shape;235;p22"/>
              <p:cNvSpPr/>
              <p:nvPr/>
            </p:nvSpPr>
            <p:spPr>
              <a:xfrm>
                <a:off x="517475" y="395577"/>
                <a:ext cx="95700" cy="95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236;p22"/>
              <p:cNvSpPr/>
              <p:nvPr/>
            </p:nvSpPr>
            <p:spPr>
              <a:xfrm>
                <a:off x="669875" y="395577"/>
                <a:ext cx="95700" cy="95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22"/>
              <p:cNvSpPr/>
              <p:nvPr/>
            </p:nvSpPr>
            <p:spPr>
              <a:xfrm>
                <a:off x="822275" y="395577"/>
                <a:ext cx="95700" cy="95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38" name="Google Shape;238;p22"/>
            <p:cNvSpPr/>
            <p:nvPr/>
          </p:nvSpPr>
          <p:spPr>
            <a:xfrm>
              <a:off x="7552875" y="357952"/>
              <a:ext cx="1159200" cy="148800"/>
            </a:xfrm>
            <a:prstGeom prst="roundRect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39" name="Google Shape;239;p22"/>
            <p:cNvCxnSpPr/>
            <p:nvPr/>
          </p:nvCxnSpPr>
          <p:spPr>
            <a:xfrm>
              <a:off x="283350" y="574700"/>
              <a:ext cx="85770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40" name="Google Shape;240;p22"/>
          <p:cNvSpPr txBox="1">
            <a:spLocks noGrp="1"/>
          </p:cNvSpPr>
          <p:nvPr>
            <p:ph type="subTitle" idx="1"/>
          </p:nvPr>
        </p:nvSpPr>
        <p:spPr>
          <a:xfrm>
            <a:off x="720000" y="2971054"/>
            <a:ext cx="2304000" cy="88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241" name="Google Shape;241;p22"/>
          <p:cNvSpPr txBox="1">
            <a:spLocks noGrp="1"/>
          </p:cNvSpPr>
          <p:nvPr>
            <p:ph type="subTitle" idx="2"/>
          </p:nvPr>
        </p:nvSpPr>
        <p:spPr>
          <a:xfrm>
            <a:off x="720000" y="2571750"/>
            <a:ext cx="23040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42" name="Google Shape;242;p22"/>
          <p:cNvSpPr txBox="1">
            <a:spLocks noGrp="1"/>
          </p:cNvSpPr>
          <p:nvPr>
            <p:ph type="subTitle" idx="3"/>
          </p:nvPr>
        </p:nvSpPr>
        <p:spPr>
          <a:xfrm>
            <a:off x="3420057" y="2971054"/>
            <a:ext cx="2304000" cy="88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243" name="Google Shape;243;p22"/>
          <p:cNvSpPr txBox="1">
            <a:spLocks noGrp="1"/>
          </p:cNvSpPr>
          <p:nvPr>
            <p:ph type="subTitle" idx="4"/>
          </p:nvPr>
        </p:nvSpPr>
        <p:spPr>
          <a:xfrm>
            <a:off x="3420057" y="2571750"/>
            <a:ext cx="23040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44" name="Google Shape;244;p22"/>
          <p:cNvSpPr txBox="1">
            <a:spLocks noGrp="1"/>
          </p:cNvSpPr>
          <p:nvPr>
            <p:ph type="subTitle" idx="5"/>
          </p:nvPr>
        </p:nvSpPr>
        <p:spPr>
          <a:xfrm>
            <a:off x="6120115" y="2971054"/>
            <a:ext cx="2304000" cy="88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245" name="Google Shape;245;p22"/>
          <p:cNvSpPr txBox="1">
            <a:spLocks noGrp="1"/>
          </p:cNvSpPr>
          <p:nvPr>
            <p:ph type="subTitle" idx="6"/>
          </p:nvPr>
        </p:nvSpPr>
        <p:spPr>
          <a:xfrm>
            <a:off x="6120115" y="2571750"/>
            <a:ext cx="23040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46" name="Google Shape;246;p22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"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0" name="Google Shape;320;p27"/>
          <p:cNvGrpSpPr/>
          <p:nvPr/>
        </p:nvGrpSpPr>
        <p:grpSpPr>
          <a:xfrm>
            <a:off x="281250" y="281700"/>
            <a:ext cx="8581500" cy="4580100"/>
            <a:chOff x="281250" y="281700"/>
            <a:chExt cx="8581500" cy="4580100"/>
          </a:xfrm>
        </p:grpSpPr>
        <p:sp>
          <p:nvSpPr>
            <p:cNvPr id="321" name="Google Shape;321;p27"/>
            <p:cNvSpPr/>
            <p:nvPr/>
          </p:nvSpPr>
          <p:spPr>
            <a:xfrm>
              <a:off x="281250" y="281700"/>
              <a:ext cx="8581500" cy="4580100"/>
            </a:xfrm>
            <a:prstGeom prst="roundRect">
              <a:avLst>
                <a:gd name="adj" fmla="val 2793"/>
              </a:avLst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22" name="Google Shape;322;p27"/>
            <p:cNvGrpSpPr/>
            <p:nvPr/>
          </p:nvGrpSpPr>
          <p:grpSpPr>
            <a:xfrm>
              <a:off x="517475" y="382105"/>
              <a:ext cx="400500" cy="95700"/>
              <a:chOff x="517475" y="395577"/>
              <a:chExt cx="400500" cy="95700"/>
            </a:xfrm>
          </p:grpSpPr>
          <p:sp>
            <p:nvSpPr>
              <p:cNvPr id="323" name="Google Shape;323;p27"/>
              <p:cNvSpPr/>
              <p:nvPr/>
            </p:nvSpPr>
            <p:spPr>
              <a:xfrm>
                <a:off x="517475" y="395577"/>
                <a:ext cx="95700" cy="95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Google Shape;324;p27"/>
              <p:cNvSpPr/>
              <p:nvPr/>
            </p:nvSpPr>
            <p:spPr>
              <a:xfrm>
                <a:off x="669875" y="395577"/>
                <a:ext cx="95700" cy="95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Google Shape;325;p27"/>
              <p:cNvSpPr/>
              <p:nvPr/>
            </p:nvSpPr>
            <p:spPr>
              <a:xfrm>
                <a:off x="822275" y="395577"/>
                <a:ext cx="95700" cy="95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26" name="Google Shape;326;p27"/>
            <p:cNvSpPr/>
            <p:nvPr/>
          </p:nvSpPr>
          <p:spPr>
            <a:xfrm>
              <a:off x="7552875" y="357952"/>
              <a:ext cx="1159200" cy="148800"/>
            </a:xfrm>
            <a:prstGeom prst="roundRect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27" name="Google Shape;327;p27"/>
            <p:cNvCxnSpPr/>
            <p:nvPr/>
          </p:nvCxnSpPr>
          <p:spPr>
            <a:xfrm>
              <a:off x="283350" y="574700"/>
              <a:ext cx="85770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8" name="Google Shape;328;p27"/>
          <p:cNvSpPr txBox="1">
            <a:spLocks noGrp="1"/>
          </p:cNvSpPr>
          <p:nvPr>
            <p:ph type="title"/>
          </p:nvPr>
        </p:nvSpPr>
        <p:spPr>
          <a:xfrm>
            <a:off x="4571998" y="609989"/>
            <a:ext cx="38589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29" name="Google Shape;329;p27"/>
          <p:cNvSpPr txBox="1">
            <a:spLocks noGrp="1"/>
          </p:cNvSpPr>
          <p:nvPr>
            <p:ph type="subTitle" idx="1"/>
          </p:nvPr>
        </p:nvSpPr>
        <p:spPr>
          <a:xfrm>
            <a:off x="4572000" y="1718261"/>
            <a:ext cx="3858900" cy="110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0" name="Google Shape;330;p27"/>
          <p:cNvSpPr txBox="1"/>
          <p:nvPr/>
        </p:nvSpPr>
        <p:spPr>
          <a:xfrm>
            <a:off x="4572000" y="3459550"/>
            <a:ext cx="3858900" cy="78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CREDITS: This presentation template was created by </a:t>
            </a:r>
            <a:r>
              <a:rPr lang="en" sz="1200" b="1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2"/>
              </a:rPr>
              <a:t>Slidesgo</a:t>
            </a:r>
            <a:r>
              <a:rPr lang="en" sz="12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,</a:t>
            </a:r>
            <a:r>
              <a:rPr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and includes icons by </a:t>
            </a:r>
            <a:r>
              <a:rPr lang="en" sz="1200" b="1" u="sng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, and infographics &amp; images by </a:t>
            </a:r>
            <a:r>
              <a:rPr lang="en" sz="1200" b="1" u="sng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b="1" u="sng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1200" b="1" u="sng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2" name="Google Shape;332;p28"/>
          <p:cNvGrpSpPr/>
          <p:nvPr/>
        </p:nvGrpSpPr>
        <p:grpSpPr>
          <a:xfrm>
            <a:off x="281250" y="281700"/>
            <a:ext cx="8581500" cy="4580100"/>
            <a:chOff x="281250" y="281700"/>
            <a:chExt cx="8581500" cy="4580100"/>
          </a:xfrm>
        </p:grpSpPr>
        <p:sp>
          <p:nvSpPr>
            <p:cNvPr id="333" name="Google Shape;333;p28"/>
            <p:cNvSpPr/>
            <p:nvPr/>
          </p:nvSpPr>
          <p:spPr>
            <a:xfrm>
              <a:off x="281250" y="281700"/>
              <a:ext cx="8581500" cy="4580100"/>
            </a:xfrm>
            <a:prstGeom prst="roundRect">
              <a:avLst>
                <a:gd name="adj" fmla="val 2793"/>
              </a:avLst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34" name="Google Shape;334;p28"/>
            <p:cNvGrpSpPr/>
            <p:nvPr/>
          </p:nvGrpSpPr>
          <p:grpSpPr>
            <a:xfrm>
              <a:off x="517475" y="382105"/>
              <a:ext cx="400500" cy="95700"/>
              <a:chOff x="517475" y="395577"/>
              <a:chExt cx="400500" cy="95700"/>
            </a:xfrm>
          </p:grpSpPr>
          <p:sp>
            <p:nvSpPr>
              <p:cNvPr id="335" name="Google Shape;335;p28"/>
              <p:cNvSpPr/>
              <p:nvPr/>
            </p:nvSpPr>
            <p:spPr>
              <a:xfrm>
                <a:off x="517475" y="395577"/>
                <a:ext cx="95700" cy="95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Google Shape;336;p28"/>
              <p:cNvSpPr/>
              <p:nvPr/>
            </p:nvSpPr>
            <p:spPr>
              <a:xfrm>
                <a:off x="669875" y="395577"/>
                <a:ext cx="95700" cy="95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Google Shape;337;p28"/>
              <p:cNvSpPr/>
              <p:nvPr/>
            </p:nvSpPr>
            <p:spPr>
              <a:xfrm>
                <a:off x="822275" y="395577"/>
                <a:ext cx="95700" cy="95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38" name="Google Shape;338;p28"/>
            <p:cNvSpPr/>
            <p:nvPr/>
          </p:nvSpPr>
          <p:spPr>
            <a:xfrm>
              <a:off x="7552875" y="357952"/>
              <a:ext cx="1159200" cy="148800"/>
            </a:xfrm>
            <a:prstGeom prst="roundRect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39" name="Google Shape;339;p28"/>
            <p:cNvCxnSpPr/>
            <p:nvPr/>
          </p:nvCxnSpPr>
          <p:spPr>
            <a:xfrm>
              <a:off x="283350" y="574700"/>
              <a:ext cx="85770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40" name="Google Shape;340;p28"/>
          <p:cNvGrpSpPr/>
          <p:nvPr/>
        </p:nvGrpSpPr>
        <p:grpSpPr>
          <a:xfrm>
            <a:off x="713219" y="2269869"/>
            <a:ext cx="2305487" cy="3069098"/>
            <a:chOff x="4962625" y="539501"/>
            <a:chExt cx="3266487" cy="4348396"/>
          </a:xfrm>
        </p:grpSpPr>
        <p:sp>
          <p:nvSpPr>
            <p:cNvPr id="341" name="Google Shape;341;p28"/>
            <p:cNvSpPr/>
            <p:nvPr/>
          </p:nvSpPr>
          <p:spPr>
            <a:xfrm>
              <a:off x="5689271" y="788278"/>
              <a:ext cx="1476799" cy="1488827"/>
            </a:xfrm>
            <a:custGeom>
              <a:avLst/>
              <a:gdLst/>
              <a:ahLst/>
              <a:cxnLst/>
              <a:rect l="l" t="t" r="r" b="b"/>
              <a:pathLst>
                <a:path w="10804" h="10892" extrusionOk="0">
                  <a:moveTo>
                    <a:pt x="8359" y="1"/>
                  </a:moveTo>
                  <a:cubicBezTo>
                    <a:pt x="7473" y="1"/>
                    <a:pt x="6574" y="602"/>
                    <a:pt x="4834" y="666"/>
                  </a:cubicBezTo>
                  <a:cubicBezTo>
                    <a:pt x="2695" y="758"/>
                    <a:pt x="1807" y="1798"/>
                    <a:pt x="1230" y="2339"/>
                  </a:cubicBezTo>
                  <a:cubicBezTo>
                    <a:pt x="652" y="2879"/>
                    <a:pt x="1" y="3688"/>
                    <a:pt x="347" y="4649"/>
                  </a:cubicBezTo>
                  <a:cubicBezTo>
                    <a:pt x="675" y="5591"/>
                    <a:pt x="1673" y="6363"/>
                    <a:pt x="1983" y="7075"/>
                  </a:cubicBezTo>
                  <a:cubicBezTo>
                    <a:pt x="2293" y="7768"/>
                    <a:pt x="2002" y="8174"/>
                    <a:pt x="2002" y="8174"/>
                  </a:cubicBezTo>
                  <a:cubicBezTo>
                    <a:pt x="2002" y="8174"/>
                    <a:pt x="1768" y="8065"/>
                    <a:pt x="1474" y="8065"/>
                  </a:cubicBezTo>
                  <a:cubicBezTo>
                    <a:pt x="1228" y="8065"/>
                    <a:pt x="940" y="8142"/>
                    <a:pt x="712" y="8424"/>
                  </a:cubicBezTo>
                  <a:cubicBezTo>
                    <a:pt x="190" y="9038"/>
                    <a:pt x="537" y="9579"/>
                    <a:pt x="962" y="9731"/>
                  </a:cubicBezTo>
                  <a:cubicBezTo>
                    <a:pt x="1043" y="9762"/>
                    <a:pt x="1126" y="9774"/>
                    <a:pt x="1206" y="9774"/>
                  </a:cubicBezTo>
                  <a:cubicBezTo>
                    <a:pt x="1526" y="9774"/>
                    <a:pt x="1807" y="9579"/>
                    <a:pt x="1807" y="9579"/>
                  </a:cubicBezTo>
                  <a:lnTo>
                    <a:pt x="1807" y="9579"/>
                  </a:lnTo>
                  <a:cubicBezTo>
                    <a:pt x="1807" y="9579"/>
                    <a:pt x="1752" y="9999"/>
                    <a:pt x="2385" y="10078"/>
                  </a:cubicBezTo>
                  <a:cubicBezTo>
                    <a:pt x="2441" y="10086"/>
                    <a:pt x="2493" y="10090"/>
                    <a:pt x="2543" y="10090"/>
                  </a:cubicBezTo>
                  <a:cubicBezTo>
                    <a:pt x="3076" y="10090"/>
                    <a:pt x="3254" y="9653"/>
                    <a:pt x="3254" y="9653"/>
                  </a:cubicBezTo>
                  <a:cubicBezTo>
                    <a:pt x="3254" y="9653"/>
                    <a:pt x="3272" y="10808"/>
                    <a:pt x="5139" y="10887"/>
                  </a:cubicBezTo>
                  <a:cubicBezTo>
                    <a:pt x="5216" y="10890"/>
                    <a:pt x="5291" y="10891"/>
                    <a:pt x="5365" y="10891"/>
                  </a:cubicBezTo>
                  <a:cubicBezTo>
                    <a:pt x="7072" y="10891"/>
                    <a:pt x="8027" y="10060"/>
                    <a:pt x="8027" y="10060"/>
                  </a:cubicBezTo>
                  <a:cubicBezTo>
                    <a:pt x="8027" y="10060"/>
                    <a:pt x="8341" y="10278"/>
                    <a:pt x="8754" y="10278"/>
                  </a:cubicBezTo>
                  <a:cubicBezTo>
                    <a:pt x="8901" y="10278"/>
                    <a:pt x="9061" y="10250"/>
                    <a:pt x="9223" y="10175"/>
                  </a:cubicBezTo>
                  <a:cubicBezTo>
                    <a:pt x="9838" y="9884"/>
                    <a:pt x="9589" y="8807"/>
                    <a:pt x="9589" y="8807"/>
                  </a:cubicBezTo>
                  <a:lnTo>
                    <a:pt x="9589" y="8807"/>
                  </a:lnTo>
                  <a:cubicBezTo>
                    <a:pt x="9589" y="8807"/>
                    <a:pt x="9625" y="8812"/>
                    <a:pt x="9686" y="8812"/>
                  </a:cubicBezTo>
                  <a:cubicBezTo>
                    <a:pt x="9928" y="8812"/>
                    <a:pt x="10547" y="8738"/>
                    <a:pt x="10684" y="7999"/>
                  </a:cubicBezTo>
                  <a:cubicBezTo>
                    <a:pt x="10804" y="7379"/>
                    <a:pt x="10380" y="6975"/>
                    <a:pt x="9910" y="6975"/>
                  </a:cubicBezTo>
                  <a:cubicBezTo>
                    <a:pt x="9693" y="6975"/>
                    <a:pt x="9467" y="7061"/>
                    <a:pt x="9279" y="7250"/>
                  </a:cubicBezTo>
                  <a:cubicBezTo>
                    <a:pt x="9279" y="7250"/>
                    <a:pt x="8992" y="5323"/>
                    <a:pt x="8992" y="4727"/>
                  </a:cubicBezTo>
                  <a:cubicBezTo>
                    <a:pt x="8992" y="4108"/>
                    <a:pt x="9011" y="3900"/>
                    <a:pt x="9011" y="3900"/>
                  </a:cubicBezTo>
                  <a:cubicBezTo>
                    <a:pt x="9011" y="3900"/>
                    <a:pt x="9242" y="3725"/>
                    <a:pt x="9838" y="3554"/>
                  </a:cubicBezTo>
                  <a:cubicBezTo>
                    <a:pt x="10453" y="3360"/>
                    <a:pt x="10610" y="2879"/>
                    <a:pt x="10550" y="2205"/>
                  </a:cubicBezTo>
                  <a:cubicBezTo>
                    <a:pt x="10513" y="1530"/>
                    <a:pt x="10106" y="490"/>
                    <a:pt x="8969" y="107"/>
                  </a:cubicBezTo>
                  <a:cubicBezTo>
                    <a:pt x="8760" y="32"/>
                    <a:pt x="8560" y="1"/>
                    <a:pt x="8359" y="1"/>
                  </a:cubicBezTo>
                  <a:close/>
                </a:path>
              </a:pathLst>
            </a:custGeom>
            <a:solidFill>
              <a:srgbClr val="FF96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28"/>
            <p:cNvSpPr/>
            <p:nvPr/>
          </p:nvSpPr>
          <p:spPr>
            <a:xfrm>
              <a:off x="5705127" y="780486"/>
              <a:ext cx="1462856" cy="1501676"/>
            </a:xfrm>
            <a:custGeom>
              <a:avLst/>
              <a:gdLst/>
              <a:ahLst/>
              <a:cxnLst/>
              <a:rect l="l" t="t" r="r" b="b"/>
              <a:pathLst>
                <a:path w="10702" h="10986" extrusionOk="0">
                  <a:moveTo>
                    <a:pt x="8295" y="105"/>
                  </a:moveTo>
                  <a:cubicBezTo>
                    <a:pt x="8475" y="105"/>
                    <a:pt x="8651" y="134"/>
                    <a:pt x="8835" y="201"/>
                  </a:cubicBezTo>
                  <a:cubicBezTo>
                    <a:pt x="9953" y="584"/>
                    <a:pt x="10355" y="1624"/>
                    <a:pt x="10397" y="2262"/>
                  </a:cubicBezTo>
                  <a:cubicBezTo>
                    <a:pt x="10415" y="2590"/>
                    <a:pt x="10378" y="2876"/>
                    <a:pt x="10281" y="3089"/>
                  </a:cubicBezTo>
                  <a:cubicBezTo>
                    <a:pt x="10184" y="3320"/>
                    <a:pt x="10008" y="3472"/>
                    <a:pt x="9722" y="3551"/>
                  </a:cubicBezTo>
                  <a:cubicBezTo>
                    <a:pt x="9107" y="3745"/>
                    <a:pt x="8853" y="3916"/>
                    <a:pt x="8853" y="3916"/>
                  </a:cubicBezTo>
                  <a:lnTo>
                    <a:pt x="8835" y="3934"/>
                  </a:lnTo>
                  <a:lnTo>
                    <a:pt x="8835" y="3957"/>
                  </a:lnTo>
                  <a:lnTo>
                    <a:pt x="8835" y="4784"/>
                  </a:lnTo>
                  <a:cubicBezTo>
                    <a:pt x="8835" y="5089"/>
                    <a:pt x="8895" y="5727"/>
                    <a:pt x="8969" y="6268"/>
                  </a:cubicBezTo>
                  <a:cubicBezTo>
                    <a:pt x="9047" y="6822"/>
                    <a:pt x="9126" y="7307"/>
                    <a:pt x="9126" y="7307"/>
                  </a:cubicBezTo>
                  <a:lnTo>
                    <a:pt x="9144" y="7400"/>
                  </a:lnTo>
                  <a:lnTo>
                    <a:pt x="9200" y="7344"/>
                  </a:lnTo>
                  <a:cubicBezTo>
                    <a:pt x="9381" y="7163"/>
                    <a:pt x="9591" y="7080"/>
                    <a:pt x="9788" y="7080"/>
                  </a:cubicBezTo>
                  <a:cubicBezTo>
                    <a:pt x="9908" y="7080"/>
                    <a:pt x="10023" y="7111"/>
                    <a:pt x="10124" y="7169"/>
                  </a:cubicBezTo>
                  <a:cubicBezTo>
                    <a:pt x="10415" y="7307"/>
                    <a:pt x="10609" y="7612"/>
                    <a:pt x="10531" y="8056"/>
                  </a:cubicBezTo>
                  <a:cubicBezTo>
                    <a:pt x="10434" y="8499"/>
                    <a:pt x="10184" y="8670"/>
                    <a:pt x="9935" y="8767"/>
                  </a:cubicBezTo>
                  <a:cubicBezTo>
                    <a:pt x="9777" y="8821"/>
                    <a:pt x="9620" y="8829"/>
                    <a:pt x="9536" y="8829"/>
                  </a:cubicBezTo>
                  <a:cubicBezTo>
                    <a:pt x="9496" y="8829"/>
                    <a:pt x="9473" y="8827"/>
                    <a:pt x="9473" y="8827"/>
                  </a:cubicBezTo>
                  <a:lnTo>
                    <a:pt x="9412" y="8809"/>
                  </a:lnTo>
                  <a:lnTo>
                    <a:pt x="9412" y="8883"/>
                  </a:lnTo>
                  <a:cubicBezTo>
                    <a:pt x="9412" y="8883"/>
                    <a:pt x="9473" y="9155"/>
                    <a:pt x="9473" y="9442"/>
                  </a:cubicBezTo>
                  <a:cubicBezTo>
                    <a:pt x="9454" y="9594"/>
                    <a:pt x="9431" y="9752"/>
                    <a:pt x="9375" y="9886"/>
                  </a:cubicBezTo>
                  <a:cubicBezTo>
                    <a:pt x="9315" y="10001"/>
                    <a:pt x="9223" y="10117"/>
                    <a:pt x="9084" y="10172"/>
                  </a:cubicBezTo>
                  <a:cubicBezTo>
                    <a:pt x="8920" y="10252"/>
                    <a:pt x="8759" y="10281"/>
                    <a:pt x="8612" y="10281"/>
                  </a:cubicBezTo>
                  <a:cubicBezTo>
                    <a:pt x="8223" y="10281"/>
                    <a:pt x="7929" y="10080"/>
                    <a:pt x="7929" y="10080"/>
                  </a:cubicBezTo>
                  <a:lnTo>
                    <a:pt x="7911" y="10056"/>
                  </a:lnTo>
                  <a:lnTo>
                    <a:pt x="7874" y="10080"/>
                  </a:lnTo>
                  <a:cubicBezTo>
                    <a:pt x="7874" y="10080"/>
                    <a:pt x="6933" y="10893"/>
                    <a:pt x="5240" y="10893"/>
                  </a:cubicBezTo>
                  <a:cubicBezTo>
                    <a:pt x="5169" y="10893"/>
                    <a:pt x="5096" y="10891"/>
                    <a:pt x="5023" y="10888"/>
                  </a:cubicBezTo>
                  <a:cubicBezTo>
                    <a:pt x="4099" y="10847"/>
                    <a:pt x="3655" y="10542"/>
                    <a:pt x="3424" y="10269"/>
                  </a:cubicBezTo>
                  <a:cubicBezTo>
                    <a:pt x="3193" y="9983"/>
                    <a:pt x="3175" y="9710"/>
                    <a:pt x="3175" y="9710"/>
                  </a:cubicBezTo>
                  <a:lnTo>
                    <a:pt x="3078" y="9691"/>
                  </a:lnTo>
                  <a:cubicBezTo>
                    <a:pt x="3078" y="9691"/>
                    <a:pt x="3041" y="9807"/>
                    <a:pt x="2907" y="9922"/>
                  </a:cubicBezTo>
                  <a:cubicBezTo>
                    <a:pt x="2806" y="10007"/>
                    <a:pt x="2647" y="10105"/>
                    <a:pt x="2406" y="10105"/>
                  </a:cubicBezTo>
                  <a:cubicBezTo>
                    <a:pt x="2370" y="10105"/>
                    <a:pt x="2332" y="10103"/>
                    <a:pt x="2292" y="10098"/>
                  </a:cubicBezTo>
                  <a:cubicBezTo>
                    <a:pt x="1964" y="10038"/>
                    <a:pt x="1849" y="9922"/>
                    <a:pt x="1788" y="9825"/>
                  </a:cubicBezTo>
                  <a:cubicBezTo>
                    <a:pt x="1733" y="9733"/>
                    <a:pt x="1752" y="9636"/>
                    <a:pt x="1752" y="9636"/>
                  </a:cubicBezTo>
                  <a:lnTo>
                    <a:pt x="1752" y="9520"/>
                  </a:lnTo>
                  <a:lnTo>
                    <a:pt x="1654" y="9576"/>
                  </a:lnTo>
                  <a:cubicBezTo>
                    <a:pt x="1654" y="9576"/>
                    <a:pt x="1389" y="9768"/>
                    <a:pt x="1081" y="9768"/>
                  </a:cubicBezTo>
                  <a:cubicBezTo>
                    <a:pt x="1010" y="9768"/>
                    <a:pt x="937" y="9758"/>
                    <a:pt x="864" y="9733"/>
                  </a:cubicBezTo>
                  <a:cubicBezTo>
                    <a:pt x="652" y="9673"/>
                    <a:pt x="481" y="9502"/>
                    <a:pt x="421" y="9289"/>
                  </a:cubicBezTo>
                  <a:cubicBezTo>
                    <a:pt x="347" y="9077"/>
                    <a:pt x="384" y="8809"/>
                    <a:pt x="633" y="8518"/>
                  </a:cubicBezTo>
                  <a:cubicBezTo>
                    <a:pt x="839" y="8242"/>
                    <a:pt x="1107" y="8168"/>
                    <a:pt x="1339" y="8168"/>
                  </a:cubicBezTo>
                  <a:cubicBezTo>
                    <a:pt x="1368" y="8168"/>
                    <a:pt x="1396" y="8169"/>
                    <a:pt x="1423" y="8171"/>
                  </a:cubicBezTo>
                  <a:cubicBezTo>
                    <a:pt x="1673" y="8190"/>
                    <a:pt x="1867" y="8287"/>
                    <a:pt x="1867" y="8287"/>
                  </a:cubicBezTo>
                  <a:lnTo>
                    <a:pt x="1904" y="8305"/>
                  </a:lnTo>
                  <a:lnTo>
                    <a:pt x="1922" y="8268"/>
                  </a:lnTo>
                  <a:cubicBezTo>
                    <a:pt x="1922" y="8268"/>
                    <a:pt x="2001" y="8153"/>
                    <a:pt x="2038" y="7959"/>
                  </a:cubicBezTo>
                  <a:cubicBezTo>
                    <a:pt x="2080" y="7746"/>
                    <a:pt x="2061" y="7460"/>
                    <a:pt x="1904" y="7113"/>
                  </a:cubicBezTo>
                  <a:cubicBezTo>
                    <a:pt x="1752" y="6748"/>
                    <a:pt x="1423" y="6383"/>
                    <a:pt x="1095" y="5977"/>
                  </a:cubicBezTo>
                  <a:cubicBezTo>
                    <a:pt x="767" y="5575"/>
                    <a:pt x="444" y="5149"/>
                    <a:pt x="268" y="4687"/>
                  </a:cubicBezTo>
                  <a:cubicBezTo>
                    <a:pt x="116" y="4225"/>
                    <a:pt x="171" y="3800"/>
                    <a:pt x="365" y="3417"/>
                  </a:cubicBezTo>
                  <a:cubicBezTo>
                    <a:pt x="559" y="3052"/>
                    <a:pt x="864" y="2705"/>
                    <a:pt x="1155" y="2433"/>
                  </a:cubicBezTo>
                  <a:cubicBezTo>
                    <a:pt x="1733" y="1897"/>
                    <a:pt x="2597" y="857"/>
                    <a:pt x="4736" y="778"/>
                  </a:cubicBezTo>
                  <a:cubicBezTo>
                    <a:pt x="5795" y="741"/>
                    <a:pt x="6566" y="492"/>
                    <a:pt x="7181" y="316"/>
                  </a:cubicBezTo>
                  <a:cubicBezTo>
                    <a:pt x="7490" y="219"/>
                    <a:pt x="7777" y="145"/>
                    <a:pt x="8045" y="122"/>
                  </a:cubicBezTo>
                  <a:cubicBezTo>
                    <a:pt x="8130" y="111"/>
                    <a:pt x="8213" y="105"/>
                    <a:pt x="8295" y="105"/>
                  </a:cubicBezTo>
                  <a:close/>
                  <a:moveTo>
                    <a:pt x="8217" y="0"/>
                  </a:moveTo>
                  <a:cubicBezTo>
                    <a:pt x="8154" y="0"/>
                    <a:pt x="8091" y="3"/>
                    <a:pt x="8026" y="7"/>
                  </a:cubicBezTo>
                  <a:cubicBezTo>
                    <a:pt x="7758" y="48"/>
                    <a:pt x="7467" y="122"/>
                    <a:pt x="7162" y="219"/>
                  </a:cubicBezTo>
                  <a:cubicBezTo>
                    <a:pt x="6525" y="395"/>
                    <a:pt x="5776" y="626"/>
                    <a:pt x="4718" y="681"/>
                  </a:cubicBezTo>
                  <a:cubicBezTo>
                    <a:pt x="2560" y="760"/>
                    <a:pt x="1654" y="1818"/>
                    <a:pt x="1077" y="2359"/>
                  </a:cubicBezTo>
                  <a:cubicBezTo>
                    <a:pt x="790" y="2627"/>
                    <a:pt x="481" y="2973"/>
                    <a:pt x="268" y="3380"/>
                  </a:cubicBezTo>
                  <a:cubicBezTo>
                    <a:pt x="74" y="3782"/>
                    <a:pt x="0" y="4225"/>
                    <a:pt x="171" y="4724"/>
                  </a:cubicBezTo>
                  <a:cubicBezTo>
                    <a:pt x="347" y="5205"/>
                    <a:pt x="693" y="5648"/>
                    <a:pt x="1021" y="6037"/>
                  </a:cubicBezTo>
                  <a:cubicBezTo>
                    <a:pt x="1345" y="6439"/>
                    <a:pt x="1654" y="6804"/>
                    <a:pt x="1807" y="7150"/>
                  </a:cubicBezTo>
                  <a:cubicBezTo>
                    <a:pt x="1964" y="7497"/>
                    <a:pt x="1964" y="7746"/>
                    <a:pt x="1946" y="7940"/>
                  </a:cubicBezTo>
                  <a:cubicBezTo>
                    <a:pt x="1904" y="8093"/>
                    <a:pt x="1867" y="8153"/>
                    <a:pt x="1849" y="8171"/>
                  </a:cubicBezTo>
                  <a:cubicBezTo>
                    <a:pt x="1807" y="8153"/>
                    <a:pt x="1673" y="8093"/>
                    <a:pt x="1423" y="8074"/>
                  </a:cubicBezTo>
                  <a:cubicBezTo>
                    <a:pt x="1395" y="8072"/>
                    <a:pt x="1366" y="8071"/>
                    <a:pt x="1337" y="8071"/>
                  </a:cubicBezTo>
                  <a:cubicBezTo>
                    <a:pt x="1084" y="8071"/>
                    <a:pt x="780" y="8150"/>
                    <a:pt x="536" y="8439"/>
                  </a:cubicBezTo>
                  <a:cubicBezTo>
                    <a:pt x="287" y="8767"/>
                    <a:pt x="231" y="9077"/>
                    <a:pt x="305" y="9326"/>
                  </a:cubicBezTo>
                  <a:cubicBezTo>
                    <a:pt x="402" y="9576"/>
                    <a:pt x="596" y="9752"/>
                    <a:pt x="827" y="9849"/>
                  </a:cubicBezTo>
                  <a:cubicBezTo>
                    <a:pt x="911" y="9878"/>
                    <a:pt x="994" y="9890"/>
                    <a:pt x="1074" y="9890"/>
                  </a:cubicBezTo>
                  <a:cubicBezTo>
                    <a:pt x="1357" y="9890"/>
                    <a:pt x="1593" y="9738"/>
                    <a:pt x="1654" y="9691"/>
                  </a:cubicBezTo>
                  <a:cubicBezTo>
                    <a:pt x="1654" y="9752"/>
                    <a:pt x="1654" y="9788"/>
                    <a:pt x="1691" y="9886"/>
                  </a:cubicBezTo>
                  <a:cubicBezTo>
                    <a:pt x="1770" y="10001"/>
                    <a:pt x="1946" y="10154"/>
                    <a:pt x="2269" y="10195"/>
                  </a:cubicBezTo>
                  <a:cubicBezTo>
                    <a:pt x="2312" y="10200"/>
                    <a:pt x="2352" y="10202"/>
                    <a:pt x="2392" y="10202"/>
                  </a:cubicBezTo>
                  <a:cubicBezTo>
                    <a:pt x="2656" y="10202"/>
                    <a:pt x="2848" y="10102"/>
                    <a:pt x="2985" y="10001"/>
                  </a:cubicBezTo>
                  <a:cubicBezTo>
                    <a:pt x="3059" y="9922"/>
                    <a:pt x="3078" y="9886"/>
                    <a:pt x="3101" y="9825"/>
                  </a:cubicBezTo>
                  <a:cubicBezTo>
                    <a:pt x="3119" y="9941"/>
                    <a:pt x="3175" y="10117"/>
                    <a:pt x="3332" y="10329"/>
                  </a:cubicBezTo>
                  <a:cubicBezTo>
                    <a:pt x="3581" y="10634"/>
                    <a:pt x="4080" y="10944"/>
                    <a:pt x="5004" y="10981"/>
                  </a:cubicBezTo>
                  <a:cubicBezTo>
                    <a:pt x="5086" y="10984"/>
                    <a:pt x="5167" y="10986"/>
                    <a:pt x="5245" y="10986"/>
                  </a:cubicBezTo>
                  <a:cubicBezTo>
                    <a:pt x="6941" y="10986"/>
                    <a:pt x="7875" y="10212"/>
                    <a:pt x="7911" y="10172"/>
                  </a:cubicBezTo>
                  <a:cubicBezTo>
                    <a:pt x="7940" y="10201"/>
                    <a:pt x="8228" y="10384"/>
                    <a:pt x="8613" y="10384"/>
                  </a:cubicBezTo>
                  <a:cubicBezTo>
                    <a:pt x="8771" y="10384"/>
                    <a:pt x="8946" y="10354"/>
                    <a:pt x="9126" y="10269"/>
                  </a:cubicBezTo>
                  <a:cubicBezTo>
                    <a:pt x="9297" y="10195"/>
                    <a:pt x="9394" y="10080"/>
                    <a:pt x="9473" y="9922"/>
                  </a:cubicBezTo>
                  <a:cubicBezTo>
                    <a:pt x="9528" y="9770"/>
                    <a:pt x="9570" y="9594"/>
                    <a:pt x="9570" y="9442"/>
                  </a:cubicBezTo>
                  <a:cubicBezTo>
                    <a:pt x="9588" y="9174"/>
                    <a:pt x="9528" y="8961"/>
                    <a:pt x="9528" y="8924"/>
                  </a:cubicBezTo>
                  <a:cubicBezTo>
                    <a:pt x="9541" y="8924"/>
                    <a:pt x="9568" y="8926"/>
                    <a:pt x="9605" y="8926"/>
                  </a:cubicBezTo>
                  <a:cubicBezTo>
                    <a:pt x="9685" y="8926"/>
                    <a:pt x="9814" y="8918"/>
                    <a:pt x="9972" y="8864"/>
                  </a:cubicBezTo>
                  <a:cubicBezTo>
                    <a:pt x="10240" y="8767"/>
                    <a:pt x="10531" y="8536"/>
                    <a:pt x="10628" y="8074"/>
                  </a:cubicBezTo>
                  <a:cubicBezTo>
                    <a:pt x="10702" y="7594"/>
                    <a:pt x="10494" y="7229"/>
                    <a:pt x="10184" y="7076"/>
                  </a:cubicBezTo>
                  <a:cubicBezTo>
                    <a:pt x="10076" y="7018"/>
                    <a:pt x="9956" y="6990"/>
                    <a:pt x="9832" y="6990"/>
                  </a:cubicBezTo>
                  <a:cubicBezTo>
                    <a:pt x="9622" y="6990"/>
                    <a:pt x="9403" y="7072"/>
                    <a:pt x="9223" y="7229"/>
                  </a:cubicBezTo>
                  <a:cubicBezTo>
                    <a:pt x="9200" y="7169"/>
                    <a:pt x="9144" y="6785"/>
                    <a:pt x="9084" y="6268"/>
                  </a:cubicBezTo>
                  <a:cubicBezTo>
                    <a:pt x="9010" y="5709"/>
                    <a:pt x="8932" y="5071"/>
                    <a:pt x="8932" y="4784"/>
                  </a:cubicBezTo>
                  <a:cubicBezTo>
                    <a:pt x="8932" y="4188"/>
                    <a:pt x="8950" y="4013"/>
                    <a:pt x="8950" y="3994"/>
                  </a:cubicBezTo>
                  <a:cubicBezTo>
                    <a:pt x="8950" y="3994"/>
                    <a:pt x="9144" y="3842"/>
                    <a:pt x="9740" y="3666"/>
                  </a:cubicBezTo>
                  <a:cubicBezTo>
                    <a:pt x="10050" y="3569"/>
                    <a:pt x="10263" y="3380"/>
                    <a:pt x="10378" y="3149"/>
                  </a:cubicBezTo>
                  <a:cubicBezTo>
                    <a:pt x="10494" y="2895"/>
                    <a:pt x="10512" y="2590"/>
                    <a:pt x="10494" y="2262"/>
                  </a:cubicBezTo>
                  <a:cubicBezTo>
                    <a:pt x="10452" y="1569"/>
                    <a:pt x="10032" y="510"/>
                    <a:pt x="8876" y="104"/>
                  </a:cubicBezTo>
                  <a:cubicBezTo>
                    <a:pt x="8650" y="28"/>
                    <a:pt x="8438" y="0"/>
                    <a:pt x="8217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28"/>
            <p:cNvSpPr/>
            <p:nvPr/>
          </p:nvSpPr>
          <p:spPr>
            <a:xfrm>
              <a:off x="6841981" y="2138919"/>
              <a:ext cx="394897" cy="942751"/>
            </a:xfrm>
            <a:custGeom>
              <a:avLst/>
              <a:gdLst/>
              <a:ahLst/>
              <a:cxnLst/>
              <a:rect l="l" t="t" r="r" b="b"/>
              <a:pathLst>
                <a:path w="2889" h="6897" extrusionOk="0">
                  <a:moveTo>
                    <a:pt x="64" y="0"/>
                  </a:moveTo>
                  <a:cubicBezTo>
                    <a:pt x="43" y="0"/>
                    <a:pt x="21" y="1"/>
                    <a:pt x="0" y="3"/>
                  </a:cubicBezTo>
                  <a:cubicBezTo>
                    <a:pt x="0" y="3"/>
                    <a:pt x="171" y="562"/>
                    <a:pt x="171" y="927"/>
                  </a:cubicBezTo>
                  <a:cubicBezTo>
                    <a:pt x="171" y="1297"/>
                    <a:pt x="268" y="1717"/>
                    <a:pt x="250" y="2198"/>
                  </a:cubicBezTo>
                  <a:cubicBezTo>
                    <a:pt x="231" y="2683"/>
                    <a:pt x="347" y="4453"/>
                    <a:pt x="444" y="5146"/>
                  </a:cubicBezTo>
                  <a:cubicBezTo>
                    <a:pt x="536" y="5839"/>
                    <a:pt x="1271" y="6897"/>
                    <a:pt x="1271" y="6897"/>
                  </a:cubicBezTo>
                  <a:cubicBezTo>
                    <a:pt x="1271" y="6897"/>
                    <a:pt x="2269" y="6878"/>
                    <a:pt x="2579" y="6398"/>
                  </a:cubicBezTo>
                  <a:cubicBezTo>
                    <a:pt x="2888" y="5917"/>
                    <a:pt x="2713" y="5432"/>
                    <a:pt x="2463" y="4799"/>
                  </a:cubicBezTo>
                  <a:cubicBezTo>
                    <a:pt x="2214" y="4143"/>
                    <a:pt x="1229" y="1066"/>
                    <a:pt x="1156" y="696"/>
                  </a:cubicBezTo>
                  <a:cubicBezTo>
                    <a:pt x="1081" y="348"/>
                    <a:pt x="502" y="0"/>
                    <a:pt x="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28"/>
            <p:cNvSpPr/>
            <p:nvPr/>
          </p:nvSpPr>
          <p:spPr>
            <a:xfrm>
              <a:off x="6833780" y="2131401"/>
              <a:ext cx="392300" cy="958470"/>
            </a:xfrm>
            <a:custGeom>
              <a:avLst/>
              <a:gdLst/>
              <a:ahLst/>
              <a:cxnLst/>
              <a:rect l="l" t="t" r="r" b="b"/>
              <a:pathLst>
                <a:path w="2870" h="7012" extrusionOk="0">
                  <a:moveTo>
                    <a:pt x="134" y="137"/>
                  </a:moveTo>
                  <a:cubicBezTo>
                    <a:pt x="328" y="137"/>
                    <a:pt x="559" y="197"/>
                    <a:pt x="753" y="312"/>
                  </a:cubicBezTo>
                  <a:cubicBezTo>
                    <a:pt x="966" y="428"/>
                    <a:pt x="1137" y="617"/>
                    <a:pt x="1155" y="774"/>
                  </a:cubicBezTo>
                  <a:cubicBezTo>
                    <a:pt x="1197" y="867"/>
                    <a:pt x="1252" y="1121"/>
                    <a:pt x="1368" y="1486"/>
                  </a:cubicBezTo>
                  <a:cubicBezTo>
                    <a:pt x="1465" y="1832"/>
                    <a:pt x="1617" y="2253"/>
                    <a:pt x="1751" y="2715"/>
                  </a:cubicBezTo>
                  <a:cubicBezTo>
                    <a:pt x="2043" y="3602"/>
                    <a:pt x="2329" y="4545"/>
                    <a:pt x="2468" y="4873"/>
                  </a:cubicBezTo>
                  <a:cubicBezTo>
                    <a:pt x="2602" y="5201"/>
                    <a:pt x="2699" y="5469"/>
                    <a:pt x="2736" y="5718"/>
                  </a:cubicBezTo>
                  <a:cubicBezTo>
                    <a:pt x="2773" y="5972"/>
                    <a:pt x="2736" y="6180"/>
                    <a:pt x="2602" y="6434"/>
                  </a:cubicBezTo>
                  <a:cubicBezTo>
                    <a:pt x="2445" y="6642"/>
                    <a:pt x="2140" y="6781"/>
                    <a:pt x="1849" y="6836"/>
                  </a:cubicBezTo>
                  <a:cubicBezTo>
                    <a:pt x="1581" y="6896"/>
                    <a:pt x="1386" y="6896"/>
                    <a:pt x="1349" y="6896"/>
                  </a:cubicBezTo>
                  <a:cubicBezTo>
                    <a:pt x="1349" y="6873"/>
                    <a:pt x="1174" y="6642"/>
                    <a:pt x="1003" y="6319"/>
                  </a:cubicBezTo>
                  <a:cubicBezTo>
                    <a:pt x="809" y="5972"/>
                    <a:pt x="596" y="5529"/>
                    <a:pt x="559" y="5201"/>
                  </a:cubicBezTo>
                  <a:cubicBezTo>
                    <a:pt x="462" y="4508"/>
                    <a:pt x="347" y="2715"/>
                    <a:pt x="365" y="2253"/>
                  </a:cubicBezTo>
                  <a:cubicBezTo>
                    <a:pt x="388" y="1754"/>
                    <a:pt x="291" y="1352"/>
                    <a:pt x="291" y="982"/>
                  </a:cubicBezTo>
                  <a:cubicBezTo>
                    <a:pt x="291" y="636"/>
                    <a:pt x="157" y="215"/>
                    <a:pt x="134" y="137"/>
                  </a:cubicBezTo>
                  <a:close/>
                  <a:moveTo>
                    <a:pt x="122" y="0"/>
                  </a:moveTo>
                  <a:cubicBezTo>
                    <a:pt x="102" y="0"/>
                    <a:pt x="81" y="1"/>
                    <a:pt x="60" y="3"/>
                  </a:cubicBezTo>
                  <a:lnTo>
                    <a:pt x="0" y="21"/>
                  </a:lnTo>
                  <a:lnTo>
                    <a:pt x="19" y="81"/>
                  </a:lnTo>
                  <a:cubicBezTo>
                    <a:pt x="19" y="81"/>
                    <a:pt x="194" y="617"/>
                    <a:pt x="176" y="982"/>
                  </a:cubicBezTo>
                  <a:cubicBezTo>
                    <a:pt x="176" y="1370"/>
                    <a:pt x="273" y="1772"/>
                    <a:pt x="250" y="2253"/>
                  </a:cubicBezTo>
                  <a:cubicBezTo>
                    <a:pt x="231" y="2738"/>
                    <a:pt x="347" y="4508"/>
                    <a:pt x="462" y="5201"/>
                  </a:cubicBezTo>
                  <a:cubicBezTo>
                    <a:pt x="504" y="5566"/>
                    <a:pt x="712" y="6009"/>
                    <a:pt x="906" y="6356"/>
                  </a:cubicBezTo>
                  <a:cubicBezTo>
                    <a:pt x="1100" y="6721"/>
                    <a:pt x="1289" y="6989"/>
                    <a:pt x="1289" y="6989"/>
                  </a:cubicBezTo>
                  <a:lnTo>
                    <a:pt x="1289" y="7012"/>
                  </a:lnTo>
                  <a:lnTo>
                    <a:pt x="1331" y="7012"/>
                  </a:lnTo>
                  <a:cubicBezTo>
                    <a:pt x="1331" y="7012"/>
                    <a:pt x="1581" y="7012"/>
                    <a:pt x="1867" y="6933"/>
                  </a:cubicBezTo>
                  <a:cubicBezTo>
                    <a:pt x="2177" y="6873"/>
                    <a:pt x="2505" y="6739"/>
                    <a:pt x="2676" y="6471"/>
                  </a:cubicBezTo>
                  <a:cubicBezTo>
                    <a:pt x="2833" y="6222"/>
                    <a:pt x="2870" y="5972"/>
                    <a:pt x="2833" y="5700"/>
                  </a:cubicBezTo>
                  <a:cubicBezTo>
                    <a:pt x="2791" y="5432"/>
                    <a:pt x="2699" y="5164"/>
                    <a:pt x="2560" y="4836"/>
                  </a:cubicBezTo>
                  <a:cubicBezTo>
                    <a:pt x="2445" y="4508"/>
                    <a:pt x="2140" y="3583"/>
                    <a:pt x="1849" y="2678"/>
                  </a:cubicBezTo>
                  <a:cubicBezTo>
                    <a:pt x="1715" y="2234"/>
                    <a:pt x="1581" y="1791"/>
                    <a:pt x="1465" y="1444"/>
                  </a:cubicBezTo>
                  <a:cubicBezTo>
                    <a:pt x="1368" y="1098"/>
                    <a:pt x="1289" y="830"/>
                    <a:pt x="1271" y="751"/>
                  </a:cubicBezTo>
                  <a:cubicBezTo>
                    <a:pt x="1216" y="543"/>
                    <a:pt x="1040" y="349"/>
                    <a:pt x="809" y="215"/>
                  </a:cubicBezTo>
                  <a:cubicBezTo>
                    <a:pt x="597" y="92"/>
                    <a:pt x="354" y="0"/>
                    <a:pt x="122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28"/>
            <p:cNvSpPr/>
            <p:nvPr/>
          </p:nvSpPr>
          <p:spPr>
            <a:xfrm>
              <a:off x="7031434" y="2479005"/>
              <a:ext cx="550314" cy="764097"/>
            </a:xfrm>
            <a:custGeom>
              <a:avLst/>
              <a:gdLst/>
              <a:ahLst/>
              <a:cxnLst/>
              <a:rect l="l" t="t" r="r" b="b"/>
              <a:pathLst>
                <a:path w="4026" h="5590" extrusionOk="0">
                  <a:moveTo>
                    <a:pt x="1059" y="1"/>
                  </a:moveTo>
                  <a:cubicBezTo>
                    <a:pt x="1059" y="1"/>
                    <a:pt x="962" y="195"/>
                    <a:pt x="925" y="329"/>
                  </a:cubicBezTo>
                  <a:cubicBezTo>
                    <a:pt x="883" y="481"/>
                    <a:pt x="712" y="541"/>
                    <a:pt x="500" y="791"/>
                  </a:cubicBezTo>
                  <a:cubicBezTo>
                    <a:pt x="287" y="1059"/>
                    <a:pt x="421" y="1174"/>
                    <a:pt x="421" y="1618"/>
                  </a:cubicBezTo>
                  <a:cubicBezTo>
                    <a:pt x="421" y="2080"/>
                    <a:pt x="403" y="1983"/>
                    <a:pt x="269" y="2311"/>
                  </a:cubicBezTo>
                  <a:cubicBezTo>
                    <a:pt x="135" y="2658"/>
                    <a:pt x="1" y="3120"/>
                    <a:pt x="116" y="3947"/>
                  </a:cubicBezTo>
                  <a:cubicBezTo>
                    <a:pt x="190" y="4603"/>
                    <a:pt x="597" y="5430"/>
                    <a:pt x="1387" y="5564"/>
                  </a:cubicBezTo>
                  <a:cubicBezTo>
                    <a:pt x="1490" y="5581"/>
                    <a:pt x="1597" y="5589"/>
                    <a:pt x="1706" y="5589"/>
                  </a:cubicBezTo>
                  <a:cubicBezTo>
                    <a:pt x="2451" y="5589"/>
                    <a:pt x="3278" y="5211"/>
                    <a:pt x="3447" y="4755"/>
                  </a:cubicBezTo>
                  <a:cubicBezTo>
                    <a:pt x="3618" y="4238"/>
                    <a:pt x="3350" y="3466"/>
                    <a:pt x="3350" y="3466"/>
                  </a:cubicBezTo>
                  <a:cubicBezTo>
                    <a:pt x="3350" y="3466"/>
                    <a:pt x="3715" y="2889"/>
                    <a:pt x="3868" y="2505"/>
                  </a:cubicBezTo>
                  <a:cubicBezTo>
                    <a:pt x="4025" y="2136"/>
                    <a:pt x="3813" y="1928"/>
                    <a:pt x="3581" y="1369"/>
                  </a:cubicBezTo>
                  <a:cubicBezTo>
                    <a:pt x="3369" y="809"/>
                    <a:pt x="3540" y="694"/>
                    <a:pt x="3540" y="694"/>
                  </a:cubicBezTo>
                  <a:lnTo>
                    <a:pt x="105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28"/>
            <p:cNvSpPr/>
            <p:nvPr/>
          </p:nvSpPr>
          <p:spPr>
            <a:xfrm>
              <a:off x="7023233" y="2468343"/>
              <a:ext cx="552774" cy="782277"/>
            </a:xfrm>
            <a:custGeom>
              <a:avLst/>
              <a:gdLst/>
              <a:ahLst/>
              <a:cxnLst/>
              <a:rect l="l" t="t" r="r" b="b"/>
              <a:pathLst>
                <a:path w="4044" h="5723" extrusionOk="0">
                  <a:moveTo>
                    <a:pt x="1156" y="134"/>
                  </a:moveTo>
                  <a:lnTo>
                    <a:pt x="3526" y="809"/>
                  </a:lnTo>
                  <a:cubicBezTo>
                    <a:pt x="3507" y="827"/>
                    <a:pt x="3507" y="850"/>
                    <a:pt x="3484" y="887"/>
                  </a:cubicBezTo>
                  <a:cubicBezTo>
                    <a:pt x="3466" y="1003"/>
                    <a:pt x="3484" y="1174"/>
                    <a:pt x="3600" y="1465"/>
                  </a:cubicBezTo>
                  <a:cubicBezTo>
                    <a:pt x="3715" y="1751"/>
                    <a:pt x="3812" y="1946"/>
                    <a:pt x="3873" y="2098"/>
                  </a:cubicBezTo>
                  <a:cubicBezTo>
                    <a:pt x="3928" y="2274"/>
                    <a:pt x="3946" y="2389"/>
                    <a:pt x="3873" y="2560"/>
                  </a:cubicBezTo>
                  <a:cubicBezTo>
                    <a:pt x="3715" y="2948"/>
                    <a:pt x="3369" y="3526"/>
                    <a:pt x="3369" y="3526"/>
                  </a:cubicBezTo>
                  <a:lnTo>
                    <a:pt x="3350" y="3544"/>
                  </a:lnTo>
                  <a:lnTo>
                    <a:pt x="3350" y="3563"/>
                  </a:lnTo>
                  <a:cubicBezTo>
                    <a:pt x="3350" y="3563"/>
                    <a:pt x="3429" y="3757"/>
                    <a:pt x="3466" y="4006"/>
                  </a:cubicBezTo>
                  <a:cubicBezTo>
                    <a:pt x="3526" y="4256"/>
                    <a:pt x="3544" y="4584"/>
                    <a:pt x="3447" y="4833"/>
                  </a:cubicBezTo>
                  <a:cubicBezTo>
                    <a:pt x="3369" y="5064"/>
                    <a:pt x="3064" y="5295"/>
                    <a:pt x="2699" y="5448"/>
                  </a:cubicBezTo>
                  <a:cubicBezTo>
                    <a:pt x="2399" y="5555"/>
                    <a:pt x="2055" y="5624"/>
                    <a:pt x="1737" y="5624"/>
                  </a:cubicBezTo>
                  <a:cubicBezTo>
                    <a:pt x="1643" y="5624"/>
                    <a:pt x="1552" y="5618"/>
                    <a:pt x="1465" y="5605"/>
                  </a:cubicBezTo>
                  <a:cubicBezTo>
                    <a:pt x="1082" y="5526"/>
                    <a:pt x="791" y="5295"/>
                    <a:pt x="578" y="5009"/>
                  </a:cubicBezTo>
                  <a:cubicBezTo>
                    <a:pt x="389" y="4699"/>
                    <a:pt x="273" y="4334"/>
                    <a:pt x="213" y="4006"/>
                  </a:cubicBezTo>
                  <a:cubicBezTo>
                    <a:pt x="116" y="3198"/>
                    <a:pt x="231" y="2736"/>
                    <a:pt x="365" y="2408"/>
                  </a:cubicBezTo>
                  <a:cubicBezTo>
                    <a:pt x="523" y="2080"/>
                    <a:pt x="523" y="2158"/>
                    <a:pt x="541" y="1696"/>
                  </a:cubicBezTo>
                  <a:cubicBezTo>
                    <a:pt x="541" y="1465"/>
                    <a:pt x="504" y="1331"/>
                    <a:pt x="504" y="1215"/>
                  </a:cubicBezTo>
                  <a:cubicBezTo>
                    <a:pt x="481" y="1100"/>
                    <a:pt x="504" y="1021"/>
                    <a:pt x="597" y="906"/>
                  </a:cubicBezTo>
                  <a:cubicBezTo>
                    <a:pt x="694" y="772"/>
                    <a:pt x="791" y="693"/>
                    <a:pt x="869" y="638"/>
                  </a:cubicBezTo>
                  <a:cubicBezTo>
                    <a:pt x="943" y="559"/>
                    <a:pt x="1003" y="522"/>
                    <a:pt x="1022" y="425"/>
                  </a:cubicBezTo>
                  <a:cubicBezTo>
                    <a:pt x="1059" y="310"/>
                    <a:pt x="1137" y="176"/>
                    <a:pt x="1156" y="134"/>
                  </a:cubicBezTo>
                  <a:close/>
                  <a:moveTo>
                    <a:pt x="1100" y="0"/>
                  </a:moveTo>
                  <a:lnTo>
                    <a:pt x="1082" y="42"/>
                  </a:lnTo>
                  <a:cubicBezTo>
                    <a:pt x="1082" y="42"/>
                    <a:pt x="985" y="250"/>
                    <a:pt x="925" y="388"/>
                  </a:cubicBezTo>
                  <a:cubicBezTo>
                    <a:pt x="906" y="444"/>
                    <a:pt x="869" y="481"/>
                    <a:pt x="791" y="559"/>
                  </a:cubicBezTo>
                  <a:cubicBezTo>
                    <a:pt x="712" y="619"/>
                    <a:pt x="620" y="693"/>
                    <a:pt x="523" y="850"/>
                  </a:cubicBezTo>
                  <a:cubicBezTo>
                    <a:pt x="407" y="984"/>
                    <a:pt x="389" y="1100"/>
                    <a:pt x="389" y="1215"/>
                  </a:cubicBezTo>
                  <a:cubicBezTo>
                    <a:pt x="407" y="1349"/>
                    <a:pt x="426" y="1483"/>
                    <a:pt x="426" y="1696"/>
                  </a:cubicBezTo>
                  <a:cubicBezTo>
                    <a:pt x="426" y="2158"/>
                    <a:pt x="426" y="2043"/>
                    <a:pt x="273" y="2371"/>
                  </a:cubicBezTo>
                  <a:cubicBezTo>
                    <a:pt x="134" y="2717"/>
                    <a:pt x="0" y="3198"/>
                    <a:pt x="116" y="4025"/>
                  </a:cubicBezTo>
                  <a:cubicBezTo>
                    <a:pt x="158" y="4371"/>
                    <a:pt x="292" y="4736"/>
                    <a:pt x="504" y="5064"/>
                  </a:cubicBezTo>
                  <a:cubicBezTo>
                    <a:pt x="712" y="5374"/>
                    <a:pt x="1022" y="5624"/>
                    <a:pt x="1447" y="5702"/>
                  </a:cubicBezTo>
                  <a:cubicBezTo>
                    <a:pt x="1548" y="5716"/>
                    <a:pt x="1655" y="5723"/>
                    <a:pt x="1764" y="5723"/>
                  </a:cubicBezTo>
                  <a:cubicBezTo>
                    <a:pt x="2087" y="5723"/>
                    <a:pt x="2432" y="5662"/>
                    <a:pt x="2736" y="5545"/>
                  </a:cubicBezTo>
                  <a:cubicBezTo>
                    <a:pt x="3119" y="5374"/>
                    <a:pt x="3447" y="5143"/>
                    <a:pt x="3544" y="4852"/>
                  </a:cubicBezTo>
                  <a:cubicBezTo>
                    <a:pt x="3641" y="4584"/>
                    <a:pt x="3623" y="4256"/>
                    <a:pt x="3581" y="3988"/>
                  </a:cubicBezTo>
                  <a:cubicBezTo>
                    <a:pt x="3526" y="3738"/>
                    <a:pt x="3466" y="3581"/>
                    <a:pt x="3466" y="3563"/>
                  </a:cubicBezTo>
                  <a:cubicBezTo>
                    <a:pt x="3484" y="3526"/>
                    <a:pt x="3812" y="2985"/>
                    <a:pt x="3970" y="2602"/>
                  </a:cubicBezTo>
                  <a:cubicBezTo>
                    <a:pt x="4043" y="2408"/>
                    <a:pt x="4043" y="2237"/>
                    <a:pt x="3970" y="2061"/>
                  </a:cubicBezTo>
                  <a:cubicBezTo>
                    <a:pt x="3909" y="1890"/>
                    <a:pt x="3812" y="1715"/>
                    <a:pt x="3697" y="1428"/>
                  </a:cubicBezTo>
                  <a:cubicBezTo>
                    <a:pt x="3581" y="1155"/>
                    <a:pt x="3581" y="1003"/>
                    <a:pt x="3600" y="906"/>
                  </a:cubicBezTo>
                  <a:cubicBezTo>
                    <a:pt x="3600" y="869"/>
                    <a:pt x="3623" y="850"/>
                    <a:pt x="3623" y="827"/>
                  </a:cubicBezTo>
                  <a:lnTo>
                    <a:pt x="3641" y="809"/>
                  </a:lnTo>
                  <a:lnTo>
                    <a:pt x="3739" y="753"/>
                  </a:lnTo>
                  <a:lnTo>
                    <a:pt x="1100" y="0"/>
                  </a:ln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28"/>
            <p:cNvSpPr/>
            <p:nvPr/>
          </p:nvSpPr>
          <p:spPr>
            <a:xfrm>
              <a:off x="7215283" y="2004688"/>
              <a:ext cx="558379" cy="459552"/>
            </a:xfrm>
            <a:custGeom>
              <a:avLst/>
              <a:gdLst/>
              <a:ahLst/>
              <a:cxnLst/>
              <a:rect l="l" t="t" r="r" b="b"/>
              <a:pathLst>
                <a:path w="4085" h="3362" extrusionOk="0">
                  <a:moveTo>
                    <a:pt x="2715" y="0"/>
                  </a:moveTo>
                  <a:cubicBezTo>
                    <a:pt x="2554" y="0"/>
                    <a:pt x="2370" y="2"/>
                    <a:pt x="2158" y="5"/>
                  </a:cubicBezTo>
                  <a:cubicBezTo>
                    <a:pt x="1118" y="24"/>
                    <a:pt x="462" y="407"/>
                    <a:pt x="231" y="948"/>
                  </a:cubicBezTo>
                  <a:cubicBezTo>
                    <a:pt x="0" y="1489"/>
                    <a:pt x="97" y="2741"/>
                    <a:pt x="97" y="2741"/>
                  </a:cubicBezTo>
                  <a:cubicBezTo>
                    <a:pt x="97" y="2741"/>
                    <a:pt x="328" y="3064"/>
                    <a:pt x="716" y="3240"/>
                  </a:cubicBezTo>
                  <a:cubicBezTo>
                    <a:pt x="908" y="3337"/>
                    <a:pt x="1259" y="3361"/>
                    <a:pt x="1562" y="3361"/>
                  </a:cubicBezTo>
                  <a:cubicBezTo>
                    <a:pt x="1866" y="3361"/>
                    <a:pt x="2121" y="3337"/>
                    <a:pt x="2121" y="3337"/>
                  </a:cubicBezTo>
                  <a:cubicBezTo>
                    <a:pt x="2121" y="3337"/>
                    <a:pt x="2236" y="2644"/>
                    <a:pt x="2468" y="2528"/>
                  </a:cubicBezTo>
                  <a:cubicBezTo>
                    <a:pt x="2680" y="2413"/>
                    <a:pt x="3988" y="2413"/>
                    <a:pt x="3988" y="2413"/>
                  </a:cubicBezTo>
                  <a:cubicBezTo>
                    <a:pt x="3988" y="2413"/>
                    <a:pt x="4085" y="2182"/>
                    <a:pt x="4006" y="1660"/>
                  </a:cubicBezTo>
                  <a:cubicBezTo>
                    <a:pt x="3928" y="1142"/>
                    <a:pt x="3604" y="24"/>
                    <a:pt x="3604" y="24"/>
                  </a:cubicBezTo>
                  <a:cubicBezTo>
                    <a:pt x="3604" y="24"/>
                    <a:pt x="3356" y="0"/>
                    <a:pt x="2715" y="0"/>
                  </a:cubicBezTo>
                  <a:close/>
                </a:path>
              </a:pathLst>
            </a:custGeom>
            <a:solidFill>
              <a:srgbClr val="FFEB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28"/>
            <p:cNvSpPr/>
            <p:nvPr/>
          </p:nvSpPr>
          <p:spPr>
            <a:xfrm>
              <a:off x="7218427" y="1997170"/>
              <a:ext cx="557832" cy="473768"/>
            </a:xfrm>
            <a:custGeom>
              <a:avLst/>
              <a:gdLst/>
              <a:ahLst/>
              <a:cxnLst/>
              <a:rect l="l" t="t" r="r" b="b"/>
              <a:pathLst>
                <a:path w="4081" h="3466" extrusionOk="0">
                  <a:moveTo>
                    <a:pt x="2857" y="108"/>
                  </a:moveTo>
                  <a:cubicBezTo>
                    <a:pt x="3336" y="108"/>
                    <a:pt x="3526" y="122"/>
                    <a:pt x="3540" y="139"/>
                  </a:cubicBezTo>
                  <a:cubicBezTo>
                    <a:pt x="3558" y="176"/>
                    <a:pt x="3849" y="1216"/>
                    <a:pt x="3928" y="1715"/>
                  </a:cubicBezTo>
                  <a:cubicBezTo>
                    <a:pt x="3965" y="1964"/>
                    <a:pt x="3965" y="2158"/>
                    <a:pt x="3965" y="2274"/>
                  </a:cubicBezTo>
                  <a:cubicBezTo>
                    <a:pt x="3946" y="2389"/>
                    <a:pt x="3946" y="2408"/>
                    <a:pt x="3928" y="2426"/>
                  </a:cubicBezTo>
                  <a:lnTo>
                    <a:pt x="3290" y="2426"/>
                  </a:lnTo>
                  <a:cubicBezTo>
                    <a:pt x="3096" y="2426"/>
                    <a:pt x="2925" y="2449"/>
                    <a:pt x="2773" y="2468"/>
                  </a:cubicBezTo>
                  <a:cubicBezTo>
                    <a:pt x="2597" y="2468"/>
                    <a:pt x="2481" y="2486"/>
                    <a:pt x="2403" y="2523"/>
                  </a:cubicBezTo>
                  <a:cubicBezTo>
                    <a:pt x="2347" y="2565"/>
                    <a:pt x="2287" y="2639"/>
                    <a:pt x="2250" y="2736"/>
                  </a:cubicBezTo>
                  <a:cubicBezTo>
                    <a:pt x="2195" y="2814"/>
                    <a:pt x="2153" y="2911"/>
                    <a:pt x="2135" y="3004"/>
                  </a:cubicBezTo>
                  <a:cubicBezTo>
                    <a:pt x="2079" y="3179"/>
                    <a:pt x="2056" y="3313"/>
                    <a:pt x="2056" y="3350"/>
                  </a:cubicBezTo>
                  <a:cubicBezTo>
                    <a:pt x="2019" y="3350"/>
                    <a:pt x="1807" y="3373"/>
                    <a:pt x="1539" y="3373"/>
                  </a:cubicBezTo>
                  <a:cubicBezTo>
                    <a:pt x="1229" y="3373"/>
                    <a:pt x="883" y="3332"/>
                    <a:pt x="712" y="3258"/>
                  </a:cubicBezTo>
                  <a:cubicBezTo>
                    <a:pt x="347" y="3082"/>
                    <a:pt x="134" y="2796"/>
                    <a:pt x="134" y="2773"/>
                  </a:cubicBezTo>
                  <a:cubicBezTo>
                    <a:pt x="134" y="2754"/>
                    <a:pt x="116" y="2468"/>
                    <a:pt x="116" y="2103"/>
                  </a:cubicBezTo>
                  <a:cubicBezTo>
                    <a:pt x="116" y="1733"/>
                    <a:pt x="153" y="1271"/>
                    <a:pt x="268" y="1021"/>
                  </a:cubicBezTo>
                  <a:cubicBezTo>
                    <a:pt x="481" y="504"/>
                    <a:pt x="1095" y="116"/>
                    <a:pt x="2135" y="116"/>
                  </a:cubicBezTo>
                  <a:cubicBezTo>
                    <a:pt x="2427" y="111"/>
                    <a:pt x="2665" y="108"/>
                    <a:pt x="2857" y="108"/>
                  </a:cubicBezTo>
                  <a:close/>
                  <a:moveTo>
                    <a:pt x="2135" y="0"/>
                  </a:moveTo>
                  <a:cubicBezTo>
                    <a:pt x="1077" y="23"/>
                    <a:pt x="402" y="407"/>
                    <a:pt x="171" y="985"/>
                  </a:cubicBezTo>
                  <a:cubicBezTo>
                    <a:pt x="37" y="1271"/>
                    <a:pt x="19" y="1715"/>
                    <a:pt x="0" y="2103"/>
                  </a:cubicBezTo>
                  <a:cubicBezTo>
                    <a:pt x="0" y="2486"/>
                    <a:pt x="19" y="2796"/>
                    <a:pt x="19" y="2796"/>
                  </a:cubicBezTo>
                  <a:lnTo>
                    <a:pt x="19" y="2814"/>
                  </a:lnTo>
                  <a:lnTo>
                    <a:pt x="37" y="2833"/>
                  </a:lnTo>
                  <a:cubicBezTo>
                    <a:pt x="37" y="2833"/>
                    <a:pt x="268" y="3161"/>
                    <a:pt x="670" y="3350"/>
                  </a:cubicBezTo>
                  <a:cubicBezTo>
                    <a:pt x="883" y="3447"/>
                    <a:pt x="1229" y="3466"/>
                    <a:pt x="1539" y="3466"/>
                  </a:cubicBezTo>
                  <a:cubicBezTo>
                    <a:pt x="1848" y="3466"/>
                    <a:pt x="2098" y="3447"/>
                    <a:pt x="2098" y="3447"/>
                  </a:cubicBezTo>
                  <a:lnTo>
                    <a:pt x="2135" y="3447"/>
                  </a:lnTo>
                  <a:lnTo>
                    <a:pt x="2135" y="3410"/>
                  </a:lnTo>
                  <a:cubicBezTo>
                    <a:pt x="2135" y="3410"/>
                    <a:pt x="2172" y="3235"/>
                    <a:pt x="2232" y="3045"/>
                  </a:cubicBezTo>
                  <a:cubicBezTo>
                    <a:pt x="2269" y="2948"/>
                    <a:pt x="2287" y="2851"/>
                    <a:pt x="2329" y="2773"/>
                  </a:cubicBezTo>
                  <a:cubicBezTo>
                    <a:pt x="2384" y="2699"/>
                    <a:pt x="2426" y="2639"/>
                    <a:pt x="2463" y="2620"/>
                  </a:cubicBezTo>
                  <a:cubicBezTo>
                    <a:pt x="2500" y="2602"/>
                    <a:pt x="2615" y="2583"/>
                    <a:pt x="2773" y="2565"/>
                  </a:cubicBezTo>
                  <a:cubicBezTo>
                    <a:pt x="2925" y="2542"/>
                    <a:pt x="3119" y="2542"/>
                    <a:pt x="3290" y="2523"/>
                  </a:cubicBezTo>
                  <a:lnTo>
                    <a:pt x="4002" y="2523"/>
                  </a:lnTo>
                  <a:lnTo>
                    <a:pt x="4020" y="2486"/>
                  </a:lnTo>
                  <a:cubicBezTo>
                    <a:pt x="4020" y="2486"/>
                    <a:pt x="4043" y="2426"/>
                    <a:pt x="4062" y="2292"/>
                  </a:cubicBezTo>
                  <a:cubicBezTo>
                    <a:pt x="4080" y="2158"/>
                    <a:pt x="4080" y="1964"/>
                    <a:pt x="4043" y="1696"/>
                  </a:cubicBezTo>
                  <a:cubicBezTo>
                    <a:pt x="3946" y="1179"/>
                    <a:pt x="3637" y="60"/>
                    <a:pt x="3637" y="60"/>
                  </a:cubicBezTo>
                  <a:lnTo>
                    <a:pt x="3618" y="23"/>
                  </a:lnTo>
                  <a:lnTo>
                    <a:pt x="3581" y="23"/>
                  </a:lnTo>
                  <a:cubicBezTo>
                    <a:pt x="3581" y="23"/>
                    <a:pt x="3193" y="0"/>
                    <a:pt x="2135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28"/>
            <p:cNvSpPr/>
            <p:nvPr/>
          </p:nvSpPr>
          <p:spPr>
            <a:xfrm>
              <a:off x="7262578" y="1796235"/>
              <a:ext cx="350747" cy="305092"/>
            </a:xfrm>
            <a:custGeom>
              <a:avLst/>
              <a:gdLst/>
              <a:ahLst/>
              <a:cxnLst/>
              <a:rect l="l" t="t" r="r" b="b"/>
              <a:pathLst>
                <a:path w="2566" h="2232" extrusionOk="0">
                  <a:moveTo>
                    <a:pt x="2196" y="0"/>
                  </a:moveTo>
                  <a:cubicBezTo>
                    <a:pt x="2068" y="0"/>
                    <a:pt x="1918" y="103"/>
                    <a:pt x="1733" y="241"/>
                  </a:cubicBezTo>
                  <a:cubicBezTo>
                    <a:pt x="1387" y="491"/>
                    <a:pt x="1040" y="722"/>
                    <a:pt x="832" y="953"/>
                  </a:cubicBezTo>
                  <a:cubicBezTo>
                    <a:pt x="601" y="1202"/>
                    <a:pt x="1" y="2205"/>
                    <a:pt x="1" y="2205"/>
                  </a:cubicBezTo>
                  <a:cubicBezTo>
                    <a:pt x="1" y="2205"/>
                    <a:pt x="96" y="2232"/>
                    <a:pt x="265" y="2232"/>
                  </a:cubicBezTo>
                  <a:cubicBezTo>
                    <a:pt x="418" y="2232"/>
                    <a:pt x="631" y="2210"/>
                    <a:pt x="888" y="2126"/>
                  </a:cubicBezTo>
                  <a:cubicBezTo>
                    <a:pt x="1410" y="1974"/>
                    <a:pt x="2006" y="1701"/>
                    <a:pt x="2006" y="1701"/>
                  </a:cubicBezTo>
                  <a:cubicBezTo>
                    <a:pt x="2006" y="1701"/>
                    <a:pt x="1988" y="1165"/>
                    <a:pt x="2219" y="856"/>
                  </a:cubicBezTo>
                  <a:cubicBezTo>
                    <a:pt x="2468" y="528"/>
                    <a:pt x="2565" y="375"/>
                    <a:pt x="2426" y="163"/>
                  </a:cubicBezTo>
                  <a:cubicBezTo>
                    <a:pt x="2358" y="47"/>
                    <a:pt x="2282" y="0"/>
                    <a:pt x="2196" y="0"/>
                  </a:cubicBezTo>
                  <a:close/>
                </a:path>
              </a:pathLst>
            </a:custGeom>
            <a:solidFill>
              <a:srgbClr val="FFEB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28"/>
            <p:cNvSpPr/>
            <p:nvPr/>
          </p:nvSpPr>
          <p:spPr>
            <a:xfrm>
              <a:off x="7257520" y="1791861"/>
              <a:ext cx="358264" cy="315891"/>
            </a:xfrm>
            <a:custGeom>
              <a:avLst/>
              <a:gdLst/>
              <a:ahLst/>
              <a:cxnLst/>
              <a:rect l="l" t="t" r="r" b="b"/>
              <a:pathLst>
                <a:path w="2621" h="2311" extrusionOk="0">
                  <a:moveTo>
                    <a:pt x="2195" y="1"/>
                  </a:moveTo>
                  <a:cubicBezTo>
                    <a:pt x="2061" y="42"/>
                    <a:pt x="1927" y="139"/>
                    <a:pt x="1770" y="255"/>
                  </a:cubicBezTo>
                  <a:cubicBezTo>
                    <a:pt x="1447" y="504"/>
                    <a:pt x="1077" y="735"/>
                    <a:pt x="846" y="985"/>
                  </a:cubicBezTo>
                  <a:cubicBezTo>
                    <a:pt x="731" y="1100"/>
                    <a:pt x="541" y="1410"/>
                    <a:pt x="366" y="1696"/>
                  </a:cubicBezTo>
                  <a:cubicBezTo>
                    <a:pt x="176" y="1964"/>
                    <a:pt x="38" y="2219"/>
                    <a:pt x="38" y="2219"/>
                  </a:cubicBezTo>
                  <a:lnTo>
                    <a:pt x="1" y="2274"/>
                  </a:lnTo>
                  <a:lnTo>
                    <a:pt x="61" y="2292"/>
                  </a:lnTo>
                  <a:cubicBezTo>
                    <a:pt x="61" y="2292"/>
                    <a:pt x="79" y="2292"/>
                    <a:pt x="98" y="2311"/>
                  </a:cubicBezTo>
                  <a:cubicBezTo>
                    <a:pt x="116" y="2255"/>
                    <a:pt x="153" y="2195"/>
                    <a:pt x="195" y="2158"/>
                  </a:cubicBezTo>
                  <a:cubicBezTo>
                    <a:pt x="250" y="2080"/>
                    <a:pt x="329" y="1946"/>
                    <a:pt x="444" y="1756"/>
                  </a:cubicBezTo>
                  <a:cubicBezTo>
                    <a:pt x="615" y="1465"/>
                    <a:pt x="828" y="1156"/>
                    <a:pt x="925" y="1040"/>
                  </a:cubicBezTo>
                  <a:cubicBezTo>
                    <a:pt x="1137" y="832"/>
                    <a:pt x="1502" y="601"/>
                    <a:pt x="1830" y="329"/>
                  </a:cubicBezTo>
                  <a:cubicBezTo>
                    <a:pt x="1983" y="213"/>
                    <a:pt x="2117" y="139"/>
                    <a:pt x="2214" y="116"/>
                  </a:cubicBezTo>
                  <a:cubicBezTo>
                    <a:pt x="2244" y="107"/>
                    <a:pt x="2268" y="102"/>
                    <a:pt x="2290" y="102"/>
                  </a:cubicBezTo>
                  <a:cubicBezTo>
                    <a:pt x="2311" y="102"/>
                    <a:pt x="2329" y="107"/>
                    <a:pt x="2348" y="116"/>
                  </a:cubicBezTo>
                  <a:cubicBezTo>
                    <a:pt x="2371" y="139"/>
                    <a:pt x="2408" y="176"/>
                    <a:pt x="2445" y="232"/>
                  </a:cubicBezTo>
                  <a:cubicBezTo>
                    <a:pt x="2524" y="347"/>
                    <a:pt x="2524" y="407"/>
                    <a:pt x="2487" y="504"/>
                  </a:cubicBezTo>
                  <a:cubicBezTo>
                    <a:pt x="2445" y="601"/>
                    <a:pt x="2371" y="717"/>
                    <a:pt x="2256" y="869"/>
                  </a:cubicBezTo>
                  <a:cubicBezTo>
                    <a:pt x="2117" y="1040"/>
                    <a:pt x="2061" y="1271"/>
                    <a:pt x="2043" y="1447"/>
                  </a:cubicBezTo>
                  <a:cubicBezTo>
                    <a:pt x="2043" y="1502"/>
                    <a:pt x="2025" y="1544"/>
                    <a:pt x="2025" y="1581"/>
                  </a:cubicBezTo>
                  <a:cubicBezTo>
                    <a:pt x="2061" y="1581"/>
                    <a:pt x="2098" y="1599"/>
                    <a:pt x="2140" y="1599"/>
                  </a:cubicBezTo>
                  <a:lnTo>
                    <a:pt x="2140" y="1465"/>
                  </a:lnTo>
                  <a:cubicBezTo>
                    <a:pt x="2177" y="1294"/>
                    <a:pt x="2232" y="1082"/>
                    <a:pt x="2329" y="948"/>
                  </a:cubicBezTo>
                  <a:cubicBezTo>
                    <a:pt x="2463" y="772"/>
                    <a:pt x="2542" y="657"/>
                    <a:pt x="2579" y="541"/>
                  </a:cubicBezTo>
                  <a:cubicBezTo>
                    <a:pt x="2621" y="426"/>
                    <a:pt x="2621" y="310"/>
                    <a:pt x="2542" y="176"/>
                  </a:cubicBezTo>
                  <a:cubicBezTo>
                    <a:pt x="2505" y="98"/>
                    <a:pt x="2445" y="61"/>
                    <a:pt x="2390" y="24"/>
                  </a:cubicBezTo>
                  <a:cubicBezTo>
                    <a:pt x="2348" y="1"/>
                    <a:pt x="2311" y="1"/>
                    <a:pt x="2274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28"/>
            <p:cNvSpPr/>
            <p:nvPr/>
          </p:nvSpPr>
          <p:spPr>
            <a:xfrm>
              <a:off x="7157736" y="2361178"/>
              <a:ext cx="394897" cy="243855"/>
            </a:xfrm>
            <a:custGeom>
              <a:avLst/>
              <a:gdLst/>
              <a:ahLst/>
              <a:cxnLst/>
              <a:rect l="l" t="t" r="r" b="b"/>
              <a:pathLst>
                <a:path w="2889" h="1784" extrusionOk="0">
                  <a:moveTo>
                    <a:pt x="463" y="1"/>
                  </a:moveTo>
                  <a:cubicBezTo>
                    <a:pt x="295" y="1"/>
                    <a:pt x="145" y="442"/>
                    <a:pt x="75" y="650"/>
                  </a:cubicBezTo>
                  <a:cubicBezTo>
                    <a:pt x="1" y="881"/>
                    <a:pt x="38" y="1131"/>
                    <a:pt x="537" y="1380"/>
                  </a:cubicBezTo>
                  <a:cubicBezTo>
                    <a:pt x="970" y="1599"/>
                    <a:pt x="2013" y="1784"/>
                    <a:pt x="2431" y="1784"/>
                  </a:cubicBezTo>
                  <a:cubicBezTo>
                    <a:pt x="2498" y="1784"/>
                    <a:pt x="2549" y="1779"/>
                    <a:pt x="2579" y="1768"/>
                  </a:cubicBezTo>
                  <a:cubicBezTo>
                    <a:pt x="2791" y="1690"/>
                    <a:pt x="2889" y="900"/>
                    <a:pt x="2870" y="687"/>
                  </a:cubicBezTo>
                  <a:cubicBezTo>
                    <a:pt x="2828" y="479"/>
                    <a:pt x="2676" y="419"/>
                    <a:pt x="2676" y="419"/>
                  </a:cubicBezTo>
                  <a:lnTo>
                    <a:pt x="518" y="17"/>
                  </a:lnTo>
                  <a:cubicBezTo>
                    <a:pt x="500" y="6"/>
                    <a:pt x="481" y="1"/>
                    <a:pt x="4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28"/>
            <p:cNvSpPr/>
            <p:nvPr/>
          </p:nvSpPr>
          <p:spPr>
            <a:xfrm>
              <a:off x="7152132" y="2352703"/>
              <a:ext cx="405559" cy="259711"/>
            </a:xfrm>
            <a:custGeom>
              <a:avLst/>
              <a:gdLst/>
              <a:ahLst/>
              <a:cxnLst/>
              <a:rect l="l" t="t" r="r" b="b"/>
              <a:pathLst>
                <a:path w="2967" h="1900" extrusionOk="0">
                  <a:moveTo>
                    <a:pt x="541" y="116"/>
                  </a:moveTo>
                  <a:lnTo>
                    <a:pt x="559" y="135"/>
                  </a:lnTo>
                  <a:lnTo>
                    <a:pt x="2698" y="541"/>
                  </a:lnTo>
                  <a:cubicBezTo>
                    <a:pt x="2698" y="541"/>
                    <a:pt x="2832" y="578"/>
                    <a:pt x="2851" y="749"/>
                  </a:cubicBezTo>
                  <a:cubicBezTo>
                    <a:pt x="2869" y="846"/>
                    <a:pt x="2851" y="1096"/>
                    <a:pt x="2796" y="1327"/>
                  </a:cubicBezTo>
                  <a:cubicBezTo>
                    <a:pt x="2772" y="1442"/>
                    <a:pt x="2754" y="1558"/>
                    <a:pt x="2717" y="1636"/>
                  </a:cubicBezTo>
                  <a:cubicBezTo>
                    <a:pt x="2680" y="1733"/>
                    <a:pt x="2638" y="1770"/>
                    <a:pt x="2601" y="1789"/>
                  </a:cubicBezTo>
                  <a:cubicBezTo>
                    <a:pt x="2577" y="1789"/>
                    <a:pt x="2517" y="1799"/>
                    <a:pt x="2434" y="1799"/>
                  </a:cubicBezTo>
                  <a:cubicBezTo>
                    <a:pt x="2392" y="1799"/>
                    <a:pt x="2344" y="1797"/>
                    <a:pt x="2292" y="1789"/>
                  </a:cubicBezTo>
                  <a:cubicBezTo>
                    <a:pt x="2121" y="1770"/>
                    <a:pt x="1927" y="1752"/>
                    <a:pt x="1714" y="1715"/>
                  </a:cubicBezTo>
                  <a:cubicBezTo>
                    <a:pt x="1294" y="1636"/>
                    <a:pt x="850" y="1502"/>
                    <a:pt x="601" y="1387"/>
                  </a:cubicBezTo>
                  <a:cubicBezTo>
                    <a:pt x="347" y="1271"/>
                    <a:pt x="231" y="1156"/>
                    <a:pt x="176" y="1040"/>
                  </a:cubicBezTo>
                  <a:cubicBezTo>
                    <a:pt x="116" y="943"/>
                    <a:pt x="116" y="846"/>
                    <a:pt x="157" y="731"/>
                  </a:cubicBezTo>
                  <a:cubicBezTo>
                    <a:pt x="213" y="615"/>
                    <a:pt x="273" y="444"/>
                    <a:pt x="347" y="287"/>
                  </a:cubicBezTo>
                  <a:cubicBezTo>
                    <a:pt x="370" y="232"/>
                    <a:pt x="425" y="172"/>
                    <a:pt x="444" y="135"/>
                  </a:cubicBezTo>
                  <a:cubicBezTo>
                    <a:pt x="462" y="116"/>
                    <a:pt x="485" y="116"/>
                    <a:pt x="504" y="116"/>
                  </a:cubicBezTo>
                  <a:close/>
                  <a:moveTo>
                    <a:pt x="485" y="1"/>
                  </a:moveTo>
                  <a:cubicBezTo>
                    <a:pt x="444" y="19"/>
                    <a:pt x="407" y="38"/>
                    <a:pt x="388" y="56"/>
                  </a:cubicBezTo>
                  <a:cubicBezTo>
                    <a:pt x="328" y="98"/>
                    <a:pt x="291" y="172"/>
                    <a:pt x="254" y="250"/>
                  </a:cubicBezTo>
                  <a:cubicBezTo>
                    <a:pt x="176" y="403"/>
                    <a:pt x="97" y="597"/>
                    <a:pt x="60" y="694"/>
                  </a:cubicBezTo>
                  <a:cubicBezTo>
                    <a:pt x="23" y="828"/>
                    <a:pt x="0" y="962"/>
                    <a:pt x="79" y="1096"/>
                  </a:cubicBezTo>
                  <a:cubicBezTo>
                    <a:pt x="157" y="1234"/>
                    <a:pt x="291" y="1350"/>
                    <a:pt x="559" y="1484"/>
                  </a:cubicBezTo>
                  <a:cubicBezTo>
                    <a:pt x="809" y="1618"/>
                    <a:pt x="1271" y="1733"/>
                    <a:pt x="1696" y="1812"/>
                  </a:cubicBezTo>
                  <a:cubicBezTo>
                    <a:pt x="1908" y="1849"/>
                    <a:pt x="2102" y="1886"/>
                    <a:pt x="2273" y="1886"/>
                  </a:cubicBezTo>
                  <a:cubicBezTo>
                    <a:pt x="2361" y="1895"/>
                    <a:pt x="2434" y="1900"/>
                    <a:pt x="2494" y="1900"/>
                  </a:cubicBezTo>
                  <a:cubicBezTo>
                    <a:pt x="2554" y="1900"/>
                    <a:pt x="2601" y="1895"/>
                    <a:pt x="2638" y="1886"/>
                  </a:cubicBezTo>
                  <a:cubicBezTo>
                    <a:pt x="2717" y="1849"/>
                    <a:pt x="2772" y="1770"/>
                    <a:pt x="2814" y="1696"/>
                  </a:cubicBezTo>
                  <a:cubicBezTo>
                    <a:pt x="2851" y="1599"/>
                    <a:pt x="2888" y="1484"/>
                    <a:pt x="2911" y="1350"/>
                  </a:cubicBezTo>
                  <a:cubicBezTo>
                    <a:pt x="2948" y="1119"/>
                    <a:pt x="2966" y="865"/>
                    <a:pt x="2948" y="749"/>
                  </a:cubicBezTo>
                  <a:cubicBezTo>
                    <a:pt x="2930" y="518"/>
                    <a:pt x="2735" y="444"/>
                    <a:pt x="2735" y="444"/>
                  </a:cubicBezTo>
                  <a:lnTo>
                    <a:pt x="578" y="19"/>
                  </a:lnTo>
                  <a:cubicBezTo>
                    <a:pt x="559" y="19"/>
                    <a:pt x="522" y="1"/>
                    <a:pt x="485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28"/>
            <p:cNvSpPr/>
            <p:nvPr/>
          </p:nvSpPr>
          <p:spPr>
            <a:xfrm>
              <a:off x="7886569" y="1908048"/>
              <a:ext cx="81604" cy="30208"/>
            </a:xfrm>
            <a:custGeom>
              <a:avLst/>
              <a:gdLst/>
              <a:ahLst/>
              <a:cxnLst/>
              <a:rect l="l" t="t" r="r" b="b"/>
              <a:pathLst>
                <a:path w="597" h="221" extrusionOk="0">
                  <a:moveTo>
                    <a:pt x="366" y="1"/>
                  </a:moveTo>
                  <a:cubicBezTo>
                    <a:pt x="250" y="1"/>
                    <a:pt x="172" y="56"/>
                    <a:pt x="98" y="98"/>
                  </a:cubicBezTo>
                  <a:cubicBezTo>
                    <a:pt x="79" y="98"/>
                    <a:pt x="56" y="116"/>
                    <a:pt x="38" y="116"/>
                  </a:cubicBezTo>
                  <a:cubicBezTo>
                    <a:pt x="19" y="135"/>
                    <a:pt x="1" y="172"/>
                    <a:pt x="19" y="190"/>
                  </a:cubicBezTo>
                  <a:cubicBezTo>
                    <a:pt x="32" y="207"/>
                    <a:pt x="46" y="221"/>
                    <a:pt x="61" y="221"/>
                  </a:cubicBezTo>
                  <a:cubicBezTo>
                    <a:pt x="67" y="221"/>
                    <a:pt x="73" y="219"/>
                    <a:pt x="79" y="213"/>
                  </a:cubicBezTo>
                  <a:cubicBezTo>
                    <a:pt x="98" y="190"/>
                    <a:pt x="116" y="190"/>
                    <a:pt x="135" y="172"/>
                  </a:cubicBezTo>
                  <a:cubicBezTo>
                    <a:pt x="213" y="135"/>
                    <a:pt x="287" y="116"/>
                    <a:pt x="366" y="98"/>
                  </a:cubicBezTo>
                  <a:cubicBezTo>
                    <a:pt x="426" y="98"/>
                    <a:pt x="481" y="135"/>
                    <a:pt x="518" y="172"/>
                  </a:cubicBezTo>
                  <a:cubicBezTo>
                    <a:pt x="541" y="172"/>
                    <a:pt x="578" y="172"/>
                    <a:pt x="578" y="153"/>
                  </a:cubicBezTo>
                  <a:cubicBezTo>
                    <a:pt x="597" y="135"/>
                    <a:pt x="597" y="116"/>
                    <a:pt x="578" y="98"/>
                  </a:cubicBezTo>
                  <a:cubicBezTo>
                    <a:pt x="518" y="38"/>
                    <a:pt x="444" y="1"/>
                    <a:pt x="366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28"/>
            <p:cNvSpPr/>
            <p:nvPr/>
          </p:nvSpPr>
          <p:spPr>
            <a:xfrm>
              <a:off x="7812756" y="1942221"/>
              <a:ext cx="63287" cy="30208"/>
            </a:xfrm>
            <a:custGeom>
              <a:avLst/>
              <a:gdLst/>
              <a:ahLst/>
              <a:cxnLst/>
              <a:rect l="l" t="t" r="r" b="b"/>
              <a:pathLst>
                <a:path w="463" h="221" extrusionOk="0">
                  <a:moveTo>
                    <a:pt x="388" y="0"/>
                  </a:moveTo>
                  <a:cubicBezTo>
                    <a:pt x="291" y="56"/>
                    <a:pt x="176" y="79"/>
                    <a:pt x="42" y="116"/>
                  </a:cubicBezTo>
                  <a:cubicBezTo>
                    <a:pt x="19" y="134"/>
                    <a:pt x="0" y="153"/>
                    <a:pt x="19" y="171"/>
                  </a:cubicBezTo>
                  <a:cubicBezTo>
                    <a:pt x="19" y="202"/>
                    <a:pt x="31" y="220"/>
                    <a:pt x="53" y="220"/>
                  </a:cubicBezTo>
                  <a:cubicBezTo>
                    <a:pt x="60" y="220"/>
                    <a:pt x="69" y="218"/>
                    <a:pt x="79" y="213"/>
                  </a:cubicBezTo>
                  <a:cubicBezTo>
                    <a:pt x="194" y="171"/>
                    <a:pt x="310" y="153"/>
                    <a:pt x="425" y="97"/>
                  </a:cubicBezTo>
                  <a:cubicBezTo>
                    <a:pt x="462" y="79"/>
                    <a:pt x="462" y="56"/>
                    <a:pt x="462" y="37"/>
                  </a:cubicBezTo>
                  <a:cubicBezTo>
                    <a:pt x="444" y="0"/>
                    <a:pt x="407" y="0"/>
                    <a:pt x="388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28"/>
            <p:cNvSpPr/>
            <p:nvPr/>
          </p:nvSpPr>
          <p:spPr>
            <a:xfrm>
              <a:off x="7918145" y="1948782"/>
              <a:ext cx="108122" cy="51669"/>
            </a:xfrm>
            <a:custGeom>
              <a:avLst/>
              <a:gdLst/>
              <a:ahLst/>
              <a:cxnLst/>
              <a:rect l="l" t="t" r="r" b="b"/>
              <a:pathLst>
                <a:path w="791" h="378" extrusionOk="0">
                  <a:moveTo>
                    <a:pt x="588" y="1"/>
                  </a:moveTo>
                  <a:cubicBezTo>
                    <a:pt x="510" y="1"/>
                    <a:pt x="442" y="19"/>
                    <a:pt x="384" y="49"/>
                  </a:cubicBezTo>
                  <a:cubicBezTo>
                    <a:pt x="250" y="123"/>
                    <a:pt x="153" y="220"/>
                    <a:pt x="38" y="280"/>
                  </a:cubicBezTo>
                  <a:cubicBezTo>
                    <a:pt x="19" y="299"/>
                    <a:pt x="1" y="336"/>
                    <a:pt x="19" y="354"/>
                  </a:cubicBezTo>
                  <a:cubicBezTo>
                    <a:pt x="38" y="377"/>
                    <a:pt x="56" y="377"/>
                    <a:pt x="98" y="377"/>
                  </a:cubicBezTo>
                  <a:cubicBezTo>
                    <a:pt x="213" y="299"/>
                    <a:pt x="310" y="202"/>
                    <a:pt x="426" y="146"/>
                  </a:cubicBezTo>
                  <a:cubicBezTo>
                    <a:pt x="480" y="116"/>
                    <a:pt x="537" y="98"/>
                    <a:pt x="586" y="98"/>
                  </a:cubicBezTo>
                  <a:cubicBezTo>
                    <a:pt x="603" y="98"/>
                    <a:pt x="619" y="100"/>
                    <a:pt x="634" y="105"/>
                  </a:cubicBezTo>
                  <a:cubicBezTo>
                    <a:pt x="675" y="105"/>
                    <a:pt x="694" y="123"/>
                    <a:pt x="712" y="123"/>
                  </a:cubicBezTo>
                  <a:cubicBezTo>
                    <a:pt x="720" y="133"/>
                    <a:pt x="732" y="139"/>
                    <a:pt x="744" y="139"/>
                  </a:cubicBezTo>
                  <a:cubicBezTo>
                    <a:pt x="759" y="139"/>
                    <a:pt x="772" y="129"/>
                    <a:pt x="772" y="105"/>
                  </a:cubicBezTo>
                  <a:cubicBezTo>
                    <a:pt x="791" y="86"/>
                    <a:pt x="772" y="49"/>
                    <a:pt x="749" y="49"/>
                  </a:cubicBezTo>
                  <a:cubicBezTo>
                    <a:pt x="731" y="31"/>
                    <a:pt x="694" y="31"/>
                    <a:pt x="675" y="8"/>
                  </a:cubicBezTo>
                  <a:cubicBezTo>
                    <a:pt x="645" y="3"/>
                    <a:pt x="616" y="1"/>
                    <a:pt x="588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28"/>
            <p:cNvSpPr/>
            <p:nvPr/>
          </p:nvSpPr>
          <p:spPr>
            <a:xfrm>
              <a:off x="8020526" y="1977897"/>
              <a:ext cx="21597" cy="43331"/>
            </a:xfrm>
            <a:custGeom>
              <a:avLst/>
              <a:gdLst/>
              <a:ahLst/>
              <a:cxnLst/>
              <a:rect l="l" t="t" r="r" b="b"/>
              <a:pathLst>
                <a:path w="158" h="317" extrusionOk="0">
                  <a:moveTo>
                    <a:pt x="59" y="0"/>
                  </a:moveTo>
                  <a:cubicBezTo>
                    <a:pt x="53" y="0"/>
                    <a:pt x="47" y="2"/>
                    <a:pt x="42" y="7"/>
                  </a:cubicBezTo>
                  <a:cubicBezTo>
                    <a:pt x="23" y="7"/>
                    <a:pt x="0" y="49"/>
                    <a:pt x="0" y="67"/>
                  </a:cubicBezTo>
                  <a:cubicBezTo>
                    <a:pt x="23" y="123"/>
                    <a:pt x="42" y="183"/>
                    <a:pt x="60" y="220"/>
                  </a:cubicBezTo>
                  <a:lnTo>
                    <a:pt x="60" y="280"/>
                  </a:lnTo>
                  <a:cubicBezTo>
                    <a:pt x="60" y="298"/>
                    <a:pt x="97" y="317"/>
                    <a:pt x="116" y="317"/>
                  </a:cubicBezTo>
                  <a:cubicBezTo>
                    <a:pt x="157" y="298"/>
                    <a:pt x="157" y="280"/>
                    <a:pt x="157" y="257"/>
                  </a:cubicBezTo>
                  <a:lnTo>
                    <a:pt x="157" y="201"/>
                  </a:lnTo>
                  <a:cubicBezTo>
                    <a:pt x="139" y="141"/>
                    <a:pt x="116" y="86"/>
                    <a:pt x="97" y="49"/>
                  </a:cubicBezTo>
                  <a:cubicBezTo>
                    <a:pt x="97" y="18"/>
                    <a:pt x="77" y="0"/>
                    <a:pt x="59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28"/>
            <p:cNvSpPr/>
            <p:nvPr/>
          </p:nvSpPr>
          <p:spPr>
            <a:xfrm>
              <a:off x="7999612" y="2048293"/>
              <a:ext cx="29252" cy="68755"/>
            </a:xfrm>
            <a:custGeom>
              <a:avLst/>
              <a:gdLst/>
              <a:ahLst/>
              <a:cxnLst/>
              <a:rect l="l" t="t" r="r" b="b"/>
              <a:pathLst>
                <a:path w="214" h="503" extrusionOk="0">
                  <a:moveTo>
                    <a:pt x="59" y="1"/>
                  </a:moveTo>
                  <a:cubicBezTo>
                    <a:pt x="44" y="1"/>
                    <a:pt x="29" y="5"/>
                    <a:pt x="19" y="14"/>
                  </a:cubicBezTo>
                  <a:cubicBezTo>
                    <a:pt x="1" y="14"/>
                    <a:pt x="1" y="51"/>
                    <a:pt x="19" y="70"/>
                  </a:cubicBezTo>
                  <a:cubicBezTo>
                    <a:pt x="38" y="130"/>
                    <a:pt x="79" y="167"/>
                    <a:pt x="79" y="227"/>
                  </a:cubicBezTo>
                  <a:cubicBezTo>
                    <a:pt x="98" y="282"/>
                    <a:pt x="79" y="361"/>
                    <a:pt x="61" y="435"/>
                  </a:cubicBezTo>
                  <a:cubicBezTo>
                    <a:pt x="61" y="458"/>
                    <a:pt x="61" y="477"/>
                    <a:pt x="98" y="495"/>
                  </a:cubicBezTo>
                  <a:cubicBezTo>
                    <a:pt x="103" y="500"/>
                    <a:pt x="109" y="503"/>
                    <a:pt x="114" y="503"/>
                  </a:cubicBezTo>
                  <a:cubicBezTo>
                    <a:pt x="127" y="503"/>
                    <a:pt x="140" y="490"/>
                    <a:pt x="153" y="477"/>
                  </a:cubicBezTo>
                  <a:cubicBezTo>
                    <a:pt x="195" y="379"/>
                    <a:pt x="213" y="301"/>
                    <a:pt x="195" y="204"/>
                  </a:cubicBezTo>
                  <a:cubicBezTo>
                    <a:pt x="176" y="130"/>
                    <a:pt x="135" y="70"/>
                    <a:pt x="98" y="14"/>
                  </a:cubicBezTo>
                  <a:cubicBezTo>
                    <a:pt x="89" y="5"/>
                    <a:pt x="74" y="1"/>
                    <a:pt x="59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28"/>
            <p:cNvSpPr/>
            <p:nvPr/>
          </p:nvSpPr>
          <p:spPr>
            <a:xfrm>
              <a:off x="7881512" y="2052667"/>
              <a:ext cx="97460" cy="47568"/>
            </a:xfrm>
            <a:custGeom>
              <a:avLst/>
              <a:gdLst/>
              <a:ahLst/>
              <a:cxnLst/>
              <a:rect l="l" t="t" r="r" b="b"/>
              <a:pathLst>
                <a:path w="713" h="348" extrusionOk="0">
                  <a:moveTo>
                    <a:pt x="634" y="1"/>
                  </a:moveTo>
                  <a:cubicBezTo>
                    <a:pt x="440" y="98"/>
                    <a:pt x="250" y="213"/>
                    <a:pt x="56" y="250"/>
                  </a:cubicBezTo>
                  <a:cubicBezTo>
                    <a:pt x="19" y="250"/>
                    <a:pt x="1" y="287"/>
                    <a:pt x="19" y="311"/>
                  </a:cubicBezTo>
                  <a:cubicBezTo>
                    <a:pt x="19" y="329"/>
                    <a:pt x="38" y="347"/>
                    <a:pt x="75" y="347"/>
                  </a:cubicBezTo>
                  <a:cubicBezTo>
                    <a:pt x="306" y="311"/>
                    <a:pt x="500" y="195"/>
                    <a:pt x="694" y="98"/>
                  </a:cubicBezTo>
                  <a:cubicBezTo>
                    <a:pt x="712" y="79"/>
                    <a:pt x="712" y="56"/>
                    <a:pt x="712" y="19"/>
                  </a:cubicBezTo>
                  <a:cubicBezTo>
                    <a:pt x="694" y="1"/>
                    <a:pt x="671" y="1"/>
                    <a:pt x="634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28"/>
            <p:cNvSpPr/>
            <p:nvPr/>
          </p:nvSpPr>
          <p:spPr>
            <a:xfrm>
              <a:off x="7854994" y="2186624"/>
              <a:ext cx="89805" cy="24741"/>
            </a:xfrm>
            <a:custGeom>
              <a:avLst/>
              <a:gdLst/>
              <a:ahLst/>
              <a:cxnLst/>
              <a:rect l="l" t="t" r="r" b="b"/>
              <a:pathLst>
                <a:path w="657" h="181" extrusionOk="0">
                  <a:moveTo>
                    <a:pt x="597" y="1"/>
                  </a:moveTo>
                  <a:cubicBezTo>
                    <a:pt x="449" y="36"/>
                    <a:pt x="284" y="83"/>
                    <a:pt x="129" y="83"/>
                  </a:cubicBezTo>
                  <a:cubicBezTo>
                    <a:pt x="104" y="83"/>
                    <a:pt x="80" y="82"/>
                    <a:pt x="56" y="79"/>
                  </a:cubicBezTo>
                  <a:cubicBezTo>
                    <a:pt x="19" y="79"/>
                    <a:pt x="1" y="98"/>
                    <a:pt x="1" y="139"/>
                  </a:cubicBezTo>
                  <a:cubicBezTo>
                    <a:pt x="1" y="158"/>
                    <a:pt x="19" y="176"/>
                    <a:pt x="56" y="176"/>
                  </a:cubicBezTo>
                  <a:cubicBezTo>
                    <a:pt x="90" y="179"/>
                    <a:pt x="124" y="181"/>
                    <a:pt x="158" y="181"/>
                  </a:cubicBezTo>
                  <a:cubicBezTo>
                    <a:pt x="318" y="181"/>
                    <a:pt x="474" y="147"/>
                    <a:pt x="615" y="98"/>
                  </a:cubicBezTo>
                  <a:cubicBezTo>
                    <a:pt x="657" y="98"/>
                    <a:pt x="657" y="79"/>
                    <a:pt x="657" y="42"/>
                  </a:cubicBezTo>
                  <a:cubicBezTo>
                    <a:pt x="657" y="24"/>
                    <a:pt x="615" y="1"/>
                    <a:pt x="597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28"/>
            <p:cNvSpPr/>
            <p:nvPr/>
          </p:nvSpPr>
          <p:spPr>
            <a:xfrm>
              <a:off x="7962979" y="2160789"/>
              <a:ext cx="63287" cy="40187"/>
            </a:xfrm>
            <a:custGeom>
              <a:avLst/>
              <a:gdLst/>
              <a:ahLst/>
              <a:cxnLst/>
              <a:rect l="l" t="t" r="r" b="b"/>
              <a:pathLst>
                <a:path w="463" h="294" extrusionOk="0">
                  <a:moveTo>
                    <a:pt x="213" y="0"/>
                  </a:moveTo>
                  <a:cubicBezTo>
                    <a:pt x="135" y="0"/>
                    <a:pt x="75" y="37"/>
                    <a:pt x="19" y="56"/>
                  </a:cubicBezTo>
                  <a:cubicBezTo>
                    <a:pt x="1" y="74"/>
                    <a:pt x="1" y="116"/>
                    <a:pt x="19" y="134"/>
                  </a:cubicBezTo>
                  <a:cubicBezTo>
                    <a:pt x="19" y="147"/>
                    <a:pt x="38" y="160"/>
                    <a:pt x="55" y="160"/>
                  </a:cubicBezTo>
                  <a:cubicBezTo>
                    <a:pt x="62" y="160"/>
                    <a:pt x="69" y="158"/>
                    <a:pt x="75" y="153"/>
                  </a:cubicBezTo>
                  <a:cubicBezTo>
                    <a:pt x="135" y="116"/>
                    <a:pt x="172" y="97"/>
                    <a:pt x="213" y="97"/>
                  </a:cubicBezTo>
                  <a:cubicBezTo>
                    <a:pt x="250" y="97"/>
                    <a:pt x="269" y="116"/>
                    <a:pt x="287" y="134"/>
                  </a:cubicBezTo>
                  <a:cubicBezTo>
                    <a:pt x="306" y="153"/>
                    <a:pt x="329" y="213"/>
                    <a:pt x="347" y="250"/>
                  </a:cubicBezTo>
                  <a:cubicBezTo>
                    <a:pt x="361" y="277"/>
                    <a:pt x="374" y="294"/>
                    <a:pt x="395" y="294"/>
                  </a:cubicBezTo>
                  <a:cubicBezTo>
                    <a:pt x="403" y="294"/>
                    <a:pt x="411" y="291"/>
                    <a:pt x="421" y="287"/>
                  </a:cubicBezTo>
                  <a:cubicBezTo>
                    <a:pt x="444" y="287"/>
                    <a:pt x="463" y="250"/>
                    <a:pt x="444" y="231"/>
                  </a:cubicBezTo>
                  <a:cubicBezTo>
                    <a:pt x="421" y="171"/>
                    <a:pt x="403" y="116"/>
                    <a:pt x="366" y="56"/>
                  </a:cubicBezTo>
                  <a:cubicBezTo>
                    <a:pt x="329" y="19"/>
                    <a:pt x="269" y="0"/>
                    <a:pt x="213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28"/>
            <p:cNvSpPr/>
            <p:nvPr/>
          </p:nvSpPr>
          <p:spPr>
            <a:xfrm>
              <a:off x="7657339" y="1889868"/>
              <a:ext cx="347466" cy="239344"/>
            </a:xfrm>
            <a:custGeom>
              <a:avLst/>
              <a:gdLst/>
              <a:ahLst/>
              <a:cxnLst/>
              <a:rect l="l" t="t" r="r" b="b"/>
              <a:pathLst>
                <a:path w="2542" h="1751" extrusionOk="0">
                  <a:moveTo>
                    <a:pt x="2106" y="1"/>
                  </a:moveTo>
                  <a:cubicBezTo>
                    <a:pt x="1984" y="1"/>
                    <a:pt x="1816" y="91"/>
                    <a:pt x="1484" y="249"/>
                  </a:cubicBezTo>
                  <a:cubicBezTo>
                    <a:pt x="985" y="499"/>
                    <a:pt x="463" y="748"/>
                    <a:pt x="42" y="864"/>
                  </a:cubicBezTo>
                  <a:cubicBezTo>
                    <a:pt x="42" y="864"/>
                    <a:pt x="1" y="1363"/>
                    <a:pt x="176" y="1617"/>
                  </a:cubicBezTo>
                  <a:cubicBezTo>
                    <a:pt x="248" y="1715"/>
                    <a:pt x="304" y="1750"/>
                    <a:pt x="372" y="1750"/>
                  </a:cubicBezTo>
                  <a:cubicBezTo>
                    <a:pt x="465" y="1750"/>
                    <a:pt x="580" y="1684"/>
                    <a:pt x="791" y="1617"/>
                  </a:cubicBezTo>
                  <a:cubicBezTo>
                    <a:pt x="1156" y="1502"/>
                    <a:pt x="2426" y="924"/>
                    <a:pt x="2486" y="693"/>
                  </a:cubicBezTo>
                  <a:cubicBezTo>
                    <a:pt x="2542" y="462"/>
                    <a:pt x="2468" y="249"/>
                    <a:pt x="2292" y="92"/>
                  </a:cubicBezTo>
                  <a:cubicBezTo>
                    <a:pt x="2230" y="30"/>
                    <a:pt x="2175" y="1"/>
                    <a:pt x="2106" y="1"/>
                  </a:cubicBezTo>
                  <a:close/>
                </a:path>
              </a:pathLst>
            </a:custGeom>
            <a:solidFill>
              <a:srgbClr val="FFEB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28"/>
            <p:cNvSpPr/>
            <p:nvPr/>
          </p:nvSpPr>
          <p:spPr>
            <a:xfrm>
              <a:off x="7657339" y="1883034"/>
              <a:ext cx="355667" cy="240574"/>
            </a:xfrm>
            <a:custGeom>
              <a:avLst/>
              <a:gdLst/>
              <a:ahLst/>
              <a:cxnLst/>
              <a:rect l="l" t="t" r="r" b="b"/>
              <a:pathLst>
                <a:path w="2602" h="1760" extrusionOk="0">
                  <a:moveTo>
                    <a:pt x="2067" y="0"/>
                  </a:moveTo>
                  <a:cubicBezTo>
                    <a:pt x="2047" y="0"/>
                    <a:pt x="2030" y="8"/>
                    <a:pt x="2006" y="8"/>
                  </a:cubicBezTo>
                  <a:cubicBezTo>
                    <a:pt x="1890" y="50"/>
                    <a:pt x="1715" y="124"/>
                    <a:pt x="1465" y="239"/>
                  </a:cubicBezTo>
                  <a:cubicBezTo>
                    <a:pt x="966" y="489"/>
                    <a:pt x="444" y="743"/>
                    <a:pt x="42" y="858"/>
                  </a:cubicBezTo>
                  <a:lnTo>
                    <a:pt x="98" y="914"/>
                  </a:lnTo>
                  <a:lnTo>
                    <a:pt x="1" y="914"/>
                  </a:lnTo>
                  <a:lnTo>
                    <a:pt x="1" y="932"/>
                  </a:lnTo>
                  <a:lnTo>
                    <a:pt x="116" y="932"/>
                  </a:lnTo>
                  <a:cubicBezTo>
                    <a:pt x="541" y="817"/>
                    <a:pt x="1022" y="586"/>
                    <a:pt x="1502" y="336"/>
                  </a:cubicBezTo>
                  <a:cubicBezTo>
                    <a:pt x="1775" y="221"/>
                    <a:pt x="1927" y="142"/>
                    <a:pt x="2024" y="105"/>
                  </a:cubicBezTo>
                  <a:cubicBezTo>
                    <a:pt x="2051" y="101"/>
                    <a:pt x="2074" y="99"/>
                    <a:pt x="2094" y="99"/>
                  </a:cubicBezTo>
                  <a:cubicBezTo>
                    <a:pt x="2159" y="99"/>
                    <a:pt x="2195" y="124"/>
                    <a:pt x="2255" y="184"/>
                  </a:cubicBezTo>
                  <a:cubicBezTo>
                    <a:pt x="2426" y="336"/>
                    <a:pt x="2486" y="512"/>
                    <a:pt x="2449" y="720"/>
                  </a:cubicBezTo>
                  <a:cubicBezTo>
                    <a:pt x="2426" y="743"/>
                    <a:pt x="2426" y="780"/>
                    <a:pt x="2389" y="798"/>
                  </a:cubicBezTo>
                  <a:cubicBezTo>
                    <a:pt x="2352" y="835"/>
                    <a:pt x="2292" y="877"/>
                    <a:pt x="2218" y="932"/>
                  </a:cubicBezTo>
                  <a:cubicBezTo>
                    <a:pt x="2103" y="1011"/>
                    <a:pt x="1909" y="1108"/>
                    <a:pt x="1733" y="1205"/>
                  </a:cubicBezTo>
                  <a:cubicBezTo>
                    <a:pt x="1350" y="1394"/>
                    <a:pt x="948" y="1570"/>
                    <a:pt x="772" y="1625"/>
                  </a:cubicBezTo>
                  <a:cubicBezTo>
                    <a:pt x="735" y="1625"/>
                    <a:pt x="694" y="1644"/>
                    <a:pt x="657" y="1667"/>
                  </a:cubicBezTo>
                  <a:cubicBezTo>
                    <a:pt x="657" y="1686"/>
                    <a:pt x="675" y="1722"/>
                    <a:pt x="675" y="1759"/>
                  </a:cubicBezTo>
                  <a:cubicBezTo>
                    <a:pt x="717" y="1741"/>
                    <a:pt x="754" y="1722"/>
                    <a:pt x="809" y="1722"/>
                  </a:cubicBezTo>
                  <a:cubicBezTo>
                    <a:pt x="985" y="1644"/>
                    <a:pt x="1410" y="1491"/>
                    <a:pt x="1775" y="1297"/>
                  </a:cubicBezTo>
                  <a:cubicBezTo>
                    <a:pt x="1964" y="1205"/>
                    <a:pt x="2140" y="1108"/>
                    <a:pt x="2274" y="1011"/>
                  </a:cubicBezTo>
                  <a:cubicBezTo>
                    <a:pt x="2352" y="974"/>
                    <a:pt x="2408" y="932"/>
                    <a:pt x="2449" y="877"/>
                  </a:cubicBezTo>
                  <a:cubicBezTo>
                    <a:pt x="2505" y="835"/>
                    <a:pt x="2523" y="798"/>
                    <a:pt x="2542" y="761"/>
                  </a:cubicBezTo>
                  <a:cubicBezTo>
                    <a:pt x="2602" y="512"/>
                    <a:pt x="2505" y="281"/>
                    <a:pt x="2334" y="105"/>
                  </a:cubicBezTo>
                  <a:cubicBezTo>
                    <a:pt x="2255" y="50"/>
                    <a:pt x="2177" y="8"/>
                    <a:pt x="2103" y="8"/>
                  </a:cubicBezTo>
                  <a:cubicBezTo>
                    <a:pt x="2089" y="2"/>
                    <a:pt x="2078" y="0"/>
                    <a:pt x="2067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28"/>
            <p:cNvSpPr/>
            <p:nvPr/>
          </p:nvSpPr>
          <p:spPr>
            <a:xfrm>
              <a:off x="7699713" y="1925134"/>
              <a:ext cx="368243" cy="255747"/>
            </a:xfrm>
            <a:custGeom>
              <a:avLst/>
              <a:gdLst/>
              <a:ahLst/>
              <a:cxnLst/>
              <a:rect l="l" t="t" r="r" b="b"/>
              <a:pathLst>
                <a:path w="2694" h="1871" extrusionOk="0">
                  <a:moveTo>
                    <a:pt x="2298" y="0"/>
                  </a:moveTo>
                  <a:cubicBezTo>
                    <a:pt x="2159" y="0"/>
                    <a:pt x="1959" y="117"/>
                    <a:pt x="1636" y="338"/>
                  </a:cubicBezTo>
                  <a:cubicBezTo>
                    <a:pt x="1040" y="758"/>
                    <a:pt x="116" y="837"/>
                    <a:pt x="116" y="837"/>
                  </a:cubicBezTo>
                  <a:cubicBezTo>
                    <a:pt x="116" y="837"/>
                    <a:pt x="0" y="1146"/>
                    <a:pt x="19" y="1567"/>
                  </a:cubicBezTo>
                  <a:cubicBezTo>
                    <a:pt x="41" y="1800"/>
                    <a:pt x="68" y="1871"/>
                    <a:pt x="168" y="1871"/>
                  </a:cubicBezTo>
                  <a:cubicBezTo>
                    <a:pt x="249" y="1871"/>
                    <a:pt x="379" y="1823"/>
                    <a:pt x="596" y="1780"/>
                  </a:cubicBezTo>
                  <a:cubicBezTo>
                    <a:pt x="1100" y="1682"/>
                    <a:pt x="2389" y="1165"/>
                    <a:pt x="2541" y="989"/>
                  </a:cubicBezTo>
                  <a:cubicBezTo>
                    <a:pt x="2675" y="800"/>
                    <a:pt x="2694" y="643"/>
                    <a:pt x="2560" y="259"/>
                  </a:cubicBezTo>
                  <a:cubicBezTo>
                    <a:pt x="2490" y="84"/>
                    <a:pt x="2415" y="0"/>
                    <a:pt x="2298" y="0"/>
                  </a:cubicBezTo>
                  <a:close/>
                </a:path>
              </a:pathLst>
            </a:custGeom>
            <a:solidFill>
              <a:srgbClr val="FFEB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28"/>
            <p:cNvSpPr/>
            <p:nvPr/>
          </p:nvSpPr>
          <p:spPr>
            <a:xfrm>
              <a:off x="7731289" y="1917616"/>
              <a:ext cx="339811" cy="264085"/>
            </a:xfrm>
            <a:custGeom>
              <a:avLst/>
              <a:gdLst/>
              <a:ahLst/>
              <a:cxnLst/>
              <a:rect l="l" t="t" r="r" b="b"/>
              <a:pathLst>
                <a:path w="2486" h="1932" extrusionOk="0">
                  <a:moveTo>
                    <a:pt x="2091" y="0"/>
                  </a:moveTo>
                  <a:cubicBezTo>
                    <a:pt x="2080" y="0"/>
                    <a:pt x="2070" y="2"/>
                    <a:pt x="2061" y="5"/>
                  </a:cubicBezTo>
                  <a:lnTo>
                    <a:pt x="2024" y="5"/>
                  </a:lnTo>
                  <a:cubicBezTo>
                    <a:pt x="1867" y="28"/>
                    <a:pt x="1677" y="143"/>
                    <a:pt x="1368" y="351"/>
                  </a:cubicBezTo>
                  <a:cubicBezTo>
                    <a:pt x="924" y="661"/>
                    <a:pt x="250" y="795"/>
                    <a:pt x="0" y="836"/>
                  </a:cubicBezTo>
                  <a:cubicBezTo>
                    <a:pt x="0" y="855"/>
                    <a:pt x="19" y="892"/>
                    <a:pt x="37" y="929"/>
                  </a:cubicBezTo>
                  <a:cubicBezTo>
                    <a:pt x="310" y="892"/>
                    <a:pt x="961" y="776"/>
                    <a:pt x="1423" y="430"/>
                  </a:cubicBezTo>
                  <a:cubicBezTo>
                    <a:pt x="1733" y="236"/>
                    <a:pt x="1927" y="120"/>
                    <a:pt x="2042" y="102"/>
                  </a:cubicBezTo>
                  <a:cubicBezTo>
                    <a:pt x="2098" y="102"/>
                    <a:pt x="2139" y="102"/>
                    <a:pt x="2176" y="143"/>
                  </a:cubicBezTo>
                  <a:cubicBezTo>
                    <a:pt x="2213" y="180"/>
                    <a:pt x="2232" y="236"/>
                    <a:pt x="2273" y="333"/>
                  </a:cubicBezTo>
                  <a:cubicBezTo>
                    <a:pt x="2347" y="527"/>
                    <a:pt x="2370" y="661"/>
                    <a:pt x="2370" y="758"/>
                  </a:cubicBezTo>
                  <a:cubicBezTo>
                    <a:pt x="2370" y="855"/>
                    <a:pt x="2329" y="929"/>
                    <a:pt x="2255" y="1007"/>
                  </a:cubicBezTo>
                  <a:cubicBezTo>
                    <a:pt x="2255" y="1026"/>
                    <a:pt x="2213" y="1044"/>
                    <a:pt x="2176" y="1086"/>
                  </a:cubicBezTo>
                  <a:cubicBezTo>
                    <a:pt x="2116" y="1104"/>
                    <a:pt x="2061" y="1141"/>
                    <a:pt x="1982" y="1183"/>
                  </a:cubicBezTo>
                  <a:cubicBezTo>
                    <a:pt x="1848" y="1257"/>
                    <a:pt x="1654" y="1335"/>
                    <a:pt x="1446" y="1414"/>
                  </a:cubicBezTo>
                  <a:cubicBezTo>
                    <a:pt x="1058" y="1585"/>
                    <a:pt x="596" y="1737"/>
                    <a:pt x="365" y="1779"/>
                  </a:cubicBezTo>
                  <a:cubicBezTo>
                    <a:pt x="291" y="1798"/>
                    <a:pt x="231" y="1816"/>
                    <a:pt x="176" y="1816"/>
                  </a:cubicBezTo>
                  <a:lnTo>
                    <a:pt x="176" y="1835"/>
                  </a:lnTo>
                  <a:cubicBezTo>
                    <a:pt x="176" y="1853"/>
                    <a:pt x="176" y="1895"/>
                    <a:pt x="194" y="1932"/>
                  </a:cubicBezTo>
                  <a:cubicBezTo>
                    <a:pt x="250" y="1913"/>
                    <a:pt x="310" y="1895"/>
                    <a:pt x="384" y="1876"/>
                  </a:cubicBezTo>
                  <a:cubicBezTo>
                    <a:pt x="638" y="1835"/>
                    <a:pt x="1077" y="1682"/>
                    <a:pt x="1483" y="1530"/>
                  </a:cubicBezTo>
                  <a:cubicBezTo>
                    <a:pt x="1696" y="1433"/>
                    <a:pt x="1885" y="1354"/>
                    <a:pt x="2042" y="1275"/>
                  </a:cubicBezTo>
                  <a:cubicBezTo>
                    <a:pt x="2116" y="1238"/>
                    <a:pt x="2176" y="1201"/>
                    <a:pt x="2232" y="1183"/>
                  </a:cubicBezTo>
                  <a:cubicBezTo>
                    <a:pt x="2273" y="1141"/>
                    <a:pt x="2310" y="1104"/>
                    <a:pt x="2347" y="1086"/>
                  </a:cubicBezTo>
                  <a:cubicBezTo>
                    <a:pt x="2426" y="989"/>
                    <a:pt x="2463" y="892"/>
                    <a:pt x="2463" y="758"/>
                  </a:cubicBezTo>
                  <a:cubicBezTo>
                    <a:pt x="2486" y="642"/>
                    <a:pt x="2444" y="490"/>
                    <a:pt x="2370" y="296"/>
                  </a:cubicBezTo>
                  <a:cubicBezTo>
                    <a:pt x="2329" y="199"/>
                    <a:pt x="2292" y="120"/>
                    <a:pt x="2232" y="65"/>
                  </a:cubicBezTo>
                  <a:cubicBezTo>
                    <a:pt x="2201" y="34"/>
                    <a:pt x="2142" y="0"/>
                    <a:pt x="2091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28"/>
            <p:cNvSpPr/>
            <p:nvPr/>
          </p:nvSpPr>
          <p:spPr>
            <a:xfrm>
              <a:off x="7715433" y="2016854"/>
              <a:ext cx="352524" cy="241668"/>
            </a:xfrm>
            <a:custGeom>
              <a:avLst/>
              <a:gdLst/>
              <a:ahLst/>
              <a:cxnLst/>
              <a:rect l="l" t="t" r="r" b="b"/>
              <a:pathLst>
                <a:path w="2579" h="1768" extrusionOk="0">
                  <a:moveTo>
                    <a:pt x="2230" y="0"/>
                  </a:moveTo>
                  <a:cubicBezTo>
                    <a:pt x="2113" y="0"/>
                    <a:pt x="1929" y="92"/>
                    <a:pt x="1599" y="263"/>
                  </a:cubicBezTo>
                  <a:cubicBezTo>
                    <a:pt x="985" y="573"/>
                    <a:pt x="1" y="804"/>
                    <a:pt x="1" y="804"/>
                  </a:cubicBezTo>
                  <a:cubicBezTo>
                    <a:pt x="1" y="804"/>
                    <a:pt x="38" y="1109"/>
                    <a:pt x="38" y="1303"/>
                  </a:cubicBezTo>
                  <a:cubicBezTo>
                    <a:pt x="38" y="1486"/>
                    <a:pt x="91" y="1768"/>
                    <a:pt x="322" y="1768"/>
                  </a:cubicBezTo>
                  <a:cubicBezTo>
                    <a:pt x="336" y="1768"/>
                    <a:pt x="351" y="1767"/>
                    <a:pt x="366" y="1765"/>
                  </a:cubicBezTo>
                  <a:cubicBezTo>
                    <a:pt x="615" y="1728"/>
                    <a:pt x="1964" y="1266"/>
                    <a:pt x="2214" y="1072"/>
                  </a:cubicBezTo>
                  <a:cubicBezTo>
                    <a:pt x="2486" y="859"/>
                    <a:pt x="2579" y="591"/>
                    <a:pt x="2445" y="244"/>
                  </a:cubicBezTo>
                  <a:cubicBezTo>
                    <a:pt x="2390" y="78"/>
                    <a:pt x="2338" y="0"/>
                    <a:pt x="2230" y="0"/>
                  </a:cubicBezTo>
                  <a:close/>
                </a:path>
              </a:pathLst>
            </a:custGeom>
            <a:solidFill>
              <a:srgbClr val="FFEB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28"/>
            <p:cNvSpPr/>
            <p:nvPr/>
          </p:nvSpPr>
          <p:spPr>
            <a:xfrm>
              <a:off x="7747008" y="2010429"/>
              <a:ext cx="320948" cy="252740"/>
            </a:xfrm>
            <a:custGeom>
              <a:avLst/>
              <a:gdLst/>
              <a:ahLst/>
              <a:cxnLst/>
              <a:rect l="l" t="t" r="r" b="b"/>
              <a:pathLst>
                <a:path w="2348" h="1849" extrusionOk="0">
                  <a:moveTo>
                    <a:pt x="1983" y="0"/>
                  </a:moveTo>
                  <a:cubicBezTo>
                    <a:pt x="1849" y="0"/>
                    <a:pt x="1655" y="97"/>
                    <a:pt x="1350" y="273"/>
                  </a:cubicBezTo>
                  <a:cubicBezTo>
                    <a:pt x="925" y="481"/>
                    <a:pt x="347" y="656"/>
                    <a:pt x="1" y="735"/>
                  </a:cubicBezTo>
                  <a:cubicBezTo>
                    <a:pt x="19" y="772"/>
                    <a:pt x="19" y="809"/>
                    <a:pt x="19" y="851"/>
                  </a:cubicBezTo>
                  <a:cubicBezTo>
                    <a:pt x="329" y="754"/>
                    <a:pt x="943" y="578"/>
                    <a:pt x="1405" y="347"/>
                  </a:cubicBezTo>
                  <a:cubicBezTo>
                    <a:pt x="1715" y="194"/>
                    <a:pt x="1886" y="116"/>
                    <a:pt x="1983" y="97"/>
                  </a:cubicBezTo>
                  <a:cubicBezTo>
                    <a:pt x="2043" y="97"/>
                    <a:pt x="2061" y="116"/>
                    <a:pt x="2080" y="134"/>
                  </a:cubicBezTo>
                  <a:cubicBezTo>
                    <a:pt x="2117" y="176"/>
                    <a:pt x="2140" y="231"/>
                    <a:pt x="2177" y="310"/>
                  </a:cubicBezTo>
                  <a:cubicBezTo>
                    <a:pt x="2232" y="481"/>
                    <a:pt x="2232" y="620"/>
                    <a:pt x="2195" y="735"/>
                  </a:cubicBezTo>
                  <a:cubicBezTo>
                    <a:pt x="2158" y="869"/>
                    <a:pt x="2080" y="966"/>
                    <a:pt x="1964" y="1058"/>
                  </a:cubicBezTo>
                  <a:cubicBezTo>
                    <a:pt x="1909" y="1119"/>
                    <a:pt x="1770" y="1174"/>
                    <a:pt x="1599" y="1253"/>
                  </a:cubicBezTo>
                  <a:cubicBezTo>
                    <a:pt x="1447" y="1331"/>
                    <a:pt x="1234" y="1405"/>
                    <a:pt x="1040" y="1484"/>
                  </a:cubicBezTo>
                  <a:cubicBezTo>
                    <a:pt x="846" y="1544"/>
                    <a:pt x="638" y="1618"/>
                    <a:pt x="481" y="1678"/>
                  </a:cubicBezTo>
                  <a:cubicBezTo>
                    <a:pt x="366" y="1715"/>
                    <a:pt x="269" y="1733"/>
                    <a:pt x="195" y="1752"/>
                  </a:cubicBezTo>
                  <a:cubicBezTo>
                    <a:pt x="213" y="1793"/>
                    <a:pt x="213" y="1812"/>
                    <a:pt x="213" y="1849"/>
                  </a:cubicBezTo>
                  <a:cubicBezTo>
                    <a:pt x="292" y="1830"/>
                    <a:pt x="384" y="1812"/>
                    <a:pt x="500" y="1775"/>
                  </a:cubicBezTo>
                  <a:cubicBezTo>
                    <a:pt x="675" y="1715"/>
                    <a:pt x="869" y="1659"/>
                    <a:pt x="1077" y="1581"/>
                  </a:cubicBezTo>
                  <a:cubicBezTo>
                    <a:pt x="1271" y="1502"/>
                    <a:pt x="1484" y="1428"/>
                    <a:pt x="1636" y="1350"/>
                  </a:cubicBezTo>
                  <a:cubicBezTo>
                    <a:pt x="1812" y="1271"/>
                    <a:pt x="1946" y="1216"/>
                    <a:pt x="2024" y="1156"/>
                  </a:cubicBezTo>
                  <a:cubicBezTo>
                    <a:pt x="2158" y="1040"/>
                    <a:pt x="2255" y="924"/>
                    <a:pt x="2311" y="772"/>
                  </a:cubicBezTo>
                  <a:cubicBezTo>
                    <a:pt x="2348" y="620"/>
                    <a:pt x="2329" y="462"/>
                    <a:pt x="2274" y="273"/>
                  </a:cubicBezTo>
                  <a:cubicBezTo>
                    <a:pt x="2232" y="194"/>
                    <a:pt x="2214" y="116"/>
                    <a:pt x="2158" y="60"/>
                  </a:cubicBezTo>
                  <a:cubicBezTo>
                    <a:pt x="2117" y="19"/>
                    <a:pt x="2061" y="0"/>
                    <a:pt x="2001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28"/>
            <p:cNvSpPr/>
            <p:nvPr/>
          </p:nvSpPr>
          <p:spPr>
            <a:xfrm>
              <a:off x="7741951" y="2127027"/>
              <a:ext cx="334207" cy="207495"/>
            </a:xfrm>
            <a:custGeom>
              <a:avLst/>
              <a:gdLst/>
              <a:ahLst/>
              <a:cxnLst/>
              <a:rect l="l" t="t" r="r" b="b"/>
              <a:pathLst>
                <a:path w="2445" h="1518" extrusionOk="0">
                  <a:moveTo>
                    <a:pt x="1883" y="0"/>
                  </a:moveTo>
                  <a:cubicBezTo>
                    <a:pt x="1663" y="0"/>
                    <a:pt x="1437" y="317"/>
                    <a:pt x="906" y="437"/>
                  </a:cubicBezTo>
                  <a:cubicBezTo>
                    <a:pt x="329" y="552"/>
                    <a:pt x="1" y="552"/>
                    <a:pt x="1" y="552"/>
                  </a:cubicBezTo>
                  <a:lnTo>
                    <a:pt x="19" y="1458"/>
                  </a:lnTo>
                  <a:lnTo>
                    <a:pt x="56" y="1518"/>
                  </a:lnTo>
                  <a:cubicBezTo>
                    <a:pt x="56" y="1518"/>
                    <a:pt x="865" y="1499"/>
                    <a:pt x="1655" y="1111"/>
                  </a:cubicBezTo>
                  <a:cubicBezTo>
                    <a:pt x="2445" y="728"/>
                    <a:pt x="2214" y="132"/>
                    <a:pt x="1964" y="16"/>
                  </a:cubicBezTo>
                  <a:cubicBezTo>
                    <a:pt x="1937" y="5"/>
                    <a:pt x="1910" y="0"/>
                    <a:pt x="1883" y="0"/>
                  </a:cubicBezTo>
                  <a:close/>
                </a:path>
              </a:pathLst>
            </a:custGeom>
            <a:solidFill>
              <a:srgbClr val="FFEB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28"/>
            <p:cNvSpPr/>
            <p:nvPr/>
          </p:nvSpPr>
          <p:spPr>
            <a:xfrm>
              <a:off x="7739490" y="2120876"/>
              <a:ext cx="344322" cy="221301"/>
            </a:xfrm>
            <a:custGeom>
              <a:avLst/>
              <a:gdLst/>
              <a:ahLst/>
              <a:cxnLst/>
              <a:rect l="l" t="t" r="r" b="b"/>
              <a:pathLst>
                <a:path w="2519" h="1619" extrusionOk="0">
                  <a:moveTo>
                    <a:pt x="1904" y="1"/>
                  </a:moveTo>
                  <a:cubicBezTo>
                    <a:pt x="1867" y="1"/>
                    <a:pt x="1825" y="1"/>
                    <a:pt x="1788" y="19"/>
                  </a:cubicBezTo>
                  <a:cubicBezTo>
                    <a:pt x="1710" y="43"/>
                    <a:pt x="1636" y="98"/>
                    <a:pt x="1557" y="135"/>
                  </a:cubicBezTo>
                  <a:cubicBezTo>
                    <a:pt x="1405" y="232"/>
                    <a:pt x="1211" y="366"/>
                    <a:pt x="924" y="426"/>
                  </a:cubicBezTo>
                  <a:cubicBezTo>
                    <a:pt x="555" y="505"/>
                    <a:pt x="287" y="523"/>
                    <a:pt x="153" y="542"/>
                  </a:cubicBezTo>
                  <a:cubicBezTo>
                    <a:pt x="153" y="579"/>
                    <a:pt x="171" y="597"/>
                    <a:pt x="171" y="639"/>
                  </a:cubicBezTo>
                  <a:cubicBezTo>
                    <a:pt x="305" y="639"/>
                    <a:pt x="555" y="597"/>
                    <a:pt x="943" y="523"/>
                  </a:cubicBezTo>
                  <a:cubicBezTo>
                    <a:pt x="1248" y="463"/>
                    <a:pt x="1460" y="329"/>
                    <a:pt x="1617" y="232"/>
                  </a:cubicBezTo>
                  <a:cubicBezTo>
                    <a:pt x="1691" y="177"/>
                    <a:pt x="1770" y="135"/>
                    <a:pt x="1807" y="116"/>
                  </a:cubicBezTo>
                  <a:cubicBezTo>
                    <a:pt x="1837" y="107"/>
                    <a:pt x="1866" y="103"/>
                    <a:pt x="1892" y="103"/>
                  </a:cubicBezTo>
                  <a:cubicBezTo>
                    <a:pt x="1919" y="103"/>
                    <a:pt x="1943" y="107"/>
                    <a:pt x="1964" y="116"/>
                  </a:cubicBezTo>
                  <a:cubicBezTo>
                    <a:pt x="2153" y="195"/>
                    <a:pt x="2426" y="754"/>
                    <a:pt x="1654" y="1119"/>
                  </a:cubicBezTo>
                  <a:cubicBezTo>
                    <a:pt x="998" y="1429"/>
                    <a:pt x="365" y="1484"/>
                    <a:pt x="171" y="1503"/>
                  </a:cubicBezTo>
                  <a:cubicBezTo>
                    <a:pt x="116" y="1503"/>
                    <a:pt x="56" y="1521"/>
                    <a:pt x="0" y="1521"/>
                  </a:cubicBezTo>
                  <a:lnTo>
                    <a:pt x="56" y="1618"/>
                  </a:lnTo>
                  <a:lnTo>
                    <a:pt x="74" y="1618"/>
                  </a:lnTo>
                  <a:cubicBezTo>
                    <a:pt x="74" y="1618"/>
                    <a:pt x="901" y="1581"/>
                    <a:pt x="1691" y="1198"/>
                  </a:cubicBezTo>
                  <a:cubicBezTo>
                    <a:pt x="2518" y="810"/>
                    <a:pt x="2310" y="135"/>
                    <a:pt x="2001" y="19"/>
                  </a:cubicBezTo>
                  <a:cubicBezTo>
                    <a:pt x="1982" y="1"/>
                    <a:pt x="1941" y="1"/>
                    <a:pt x="1904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28"/>
            <p:cNvSpPr/>
            <p:nvPr/>
          </p:nvSpPr>
          <p:spPr>
            <a:xfrm>
              <a:off x="6607694" y="3218092"/>
              <a:ext cx="752889" cy="1662150"/>
            </a:xfrm>
            <a:custGeom>
              <a:avLst/>
              <a:gdLst/>
              <a:ahLst/>
              <a:cxnLst/>
              <a:rect l="l" t="t" r="r" b="b"/>
              <a:pathLst>
                <a:path w="5508" h="12160" extrusionOk="0">
                  <a:moveTo>
                    <a:pt x="3757" y="0"/>
                  </a:moveTo>
                  <a:cubicBezTo>
                    <a:pt x="3730" y="0"/>
                    <a:pt x="3715" y="5"/>
                    <a:pt x="3715" y="5"/>
                  </a:cubicBezTo>
                  <a:lnTo>
                    <a:pt x="633" y="448"/>
                  </a:lnTo>
                  <a:lnTo>
                    <a:pt x="0" y="4431"/>
                  </a:lnTo>
                  <a:lnTo>
                    <a:pt x="97" y="11630"/>
                  </a:lnTo>
                  <a:cubicBezTo>
                    <a:pt x="97" y="11630"/>
                    <a:pt x="1538" y="12159"/>
                    <a:pt x="2605" y="12159"/>
                  </a:cubicBezTo>
                  <a:cubicBezTo>
                    <a:pt x="2675" y="12159"/>
                    <a:pt x="2743" y="12157"/>
                    <a:pt x="2809" y="12152"/>
                  </a:cubicBezTo>
                  <a:cubicBezTo>
                    <a:pt x="3891" y="12092"/>
                    <a:pt x="5411" y="11611"/>
                    <a:pt x="5411" y="11611"/>
                  </a:cubicBezTo>
                  <a:cubicBezTo>
                    <a:pt x="5411" y="11611"/>
                    <a:pt x="5508" y="7610"/>
                    <a:pt x="5101" y="3659"/>
                  </a:cubicBezTo>
                  <a:cubicBezTo>
                    <a:pt x="4764" y="211"/>
                    <a:pt x="3950" y="0"/>
                    <a:pt x="375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28"/>
            <p:cNvSpPr/>
            <p:nvPr/>
          </p:nvSpPr>
          <p:spPr>
            <a:xfrm>
              <a:off x="6602636" y="3210437"/>
              <a:ext cx="765601" cy="1677460"/>
            </a:xfrm>
            <a:custGeom>
              <a:avLst/>
              <a:gdLst/>
              <a:ahLst/>
              <a:cxnLst/>
              <a:rect l="l" t="t" r="r" b="b"/>
              <a:pathLst>
                <a:path w="5601" h="12272" extrusionOk="0">
                  <a:moveTo>
                    <a:pt x="3789" y="97"/>
                  </a:moveTo>
                  <a:cubicBezTo>
                    <a:pt x="3831" y="97"/>
                    <a:pt x="3849" y="116"/>
                    <a:pt x="3905" y="116"/>
                  </a:cubicBezTo>
                  <a:cubicBezTo>
                    <a:pt x="3983" y="158"/>
                    <a:pt x="4117" y="231"/>
                    <a:pt x="4251" y="444"/>
                  </a:cubicBezTo>
                  <a:cubicBezTo>
                    <a:pt x="4542" y="869"/>
                    <a:pt x="4907" y="1775"/>
                    <a:pt x="5101" y="3738"/>
                  </a:cubicBezTo>
                  <a:cubicBezTo>
                    <a:pt x="5485" y="7624"/>
                    <a:pt x="5388" y="11552"/>
                    <a:pt x="5388" y="11630"/>
                  </a:cubicBezTo>
                  <a:cubicBezTo>
                    <a:pt x="5332" y="11649"/>
                    <a:pt x="3886" y="12092"/>
                    <a:pt x="2846" y="12171"/>
                  </a:cubicBezTo>
                  <a:cubicBezTo>
                    <a:pt x="2809" y="12172"/>
                    <a:pt x="2770" y="12173"/>
                    <a:pt x="2731" y="12173"/>
                  </a:cubicBezTo>
                  <a:cubicBezTo>
                    <a:pt x="2216" y="12173"/>
                    <a:pt x="1598" y="12063"/>
                    <a:pt x="1095" y="11917"/>
                  </a:cubicBezTo>
                  <a:cubicBezTo>
                    <a:pt x="578" y="11783"/>
                    <a:pt x="231" y="11649"/>
                    <a:pt x="190" y="11649"/>
                  </a:cubicBezTo>
                  <a:lnTo>
                    <a:pt x="93" y="4487"/>
                  </a:lnTo>
                  <a:lnTo>
                    <a:pt x="730" y="560"/>
                  </a:lnTo>
                  <a:lnTo>
                    <a:pt x="3771" y="97"/>
                  </a:lnTo>
                  <a:close/>
                  <a:moveTo>
                    <a:pt x="3734" y="0"/>
                  </a:moveTo>
                  <a:lnTo>
                    <a:pt x="633" y="463"/>
                  </a:lnTo>
                  <a:lnTo>
                    <a:pt x="0" y="4487"/>
                  </a:lnTo>
                  <a:lnTo>
                    <a:pt x="93" y="11727"/>
                  </a:lnTo>
                  <a:lnTo>
                    <a:pt x="134" y="11727"/>
                  </a:lnTo>
                  <a:cubicBezTo>
                    <a:pt x="134" y="11727"/>
                    <a:pt x="536" y="11880"/>
                    <a:pt x="1077" y="12032"/>
                  </a:cubicBezTo>
                  <a:cubicBezTo>
                    <a:pt x="1549" y="12154"/>
                    <a:pt x="2120" y="12271"/>
                    <a:pt x="2630" y="12271"/>
                  </a:cubicBezTo>
                  <a:cubicBezTo>
                    <a:pt x="2704" y="12271"/>
                    <a:pt x="2776" y="12269"/>
                    <a:pt x="2846" y="12263"/>
                  </a:cubicBezTo>
                  <a:cubicBezTo>
                    <a:pt x="3928" y="12208"/>
                    <a:pt x="5466" y="11709"/>
                    <a:pt x="5466" y="11709"/>
                  </a:cubicBezTo>
                  <a:lnTo>
                    <a:pt x="5503" y="11709"/>
                  </a:lnTo>
                  <a:lnTo>
                    <a:pt x="5503" y="11667"/>
                  </a:lnTo>
                  <a:cubicBezTo>
                    <a:pt x="5503" y="11667"/>
                    <a:pt x="5600" y="7643"/>
                    <a:pt x="5198" y="3715"/>
                  </a:cubicBezTo>
                  <a:cubicBezTo>
                    <a:pt x="5004" y="1752"/>
                    <a:pt x="4658" y="828"/>
                    <a:pt x="4348" y="389"/>
                  </a:cubicBezTo>
                  <a:cubicBezTo>
                    <a:pt x="4196" y="176"/>
                    <a:pt x="4043" y="79"/>
                    <a:pt x="3946" y="19"/>
                  </a:cubicBezTo>
                  <a:cubicBezTo>
                    <a:pt x="3886" y="0"/>
                    <a:pt x="3831" y="0"/>
                    <a:pt x="3789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28"/>
            <p:cNvSpPr/>
            <p:nvPr/>
          </p:nvSpPr>
          <p:spPr>
            <a:xfrm>
              <a:off x="6007623" y="3286847"/>
              <a:ext cx="910902" cy="1547741"/>
            </a:xfrm>
            <a:custGeom>
              <a:avLst/>
              <a:gdLst/>
              <a:ahLst/>
              <a:cxnLst/>
              <a:rect l="l" t="t" r="r" b="b"/>
              <a:pathLst>
                <a:path w="6664" h="11323" extrusionOk="0">
                  <a:moveTo>
                    <a:pt x="925" y="1"/>
                  </a:moveTo>
                  <a:cubicBezTo>
                    <a:pt x="925" y="1"/>
                    <a:pt x="597" y="712"/>
                    <a:pt x="597" y="1271"/>
                  </a:cubicBezTo>
                  <a:cubicBezTo>
                    <a:pt x="578" y="1812"/>
                    <a:pt x="634" y="2292"/>
                    <a:pt x="634" y="2292"/>
                  </a:cubicBezTo>
                  <a:lnTo>
                    <a:pt x="1" y="10609"/>
                  </a:lnTo>
                  <a:cubicBezTo>
                    <a:pt x="1" y="10609"/>
                    <a:pt x="1234" y="11302"/>
                    <a:pt x="2791" y="11321"/>
                  </a:cubicBezTo>
                  <a:cubicBezTo>
                    <a:pt x="2856" y="11322"/>
                    <a:pt x="2921" y="11322"/>
                    <a:pt x="2985" y="11322"/>
                  </a:cubicBezTo>
                  <a:cubicBezTo>
                    <a:pt x="4452" y="11322"/>
                    <a:pt x="5564" y="11127"/>
                    <a:pt x="5564" y="11127"/>
                  </a:cubicBezTo>
                  <a:lnTo>
                    <a:pt x="5947" y="4353"/>
                  </a:lnTo>
                  <a:lnTo>
                    <a:pt x="6663" y="3928"/>
                  </a:lnTo>
                  <a:cubicBezTo>
                    <a:pt x="6663" y="3928"/>
                    <a:pt x="6525" y="2195"/>
                    <a:pt x="6525" y="1387"/>
                  </a:cubicBezTo>
                  <a:cubicBezTo>
                    <a:pt x="6525" y="560"/>
                    <a:pt x="6391" y="37"/>
                    <a:pt x="6391" y="37"/>
                  </a:cubicBezTo>
                  <a:cubicBezTo>
                    <a:pt x="6391" y="37"/>
                    <a:pt x="4973" y="525"/>
                    <a:pt x="3627" y="525"/>
                  </a:cubicBezTo>
                  <a:cubicBezTo>
                    <a:pt x="3579" y="525"/>
                    <a:pt x="3532" y="524"/>
                    <a:pt x="3484" y="523"/>
                  </a:cubicBezTo>
                  <a:cubicBezTo>
                    <a:pt x="2098" y="481"/>
                    <a:pt x="925" y="1"/>
                    <a:pt x="92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28"/>
            <p:cNvSpPr/>
            <p:nvPr/>
          </p:nvSpPr>
          <p:spPr>
            <a:xfrm>
              <a:off x="5999422" y="3276049"/>
              <a:ext cx="926622" cy="1566741"/>
            </a:xfrm>
            <a:custGeom>
              <a:avLst/>
              <a:gdLst/>
              <a:ahLst/>
              <a:cxnLst/>
              <a:rect l="l" t="t" r="r" b="b"/>
              <a:pathLst>
                <a:path w="6779" h="11462" extrusionOk="0">
                  <a:moveTo>
                    <a:pt x="1003" y="140"/>
                  </a:moveTo>
                  <a:cubicBezTo>
                    <a:pt x="1082" y="177"/>
                    <a:pt x="2177" y="620"/>
                    <a:pt x="3544" y="639"/>
                  </a:cubicBezTo>
                  <a:cubicBezTo>
                    <a:pt x="3596" y="640"/>
                    <a:pt x="3648" y="641"/>
                    <a:pt x="3700" y="641"/>
                  </a:cubicBezTo>
                  <a:cubicBezTo>
                    <a:pt x="5001" y="641"/>
                    <a:pt x="6321" y="213"/>
                    <a:pt x="6414" y="195"/>
                  </a:cubicBezTo>
                  <a:cubicBezTo>
                    <a:pt x="6414" y="232"/>
                    <a:pt x="6548" y="676"/>
                    <a:pt x="6529" y="1466"/>
                  </a:cubicBezTo>
                  <a:cubicBezTo>
                    <a:pt x="6529" y="2274"/>
                    <a:pt x="6663" y="3952"/>
                    <a:pt x="6663" y="3989"/>
                  </a:cubicBezTo>
                  <a:lnTo>
                    <a:pt x="5952" y="4414"/>
                  </a:lnTo>
                  <a:lnTo>
                    <a:pt x="5587" y="11150"/>
                  </a:lnTo>
                  <a:cubicBezTo>
                    <a:pt x="5529" y="11168"/>
                    <a:pt x="4474" y="11346"/>
                    <a:pt x="3056" y="11346"/>
                  </a:cubicBezTo>
                  <a:cubicBezTo>
                    <a:pt x="2989" y="11346"/>
                    <a:pt x="2920" y="11345"/>
                    <a:pt x="2851" y="11344"/>
                  </a:cubicBezTo>
                  <a:cubicBezTo>
                    <a:pt x="1331" y="11321"/>
                    <a:pt x="158" y="10688"/>
                    <a:pt x="116" y="10651"/>
                  </a:cubicBezTo>
                  <a:lnTo>
                    <a:pt x="735" y="2371"/>
                  </a:lnTo>
                  <a:cubicBezTo>
                    <a:pt x="735" y="2371"/>
                    <a:pt x="675" y="1891"/>
                    <a:pt x="694" y="1350"/>
                  </a:cubicBezTo>
                  <a:cubicBezTo>
                    <a:pt x="717" y="851"/>
                    <a:pt x="985" y="214"/>
                    <a:pt x="1003" y="140"/>
                  </a:cubicBezTo>
                  <a:close/>
                  <a:moveTo>
                    <a:pt x="948" y="1"/>
                  </a:moveTo>
                  <a:lnTo>
                    <a:pt x="925" y="61"/>
                  </a:lnTo>
                  <a:cubicBezTo>
                    <a:pt x="925" y="61"/>
                    <a:pt x="620" y="773"/>
                    <a:pt x="601" y="1332"/>
                  </a:cubicBezTo>
                  <a:cubicBezTo>
                    <a:pt x="578" y="1891"/>
                    <a:pt x="638" y="2353"/>
                    <a:pt x="638" y="2371"/>
                  </a:cubicBezTo>
                  <a:lnTo>
                    <a:pt x="1" y="10707"/>
                  </a:lnTo>
                  <a:lnTo>
                    <a:pt x="42" y="10725"/>
                  </a:lnTo>
                  <a:cubicBezTo>
                    <a:pt x="42" y="10725"/>
                    <a:pt x="1271" y="11437"/>
                    <a:pt x="2851" y="11460"/>
                  </a:cubicBezTo>
                  <a:cubicBezTo>
                    <a:pt x="2911" y="11461"/>
                    <a:pt x="2971" y="11461"/>
                    <a:pt x="3030" y="11461"/>
                  </a:cubicBezTo>
                  <a:cubicBezTo>
                    <a:pt x="4506" y="11461"/>
                    <a:pt x="5642" y="11247"/>
                    <a:pt x="5642" y="11247"/>
                  </a:cubicBezTo>
                  <a:lnTo>
                    <a:pt x="5684" y="11247"/>
                  </a:lnTo>
                  <a:lnTo>
                    <a:pt x="6049" y="4469"/>
                  </a:lnTo>
                  <a:lnTo>
                    <a:pt x="6779" y="4044"/>
                  </a:lnTo>
                  <a:lnTo>
                    <a:pt x="6779" y="4007"/>
                  </a:lnTo>
                  <a:cubicBezTo>
                    <a:pt x="6779" y="4007"/>
                    <a:pt x="6645" y="2274"/>
                    <a:pt x="6645" y="1466"/>
                  </a:cubicBezTo>
                  <a:cubicBezTo>
                    <a:pt x="6645" y="639"/>
                    <a:pt x="6511" y="116"/>
                    <a:pt x="6511" y="116"/>
                  </a:cubicBezTo>
                  <a:lnTo>
                    <a:pt x="6492" y="61"/>
                  </a:lnTo>
                  <a:lnTo>
                    <a:pt x="6432" y="80"/>
                  </a:lnTo>
                  <a:cubicBezTo>
                    <a:pt x="6432" y="80"/>
                    <a:pt x="5036" y="544"/>
                    <a:pt x="3693" y="544"/>
                  </a:cubicBezTo>
                  <a:cubicBezTo>
                    <a:pt x="3644" y="544"/>
                    <a:pt x="3594" y="543"/>
                    <a:pt x="3544" y="542"/>
                  </a:cubicBezTo>
                  <a:cubicBezTo>
                    <a:pt x="2158" y="505"/>
                    <a:pt x="1003" y="24"/>
                    <a:pt x="1003" y="24"/>
                  </a:cubicBezTo>
                  <a:lnTo>
                    <a:pt x="948" y="1"/>
                  </a:ln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28"/>
            <p:cNvSpPr/>
            <p:nvPr/>
          </p:nvSpPr>
          <p:spPr>
            <a:xfrm>
              <a:off x="6110004" y="2110897"/>
              <a:ext cx="1005628" cy="1175671"/>
            </a:xfrm>
            <a:custGeom>
              <a:avLst/>
              <a:gdLst/>
              <a:ahLst/>
              <a:cxnLst/>
              <a:rect l="l" t="t" r="r" b="b"/>
              <a:pathLst>
                <a:path w="7357" h="8601" extrusionOk="0">
                  <a:moveTo>
                    <a:pt x="5124" y="0"/>
                  </a:moveTo>
                  <a:cubicBezTo>
                    <a:pt x="5124" y="0"/>
                    <a:pt x="1331" y="323"/>
                    <a:pt x="1021" y="439"/>
                  </a:cubicBezTo>
                  <a:cubicBezTo>
                    <a:pt x="1021" y="439"/>
                    <a:pt x="619" y="536"/>
                    <a:pt x="328" y="615"/>
                  </a:cubicBezTo>
                  <a:cubicBezTo>
                    <a:pt x="42" y="712"/>
                    <a:pt x="0" y="827"/>
                    <a:pt x="0" y="827"/>
                  </a:cubicBezTo>
                  <a:cubicBezTo>
                    <a:pt x="0" y="827"/>
                    <a:pt x="1063" y="4177"/>
                    <a:pt x="1081" y="5217"/>
                  </a:cubicBezTo>
                  <a:cubicBezTo>
                    <a:pt x="1081" y="6238"/>
                    <a:pt x="869" y="8239"/>
                    <a:pt x="869" y="8239"/>
                  </a:cubicBezTo>
                  <a:cubicBezTo>
                    <a:pt x="869" y="8239"/>
                    <a:pt x="1459" y="8600"/>
                    <a:pt x="2729" y="8600"/>
                  </a:cubicBezTo>
                  <a:cubicBezTo>
                    <a:pt x="3263" y="8600"/>
                    <a:pt x="3918" y="8536"/>
                    <a:pt x="4699" y="8354"/>
                  </a:cubicBezTo>
                  <a:cubicBezTo>
                    <a:pt x="7356" y="7739"/>
                    <a:pt x="7259" y="7351"/>
                    <a:pt x="7259" y="7351"/>
                  </a:cubicBezTo>
                  <a:cubicBezTo>
                    <a:pt x="7259" y="7351"/>
                    <a:pt x="6778" y="6159"/>
                    <a:pt x="6681" y="5332"/>
                  </a:cubicBezTo>
                  <a:cubicBezTo>
                    <a:pt x="6608" y="4524"/>
                    <a:pt x="6608" y="3599"/>
                    <a:pt x="6529" y="2809"/>
                  </a:cubicBezTo>
                  <a:cubicBezTo>
                    <a:pt x="6432" y="2019"/>
                    <a:pt x="5757" y="555"/>
                    <a:pt x="5642" y="347"/>
                  </a:cubicBezTo>
                  <a:cubicBezTo>
                    <a:pt x="5545" y="134"/>
                    <a:pt x="5124" y="0"/>
                    <a:pt x="512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28"/>
            <p:cNvSpPr/>
            <p:nvPr/>
          </p:nvSpPr>
          <p:spPr>
            <a:xfrm>
              <a:off x="6102350" y="2105156"/>
              <a:ext cx="1005628" cy="1188793"/>
            </a:xfrm>
            <a:custGeom>
              <a:avLst/>
              <a:gdLst/>
              <a:ahLst/>
              <a:cxnLst/>
              <a:rect l="l" t="t" r="r" b="b"/>
              <a:pathLst>
                <a:path w="7357" h="8697" extrusionOk="0">
                  <a:moveTo>
                    <a:pt x="5180" y="97"/>
                  </a:moveTo>
                  <a:cubicBezTo>
                    <a:pt x="5180" y="97"/>
                    <a:pt x="5277" y="134"/>
                    <a:pt x="5370" y="176"/>
                  </a:cubicBezTo>
                  <a:cubicBezTo>
                    <a:pt x="5485" y="231"/>
                    <a:pt x="5624" y="329"/>
                    <a:pt x="5661" y="407"/>
                  </a:cubicBezTo>
                  <a:cubicBezTo>
                    <a:pt x="5776" y="620"/>
                    <a:pt x="6433" y="2080"/>
                    <a:pt x="6525" y="2851"/>
                  </a:cubicBezTo>
                  <a:cubicBezTo>
                    <a:pt x="6622" y="3641"/>
                    <a:pt x="6603" y="4566"/>
                    <a:pt x="6700" y="5393"/>
                  </a:cubicBezTo>
                  <a:cubicBezTo>
                    <a:pt x="6779" y="6220"/>
                    <a:pt x="7260" y="7375"/>
                    <a:pt x="7260" y="7393"/>
                  </a:cubicBezTo>
                  <a:cubicBezTo>
                    <a:pt x="7260" y="7393"/>
                    <a:pt x="7260" y="7412"/>
                    <a:pt x="7241" y="7435"/>
                  </a:cubicBezTo>
                  <a:cubicBezTo>
                    <a:pt x="7218" y="7472"/>
                    <a:pt x="7144" y="7527"/>
                    <a:pt x="7010" y="7624"/>
                  </a:cubicBezTo>
                  <a:cubicBezTo>
                    <a:pt x="6700" y="7781"/>
                    <a:pt x="6063" y="8049"/>
                    <a:pt x="4755" y="8359"/>
                  </a:cubicBezTo>
                  <a:cubicBezTo>
                    <a:pt x="3997" y="8533"/>
                    <a:pt x="3362" y="8596"/>
                    <a:pt x="2843" y="8596"/>
                  </a:cubicBezTo>
                  <a:cubicBezTo>
                    <a:pt x="2454" y="8596"/>
                    <a:pt x="2130" y="8561"/>
                    <a:pt x="1867" y="8512"/>
                  </a:cubicBezTo>
                  <a:cubicBezTo>
                    <a:pt x="1253" y="8415"/>
                    <a:pt x="1003" y="8244"/>
                    <a:pt x="980" y="8244"/>
                  </a:cubicBezTo>
                  <a:cubicBezTo>
                    <a:pt x="980" y="8183"/>
                    <a:pt x="1193" y="6280"/>
                    <a:pt x="1174" y="5259"/>
                  </a:cubicBezTo>
                  <a:cubicBezTo>
                    <a:pt x="1174" y="4718"/>
                    <a:pt x="906" y="3623"/>
                    <a:pt x="634" y="2657"/>
                  </a:cubicBezTo>
                  <a:cubicBezTo>
                    <a:pt x="384" y="1696"/>
                    <a:pt x="116" y="888"/>
                    <a:pt x="116" y="869"/>
                  </a:cubicBezTo>
                  <a:lnTo>
                    <a:pt x="153" y="828"/>
                  </a:lnTo>
                  <a:cubicBezTo>
                    <a:pt x="195" y="791"/>
                    <a:pt x="269" y="754"/>
                    <a:pt x="403" y="712"/>
                  </a:cubicBezTo>
                  <a:cubicBezTo>
                    <a:pt x="675" y="620"/>
                    <a:pt x="1077" y="523"/>
                    <a:pt x="1077" y="523"/>
                  </a:cubicBezTo>
                  <a:lnTo>
                    <a:pt x="1096" y="523"/>
                  </a:lnTo>
                  <a:cubicBezTo>
                    <a:pt x="1119" y="523"/>
                    <a:pt x="1211" y="504"/>
                    <a:pt x="1350" y="481"/>
                  </a:cubicBezTo>
                  <a:cubicBezTo>
                    <a:pt x="1484" y="463"/>
                    <a:pt x="1655" y="444"/>
                    <a:pt x="1849" y="407"/>
                  </a:cubicBezTo>
                  <a:cubicBezTo>
                    <a:pt x="2251" y="365"/>
                    <a:pt x="2755" y="310"/>
                    <a:pt x="3254" y="273"/>
                  </a:cubicBezTo>
                  <a:cubicBezTo>
                    <a:pt x="4238" y="176"/>
                    <a:pt x="5162" y="97"/>
                    <a:pt x="5180" y="97"/>
                  </a:cubicBezTo>
                  <a:close/>
                  <a:moveTo>
                    <a:pt x="5180" y="0"/>
                  </a:moveTo>
                  <a:cubicBezTo>
                    <a:pt x="5180" y="0"/>
                    <a:pt x="4238" y="79"/>
                    <a:pt x="3254" y="176"/>
                  </a:cubicBezTo>
                  <a:cubicBezTo>
                    <a:pt x="2755" y="213"/>
                    <a:pt x="2251" y="273"/>
                    <a:pt x="1849" y="310"/>
                  </a:cubicBezTo>
                  <a:cubicBezTo>
                    <a:pt x="1636" y="329"/>
                    <a:pt x="1465" y="347"/>
                    <a:pt x="1327" y="365"/>
                  </a:cubicBezTo>
                  <a:cubicBezTo>
                    <a:pt x="1211" y="389"/>
                    <a:pt x="1119" y="407"/>
                    <a:pt x="1059" y="426"/>
                  </a:cubicBezTo>
                  <a:cubicBezTo>
                    <a:pt x="1059" y="426"/>
                    <a:pt x="657" y="523"/>
                    <a:pt x="366" y="597"/>
                  </a:cubicBezTo>
                  <a:cubicBezTo>
                    <a:pt x="213" y="657"/>
                    <a:pt x="135" y="712"/>
                    <a:pt x="79" y="754"/>
                  </a:cubicBezTo>
                  <a:cubicBezTo>
                    <a:pt x="56" y="791"/>
                    <a:pt x="38" y="809"/>
                    <a:pt x="19" y="828"/>
                  </a:cubicBezTo>
                  <a:lnTo>
                    <a:pt x="19" y="851"/>
                  </a:lnTo>
                  <a:lnTo>
                    <a:pt x="1" y="869"/>
                  </a:lnTo>
                  <a:lnTo>
                    <a:pt x="19" y="888"/>
                  </a:lnTo>
                  <a:cubicBezTo>
                    <a:pt x="19" y="888"/>
                    <a:pt x="269" y="1715"/>
                    <a:pt x="541" y="2699"/>
                  </a:cubicBezTo>
                  <a:cubicBezTo>
                    <a:pt x="809" y="3660"/>
                    <a:pt x="1059" y="4755"/>
                    <a:pt x="1077" y="5259"/>
                  </a:cubicBezTo>
                  <a:cubicBezTo>
                    <a:pt x="1096" y="6280"/>
                    <a:pt x="865" y="8262"/>
                    <a:pt x="865" y="8262"/>
                  </a:cubicBezTo>
                  <a:lnTo>
                    <a:pt x="865" y="8299"/>
                  </a:lnTo>
                  <a:lnTo>
                    <a:pt x="906" y="8317"/>
                  </a:lnTo>
                  <a:cubicBezTo>
                    <a:pt x="906" y="8317"/>
                    <a:pt x="1211" y="8512"/>
                    <a:pt x="1849" y="8627"/>
                  </a:cubicBezTo>
                  <a:cubicBezTo>
                    <a:pt x="2108" y="8667"/>
                    <a:pt x="2422" y="8696"/>
                    <a:pt x="2794" y="8696"/>
                  </a:cubicBezTo>
                  <a:cubicBezTo>
                    <a:pt x="3332" y="8696"/>
                    <a:pt x="3990" y="8634"/>
                    <a:pt x="4774" y="8451"/>
                  </a:cubicBezTo>
                  <a:cubicBezTo>
                    <a:pt x="6104" y="8147"/>
                    <a:pt x="6737" y="7897"/>
                    <a:pt x="7047" y="7703"/>
                  </a:cubicBezTo>
                  <a:cubicBezTo>
                    <a:pt x="7218" y="7624"/>
                    <a:pt x="7297" y="7550"/>
                    <a:pt x="7334" y="7490"/>
                  </a:cubicBezTo>
                  <a:cubicBezTo>
                    <a:pt x="7357" y="7453"/>
                    <a:pt x="7357" y="7435"/>
                    <a:pt x="7357" y="7412"/>
                  </a:cubicBezTo>
                  <a:lnTo>
                    <a:pt x="7357" y="7393"/>
                  </a:lnTo>
                  <a:lnTo>
                    <a:pt x="7357" y="7375"/>
                  </a:lnTo>
                  <a:cubicBezTo>
                    <a:pt x="7357" y="7375"/>
                    <a:pt x="6895" y="6183"/>
                    <a:pt x="6798" y="5374"/>
                  </a:cubicBezTo>
                  <a:cubicBezTo>
                    <a:pt x="6700" y="4566"/>
                    <a:pt x="6719" y="3641"/>
                    <a:pt x="6622" y="2851"/>
                  </a:cubicBezTo>
                  <a:cubicBezTo>
                    <a:pt x="6525" y="2043"/>
                    <a:pt x="5873" y="578"/>
                    <a:pt x="5758" y="365"/>
                  </a:cubicBezTo>
                  <a:cubicBezTo>
                    <a:pt x="5679" y="231"/>
                    <a:pt x="5545" y="158"/>
                    <a:pt x="5430" y="97"/>
                  </a:cubicBezTo>
                  <a:cubicBezTo>
                    <a:pt x="5314" y="19"/>
                    <a:pt x="5199" y="0"/>
                    <a:pt x="5199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28"/>
            <p:cNvSpPr/>
            <p:nvPr/>
          </p:nvSpPr>
          <p:spPr>
            <a:xfrm>
              <a:off x="6260227" y="1815919"/>
              <a:ext cx="510537" cy="446566"/>
            </a:xfrm>
            <a:custGeom>
              <a:avLst/>
              <a:gdLst/>
              <a:ahLst/>
              <a:cxnLst/>
              <a:rect l="l" t="t" r="r" b="b"/>
              <a:pathLst>
                <a:path w="3735" h="3267" extrusionOk="0">
                  <a:moveTo>
                    <a:pt x="1022" y="0"/>
                  </a:moveTo>
                  <a:cubicBezTo>
                    <a:pt x="1022" y="0"/>
                    <a:pt x="943" y="1539"/>
                    <a:pt x="749" y="1927"/>
                  </a:cubicBezTo>
                  <a:cubicBezTo>
                    <a:pt x="634" y="2177"/>
                    <a:pt x="250" y="2366"/>
                    <a:pt x="1" y="2463"/>
                  </a:cubicBezTo>
                  <a:cubicBezTo>
                    <a:pt x="331" y="2865"/>
                    <a:pt x="852" y="3267"/>
                    <a:pt x="1592" y="3267"/>
                  </a:cubicBezTo>
                  <a:cubicBezTo>
                    <a:pt x="1669" y="3267"/>
                    <a:pt x="1749" y="3262"/>
                    <a:pt x="1831" y="3253"/>
                  </a:cubicBezTo>
                  <a:cubicBezTo>
                    <a:pt x="2810" y="3138"/>
                    <a:pt x="3406" y="2579"/>
                    <a:pt x="3734" y="2158"/>
                  </a:cubicBezTo>
                  <a:cubicBezTo>
                    <a:pt x="3697" y="2116"/>
                    <a:pt x="3637" y="2098"/>
                    <a:pt x="3582" y="2061"/>
                  </a:cubicBezTo>
                  <a:cubicBezTo>
                    <a:pt x="3235" y="1867"/>
                    <a:pt x="2907" y="1617"/>
                    <a:pt x="2810" y="1386"/>
                  </a:cubicBezTo>
                  <a:cubicBezTo>
                    <a:pt x="2736" y="1137"/>
                    <a:pt x="2773" y="0"/>
                    <a:pt x="2773" y="0"/>
                  </a:cubicBezTo>
                  <a:close/>
                </a:path>
              </a:pathLst>
            </a:custGeom>
            <a:solidFill>
              <a:srgbClr val="FFEB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28"/>
            <p:cNvSpPr/>
            <p:nvPr/>
          </p:nvSpPr>
          <p:spPr>
            <a:xfrm>
              <a:off x="6246968" y="1807717"/>
              <a:ext cx="534458" cy="462832"/>
            </a:xfrm>
            <a:custGeom>
              <a:avLst/>
              <a:gdLst/>
              <a:ahLst/>
              <a:cxnLst/>
              <a:rect l="l" t="t" r="r" b="b"/>
              <a:pathLst>
                <a:path w="3910" h="3386" extrusionOk="0">
                  <a:moveTo>
                    <a:pt x="1174" y="97"/>
                  </a:moveTo>
                  <a:lnTo>
                    <a:pt x="2810" y="116"/>
                  </a:lnTo>
                  <a:lnTo>
                    <a:pt x="2810" y="656"/>
                  </a:lnTo>
                  <a:lnTo>
                    <a:pt x="2810" y="1118"/>
                  </a:lnTo>
                  <a:cubicBezTo>
                    <a:pt x="2833" y="1271"/>
                    <a:pt x="2833" y="1386"/>
                    <a:pt x="2870" y="1446"/>
                  </a:cubicBezTo>
                  <a:cubicBezTo>
                    <a:pt x="2949" y="1714"/>
                    <a:pt x="3295" y="1987"/>
                    <a:pt x="3642" y="2158"/>
                  </a:cubicBezTo>
                  <a:cubicBezTo>
                    <a:pt x="3679" y="2176"/>
                    <a:pt x="3716" y="2195"/>
                    <a:pt x="3757" y="2218"/>
                  </a:cubicBezTo>
                  <a:cubicBezTo>
                    <a:pt x="3429" y="2639"/>
                    <a:pt x="2852" y="3161"/>
                    <a:pt x="1928" y="3258"/>
                  </a:cubicBezTo>
                  <a:cubicBezTo>
                    <a:pt x="1848" y="3267"/>
                    <a:pt x="1771" y="3271"/>
                    <a:pt x="1696" y="3271"/>
                  </a:cubicBezTo>
                  <a:cubicBezTo>
                    <a:pt x="1008" y="3271"/>
                    <a:pt x="506" y="2908"/>
                    <a:pt x="176" y="2541"/>
                  </a:cubicBezTo>
                  <a:cubicBezTo>
                    <a:pt x="292" y="2486"/>
                    <a:pt x="426" y="2426"/>
                    <a:pt x="560" y="2352"/>
                  </a:cubicBezTo>
                  <a:cubicBezTo>
                    <a:pt x="694" y="2255"/>
                    <a:pt x="828" y="2139"/>
                    <a:pt x="906" y="2005"/>
                  </a:cubicBezTo>
                  <a:cubicBezTo>
                    <a:pt x="943" y="1908"/>
                    <a:pt x="985" y="1733"/>
                    <a:pt x="1022" y="1525"/>
                  </a:cubicBezTo>
                  <a:cubicBezTo>
                    <a:pt x="1059" y="1331"/>
                    <a:pt x="1077" y="1100"/>
                    <a:pt x="1100" y="887"/>
                  </a:cubicBezTo>
                  <a:cubicBezTo>
                    <a:pt x="1156" y="462"/>
                    <a:pt x="1174" y="157"/>
                    <a:pt x="1174" y="97"/>
                  </a:cubicBezTo>
                  <a:close/>
                  <a:moveTo>
                    <a:pt x="1077" y="0"/>
                  </a:moveTo>
                  <a:lnTo>
                    <a:pt x="1077" y="60"/>
                  </a:lnTo>
                  <a:cubicBezTo>
                    <a:pt x="1077" y="60"/>
                    <a:pt x="1040" y="444"/>
                    <a:pt x="1003" y="869"/>
                  </a:cubicBezTo>
                  <a:cubicBezTo>
                    <a:pt x="985" y="1081"/>
                    <a:pt x="943" y="1312"/>
                    <a:pt x="925" y="1525"/>
                  </a:cubicBezTo>
                  <a:cubicBezTo>
                    <a:pt x="888" y="1714"/>
                    <a:pt x="846" y="1871"/>
                    <a:pt x="809" y="1964"/>
                  </a:cubicBezTo>
                  <a:cubicBezTo>
                    <a:pt x="754" y="2061"/>
                    <a:pt x="638" y="2176"/>
                    <a:pt x="500" y="2255"/>
                  </a:cubicBezTo>
                  <a:cubicBezTo>
                    <a:pt x="366" y="2352"/>
                    <a:pt x="195" y="2426"/>
                    <a:pt x="79" y="2486"/>
                  </a:cubicBezTo>
                  <a:lnTo>
                    <a:pt x="1" y="2505"/>
                  </a:lnTo>
                  <a:lnTo>
                    <a:pt x="61" y="2565"/>
                  </a:lnTo>
                  <a:cubicBezTo>
                    <a:pt x="394" y="2965"/>
                    <a:pt x="950" y="3385"/>
                    <a:pt x="1720" y="3385"/>
                  </a:cubicBezTo>
                  <a:cubicBezTo>
                    <a:pt x="1793" y="3385"/>
                    <a:pt x="1869" y="3381"/>
                    <a:pt x="1946" y="3373"/>
                  </a:cubicBezTo>
                  <a:cubicBezTo>
                    <a:pt x="2949" y="3258"/>
                    <a:pt x="3545" y="2680"/>
                    <a:pt x="3891" y="2237"/>
                  </a:cubicBezTo>
                  <a:lnTo>
                    <a:pt x="3910" y="2195"/>
                  </a:lnTo>
                  <a:lnTo>
                    <a:pt x="3873" y="2158"/>
                  </a:lnTo>
                  <a:cubicBezTo>
                    <a:pt x="3813" y="2139"/>
                    <a:pt x="3757" y="2103"/>
                    <a:pt x="3697" y="2079"/>
                  </a:cubicBezTo>
                  <a:cubicBezTo>
                    <a:pt x="3351" y="1890"/>
                    <a:pt x="3041" y="1640"/>
                    <a:pt x="2967" y="1428"/>
                  </a:cubicBezTo>
                  <a:cubicBezTo>
                    <a:pt x="2949" y="1368"/>
                    <a:pt x="2926" y="1252"/>
                    <a:pt x="2926" y="1118"/>
                  </a:cubicBezTo>
                  <a:cubicBezTo>
                    <a:pt x="2907" y="984"/>
                    <a:pt x="2907" y="809"/>
                    <a:pt x="2907" y="656"/>
                  </a:cubicBezTo>
                  <a:cubicBezTo>
                    <a:pt x="2907" y="347"/>
                    <a:pt x="2926" y="60"/>
                    <a:pt x="2926" y="60"/>
                  </a:cubicBezTo>
                  <a:lnTo>
                    <a:pt x="2926" y="0"/>
                  </a:ln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28"/>
            <p:cNvSpPr/>
            <p:nvPr/>
          </p:nvSpPr>
          <p:spPr>
            <a:xfrm>
              <a:off x="6183817" y="2042005"/>
              <a:ext cx="681673" cy="307963"/>
            </a:xfrm>
            <a:custGeom>
              <a:avLst/>
              <a:gdLst/>
              <a:ahLst/>
              <a:cxnLst/>
              <a:rect l="l" t="t" r="r" b="b"/>
              <a:pathLst>
                <a:path w="4987" h="2253" extrusionOk="0">
                  <a:moveTo>
                    <a:pt x="3776" y="0"/>
                  </a:moveTo>
                  <a:cubicBezTo>
                    <a:pt x="3697" y="0"/>
                    <a:pt x="3776" y="925"/>
                    <a:pt x="2755" y="1082"/>
                  </a:cubicBezTo>
                  <a:cubicBezTo>
                    <a:pt x="2685" y="1092"/>
                    <a:pt x="2617" y="1097"/>
                    <a:pt x="2553" y="1097"/>
                  </a:cubicBezTo>
                  <a:cubicBezTo>
                    <a:pt x="1668" y="1097"/>
                    <a:pt x="1234" y="194"/>
                    <a:pt x="1234" y="194"/>
                  </a:cubicBezTo>
                  <a:cubicBezTo>
                    <a:pt x="1234" y="194"/>
                    <a:pt x="1191" y="151"/>
                    <a:pt x="1111" y="151"/>
                  </a:cubicBezTo>
                  <a:cubicBezTo>
                    <a:pt x="1070" y="151"/>
                    <a:pt x="1020" y="162"/>
                    <a:pt x="962" y="194"/>
                  </a:cubicBezTo>
                  <a:cubicBezTo>
                    <a:pt x="791" y="291"/>
                    <a:pt x="694" y="462"/>
                    <a:pt x="347" y="559"/>
                  </a:cubicBezTo>
                  <a:cubicBezTo>
                    <a:pt x="1" y="657"/>
                    <a:pt x="79" y="675"/>
                    <a:pt x="310" y="906"/>
                  </a:cubicBezTo>
                  <a:cubicBezTo>
                    <a:pt x="496" y="1092"/>
                    <a:pt x="1434" y="2253"/>
                    <a:pt x="2763" y="2253"/>
                  </a:cubicBezTo>
                  <a:cubicBezTo>
                    <a:pt x="2951" y="2253"/>
                    <a:pt x="3147" y="2229"/>
                    <a:pt x="3351" y="2177"/>
                  </a:cubicBezTo>
                  <a:cubicBezTo>
                    <a:pt x="4986" y="1775"/>
                    <a:pt x="4797" y="523"/>
                    <a:pt x="4737" y="444"/>
                  </a:cubicBezTo>
                  <a:cubicBezTo>
                    <a:pt x="4700" y="389"/>
                    <a:pt x="3873" y="0"/>
                    <a:pt x="377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28"/>
            <p:cNvSpPr/>
            <p:nvPr/>
          </p:nvSpPr>
          <p:spPr>
            <a:xfrm>
              <a:off x="6192018" y="2034350"/>
              <a:ext cx="652558" cy="323409"/>
            </a:xfrm>
            <a:custGeom>
              <a:avLst/>
              <a:gdLst/>
              <a:ahLst/>
              <a:cxnLst/>
              <a:rect l="l" t="t" r="r" b="b"/>
              <a:pathLst>
                <a:path w="4774" h="2366" extrusionOk="0">
                  <a:moveTo>
                    <a:pt x="3771" y="116"/>
                  </a:moveTo>
                  <a:cubicBezTo>
                    <a:pt x="3790" y="135"/>
                    <a:pt x="3831" y="153"/>
                    <a:pt x="3868" y="153"/>
                  </a:cubicBezTo>
                  <a:cubicBezTo>
                    <a:pt x="3965" y="190"/>
                    <a:pt x="4081" y="250"/>
                    <a:pt x="4196" y="306"/>
                  </a:cubicBezTo>
                  <a:cubicBezTo>
                    <a:pt x="4293" y="347"/>
                    <a:pt x="4409" y="403"/>
                    <a:pt x="4506" y="445"/>
                  </a:cubicBezTo>
                  <a:cubicBezTo>
                    <a:pt x="4543" y="481"/>
                    <a:pt x="4580" y="500"/>
                    <a:pt x="4598" y="500"/>
                  </a:cubicBezTo>
                  <a:cubicBezTo>
                    <a:pt x="4621" y="518"/>
                    <a:pt x="4640" y="537"/>
                    <a:pt x="4640" y="537"/>
                  </a:cubicBezTo>
                  <a:cubicBezTo>
                    <a:pt x="4640" y="560"/>
                    <a:pt x="4658" y="579"/>
                    <a:pt x="4658" y="597"/>
                  </a:cubicBezTo>
                  <a:lnTo>
                    <a:pt x="4658" y="749"/>
                  </a:lnTo>
                  <a:cubicBezTo>
                    <a:pt x="4658" y="865"/>
                    <a:pt x="4640" y="1041"/>
                    <a:pt x="4580" y="1230"/>
                  </a:cubicBezTo>
                  <a:cubicBezTo>
                    <a:pt x="4427" y="1577"/>
                    <a:pt x="4081" y="1983"/>
                    <a:pt x="3291" y="2196"/>
                  </a:cubicBezTo>
                  <a:cubicBezTo>
                    <a:pt x="3098" y="2241"/>
                    <a:pt x="2913" y="2261"/>
                    <a:pt x="2734" y="2261"/>
                  </a:cubicBezTo>
                  <a:cubicBezTo>
                    <a:pt x="2162" y="2261"/>
                    <a:pt x="1666" y="2053"/>
                    <a:pt x="1271" y="1789"/>
                  </a:cubicBezTo>
                  <a:cubicBezTo>
                    <a:pt x="999" y="1618"/>
                    <a:pt x="786" y="1424"/>
                    <a:pt x="615" y="1272"/>
                  </a:cubicBezTo>
                  <a:cubicBezTo>
                    <a:pt x="463" y="1096"/>
                    <a:pt x="347" y="981"/>
                    <a:pt x="287" y="925"/>
                  </a:cubicBezTo>
                  <a:cubicBezTo>
                    <a:pt x="232" y="865"/>
                    <a:pt x="172" y="828"/>
                    <a:pt x="153" y="791"/>
                  </a:cubicBezTo>
                  <a:lnTo>
                    <a:pt x="116" y="749"/>
                  </a:lnTo>
                  <a:cubicBezTo>
                    <a:pt x="116" y="731"/>
                    <a:pt x="116" y="731"/>
                    <a:pt x="135" y="731"/>
                  </a:cubicBezTo>
                  <a:cubicBezTo>
                    <a:pt x="153" y="713"/>
                    <a:pt x="209" y="694"/>
                    <a:pt x="306" y="676"/>
                  </a:cubicBezTo>
                  <a:cubicBezTo>
                    <a:pt x="671" y="579"/>
                    <a:pt x="786" y="384"/>
                    <a:pt x="943" y="287"/>
                  </a:cubicBezTo>
                  <a:cubicBezTo>
                    <a:pt x="976" y="266"/>
                    <a:pt x="1010" y="257"/>
                    <a:pt x="1040" y="257"/>
                  </a:cubicBezTo>
                  <a:cubicBezTo>
                    <a:pt x="1061" y="257"/>
                    <a:pt x="1081" y="261"/>
                    <a:pt x="1096" y="269"/>
                  </a:cubicBezTo>
                  <a:cubicBezTo>
                    <a:pt x="1133" y="269"/>
                    <a:pt x="1133" y="287"/>
                    <a:pt x="1133" y="287"/>
                  </a:cubicBezTo>
                  <a:cubicBezTo>
                    <a:pt x="1156" y="306"/>
                    <a:pt x="1271" y="537"/>
                    <a:pt x="1521" y="791"/>
                  </a:cubicBezTo>
                  <a:cubicBezTo>
                    <a:pt x="1731" y="1001"/>
                    <a:pt x="2048" y="1197"/>
                    <a:pt x="2453" y="1197"/>
                  </a:cubicBezTo>
                  <a:cubicBezTo>
                    <a:pt x="2531" y="1197"/>
                    <a:pt x="2611" y="1190"/>
                    <a:pt x="2695" y="1175"/>
                  </a:cubicBezTo>
                  <a:cubicBezTo>
                    <a:pt x="3235" y="1096"/>
                    <a:pt x="3485" y="828"/>
                    <a:pt x="3600" y="560"/>
                  </a:cubicBezTo>
                  <a:cubicBezTo>
                    <a:pt x="3656" y="421"/>
                    <a:pt x="3697" y="306"/>
                    <a:pt x="3716" y="213"/>
                  </a:cubicBezTo>
                  <a:cubicBezTo>
                    <a:pt x="3734" y="172"/>
                    <a:pt x="3734" y="135"/>
                    <a:pt x="3734" y="116"/>
                  </a:cubicBezTo>
                  <a:close/>
                  <a:moveTo>
                    <a:pt x="3716" y="1"/>
                  </a:moveTo>
                  <a:cubicBezTo>
                    <a:pt x="3697" y="1"/>
                    <a:pt x="3674" y="19"/>
                    <a:pt x="3656" y="38"/>
                  </a:cubicBezTo>
                  <a:cubicBezTo>
                    <a:pt x="3656" y="56"/>
                    <a:pt x="3637" y="56"/>
                    <a:pt x="3637" y="75"/>
                  </a:cubicBezTo>
                  <a:cubicBezTo>
                    <a:pt x="3637" y="116"/>
                    <a:pt x="3619" y="135"/>
                    <a:pt x="3619" y="190"/>
                  </a:cubicBezTo>
                  <a:cubicBezTo>
                    <a:pt x="3600" y="269"/>
                    <a:pt x="3559" y="384"/>
                    <a:pt x="3503" y="518"/>
                  </a:cubicBezTo>
                  <a:cubicBezTo>
                    <a:pt x="3406" y="749"/>
                    <a:pt x="3175" y="999"/>
                    <a:pt x="2695" y="1078"/>
                  </a:cubicBezTo>
                  <a:cubicBezTo>
                    <a:pt x="2622" y="1089"/>
                    <a:pt x="2553" y="1094"/>
                    <a:pt x="2486" y="1094"/>
                  </a:cubicBezTo>
                  <a:cubicBezTo>
                    <a:pt x="2091" y="1094"/>
                    <a:pt x="1792" y="910"/>
                    <a:pt x="1595" y="713"/>
                  </a:cubicBezTo>
                  <a:cubicBezTo>
                    <a:pt x="1345" y="481"/>
                    <a:pt x="1230" y="232"/>
                    <a:pt x="1230" y="232"/>
                  </a:cubicBezTo>
                  <a:lnTo>
                    <a:pt x="1211" y="213"/>
                  </a:lnTo>
                  <a:cubicBezTo>
                    <a:pt x="1211" y="213"/>
                    <a:pt x="1174" y="172"/>
                    <a:pt x="1114" y="153"/>
                  </a:cubicBezTo>
                  <a:cubicBezTo>
                    <a:pt x="1059" y="153"/>
                    <a:pt x="980" y="153"/>
                    <a:pt x="883" y="213"/>
                  </a:cubicBezTo>
                  <a:cubicBezTo>
                    <a:pt x="694" y="306"/>
                    <a:pt x="615" y="481"/>
                    <a:pt x="269" y="579"/>
                  </a:cubicBezTo>
                  <a:cubicBezTo>
                    <a:pt x="190" y="597"/>
                    <a:pt x="135" y="615"/>
                    <a:pt x="75" y="634"/>
                  </a:cubicBezTo>
                  <a:cubicBezTo>
                    <a:pt x="56" y="652"/>
                    <a:pt x="38" y="652"/>
                    <a:pt x="19" y="676"/>
                  </a:cubicBezTo>
                  <a:cubicBezTo>
                    <a:pt x="1" y="694"/>
                    <a:pt x="1" y="731"/>
                    <a:pt x="1" y="749"/>
                  </a:cubicBezTo>
                  <a:cubicBezTo>
                    <a:pt x="1" y="791"/>
                    <a:pt x="38" y="828"/>
                    <a:pt x="75" y="865"/>
                  </a:cubicBezTo>
                  <a:lnTo>
                    <a:pt x="209" y="999"/>
                  </a:lnTo>
                  <a:cubicBezTo>
                    <a:pt x="269" y="1041"/>
                    <a:pt x="384" y="1175"/>
                    <a:pt x="555" y="1346"/>
                  </a:cubicBezTo>
                  <a:cubicBezTo>
                    <a:pt x="712" y="1503"/>
                    <a:pt x="943" y="1692"/>
                    <a:pt x="1211" y="1886"/>
                  </a:cubicBezTo>
                  <a:cubicBezTo>
                    <a:pt x="1621" y="2148"/>
                    <a:pt x="2138" y="2366"/>
                    <a:pt x="2724" y="2366"/>
                  </a:cubicBezTo>
                  <a:cubicBezTo>
                    <a:pt x="2913" y="2366"/>
                    <a:pt x="3108" y="2343"/>
                    <a:pt x="3309" y="2293"/>
                  </a:cubicBezTo>
                  <a:cubicBezTo>
                    <a:pt x="4136" y="2080"/>
                    <a:pt x="4524" y="1655"/>
                    <a:pt x="4677" y="1272"/>
                  </a:cubicBezTo>
                  <a:cubicBezTo>
                    <a:pt x="4755" y="1078"/>
                    <a:pt x="4774" y="883"/>
                    <a:pt x="4774" y="749"/>
                  </a:cubicBezTo>
                  <a:cubicBezTo>
                    <a:pt x="4774" y="676"/>
                    <a:pt x="4755" y="615"/>
                    <a:pt x="4755" y="579"/>
                  </a:cubicBezTo>
                  <a:cubicBezTo>
                    <a:pt x="4755" y="560"/>
                    <a:pt x="4755" y="537"/>
                    <a:pt x="4737" y="518"/>
                  </a:cubicBezTo>
                  <a:cubicBezTo>
                    <a:pt x="4737" y="500"/>
                    <a:pt x="4737" y="481"/>
                    <a:pt x="4714" y="481"/>
                  </a:cubicBezTo>
                  <a:cubicBezTo>
                    <a:pt x="4695" y="445"/>
                    <a:pt x="4677" y="445"/>
                    <a:pt x="4658" y="421"/>
                  </a:cubicBezTo>
                  <a:cubicBezTo>
                    <a:pt x="4621" y="403"/>
                    <a:pt x="4580" y="384"/>
                    <a:pt x="4543" y="366"/>
                  </a:cubicBezTo>
                  <a:cubicBezTo>
                    <a:pt x="4464" y="306"/>
                    <a:pt x="4349" y="250"/>
                    <a:pt x="4233" y="213"/>
                  </a:cubicBezTo>
                  <a:cubicBezTo>
                    <a:pt x="4118" y="153"/>
                    <a:pt x="4002" y="98"/>
                    <a:pt x="3905" y="56"/>
                  </a:cubicBezTo>
                  <a:cubicBezTo>
                    <a:pt x="3868" y="38"/>
                    <a:pt x="3831" y="38"/>
                    <a:pt x="3790" y="19"/>
                  </a:cubicBezTo>
                  <a:cubicBezTo>
                    <a:pt x="3771" y="19"/>
                    <a:pt x="3753" y="1"/>
                    <a:pt x="3716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28"/>
            <p:cNvSpPr/>
            <p:nvPr/>
          </p:nvSpPr>
          <p:spPr>
            <a:xfrm>
              <a:off x="6797147" y="3315963"/>
              <a:ext cx="121381" cy="510400"/>
            </a:xfrm>
            <a:custGeom>
              <a:avLst/>
              <a:gdLst/>
              <a:ahLst/>
              <a:cxnLst/>
              <a:rect l="l" t="t" r="r" b="b"/>
              <a:pathLst>
                <a:path w="888" h="3734" extrusionOk="0">
                  <a:moveTo>
                    <a:pt x="656" y="0"/>
                  </a:moveTo>
                  <a:lnTo>
                    <a:pt x="0" y="268"/>
                  </a:lnTo>
                  <a:cubicBezTo>
                    <a:pt x="0" y="268"/>
                    <a:pt x="402" y="3429"/>
                    <a:pt x="425" y="3618"/>
                  </a:cubicBezTo>
                  <a:cubicBezTo>
                    <a:pt x="444" y="3715"/>
                    <a:pt x="656" y="3733"/>
                    <a:pt x="864" y="3733"/>
                  </a:cubicBezTo>
                  <a:lnTo>
                    <a:pt x="887" y="3715"/>
                  </a:lnTo>
                  <a:cubicBezTo>
                    <a:pt x="887" y="3715"/>
                    <a:pt x="749" y="1982"/>
                    <a:pt x="749" y="1174"/>
                  </a:cubicBezTo>
                  <a:cubicBezTo>
                    <a:pt x="749" y="615"/>
                    <a:pt x="693" y="213"/>
                    <a:pt x="65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28"/>
            <p:cNvSpPr/>
            <p:nvPr/>
          </p:nvSpPr>
          <p:spPr>
            <a:xfrm>
              <a:off x="6788945" y="3305164"/>
              <a:ext cx="137100" cy="529400"/>
            </a:xfrm>
            <a:custGeom>
              <a:avLst/>
              <a:gdLst/>
              <a:ahLst/>
              <a:cxnLst/>
              <a:rect l="l" t="t" r="r" b="b"/>
              <a:pathLst>
                <a:path w="1003" h="3873" extrusionOk="0">
                  <a:moveTo>
                    <a:pt x="675" y="158"/>
                  </a:moveTo>
                  <a:cubicBezTo>
                    <a:pt x="716" y="366"/>
                    <a:pt x="772" y="754"/>
                    <a:pt x="753" y="1253"/>
                  </a:cubicBezTo>
                  <a:cubicBezTo>
                    <a:pt x="753" y="2043"/>
                    <a:pt x="887" y="3679"/>
                    <a:pt x="887" y="3757"/>
                  </a:cubicBezTo>
                  <a:lnTo>
                    <a:pt x="638" y="3757"/>
                  </a:lnTo>
                  <a:cubicBezTo>
                    <a:pt x="601" y="3739"/>
                    <a:pt x="578" y="3739"/>
                    <a:pt x="559" y="3715"/>
                  </a:cubicBezTo>
                  <a:cubicBezTo>
                    <a:pt x="541" y="3715"/>
                    <a:pt x="541" y="3697"/>
                    <a:pt x="541" y="3697"/>
                  </a:cubicBezTo>
                  <a:cubicBezTo>
                    <a:pt x="522" y="3508"/>
                    <a:pt x="116" y="444"/>
                    <a:pt x="116" y="389"/>
                  </a:cubicBezTo>
                  <a:lnTo>
                    <a:pt x="675" y="158"/>
                  </a:lnTo>
                  <a:close/>
                  <a:moveTo>
                    <a:pt x="753" y="1"/>
                  </a:moveTo>
                  <a:lnTo>
                    <a:pt x="693" y="42"/>
                  </a:lnTo>
                  <a:lnTo>
                    <a:pt x="0" y="310"/>
                  </a:lnTo>
                  <a:lnTo>
                    <a:pt x="0" y="347"/>
                  </a:lnTo>
                  <a:cubicBezTo>
                    <a:pt x="0" y="347"/>
                    <a:pt x="407" y="3508"/>
                    <a:pt x="444" y="3715"/>
                  </a:cubicBezTo>
                  <a:cubicBezTo>
                    <a:pt x="444" y="3757"/>
                    <a:pt x="462" y="3794"/>
                    <a:pt x="504" y="3812"/>
                  </a:cubicBezTo>
                  <a:cubicBezTo>
                    <a:pt x="541" y="3831"/>
                    <a:pt x="578" y="3831"/>
                    <a:pt x="619" y="3854"/>
                  </a:cubicBezTo>
                  <a:cubicBezTo>
                    <a:pt x="716" y="3873"/>
                    <a:pt x="832" y="3873"/>
                    <a:pt x="924" y="3873"/>
                  </a:cubicBezTo>
                  <a:lnTo>
                    <a:pt x="947" y="3873"/>
                  </a:lnTo>
                  <a:lnTo>
                    <a:pt x="1003" y="3831"/>
                  </a:lnTo>
                  <a:lnTo>
                    <a:pt x="1003" y="3794"/>
                  </a:lnTo>
                  <a:cubicBezTo>
                    <a:pt x="1003" y="3794"/>
                    <a:pt x="869" y="2061"/>
                    <a:pt x="869" y="1253"/>
                  </a:cubicBezTo>
                  <a:cubicBezTo>
                    <a:pt x="869" y="694"/>
                    <a:pt x="809" y="292"/>
                    <a:pt x="772" y="79"/>
                  </a:cubicBezTo>
                  <a:lnTo>
                    <a:pt x="753" y="1"/>
                  </a:ln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28"/>
            <p:cNvSpPr/>
            <p:nvPr/>
          </p:nvSpPr>
          <p:spPr>
            <a:xfrm>
              <a:off x="6226191" y="2448387"/>
              <a:ext cx="889442" cy="852399"/>
            </a:xfrm>
            <a:custGeom>
              <a:avLst/>
              <a:gdLst/>
              <a:ahLst/>
              <a:cxnLst/>
              <a:rect l="l" t="t" r="r" b="b"/>
              <a:pathLst>
                <a:path w="6507" h="6236" extrusionOk="0">
                  <a:moveTo>
                    <a:pt x="5024" y="1"/>
                  </a:moveTo>
                  <a:cubicBezTo>
                    <a:pt x="4709" y="1"/>
                    <a:pt x="4135" y="31"/>
                    <a:pt x="3290" y="188"/>
                  </a:cubicBezTo>
                  <a:cubicBezTo>
                    <a:pt x="1904" y="456"/>
                    <a:pt x="924" y="802"/>
                    <a:pt x="924" y="802"/>
                  </a:cubicBezTo>
                  <a:cubicBezTo>
                    <a:pt x="924" y="802"/>
                    <a:pt x="1308" y="2997"/>
                    <a:pt x="1345" y="3515"/>
                  </a:cubicBezTo>
                  <a:cubicBezTo>
                    <a:pt x="1405" y="4018"/>
                    <a:pt x="1271" y="4827"/>
                    <a:pt x="980" y="4924"/>
                  </a:cubicBezTo>
                  <a:cubicBezTo>
                    <a:pt x="712" y="5039"/>
                    <a:pt x="231" y="5039"/>
                    <a:pt x="213" y="5095"/>
                  </a:cubicBezTo>
                  <a:cubicBezTo>
                    <a:pt x="171" y="5173"/>
                    <a:pt x="56" y="5617"/>
                    <a:pt x="37" y="5709"/>
                  </a:cubicBezTo>
                  <a:cubicBezTo>
                    <a:pt x="0" y="5806"/>
                    <a:pt x="97" y="5825"/>
                    <a:pt x="712" y="6056"/>
                  </a:cubicBezTo>
                  <a:cubicBezTo>
                    <a:pt x="1021" y="6172"/>
                    <a:pt x="1354" y="6236"/>
                    <a:pt x="1821" y="6236"/>
                  </a:cubicBezTo>
                  <a:cubicBezTo>
                    <a:pt x="2285" y="6236"/>
                    <a:pt x="2880" y="6173"/>
                    <a:pt x="3715" y="6038"/>
                  </a:cubicBezTo>
                  <a:cubicBezTo>
                    <a:pt x="5388" y="5788"/>
                    <a:pt x="6488" y="5095"/>
                    <a:pt x="6506" y="4882"/>
                  </a:cubicBezTo>
                  <a:cubicBezTo>
                    <a:pt x="6506" y="4670"/>
                    <a:pt x="6257" y="3940"/>
                    <a:pt x="6141" y="3824"/>
                  </a:cubicBezTo>
                  <a:cubicBezTo>
                    <a:pt x="6044" y="3709"/>
                    <a:pt x="5850" y="3824"/>
                    <a:pt x="5716" y="3478"/>
                  </a:cubicBezTo>
                  <a:cubicBezTo>
                    <a:pt x="5582" y="3131"/>
                    <a:pt x="5314" y="12"/>
                    <a:pt x="5314" y="12"/>
                  </a:cubicBezTo>
                  <a:cubicBezTo>
                    <a:pt x="5314" y="12"/>
                    <a:pt x="5218" y="1"/>
                    <a:pt x="50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28"/>
            <p:cNvSpPr/>
            <p:nvPr/>
          </p:nvSpPr>
          <p:spPr>
            <a:xfrm>
              <a:off x="6223594" y="2442372"/>
              <a:ext cx="900240" cy="866341"/>
            </a:xfrm>
            <a:custGeom>
              <a:avLst/>
              <a:gdLst/>
              <a:ahLst/>
              <a:cxnLst/>
              <a:rect l="l" t="t" r="r" b="b"/>
              <a:pathLst>
                <a:path w="6586" h="6338" extrusionOk="0">
                  <a:moveTo>
                    <a:pt x="4829" y="93"/>
                  </a:moveTo>
                  <a:cubicBezTo>
                    <a:pt x="5139" y="93"/>
                    <a:pt x="5254" y="116"/>
                    <a:pt x="5291" y="116"/>
                  </a:cubicBezTo>
                  <a:cubicBezTo>
                    <a:pt x="5291" y="153"/>
                    <a:pt x="5351" y="865"/>
                    <a:pt x="5430" y="1673"/>
                  </a:cubicBezTo>
                  <a:cubicBezTo>
                    <a:pt x="5467" y="2080"/>
                    <a:pt x="5522" y="2501"/>
                    <a:pt x="5564" y="2847"/>
                  </a:cubicBezTo>
                  <a:cubicBezTo>
                    <a:pt x="5582" y="3023"/>
                    <a:pt x="5601" y="3175"/>
                    <a:pt x="5619" y="3291"/>
                  </a:cubicBezTo>
                  <a:cubicBezTo>
                    <a:pt x="5638" y="3406"/>
                    <a:pt x="5661" y="3485"/>
                    <a:pt x="5680" y="3540"/>
                  </a:cubicBezTo>
                  <a:cubicBezTo>
                    <a:pt x="5753" y="3734"/>
                    <a:pt x="5850" y="3813"/>
                    <a:pt x="5947" y="3831"/>
                  </a:cubicBezTo>
                  <a:cubicBezTo>
                    <a:pt x="5984" y="3850"/>
                    <a:pt x="6026" y="3850"/>
                    <a:pt x="6063" y="3868"/>
                  </a:cubicBezTo>
                  <a:cubicBezTo>
                    <a:pt x="6081" y="3868"/>
                    <a:pt x="6100" y="3887"/>
                    <a:pt x="6123" y="3905"/>
                  </a:cubicBezTo>
                  <a:cubicBezTo>
                    <a:pt x="6142" y="3928"/>
                    <a:pt x="6179" y="3984"/>
                    <a:pt x="6215" y="4081"/>
                  </a:cubicBezTo>
                  <a:cubicBezTo>
                    <a:pt x="6257" y="4159"/>
                    <a:pt x="6294" y="4275"/>
                    <a:pt x="6331" y="4390"/>
                  </a:cubicBezTo>
                  <a:cubicBezTo>
                    <a:pt x="6373" y="4483"/>
                    <a:pt x="6410" y="4598"/>
                    <a:pt x="6428" y="4695"/>
                  </a:cubicBezTo>
                  <a:cubicBezTo>
                    <a:pt x="6447" y="4792"/>
                    <a:pt x="6470" y="4889"/>
                    <a:pt x="6470" y="4926"/>
                  </a:cubicBezTo>
                  <a:cubicBezTo>
                    <a:pt x="6470" y="4926"/>
                    <a:pt x="6447" y="4968"/>
                    <a:pt x="6428" y="5005"/>
                  </a:cubicBezTo>
                  <a:cubicBezTo>
                    <a:pt x="6391" y="5023"/>
                    <a:pt x="6354" y="5083"/>
                    <a:pt x="6276" y="5120"/>
                  </a:cubicBezTo>
                  <a:cubicBezTo>
                    <a:pt x="6160" y="5217"/>
                    <a:pt x="5966" y="5333"/>
                    <a:pt x="5716" y="5448"/>
                  </a:cubicBezTo>
                  <a:cubicBezTo>
                    <a:pt x="5236" y="5680"/>
                    <a:pt x="4561" y="5911"/>
                    <a:pt x="3734" y="6045"/>
                  </a:cubicBezTo>
                  <a:cubicBezTo>
                    <a:pt x="2879" y="6172"/>
                    <a:pt x="2276" y="6234"/>
                    <a:pt x="1810" y="6234"/>
                  </a:cubicBezTo>
                  <a:cubicBezTo>
                    <a:pt x="1362" y="6234"/>
                    <a:pt x="1042" y="6176"/>
                    <a:pt x="749" y="6063"/>
                  </a:cubicBezTo>
                  <a:cubicBezTo>
                    <a:pt x="440" y="5948"/>
                    <a:pt x="269" y="5869"/>
                    <a:pt x="172" y="5832"/>
                  </a:cubicBezTo>
                  <a:cubicBezTo>
                    <a:pt x="135" y="5814"/>
                    <a:pt x="116" y="5795"/>
                    <a:pt x="93" y="5795"/>
                  </a:cubicBezTo>
                  <a:lnTo>
                    <a:pt x="93" y="5777"/>
                  </a:lnTo>
                  <a:cubicBezTo>
                    <a:pt x="116" y="5716"/>
                    <a:pt x="153" y="5582"/>
                    <a:pt x="190" y="5448"/>
                  </a:cubicBezTo>
                  <a:cubicBezTo>
                    <a:pt x="232" y="5314"/>
                    <a:pt x="269" y="5176"/>
                    <a:pt x="269" y="5157"/>
                  </a:cubicBezTo>
                  <a:lnTo>
                    <a:pt x="324" y="5157"/>
                  </a:lnTo>
                  <a:cubicBezTo>
                    <a:pt x="384" y="5139"/>
                    <a:pt x="440" y="5139"/>
                    <a:pt x="518" y="5120"/>
                  </a:cubicBezTo>
                  <a:cubicBezTo>
                    <a:pt x="694" y="5102"/>
                    <a:pt x="883" y="5083"/>
                    <a:pt x="1017" y="5023"/>
                  </a:cubicBezTo>
                  <a:cubicBezTo>
                    <a:pt x="1114" y="4986"/>
                    <a:pt x="1174" y="4908"/>
                    <a:pt x="1230" y="4792"/>
                  </a:cubicBezTo>
                  <a:cubicBezTo>
                    <a:pt x="1290" y="4695"/>
                    <a:pt x="1327" y="4561"/>
                    <a:pt x="1364" y="4427"/>
                  </a:cubicBezTo>
                  <a:cubicBezTo>
                    <a:pt x="1424" y="4136"/>
                    <a:pt x="1442" y="3813"/>
                    <a:pt x="1424" y="3540"/>
                  </a:cubicBezTo>
                  <a:cubicBezTo>
                    <a:pt x="1405" y="3291"/>
                    <a:pt x="1290" y="2616"/>
                    <a:pt x="1193" y="2002"/>
                  </a:cubicBezTo>
                  <a:cubicBezTo>
                    <a:pt x="1096" y="1405"/>
                    <a:pt x="999" y="925"/>
                    <a:pt x="999" y="883"/>
                  </a:cubicBezTo>
                  <a:cubicBezTo>
                    <a:pt x="1040" y="865"/>
                    <a:pt x="1965" y="537"/>
                    <a:pt x="3309" y="287"/>
                  </a:cubicBezTo>
                  <a:cubicBezTo>
                    <a:pt x="4002" y="153"/>
                    <a:pt x="4506" y="116"/>
                    <a:pt x="4829" y="93"/>
                  </a:cubicBezTo>
                  <a:close/>
                  <a:moveTo>
                    <a:pt x="4829" y="1"/>
                  </a:moveTo>
                  <a:cubicBezTo>
                    <a:pt x="4506" y="19"/>
                    <a:pt x="3984" y="56"/>
                    <a:pt x="3291" y="190"/>
                  </a:cubicBezTo>
                  <a:cubicBezTo>
                    <a:pt x="1904" y="440"/>
                    <a:pt x="925" y="786"/>
                    <a:pt x="925" y="786"/>
                  </a:cubicBezTo>
                  <a:lnTo>
                    <a:pt x="883" y="809"/>
                  </a:lnTo>
                  <a:lnTo>
                    <a:pt x="883" y="846"/>
                  </a:lnTo>
                  <a:cubicBezTo>
                    <a:pt x="883" y="846"/>
                    <a:pt x="980" y="1405"/>
                    <a:pt x="1077" y="2020"/>
                  </a:cubicBezTo>
                  <a:cubicBezTo>
                    <a:pt x="1193" y="2635"/>
                    <a:pt x="1290" y="3309"/>
                    <a:pt x="1327" y="3559"/>
                  </a:cubicBezTo>
                  <a:cubicBezTo>
                    <a:pt x="1345" y="3813"/>
                    <a:pt x="1327" y="4136"/>
                    <a:pt x="1271" y="4409"/>
                  </a:cubicBezTo>
                  <a:cubicBezTo>
                    <a:pt x="1230" y="4543"/>
                    <a:pt x="1193" y="4658"/>
                    <a:pt x="1133" y="4755"/>
                  </a:cubicBezTo>
                  <a:cubicBezTo>
                    <a:pt x="1096" y="4852"/>
                    <a:pt x="1040" y="4908"/>
                    <a:pt x="980" y="4926"/>
                  </a:cubicBezTo>
                  <a:cubicBezTo>
                    <a:pt x="865" y="4968"/>
                    <a:pt x="671" y="5005"/>
                    <a:pt x="518" y="5023"/>
                  </a:cubicBezTo>
                  <a:cubicBezTo>
                    <a:pt x="440" y="5023"/>
                    <a:pt x="366" y="5042"/>
                    <a:pt x="306" y="5042"/>
                  </a:cubicBezTo>
                  <a:cubicBezTo>
                    <a:pt x="287" y="5060"/>
                    <a:pt x="250" y="5060"/>
                    <a:pt x="232" y="5060"/>
                  </a:cubicBezTo>
                  <a:cubicBezTo>
                    <a:pt x="209" y="5083"/>
                    <a:pt x="190" y="5102"/>
                    <a:pt x="172" y="5120"/>
                  </a:cubicBezTo>
                  <a:cubicBezTo>
                    <a:pt x="153" y="5176"/>
                    <a:pt x="135" y="5291"/>
                    <a:pt x="93" y="5430"/>
                  </a:cubicBezTo>
                  <a:cubicBezTo>
                    <a:pt x="56" y="5564"/>
                    <a:pt x="19" y="5698"/>
                    <a:pt x="1" y="5735"/>
                  </a:cubicBezTo>
                  <a:cubicBezTo>
                    <a:pt x="1" y="5777"/>
                    <a:pt x="1" y="5814"/>
                    <a:pt x="19" y="5850"/>
                  </a:cubicBezTo>
                  <a:cubicBezTo>
                    <a:pt x="38" y="5892"/>
                    <a:pt x="75" y="5911"/>
                    <a:pt x="135" y="5929"/>
                  </a:cubicBezTo>
                  <a:cubicBezTo>
                    <a:pt x="232" y="5984"/>
                    <a:pt x="403" y="6045"/>
                    <a:pt x="712" y="6160"/>
                  </a:cubicBezTo>
                  <a:cubicBezTo>
                    <a:pt x="1020" y="6276"/>
                    <a:pt x="1356" y="6338"/>
                    <a:pt x="1825" y="6338"/>
                  </a:cubicBezTo>
                  <a:cubicBezTo>
                    <a:pt x="2294" y="6338"/>
                    <a:pt x="2896" y="6276"/>
                    <a:pt x="3734" y="6142"/>
                  </a:cubicBezTo>
                  <a:cubicBezTo>
                    <a:pt x="4580" y="6008"/>
                    <a:pt x="5273" y="5777"/>
                    <a:pt x="5777" y="5546"/>
                  </a:cubicBezTo>
                  <a:cubicBezTo>
                    <a:pt x="6026" y="5430"/>
                    <a:pt x="6215" y="5314"/>
                    <a:pt x="6354" y="5199"/>
                  </a:cubicBezTo>
                  <a:cubicBezTo>
                    <a:pt x="6410" y="5157"/>
                    <a:pt x="6470" y="5102"/>
                    <a:pt x="6507" y="5060"/>
                  </a:cubicBezTo>
                  <a:cubicBezTo>
                    <a:pt x="6544" y="5023"/>
                    <a:pt x="6562" y="4986"/>
                    <a:pt x="6562" y="4926"/>
                  </a:cubicBezTo>
                  <a:cubicBezTo>
                    <a:pt x="6585" y="4871"/>
                    <a:pt x="6562" y="4774"/>
                    <a:pt x="6525" y="4677"/>
                  </a:cubicBezTo>
                  <a:cubicBezTo>
                    <a:pt x="6507" y="4580"/>
                    <a:pt x="6470" y="4464"/>
                    <a:pt x="6428" y="4349"/>
                  </a:cubicBezTo>
                  <a:cubicBezTo>
                    <a:pt x="6391" y="4233"/>
                    <a:pt x="6354" y="4118"/>
                    <a:pt x="6313" y="4021"/>
                  </a:cubicBezTo>
                  <a:cubicBezTo>
                    <a:pt x="6276" y="3947"/>
                    <a:pt x="6239" y="3868"/>
                    <a:pt x="6197" y="3831"/>
                  </a:cubicBezTo>
                  <a:cubicBezTo>
                    <a:pt x="6160" y="3790"/>
                    <a:pt x="6123" y="3771"/>
                    <a:pt x="6081" y="3753"/>
                  </a:cubicBezTo>
                  <a:cubicBezTo>
                    <a:pt x="6045" y="3753"/>
                    <a:pt x="6008" y="3753"/>
                    <a:pt x="5966" y="3734"/>
                  </a:cubicBezTo>
                  <a:cubicBezTo>
                    <a:pt x="5911" y="3716"/>
                    <a:pt x="5850" y="3674"/>
                    <a:pt x="5777" y="3503"/>
                  </a:cubicBezTo>
                  <a:cubicBezTo>
                    <a:pt x="5777" y="3485"/>
                    <a:pt x="5753" y="3388"/>
                    <a:pt x="5735" y="3272"/>
                  </a:cubicBezTo>
                  <a:cubicBezTo>
                    <a:pt x="5716" y="3157"/>
                    <a:pt x="5698" y="3004"/>
                    <a:pt x="5680" y="2829"/>
                  </a:cubicBezTo>
                  <a:cubicBezTo>
                    <a:pt x="5619" y="2482"/>
                    <a:pt x="5582" y="2080"/>
                    <a:pt x="5546" y="1655"/>
                  </a:cubicBezTo>
                  <a:cubicBezTo>
                    <a:pt x="5448" y="846"/>
                    <a:pt x="5388" y="56"/>
                    <a:pt x="5388" y="56"/>
                  </a:cubicBezTo>
                  <a:lnTo>
                    <a:pt x="5388" y="19"/>
                  </a:lnTo>
                  <a:lnTo>
                    <a:pt x="5333" y="19"/>
                  </a:lnTo>
                  <a:cubicBezTo>
                    <a:pt x="5333" y="19"/>
                    <a:pt x="5176" y="1"/>
                    <a:pt x="4829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28"/>
            <p:cNvSpPr/>
            <p:nvPr/>
          </p:nvSpPr>
          <p:spPr>
            <a:xfrm>
              <a:off x="6352493" y="2450027"/>
              <a:ext cx="607724" cy="210366"/>
            </a:xfrm>
            <a:custGeom>
              <a:avLst/>
              <a:gdLst/>
              <a:ahLst/>
              <a:cxnLst/>
              <a:rect l="l" t="t" r="r" b="b"/>
              <a:pathLst>
                <a:path w="4446" h="1539" extrusionOk="0">
                  <a:moveTo>
                    <a:pt x="4002" y="0"/>
                  </a:moveTo>
                  <a:cubicBezTo>
                    <a:pt x="3678" y="0"/>
                    <a:pt x="3138" y="37"/>
                    <a:pt x="2366" y="176"/>
                  </a:cubicBezTo>
                  <a:cubicBezTo>
                    <a:pt x="980" y="444"/>
                    <a:pt x="0" y="790"/>
                    <a:pt x="0" y="790"/>
                  </a:cubicBezTo>
                  <a:cubicBezTo>
                    <a:pt x="0" y="790"/>
                    <a:pt x="56" y="1118"/>
                    <a:pt x="134" y="1539"/>
                  </a:cubicBezTo>
                  <a:cubicBezTo>
                    <a:pt x="481" y="1423"/>
                    <a:pt x="1271" y="1174"/>
                    <a:pt x="2445" y="1003"/>
                  </a:cubicBezTo>
                  <a:cubicBezTo>
                    <a:pt x="3618" y="827"/>
                    <a:pt x="4196" y="753"/>
                    <a:pt x="4445" y="712"/>
                  </a:cubicBezTo>
                  <a:cubicBezTo>
                    <a:pt x="4408" y="310"/>
                    <a:pt x="4390" y="0"/>
                    <a:pt x="439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28"/>
            <p:cNvSpPr/>
            <p:nvPr/>
          </p:nvSpPr>
          <p:spPr>
            <a:xfrm>
              <a:off x="6344292" y="2442372"/>
              <a:ext cx="624127" cy="228819"/>
            </a:xfrm>
            <a:custGeom>
              <a:avLst/>
              <a:gdLst/>
              <a:ahLst/>
              <a:cxnLst/>
              <a:rect l="l" t="t" r="r" b="b"/>
              <a:pathLst>
                <a:path w="4566" h="1674" extrusionOk="0">
                  <a:moveTo>
                    <a:pt x="4062" y="93"/>
                  </a:moveTo>
                  <a:cubicBezTo>
                    <a:pt x="4293" y="93"/>
                    <a:pt x="4371" y="116"/>
                    <a:pt x="4408" y="116"/>
                  </a:cubicBezTo>
                  <a:cubicBezTo>
                    <a:pt x="4408" y="153"/>
                    <a:pt x="4431" y="384"/>
                    <a:pt x="4468" y="731"/>
                  </a:cubicBezTo>
                  <a:cubicBezTo>
                    <a:pt x="4200" y="768"/>
                    <a:pt x="3641" y="828"/>
                    <a:pt x="2505" y="999"/>
                  </a:cubicBezTo>
                  <a:cubicBezTo>
                    <a:pt x="1350" y="1174"/>
                    <a:pt x="596" y="1405"/>
                    <a:pt x="231" y="1539"/>
                  </a:cubicBezTo>
                  <a:cubicBezTo>
                    <a:pt x="176" y="1174"/>
                    <a:pt x="116" y="902"/>
                    <a:pt x="116" y="883"/>
                  </a:cubicBezTo>
                  <a:cubicBezTo>
                    <a:pt x="176" y="865"/>
                    <a:pt x="1100" y="537"/>
                    <a:pt x="2426" y="287"/>
                  </a:cubicBezTo>
                  <a:cubicBezTo>
                    <a:pt x="3198" y="135"/>
                    <a:pt x="3738" y="116"/>
                    <a:pt x="4062" y="93"/>
                  </a:cubicBezTo>
                  <a:close/>
                  <a:moveTo>
                    <a:pt x="4062" y="1"/>
                  </a:moveTo>
                  <a:cubicBezTo>
                    <a:pt x="3738" y="1"/>
                    <a:pt x="3179" y="38"/>
                    <a:pt x="2408" y="190"/>
                  </a:cubicBezTo>
                  <a:cubicBezTo>
                    <a:pt x="1021" y="440"/>
                    <a:pt x="42" y="786"/>
                    <a:pt x="42" y="786"/>
                  </a:cubicBezTo>
                  <a:lnTo>
                    <a:pt x="0" y="809"/>
                  </a:lnTo>
                  <a:lnTo>
                    <a:pt x="0" y="846"/>
                  </a:lnTo>
                  <a:cubicBezTo>
                    <a:pt x="0" y="846"/>
                    <a:pt x="60" y="1174"/>
                    <a:pt x="134" y="1618"/>
                  </a:cubicBezTo>
                  <a:lnTo>
                    <a:pt x="134" y="1673"/>
                  </a:lnTo>
                  <a:lnTo>
                    <a:pt x="194" y="1655"/>
                  </a:lnTo>
                  <a:cubicBezTo>
                    <a:pt x="559" y="1521"/>
                    <a:pt x="1350" y="1290"/>
                    <a:pt x="2523" y="1114"/>
                  </a:cubicBezTo>
                  <a:cubicBezTo>
                    <a:pt x="3678" y="925"/>
                    <a:pt x="4274" y="846"/>
                    <a:pt x="4524" y="828"/>
                  </a:cubicBezTo>
                  <a:lnTo>
                    <a:pt x="4565" y="828"/>
                  </a:lnTo>
                  <a:lnTo>
                    <a:pt x="4565" y="768"/>
                  </a:lnTo>
                  <a:cubicBezTo>
                    <a:pt x="4524" y="366"/>
                    <a:pt x="4505" y="56"/>
                    <a:pt x="4505" y="56"/>
                  </a:cubicBezTo>
                  <a:lnTo>
                    <a:pt x="4505" y="19"/>
                  </a:lnTo>
                  <a:lnTo>
                    <a:pt x="4450" y="19"/>
                  </a:lnTo>
                  <a:cubicBezTo>
                    <a:pt x="4450" y="19"/>
                    <a:pt x="4334" y="1"/>
                    <a:pt x="4062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28"/>
            <p:cNvSpPr/>
            <p:nvPr/>
          </p:nvSpPr>
          <p:spPr>
            <a:xfrm>
              <a:off x="6163040" y="2146710"/>
              <a:ext cx="294430" cy="460372"/>
            </a:xfrm>
            <a:custGeom>
              <a:avLst/>
              <a:gdLst/>
              <a:ahLst/>
              <a:cxnLst/>
              <a:rect l="l" t="t" r="r" b="b"/>
              <a:pathLst>
                <a:path w="2154" h="3368" extrusionOk="0">
                  <a:moveTo>
                    <a:pt x="429" y="0"/>
                  </a:moveTo>
                  <a:cubicBezTo>
                    <a:pt x="342" y="0"/>
                    <a:pt x="250" y="18"/>
                    <a:pt x="171" y="61"/>
                  </a:cubicBezTo>
                  <a:cubicBezTo>
                    <a:pt x="0" y="159"/>
                    <a:pt x="19" y="353"/>
                    <a:pt x="19" y="353"/>
                  </a:cubicBezTo>
                  <a:cubicBezTo>
                    <a:pt x="19" y="353"/>
                    <a:pt x="42" y="344"/>
                    <a:pt x="83" y="344"/>
                  </a:cubicBezTo>
                  <a:cubicBezTo>
                    <a:pt x="234" y="344"/>
                    <a:pt x="633" y="464"/>
                    <a:pt x="1058" y="1586"/>
                  </a:cubicBezTo>
                  <a:cubicBezTo>
                    <a:pt x="1405" y="2469"/>
                    <a:pt x="1460" y="3240"/>
                    <a:pt x="1576" y="3319"/>
                  </a:cubicBezTo>
                  <a:cubicBezTo>
                    <a:pt x="1619" y="3353"/>
                    <a:pt x="1691" y="3367"/>
                    <a:pt x="1767" y="3367"/>
                  </a:cubicBezTo>
                  <a:cubicBezTo>
                    <a:pt x="1898" y="3367"/>
                    <a:pt x="2042" y="3327"/>
                    <a:pt x="2080" y="3277"/>
                  </a:cubicBezTo>
                  <a:cubicBezTo>
                    <a:pt x="2153" y="3222"/>
                    <a:pt x="1904" y="1794"/>
                    <a:pt x="1460" y="967"/>
                  </a:cubicBezTo>
                  <a:cubicBezTo>
                    <a:pt x="1040" y="140"/>
                    <a:pt x="712" y="43"/>
                    <a:pt x="596" y="25"/>
                  </a:cubicBezTo>
                  <a:cubicBezTo>
                    <a:pt x="548" y="9"/>
                    <a:pt x="490" y="0"/>
                    <a:pt x="4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28"/>
            <p:cNvSpPr/>
            <p:nvPr/>
          </p:nvSpPr>
          <p:spPr>
            <a:xfrm>
              <a:off x="6165500" y="2192365"/>
              <a:ext cx="137" cy="2597"/>
            </a:xfrm>
            <a:custGeom>
              <a:avLst/>
              <a:gdLst/>
              <a:ahLst/>
              <a:cxnLst/>
              <a:rect l="l" t="t" r="r" b="b"/>
              <a:pathLst>
                <a:path w="1" h="19" extrusionOk="0">
                  <a:moveTo>
                    <a:pt x="1" y="0"/>
                  </a:moveTo>
                  <a:lnTo>
                    <a:pt x="1" y="19"/>
                  </a:lnTo>
                  <a:lnTo>
                    <a:pt x="1" y="19"/>
                  </a:lnTo>
                  <a:close/>
                </a:path>
              </a:pathLst>
            </a:custGeom>
            <a:solidFill>
              <a:srgbClr val="24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28"/>
            <p:cNvSpPr/>
            <p:nvPr/>
          </p:nvSpPr>
          <p:spPr>
            <a:xfrm>
              <a:off x="6183817" y="2194825"/>
              <a:ext cx="118920" cy="152956"/>
            </a:xfrm>
            <a:custGeom>
              <a:avLst/>
              <a:gdLst/>
              <a:ahLst/>
              <a:cxnLst/>
              <a:rect l="l" t="t" r="r" b="b"/>
              <a:pathLst>
                <a:path w="870" h="1119" extrusionOk="0">
                  <a:moveTo>
                    <a:pt x="1" y="1"/>
                  </a:moveTo>
                  <a:lnTo>
                    <a:pt x="1" y="1"/>
                  </a:lnTo>
                  <a:cubicBezTo>
                    <a:pt x="195" y="38"/>
                    <a:pt x="523" y="250"/>
                    <a:pt x="869" y="1119"/>
                  </a:cubicBezTo>
                  <a:cubicBezTo>
                    <a:pt x="523" y="250"/>
                    <a:pt x="195" y="38"/>
                    <a:pt x="1" y="1"/>
                  </a:cubicBezTo>
                  <a:close/>
                </a:path>
              </a:pathLst>
            </a:custGeom>
            <a:solidFill>
              <a:srgbClr val="95A1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28"/>
            <p:cNvSpPr/>
            <p:nvPr/>
          </p:nvSpPr>
          <p:spPr>
            <a:xfrm>
              <a:off x="6173155" y="2192365"/>
              <a:ext cx="10799" cy="2597"/>
            </a:xfrm>
            <a:custGeom>
              <a:avLst/>
              <a:gdLst/>
              <a:ahLst/>
              <a:cxnLst/>
              <a:rect l="l" t="t" r="r" b="b"/>
              <a:pathLst>
                <a:path w="79" h="19" extrusionOk="0">
                  <a:moveTo>
                    <a:pt x="0" y="0"/>
                  </a:moveTo>
                  <a:lnTo>
                    <a:pt x="0" y="0"/>
                  </a:lnTo>
                  <a:cubicBezTo>
                    <a:pt x="23" y="0"/>
                    <a:pt x="42" y="0"/>
                    <a:pt x="79" y="19"/>
                  </a:cubicBezTo>
                  <a:lnTo>
                    <a:pt x="79" y="19"/>
                  </a:lnTo>
                  <a:cubicBezTo>
                    <a:pt x="42" y="0"/>
                    <a:pt x="23" y="0"/>
                    <a:pt x="0" y="0"/>
                  </a:cubicBezTo>
                  <a:close/>
                </a:path>
              </a:pathLst>
            </a:custGeom>
            <a:solidFill>
              <a:srgbClr val="24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28"/>
            <p:cNvSpPr/>
            <p:nvPr/>
          </p:nvSpPr>
          <p:spPr>
            <a:xfrm>
              <a:off x="6352493" y="2508120"/>
              <a:ext cx="7655" cy="39230"/>
            </a:xfrm>
            <a:custGeom>
              <a:avLst/>
              <a:gdLst/>
              <a:ahLst/>
              <a:cxnLst/>
              <a:rect l="l" t="t" r="r" b="b"/>
              <a:pathLst>
                <a:path w="56" h="287" extrusionOk="0">
                  <a:moveTo>
                    <a:pt x="0" y="0"/>
                  </a:moveTo>
                  <a:cubicBezTo>
                    <a:pt x="19" y="97"/>
                    <a:pt x="37" y="190"/>
                    <a:pt x="56" y="287"/>
                  </a:cubicBezTo>
                  <a:lnTo>
                    <a:pt x="56" y="287"/>
                  </a:lnTo>
                  <a:cubicBezTo>
                    <a:pt x="37" y="190"/>
                    <a:pt x="19" y="97"/>
                    <a:pt x="0" y="0"/>
                  </a:cubicBezTo>
                  <a:close/>
                </a:path>
              </a:pathLst>
            </a:custGeom>
            <a:solidFill>
              <a:srgbClr val="95A1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28"/>
            <p:cNvSpPr/>
            <p:nvPr/>
          </p:nvSpPr>
          <p:spPr>
            <a:xfrm>
              <a:off x="6360011" y="2547214"/>
              <a:ext cx="137" cy="137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4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28"/>
            <p:cNvSpPr/>
            <p:nvPr/>
          </p:nvSpPr>
          <p:spPr>
            <a:xfrm>
              <a:off x="6362608" y="2560473"/>
              <a:ext cx="87208" cy="47568"/>
            </a:xfrm>
            <a:custGeom>
              <a:avLst/>
              <a:gdLst/>
              <a:ahLst/>
              <a:cxnLst/>
              <a:rect l="l" t="t" r="r" b="b"/>
              <a:pathLst>
                <a:path w="638" h="348" extrusionOk="0">
                  <a:moveTo>
                    <a:pt x="638" y="232"/>
                  </a:moveTo>
                  <a:lnTo>
                    <a:pt x="638" y="232"/>
                  </a:lnTo>
                  <a:lnTo>
                    <a:pt x="638" y="232"/>
                  </a:lnTo>
                  <a:close/>
                  <a:moveTo>
                    <a:pt x="0" y="1"/>
                  </a:moveTo>
                  <a:lnTo>
                    <a:pt x="0" y="1"/>
                  </a:lnTo>
                  <a:cubicBezTo>
                    <a:pt x="42" y="176"/>
                    <a:pt x="79" y="269"/>
                    <a:pt x="116" y="292"/>
                  </a:cubicBezTo>
                  <a:cubicBezTo>
                    <a:pt x="157" y="329"/>
                    <a:pt x="213" y="347"/>
                    <a:pt x="291" y="347"/>
                  </a:cubicBezTo>
                  <a:cubicBezTo>
                    <a:pt x="425" y="347"/>
                    <a:pt x="578" y="310"/>
                    <a:pt x="620" y="250"/>
                  </a:cubicBezTo>
                  <a:cubicBezTo>
                    <a:pt x="638" y="250"/>
                    <a:pt x="638" y="250"/>
                    <a:pt x="638" y="232"/>
                  </a:cubicBezTo>
                  <a:cubicBezTo>
                    <a:pt x="638" y="250"/>
                    <a:pt x="638" y="250"/>
                    <a:pt x="620" y="250"/>
                  </a:cubicBezTo>
                  <a:cubicBezTo>
                    <a:pt x="578" y="310"/>
                    <a:pt x="425" y="347"/>
                    <a:pt x="291" y="347"/>
                  </a:cubicBezTo>
                  <a:cubicBezTo>
                    <a:pt x="213" y="347"/>
                    <a:pt x="157" y="329"/>
                    <a:pt x="116" y="292"/>
                  </a:cubicBezTo>
                  <a:cubicBezTo>
                    <a:pt x="79" y="269"/>
                    <a:pt x="42" y="176"/>
                    <a:pt x="0" y="1"/>
                  </a:cubicBezTo>
                  <a:close/>
                </a:path>
              </a:pathLst>
            </a:custGeom>
            <a:solidFill>
              <a:srgbClr val="276C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28"/>
            <p:cNvSpPr/>
            <p:nvPr/>
          </p:nvSpPr>
          <p:spPr>
            <a:xfrm>
              <a:off x="6360011" y="2547214"/>
              <a:ext cx="2734" cy="13396"/>
            </a:xfrm>
            <a:custGeom>
              <a:avLst/>
              <a:gdLst/>
              <a:ahLst/>
              <a:cxnLst/>
              <a:rect l="l" t="t" r="r" b="b"/>
              <a:pathLst>
                <a:path w="20" h="98" extrusionOk="0">
                  <a:moveTo>
                    <a:pt x="1" y="1"/>
                  </a:moveTo>
                  <a:lnTo>
                    <a:pt x="1" y="1"/>
                  </a:lnTo>
                  <a:cubicBezTo>
                    <a:pt x="1" y="42"/>
                    <a:pt x="19" y="79"/>
                    <a:pt x="19" y="98"/>
                  </a:cubicBezTo>
                  <a:lnTo>
                    <a:pt x="19" y="98"/>
                  </a:lnTo>
                  <a:cubicBezTo>
                    <a:pt x="19" y="79"/>
                    <a:pt x="1" y="42"/>
                    <a:pt x="1" y="1"/>
                  </a:cubicBezTo>
                  <a:close/>
                </a:path>
              </a:pathLst>
            </a:custGeom>
            <a:solidFill>
              <a:srgbClr val="24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28"/>
            <p:cNvSpPr/>
            <p:nvPr/>
          </p:nvSpPr>
          <p:spPr>
            <a:xfrm>
              <a:off x="6157299" y="2138645"/>
              <a:ext cx="300171" cy="476365"/>
            </a:xfrm>
            <a:custGeom>
              <a:avLst/>
              <a:gdLst/>
              <a:ahLst/>
              <a:cxnLst/>
              <a:rect l="l" t="t" r="r" b="b"/>
              <a:pathLst>
                <a:path w="2196" h="3485" extrusionOk="0">
                  <a:moveTo>
                    <a:pt x="2103" y="3299"/>
                  </a:moveTo>
                  <a:cubicBezTo>
                    <a:pt x="2096" y="3305"/>
                    <a:pt x="2090" y="3311"/>
                    <a:pt x="2083" y="3316"/>
                  </a:cubicBezTo>
                  <a:lnTo>
                    <a:pt x="2083" y="3316"/>
                  </a:lnTo>
                  <a:lnTo>
                    <a:pt x="2103" y="3299"/>
                  </a:lnTo>
                  <a:close/>
                  <a:moveTo>
                    <a:pt x="498" y="110"/>
                  </a:moveTo>
                  <a:cubicBezTo>
                    <a:pt x="548" y="110"/>
                    <a:pt x="597" y="114"/>
                    <a:pt x="638" y="120"/>
                  </a:cubicBezTo>
                  <a:cubicBezTo>
                    <a:pt x="694" y="144"/>
                    <a:pt x="772" y="162"/>
                    <a:pt x="925" y="296"/>
                  </a:cubicBezTo>
                  <a:cubicBezTo>
                    <a:pt x="1063" y="412"/>
                    <a:pt x="1253" y="643"/>
                    <a:pt x="1465" y="1045"/>
                  </a:cubicBezTo>
                  <a:cubicBezTo>
                    <a:pt x="1678" y="1451"/>
                    <a:pt x="1849" y="2010"/>
                    <a:pt x="1964" y="2472"/>
                  </a:cubicBezTo>
                  <a:cubicBezTo>
                    <a:pt x="2006" y="2722"/>
                    <a:pt x="2043" y="2916"/>
                    <a:pt x="2061" y="3068"/>
                  </a:cubicBezTo>
                  <a:cubicBezTo>
                    <a:pt x="2080" y="3147"/>
                    <a:pt x="2080" y="3221"/>
                    <a:pt x="2080" y="3262"/>
                  </a:cubicBezTo>
                  <a:lnTo>
                    <a:pt x="2080" y="3318"/>
                  </a:lnTo>
                  <a:lnTo>
                    <a:pt x="2080" y="3318"/>
                  </a:lnTo>
                  <a:cubicBezTo>
                    <a:pt x="2065" y="3328"/>
                    <a:pt x="2049" y="3336"/>
                    <a:pt x="2024" y="3336"/>
                  </a:cubicBezTo>
                  <a:cubicBezTo>
                    <a:pt x="1988" y="3355"/>
                    <a:pt x="1927" y="3355"/>
                    <a:pt x="1890" y="3378"/>
                  </a:cubicBezTo>
                  <a:cubicBezTo>
                    <a:pt x="1775" y="3378"/>
                    <a:pt x="1678" y="3355"/>
                    <a:pt x="1641" y="3336"/>
                  </a:cubicBezTo>
                  <a:cubicBezTo>
                    <a:pt x="1641" y="3336"/>
                    <a:pt x="1641" y="3318"/>
                    <a:pt x="1618" y="3299"/>
                  </a:cubicBezTo>
                  <a:cubicBezTo>
                    <a:pt x="1599" y="3281"/>
                    <a:pt x="1599" y="3239"/>
                    <a:pt x="1581" y="3184"/>
                  </a:cubicBezTo>
                  <a:cubicBezTo>
                    <a:pt x="1562" y="3087"/>
                    <a:pt x="1525" y="2953"/>
                    <a:pt x="1502" y="2800"/>
                  </a:cubicBezTo>
                  <a:cubicBezTo>
                    <a:pt x="1428" y="2491"/>
                    <a:pt x="1331" y="2066"/>
                    <a:pt x="1156" y="1622"/>
                  </a:cubicBezTo>
                  <a:cubicBezTo>
                    <a:pt x="888" y="911"/>
                    <a:pt x="620" y="583"/>
                    <a:pt x="407" y="449"/>
                  </a:cubicBezTo>
                  <a:cubicBezTo>
                    <a:pt x="292" y="375"/>
                    <a:pt x="213" y="352"/>
                    <a:pt x="139" y="352"/>
                  </a:cubicBezTo>
                  <a:cubicBezTo>
                    <a:pt x="139" y="296"/>
                    <a:pt x="139" y="218"/>
                    <a:pt x="255" y="162"/>
                  </a:cubicBezTo>
                  <a:cubicBezTo>
                    <a:pt x="314" y="123"/>
                    <a:pt x="408" y="110"/>
                    <a:pt x="498" y="110"/>
                  </a:cubicBezTo>
                  <a:close/>
                  <a:moveTo>
                    <a:pt x="464" y="0"/>
                  </a:moveTo>
                  <a:cubicBezTo>
                    <a:pt x="370" y="0"/>
                    <a:pt x="272" y="20"/>
                    <a:pt x="195" y="65"/>
                  </a:cubicBezTo>
                  <a:cubicBezTo>
                    <a:pt x="1" y="181"/>
                    <a:pt x="1" y="412"/>
                    <a:pt x="1" y="412"/>
                  </a:cubicBezTo>
                  <a:lnTo>
                    <a:pt x="1" y="467"/>
                  </a:lnTo>
                  <a:lnTo>
                    <a:pt x="61" y="449"/>
                  </a:lnTo>
                  <a:lnTo>
                    <a:pt x="139" y="449"/>
                  </a:lnTo>
                  <a:cubicBezTo>
                    <a:pt x="176" y="449"/>
                    <a:pt x="255" y="467"/>
                    <a:pt x="347" y="527"/>
                  </a:cubicBezTo>
                  <a:cubicBezTo>
                    <a:pt x="523" y="661"/>
                    <a:pt x="791" y="952"/>
                    <a:pt x="1063" y="1664"/>
                  </a:cubicBezTo>
                  <a:cubicBezTo>
                    <a:pt x="1216" y="2107"/>
                    <a:pt x="1331" y="2509"/>
                    <a:pt x="1387" y="2819"/>
                  </a:cubicBezTo>
                  <a:cubicBezTo>
                    <a:pt x="1428" y="2990"/>
                    <a:pt x="1447" y="3105"/>
                    <a:pt x="1484" y="3221"/>
                  </a:cubicBezTo>
                  <a:cubicBezTo>
                    <a:pt x="1502" y="3262"/>
                    <a:pt x="1502" y="3299"/>
                    <a:pt x="1525" y="3336"/>
                  </a:cubicBezTo>
                  <a:cubicBezTo>
                    <a:pt x="1544" y="3378"/>
                    <a:pt x="1562" y="3396"/>
                    <a:pt x="1581" y="3433"/>
                  </a:cubicBezTo>
                  <a:cubicBezTo>
                    <a:pt x="1629" y="3471"/>
                    <a:pt x="1692" y="3485"/>
                    <a:pt x="1760" y="3485"/>
                  </a:cubicBezTo>
                  <a:cubicBezTo>
                    <a:pt x="1802" y="3485"/>
                    <a:pt x="1846" y="3479"/>
                    <a:pt x="1890" y="3470"/>
                  </a:cubicBezTo>
                  <a:cubicBezTo>
                    <a:pt x="1946" y="3470"/>
                    <a:pt x="2006" y="3452"/>
                    <a:pt x="2043" y="3433"/>
                  </a:cubicBezTo>
                  <a:cubicBezTo>
                    <a:pt x="2103" y="3433"/>
                    <a:pt x="2140" y="3415"/>
                    <a:pt x="2158" y="3378"/>
                  </a:cubicBezTo>
                  <a:cubicBezTo>
                    <a:pt x="2195" y="3355"/>
                    <a:pt x="2177" y="3336"/>
                    <a:pt x="2195" y="3318"/>
                  </a:cubicBezTo>
                  <a:lnTo>
                    <a:pt x="2195" y="3262"/>
                  </a:lnTo>
                  <a:cubicBezTo>
                    <a:pt x="2195" y="3202"/>
                    <a:pt x="2177" y="3147"/>
                    <a:pt x="2177" y="3068"/>
                  </a:cubicBezTo>
                  <a:cubicBezTo>
                    <a:pt x="2158" y="2893"/>
                    <a:pt x="2122" y="2685"/>
                    <a:pt x="2061" y="2454"/>
                  </a:cubicBezTo>
                  <a:cubicBezTo>
                    <a:pt x="1946" y="1992"/>
                    <a:pt x="1775" y="1414"/>
                    <a:pt x="1562" y="1008"/>
                  </a:cubicBezTo>
                  <a:cubicBezTo>
                    <a:pt x="1331" y="583"/>
                    <a:pt x="1137" y="352"/>
                    <a:pt x="985" y="218"/>
                  </a:cubicBezTo>
                  <a:cubicBezTo>
                    <a:pt x="832" y="84"/>
                    <a:pt x="717" y="47"/>
                    <a:pt x="657" y="28"/>
                  </a:cubicBezTo>
                  <a:cubicBezTo>
                    <a:pt x="600" y="11"/>
                    <a:pt x="533" y="0"/>
                    <a:pt x="464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28"/>
            <p:cNvSpPr/>
            <p:nvPr/>
          </p:nvSpPr>
          <p:spPr>
            <a:xfrm>
              <a:off x="6776233" y="2061142"/>
              <a:ext cx="194647" cy="443149"/>
            </a:xfrm>
            <a:custGeom>
              <a:avLst/>
              <a:gdLst/>
              <a:ahLst/>
              <a:cxnLst/>
              <a:rect l="l" t="t" r="r" b="b"/>
              <a:pathLst>
                <a:path w="1424" h="3242" extrusionOk="0">
                  <a:moveTo>
                    <a:pt x="227" y="0"/>
                  </a:moveTo>
                  <a:cubicBezTo>
                    <a:pt x="111" y="0"/>
                    <a:pt x="11" y="38"/>
                    <a:pt x="1" y="133"/>
                  </a:cubicBezTo>
                  <a:cubicBezTo>
                    <a:pt x="1" y="133"/>
                    <a:pt x="366" y="766"/>
                    <a:pt x="578" y="1653"/>
                  </a:cubicBezTo>
                  <a:cubicBezTo>
                    <a:pt x="786" y="2559"/>
                    <a:pt x="768" y="3058"/>
                    <a:pt x="828" y="3192"/>
                  </a:cubicBezTo>
                  <a:cubicBezTo>
                    <a:pt x="845" y="3228"/>
                    <a:pt x="896" y="3241"/>
                    <a:pt x="960" y="3241"/>
                  </a:cubicBezTo>
                  <a:cubicBezTo>
                    <a:pt x="1102" y="3241"/>
                    <a:pt x="1307" y="3175"/>
                    <a:pt x="1345" y="3136"/>
                  </a:cubicBezTo>
                  <a:cubicBezTo>
                    <a:pt x="1424" y="3058"/>
                    <a:pt x="999" y="1265"/>
                    <a:pt x="865" y="803"/>
                  </a:cubicBezTo>
                  <a:cubicBezTo>
                    <a:pt x="731" y="341"/>
                    <a:pt x="671" y="151"/>
                    <a:pt x="518" y="73"/>
                  </a:cubicBezTo>
                  <a:cubicBezTo>
                    <a:pt x="439" y="28"/>
                    <a:pt x="327" y="0"/>
                    <a:pt x="2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28"/>
            <p:cNvSpPr/>
            <p:nvPr/>
          </p:nvSpPr>
          <p:spPr>
            <a:xfrm>
              <a:off x="6770629" y="2055264"/>
              <a:ext cx="197790" cy="455451"/>
            </a:xfrm>
            <a:custGeom>
              <a:avLst/>
              <a:gdLst/>
              <a:ahLst/>
              <a:cxnLst/>
              <a:rect l="l" t="t" r="r" b="b"/>
              <a:pathLst>
                <a:path w="1447" h="3332" extrusionOk="0">
                  <a:moveTo>
                    <a:pt x="250" y="97"/>
                  </a:moveTo>
                  <a:cubicBezTo>
                    <a:pt x="347" y="97"/>
                    <a:pt x="462" y="116"/>
                    <a:pt x="522" y="153"/>
                  </a:cubicBezTo>
                  <a:cubicBezTo>
                    <a:pt x="596" y="194"/>
                    <a:pt x="638" y="250"/>
                    <a:pt x="693" y="365"/>
                  </a:cubicBezTo>
                  <a:cubicBezTo>
                    <a:pt x="735" y="481"/>
                    <a:pt x="790" y="638"/>
                    <a:pt x="850" y="869"/>
                  </a:cubicBezTo>
                  <a:cubicBezTo>
                    <a:pt x="924" y="1077"/>
                    <a:pt x="1058" y="1655"/>
                    <a:pt x="1174" y="2158"/>
                  </a:cubicBezTo>
                  <a:cubicBezTo>
                    <a:pt x="1234" y="2426"/>
                    <a:pt x="1271" y="2676"/>
                    <a:pt x="1312" y="2851"/>
                  </a:cubicBezTo>
                  <a:cubicBezTo>
                    <a:pt x="1331" y="2948"/>
                    <a:pt x="1331" y="3022"/>
                    <a:pt x="1349" y="3082"/>
                  </a:cubicBezTo>
                  <a:lnTo>
                    <a:pt x="1349" y="3138"/>
                  </a:lnTo>
                  <a:cubicBezTo>
                    <a:pt x="1331" y="3138"/>
                    <a:pt x="1312" y="3156"/>
                    <a:pt x="1271" y="3179"/>
                  </a:cubicBezTo>
                  <a:cubicBezTo>
                    <a:pt x="1234" y="3198"/>
                    <a:pt x="1174" y="3216"/>
                    <a:pt x="1118" y="3216"/>
                  </a:cubicBezTo>
                  <a:cubicBezTo>
                    <a:pt x="1058" y="3235"/>
                    <a:pt x="1003" y="3235"/>
                    <a:pt x="966" y="3235"/>
                  </a:cubicBezTo>
                  <a:cubicBezTo>
                    <a:pt x="943" y="3216"/>
                    <a:pt x="924" y="3216"/>
                    <a:pt x="924" y="3198"/>
                  </a:cubicBezTo>
                  <a:cubicBezTo>
                    <a:pt x="906" y="3198"/>
                    <a:pt x="906" y="3138"/>
                    <a:pt x="887" y="3064"/>
                  </a:cubicBezTo>
                  <a:cubicBezTo>
                    <a:pt x="887" y="2985"/>
                    <a:pt x="869" y="2870"/>
                    <a:pt x="850" y="2754"/>
                  </a:cubicBezTo>
                  <a:cubicBezTo>
                    <a:pt x="827" y="2486"/>
                    <a:pt x="772" y="2140"/>
                    <a:pt x="675" y="1696"/>
                  </a:cubicBezTo>
                  <a:cubicBezTo>
                    <a:pt x="462" y="809"/>
                    <a:pt x="116" y="194"/>
                    <a:pt x="97" y="153"/>
                  </a:cubicBezTo>
                  <a:cubicBezTo>
                    <a:pt x="97" y="153"/>
                    <a:pt x="116" y="134"/>
                    <a:pt x="134" y="116"/>
                  </a:cubicBezTo>
                  <a:cubicBezTo>
                    <a:pt x="157" y="116"/>
                    <a:pt x="194" y="97"/>
                    <a:pt x="250" y="97"/>
                  </a:cubicBezTo>
                  <a:close/>
                  <a:moveTo>
                    <a:pt x="250" y="0"/>
                  </a:moveTo>
                  <a:cubicBezTo>
                    <a:pt x="194" y="0"/>
                    <a:pt x="134" y="0"/>
                    <a:pt x="79" y="37"/>
                  </a:cubicBezTo>
                  <a:cubicBezTo>
                    <a:pt x="42" y="60"/>
                    <a:pt x="0" y="97"/>
                    <a:pt x="0" y="153"/>
                  </a:cubicBezTo>
                  <a:lnTo>
                    <a:pt x="0" y="176"/>
                  </a:lnTo>
                  <a:lnTo>
                    <a:pt x="0" y="194"/>
                  </a:lnTo>
                  <a:cubicBezTo>
                    <a:pt x="0" y="194"/>
                    <a:pt x="365" y="828"/>
                    <a:pt x="578" y="1715"/>
                  </a:cubicBezTo>
                  <a:cubicBezTo>
                    <a:pt x="675" y="2158"/>
                    <a:pt x="712" y="2505"/>
                    <a:pt x="753" y="2754"/>
                  </a:cubicBezTo>
                  <a:cubicBezTo>
                    <a:pt x="772" y="2888"/>
                    <a:pt x="772" y="2985"/>
                    <a:pt x="790" y="3064"/>
                  </a:cubicBezTo>
                  <a:cubicBezTo>
                    <a:pt x="790" y="3156"/>
                    <a:pt x="809" y="3198"/>
                    <a:pt x="827" y="3253"/>
                  </a:cubicBezTo>
                  <a:cubicBezTo>
                    <a:pt x="850" y="3313"/>
                    <a:pt x="906" y="3332"/>
                    <a:pt x="966" y="3332"/>
                  </a:cubicBezTo>
                  <a:cubicBezTo>
                    <a:pt x="1021" y="3332"/>
                    <a:pt x="1081" y="3332"/>
                    <a:pt x="1137" y="3313"/>
                  </a:cubicBezTo>
                  <a:cubicBezTo>
                    <a:pt x="1197" y="3313"/>
                    <a:pt x="1252" y="3295"/>
                    <a:pt x="1312" y="3272"/>
                  </a:cubicBezTo>
                  <a:cubicBezTo>
                    <a:pt x="1368" y="3253"/>
                    <a:pt x="1405" y="3235"/>
                    <a:pt x="1428" y="3216"/>
                  </a:cubicBezTo>
                  <a:cubicBezTo>
                    <a:pt x="1446" y="3198"/>
                    <a:pt x="1446" y="3179"/>
                    <a:pt x="1446" y="3179"/>
                  </a:cubicBezTo>
                  <a:lnTo>
                    <a:pt x="1446" y="3138"/>
                  </a:lnTo>
                  <a:lnTo>
                    <a:pt x="1446" y="3064"/>
                  </a:lnTo>
                  <a:cubicBezTo>
                    <a:pt x="1446" y="3004"/>
                    <a:pt x="1428" y="2925"/>
                    <a:pt x="1405" y="2833"/>
                  </a:cubicBezTo>
                  <a:cubicBezTo>
                    <a:pt x="1386" y="2657"/>
                    <a:pt x="1331" y="2408"/>
                    <a:pt x="1271" y="2140"/>
                  </a:cubicBezTo>
                  <a:cubicBezTo>
                    <a:pt x="1155" y="1618"/>
                    <a:pt x="1021" y="1059"/>
                    <a:pt x="966" y="828"/>
                  </a:cubicBezTo>
                  <a:cubicBezTo>
                    <a:pt x="887" y="596"/>
                    <a:pt x="850" y="444"/>
                    <a:pt x="790" y="310"/>
                  </a:cubicBezTo>
                  <a:cubicBezTo>
                    <a:pt x="735" y="194"/>
                    <a:pt x="656" y="116"/>
                    <a:pt x="578" y="60"/>
                  </a:cubicBezTo>
                  <a:cubicBezTo>
                    <a:pt x="481" y="19"/>
                    <a:pt x="365" y="0"/>
                    <a:pt x="250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28"/>
            <p:cNvSpPr/>
            <p:nvPr/>
          </p:nvSpPr>
          <p:spPr>
            <a:xfrm>
              <a:off x="6776233" y="2065926"/>
              <a:ext cx="186445" cy="436588"/>
            </a:xfrm>
            <a:custGeom>
              <a:avLst/>
              <a:gdLst/>
              <a:ahLst/>
              <a:cxnLst/>
              <a:rect l="l" t="t" r="r" b="b"/>
              <a:pathLst>
                <a:path w="1364" h="3194" extrusionOk="0">
                  <a:moveTo>
                    <a:pt x="93" y="1"/>
                  </a:moveTo>
                  <a:cubicBezTo>
                    <a:pt x="38" y="1"/>
                    <a:pt x="1" y="38"/>
                    <a:pt x="1" y="98"/>
                  </a:cubicBezTo>
                  <a:cubicBezTo>
                    <a:pt x="1" y="98"/>
                    <a:pt x="366" y="731"/>
                    <a:pt x="578" y="1618"/>
                  </a:cubicBezTo>
                  <a:cubicBezTo>
                    <a:pt x="786" y="2524"/>
                    <a:pt x="768" y="3023"/>
                    <a:pt x="828" y="3157"/>
                  </a:cubicBezTo>
                  <a:cubicBezTo>
                    <a:pt x="846" y="3194"/>
                    <a:pt x="902" y="3194"/>
                    <a:pt x="962" y="3194"/>
                  </a:cubicBezTo>
                  <a:cubicBezTo>
                    <a:pt x="1114" y="3194"/>
                    <a:pt x="1308" y="3138"/>
                    <a:pt x="1345" y="3101"/>
                  </a:cubicBezTo>
                  <a:cubicBezTo>
                    <a:pt x="1364" y="3060"/>
                    <a:pt x="1345" y="2829"/>
                    <a:pt x="1271" y="2501"/>
                  </a:cubicBezTo>
                  <a:cubicBezTo>
                    <a:pt x="1248" y="2501"/>
                    <a:pt x="1230" y="2501"/>
                    <a:pt x="1211" y="2482"/>
                  </a:cubicBezTo>
                  <a:lnTo>
                    <a:pt x="1211" y="2482"/>
                  </a:lnTo>
                  <a:cubicBezTo>
                    <a:pt x="1230" y="2598"/>
                    <a:pt x="1248" y="2695"/>
                    <a:pt x="1271" y="2773"/>
                  </a:cubicBezTo>
                  <a:cubicBezTo>
                    <a:pt x="1290" y="2870"/>
                    <a:pt x="1290" y="2944"/>
                    <a:pt x="1308" y="3004"/>
                  </a:cubicBezTo>
                  <a:lnTo>
                    <a:pt x="1308" y="3060"/>
                  </a:lnTo>
                  <a:cubicBezTo>
                    <a:pt x="1290" y="3060"/>
                    <a:pt x="1271" y="3078"/>
                    <a:pt x="1230" y="3101"/>
                  </a:cubicBezTo>
                  <a:cubicBezTo>
                    <a:pt x="1193" y="3120"/>
                    <a:pt x="1133" y="3138"/>
                    <a:pt x="1077" y="3138"/>
                  </a:cubicBezTo>
                  <a:cubicBezTo>
                    <a:pt x="1040" y="3138"/>
                    <a:pt x="999" y="3157"/>
                    <a:pt x="962" y="3157"/>
                  </a:cubicBezTo>
                  <a:lnTo>
                    <a:pt x="925" y="3157"/>
                  </a:lnTo>
                  <a:cubicBezTo>
                    <a:pt x="902" y="3138"/>
                    <a:pt x="883" y="3138"/>
                    <a:pt x="883" y="3120"/>
                  </a:cubicBezTo>
                  <a:cubicBezTo>
                    <a:pt x="865" y="3120"/>
                    <a:pt x="865" y="3060"/>
                    <a:pt x="846" y="2986"/>
                  </a:cubicBezTo>
                  <a:cubicBezTo>
                    <a:pt x="846" y="2907"/>
                    <a:pt x="828" y="2792"/>
                    <a:pt x="809" y="2676"/>
                  </a:cubicBezTo>
                  <a:cubicBezTo>
                    <a:pt x="786" y="2408"/>
                    <a:pt x="731" y="2062"/>
                    <a:pt x="634" y="1618"/>
                  </a:cubicBezTo>
                  <a:cubicBezTo>
                    <a:pt x="421" y="731"/>
                    <a:pt x="75" y="116"/>
                    <a:pt x="56" y="75"/>
                  </a:cubicBezTo>
                  <a:cubicBezTo>
                    <a:pt x="56" y="75"/>
                    <a:pt x="75" y="56"/>
                    <a:pt x="93" y="38"/>
                  </a:cubicBezTo>
                  <a:lnTo>
                    <a:pt x="116" y="38"/>
                  </a:lnTo>
                  <a:cubicBezTo>
                    <a:pt x="116" y="19"/>
                    <a:pt x="93" y="1"/>
                    <a:pt x="93" y="1"/>
                  </a:cubicBezTo>
                  <a:close/>
                </a:path>
              </a:pathLst>
            </a:custGeom>
            <a:solidFill>
              <a:srgbClr val="24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28"/>
            <p:cNvSpPr/>
            <p:nvPr/>
          </p:nvSpPr>
          <p:spPr>
            <a:xfrm>
              <a:off x="6381471" y="2528897"/>
              <a:ext cx="57683" cy="58230"/>
            </a:xfrm>
            <a:custGeom>
              <a:avLst/>
              <a:gdLst/>
              <a:ahLst/>
              <a:cxnLst/>
              <a:rect l="l" t="t" r="r" b="b"/>
              <a:pathLst>
                <a:path w="422" h="426" extrusionOk="0">
                  <a:moveTo>
                    <a:pt x="209" y="1"/>
                  </a:moveTo>
                  <a:cubicBezTo>
                    <a:pt x="93" y="1"/>
                    <a:pt x="1" y="98"/>
                    <a:pt x="1" y="213"/>
                  </a:cubicBezTo>
                  <a:cubicBezTo>
                    <a:pt x="1" y="329"/>
                    <a:pt x="93" y="426"/>
                    <a:pt x="209" y="426"/>
                  </a:cubicBezTo>
                  <a:cubicBezTo>
                    <a:pt x="324" y="426"/>
                    <a:pt x="421" y="329"/>
                    <a:pt x="421" y="213"/>
                  </a:cubicBezTo>
                  <a:cubicBezTo>
                    <a:pt x="421" y="98"/>
                    <a:pt x="324" y="1"/>
                    <a:pt x="2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28"/>
            <p:cNvSpPr/>
            <p:nvPr/>
          </p:nvSpPr>
          <p:spPr>
            <a:xfrm>
              <a:off x="6373270" y="2529260"/>
              <a:ext cx="74086" cy="73403"/>
            </a:xfrm>
            <a:custGeom>
              <a:avLst/>
              <a:gdLst/>
              <a:ahLst/>
              <a:cxnLst/>
              <a:rect l="l" t="t" r="r" b="b"/>
              <a:pathLst>
                <a:path w="542" h="537" extrusionOk="0">
                  <a:moveTo>
                    <a:pt x="269" y="93"/>
                  </a:moveTo>
                  <a:cubicBezTo>
                    <a:pt x="366" y="93"/>
                    <a:pt x="426" y="171"/>
                    <a:pt x="426" y="268"/>
                  </a:cubicBezTo>
                  <a:cubicBezTo>
                    <a:pt x="426" y="347"/>
                    <a:pt x="366" y="421"/>
                    <a:pt x="269" y="421"/>
                  </a:cubicBezTo>
                  <a:cubicBezTo>
                    <a:pt x="176" y="421"/>
                    <a:pt x="116" y="347"/>
                    <a:pt x="116" y="268"/>
                  </a:cubicBezTo>
                  <a:cubicBezTo>
                    <a:pt x="116" y="171"/>
                    <a:pt x="176" y="93"/>
                    <a:pt x="269" y="93"/>
                  </a:cubicBezTo>
                  <a:close/>
                  <a:moveTo>
                    <a:pt x="269" y="0"/>
                  </a:moveTo>
                  <a:cubicBezTo>
                    <a:pt x="116" y="0"/>
                    <a:pt x="1" y="116"/>
                    <a:pt x="1" y="268"/>
                  </a:cubicBezTo>
                  <a:cubicBezTo>
                    <a:pt x="1" y="402"/>
                    <a:pt x="116" y="536"/>
                    <a:pt x="269" y="536"/>
                  </a:cubicBezTo>
                  <a:cubicBezTo>
                    <a:pt x="426" y="536"/>
                    <a:pt x="542" y="402"/>
                    <a:pt x="542" y="268"/>
                  </a:cubicBezTo>
                  <a:cubicBezTo>
                    <a:pt x="542" y="116"/>
                    <a:pt x="426" y="0"/>
                    <a:pt x="269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28"/>
            <p:cNvSpPr/>
            <p:nvPr/>
          </p:nvSpPr>
          <p:spPr>
            <a:xfrm>
              <a:off x="6891873" y="2429113"/>
              <a:ext cx="58230" cy="60827"/>
            </a:xfrm>
            <a:custGeom>
              <a:avLst/>
              <a:gdLst/>
              <a:ahLst/>
              <a:cxnLst/>
              <a:rect l="l" t="t" r="r" b="b"/>
              <a:pathLst>
                <a:path w="426" h="445" extrusionOk="0">
                  <a:moveTo>
                    <a:pt x="213" y="1"/>
                  </a:moveTo>
                  <a:cubicBezTo>
                    <a:pt x="97" y="1"/>
                    <a:pt x="0" y="98"/>
                    <a:pt x="0" y="213"/>
                  </a:cubicBezTo>
                  <a:cubicBezTo>
                    <a:pt x="0" y="347"/>
                    <a:pt x="97" y="444"/>
                    <a:pt x="213" y="444"/>
                  </a:cubicBezTo>
                  <a:cubicBezTo>
                    <a:pt x="328" y="444"/>
                    <a:pt x="425" y="347"/>
                    <a:pt x="425" y="213"/>
                  </a:cubicBezTo>
                  <a:cubicBezTo>
                    <a:pt x="425" y="98"/>
                    <a:pt x="328" y="1"/>
                    <a:pt x="2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28"/>
            <p:cNvSpPr/>
            <p:nvPr/>
          </p:nvSpPr>
          <p:spPr>
            <a:xfrm>
              <a:off x="6883672" y="2431389"/>
              <a:ext cx="73949" cy="71489"/>
            </a:xfrm>
            <a:custGeom>
              <a:avLst/>
              <a:gdLst/>
              <a:ahLst/>
              <a:cxnLst/>
              <a:rect l="l" t="t" r="r" b="b"/>
              <a:pathLst>
                <a:path w="541" h="523" extrusionOk="0">
                  <a:moveTo>
                    <a:pt x="273" y="97"/>
                  </a:moveTo>
                  <a:cubicBezTo>
                    <a:pt x="370" y="97"/>
                    <a:pt x="425" y="176"/>
                    <a:pt x="425" y="254"/>
                  </a:cubicBezTo>
                  <a:cubicBezTo>
                    <a:pt x="425" y="347"/>
                    <a:pt x="370" y="425"/>
                    <a:pt x="273" y="425"/>
                  </a:cubicBezTo>
                  <a:cubicBezTo>
                    <a:pt x="176" y="425"/>
                    <a:pt x="116" y="347"/>
                    <a:pt x="116" y="254"/>
                  </a:cubicBezTo>
                  <a:cubicBezTo>
                    <a:pt x="116" y="176"/>
                    <a:pt x="176" y="97"/>
                    <a:pt x="273" y="97"/>
                  </a:cubicBezTo>
                  <a:close/>
                  <a:moveTo>
                    <a:pt x="273" y="0"/>
                  </a:moveTo>
                  <a:cubicBezTo>
                    <a:pt x="116" y="0"/>
                    <a:pt x="0" y="116"/>
                    <a:pt x="0" y="254"/>
                  </a:cubicBezTo>
                  <a:cubicBezTo>
                    <a:pt x="0" y="407"/>
                    <a:pt x="116" y="522"/>
                    <a:pt x="273" y="522"/>
                  </a:cubicBezTo>
                  <a:cubicBezTo>
                    <a:pt x="425" y="522"/>
                    <a:pt x="541" y="407"/>
                    <a:pt x="541" y="254"/>
                  </a:cubicBezTo>
                  <a:cubicBezTo>
                    <a:pt x="541" y="116"/>
                    <a:pt x="425" y="0"/>
                    <a:pt x="273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28"/>
            <p:cNvSpPr/>
            <p:nvPr/>
          </p:nvSpPr>
          <p:spPr>
            <a:xfrm>
              <a:off x="6465536" y="2618566"/>
              <a:ext cx="473768" cy="448753"/>
            </a:xfrm>
            <a:custGeom>
              <a:avLst/>
              <a:gdLst/>
              <a:ahLst/>
              <a:cxnLst/>
              <a:rect l="l" t="t" r="r" b="b"/>
              <a:pathLst>
                <a:path w="3466" h="3283" extrusionOk="0">
                  <a:moveTo>
                    <a:pt x="3151" y="0"/>
                  </a:moveTo>
                  <a:cubicBezTo>
                    <a:pt x="3007" y="0"/>
                    <a:pt x="2525" y="13"/>
                    <a:pt x="1655" y="153"/>
                  </a:cubicBezTo>
                  <a:cubicBezTo>
                    <a:pt x="578" y="306"/>
                    <a:pt x="0" y="652"/>
                    <a:pt x="0" y="652"/>
                  </a:cubicBezTo>
                  <a:cubicBezTo>
                    <a:pt x="0" y="652"/>
                    <a:pt x="250" y="2408"/>
                    <a:pt x="402" y="2676"/>
                  </a:cubicBezTo>
                  <a:cubicBezTo>
                    <a:pt x="546" y="2937"/>
                    <a:pt x="1467" y="3283"/>
                    <a:pt x="2011" y="3283"/>
                  </a:cubicBezTo>
                  <a:cubicBezTo>
                    <a:pt x="2064" y="3283"/>
                    <a:pt x="2113" y="3279"/>
                    <a:pt x="2158" y="3272"/>
                  </a:cubicBezTo>
                  <a:cubicBezTo>
                    <a:pt x="2639" y="3217"/>
                    <a:pt x="3429" y="2501"/>
                    <a:pt x="3447" y="2117"/>
                  </a:cubicBezTo>
                  <a:cubicBezTo>
                    <a:pt x="3466" y="1752"/>
                    <a:pt x="3198" y="1"/>
                    <a:pt x="3198" y="1"/>
                  </a:cubicBezTo>
                  <a:cubicBezTo>
                    <a:pt x="3198" y="1"/>
                    <a:pt x="3183" y="0"/>
                    <a:pt x="315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28"/>
            <p:cNvSpPr/>
            <p:nvPr/>
          </p:nvSpPr>
          <p:spPr>
            <a:xfrm>
              <a:off x="6457334" y="2610365"/>
              <a:ext cx="487026" cy="465019"/>
            </a:xfrm>
            <a:custGeom>
              <a:avLst/>
              <a:gdLst/>
              <a:ahLst/>
              <a:cxnLst/>
              <a:rect l="l" t="t" r="r" b="b"/>
              <a:pathLst>
                <a:path w="3563" h="3402" extrusionOk="0">
                  <a:moveTo>
                    <a:pt x="3156" y="116"/>
                  </a:moveTo>
                  <a:cubicBezTo>
                    <a:pt x="3193" y="116"/>
                    <a:pt x="3213" y="116"/>
                    <a:pt x="3216" y="116"/>
                  </a:cubicBezTo>
                  <a:cubicBezTo>
                    <a:pt x="3216" y="158"/>
                    <a:pt x="3276" y="523"/>
                    <a:pt x="3332" y="985"/>
                  </a:cubicBezTo>
                  <a:cubicBezTo>
                    <a:pt x="3373" y="1235"/>
                    <a:pt x="3410" y="1484"/>
                    <a:pt x="3429" y="1697"/>
                  </a:cubicBezTo>
                  <a:cubicBezTo>
                    <a:pt x="3447" y="1909"/>
                    <a:pt x="3466" y="2099"/>
                    <a:pt x="3466" y="2177"/>
                  </a:cubicBezTo>
                  <a:cubicBezTo>
                    <a:pt x="3447" y="2256"/>
                    <a:pt x="3410" y="2371"/>
                    <a:pt x="3332" y="2487"/>
                  </a:cubicBezTo>
                  <a:cubicBezTo>
                    <a:pt x="3235" y="2602"/>
                    <a:pt x="3142" y="2718"/>
                    <a:pt x="3004" y="2833"/>
                  </a:cubicBezTo>
                  <a:cubicBezTo>
                    <a:pt x="2754" y="3064"/>
                    <a:pt x="2426" y="3254"/>
                    <a:pt x="2195" y="3295"/>
                  </a:cubicBezTo>
                  <a:cubicBezTo>
                    <a:pt x="2173" y="3297"/>
                    <a:pt x="2148" y="3298"/>
                    <a:pt x="2123" y="3298"/>
                  </a:cubicBezTo>
                  <a:cubicBezTo>
                    <a:pt x="1889" y="3298"/>
                    <a:pt x="1545" y="3224"/>
                    <a:pt x="1216" y="3120"/>
                  </a:cubicBezTo>
                  <a:cubicBezTo>
                    <a:pt x="1040" y="3064"/>
                    <a:pt x="888" y="2986"/>
                    <a:pt x="754" y="2907"/>
                  </a:cubicBezTo>
                  <a:cubicBezTo>
                    <a:pt x="620" y="2852"/>
                    <a:pt x="541" y="2773"/>
                    <a:pt x="504" y="2718"/>
                  </a:cubicBezTo>
                  <a:cubicBezTo>
                    <a:pt x="486" y="2658"/>
                    <a:pt x="426" y="2505"/>
                    <a:pt x="389" y="2293"/>
                  </a:cubicBezTo>
                  <a:cubicBezTo>
                    <a:pt x="347" y="2099"/>
                    <a:pt x="292" y="1849"/>
                    <a:pt x="255" y="1618"/>
                  </a:cubicBezTo>
                  <a:cubicBezTo>
                    <a:pt x="176" y="1156"/>
                    <a:pt x="116" y="773"/>
                    <a:pt x="116" y="736"/>
                  </a:cubicBezTo>
                  <a:cubicBezTo>
                    <a:pt x="158" y="712"/>
                    <a:pt x="694" y="426"/>
                    <a:pt x="1715" y="250"/>
                  </a:cubicBezTo>
                  <a:cubicBezTo>
                    <a:pt x="2551" y="128"/>
                    <a:pt x="3002" y="116"/>
                    <a:pt x="3156" y="116"/>
                  </a:cubicBezTo>
                  <a:close/>
                  <a:moveTo>
                    <a:pt x="3213" y="0"/>
                  </a:moveTo>
                  <a:cubicBezTo>
                    <a:pt x="3071" y="0"/>
                    <a:pt x="2586" y="13"/>
                    <a:pt x="1696" y="158"/>
                  </a:cubicBezTo>
                  <a:cubicBezTo>
                    <a:pt x="620" y="329"/>
                    <a:pt x="42" y="657"/>
                    <a:pt x="42" y="657"/>
                  </a:cubicBezTo>
                  <a:lnTo>
                    <a:pt x="0" y="676"/>
                  </a:lnTo>
                  <a:lnTo>
                    <a:pt x="0" y="712"/>
                  </a:lnTo>
                  <a:cubicBezTo>
                    <a:pt x="0" y="712"/>
                    <a:pt x="79" y="1156"/>
                    <a:pt x="158" y="1637"/>
                  </a:cubicBezTo>
                  <a:cubicBezTo>
                    <a:pt x="194" y="1868"/>
                    <a:pt x="231" y="2122"/>
                    <a:pt x="292" y="2311"/>
                  </a:cubicBezTo>
                  <a:cubicBezTo>
                    <a:pt x="328" y="2524"/>
                    <a:pt x="370" y="2676"/>
                    <a:pt x="426" y="2773"/>
                  </a:cubicBezTo>
                  <a:cubicBezTo>
                    <a:pt x="462" y="2852"/>
                    <a:pt x="560" y="2930"/>
                    <a:pt x="694" y="3004"/>
                  </a:cubicBezTo>
                  <a:cubicBezTo>
                    <a:pt x="851" y="3083"/>
                    <a:pt x="1003" y="3161"/>
                    <a:pt x="1197" y="3217"/>
                  </a:cubicBezTo>
                  <a:cubicBezTo>
                    <a:pt x="1486" y="3328"/>
                    <a:pt x="1813" y="3402"/>
                    <a:pt x="2072" y="3402"/>
                  </a:cubicBezTo>
                  <a:cubicBezTo>
                    <a:pt x="2123" y="3402"/>
                    <a:pt x="2173" y="3399"/>
                    <a:pt x="2218" y="3392"/>
                  </a:cubicBezTo>
                  <a:cubicBezTo>
                    <a:pt x="2486" y="3351"/>
                    <a:pt x="2814" y="3161"/>
                    <a:pt x="3082" y="2907"/>
                  </a:cubicBezTo>
                  <a:cubicBezTo>
                    <a:pt x="3198" y="2792"/>
                    <a:pt x="3332" y="2658"/>
                    <a:pt x="3410" y="2542"/>
                  </a:cubicBezTo>
                  <a:cubicBezTo>
                    <a:pt x="3507" y="2408"/>
                    <a:pt x="3563" y="2293"/>
                    <a:pt x="3563" y="2177"/>
                  </a:cubicBezTo>
                  <a:cubicBezTo>
                    <a:pt x="3563" y="2080"/>
                    <a:pt x="3563" y="1909"/>
                    <a:pt x="3526" y="1678"/>
                  </a:cubicBezTo>
                  <a:cubicBezTo>
                    <a:pt x="3507" y="1466"/>
                    <a:pt x="3466" y="1216"/>
                    <a:pt x="3447" y="967"/>
                  </a:cubicBezTo>
                  <a:cubicBezTo>
                    <a:pt x="3373" y="481"/>
                    <a:pt x="3313" y="61"/>
                    <a:pt x="3313" y="61"/>
                  </a:cubicBezTo>
                  <a:lnTo>
                    <a:pt x="3313" y="1"/>
                  </a:lnTo>
                  <a:lnTo>
                    <a:pt x="3258" y="1"/>
                  </a:lnTo>
                  <a:cubicBezTo>
                    <a:pt x="3258" y="1"/>
                    <a:pt x="3243" y="0"/>
                    <a:pt x="3213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28"/>
            <p:cNvSpPr/>
            <p:nvPr/>
          </p:nvSpPr>
          <p:spPr>
            <a:xfrm>
              <a:off x="6465536" y="2618566"/>
              <a:ext cx="455451" cy="199841"/>
            </a:xfrm>
            <a:custGeom>
              <a:avLst/>
              <a:gdLst/>
              <a:ahLst/>
              <a:cxnLst/>
              <a:rect l="l" t="t" r="r" b="b"/>
              <a:pathLst>
                <a:path w="3332" h="1462" extrusionOk="0">
                  <a:moveTo>
                    <a:pt x="3101" y="1"/>
                  </a:moveTo>
                  <a:cubicBezTo>
                    <a:pt x="2925" y="1"/>
                    <a:pt x="2445" y="19"/>
                    <a:pt x="1655" y="153"/>
                  </a:cubicBezTo>
                  <a:cubicBezTo>
                    <a:pt x="578" y="306"/>
                    <a:pt x="0" y="652"/>
                    <a:pt x="0" y="652"/>
                  </a:cubicBezTo>
                  <a:cubicBezTo>
                    <a:pt x="0" y="652"/>
                    <a:pt x="56" y="1041"/>
                    <a:pt x="134" y="1461"/>
                  </a:cubicBezTo>
                  <a:cubicBezTo>
                    <a:pt x="347" y="1346"/>
                    <a:pt x="906" y="1115"/>
                    <a:pt x="1789" y="981"/>
                  </a:cubicBezTo>
                  <a:cubicBezTo>
                    <a:pt x="2316" y="893"/>
                    <a:pt x="2713" y="871"/>
                    <a:pt x="2990" y="871"/>
                  </a:cubicBezTo>
                  <a:cubicBezTo>
                    <a:pt x="3138" y="871"/>
                    <a:pt x="3251" y="877"/>
                    <a:pt x="3332" y="884"/>
                  </a:cubicBezTo>
                  <a:cubicBezTo>
                    <a:pt x="3253" y="403"/>
                    <a:pt x="3198" y="1"/>
                    <a:pt x="319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28"/>
            <p:cNvSpPr/>
            <p:nvPr/>
          </p:nvSpPr>
          <p:spPr>
            <a:xfrm>
              <a:off x="6457334" y="2610365"/>
              <a:ext cx="471307" cy="221301"/>
            </a:xfrm>
            <a:custGeom>
              <a:avLst/>
              <a:gdLst/>
              <a:ahLst/>
              <a:cxnLst/>
              <a:rect l="l" t="t" r="r" b="b"/>
              <a:pathLst>
                <a:path w="3448" h="1619" extrusionOk="0">
                  <a:moveTo>
                    <a:pt x="3216" y="116"/>
                  </a:moveTo>
                  <a:cubicBezTo>
                    <a:pt x="3216" y="158"/>
                    <a:pt x="3276" y="481"/>
                    <a:pt x="3332" y="888"/>
                  </a:cubicBezTo>
                  <a:cubicBezTo>
                    <a:pt x="3255" y="883"/>
                    <a:pt x="3163" y="879"/>
                    <a:pt x="3052" y="879"/>
                  </a:cubicBezTo>
                  <a:cubicBezTo>
                    <a:pt x="2776" y="879"/>
                    <a:pt x="2387" y="903"/>
                    <a:pt x="1849" y="985"/>
                  </a:cubicBezTo>
                  <a:cubicBezTo>
                    <a:pt x="985" y="1119"/>
                    <a:pt x="486" y="1332"/>
                    <a:pt x="231" y="1466"/>
                  </a:cubicBezTo>
                  <a:cubicBezTo>
                    <a:pt x="176" y="1082"/>
                    <a:pt x="116" y="773"/>
                    <a:pt x="116" y="736"/>
                  </a:cubicBezTo>
                  <a:cubicBezTo>
                    <a:pt x="158" y="712"/>
                    <a:pt x="694" y="426"/>
                    <a:pt x="1715" y="250"/>
                  </a:cubicBezTo>
                  <a:cubicBezTo>
                    <a:pt x="2523" y="135"/>
                    <a:pt x="2985" y="116"/>
                    <a:pt x="3161" y="116"/>
                  </a:cubicBezTo>
                  <a:close/>
                  <a:moveTo>
                    <a:pt x="3161" y="1"/>
                  </a:moveTo>
                  <a:cubicBezTo>
                    <a:pt x="2985" y="1"/>
                    <a:pt x="2505" y="19"/>
                    <a:pt x="1696" y="158"/>
                  </a:cubicBezTo>
                  <a:cubicBezTo>
                    <a:pt x="620" y="329"/>
                    <a:pt x="42" y="657"/>
                    <a:pt x="42" y="657"/>
                  </a:cubicBezTo>
                  <a:lnTo>
                    <a:pt x="0" y="676"/>
                  </a:lnTo>
                  <a:lnTo>
                    <a:pt x="0" y="712"/>
                  </a:lnTo>
                  <a:cubicBezTo>
                    <a:pt x="0" y="712"/>
                    <a:pt x="60" y="1101"/>
                    <a:pt x="139" y="1544"/>
                  </a:cubicBezTo>
                  <a:lnTo>
                    <a:pt x="158" y="1618"/>
                  </a:lnTo>
                  <a:lnTo>
                    <a:pt x="213" y="1581"/>
                  </a:lnTo>
                  <a:cubicBezTo>
                    <a:pt x="426" y="1466"/>
                    <a:pt x="966" y="1216"/>
                    <a:pt x="1849" y="1082"/>
                  </a:cubicBezTo>
                  <a:cubicBezTo>
                    <a:pt x="2426" y="1000"/>
                    <a:pt x="2848" y="976"/>
                    <a:pt x="3126" y="976"/>
                  </a:cubicBezTo>
                  <a:cubicBezTo>
                    <a:pt x="3238" y="976"/>
                    <a:pt x="3326" y="980"/>
                    <a:pt x="3392" y="985"/>
                  </a:cubicBezTo>
                  <a:lnTo>
                    <a:pt x="3447" y="1004"/>
                  </a:lnTo>
                  <a:lnTo>
                    <a:pt x="3429" y="925"/>
                  </a:lnTo>
                  <a:cubicBezTo>
                    <a:pt x="3373" y="463"/>
                    <a:pt x="3313" y="61"/>
                    <a:pt x="3313" y="61"/>
                  </a:cubicBezTo>
                  <a:lnTo>
                    <a:pt x="3295" y="1"/>
                  </a:ln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28"/>
            <p:cNvSpPr/>
            <p:nvPr/>
          </p:nvSpPr>
          <p:spPr>
            <a:xfrm>
              <a:off x="6113148" y="3097394"/>
              <a:ext cx="1052376" cy="289919"/>
            </a:xfrm>
            <a:custGeom>
              <a:avLst/>
              <a:gdLst/>
              <a:ahLst/>
              <a:cxnLst/>
              <a:rect l="l" t="t" r="r" b="b"/>
              <a:pathLst>
                <a:path w="7699" h="2121" extrusionOk="0">
                  <a:moveTo>
                    <a:pt x="7370" y="0"/>
                  </a:moveTo>
                  <a:cubicBezTo>
                    <a:pt x="7278" y="97"/>
                    <a:pt x="6543" y="656"/>
                    <a:pt x="5138" y="961"/>
                  </a:cubicBezTo>
                  <a:cubicBezTo>
                    <a:pt x="4475" y="1101"/>
                    <a:pt x="3618" y="1151"/>
                    <a:pt x="2864" y="1151"/>
                  </a:cubicBezTo>
                  <a:cubicBezTo>
                    <a:pt x="2043" y="1151"/>
                    <a:pt x="1346" y="1091"/>
                    <a:pt x="1155" y="1022"/>
                  </a:cubicBezTo>
                  <a:cubicBezTo>
                    <a:pt x="814" y="920"/>
                    <a:pt x="490" y="743"/>
                    <a:pt x="326" y="743"/>
                  </a:cubicBezTo>
                  <a:cubicBezTo>
                    <a:pt x="304" y="743"/>
                    <a:pt x="284" y="746"/>
                    <a:pt x="268" y="754"/>
                  </a:cubicBezTo>
                  <a:cubicBezTo>
                    <a:pt x="153" y="827"/>
                    <a:pt x="0" y="1465"/>
                    <a:pt x="37" y="1618"/>
                  </a:cubicBezTo>
                  <a:cubicBezTo>
                    <a:pt x="64" y="1728"/>
                    <a:pt x="1601" y="2120"/>
                    <a:pt x="3287" y="2120"/>
                  </a:cubicBezTo>
                  <a:cubicBezTo>
                    <a:pt x="3934" y="2120"/>
                    <a:pt x="4603" y="2062"/>
                    <a:pt x="5217" y="1909"/>
                  </a:cubicBezTo>
                  <a:cubicBezTo>
                    <a:pt x="7412" y="1368"/>
                    <a:pt x="7661" y="906"/>
                    <a:pt x="7680" y="772"/>
                  </a:cubicBezTo>
                  <a:cubicBezTo>
                    <a:pt x="7698" y="615"/>
                    <a:pt x="7680" y="559"/>
                    <a:pt x="7624" y="310"/>
                  </a:cubicBezTo>
                  <a:cubicBezTo>
                    <a:pt x="7564" y="79"/>
                    <a:pt x="7370" y="0"/>
                    <a:pt x="737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28"/>
            <p:cNvSpPr/>
            <p:nvPr/>
          </p:nvSpPr>
          <p:spPr>
            <a:xfrm>
              <a:off x="6107407" y="3086595"/>
              <a:ext cx="1063722" cy="308099"/>
            </a:xfrm>
            <a:custGeom>
              <a:avLst/>
              <a:gdLst/>
              <a:ahLst/>
              <a:cxnLst/>
              <a:rect l="l" t="t" r="r" b="b"/>
              <a:pathLst>
                <a:path w="7782" h="2254" extrusionOk="0">
                  <a:moveTo>
                    <a:pt x="7412" y="139"/>
                  </a:moveTo>
                  <a:cubicBezTo>
                    <a:pt x="7435" y="158"/>
                    <a:pt x="7569" y="213"/>
                    <a:pt x="7606" y="407"/>
                  </a:cubicBezTo>
                  <a:cubicBezTo>
                    <a:pt x="7685" y="657"/>
                    <a:pt x="7685" y="694"/>
                    <a:pt x="7666" y="833"/>
                  </a:cubicBezTo>
                  <a:cubicBezTo>
                    <a:pt x="7666" y="888"/>
                    <a:pt x="7625" y="1022"/>
                    <a:pt x="7278" y="1216"/>
                  </a:cubicBezTo>
                  <a:cubicBezTo>
                    <a:pt x="6950" y="1429"/>
                    <a:pt x="6335" y="1678"/>
                    <a:pt x="5240" y="1946"/>
                  </a:cubicBezTo>
                  <a:cubicBezTo>
                    <a:pt x="4637" y="2096"/>
                    <a:pt x="3981" y="2151"/>
                    <a:pt x="3344" y="2151"/>
                  </a:cubicBezTo>
                  <a:cubicBezTo>
                    <a:pt x="2820" y="2151"/>
                    <a:pt x="2309" y="2114"/>
                    <a:pt x="1849" y="2062"/>
                  </a:cubicBezTo>
                  <a:cubicBezTo>
                    <a:pt x="1350" y="2006"/>
                    <a:pt x="906" y="1909"/>
                    <a:pt x="597" y="1831"/>
                  </a:cubicBezTo>
                  <a:cubicBezTo>
                    <a:pt x="444" y="1794"/>
                    <a:pt x="310" y="1757"/>
                    <a:pt x="232" y="1734"/>
                  </a:cubicBezTo>
                  <a:cubicBezTo>
                    <a:pt x="195" y="1715"/>
                    <a:pt x="158" y="1697"/>
                    <a:pt x="135" y="1697"/>
                  </a:cubicBezTo>
                  <a:cubicBezTo>
                    <a:pt x="135" y="1678"/>
                    <a:pt x="135" y="1678"/>
                    <a:pt x="116" y="1678"/>
                  </a:cubicBezTo>
                  <a:cubicBezTo>
                    <a:pt x="116" y="1660"/>
                    <a:pt x="116" y="1600"/>
                    <a:pt x="135" y="1526"/>
                  </a:cubicBezTo>
                  <a:cubicBezTo>
                    <a:pt x="135" y="1429"/>
                    <a:pt x="158" y="1350"/>
                    <a:pt x="195" y="1253"/>
                  </a:cubicBezTo>
                  <a:cubicBezTo>
                    <a:pt x="213" y="1156"/>
                    <a:pt x="232" y="1064"/>
                    <a:pt x="273" y="1003"/>
                  </a:cubicBezTo>
                  <a:cubicBezTo>
                    <a:pt x="310" y="925"/>
                    <a:pt x="347" y="888"/>
                    <a:pt x="347" y="888"/>
                  </a:cubicBezTo>
                  <a:cubicBezTo>
                    <a:pt x="347" y="879"/>
                    <a:pt x="358" y="874"/>
                    <a:pt x="375" y="874"/>
                  </a:cubicBezTo>
                  <a:cubicBezTo>
                    <a:pt x="392" y="874"/>
                    <a:pt x="416" y="879"/>
                    <a:pt x="444" y="888"/>
                  </a:cubicBezTo>
                  <a:cubicBezTo>
                    <a:pt x="481" y="888"/>
                    <a:pt x="560" y="906"/>
                    <a:pt x="638" y="948"/>
                  </a:cubicBezTo>
                  <a:cubicBezTo>
                    <a:pt x="791" y="1003"/>
                    <a:pt x="985" y="1082"/>
                    <a:pt x="1174" y="1156"/>
                  </a:cubicBezTo>
                  <a:cubicBezTo>
                    <a:pt x="1271" y="1198"/>
                    <a:pt x="1484" y="1216"/>
                    <a:pt x="1775" y="1235"/>
                  </a:cubicBezTo>
                  <a:cubicBezTo>
                    <a:pt x="2061" y="1253"/>
                    <a:pt x="2426" y="1271"/>
                    <a:pt x="2815" y="1271"/>
                  </a:cubicBezTo>
                  <a:cubicBezTo>
                    <a:pt x="2920" y="1275"/>
                    <a:pt x="3029" y="1276"/>
                    <a:pt x="3140" y="1276"/>
                  </a:cubicBezTo>
                  <a:cubicBezTo>
                    <a:pt x="3832" y="1276"/>
                    <a:pt x="4601" y="1213"/>
                    <a:pt x="5199" y="1082"/>
                  </a:cubicBezTo>
                  <a:cubicBezTo>
                    <a:pt x="5892" y="948"/>
                    <a:pt x="6432" y="717"/>
                    <a:pt x="6816" y="523"/>
                  </a:cubicBezTo>
                  <a:cubicBezTo>
                    <a:pt x="6992" y="426"/>
                    <a:pt x="7144" y="347"/>
                    <a:pt x="7260" y="273"/>
                  </a:cubicBezTo>
                  <a:cubicBezTo>
                    <a:pt x="7338" y="213"/>
                    <a:pt x="7375" y="176"/>
                    <a:pt x="7412" y="139"/>
                  </a:cubicBezTo>
                  <a:close/>
                  <a:moveTo>
                    <a:pt x="7394" y="1"/>
                  </a:moveTo>
                  <a:lnTo>
                    <a:pt x="7375" y="42"/>
                  </a:lnTo>
                  <a:cubicBezTo>
                    <a:pt x="7357" y="61"/>
                    <a:pt x="7297" y="116"/>
                    <a:pt x="7204" y="176"/>
                  </a:cubicBezTo>
                  <a:cubicBezTo>
                    <a:pt x="7089" y="255"/>
                    <a:pt x="6950" y="347"/>
                    <a:pt x="6761" y="426"/>
                  </a:cubicBezTo>
                  <a:cubicBezTo>
                    <a:pt x="6396" y="620"/>
                    <a:pt x="5873" y="833"/>
                    <a:pt x="5180" y="985"/>
                  </a:cubicBezTo>
                  <a:cubicBezTo>
                    <a:pt x="4487" y="1137"/>
                    <a:pt x="3582" y="1179"/>
                    <a:pt x="2815" y="1179"/>
                  </a:cubicBezTo>
                  <a:cubicBezTo>
                    <a:pt x="2426" y="1179"/>
                    <a:pt x="2061" y="1156"/>
                    <a:pt x="1775" y="1137"/>
                  </a:cubicBezTo>
                  <a:cubicBezTo>
                    <a:pt x="1502" y="1119"/>
                    <a:pt x="1290" y="1082"/>
                    <a:pt x="1197" y="1064"/>
                  </a:cubicBezTo>
                  <a:cubicBezTo>
                    <a:pt x="1022" y="985"/>
                    <a:pt x="828" y="906"/>
                    <a:pt x="675" y="851"/>
                  </a:cubicBezTo>
                  <a:cubicBezTo>
                    <a:pt x="597" y="809"/>
                    <a:pt x="523" y="791"/>
                    <a:pt x="463" y="772"/>
                  </a:cubicBezTo>
                  <a:cubicBezTo>
                    <a:pt x="435" y="772"/>
                    <a:pt x="406" y="768"/>
                    <a:pt x="377" y="768"/>
                  </a:cubicBezTo>
                  <a:cubicBezTo>
                    <a:pt x="348" y="768"/>
                    <a:pt x="319" y="772"/>
                    <a:pt x="292" y="791"/>
                  </a:cubicBezTo>
                  <a:cubicBezTo>
                    <a:pt x="232" y="809"/>
                    <a:pt x="213" y="888"/>
                    <a:pt x="176" y="948"/>
                  </a:cubicBezTo>
                  <a:cubicBezTo>
                    <a:pt x="135" y="1022"/>
                    <a:pt x="116" y="1119"/>
                    <a:pt x="79" y="1216"/>
                  </a:cubicBezTo>
                  <a:cubicBezTo>
                    <a:pt x="61" y="1313"/>
                    <a:pt x="42" y="1410"/>
                    <a:pt x="19" y="1502"/>
                  </a:cubicBezTo>
                  <a:cubicBezTo>
                    <a:pt x="19" y="1581"/>
                    <a:pt x="1" y="1660"/>
                    <a:pt x="19" y="1715"/>
                  </a:cubicBezTo>
                  <a:cubicBezTo>
                    <a:pt x="19" y="1734"/>
                    <a:pt x="42" y="1757"/>
                    <a:pt x="61" y="1757"/>
                  </a:cubicBezTo>
                  <a:cubicBezTo>
                    <a:pt x="61" y="1775"/>
                    <a:pt x="79" y="1775"/>
                    <a:pt x="79" y="1775"/>
                  </a:cubicBezTo>
                  <a:cubicBezTo>
                    <a:pt x="116" y="1794"/>
                    <a:pt x="158" y="1812"/>
                    <a:pt x="195" y="1831"/>
                  </a:cubicBezTo>
                  <a:cubicBezTo>
                    <a:pt x="292" y="1872"/>
                    <a:pt x="426" y="1891"/>
                    <a:pt x="578" y="1946"/>
                  </a:cubicBezTo>
                  <a:cubicBezTo>
                    <a:pt x="888" y="2025"/>
                    <a:pt x="1331" y="2103"/>
                    <a:pt x="1849" y="2159"/>
                  </a:cubicBezTo>
                  <a:cubicBezTo>
                    <a:pt x="2288" y="2217"/>
                    <a:pt x="2782" y="2254"/>
                    <a:pt x="3293" y="2254"/>
                  </a:cubicBezTo>
                  <a:cubicBezTo>
                    <a:pt x="3948" y="2254"/>
                    <a:pt x="4630" y="2194"/>
                    <a:pt x="5259" y="2043"/>
                  </a:cubicBezTo>
                  <a:cubicBezTo>
                    <a:pt x="6372" y="1775"/>
                    <a:pt x="6992" y="1526"/>
                    <a:pt x="7338" y="1313"/>
                  </a:cubicBezTo>
                  <a:cubicBezTo>
                    <a:pt x="7685" y="1101"/>
                    <a:pt x="7759" y="948"/>
                    <a:pt x="7782" y="851"/>
                  </a:cubicBezTo>
                  <a:cubicBezTo>
                    <a:pt x="7782" y="694"/>
                    <a:pt x="7782" y="620"/>
                    <a:pt x="7722" y="389"/>
                  </a:cubicBezTo>
                  <a:cubicBezTo>
                    <a:pt x="7643" y="116"/>
                    <a:pt x="7435" y="24"/>
                    <a:pt x="7435" y="24"/>
                  </a:cubicBezTo>
                  <a:lnTo>
                    <a:pt x="7394" y="1"/>
                  </a:ln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28"/>
            <p:cNvSpPr/>
            <p:nvPr/>
          </p:nvSpPr>
          <p:spPr>
            <a:xfrm>
              <a:off x="6770629" y="3239416"/>
              <a:ext cx="103064" cy="103201"/>
            </a:xfrm>
            <a:custGeom>
              <a:avLst/>
              <a:gdLst/>
              <a:ahLst/>
              <a:cxnLst/>
              <a:rect l="l" t="t" r="r" b="b"/>
              <a:pathLst>
                <a:path w="754" h="755" extrusionOk="0">
                  <a:moveTo>
                    <a:pt x="388" y="1"/>
                  </a:moveTo>
                  <a:cubicBezTo>
                    <a:pt x="176" y="1"/>
                    <a:pt x="0" y="177"/>
                    <a:pt x="0" y="366"/>
                  </a:cubicBezTo>
                  <a:cubicBezTo>
                    <a:pt x="0" y="579"/>
                    <a:pt x="176" y="754"/>
                    <a:pt x="388" y="754"/>
                  </a:cubicBezTo>
                  <a:cubicBezTo>
                    <a:pt x="578" y="754"/>
                    <a:pt x="753" y="579"/>
                    <a:pt x="753" y="366"/>
                  </a:cubicBezTo>
                  <a:cubicBezTo>
                    <a:pt x="753" y="177"/>
                    <a:pt x="578" y="1"/>
                    <a:pt x="3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28"/>
            <p:cNvSpPr/>
            <p:nvPr/>
          </p:nvSpPr>
          <p:spPr>
            <a:xfrm>
              <a:off x="6765571" y="3231898"/>
              <a:ext cx="115640" cy="115776"/>
            </a:xfrm>
            <a:custGeom>
              <a:avLst/>
              <a:gdLst/>
              <a:ahLst/>
              <a:cxnLst/>
              <a:rect l="l" t="t" r="r" b="b"/>
              <a:pathLst>
                <a:path w="846" h="847" extrusionOk="0">
                  <a:moveTo>
                    <a:pt x="425" y="116"/>
                  </a:moveTo>
                  <a:cubicBezTo>
                    <a:pt x="596" y="116"/>
                    <a:pt x="730" y="250"/>
                    <a:pt x="730" y="421"/>
                  </a:cubicBezTo>
                  <a:cubicBezTo>
                    <a:pt x="730" y="597"/>
                    <a:pt x="596" y="749"/>
                    <a:pt x="425" y="749"/>
                  </a:cubicBezTo>
                  <a:cubicBezTo>
                    <a:pt x="231" y="749"/>
                    <a:pt x="97" y="597"/>
                    <a:pt x="97" y="421"/>
                  </a:cubicBezTo>
                  <a:cubicBezTo>
                    <a:pt x="97" y="250"/>
                    <a:pt x="231" y="116"/>
                    <a:pt x="425" y="116"/>
                  </a:cubicBezTo>
                  <a:close/>
                  <a:moveTo>
                    <a:pt x="425" y="1"/>
                  </a:moveTo>
                  <a:cubicBezTo>
                    <a:pt x="171" y="1"/>
                    <a:pt x="0" y="190"/>
                    <a:pt x="0" y="421"/>
                  </a:cubicBezTo>
                  <a:cubicBezTo>
                    <a:pt x="0" y="652"/>
                    <a:pt x="171" y="846"/>
                    <a:pt x="425" y="846"/>
                  </a:cubicBezTo>
                  <a:cubicBezTo>
                    <a:pt x="656" y="846"/>
                    <a:pt x="846" y="652"/>
                    <a:pt x="846" y="421"/>
                  </a:cubicBezTo>
                  <a:cubicBezTo>
                    <a:pt x="846" y="190"/>
                    <a:pt x="656" y="1"/>
                    <a:pt x="425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28"/>
            <p:cNvSpPr/>
            <p:nvPr/>
          </p:nvSpPr>
          <p:spPr>
            <a:xfrm>
              <a:off x="6271025" y="3610668"/>
              <a:ext cx="547033" cy="271330"/>
            </a:xfrm>
            <a:custGeom>
              <a:avLst/>
              <a:gdLst/>
              <a:ahLst/>
              <a:cxnLst/>
              <a:rect l="l" t="t" r="r" b="b"/>
              <a:pathLst>
                <a:path w="4002" h="1985" extrusionOk="0">
                  <a:moveTo>
                    <a:pt x="552" y="0"/>
                  </a:moveTo>
                  <a:cubicBezTo>
                    <a:pt x="201" y="0"/>
                    <a:pt x="0" y="76"/>
                    <a:pt x="0" y="76"/>
                  </a:cubicBezTo>
                  <a:cubicBezTo>
                    <a:pt x="0" y="76"/>
                    <a:pt x="1423" y="233"/>
                    <a:pt x="2117" y="695"/>
                  </a:cubicBezTo>
                  <a:cubicBezTo>
                    <a:pt x="2791" y="1134"/>
                    <a:pt x="4002" y="1984"/>
                    <a:pt x="4002" y="1984"/>
                  </a:cubicBezTo>
                  <a:cubicBezTo>
                    <a:pt x="4002" y="1984"/>
                    <a:pt x="3212" y="1018"/>
                    <a:pt x="2020" y="385"/>
                  </a:cubicBezTo>
                  <a:cubicBezTo>
                    <a:pt x="1412" y="77"/>
                    <a:pt x="906" y="0"/>
                    <a:pt x="55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28"/>
            <p:cNvSpPr/>
            <p:nvPr/>
          </p:nvSpPr>
          <p:spPr>
            <a:xfrm>
              <a:off x="6267882" y="3604115"/>
              <a:ext cx="555918" cy="284452"/>
            </a:xfrm>
            <a:custGeom>
              <a:avLst/>
              <a:gdLst/>
              <a:ahLst/>
              <a:cxnLst/>
              <a:rect l="l" t="t" r="r" b="b"/>
              <a:pathLst>
                <a:path w="4067" h="2081" extrusionOk="0">
                  <a:moveTo>
                    <a:pt x="578" y="116"/>
                  </a:moveTo>
                  <a:cubicBezTo>
                    <a:pt x="924" y="116"/>
                    <a:pt x="1428" y="176"/>
                    <a:pt x="2006" y="500"/>
                  </a:cubicBezTo>
                  <a:cubicBezTo>
                    <a:pt x="2814" y="906"/>
                    <a:pt x="3313" y="1369"/>
                    <a:pt x="3641" y="1697"/>
                  </a:cubicBezTo>
                  <a:cubicBezTo>
                    <a:pt x="3276" y="1466"/>
                    <a:pt x="2680" y="1059"/>
                    <a:pt x="2158" y="694"/>
                  </a:cubicBezTo>
                  <a:cubicBezTo>
                    <a:pt x="1812" y="463"/>
                    <a:pt x="1271" y="310"/>
                    <a:pt x="832" y="232"/>
                  </a:cubicBezTo>
                  <a:cubicBezTo>
                    <a:pt x="559" y="176"/>
                    <a:pt x="504" y="176"/>
                    <a:pt x="347" y="153"/>
                  </a:cubicBezTo>
                  <a:cubicBezTo>
                    <a:pt x="444" y="135"/>
                    <a:pt x="425" y="116"/>
                    <a:pt x="578" y="116"/>
                  </a:cubicBezTo>
                  <a:close/>
                  <a:moveTo>
                    <a:pt x="578" y="1"/>
                  </a:moveTo>
                  <a:cubicBezTo>
                    <a:pt x="231" y="19"/>
                    <a:pt x="42" y="79"/>
                    <a:pt x="23" y="98"/>
                  </a:cubicBezTo>
                  <a:lnTo>
                    <a:pt x="0" y="98"/>
                  </a:lnTo>
                  <a:lnTo>
                    <a:pt x="23" y="195"/>
                  </a:lnTo>
                  <a:cubicBezTo>
                    <a:pt x="23" y="195"/>
                    <a:pt x="370" y="232"/>
                    <a:pt x="809" y="329"/>
                  </a:cubicBezTo>
                  <a:cubicBezTo>
                    <a:pt x="1252" y="426"/>
                    <a:pt x="1775" y="578"/>
                    <a:pt x="2103" y="791"/>
                  </a:cubicBezTo>
                  <a:cubicBezTo>
                    <a:pt x="2773" y="1235"/>
                    <a:pt x="4006" y="2080"/>
                    <a:pt x="4006" y="2080"/>
                  </a:cubicBezTo>
                  <a:lnTo>
                    <a:pt x="4066" y="2002"/>
                  </a:lnTo>
                  <a:cubicBezTo>
                    <a:pt x="4066" y="2002"/>
                    <a:pt x="3276" y="1040"/>
                    <a:pt x="2061" y="407"/>
                  </a:cubicBezTo>
                  <a:cubicBezTo>
                    <a:pt x="1446" y="79"/>
                    <a:pt x="947" y="1"/>
                    <a:pt x="578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28"/>
            <p:cNvSpPr/>
            <p:nvPr/>
          </p:nvSpPr>
          <p:spPr>
            <a:xfrm>
              <a:off x="6881075" y="3641560"/>
              <a:ext cx="363322" cy="206265"/>
            </a:xfrm>
            <a:custGeom>
              <a:avLst/>
              <a:gdLst/>
              <a:ahLst/>
              <a:cxnLst/>
              <a:rect l="l" t="t" r="r" b="b"/>
              <a:pathLst>
                <a:path w="2658" h="1509" extrusionOk="0">
                  <a:moveTo>
                    <a:pt x="2547" y="0"/>
                  </a:moveTo>
                  <a:cubicBezTo>
                    <a:pt x="2315" y="0"/>
                    <a:pt x="1734" y="68"/>
                    <a:pt x="985" y="640"/>
                  </a:cubicBezTo>
                  <a:cubicBezTo>
                    <a:pt x="1" y="1393"/>
                    <a:pt x="61" y="1509"/>
                    <a:pt x="61" y="1509"/>
                  </a:cubicBezTo>
                  <a:cubicBezTo>
                    <a:pt x="61" y="1509"/>
                    <a:pt x="426" y="1236"/>
                    <a:pt x="1216" y="700"/>
                  </a:cubicBezTo>
                  <a:cubicBezTo>
                    <a:pt x="1983" y="159"/>
                    <a:pt x="2658" y="7"/>
                    <a:pt x="2658" y="7"/>
                  </a:cubicBezTo>
                  <a:cubicBezTo>
                    <a:pt x="2658" y="7"/>
                    <a:pt x="2619" y="0"/>
                    <a:pt x="254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28"/>
            <p:cNvSpPr/>
            <p:nvPr/>
          </p:nvSpPr>
          <p:spPr>
            <a:xfrm>
              <a:off x="6883672" y="3635281"/>
              <a:ext cx="360725" cy="221711"/>
            </a:xfrm>
            <a:custGeom>
              <a:avLst/>
              <a:gdLst/>
              <a:ahLst/>
              <a:cxnLst/>
              <a:rect l="l" t="t" r="r" b="b"/>
              <a:pathLst>
                <a:path w="2639" h="1622" extrusionOk="0">
                  <a:moveTo>
                    <a:pt x="2218" y="138"/>
                  </a:moveTo>
                  <a:cubicBezTo>
                    <a:pt x="1946" y="235"/>
                    <a:pt x="1581" y="410"/>
                    <a:pt x="1155" y="715"/>
                  </a:cubicBezTo>
                  <a:cubicBezTo>
                    <a:pt x="656" y="1062"/>
                    <a:pt x="601" y="1104"/>
                    <a:pt x="425" y="1238"/>
                  </a:cubicBezTo>
                  <a:cubicBezTo>
                    <a:pt x="559" y="1104"/>
                    <a:pt x="656" y="988"/>
                    <a:pt x="1003" y="734"/>
                  </a:cubicBezTo>
                  <a:cubicBezTo>
                    <a:pt x="1484" y="369"/>
                    <a:pt x="1890" y="198"/>
                    <a:pt x="2177" y="138"/>
                  </a:cubicBezTo>
                  <a:close/>
                  <a:moveTo>
                    <a:pt x="2533" y="1"/>
                  </a:moveTo>
                  <a:cubicBezTo>
                    <a:pt x="2458" y="1"/>
                    <a:pt x="2333" y="8"/>
                    <a:pt x="2158" y="41"/>
                  </a:cubicBezTo>
                  <a:cubicBezTo>
                    <a:pt x="1849" y="101"/>
                    <a:pt x="1428" y="272"/>
                    <a:pt x="924" y="660"/>
                  </a:cubicBezTo>
                  <a:cubicBezTo>
                    <a:pt x="444" y="1025"/>
                    <a:pt x="213" y="1238"/>
                    <a:pt x="97" y="1372"/>
                  </a:cubicBezTo>
                  <a:cubicBezTo>
                    <a:pt x="42" y="1427"/>
                    <a:pt x="23" y="1469"/>
                    <a:pt x="0" y="1506"/>
                  </a:cubicBezTo>
                  <a:lnTo>
                    <a:pt x="0" y="1542"/>
                  </a:lnTo>
                  <a:lnTo>
                    <a:pt x="0" y="1566"/>
                  </a:lnTo>
                  <a:lnTo>
                    <a:pt x="0" y="1584"/>
                  </a:lnTo>
                  <a:lnTo>
                    <a:pt x="42" y="1621"/>
                  </a:lnTo>
                  <a:lnTo>
                    <a:pt x="79" y="1603"/>
                  </a:lnTo>
                  <a:cubicBezTo>
                    <a:pt x="79" y="1603"/>
                    <a:pt x="444" y="1353"/>
                    <a:pt x="1216" y="794"/>
                  </a:cubicBezTo>
                  <a:cubicBezTo>
                    <a:pt x="1987" y="253"/>
                    <a:pt x="2639" y="101"/>
                    <a:pt x="2639" y="101"/>
                  </a:cubicBezTo>
                  <a:lnTo>
                    <a:pt x="2639" y="4"/>
                  </a:lnTo>
                  <a:lnTo>
                    <a:pt x="2620" y="4"/>
                  </a:lnTo>
                  <a:cubicBezTo>
                    <a:pt x="2613" y="4"/>
                    <a:pt x="2584" y="1"/>
                    <a:pt x="2533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28"/>
            <p:cNvSpPr/>
            <p:nvPr/>
          </p:nvSpPr>
          <p:spPr>
            <a:xfrm>
              <a:off x="7155276" y="547702"/>
              <a:ext cx="1065635" cy="936737"/>
            </a:xfrm>
            <a:custGeom>
              <a:avLst/>
              <a:gdLst/>
              <a:ahLst/>
              <a:cxnLst/>
              <a:rect l="l" t="t" r="r" b="b"/>
              <a:pathLst>
                <a:path w="7796" h="6853" extrusionOk="0">
                  <a:moveTo>
                    <a:pt x="3983" y="0"/>
                  </a:moveTo>
                  <a:cubicBezTo>
                    <a:pt x="1867" y="0"/>
                    <a:pt x="153" y="1386"/>
                    <a:pt x="153" y="3119"/>
                  </a:cubicBezTo>
                  <a:cubicBezTo>
                    <a:pt x="171" y="3849"/>
                    <a:pt x="462" y="4542"/>
                    <a:pt x="1040" y="5101"/>
                  </a:cubicBezTo>
                  <a:lnTo>
                    <a:pt x="0" y="6852"/>
                  </a:lnTo>
                  <a:cubicBezTo>
                    <a:pt x="0" y="6852"/>
                    <a:pt x="2135" y="6640"/>
                    <a:pt x="2865" y="6122"/>
                  </a:cubicBezTo>
                  <a:cubicBezTo>
                    <a:pt x="3235" y="6215"/>
                    <a:pt x="3600" y="6256"/>
                    <a:pt x="3983" y="6256"/>
                  </a:cubicBezTo>
                  <a:cubicBezTo>
                    <a:pt x="6099" y="6256"/>
                    <a:pt x="7795" y="4852"/>
                    <a:pt x="7795" y="3119"/>
                  </a:cubicBezTo>
                  <a:cubicBezTo>
                    <a:pt x="7795" y="1386"/>
                    <a:pt x="6099" y="0"/>
                    <a:pt x="39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28"/>
            <p:cNvSpPr/>
            <p:nvPr/>
          </p:nvSpPr>
          <p:spPr>
            <a:xfrm>
              <a:off x="7142017" y="539501"/>
              <a:ext cx="1087096" cy="952456"/>
            </a:xfrm>
            <a:custGeom>
              <a:avLst/>
              <a:gdLst/>
              <a:ahLst/>
              <a:cxnLst/>
              <a:rect l="l" t="t" r="r" b="b"/>
              <a:pathLst>
                <a:path w="7953" h="6968" extrusionOk="0">
                  <a:moveTo>
                    <a:pt x="4080" y="97"/>
                  </a:moveTo>
                  <a:cubicBezTo>
                    <a:pt x="6159" y="97"/>
                    <a:pt x="7855" y="1483"/>
                    <a:pt x="7855" y="3179"/>
                  </a:cubicBezTo>
                  <a:cubicBezTo>
                    <a:pt x="7855" y="4870"/>
                    <a:pt x="6159" y="6256"/>
                    <a:pt x="4080" y="6256"/>
                  </a:cubicBezTo>
                  <a:cubicBezTo>
                    <a:pt x="3715" y="6256"/>
                    <a:pt x="3332" y="6219"/>
                    <a:pt x="2985" y="6122"/>
                  </a:cubicBezTo>
                  <a:lnTo>
                    <a:pt x="2943" y="6122"/>
                  </a:lnTo>
                  <a:lnTo>
                    <a:pt x="2925" y="6141"/>
                  </a:lnTo>
                  <a:cubicBezTo>
                    <a:pt x="2578" y="6372"/>
                    <a:pt x="1867" y="6566"/>
                    <a:pt x="1252" y="6681"/>
                  </a:cubicBezTo>
                  <a:cubicBezTo>
                    <a:pt x="693" y="6797"/>
                    <a:pt x="287" y="6834"/>
                    <a:pt x="213" y="6834"/>
                  </a:cubicBezTo>
                  <a:lnTo>
                    <a:pt x="1192" y="5161"/>
                  </a:lnTo>
                  <a:lnTo>
                    <a:pt x="1174" y="5143"/>
                  </a:lnTo>
                  <a:cubicBezTo>
                    <a:pt x="615" y="4584"/>
                    <a:pt x="305" y="3891"/>
                    <a:pt x="305" y="3179"/>
                  </a:cubicBezTo>
                  <a:cubicBezTo>
                    <a:pt x="305" y="1483"/>
                    <a:pt x="2001" y="97"/>
                    <a:pt x="4080" y="97"/>
                  </a:cubicBezTo>
                  <a:close/>
                  <a:moveTo>
                    <a:pt x="4080" y="0"/>
                  </a:moveTo>
                  <a:cubicBezTo>
                    <a:pt x="1945" y="0"/>
                    <a:pt x="213" y="1423"/>
                    <a:pt x="213" y="3179"/>
                  </a:cubicBezTo>
                  <a:cubicBezTo>
                    <a:pt x="213" y="3909"/>
                    <a:pt x="518" y="4602"/>
                    <a:pt x="1058" y="5180"/>
                  </a:cubicBezTo>
                  <a:lnTo>
                    <a:pt x="0" y="6968"/>
                  </a:lnTo>
                  <a:lnTo>
                    <a:pt x="116" y="6949"/>
                  </a:lnTo>
                  <a:cubicBezTo>
                    <a:pt x="116" y="6949"/>
                    <a:pt x="652" y="6912"/>
                    <a:pt x="1271" y="6797"/>
                  </a:cubicBezTo>
                  <a:cubicBezTo>
                    <a:pt x="1885" y="6663"/>
                    <a:pt x="2578" y="6487"/>
                    <a:pt x="2962" y="6238"/>
                  </a:cubicBezTo>
                  <a:cubicBezTo>
                    <a:pt x="3332" y="6316"/>
                    <a:pt x="3697" y="6372"/>
                    <a:pt x="4080" y="6372"/>
                  </a:cubicBezTo>
                  <a:cubicBezTo>
                    <a:pt x="6219" y="6372"/>
                    <a:pt x="7952" y="4949"/>
                    <a:pt x="7952" y="3179"/>
                  </a:cubicBezTo>
                  <a:cubicBezTo>
                    <a:pt x="7952" y="1423"/>
                    <a:pt x="6219" y="0"/>
                    <a:pt x="4080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28"/>
            <p:cNvSpPr/>
            <p:nvPr/>
          </p:nvSpPr>
          <p:spPr>
            <a:xfrm>
              <a:off x="6384068" y="3097394"/>
              <a:ext cx="25971" cy="50029"/>
            </a:xfrm>
            <a:custGeom>
              <a:avLst/>
              <a:gdLst/>
              <a:ahLst/>
              <a:cxnLst/>
              <a:rect l="l" t="t" r="r" b="b"/>
              <a:pathLst>
                <a:path w="190" h="366" extrusionOk="0">
                  <a:moveTo>
                    <a:pt x="153" y="0"/>
                  </a:moveTo>
                  <a:cubicBezTo>
                    <a:pt x="116" y="0"/>
                    <a:pt x="97" y="19"/>
                    <a:pt x="97" y="37"/>
                  </a:cubicBezTo>
                  <a:lnTo>
                    <a:pt x="97" y="60"/>
                  </a:lnTo>
                  <a:cubicBezTo>
                    <a:pt x="97" y="97"/>
                    <a:pt x="74" y="153"/>
                    <a:pt x="37" y="213"/>
                  </a:cubicBezTo>
                  <a:cubicBezTo>
                    <a:pt x="37" y="250"/>
                    <a:pt x="19" y="268"/>
                    <a:pt x="19" y="291"/>
                  </a:cubicBezTo>
                  <a:cubicBezTo>
                    <a:pt x="0" y="328"/>
                    <a:pt x="19" y="347"/>
                    <a:pt x="37" y="365"/>
                  </a:cubicBezTo>
                  <a:cubicBezTo>
                    <a:pt x="74" y="365"/>
                    <a:pt x="97" y="347"/>
                    <a:pt x="116" y="328"/>
                  </a:cubicBezTo>
                  <a:cubicBezTo>
                    <a:pt x="116" y="310"/>
                    <a:pt x="134" y="291"/>
                    <a:pt x="134" y="250"/>
                  </a:cubicBezTo>
                  <a:cubicBezTo>
                    <a:pt x="171" y="194"/>
                    <a:pt x="190" y="134"/>
                    <a:pt x="190" y="60"/>
                  </a:cubicBezTo>
                  <a:cubicBezTo>
                    <a:pt x="190" y="19"/>
                    <a:pt x="171" y="0"/>
                    <a:pt x="153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28"/>
            <p:cNvSpPr/>
            <p:nvPr/>
          </p:nvSpPr>
          <p:spPr>
            <a:xfrm>
              <a:off x="5883782" y="2218199"/>
              <a:ext cx="418955" cy="1058664"/>
            </a:xfrm>
            <a:custGeom>
              <a:avLst/>
              <a:gdLst/>
              <a:ahLst/>
              <a:cxnLst/>
              <a:rect l="l" t="t" r="r" b="b"/>
              <a:pathLst>
                <a:path w="3065" h="7745" extrusionOk="0">
                  <a:moveTo>
                    <a:pt x="1734" y="1"/>
                  </a:moveTo>
                  <a:cubicBezTo>
                    <a:pt x="1041" y="195"/>
                    <a:pt x="754" y="675"/>
                    <a:pt x="657" y="1197"/>
                  </a:cubicBezTo>
                  <a:cubicBezTo>
                    <a:pt x="542" y="1733"/>
                    <a:pt x="311" y="5083"/>
                    <a:pt x="153" y="5855"/>
                  </a:cubicBezTo>
                  <a:cubicBezTo>
                    <a:pt x="1" y="6608"/>
                    <a:pt x="384" y="7532"/>
                    <a:pt x="773" y="7685"/>
                  </a:cubicBezTo>
                  <a:cubicBezTo>
                    <a:pt x="881" y="7728"/>
                    <a:pt x="1043" y="7745"/>
                    <a:pt x="1227" y="7745"/>
                  </a:cubicBezTo>
                  <a:cubicBezTo>
                    <a:pt x="1694" y="7745"/>
                    <a:pt x="2302" y="7633"/>
                    <a:pt x="2524" y="7551"/>
                  </a:cubicBezTo>
                  <a:cubicBezTo>
                    <a:pt x="2833" y="7417"/>
                    <a:pt x="2852" y="6913"/>
                    <a:pt x="2926" y="6377"/>
                  </a:cubicBezTo>
                  <a:cubicBezTo>
                    <a:pt x="2986" y="5836"/>
                    <a:pt x="2949" y="4201"/>
                    <a:pt x="3004" y="3429"/>
                  </a:cubicBezTo>
                  <a:cubicBezTo>
                    <a:pt x="3064" y="2680"/>
                    <a:pt x="2852" y="1350"/>
                    <a:pt x="2524" y="717"/>
                  </a:cubicBezTo>
                  <a:cubicBezTo>
                    <a:pt x="2196" y="79"/>
                    <a:pt x="1734" y="1"/>
                    <a:pt x="17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28"/>
            <p:cNvSpPr/>
            <p:nvPr/>
          </p:nvSpPr>
          <p:spPr>
            <a:xfrm>
              <a:off x="5886379" y="2213142"/>
              <a:ext cx="423876" cy="1072060"/>
            </a:xfrm>
            <a:custGeom>
              <a:avLst/>
              <a:gdLst/>
              <a:ahLst/>
              <a:cxnLst/>
              <a:rect l="l" t="t" r="r" b="b"/>
              <a:pathLst>
                <a:path w="3101" h="7843" extrusionOk="0">
                  <a:moveTo>
                    <a:pt x="1715" y="98"/>
                  </a:moveTo>
                  <a:cubicBezTo>
                    <a:pt x="1733" y="98"/>
                    <a:pt x="1830" y="116"/>
                    <a:pt x="1964" y="213"/>
                  </a:cubicBezTo>
                  <a:cubicBezTo>
                    <a:pt x="2121" y="310"/>
                    <a:pt x="2311" y="463"/>
                    <a:pt x="2468" y="772"/>
                  </a:cubicBezTo>
                  <a:cubicBezTo>
                    <a:pt x="2773" y="1387"/>
                    <a:pt x="2985" y="2717"/>
                    <a:pt x="2930" y="3466"/>
                  </a:cubicBezTo>
                  <a:cubicBezTo>
                    <a:pt x="2907" y="3850"/>
                    <a:pt x="2907" y="4450"/>
                    <a:pt x="2888" y="5028"/>
                  </a:cubicBezTo>
                  <a:cubicBezTo>
                    <a:pt x="2888" y="5605"/>
                    <a:pt x="2888" y="6141"/>
                    <a:pt x="2851" y="6414"/>
                  </a:cubicBezTo>
                  <a:cubicBezTo>
                    <a:pt x="2814" y="6682"/>
                    <a:pt x="2791" y="6931"/>
                    <a:pt x="2754" y="7144"/>
                  </a:cubicBezTo>
                  <a:cubicBezTo>
                    <a:pt x="2699" y="7338"/>
                    <a:pt x="2620" y="7491"/>
                    <a:pt x="2486" y="7527"/>
                  </a:cubicBezTo>
                  <a:cubicBezTo>
                    <a:pt x="2352" y="7588"/>
                    <a:pt x="2006" y="7661"/>
                    <a:pt x="1659" y="7703"/>
                  </a:cubicBezTo>
                  <a:cubicBezTo>
                    <a:pt x="1503" y="7720"/>
                    <a:pt x="1343" y="7729"/>
                    <a:pt x="1198" y="7729"/>
                  </a:cubicBezTo>
                  <a:cubicBezTo>
                    <a:pt x="1021" y="7729"/>
                    <a:pt x="866" y="7715"/>
                    <a:pt x="772" y="7685"/>
                  </a:cubicBezTo>
                  <a:cubicBezTo>
                    <a:pt x="596" y="7606"/>
                    <a:pt x="407" y="7357"/>
                    <a:pt x="292" y="7010"/>
                  </a:cubicBezTo>
                  <a:cubicBezTo>
                    <a:pt x="176" y="6682"/>
                    <a:pt x="116" y="6257"/>
                    <a:pt x="176" y="5892"/>
                  </a:cubicBezTo>
                  <a:cubicBezTo>
                    <a:pt x="273" y="5508"/>
                    <a:pt x="365" y="4487"/>
                    <a:pt x="444" y="3484"/>
                  </a:cubicBezTo>
                  <a:cubicBezTo>
                    <a:pt x="504" y="2985"/>
                    <a:pt x="541" y="2486"/>
                    <a:pt x="578" y="2080"/>
                  </a:cubicBezTo>
                  <a:cubicBezTo>
                    <a:pt x="620" y="1678"/>
                    <a:pt x="657" y="1368"/>
                    <a:pt x="675" y="1253"/>
                  </a:cubicBezTo>
                  <a:cubicBezTo>
                    <a:pt x="791" y="731"/>
                    <a:pt x="1040" y="292"/>
                    <a:pt x="1715" y="98"/>
                  </a:cubicBezTo>
                  <a:close/>
                  <a:moveTo>
                    <a:pt x="1715" y="1"/>
                  </a:moveTo>
                  <a:cubicBezTo>
                    <a:pt x="985" y="176"/>
                    <a:pt x="675" y="675"/>
                    <a:pt x="578" y="1234"/>
                  </a:cubicBezTo>
                  <a:cubicBezTo>
                    <a:pt x="560" y="1368"/>
                    <a:pt x="523" y="1678"/>
                    <a:pt x="481" y="2080"/>
                  </a:cubicBezTo>
                  <a:cubicBezTo>
                    <a:pt x="444" y="2486"/>
                    <a:pt x="389" y="2967"/>
                    <a:pt x="347" y="3466"/>
                  </a:cubicBezTo>
                  <a:cubicBezTo>
                    <a:pt x="250" y="4469"/>
                    <a:pt x="158" y="5508"/>
                    <a:pt x="79" y="5873"/>
                  </a:cubicBezTo>
                  <a:cubicBezTo>
                    <a:pt x="0" y="6257"/>
                    <a:pt x="61" y="6700"/>
                    <a:pt x="194" y="7047"/>
                  </a:cubicBezTo>
                  <a:cubicBezTo>
                    <a:pt x="328" y="7393"/>
                    <a:pt x="523" y="7685"/>
                    <a:pt x="735" y="7777"/>
                  </a:cubicBezTo>
                  <a:cubicBezTo>
                    <a:pt x="858" y="7824"/>
                    <a:pt x="1039" y="7843"/>
                    <a:pt x="1241" y="7843"/>
                  </a:cubicBezTo>
                  <a:cubicBezTo>
                    <a:pt x="1380" y="7843"/>
                    <a:pt x="1529" y="7834"/>
                    <a:pt x="1678" y="7819"/>
                  </a:cubicBezTo>
                  <a:cubicBezTo>
                    <a:pt x="2024" y="7777"/>
                    <a:pt x="2371" y="7703"/>
                    <a:pt x="2523" y="7625"/>
                  </a:cubicBezTo>
                  <a:cubicBezTo>
                    <a:pt x="2699" y="7569"/>
                    <a:pt x="2791" y="7375"/>
                    <a:pt x="2851" y="7162"/>
                  </a:cubicBezTo>
                  <a:cubicBezTo>
                    <a:pt x="2907" y="6950"/>
                    <a:pt x="2930" y="6682"/>
                    <a:pt x="2948" y="6414"/>
                  </a:cubicBezTo>
                  <a:cubicBezTo>
                    <a:pt x="2985" y="6141"/>
                    <a:pt x="2985" y="5605"/>
                    <a:pt x="3004" y="5028"/>
                  </a:cubicBezTo>
                  <a:cubicBezTo>
                    <a:pt x="3004" y="4450"/>
                    <a:pt x="3004" y="3850"/>
                    <a:pt x="3045" y="3466"/>
                  </a:cubicBezTo>
                  <a:cubicBezTo>
                    <a:pt x="3101" y="2694"/>
                    <a:pt x="2888" y="1387"/>
                    <a:pt x="2560" y="731"/>
                  </a:cubicBezTo>
                  <a:cubicBezTo>
                    <a:pt x="2389" y="407"/>
                    <a:pt x="2177" y="232"/>
                    <a:pt x="2024" y="116"/>
                  </a:cubicBezTo>
                  <a:cubicBezTo>
                    <a:pt x="1849" y="19"/>
                    <a:pt x="1733" y="1"/>
                    <a:pt x="1733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28"/>
            <p:cNvSpPr/>
            <p:nvPr/>
          </p:nvSpPr>
          <p:spPr>
            <a:xfrm>
              <a:off x="5641976" y="2668595"/>
              <a:ext cx="641760" cy="743594"/>
            </a:xfrm>
            <a:custGeom>
              <a:avLst/>
              <a:gdLst/>
              <a:ahLst/>
              <a:cxnLst/>
              <a:rect l="l" t="t" r="r" b="b"/>
              <a:pathLst>
                <a:path w="4695" h="5440" extrusionOk="0">
                  <a:moveTo>
                    <a:pt x="2944" y="0"/>
                  </a:moveTo>
                  <a:lnTo>
                    <a:pt x="0" y="1058"/>
                  </a:lnTo>
                  <a:cubicBezTo>
                    <a:pt x="0" y="1058"/>
                    <a:pt x="213" y="1964"/>
                    <a:pt x="213" y="2657"/>
                  </a:cubicBezTo>
                  <a:cubicBezTo>
                    <a:pt x="213" y="3368"/>
                    <a:pt x="384" y="3909"/>
                    <a:pt x="846" y="4256"/>
                  </a:cubicBezTo>
                  <a:cubicBezTo>
                    <a:pt x="1289" y="4584"/>
                    <a:pt x="1405" y="4967"/>
                    <a:pt x="1830" y="5198"/>
                  </a:cubicBezTo>
                  <a:cubicBezTo>
                    <a:pt x="2090" y="5341"/>
                    <a:pt x="2389" y="5440"/>
                    <a:pt x="2688" y="5440"/>
                  </a:cubicBezTo>
                  <a:cubicBezTo>
                    <a:pt x="2873" y="5440"/>
                    <a:pt x="3058" y="5402"/>
                    <a:pt x="3235" y="5314"/>
                  </a:cubicBezTo>
                  <a:cubicBezTo>
                    <a:pt x="3678" y="5064"/>
                    <a:pt x="4080" y="5004"/>
                    <a:pt x="4274" y="4658"/>
                  </a:cubicBezTo>
                  <a:cubicBezTo>
                    <a:pt x="4487" y="4311"/>
                    <a:pt x="4621" y="3544"/>
                    <a:pt x="4621" y="3544"/>
                  </a:cubicBezTo>
                  <a:cubicBezTo>
                    <a:pt x="4695" y="2541"/>
                    <a:pt x="4445" y="1904"/>
                    <a:pt x="4177" y="1617"/>
                  </a:cubicBezTo>
                  <a:cubicBezTo>
                    <a:pt x="3909" y="1326"/>
                    <a:pt x="3447" y="1058"/>
                    <a:pt x="3332" y="712"/>
                  </a:cubicBezTo>
                  <a:cubicBezTo>
                    <a:pt x="3216" y="384"/>
                    <a:pt x="2944" y="0"/>
                    <a:pt x="29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28"/>
            <p:cNvSpPr/>
            <p:nvPr/>
          </p:nvSpPr>
          <p:spPr>
            <a:xfrm>
              <a:off x="5633775" y="2660257"/>
              <a:ext cx="658162" cy="758766"/>
            </a:xfrm>
            <a:custGeom>
              <a:avLst/>
              <a:gdLst/>
              <a:ahLst/>
              <a:cxnLst/>
              <a:rect l="l" t="t" r="r" b="b"/>
              <a:pathLst>
                <a:path w="4815" h="5551" extrusionOk="0">
                  <a:moveTo>
                    <a:pt x="2985" y="116"/>
                  </a:moveTo>
                  <a:cubicBezTo>
                    <a:pt x="3004" y="158"/>
                    <a:pt x="3235" y="505"/>
                    <a:pt x="3350" y="791"/>
                  </a:cubicBezTo>
                  <a:cubicBezTo>
                    <a:pt x="3410" y="985"/>
                    <a:pt x="3563" y="1138"/>
                    <a:pt x="3715" y="1272"/>
                  </a:cubicBezTo>
                  <a:cubicBezTo>
                    <a:pt x="3891" y="1429"/>
                    <a:pt x="4062" y="1563"/>
                    <a:pt x="4200" y="1715"/>
                  </a:cubicBezTo>
                  <a:cubicBezTo>
                    <a:pt x="4450" y="1988"/>
                    <a:pt x="4699" y="2602"/>
                    <a:pt x="4639" y="3605"/>
                  </a:cubicBezTo>
                  <a:cubicBezTo>
                    <a:pt x="4621" y="3605"/>
                    <a:pt x="4602" y="3776"/>
                    <a:pt x="4524" y="4007"/>
                  </a:cubicBezTo>
                  <a:cubicBezTo>
                    <a:pt x="4468" y="4238"/>
                    <a:pt x="4390" y="4529"/>
                    <a:pt x="4293" y="4700"/>
                  </a:cubicBezTo>
                  <a:cubicBezTo>
                    <a:pt x="4200" y="4853"/>
                    <a:pt x="4062" y="4950"/>
                    <a:pt x="3891" y="5047"/>
                  </a:cubicBezTo>
                  <a:cubicBezTo>
                    <a:pt x="3715" y="5125"/>
                    <a:pt x="3507" y="5199"/>
                    <a:pt x="3253" y="5315"/>
                  </a:cubicBezTo>
                  <a:cubicBezTo>
                    <a:pt x="3083" y="5408"/>
                    <a:pt x="2900" y="5448"/>
                    <a:pt x="2715" y="5448"/>
                  </a:cubicBezTo>
                  <a:cubicBezTo>
                    <a:pt x="2443" y="5448"/>
                    <a:pt x="2167" y="5360"/>
                    <a:pt x="1927" y="5222"/>
                  </a:cubicBezTo>
                  <a:cubicBezTo>
                    <a:pt x="1714" y="5107"/>
                    <a:pt x="1580" y="4950"/>
                    <a:pt x="1446" y="4779"/>
                  </a:cubicBezTo>
                  <a:cubicBezTo>
                    <a:pt x="1312" y="4621"/>
                    <a:pt x="1174" y="4432"/>
                    <a:pt x="943" y="4256"/>
                  </a:cubicBezTo>
                  <a:cubicBezTo>
                    <a:pt x="504" y="3952"/>
                    <a:pt x="328" y="3411"/>
                    <a:pt x="328" y="2718"/>
                  </a:cubicBezTo>
                  <a:cubicBezTo>
                    <a:pt x="328" y="2025"/>
                    <a:pt x="134" y="1198"/>
                    <a:pt x="116" y="1156"/>
                  </a:cubicBezTo>
                  <a:lnTo>
                    <a:pt x="2985" y="116"/>
                  </a:lnTo>
                  <a:close/>
                  <a:moveTo>
                    <a:pt x="3022" y="1"/>
                  </a:moveTo>
                  <a:lnTo>
                    <a:pt x="0" y="1082"/>
                  </a:lnTo>
                  <a:lnTo>
                    <a:pt x="19" y="1119"/>
                  </a:lnTo>
                  <a:cubicBezTo>
                    <a:pt x="19" y="1119"/>
                    <a:pt x="213" y="2025"/>
                    <a:pt x="213" y="2718"/>
                  </a:cubicBezTo>
                  <a:cubicBezTo>
                    <a:pt x="213" y="3429"/>
                    <a:pt x="407" y="4007"/>
                    <a:pt x="869" y="4354"/>
                  </a:cubicBezTo>
                  <a:cubicBezTo>
                    <a:pt x="1100" y="4506"/>
                    <a:pt x="1234" y="4682"/>
                    <a:pt x="1368" y="4853"/>
                  </a:cubicBezTo>
                  <a:cubicBezTo>
                    <a:pt x="1502" y="5028"/>
                    <a:pt x="1636" y="5181"/>
                    <a:pt x="1867" y="5296"/>
                  </a:cubicBezTo>
                  <a:cubicBezTo>
                    <a:pt x="2138" y="5448"/>
                    <a:pt x="2437" y="5551"/>
                    <a:pt x="2739" y="5551"/>
                  </a:cubicBezTo>
                  <a:cubicBezTo>
                    <a:pt x="2932" y="5551"/>
                    <a:pt x="3126" y="5509"/>
                    <a:pt x="3313" y="5412"/>
                  </a:cubicBezTo>
                  <a:cubicBezTo>
                    <a:pt x="3544" y="5296"/>
                    <a:pt x="3757" y="5222"/>
                    <a:pt x="3928" y="5125"/>
                  </a:cubicBezTo>
                  <a:cubicBezTo>
                    <a:pt x="4122" y="5047"/>
                    <a:pt x="4274" y="4931"/>
                    <a:pt x="4371" y="4737"/>
                  </a:cubicBezTo>
                  <a:cubicBezTo>
                    <a:pt x="4487" y="4566"/>
                    <a:pt x="4565" y="4275"/>
                    <a:pt x="4639" y="4044"/>
                  </a:cubicBezTo>
                  <a:cubicBezTo>
                    <a:pt x="4699" y="3813"/>
                    <a:pt x="4736" y="3623"/>
                    <a:pt x="4736" y="3623"/>
                  </a:cubicBezTo>
                  <a:lnTo>
                    <a:pt x="4736" y="3605"/>
                  </a:lnTo>
                  <a:cubicBezTo>
                    <a:pt x="4815" y="2584"/>
                    <a:pt x="4565" y="1946"/>
                    <a:pt x="4274" y="1641"/>
                  </a:cubicBezTo>
                  <a:cubicBezTo>
                    <a:pt x="4140" y="1484"/>
                    <a:pt x="3946" y="1350"/>
                    <a:pt x="3794" y="1198"/>
                  </a:cubicBezTo>
                  <a:cubicBezTo>
                    <a:pt x="3641" y="1064"/>
                    <a:pt x="3507" y="907"/>
                    <a:pt x="3447" y="773"/>
                  </a:cubicBezTo>
                  <a:cubicBezTo>
                    <a:pt x="3332" y="426"/>
                    <a:pt x="3064" y="24"/>
                    <a:pt x="3064" y="24"/>
                  </a:cubicBezTo>
                  <a:lnTo>
                    <a:pt x="3022" y="1"/>
                  </a:ln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28"/>
            <p:cNvSpPr/>
            <p:nvPr/>
          </p:nvSpPr>
          <p:spPr>
            <a:xfrm>
              <a:off x="5562969" y="2497048"/>
              <a:ext cx="521199" cy="381912"/>
            </a:xfrm>
            <a:custGeom>
              <a:avLst/>
              <a:gdLst/>
              <a:ahLst/>
              <a:cxnLst/>
              <a:rect l="l" t="t" r="r" b="b"/>
              <a:pathLst>
                <a:path w="3813" h="2794" extrusionOk="0">
                  <a:moveTo>
                    <a:pt x="3031" y="1"/>
                  </a:moveTo>
                  <a:cubicBezTo>
                    <a:pt x="3022" y="1"/>
                    <a:pt x="3013" y="1"/>
                    <a:pt x="3004" y="3"/>
                  </a:cubicBezTo>
                  <a:lnTo>
                    <a:pt x="2962" y="155"/>
                  </a:lnTo>
                  <a:cubicBezTo>
                    <a:pt x="2962" y="155"/>
                    <a:pt x="2847" y="368"/>
                    <a:pt x="1673" y="927"/>
                  </a:cubicBezTo>
                  <a:cubicBezTo>
                    <a:pt x="1065" y="1227"/>
                    <a:pt x="714" y="1299"/>
                    <a:pt x="518" y="1299"/>
                  </a:cubicBezTo>
                  <a:cubicBezTo>
                    <a:pt x="336" y="1299"/>
                    <a:pt x="287" y="1237"/>
                    <a:pt x="287" y="1237"/>
                  </a:cubicBezTo>
                  <a:lnTo>
                    <a:pt x="213" y="1061"/>
                  </a:lnTo>
                  <a:cubicBezTo>
                    <a:pt x="213" y="1061"/>
                    <a:pt x="116" y="1061"/>
                    <a:pt x="56" y="1195"/>
                  </a:cubicBezTo>
                  <a:cubicBezTo>
                    <a:pt x="1" y="1334"/>
                    <a:pt x="38" y="1449"/>
                    <a:pt x="172" y="1888"/>
                  </a:cubicBezTo>
                  <a:cubicBezTo>
                    <a:pt x="329" y="2332"/>
                    <a:pt x="463" y="2641"/>
                    <a:pt x="597" y="2738"/>
                  </a:cubicBezTo>
                  <a:cubicBezTo>
                    <a:pt x="649" y="2767"/>
                    <a:pt x="731" y="2794"/>
                    <a:pt x="879" y="2794"/>
                  </a:cubicBezTo>
                  <a:cubicBezTo>
                    <a:pt x="1109" y="2794"/>
                    <a:pt x="1497" y="2729"/>
                    <a:pt x="2177" y="2507"/>
                  </a:cubicBezTo>
                  <a:cubicBezTo>
                    <a:pt x="3291" y="2142"/>
                    <a:pt x="3813" y="1699"/>
                    <a:pt x="3813" y="1565"/>
                  </a:cubicBezTo>
                  <a:cubicBezTo>
                    <a:pt x="3813" y="1407"/>
                    <a:pt x="3656" y="987"/>
                    <a:pt x="3522" y="714"/>
                  </a:cubicBezTo>
                  <a:cubicBezTo>
                    <a:pt x="3392" y="456"/>
                    <a:pt x="3263" y="1"/>
                    <a:pt x="30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28"/>
            <p:cNvSpPr/>
            <p:nvPr/>
          </p:nvSpPr>
          <p:spPr>
            <a:xfrm>
              <a:off x="5560509" y="2489804"/>
              <a:ext cx="531314" cy="396811"/>
            </a:xfrm>
            <a:custGeom>
              <a:avLst/>
              <a:gdLst/>
              <a:ahLst/>
              <a:cxnLst/>
              <a:rect l="l" t="t" r="r" b="b"/>
              <a:pathLst>
                <a:path w="3887" h="2903" extrusionOk="0">
                  <a:moveTo>
                    <a:pt x="3059" y="116"/>
                  </a:moveTo>
                  <a:cubicBezTo>
                    <a:pt x="3096" y="116"/>
                    <a:pt x="3119" y="134"/>
                    <a:pt x="3156" y="153"/>
                  </a:cubicBezTo>
                  <a:cubicBezTo>
                    <a:pt x="3193" y="190"/>
                    <a:pt x="3235" y="250"/>
                    <a:pt x="3272" y="324"/>
                  </a:cubicBezTo>
                  <a:cubicBezTo>
                    <a:pt x="3369" y="462"/>
                    <a:pt x="3424" y="652"/>
                    <a:pt x="3503" y="786"/>
                  </a:cubicBezTo>
                  <a:cubicBezTo>
                    <a:pt x="3558" y="924"/>
                    <a:pt x="3637" y="1095"/>
                    <a:pt x="3674" y="1248"/>
                  </a:cubicBezTo>
                  <a:cubicBezTo>
                    <a:pt x="3734" y="1405"/>
                    <a:pt x="3771" y="1558"/>
                    <a:pt x="3771" y="1618"/>
                  </a:cubicBezTo>
                  <a:cubicBezTo>
                    <a:pt x="3771" y="1618"/>
                    <a:pt x="3752" y="1673"/>
                    <a:pt x="3697" y="1733"/>
                  </a:cubicBezTo>
                  <a:cubicBezTo>
                    <a:pt x="3637" y="1789"/>
                    <a:pt x="3540" y="1867"/>
                    <a:pt x="3406" y="1964"/>
                  </a:cubicBezTo>
                  <a:cubicBezTo>
                    <a:pt x="3138" y="2117"/>
                    <a:pt x="2731" y="2329"/>
                    <a:pt x="2172" y="2500"/>
                  </a:cubicBezTo>
                  <a:cubicBezTo>
                    <a:pt x="1636" y="2694"/>
                    <a:pt x="1271" y="2773"/>
                    <a:pt x="1040" y="2791"/>
                  </a:cubicBezTo>
                  <a:cubicBezTo>
                    <a:pt x="998" y="2795"/>
                    <a:pt x="960" y="2796"/>
                    <a:pt x="927" y="2796"/>
                  </a:cubicBezTo>
                  <a:cubicBezTo>
                    <a:pt x="775" y="2796"/>
                    <a:pt x="701" y="2765"/>
                    <a:pt x="652" y="2731"/>
                  </a:cubicBezTo>
                  <a:cubicBezTo>
                    <a:pt x="596" y="2713"/>
                    <a:pt x="518" y="2616"/>
                    <a:pt x="462" y="2482"/>
                  </a:cubicBezTo>
                  <a:cubicBezTo>
                    <a:pt x="384" y="2329"/>
                    <a:pt x="324" y="2154"/>
                    <a:pt x="250" y="1941"/>
                  </a:cubicBezTo>
                  <a:cubicBezTo>
                    <a:pt x="171" y="1710"/>
                    <a:pt x="134" y="1576"/>
                    <a:pt x="116" y="1479"/>
                  </a:cubicBezTo>
                  <a:cubicBezTo>
                    <a:pt x="93" y="1363"/>
                    <a:pt x="93" y="1326"/>
                    <a:pt x="134" y="1271"/>
                  </a:cubicBezTo>
                  <a:cubicBezTo>
                    <a:pt x="153" y="1211"/>
                    <a:pt x="171" y="1192"/>
                    <a:pt x="190" y="1174"/>
                  </a:cubicBezTo>
                  <a:lnTo>
                    <a:pt x="268" y="1308"/>
                  </a:lnTo>
                  <a:lnTo>
                    <a:pt x="268" y="1326"/>
                  </a:lnTo>
                  <a:cubicBezTo>
                    <a:pt x="268" y="1326"/>
                    <a:pt x="287" y="1326"/>
                    <a:pt x="287" y="1345"/>
                  </a:cubicBezTo>
                  <a:cubicBezTo>
                    <a:pt x="305" y="1345"/>
                    <a:pt x="324" y="1363"/>
                    <a:pt x="347" y="1363"/>
                  </a:cubicBezTo>
                  <a:cubicBezTo>
                    <a:pt x="384" y="1387"/>
                    <a:pt x="462" y="1405"/>
                    <a:pt x="555" y="1405"/>
                  </a:cubicBezTo>
                  <a:cubicBezTo>
                    <a:pt x="767" y="1405"/>
                    <a:pt x="1114" y="1326"/>
                    <a:pt x="1710" y="1040"/>
                  </a:cubicBezTo>
                  <a:cubicBezTo>
                    <a:pt x="2287" y="749"/>
                    <a:pt x="2615" y="555"/>
                    <a:pt x="2810" y="421"/>
                  </a:cubicBezTo>
                  <a:cubicBezTo>
                    <a:pt x="2888" y="365"/>
                    <a:pt x="2944" y="324"/>
                    <a:pt x="2980" y="287"/>
                  </a:cubicBezTo>
                  <a:cubicBezTo>
                    <a:pt x="3004" y="250"/>
                    <a:pt x="3022" y="231"/>
                    <a:pt x="3022" y="231"/>
                  </a:cubicBezTo>
                  <a:lnTo>
                    <a:pt x="3059" y="116"/>
                  </a:lnTo>
                  <a:close/>
                  <a:moveTo>
                    <a:pt x="3022" y="0"/>
                  </a:moveTo>
                  <a:lnTo>
                    <a:pt x="2980" y="19"/>
                  </a:lnTo>
                  <a:lnTo>
                    <a:pt x="2962" y="37"/>
                  </a:lnTo>
                  <a:lnTo>
                    <a:pt x="2925" y="190"/>
                  </a:lnTo>
                  <a:lnTo>
                    <a:pt x="2907" y="208"/>
                  </a:lnTo>
                  <a:cubicBezTo>
                    <a:pt x="2888" y="250"/>
                    <a:pt x="2828" y="287"/>
                    <a:pt x="2749" y="347"/>
                  </a:cubicBezTo>
                  <a:cubicBezTo>
                    <a:pt x="2578" y="462"/>
                    <a:pt x="2250" y="652"/>
                    <a:pt x="1673" y="943"/>
                  </a:cubicBezTo>
                  <a:cubicBezTo>
                    <a:pt x="1077" y="1211"/>
                    <a:pt x="749" y="1290"/>
                    <a:pt x="555" y="1290"/>
                  </a:cubicBezTo>
                  <a:cubicBezTo>
                    <a:pt x="528" y="1295"/>
                    <a:pt x="505" y="1297"/>
                    <a:pt x="485" y="1297"/>
                  </a:cubicBezTo>
                  <a:cubicBezTo>
                    <a:pt x="438" y="1297"/>
                    <a:pt x="410" y="1284"/>
                    <a:pt x="384" y="1271"/>
                  </a:cubicBezTo>
                  <a:cubicBezTo>
                    <a:pt x="365" y="1271"/>
                    <a:pt x="365" y="1271"/>
                    <a:pt x="365" y="1248"/>
                  </a:cubicBezTo>
                  <a:lnTo>
                    <a:pt x="250" y="1058"/>
                  </a:lnTo>
                  <a:lnTo>
                    <a:pt x="231" y="1058"/>
                  </a:lnTo>
                  <a:cubicBezTo>
                    <a:pt x="231" y="1058"/>
                    <a:pt x="190" y="1058"/>
                    <a:pt x="153" y="1077"/>
                  </a:cubicBezTo>
                  <a:cubicBezTo>
                    <a:pt x="116" y="1114"/>
                    <a:pt x="56" y="1156"/>
                    <a:pt x="37" y="1229"/>
                  </a:cubicBezTo>
                  <a:cubicBezTo>
                    <a:pt x="0" y="1308"/>
                    <a:pt x="0" y="1387"/>
                    <a:pt x="19" y="1502"/>
                  </a:cubicBezTo>
                  <a:cubicBezTo>
                    <a:pt x="37" y="1594"/>
                    <a:pt x="74" y="1752"/>
                    <a:pt x="153" y="1964"/>
                  </a:cubicBezTo>
                  <a:cubicBezTo>
                    <a:pt x="208" y="2195"/>
                    <a:pt x="287" y="2366"/>
                    <a:pt x="365" y="2519"/>
                  </a:cubicBezTo>
                  <a:cubicBezTo>
                    <a:pt x="439" y="2676"/>
                    <a:pt x="499" y="2773"/>
                    <a:pt x="596" y="2828"/>
                  </a:cubicBezTo>
                  <a:cubicBezTo>
                    <a:pt x="650" y="2872"/>
                    <a:pt x="737" y="2903"/>
                    <a:pt x="869" y="2903"/>
                  </a:cubicBezTo>
                  <a:cubicBezTo>
                    <a:pt x="919" y="2903"/>
                    <a:pt x="976" y="2898"/>
                    <a:pt x="1040" y="2888"/>
                  </a:cubicBezTo>
                  <a:cubicBezTo>
                    <a:pt x="1289" y="2865"/>
                    <a:pt x="1654" y="2791"/>
                    <a:pt x="2213" y="2616"/>
                  </a:cubicBezTo>
                  <a:cubicBezTo>
                    <a:pt x="2773" y="2426"/>
                    <a:pt x="3193" y="2214"/>
                    <a:pt x="3466" y="2038"/>
                  </a:cubicBezTo>
                  <a:cubicBezTo>
                    <a:pt x="3600" y="1964"/>
                    <a:pt x="3697" y="1867"/>
                    <a:pt x="3771" y="1807"/>
                  </a:cubicBezTo>
                  <a:cubicBezTo>
                    <a:pt x="3849" y="1733"/>
                    <a:pt x="3886" y="1673"/>
                    <a:pt x="3886" y="1618"/>
                  </a:cubicBezTo>
                  <a:cubicBezTo>
                    <a:pt x="3886" y="1521"/>
                    <a:pt x="3831" y="1387"/>
                    <a:pt x="3789" y="1211"/>
                  </a:cubicBezTo>
                  <a:cubicBezTo>
                    <a:pt x="3734" y="1058"/>
                    <a:pt x="3655" y="883"/>
                    <a:pt x="3600" y="749"/>
                  </a:cubicBezTo>
                  <a:cubicBezTo>
                    <a:pt x="3521" y="615"/>
                    <a:pt x="3466" y="421"/>
                    <a:pt x="3369" y="268"/>
                  </a:cubicBezTo>
                  <a:cubicBezTo>
                    <a:pt x="3327" y="190"/>
                    <a:pt x="3272" y="116"/>
                    <a:pt x="3212" y="74"/>
                  </a:cubicBezTo>
                  <a:cubicBezTo>
                    <a:pt x="3156" y="19"/>
                    <a:pt x="3096" y="0"/>
                    <a:pt x="3022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28"/>
            <p:cNvSpPr/>
            <p:nvPr/>
          </p:nvSpPr>
          <p:spPr>
            <a:xfrm>
              <a:off x="5131028" y="2001818"/>
              <a:ext cx="373984" cy="354164"/>
            </a:xfrm>
            <a:custGeom>
              <a:avLst/>
              <a:gdLst/>
              <a:ahLst/>
              <a:cxnLst/>
              <a:rect l="l" t="t" r="r" b="b"/>
              <a:pathLst>
                <a:path w="2736" h="2591" extrusionOk="0">
                  <a:moveTo>
                    <a:pt x="619" y="0"/>
                  </a:moveTo>
                  <a:cubicBezTo>
                    <a:pt x="363" y="0"/>
                    <a:pt x="146" y="227"/>
                    <a:pt x="79" y="507"/>
                  </a:cubicBezTo>
                  <a:cubicBezTo>
                    <a:pt x="0" y="890"/>
                    <a:pt x="444" y="1450"/>
                    <a:pt x="1003" y="1972"/>
                  </a:cubicBezTo>
                  <a:cubicBezTo>
                    <a:pt x="1433" y="2383"/>
                    <a:pt x="1740" y="2590"/>
                    <a:pt x="1955" y="2590"/>
                  </a:cubicBezTo>
                  <a:cubicBezTo>
                    <a:pt x="2010" y="2590"/>
                    <a:pt x="2059" y="2577"/>
                    <a:pt x="2103" y="2549"/>
                  </a:cubicBezTo>
                  <a:cubicBezTo>
                    <a:pt x="2292" y="2434"/>
                    <a:pt x="2736" y="1875"/>
                    <a:pt x="2736" y="1875"/>
                  </a:cubicBezTo>
                  <a:cubicBezTo>
                    <a:pt x="2736" y="1875"/>
                    <a:pt x="2177" y="1584"/>
                    <a:pt x="1830" y="1316"/>
                  </a:cubicBezTo>
                  <a:cubicBezTo>
                    <a:pt x="1502" y="1048"/>
                    <a:pt x="1331" y="451"/>
                    <a:pt x="966" y="142"/>
                  </a:cubicBezTo>
                  <a:cubicBezTo>
                    <a:pt x="849" y="43"/>
                    <a:pt x="730" y="0"/>
                    <a:pt x="619" y="0"/>
                  </a:cubicBezTo>
                  <a:close/>
                </a:path>
              </a:pathLst>
            </a:custGeom>
            <a:solidFill>
              <a:srgbClr val="FFEB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28"/>
            <p:cNvSpPr/>
            <p:nvPr/>
          </p:nvSpPr>
          <p:spPr>
            <a:xfrm>
              <a:off x="5128430" y="1994573"/>
              <a:ext cx="387379" cy="345006"/>
            </a:xfrm>
            <a:custGeom>
              <a:avLst/>
              <a:gdLst/>
              <a:ahLst/>
              <a:cxnLst/>
              <a:rect l="l" t="t" r="r" b="b"/>
              <a:pathLst>
                <a:path w="2834" h="2524" extrusionOk="0">
                  <a:moveTo>
                    <a:pt x="638" y="1"/>
                  </a:moveTo>
                  <a:cubicBezTo>
                    <a:pt x="560" y="1"/>
                    <a:pt x="481" y="19"/>
                    <a:pt x="407" y="61"/>
                  </a:cubicBezTo>
                  <a:cubicBezTo>
                    <a:pt x="232" y="158"/>
                    <a:pt x="98" y="329"/>
                    <a:pt x="61" y="541"/>
                  </a:cubicBezTo>
                  <a:cubicBezTo>
                    <a:pt x="1" y="772"/>
                    <a:pt x="98" y="1022"/>
                    <a:pt x="273" y="1272"/>
                  </a:cubicBezTo>
                  <a:cubicBezTo>
                    <a:pt x="444" y="1544"/>
                    <a:pt x="694" y="1812"/>
                    <a:pt x="985" y="2062"/>
                  </a:cubicBezTo>
                  <a:cubicBezTo>
                    <a:pt x="1197" y="2256"/>
                    <a:pt x="1368" y="2408"/>
                    <a:pt x="1521" y="2524"/>
                  </a:cubicBezTo>
                  <a:cubicBezTo>
                    <a:pt x="1544" y="2487"/>
                    <a:pt x="1581" y="2468"/>
                    <a:pt x="1599" y="2427"/>
                  </a:cubicBezTo>
                  <a:cubicBezTo>
                    <a:pt x="1447" y="2330"/>
                    <a:pt x="1271" y="2177"/>
                    <a:pt x="1040" y="1983"/>
                  </a:cubicBezTo>
                  <a:cubicBezTo>
                    <a:pt x="772" y="1734"/>
                    <a:pt x="523" y="1466"/>
                    <a:pt x="366" y="1216"/>
                  </a:cubicBezTo>
                  <a:cubicBezTo>
                    <a:pt x="195" y="967"/>
                    <a:pt x="116" y="736"/>
                    <a:pt x="158" y="560"/>
                  </a:cubicBezTo>
                  <a:cubicBezTo>
                    <a:pt x="195" y="389"/>
                    <a:pt x="310" y="232"/>
                    <a:pt x="444" y="158"/>
                  </a:cubicBezTo>
                  <a:cubicBezTo>
                    <a:pt x="523" y="116"/>
                    <a:pt x="597" y="98"/>
                    <a:pt x="694" y="98"/>
                  </a:cubicBezTo>
                  <a:cubicBezTo>
                    <a:pt x="772" y="116"/>
                    <a:pt x="851" y="158"/>
                    <a:pt x="943" y="232"/>
                  </a:cubicBezTo>
                  <a:cubicBezTo>
                    <a:pt x="1119" y="389"/>
                    <a:pt x="1253" y="597"/>
                    <a:pt x="1387" y="828"/>
                  </a:cubicBezTo>
                  <a:cubicBezTo>
                    <a:pt x="1521" y="1040"/>
                    <a:pt x="1636" y="1253"/>
                    <a:pt x="1830" y="1406"/>
                  </a:cubicBezTo>
                  <a:cubicBezTo>
                    <a:pt x="2006" y="1563"/>
                    <a:pt x="2237" y="1697"/>
                    <a:pt x="2408" y="1794"/>
                  </a:cubicBezTo>
                  <a:cubicBezTo>
                    <a:pt x="2505" y="1812"/>
                    <a:pt x="2621" y="1868"/>
                    <a:pt x="2815" y="1909"/>
                  </a:cubicBezTo>
                  <a:lnTo>
                    <a:pt x="2833" y="1909"/>
                  </a:lnTo>
                  <a:lnTo>
                    <a:pt x="2773" y="1868"/>
                  </a:lnTo>
                  <a:cubicBezTo>
                    <a:pt x="2773" y="1868"/>
                    <a:pt x="2214" y="1600"/>
                    <a:pt x="1891" y="1332"/>
                  </a:cubicBezTo>
                  <a:cubicBezTo>
                    <a:pt x="1733" y="1198"/>
                    <a:pt x="1599" y="985"/>
                    <a:pt x="1484" y="772"/>
                  </a:cubicBezTo>
                  <a:cubicBezTo>
                    <a:pt x="1350" y="541"/>
                    <a:pt x="1216" y="310"/>
                    <a:pt x="1003" y="158"/>
                  </a:cubicBezTo>
                  <a:cubicBezTo>
                    <a:pt x="906" y="61"/>
                    <a:pt x="809" y="19"/>
                    <a:pt x="694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28"/>
            <p:cNvSpPr/>
            <p:nvPr/>
          </p:nvSpPr>
          <p:spPr>
            <a:xfrm>
              <a:off x="5223157" y="2246494"/>
              <a:ext cx="753025" cy="439185"/>
            </a:xfrm>
            <a:custGeom>
              <a:avLst/>
              <a:gdLst/>
              <a:ahLst/>
              <a:cxnLst/>
              <a:rect l="l" t="t" r="r" b="b"/>
              <a:pathLst>
                <a:path w="5509" h="3213" extrusionOk="0">
                  <a:moveTo>
                    <a:pt x="3835" y="0"/>
                  </a:moveTo>
                  <a:cubicBezTo>
                    <a:pt x="3460" y="0"/>
                    <a:pt x="3043" y="82"/>
                    <a:pt x="2773" y="103"/>
                  </a:cubicBezTo>
                  <a:cubicBezTo>
                    <a:pt x="2720" y="107"/>
                    <a:pt x="2668" y="109"/>
                    <a:pt x="2618" y="109"/>
                  </a:cubicBezTo>
                  <a:cubicBezTo>
                    <a:pt x="2287" y="109"/>
                    <a:pt x="2014" y="33"/>
                    <a:pt x="1839" y="33"/>
                  </a:cubicBezTo>
                  <a:cubicBezTo>
                    <a:pt x="1798" y="33"/>
                    <a:pt x="1763" y="38"/>
                    <a:pt x="1734" y="48"/>
                  </a:cubicBezTo>
                  <a:cubicBezTo>
                    <a:pt x="1544" y="103"/>
                    <a:pt x="426" y="1143"/>
                    <a:pt x="213" y="1434"/>
                  </a:cubicBezTo>
                  <a:cubicBezTo>
                    <a:pt x="1" y="1702"/>
                    <a:pt x="135" y="2127"/>
                    <a:pt x="329" y="2242"/>
                  </a:cubicBezTo>
                  <a:cubicBezTo>
                    <a:pt x="523" y="2358"/>
                    <a:pt x="1752" y="2279"/>
                    <a:pt x="2080" y="2335"/>
                  </a:cubicBezTo>
                  <a:cubicBezTo>
                    <a:pt x="2427" y="2395"/>
                    <a:pt x="2427" y="2395"/>
                    <a:pt x="2487" y="2510"/>
                  </a:cubicBezTo>
                  <a:cubicBezTo>
                    <a:pt x="2542" y="2607"/>
                    <a:pt x="2815" y="3088"/>
                    <a:pt x="2815" y="3088"/>
                  </a:cubicBezTo>
                  <a:cubicBezTo>
                    <a:pt x="2815" y="3088"/>
                    <a:pt x="2815" y="3213"/>
                    <a:pt x="3041" y="3213"/>
                  </a:cubicBezTo>
                  <a:cubicBezTo>
                    <a:pt x="3146" y="3213"/>
                    <a:pt x="3300" y="3186"/>
                    <a:pt x="3526" y="3106"/>
                  </a:cubicBezTo>
                  <a:cubicBezTo>
                    <a:pt x="4256" y="2857"/>
                    <a:pt x="4852" y="2450"/>
                    <a:pt x="5102" y="2376"/>
                  </a:cubicBezTo>
                  <a:cubicBezTo>
                    <a:pt x="5356" y="2316"/>
                    <a:pt x="5509" y="2011"/>
                    <a:pt x="5509" y="2011"/>
                  </a:cubicBezTo>
                  <a:lnTo>
                    <a:pt x="5010" y="1277"/>
                  </a:lnTo>
                  <a:cubicBezTo>
                    <a:pt x="5010" y="1277"/>
                    <a:pt x="4894" y="584"/>
                    <a:pt x="4547" y="219"/>
                  </a:cubicBezTo>
                  <a:cubicBezTo>
                    <a:pt x="4395" y="50"/>
                    <a:pt x="4128" y="0"/>
                    <a:pt x="3835" y="0"/>
                  </a:cubicBezTo>
                  <a:close/>
                </a:path>
              </a:pathLst>
            </a:custGeom>
            <a:solidFill>
              <a:srgbClr val="FFEB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28"/>
            <p:cNvSpPr/>
            <p:nvPr/>
          </p:nvSpPr>
          <p:spPr>
            <a:xfrm>
              <a:off x="5228898" y="2239660"/>
              <a:ext cx="754802" cy="453127"/>
            </a:xfrm>
            <a:custGeom>
              <a:avLst/>
              <a:gdLst/>
              <a:ahLst/>
              <a:cxnLst/>
              <a:rect l="l" t="t" r="r" b="b"/>
              <a:pathLst>
                <a:path w="5522" h="3315" extrusionOk="0">
                  <a:moveTo>
                    <a:pt x="3674" y="1"/>
                  </a:moveTo>
                  <a:cubicBezTo>
                    <a:pt x="3327" y="19"/>
                    <a:pt x="2962" y="75"/>
                    <a:pt x="2731" y="98"/>
                  </a:cubicBezTo>
                  <a:cubicBezTo>
                    <a:pt x="2670" y="103"/>
                    <a:pt x="2611" y="105"/>
                    <a:pt x="2553" y="105"/>
                  </a:cubicBezTo>
                  <a:cubicBezTo>
                    <a:pt x="2391" y="105"/>
                    <a:pt x="2243" y="87"/>
                    <a:pt x="2117" y="56"/>
                  </a:cubicBezTo>
                  <a:cubicBezTo>
                    <a:pt x="2022" y="43"/>
                    <a:pt x="1936" y="30"/>
                    <a:pt x="1860" y="30"/>
                  </a:cubicBezTo>
                  <a:cubicBezTo>
                    <a:pt x="1829" y="30"/>
                    <a:pt x="1799" y="32"/>
                    <a:pt x="1770" y="38"/>
                  </a:cubicBezTo>
                  <a:cubicBezTo>
                    <a:pt x="1867" y="56"/>
                    <a:pt x="1983" y="116"/>
                    <a:pt x="2154" y="135"/>
                  </a:cubicBezTo>
                  <a:lnTo>
                    <a:pt x="2154" y="172"/>
                  </a:lnTo>
                  <a:cubicBezTo>
                    <a:pt x="2277" y="185"/>
                    <a:pt x="2406" y="200"/>
                    <a:pt x="2553" y="200"/>
                  </a:cubicBezTo>
                  <a:cubicBezTo>
                    <a:pt x="2615" y="200"/>
                    <a:pt x="2681" y="197"/>
                    <a:pt x="2750" y="190"/>
                  </a:cubicBezTo>
                  <a:cubicBezTo>
                    <a:pt x="2981" y="172"/>
                    <a:pt x="3350" y="116"/>
                    <a:pt x="3674" y="98"/>
                  </a:cubicBezTo>
                  <a:cubicBezTo>
                    <a:pt x="4002" y="98"/>
                    <a:pt x="4311" y="135"/>
                    <a:pt x="4464" y="287"/>
                  </a:cubicBezTo>
                  <a:cubicBezTo>
                    <a:pt x="4792" y="652"/>
                    <a:pt x="4926" y="1327"/>
                    <a:pt x="4926" y="1327"/>
                  </a:cubicBezTo>
                  <a:lnTo>
                    <a:pt x="4926" y="1345"/>
                  </a:lnTo>
                  <a:lnTo>
                    <a:pt x="5406" y="2061"/>
                  </a:lnTo>
                  <a:cubicBezTo>
                    <a:pt x="5388" y="2080"/>
                    <a:pt x="5254" y="2329"/>
                    <a:pt x="5041" y="2385"/>
                  </a:cubicBezTo>
                  <a:cubicBezTo>
                    <a:pt x="4907" y="2426"/>
                    <a:pt x="4695" y="2542"/>
                    <a:pt x="4427" y="2676"/>
                  </a:cubicBezTo>
                  <a:cubicBezTo>
                    <a:pt x="4159" y="2828"/>
                    <a:pt x="3831" y="2986"/>
                    <a:pt x="3466" y="3101"/>
                  </a:cubicBezTo>
                  <a:cubicBezTo>
                    <a:pt x="3246" y="3186"/>
                    <a:pt x="3095" y="3210"/>
                    <a:pt x="2994" y="3210"/>
                  </a:cubicBezTo>
                  <a:cubicBezTo>
                    <a:pt x="2936" y="3210"/>
                    <a:pt x="2894" y="3202"/>
                    <a:pt x="2865" y="3193"/>
                  </a:cubicBezTo>
                  <a:cubicBezTo>
                    <a:pt x="2847" y="3175"/>
                    <a:pt x="2828" y="3156"/>
                    <a:pt x="2828" y="3138"/>
                  </a:cubicBezTo>
                  <a:lnTo>
                    <a:pt x="2810" y="3138"/>
                  </a:lnTo>
                  <a:lnTo>
                    <a:pt x="2810" y="3120"/>
                  </a:lnTo>
                  <a:lnTo>
                    <a:pt x="2810" y="3101"/>
                  </a:lnTo>
                  <a:cubicBezTo>
                    <a:pt x="2810" y="3101"/>
                    <a:pt x="2750" y="2986"/>
                    <a:pt x="2676" y="2847"/>
                  </a:cubicBezTo>
                  <a:cubicBezTo>
                    <a:pt x="2597" y="2713"/>
                    <a:pt x="2519" y="2579"/>
                    <a:pt x="2482" y="2523"/>
                  </a:cubicBezTo>
                  <a:cubicBezTo>
                    <a:pt x="2463" y="2482"/>
                    <a:pt x="2426" y="2426"/>
                    <a:pt x="2366" y="2408"/>
                  </a:cubicBezTo>
                  <a:cubicBezTo>
                    <a:pt x="2311" y="2366"/>
                    <a:pt x="2214" y="2366"/>
                    <a:pt x="2057" y="2329"/>
                  </a:cubicBezTo>
                  <a:cubicBezTo>
                    <a:pt x="1867" y="2311"/>
                    <a:pt x="1479" y="2311"/>
                    <a:pt x="1114" y="2311"/>
                  </a:cubicBezTo>
                  <a:cubicBezTo>
                    <a:pt x="925" y="2311"/>
                    <a:pt x="749" y="2311"/>
                    <a:pt x="596" y="2292"/>
                  </a:cubicBezTo>
                  <a:lnTo>
                    <a:pt x="536" y="2292"/>
                  </a:lnTo>
                  <a:cubicBezTo>
                    <a:pt x="524" y="2294"/>
                    <a:pt x="512" y="2294"/>
                    <a:pt x="499" y="2294"/>
                  </a:cubicBezTo>
                  <a:cubicBezTo>
                    <a:pt x="331" y="2294"/>
                    <a:pt x="119" y="2186"/>
                    <a:pt x="153" y="2061"/>
                  </a:cubicBezTo>
                  <a:lnTo>
                    <a:pt x="153" y="2038"/>
                  </a:lnTo>
                  <a:cubicBezTo>
                    <a:pt x="153" y="2001"/>
                    <a:pt x="134" y="1964"/>
                    <a:pt x="134" y="1923"/>
                  </a:cubicBezTo>
                  <a:cubicBezTo>
                    <a:pt x="93" y="1789"/>
                    <a:pt x="116" y="1636"/>
                    <a:pt x="208" y="1502"/>
                  </a:cubicBezTo>
                  <a:cubicBezTo>
                    <a:pt x="268" y="1442"/>
                    <a:pt x="402" y="1290"/>
                    <a:pt x="555" y="1137"/>
                  </a:cubicBezTo>
                  <a:cubicBezTo>
                    <a:pt x="596" y="1059"/>
                    <a:pt x="633" y="962"/>
                    <a:pt x="670" y="906"/>
                  </a:cubicBezTo>
                  <a:cubicBezTo>
                    <a:pt x="694" y="883"/>
                    <a:pt x="694" y="865"/>
                    <a:pt x="712" y="846"/>
                  </a:cubicBezTo>
                  <a:lnTo>
                    <a:pt x="712" y="846"/>
                  </a:lnTo>
                  <a:cubicBezTo>
                    <a:pt x="439" y="1096"/>
                    <a:pt x="231" y="1327"/>
                    <a:pt x="134" y="1442"/>
                  </a:cubicBezTo>
                  <a:cubicBezTo>
                    <a:pt x="19" y="1599"/>
                    <a:pt x="0" y="1789"/>
                    <a:pt x="19" y="1964"/>
                  </a:cubicBezTo>
                  <a:cubicBezTo>
                    <a:pt x="56" y="2117"/>
                    <a:pt x="153" y="2269"/>
                    <a:pt x="268" y="2329"/>
                  </a:cubicBezTo>
                  <a:cubicBezTo>
                    <a:pt x="324" y="2366"/>
                    <a:pt x="439" y="2385"/>
                    <a:pt x="596" y="2385"/>
                  </a:cubicBezTo>
                  <a:cubicBezTo>
                    <a:pt x="749" y="2408"/>
                    <a:pt x="925" y="2408"/>
                    <a:pt x="1114" y="2408"/>
                  </a:cubicBezTo>
                  <a:cubicBezTo>
                    <a:pt x="1479" y="2408"/>
                    <a:pt x="1886" y="2408"/>
                    <a:pt x="2038" y="2426"/>
                  </a:cubicBezTo>
                  <a:cubicBezTo>
                    <a:pt x="2195" y="2463"/>
                    <a:pt x="2288" y="2482"/>
                    <a:pt x="2329" y="2500"/>
                  </a:cubicBezTo>
                  <a:cubicBezTo>
                    <a:pt x="2366" y="2523"/>
                    <a:pt x="2366" y="2523"/>
                    <a:pt x="2403" y="2579"/>
                  </a:cubicBezTo>
                  <a:cubicBezTo>
                    <a:pt x="2426" y="2616"/>
                    <a:pt x="2519" y="2773"/>
                    <a:pt x="2579" y="2907"/>
                  </a:cubicBezTo>
                  <a:cubicBezTo>
                    <a:pt x="2657" y="3041"/>
                    <a:pt x="2713" y="3156"/>
                    <a:pt x="2713" y="3156"/>
                  </a:cubicBezTo>
                  <a:cubicBezTo>
                    <a:pt x="2713" y="3156"/>
                    <a:pt x="2713" y="3175"/>
                    <a:pt x="2731" y="3193"/>
                  </a:cubicBezTo>
                  <a:cubicBezTo>
                    <a:pt x="2750" y="3217"/>
                    <a:pt x="2791" y="3254"/>
                    <a:pt x="2828" y="3290"/>
                  </a:cubicBezTo>
                  <a:cubicBezTo>
                    <a:pt x="2869" y="3305"/>
                    <a:pt x="2920" y="3315"/>
                    <a:pt x="2984" y="3315"/>
                  </a:cubicBezTo>
                  <a:cubicBezTo>
                    <a:pt x="3102" y="3315"/>
                    <a:pt x="3267" y="3283"/>
                    <a:pt x="3503" y="3193"/>
                  </a:cubicBezTo>
                  <a:cubicBezTo>
                    <a:pt x="3868" y="3078"/>
                    <a:pt x="4214" y="2907"/>
                    <a:pt x="4482" y="2773"/>
                  </a:cubicBezTo>
                  <a:cubicBezTo>
                    <a:pt x="4755" y="2639"/>
                    <a:pt x="4968" y="2523"/>
                    <a:pt x="5083" y="2482"/>
                  </a:cubicBezTo>
                  <a:cubicBezTo>
                    <a:pt x="5351" y="2408"/>
                    <a:pt x="5522" y="2080"/>
                    <a:pt x="5522" y="2080"/>
                  </a:cubicBezTo>
                  <a:lnTo>
                    <a:pt x="5522" y="2061"/>
                  </a:lnTo>
                  <a:lnTo>
                    <a:pt x="5522" y="2038"/>
                  </a:lnTo>
                  <a:lnTo>
                    <a:pt x="5023" y="1308"/>
                  </a:lnTo>
                  <a:cubicBezTo>
                    <a:pt x="5023" y="1271"/>
                    <a:pt x="4907" y="615"/>
                    <a:pt x="4542" y="232"/>
                  </a:cubicBezTo>
                  <a:cubicBezTo>
                    <a:pt x="4367" y="38"/>
                    <a:pt x="4099" y="1"/>
                    <a:pt x="3789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28"/>
            <p:cNvSpPr/>
            <p:nvPr/>
          </p:nvSpPr>
          <p:spPr>
            <a:xfrm>
              <a:off x="5023179" y="2011796"/>
              <a:ext cx="423739" cy="388610"/>
            </a:xfrm>
            <a:custGeom>
              <a:avLst/>
              <a:gdLst/>
              <a:ahLst/>
              <a:cxnLst/>
              <a:rect l="l" t="t" r="r" b="b"/>
              <a:pathLst>
                <a:path w="3100" h="2843" extrusionOk="0">
                  <a:moveTo>
                    <a:pt x="912" y="1"/>
                  </a:moveTo>
                  <a:cubicBezTo>
                    <a:pt x="613" y="1"/>
                    <a:pt x="1" y="662"/>
                    <a:pt x="600" y="1474"/>
                  </a:cubicBezTo>
                  <a:cubicBezTo>
                    <a:pt x="1251" y="2342"/>
                    <a:pt x="2217" y="2823"/>
                    <a:pt x="2369" y="2841"/>
                  </a:cubicBezTo>
                  <a:cubicBezTo>
                    <a:pt x="2376" y="2842"/>
                    <a:pt x="2383" y="2842"/>
                    <a:pt x="2391" y="2842"/>
                  </a:cubicBezTo>
                  <a:cubicBezTo>
                    <a:pt x="2551" y="2842"/>
                    <a:pt x="2856" y="2655"/>
                    <a:pt x="2984" y="2416"/>
                  </a:cubicBezTo>
                  <a:cubicBezTo>
                    <a:pt x="3100" y="2167"/>
                    <a:pt x="3081" y="1899"/>
                    <a:pt x="3081" y="1899"/>
                  </a:cubicBezTo>
                  <a:cubicBezTo>
                    <a:pt x="3081" y="1899"/>
                    <a:pt x="2406" y="1626"/>
                    <a:pt x="1944" y="1164"/>
                  </a:cubicBezTo>
                  <a:cubicBezTo>
                    <a:pt x="1482" y="702"/>
                    <a:pt x="1251" y="106"/>
                    <a:pt x="965" y="9"/>
                  </a:cubicBezTo>
                  <a:cubicBezTo>
                    <a:pt x="949" y="3"/>
                    <a:pt x="931" y="1"/>
                    <a:pt x="912" y="1"/>
                  </a:cubicBezTo>
                  <a:close/>
                </a:path>
              </a:pathLst>
            </a:custGeom>
            <a:solidFill>
              <a:srgbClr val="FFEB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28"/>
            <p:cNvSpPr/>
            <p:nvPr/>
          </p:nvSpPr>
          <p:spPr>
            <a:xfrm>
              <a:off x="5055164" y="2002775"/>
              <a:ext cx="368380" cy="389293"/>
            </a:xfrm>
            <a:custGeom>
              <a:avLst/>
              <a:gdLst/>
              <a:ahLst/>
              <a:cxnLst/>
              <a:rect l="l" t="t" r="r" b="b"/>
              <a:pathLst>
                <a:path w="2695" h="2848" extrusionOk="0">
                  <a:moveTo>
                    <a:pt x="671" y="1"/>
                  </a:moveTo>
                  <a:cubicBezTo>
                    <a:pt x="615" y="1"/>
                    <a:pt x="518" y="38"/>
                    <a:pt x="440" y="98"/>
                  </a:cubicBezTo>
                  <a:cubicBezTo>
                    <a:pt x="347" y="172"/>
                    <a:pt x="232" y="269"/>
                    <a:pt x="153" y="421"/>
                  </a:cubicBezTo>
                  <a:cubicBezTo>
                    <a:pt x="19" y="712"/>
                    <a:pt x="1" y="1114"/>
                    <a:pt x="324" y="1558"/>
                  </a:cubicBezTo>
                  <a:cubicBezTo>
                    <a:pt x="652" y="2002"/>
                    <a:pt x="1059" y="2348"/>
                    <a:pt x="1405" y="2579"/>
                  </a:cubicBezTo>
                  <a:cubicBezTo>
                    <a:pt x="1576" y="2695"/>
                    <a:pt x="1710" y="2792"/>
                    <a:pt x="1849" y="2847"/>
                  </a:cubicBezTo>
                  <a:cubicBezTo>
                    <a:pt x="1849" y="2810"/>
                    <a:pt x="1867" y="2773"/>
                    <a:pt x="1886" y="2755"/>
                  </a:cubicBezTo>
                  <a:cubicBezTo>
                    <a:pt x="1770" y="2695"/>
                    <a:pt x="1618" y="2598"/>
                    <a:pt x="1461" y="2501"/>
                  </a:cubicBezTo>
                  <a:cubicBezTo>
                    <a:pt x="1133" y="2270"/>
                    <a:pt x="731" y="1923"/>
                    <a:pt x="403" y="1503"/>
                  </a:cubicBezTo>
                  <a:cubicBezTo>
                    <a:pt x="93" y="1096"/>
                    <a:pt x="135" y="731"/>
                    <a:pt x="250" y="463"/>
                  </a:cubicBezTo>
                  <a:cubicBezTo>
                    <a:pt x="324" y="347"/>
                    <a:pt x="403" y="232"/>
                    <a:pt x="500" y="172"/>
                  </a:cubicBezTo>
                  <a:cubicBezTo>
                    <a:pt x="573" y="130"/>
                    <a:pt x="632" y="110"/>
                    <a:pt x="675" y="110"/>
                  </a:cubicBezTo>
                  <a:cubicBezTo>
                    <a:pt x="690" y="110"/>
                    <a:pt x="702" y="112"/>
                    <a:pt x="712" y="116"/>
                  </a:cubicBezTo>
                  <a:cubicBezTo>
                    <a:pt x="828" y="153"/>
                    <a:pt x="962" y="329"/>
                    <a:pt x="1114" y="537"/>
                  </a:cubicBezTo>
                  <a:cubicBezTo>
                    <a:pt x="1271" y="768"/>
                    <a:pt x="1442" y="1041"/>
                    <a:pt x="1673" y="1272"/>
                  </a:cubicBezTo>
                  <a:cubicBezTo>
                    <a:pt x="2001" y="1600"/>
                    <a:pt x="2385" y="1808"/>
                    <a:pt x="2598" y="1905"/>
                  </a:cubicBezTo>
                  <a:cubicBezTo>
                    <a:pt x="2634" y="1886"/>
                    <a:pt x="2676" y="1868"/>
                    <a:pt x="2695" y="1849"/>
                  </a:cubicBezTo>
                  <a:cubicBezTo>
                    <a:pt x="2464" y="1734"/>
                    <a:pt x="2057" y="1521"/>
                    <a:pt x="1752" y="1193"/>
                  </a:cubicBezTo>
                  <a:cubicBezTo>
                    <a:pt x="1521" y="962"/>
                    <a:pt x="1345" y="712"/>
                    <a:pt x="1193" y="481"/>
                  </a:cubicBezTo>
                  <a:cubicBezTo>
                    <a:pt x="1059" y="269"/>
                    <a:pt x="925" y="75"/>
                    <a:pt x="749" y="19"/>
                  </a:cubicBezTo>
                  <a:cubicBezTo>
                    <a:pt x="731" y="19"/>
                    <a:pt x="712" y="1"/>
                    <a:pt x="671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28"/>
            <p:cNvSpPr/>
            <p:nvPr/>
          </p:nvSpPr>
          <p:spPr>
            <a:xfrm>
              <a:off x="5486696" y="1889185"/>
              <a:ext cx="392164" cy="451624"/>
            </a:xfrm>
            <a:custGeom>
              <a:avLst/>
              <a:gdLst/>
              <a:ahLst/>
              <a:cxnLst/>
              <a:rect l="l" t="t" r="r" b="b"/>
              <a:pathLst>
                <a:path w="2869" h="3304" extrusionOk="0">
                  <a:moveTo>
                    <a:pt x="391" y="1"/>
                  </a:moveTo>
                  <a:cubicBezTo>
                    <a:pt x="219" y="1"/>
                    <a:pt x="1" y="287"/>
                    <a:pt x="18" y="772"/>
                  </a:cubicBezTo>
                  <a:cubicBezTo>
                    <a:pt x="55" y="1312"/>
                    <a:pt x="425" y="1696"/>
                    <a:pt x="559" y="1811"/>
                  </a:cubicBezTo>
                  <a:cubicBezTo>
                    <a:pt x="711" y="1945"/>
                    <a:pt x="711" y="2024"/>
                    <a:pt x="693" y="2218"/>
                  </a:cubicBezTo>
                  <a:cubicBezTo>
                    <a:pt x="674" y="2408"/>
                    <a:pt x="480" y="2662"/>
                    <a:pt x="134" y="2699"/>
                  </a:cubicBezTo>
                  <a:cubicBezTo>
                    <a:pt x="134" y="2699"/>
                    <a:pt x="1748" y="3304"/>
                    <a:pt x="2321" y="3304"/>
                  </a:cubicBezTo>
                  <a:cubicBezTo>
                    <a:pt x="2361" y="3304"/>
                    <a:pt x="2396" y="3301"/>
                    <a:pt x="2425" y="3295"/>
                  </a:cubicBezTo>
                  <a:cubicBezTo>
                    <a:pt x="2869" y="3198"/>
                    <a:pt x="2735" y="3064"/>
                    <a:pt x="2578" y="2662"/>
                  </a:cubicBezTo>
                  <a:cubicBezTo>
                    <a:pt x="2407" y="2237"/>
                    <a:pt x="2097" y="1945"/>
                    <a:pt x="1811" y="1677"/>
                  </a:cubicBezTo>
                  <a:cubicBezTo>
                    <a:pt x="1501" y="1391"/>
                    <a:pt x="1349" y="1275"/>
                    <a:pt x="1058" y="887"/>
                  </a:cubicBezTo>
                  <a:cubicBezTo>
                    <a:pt x="771" y="485"/>
                    <a:pt x="596" y="60"/>
                    <a:pt x="425" y="5"/>
                  </a:cubicBezTo>
                  <a:cubicBezTo>
                    <a:pt x="414" y="2"/>
                    <a:pt x="402" y="1"/>
                    <a:pt x="391" y="1"/>
                  </a:cubicBezTo>
                  <a:close/>
                </a:path>
              </a:pathLst>
            </a:custGeom>
            <a:solidFill>
              <a:srgbClr val="FFEB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28"/>
            <p:cNvSpPr/>
            <p:nvPr/>
          </p:nvSpPr>
          <p:spPr>
            <a:xfrm>
              <a:off x="5481502" y="1883034"/>
              <a:ext cx="386696" cy="433171"/>
            </a:xfrm>
            <a:custGeom>
              <a:avLst/>
              <a:gdLst/>
              <a:ahLst/>
              <a:cxnLst/>
              <a:rect l="l" t="t" r="r" b="b"/>
              <a:pathLst>
                <a:path w="2829" h="3169" extrusionOk="0">
                  <a:moveTo>
                    <a:pt x="441" y="0"/>
                  </a:moveTo>
                  <a:cubicBezTo>
                    <a:pt x="434" y="0"/>
                    <a:pt x="427" y="2"/>
                    <a:pt x="421" y="8"/>
                  </a:cubicBezTo>
                  <a:cubicBezTo>
                    <a:pt x="366" y="8"/>
                    <a:pt x="324" y="8"/>
                    <a:pt x="287" y="27"/>
                  </a:cubicBezTo>
                  <a:cubicBezTo>
                    <a:pt x="232" y="68"/>
                    <a:pt x="190" y="124"/>
                    <a:pt x="135" y="202"/>
                  </a:cubicBezTo>
                  <a:cubicBezTo>
                    <a:pt x="56" y="336"/>
                    <a:pt x="1" y="549"/>
                    <a:pt x="19" y="817"/>
                  </a:cubicBezTo>
                  <a:cubicBezTo>
                    <a:pt x="38" y="1376"/>
                    <a:pt x="421" y="1783"/>
                    <a:pt x="578" y="1898"/>
                  </a:cubicBezTo>
                  <a:cubicBezTo>
                    <a:pt x="634" y="1954"/>
                    <a:pt x="652" y="2014"/>
                    <a:pt x="671" y="2051"/>
                  </a:cubicBezTo>
                  <a:cubicBezTo>
                    <a:pt x="694" y="2106"/>
                    <a:pt x="694" y="2166"/>
                    <a:pt x="671" y="2263"/>
                  </a:cubicBezTo>
                  <a:cubicBezTo>
                    <a:pt x="652" y="2434"/>
                    <a:pt x="500" y="2665"/>
                    <a:pt x="153" y="2707"/>
                  </a:cubicBezTo>
                  <a:lnTo>
                    <a:pt x="153" y="2725"/>
                  </a:lnTo>
                  <a:cubicBezTo>
                    <a:pt x="190" y="2725"/>
                    <a:pt x="306" y="2744"/>
                    <a:pt x="306" y="2744"/>
                  </a:cubicBezTo>
                  <a:cubicBezTo>
                    <a:pt x="578" y="2647"/>
                    <a:pt x="749" y="2453"/>
                    <a:pt x="768" y="2282"/>
                  </a:cubicBezTo>
                  <a:cubicBezTo>
                    <a:pt x="786" y="2185"/>
                    <a:pt x="786" y="2106"/>
                    <a:pt x="768" y="2032"/>
                  </a:cubicBezTo>
                  <a:cubicBezTo>
                    <a:pt x="749" y="1954"/>
                    <a:pt x="712" y="1898"/>
                    <a:pt x="634" y="1820"/>
                  </a:cubicBezTo>
                  <a:cubicBezTo>
                    <a:pt x="500" y="1722"/>
                    <a:pt x="135" y="1320"/>
                    <a:pt x="116" y="817"/>
                  </a:cubicBezTo>
                  <a:cubicBezTo>
                    <a:pt x="116" y="567"/>
                    <a:pt x="153" y="373"/>
                    <a:pt x="232" y="258"/>
                  </a:cubicBezTo>
                  <a:cubicBezTo>
                    <a:pt x="269" y="184"/>
                    <a:pt x="306" y="142"/>
                    <a:pt x="347" y="124"/>
                  </a:cubicBezTo>
                  <a:cubicBezTo>
                    <a:pt x="384" y="105"/>
                    <a:pt x="421" y="105"/>
                    <a:pt x="440" y="105"/>
                  </a:cubicBezTo>
                  <a:cubicBezTo>
                    <a:pt x="500" y="124"/>
                    <a:pt x="597" y="221"/>
                    <a:pt x="694" y="396"/>
                  </a:cubicBezTo>
                  <a:cubicBezTo>
                    <a:pt x="786" y="549"/>
                    <a:pt x="902" y="761"/>
                    <a:pt x="1059" y="951"/>
                  </a:cubicBezTo>
                  <a:cubicBezTo>
                    <a:pt x="1345" y="1357"/>
                    <a:pt x="1521" y="1473"/>
                    <a:pt x="1807" y="1759"/>
                  </a:cubicBezTo>
                  <a:cubicBezTo>
                    <a:pt x="2098" y="2032"/>
                    <a:pt x="2403" y="2319"/>
                    <a:pt x="2560" y="2725"/>
                  </a:cubicBezTo>
                  <a:cubicBezTo>
                    <a:pt x="2579" y="2762"/>
                    <a:pt x="2597" y="2822"/>
                    <a:pt x="2616" y="2859"/>
                  </a:cubicBezTo>
                  <a:cubicBezTo>
                    <a:pt x="2694" y="2938"/>
                    <a:pt x="2773" y="3072"/>
                    <a:pt x="2810" y="3169"/>
                  </a:cubicBezTo>
                  <a:cubicBezTo>
                    <a:pt x="2828" y="3169"/>
                    <a:pt x="2828" y="3146"/>
                    <a:pt x="2828" y="3146"/>
                  </a:cubicBezTo>
                  <a:cubicBezTo>
                    <a:pt x="2828" y="3012"/>
                    <a:pt x="2731" y="2878"/>
                    <a:pt x="2657" y="2684"/>
                  </a:cubicBezTo>
                  <a:cubicBezTo>
                    <a:pt x="2482" y="2263"/>
                    <a:pt x="2172" y="1954"/>
                    <a:pt x="1867" y="1686"/>
                  </a:cubicBezTo>
                  <a:cubicBezTo>
                    <a:pt x="1576" y="1394"/>
                    <a:pt x="1424" y="1297"/>
                    <a:pt x="1156" y="895"/>
                  </a:cubicBezTo>
                  <a:cubicBezTo>
                    <a:pt x="999" y="701"/>
                    <a:pt x="883" y="489"/>
                    <a:pt x="786" y="336"/>
                  </a:cubicBezTo>
                  <a:cubicBezTo>
                    <a:pt x="671" y="165"/>
                    <a:pt x="597" y="50"/>
                    <a:pt x="481" y="8"/>
                  </a:cubicBezTo>
                  <a:cubicBezTo>
                    <a:pt x="469" y="8"/>
                    <a:pt x="454" y="0"/>
                    <a:pt x="441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28"/>
            <p:cNvSpPr/>
            <p:nvPr/>
          </p:nvSpPr>
          <p:spPr>
            <a:xfrm>
              <a:off x="4962625" y="2021775"/>
              <a:ext cx="440142" cy="433991"/>
            </a:xfrm>
            <a:custGeom>
              <a:avLst/>
              <a:gdLst/>
              <a:ahLst/>
              <a:cxnLst/>
              <a:rect l="l" t="t" r="r" b="b"/>
              <a:pathLst>
                <a:path w="3220" h="3175" extrusionOk="0">
                  <a:moveTo>
                    <a:pt x="780" y="0"/>
                  </a:moveTo>
                  <a:cubicBezTo>
                    <a:pt x="422" y="0"/>
                    <a:pt x="0" y="605"/>
                    <a:pt x="350" y="1170"/>
                  </a:cubicBezTo>
                  <a:cubicBezTo>
                    <a:pt x="733" y="1826"/>
                    <a:pt x="1579" y="2616"/>
                    <a:pt x="2022" y="2939"/>
                  </a:cubicBezTo>
                  <a:cubicBezTo>
                    <a:pt x="2235" y="3105"/>
                    <a:pt x="2429" y="3175"/>
                    <a:pt x="2595" y="3175"/>
                  </a:cubicBezTo>
                  <a:cubicBezTo>
                    <a:pt x="2776" y="3175"/>
                    <a:pt x="2924" y="3092"/>
                    <a:pt x="3025" y="2962"/>
                  </a:cubicBezTo>
                  <a:cubicBezTo>
                    <a:pt x="3219" y="2690"/>
                    <a:pt x="3196" y="2172"/>
                    <a:pt x="3196" y="2172"/>
                  </a:cubicBezTo>
                  <a:lnTo>
                    <a:pt x="3196" y="2112"/>
                  </a:lnTo>
                  <a:cubicBezTo>
                    <a:pt x="3196" y="2112"/>
                    <a:pt x="2563" y="1844"/>
                    <a:pt x="1967" y="1285"/>
                  </a:cubicBezTo>
                  <a:cubicBezTo>
                    <a:pt x="1371" y="707"/>
                    <a:pt x="1311" y="305"/>
                    <a:pt x="946" y="51"/>
                  </a:cubicBezTo>
                  <a:cubicBezTo>
                    <a:pt x="895" y="16"/>
                    <a:pt x="838" y="0"/>
                    <a:pt x="780" y="0"/>
                  </a:cubicBezTo>
                  <a:close/>
                </a:path>
              </a:pathLst>
            </a:custGeom>
            <a:solidFill>
              <a:srgbClr val="FFEB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28"/>
            <p:cNvSpPr/>
            <p:nvPr/>
          </p:nvSpPr>
          <p:spPr>
            <a:xfrm>
              <a:off x="4976294" y="2016034"/>
              <a:ext cx="402415" cy="439185"/>
            </a:xfrm>
            <a:custGeom>
              <a:avLst/>
              <a:gdLst/>
              <a:ahLst/>
              <a:cxnLst/>
              <a:rect l="l" t="t" r="r" b="b"/>
              <a:pathLst>
                <a:path w="2944" h="3213" extrusionOk="0">
                  <a:moveTo>
                    <a:pt x="693" y="1"/>
                  </a:moveTo>
                  <a:cubicBezTo>
                    <a:pt x="633" y="1"/>
                    <a:pt x="578" y="19"/>
                    <a:pt x="518" y="38"/>
                  </a:cubicBezTo>
                  <a:cubicBezTo>
                    <a:pt x="402" y="75"/>
                    <a:pt x="305" y="172"/>
                    <a:pt x="231" y="287"/>
                  </a:cubicBezTo>
                  <a:cubicBezTo>
                    <a:pt x="56" y="518"/>
                    <a:pt x="0" y="883"/>
                    <a:pt x="190" y="1230"/>
                  </a:cubicBezTo>
                  <a:cubicBezTo>
                    <a:pt x="596" y="1905"/>
                    <a:pt x="1442" y="2695"/>
                    <a:pt x="1885" y="3023"/>
                  </a:cubicBezTo>
                  <a:cubicBezTo>
                    <a:pt x="2001" y="3120"/>
                    <a:pt x="2098" y="3175"/>
                    <a:pt x="2195" y="3212"/>
                  </a:cubicBezTo>
                  <a:cubicBezTo>
                    <a:pt x="2213" y="3175"/>
                    <a:pt x="2232" y="3138"/>
                    <a:pt x="2250" y="3120"/>
                  </a:cubicBezTo>
                  <a:cubicBezTo>
                    <a:pt x="2153" y="3078"/>
                    <a:pt x="2056" y="3023"/>
                    <a:pt x="1941" y="2944"/>
                  </a:cubicBezTo>
                  <a:cubicBezTo>
                    <a:pt x="1520" y="2616"/>
                    <a:pt x="670" y="1826"/>
                    <a:pt x="287" y="1175"/>
                  </a:cubicBezTo>
                  <a:cubicBezTo>
                    <a:pt x="93" y="865"/>
                    <a:pt x="171" y="555"/>
                    <a:pt x="305" y="347"/>
                  </a:cubicBezTo>
                  <a:cubicBezTo>
                    <a:pt x="384" y="232"/>
                    <a:pt x="481" y="153"/>
                    <a:pt x="555" y="135"/>
                  </a:cubicBezTo>
                  <a:cubicBezTo>
                    <a:pt x="599" y="116"/>
                    <a:pt x="643" y="106"/>
                    <a:pt x="685" y="106"/>
                  </a:cubicBezTo>
                  <a:cubicBezTo>
                    <a:pt x="736" y="106"/>
                    <a:pt x="784" y="121"/>
                    <a:pt x="827" y="153"/>
                  </a:cubicBezTo>
                  <a:cubicBezTo>
                    <a:pt x="980" y="269"/>
                    <a:pt x="1095" y="421"/>
                    <a:pt x="1229" y="615"/>
                  </a:cubicBezTo>
                  <a:cubicBezTo>
                    <a:pt x="1363" y="828"/>
                    <a:pt x="1539" y="1078"/>
                    <a:pt x="1825" y="1364"/>
                  </a:cubicBezTo>
                  <a:cubicBezTo>
                    <a:pt x="2232" y="1752"/>
                    <a:pt x="2657" y="1983"/>
                    <a:pt x="2865" y="2099"/>
                  </a:cubicBezTo>
                  <a:cubicBezTo>
                    <a:pt x="2907" y="2080"/>
                    <a:pt x="2925" y="2057"/>
                    <a:pt x="2943" y="2020"/>
                  </a:cubicBezTo>
                  <a:cubicBezTo>
                    <a:pt x="2712" y="1905"/>
                    <a:pt x="2310" y="1674"/>
                    <a:pt x="1904" y="1290"/>
                  </a:cubicBezTo>
                  <a:cubicBezTo>
                    <a:pt x="1617" y="999"/>
                    <a:pt x="1442" y="768"/>
                    <a:pt x="1308" y="555"/>
                  </a:cubicBezTo>
                  <a:cubicBezTo>
                    <a:pt x="1174" y="366"/>
                    <a:pt x="1077" y="190"/>
                    <a:pt x="883" y="56"/>
                  </a:cubicBezTo>
                  <a:cubicBezTo>
                    <a:pt x="827" y="19"/>
                    <a:pt x="749" y="1"/>
                    <a:pt x="693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28"/>
            <p:cNvSpPr/>
            <p:nvPr/>
          </p:nvSpPr>
          <p:spPr>
            <a:xfrm>
              <a:off x="5002129" y="2150811"/>
              <a:ext cx="358264" cy="402279"/>
            </a:xfrm>
            <a:custGeom>
              <a:avLst/>
              <a:gdLst/>
              <a:ahLst/>
              <a:cxnLst/>
              <a:rect l="l" t="t" r="r" b="b"/>
              <a:pathLst>
                <a:path w="2621" h="2943" extrusionOk="0">
                  <a:moveTo>
                    <a:pt x="341" y="1"/>
                  </a:moveTo>
                  <a:cubicBezTo>
                    <a:pt x="211" y="1"/>
                    <a:pt x="111" y="113"/>
                    <a:pt x="79" y="304"/>
                  </a:cubicBezTo>
                  <a:cubicBezTo>
                    <a:pt x="1" y="632"/>
                    <a:pt x="158" y="1418"/>
                    <a:pt x="754" y="2134"/>
                  </a:cubicBezTo>
                  <a:cubicBezTo>
                    <a:pt x="1368" y="2827"/>
                    <a:pt x="1983" y="2942"/>
                    <a:pt x="1983" y="2942"/>
                  </a:cubicBezTo>
                  <a:cubicBezTo>
                    <a:pt x="1983" y="2942"/>
                    <a:pt x="2445" y="2711"/>
                    <a:pt x="2505" y="2457"/>
                  </a:cubicBezTo>
                  <a:cubicBezTo>
                    <a:pt x="2584" y="2226"/>
                    <a:pt x="2620" y="2037"/>
                    <a:pt x="2505" y="1843"/>
                  </a:cubicBezTo>
                  <a:cubicBezTo>
                    <a:pt x="2371" y="1630"/>
                    <a:pt x="2195" y="1672"/>
                    <a:pt x="1599" y="1210"/>
                  </a:cubicBezTo>
                  <a:cubicBezTo>
                    <a:pt x="1003" y="748"/>
                    <a:pt x="943" y="494"/>
                    <a:pt x="657" y="189"/>
                  </a:cubicBezTo>
                  <a:cubicBezTo>
                    <a:pt x="545" y="59"/>
                    <a:pt x="435" y="1"/>
                    <a:pt x="341" y="1"/>
                  </a:cubicBezTo>
                  <a:close/>
                </a:path>
              </a:pathLst>
            </a:custGeom>
            <a:solidFill>
              <a:srgbClr val="FFEB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28"/>
            <p:cNvSpPr/>
            <p:nvPr/>
          </p:nvSpPr>
          <p:spPr>
            <a:xfrm>
              <a:off x="4999668" y="2144933"/>
              <a:ext cx="318351" cy="415674"/>
            </a:xfrm>
            <a:custGeom>
              <a:avLst/>
              <a:gdLst/>
              <a:ahLst/>
              <a:cxnLst/>
              <a:rect l="l" t="t" r="r" b="b"/>
              <a:pathLst>
                <a:path w="2329" h="3041" extrusionOk="0">
                  <a:moveTo>
                    <a:pt x="291" y="1"/>
                  </a:moveTo>
                  <a:cubicBezTo>
                    <a:pt x="153" y="38"/>
                    <a:pt x="79" y="172"/>
                    <a:pt x="37" y="347"/>
                  </a:cubicBezTo>
                  <a:cubicBezTo>
                    <a:pt x="0" y="518"/>
                    <a:pt x="19" y="809"/>
                    <a:pt x="134" y="1137"/>
                  </a:cubicBezTo>
                  <a:cubicBezTo>
                    <a:pt x="231" y="1461"/>
                    <a:pt x="425" y="1849"/>
                    <a:pt x="730" y="2195"/>
                  </a:cubicBezTo>
                  <a:cubicBezTo>
                    <a:pt x="1349" y="2907"/>
                    <a:pt x="1982" y="3041"/>
                    <a:pt x="1982" y="3041"/>
                  </a:cubicBezTo>
                  <a:lnTo>
                    <a:pt x="2024" y="3041"/>
                  </a:lnTo>
                  <a:cubicBezTo>
                    <a:pt x="2024" y="3041"/>
                    <a:pt x="2061" y="3004"/>
                    <a:pt x="2116" y="2985"/>
                  </a:cubicBezTo>
                  <a:cubicBezTo>
                    <a:pt x="2042" y="2962"/>
                    <a:pt x="1964" y="2944"/>
                    <a:pt x="1908" y="2907"/>
                  </a:cubicBezTo>
                  <a:cubicBezTo>
                    <a:pt x="1733" y="2847"/>
                    <a:pt x="1271" y="2676"/>
                    <a:pt x="809" y="2135"/>
                  </a:cubicBezTo>
                  <a:cubicBezTo>
                    <a:pt x="522" y="1789"/>
                    <a:pt x="328" y="1424"/>
                    <a:pt x="231" y="1096"/>
                  </a:cubicBezTo>
                  <a:cubicBezTo>
                    <a:pt x="134" y="791"/>
                    <a:pt x="116" y="518"/>
                    <a:pt x="134" y="366"/>
                  </a:cubicBezTo>
                  <a:cubicBezTo>
                    <a:pt x="176" y="213"/>
                    <a:pt x="231" y="116"/>
                    <a:pt x="328" y="98"/>
                  </a:cubicBezTo>
                  <a:cubicBezTo>
                    <a:pt x="341" y="94"/>
                    <a:pt x="355" y="92"/>
                    <a:pt x="369" y="92"/>
                  </a:cubicBezTo>
                  <a:cubicBezTo>
                    <a:pt x="439" y="92"/>
                    <a:pt x="523" y="142"/>
                    <a:pt x="638" y="269"/>
                  </a:cubicBezTo>
                  <a:cubicBezTo>
                    <a:pt x="906" y="560"/>
                    <a:pt x="984" y="828"/>
                    <a:pt x="1599" y="1290"/>
                  </a:cubicBezTo>
                  <a:cubicBezTo>
                    <a:pt x="1885" y="1521"/>
                    <a:pt x="2079" y="1636"/>
                    <a:pt x="2213" y="1692"/>
                  </a:cubicBezTo>
                  <a:cubicBezTo>
                    <a:pt x="2232" y="1715"/>
                    <a:pt x="2255" y="1733"/>
                    <a:pt x="2273" y="1733"/>
                  </a:cubicBezTo>
                  <a:cubicBezTo>
                    <a:pt x="2292" y="1715"/>
                    <a:pt x="2310" y="1673"/>
                    <a:pt x="2329" y="1636"/>
                  </a:cubicBezTo>
                  <a:cubicBezTo>
                    <a:pt x="2310" y="1636"/>
                    <a:pt x="2292" y="1618"/>
                    <a:pt x="2273" y="1618"/>
                  </a:cubicBezTo>
                  <a:cubicBezTo>
                    <a:pt x="2139" y="1539"/>
                    <a:pt x="1945" y="1424"/>
                    <a:pt x="1654" y="1211"/>
                  </a:cubicBezTo>
                  <a:cubicBezTo>
                    <a:pt x="1058" y="749"/>
                    <a:pt x="1003" y="500"/>
                    <a:pt x="712" y="190"/>
                  </a:cubicBezTo>
                  <a:cubicBezTo>
                    <a:pt x="596" y="56"/>
                    <a:pt x="481" y="1"/>
                    <a:pt x="365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28"/>
            <p:cNvSpPr/>
            <p:nvPr/>
          </p:nvSpPr>
          <p:spPr>
            <a:xfrm>
              <a:off x="6790722" y="1138889"/>
              <a:ext cx="282538" cy="281855"/>
            </a:xfrm>
            <a:custGeom>
              <a:avLst/>
              <a:gdLst/>
              <a:ahLst/>
              <a:cxnLst/>
              <a:rect l="l" t="t" r="r" b="b"/>
              <a:pathLst>
                <a:path w="2067" h="2062" extrusionOk="0">
                  <a:moveTo>
                    <a:pt x="1103" y="1"/>
                  </a:moveTo>
                  <a:cubicBezTo>
                    <a:pt x="802" y="1"/>
                    <a:pt x="528" y="65"/>
                    <a:pt x="528" y="65"/>
                  </a:cubicBezTo>
                  <a:cubicBezTo>
                    <a:pt x="528" y="65"/>
                    <a:pt x="144" y="139"/>
                    <a:pt x="66" y="448"/>
                  </a:cubicBezTo>
                  <a:cubicBezTo>
                    <a:pt x="1" y="705"/>
                    <a:pt x="257" y="2062"/>
                    <a:pt x="444" y="2062"/>
                  </a:cubicBezTo>
                  <a:cubicBezTo>
                    <a:pt x="482" y="2062"/>
                    <a:pt x="517" y="2005"/>
                    <a:pt x="546" y="1871"/>
                  </a:cubicBezTo>
                  <a:cubicBezTo>
                    <a:pt x="722" y="1081"/>
                    <a:pt x="1683" y="1104"/>
                    <a:pt x="1798" y="892"/>
                  </a:cubicBezTo>
                  <a:cubicBezTo>
                    <a:pt x="1932" y="661"/>
                    <a:pt x="2066" y="351"/>
                    <a:pt x="1664" y="120"/>
                  </a:cubicBezTo>
                  <a:cubicBezTo>
                    <a:pt x="1512" y="28"/>
                    <a:pt x="1302" y="1"/>
                    <a:pt x="1103" y="1"/>
                  </a:cubicBezTo>
                  <a:close/>
                </a:path>
              </a:pathLst>
            </a:custGeom>
            <a:solidFill>
              <a:srgbClr val="AA2C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28"/>
            <p:cNvSpPr/>
            <p:nvPr/>
          </p:nvSpPr>
          <p:spPr>
            <a:xfrm>
              <a:off x="6792089" y="1130825"/>
              <a:ext cx="268596" cy="296481"/>
            </a:xfrm>
            <a:custGeom>
              <a:avLst/>
              <a:gdLst/>
              <a:ahLst/>
              <a:cxnLst/>
              <a:rect l="l" t="t" r="r" b="b"/>
              <a:pathLst>
                <a:path w="1965" h="2169" extrusionOk="0">
                  <a:moveTo>
                    <a:pt x="943" y="101"/>
                  </a:moveTo>
                  <a:cubicBezTo>
                    <a:pt x="1174" y="101"/>
                    <a:pt x="1460" y="124"/>
                    <a:pt x="1636" y="216"/>
                  </a:cubicBezTo>
                  <a:cubicBezTo>
                    <a:pt x="1825" y="332"/>
                    <a:pt x="1867" y="447"/>
                    <a:pt x="1867" y="563"/>
                  </a:cubicBezTo>
                  <a:cubicBezTo>
                    <a:pt x="1867" y="678"/>
                    <a:pt x="1807" y="794"/>
                    <a:pt x="1752" y="909"/>
                  </a:cubicBezTo>
                  <a:cubicBezTo>
                    <a:pt x="1733" y="951"/>
                    <a:pt x="1654" y="988"/>
                    <a:pt x="1557" y="1025"/>
                  </a:cubicBezTo>
                  <a:cubicBezTo>
                    <a:pt x="1442" y="1085"/>
                    <a:pt x="1308" y="1122"/>
                    <a:pt x="1174" y="1182"/>
                  </a:cubicBezTo>
                  <a:cubicBezTo>
                    <a:pt x="883" y="1297"/>
                    <a:pt x="578" y="1510"/>
                    <a:pt x="499" y="1912"/>
                  </a:cubicBezTo>
                  <a:cubicBezTo>
                    <a:pt x="481" y="2009"/>
                    <a:pt x="439" y="2064"/>
                    <a:pt x="439" y="2064"/>
                  </a:cubicBezTo>
                  <a:lnTo>
                    <a:pt x="421" y="2046"/>
                  </a:lnTo>
                  <a:cubicBezTo>
                    <a:pt x="384" y="1990"/>
                    <a:pt x="305" y="1815"/>
                    <a:pt x="250" y="1625"/>
                  </a:cubicBezTo>
                  <a:cubicBezTo>
                    <a:pt x="208" y="1413"/>
                    <a:pt x="153" y="1182"/>
                    <a:pt x="134" y="969"/>
                  </a:cubicBezTo>
                  <a:cubicBezTo>
                    <a:pt x="116" y="854"/>
                    <a:pt x="93" y="757"/>
                    <a:pt x="93" y="678"/>
                  </a:cubicBezTo>
                  <a:cubicBezTo>
                    <a:pt x="93" y="604"/>
                    <a:pt x="93" y="544"/>
                    <a:pt x="116" y="526"/>
                  </a:cubicBezTo>
                  <a:cubicBezTo>
                    <a:pt x="171" y="258"/>
                    <a:pt x="536" y="161"/>
                    <a:pt x="536" y="161"/>
                  </a:cubicBezTo>
                  <a:cubicBezTo>
                    <a:pt x="536" y="161"/>
                    <a:pt x="712" y="124"/>
                    <a:pt x="943" y="101"/>
                  </a:cubicBezTo>
                  <a:close/>
                  <a:moveTo>
                    <a:pt x="1102" y="0"/>
                  </a:moveTo>
                  <a:cubicBezTo>
                    <a:pt x="1047" y="0"/>
                    <a:pt x="993" y="3"/>
                    <a:pt x="943" y="8"/>
                  </a:cubicBezTo>
                  <a:cubicBezTo>
                    <a:pt x="693" y="27"/>
                    <a:pt x="499" y="64"/>
                    <a:pt x="499" y="64"/>
                  </a:cubicBezTo>
                  <a:cubicBezTo>
                    <a:pt x="499" y="64"/>
                    <a:pt x="93" y="161"/>
                    <a:pt x="0" y="489"/>
                  </a:cubicBezTo>
                  <a:lnTo>
                    <a:pt x="0" y="701"/>
                  </a:lnTo>
                  <a:cubicBezTo>
                    <a:pt x="0" y="775"/>
                    <a:pt x="19" y="872"/>
                    <a:pt x="19" y="969"/>
                  </a:cubicBezTo>
                  <a:cubicBezTo>
                    <a:pt x="56" y="1182"/>
                    <a:pt x="93" y="1431"/>
                    <a:pt x="153" y="1644"/>
                  </a:cubicBezTo>
                  <a:cubicBezTo>
                    <a:pt x="208" y="1856"/>
                    <a:pt x="268" y="2027"/>
                    <a:pt x="347" y="2124"/>
                  </a:cubicBezTo>
                  <a:cubicBezTo>
                    <a:pt x="365" y="2143"/>
                    <a:pt x="384" y="2161"/>
                    <a:pt x="421" y="2161"/>
                  </a:cubicBezTo>
                  <a:cubicBezTo>
                    <a:pt x="426" y="2167"/>
                    <a:pt x="434" y="2169"/>
                    <a:pt x="442" y="2169"/>
                  </a:cubicBezTo>
                  <a:cubicBezTo>
                    <a:pt x="462" y="2169"/>
                    <a:pt x="486" y="2156"/>
                    <a:pt x="499" y="2143"/>
                  </a:cubicBezTo>
                  <a:cubicBezTo>
                    <a:pt x="555" y="2106"/>
                    <a:pt x="578" y="2046"/>
                    <a:pt x="596" y="1949"/>
                  </a:cubicBezTo>
                  <a:cubicBezTo>
                    <a:pt x="670" y="1565"/>
                    <a:pt x="943" y="1394"/>
                    <a:pt x="1211" y="1279"/>
                  </a:cubicBezTo>
                  <a:cubicBezTo>
                    <a:pt x="1345" y="1219"/>
                    <a:pt x="1479" y="1182"/>
                    <a:pt x="1594" y="1122"/>
                  </a:cubicBezTo>
                  <a:cubicBezTo>
                    <a:pt x="1710" y="1085"/>
                    <a:pt x="1807" y="1048"/>
                    <a:pt x="1849" y="969"/>
                  </a:cubicBezTo>
                  <a:cubicBezTo>
                    <a:pt x="1904" y="854"/>
                    <a:pt x="1964" y="720"/>
                    <a:pt x="1964" y="563"/>
                  </a:cubicBezTo>
                  <a:cubicBezTo>
                    <a:pt x="1964" y="410"/>
                    <a:pt x="1886" y="258"/>
                    <a:pt x="1691" y="142"/>
                  </a:cubicBezTo>
                  <a:cubicBezTo>
                    <a:pt x="1525" y="37"/>
                    <a:pt x="1302" y="0"/>
                    <a:pt x="1102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28"/>
            <p:cNvSpPr/>
            <p:nvPr/>
          </p:nvSpPr>
          <p:spPr>
            <a:xfrm>
              <a:off x="5915357" y="865098"/>
              <a:ext cx="439732" cy="569451"/>
            </a:xfrm>
            <a:custGeom>
              <a:avLst/>
              <a:gdLst/>
              <a:ahLst/>
              <a:cxnLst/>
              <a:rect l="l" t="t" r="r" b="b"/>
              <a:pathLst>
                <a:path w="3217" h="4166" extrusionOk="0">
                  <a:moveTo>
                    <a:pt x="2719" y="0"/>
                  </a:moveTo>
                  <a:cubicBezTo>
                    <a:pt x="2078" y="0"/>
                    <a:pt x="819" y="24"/>
                    <a:pt x="731" y="81"/>
                  </a:cubicBezTo>
                  <a:cubicBezTo>
                    <a:pt x="616" y="159"/>
                    <a:pt x="1" y="950"/>
                    <a:pt x="250" y="2202"/>
                  </a:cubicBezTo>
                  <a:cubicBezTo>
                    <a:pt x="482" y="3472"/>
                    <a:pt x="907" y="4165"/>
                    <a:pt x="907" y="4165"/>
                  </a:cubicBezTo>
                  <a:lnTo>
                    <a:pt x="1849" y="4050"/>
                  </a:lnTo>
                  <a:cubicBezTo>
                    <a:pt x="1849" y="4050"/>
                    <a:pt x="1655" y="2950"/>
                    <a:pt x="2002" y="1837"/>
                  </a:cubicBezTo>
                  <a:cubicBezTo>
                    <a:pt x="2371" y="737"/>
                    <a:pt x="2926" y="196"/>
                    <a:pt x="3004" y="159"/>
                  </a:cubicBezTo>
                  <a:cubicBezTo>
                    <a:pt x="3044" y="141"/>
                    <a:pt x="3092" y="136"/>
                    <a:pt x="3131" y="136"/>
                  </a:cubicBezTo>
                  <a:cubicBezTo>
                    <a:pt x="3170" y="136"/>
                    <a:pt x="3198" y="141"/>
                    <a:pt x="3198" y="141"/>
                  </a:cubicBezTo>
                  <a:cubicBezTo>
                    <a:pt x="3198" y="141"/>
                    <a:pt x="3217" y="44"/>
                    <a:pt x="3083" y="7"/>
                  </a:cubicBezTo>
                  <a:cubicBezTo>
                    <a:pt x="3056" y="3"/>
                    <a:pt x="2917" y="0"/>
                    <a:pt x="271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28"/>
            <p:cNvSpPr/>
            <p:nvPr/>
          </p:nvSpPr>
          <p:spPr>
            <a:xfrm>
              <a:off x="5926156" y="857717"/>
              <a:ext cx="433991" cy="584350"/>
            </a:xfrm>
            <a:custGeom>
              <a:avLst/>
              <a:gdLst/>
              <a:ahLst/>
              <a:cxnLst/>
              <a:rect l="l" t="t" r="r" b="b"/>
              <a:pathLst>
                <a:path w="3175" h="4275" extrusionOk="0">
                  <a:moveTo>
                    <a:pt x="2597" y="98"/>
                  </a:moveTo>
                  <a:cubicBezTo>
                    <a:pt x="2713" y="116"/>
                    <a:pt x="2810" y="116"/>
                    <a:pt x="2870" y="116"/>
                  </a:cubicBezTo>
                  <a:lnTo>
                    <a:pt x="3004" y="116"/>
                  </a:lnTo>
                  <a:cubicBezTo>
                    <a:pt x="3041" y="135"/>
                    <a:pt x="3041" y="135"/>
                    <a:pt x="3041" y="158"/>
                  </a:cubicBezTo>
                  <a:cubicBezTo>
                    <a:pt x="3016" y="158"/>
                    <a:pt x="2990" y="148"/>
                    <a:pt x="2958" y="148"/>
                  </a:cubicBezTo>
                  <a:cubicBezTo>
                    <a:pt x="2942" y="148"/>
                    <a:pt x="2925" y="150"/>
                    <a:pt x="2907" y="158"/>
                  </a:cubicBezTo>
                  <a:cubicBezTo>
                    <a:pt x="2888" y="176"/>
                    <a:pt x="2870" y="195"/>
                    <a:pt x="2847" y="213"/>
                  </a:cubicBezTo>
                  <a:cubicBezTo>
                    <a:pt x="2810" y="232"/>
                    <a:pt x="2791" y="250"/>
                    <a:pt x="2754" y="292"/>
                  </a:cubicBezTo>
                  <a:cubicBezTo>
                    <a:pt x="2676" y="366"/>
                    <a:pt x="2579" y="481"/>
                    <a:pt x="2482" y="620"/>
                  </a:cubicBezTo>
                  <a:cubicBezTo>
                    <a:pt x="2292" y="906"/>
                    <a:pt x="2061" y="1313"/>
                    <a:pt x="1886" y="1868"/>
                  </a:cubicBezTo>
                  <a:cubicBezTo>
                    <a:pt x="1539" y="2949"/>
                    <a:pt x="1715" y="3970"/>
                    <a:pt x="1715" y="4044"/>
                  </a:cubicBezTo>
                  <a:lnTo>
                    <a:pt x="865" y="4159"/>
                  </a:lnTo>
                  <a:cubicBezTo>
                    <a:pt x="828" y="4122"/>
                    <a:pt x="444" y="3466"/>
                    <a:pt x="213" y="2256"/>
                  </a:cubicBezTo>
                  <a:cubicBezTo>
                    <a:pt x="98" y="1637"/>
                    <a:pt x="190" y="1137"/>
                    <a:pt x="329" y="772"/>
                  </a:cubicBezTo>
                  <a:cubicBezTo>
                    <a:pt x="384" y="597"/>
                    <a:pt x="463" y="463"/>
                    <a:pt x="537" y="347"/>
                  </a:cubicBezTo>
                  <a:cubicBezTo>
                    <a:pt x="597" y="250"/>
                    <a:pt x="675" y="195"/>
                    <a:pt x="675" y="176"/>
                  </a:cubicBezTo>
                  <a:cubicBezTo>
                    <a:pt x="675" y="183"/>
                    <a:pt x="677" y="185"/>
                    <a:pt x="681" y="185"/>
                  </a:cubicBezTo>
                  <a:cubicBezTo>
                    <a:pt x="687" y="185"/>
                    <a:pt x="700" y="176"/>
                    <a:pt x="712" y="176"/>
                  </a:cubicBezTo>
                  <a:cubicBezTo>
                    <a:pt x="731" y="176"/>
                    <a:pt x="749" y="176"/>
                    <a:pt x="791" y="158"/>
                  </a:cubicBezTo>
                  <a:cubicBezTo>
                    <a:pt x="846" y="158"/>
                    <a:pt x="943" y="158"/>
                    <a:pt x="1059" y="135"/>
                  </a:cubicBezTo>
                  <a:cubicBezTo>
                    <a:pt x="1271" y="135"/>
                    <a:pt x="1558" y="116"/>
                    <a:pt x="1830" y="116"/>
                  </a:cubicBezTo>
                  <a:cubicBezTo>
                    <a:pt x="2117" y="116"/>
                    <a:pt x="2385" y="98"/>
                    <a:pt x="2597" y="98"/>
                  </a:cubicBezTo>
                  <a:close/>
                  <a:moveTo>
                    <a:pt x="1830" y="1"/>
                  </a:moveTo>
                  <a:cubicBezTo>
                    <a:pt x="1539" y="19"/>
                    <a:pt x="1271" y="19"/>
                    <a:pt x="1059" y="42"/>
                  </a:cubicBezTo>
                  <a:cubicBezTo>
                    <a:pt x="943" y="42"/>
                    <a:pt x="846" y="61"/>
                    <a:pt x="768" y="61"/>
                  </a:cubicBezTo>
                  <a:cubicBezTo>
                    <a:pt x="731" y="61"/>
                    <a:pt x="712" y="61"/>
                    <a:pt x="694" y="79"/>
                  </a:cubicBezTo>
                  <a:cubicBezTo>
                    <a:pt x="652" y="79"/>
                    <a:pt x="634" y="79"/>
                    <a:pt x="615" y="98"/>
                  </a:cubicBezTo>
                  <a:cubicBezTo>
                    <a:pt x="578" y="116"/>
                    <a:pt x="518" y="195"/>
                    <a:pt x="444" y="292"/>
                  </a:cubicBezTo>
                  <a:cubicBezTo>
                    <a:pt x="366" y="407"/>
                    <a:pt x="287" y="560"/>
                    <a:pt x="232" y="736"/>
                  </a:cubicBezTo>
                  <a:cubicBezTo>
                    <a:pt x="74" y="1101"/>
                    <a:pt x="1" y="1637"/>
                    <a:pt x="116" y="2274"/>
                  </a:cubicBezTo>
                  <a:cubicBezTo>
                    <a:pt x="366" y="3545"/>
                    <a:pt x="791" y="4256"/>
                    <a:pt x="791" y="4256"/>
                  </a:cubicBezTo>
                  <a:lnTo>
                    <a:pt x="809" y="4275"/>
                  </a:lnTo>
                  <a:lnTo>
                    <a:pt x="1830" y="4141"/>
                  </a:lnTo>
                  <a:lnTo>
                    <a:pt x="1830" y="4085"/>
                  </a:lnTo>
                  <a:cubicBezTo>
                    <a:pt x="1830" y="4085"/>
                    <a:pt x="1636" y="3004"/>
                    <a:pt x="1983" y="1909"/>
                  </a:cubicBezTo>
                  <a:cubicBezTo>
                    <a:pt x="2154" y="1350"/>
                    <a:pt x="2385" y="943"/>
                    <a:pt x="2579" y="675"/>
                  </a:cubicBezTo>
                  <a:cubicBezTo>
                    <a:pt x="2676" y="541"/>
                    <a:pt x="2754" y="444"/>
                    <a:pt x="2828" y="366"/>
                  </a:cubicBezTo>
                  <a:lnTo>
                    <a:pt x="2907" y="292"/>
                  </a:lnTo>
                  <a:lnTo>
                    <a:pt x="2944" y="250"/>
                  </a:lnTo>
                  <a:cubicBezTo>
                    <a:pt x="2970" y="244"/>
                    <a:pt x="2996" y="242"/>
                    <a:pt x="3019" y="242"/>
                  </a:cubicBezTo>
                  <a:cubicBezTo>
                    <a:pt x="3066" y="242"/>
                    <a:pt x="3101" y="250"/>
                    <a:pt x="3101" y="250"/>
                  </a:cubicBezTo>
                  <a:lnTo>
                    <a:pt x="3156" y="250"/>
                  </a:lnTo>
                  <a:lnTo>
                    <a:pt x="3156" y="213"/>
                  </a:lnTo>
                  <a:cubicBezTo>
                    <a:pt x="3156" y="213"/>
                    <a:pt x="3175" y="176"/>
                    <a:pt x="3156" y="116"/>
                  </a:cubicBezTo>
                  <a:cubicBezTo>
                    <a:pt x="3138" y="79"/>
                    <a:pt x="3101" y="42"/>
                    <a:pt x="3022" y="19"/>
                  </a:cubicBezTo>
                  <a:lnTo>
                    <a:pt x="2962" y="19"/>
                  </a:lnTo>
                  <a:cubicBezTo>
                    <a:pt x="2944" y="1"/>
                    <a:pt x="2907" y="1"/>
                    <a:pt x="2888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28"/>
            <p:cNvSpPr/>
            <p:nvPr/>
          </p:nvSpPr>
          <p:spPr>
            <a:xfrm>
              <a:off x="5944472" y="1118659"/>
              <a:ext cx="976513" cy="732658"/>
            </a:xfrm>
            <a:custGeom>
              <a:avLst/>
              <a:gdLst/>
              <a:ahLst/>
              <a:cxnLst/>
              <a:rect l="l" t="t" r="r" b="b"/>
              <a:pathLst>
                <a:path w="7144" h="5360" extrusionOk="0">
                  <a:moveTo>
                    <a:pt x="2657" y="0"/>
                  </a:moveTo>
                  <a:cubicBezTo>
                    <a:pt x="2657" y="0"/>
                    <a:pt x="2870" y="1174"/>
                    <a:pt x="2542" y="1654"/>
                  </a:cubicBezTo>
                  <a:cubicBezTo>
                    <a:pt x="2195" y="2135"/>
                    <a:pt x="1521" y="2153"/>
                    <a:pt x="1521" y="2153"/>
                  </a:cubicBezTo>
                  <a:cubicBezTo>
                    <a:pt x="1521" y="2153"/>
                    <a:pt x="1318" y="1886"/>
                    <a:pt x="975" y="1886"/>
                  </a:cubicBezTo>
                  <a:cubicBezTo>
                    <a:pt x="858" y="1886"/>
                    <a:pt x="725" y="1917"/>
                    <a:pt x="578" y="2001"/>
                  </a:cubicBezTo>
                  <a:cubicBezTo>
                    <a:pt x="1" y="2329"/>
                    <a:pt x="135" y="3156"/>
                    <a:pt x="541" y="3387"/>
                  </a:cubicBezTo>
                  <a:cubicBezTo>
                    <a:pt x="661" y="3447"/>
                    <a:pt x="777" y="3469"/>
                    <a:pt x="883" y="3469"/>
                  </a:cubicBezTo>
                  <a:cubicBezTo>
                    <a:pt x="1151" y="3469"/>
                    <a:pt x="1350" y="3332"/>
                    <a:pt x="1350" y="3332"/>
                  </a:cubicBezTo>
                  <a:lnTo>
                    <a:pt x="1350" y="3332"/>
                  </a:lnTo>
                  <a:cubicBezTo>
                    <a:pt x="1350" y="3332"/>
                    <a:pt x="1211" y="3812"/>
                    <a:pt x="1812" y="4427"/>
                  </a:cubicBezTo>
                  <a:cubicBezTo>
                    <a:pt x="2272" y="4886"/>
                    <a:pt x="3065" y="5359"/>
                    <a:pt x="4122" y="5359"/>
                  </a:cubicBezTo>
                  <a:cubicBezTo>
                    <a:pt x="4478" y="5359"/>
                    <a:pt x="4864" y="5305"/>
                    <a:pt x="5277" y="5180"/>
                  </a:cubicBezTo>
                  <a:cubicBezTo>
                    <a:pt x="6931" y="4676"/>
                    <a:pt x="7144" y="3174"/>
                    <a:pt x="6950" y="2213"/>
                  </a:cubicBezTo>
                  <a:cubicBezTo>
                    <a:pt x="6779" y="1252"/>
                    <a:pt x="6719" y="213"/>
                    <a:pt x="6719" y="213"/>
                  </a:cubicBezTo>
                  <a:cubicBezTo>
                    <a:pt x="6719" y="213"/>
                    <a:pt x="6336" y="157"/>
                    <a:pt x="5789" y="157"/>
                  </a:cubicBezTo>
                  <a:cubicBezTo>
                    <a:pt x="5420" y="157"/>
                    <a:pt x="4975" y="182"/>
                    <a:pt x="4524" y="268"/>
                  </a:cubicBezTo>
                  <a:cubicBezTo>
                    <a:pt x="4330" y="302"/>
                    <a:pt x="4147" y="316"/>
                    <a:pt x="3977" y="316"/>
                  </a:cubicBezTo>
                  <a:cubicBezTo>
                    <a:pt x="3169" y="316"/>
                    <a:pt x="2657" y="0"/>
                    <a:pt x="2657" y="0"/>
                  </a:cubicBezTo>
                  <a:close/>
                </a:path>
              </a:pathLst>
            </a:custGeom>
            <a:solidFill>
              <a:srgbClr val="FFEB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28"/>
            <p:cNvSpPr/>
            <p:nvPr/>
          </p:nvSpPr>
          <p:spPr>
            <a:xfrm>
              <a:off x="5960328" y="1105400"/>
              <a:ext cx="955053" cy="753435"/>
            </a:xfrm>
            <a:custGeom>
              <a:avLst/>
              <a:gdLst/>
              <a:ahLst/>
              <a:cxnLst/>
              <a:rect l="l" t="t" r="r" b="b"/>
              <a:pathLst>
                <a:path w="6987" h="5512" extrusionOk="0">
                  <a:moveTo>
                    <a:pt x="2597" y="171"/>
                  </a:moveTo>
                  <a:lnTo>
                    <a:pt x="2597" y="171"/>
                  </a:lnTo>
                  <a:cubicBezTo>
                    <a:pt x="2688" y="219"/>
                    <a:pt x="3121" y="458"/>
                    <a:pt x="3814" y="458"/>
                  </a:cubicBezTo>
                  <a:cubicBezTo>
                    <a:pt x="3995" y="458"/>
                    <a:pt x="4193" y="442"/>
                    <a:pt x="4408" y="402"/>
                  </a:cubicBezTo>
                  <a:cubicBezTo>
                    <a:pt x="4854" y="324"/>
                    <a:pt x="5287" y="301"/>
                    <a:pt x="5647" y="301"/>
                  </a:cubicBezTo>
                  <a:cubicBezTo>
                    <a:pt x="6157" y="301"/>
                    <a:pt x="6520" y="347"/>
                    <a:pt x="6566" y="347"/>
                  </a:cubicBezTo>
                  <a:cubicBezTo>
                    <a:pt x="6566" y="402"/>
                    <a:pt x="6603" y="1386"/>
                    <a:pt x="6797" y="2310"/>
                  </a:cubicBezTo>
                  <a:cubicBezTo>
                    <a:pt x="6871" y="2791"/>
                    <a:pt x="6871" y="3387"/>
                    <a:pt x="6640" y="3946"/>
                  </a:cubicBezTo>
                  <a:cubicBezTo>
                    <a:pt x="6409" y="4487"/>
                    <a:pt x="5970" y="4967"/>
                    <a:pt x="5161" y="5217"/>
                  </a:cubicBezTo>
                  <a:cubicBezTo>
                    <a:pt x="4736" y="5352"/>
                    <a:pt x="4340" y="5410"/>
                    <a:pt x="3978" y="5410"/>
                  </a:cubicBezTo>
                  <a:cubicBezTo>
                    <a:pt x="2943" y="5410"/>
                    <a:pt x="2174" y="4942"/>
                    <a:pt x="1733" y="4487"/>
                  </a:cubicBezTo>
                  <a:cubicBezTo>
                    <a:pt x="1442" y="4196"/>
                    <a:pt x="1326" y="3928"/>
                    <a:pt x="1289" y="3734"/>
                  </a:cubicBezTo>
                  <a:cubicBezTo>
                    <a:pt x="1252" y="3544"/>
                    <a:pt x="1289" y="3429"/>
                    <a:pt x="1289" y="3429"/>
                  </a:cubicBezTo>
                  <a:lnTo>
                    <a:pt x="1326" y="3290"/>
                  </a:lnTo>
                  <a:lnTo>
                    <a:pt x="1211" y="3368"/>
                  </a:lnTo>
                  <a:cubicBezTo>
                    <a:pt x="1211" y="3368"/>
                    <a:pt x="1021" y="3508"/>
                    <a:pt x="772" y="3508"/>
                  </a:cubicBezTo>
                  <a:cubicBezTo>
                    <a:pt x="675" y="3508"/>
                    <a:pt x="569" y="3487"/>
                    <a:pt x="462" y="3429"/>
                  </a:cubicBezTo>
                  <a:cubicBezTo>
                    <a:pt x="268" y="3332"/>
                    <a:pt x="134" y="3082"/>
                    <a:pt x="116" y="2828"/>
                  </a:cubicBezTo>
                  <a:cubicBezTo>
                    <a:pt x="116" y="2560"/>
                    <a:pt x="213" y="2292"/>
                    <a:pt x="481" y="2135"/>
                  </a:cubicBezTo>
                  <a:cubicBezTo>
                    <a:pt x="615" y="2059"/>
                    <a:pt x="735" y="2030"/>
                    <a:pt x="841" y="2030"/>
                  </a:cubicBezTo>
                  <a:cubicBezTo>
                    <a:pt x="947" y="2030"/>
                    <a:pt x="1040" y="2059"/>
                    <a:pt x="1118" y="2098"/>
                  </a:cubicBezTo>
                  <a:cubicBezTo>
                    <a:pt x="1271" y="2176"/>
                    <a:pt x="1368" y="2273"/>
                    <a:pt x="1368" y="2273"/>
                  </a:cubicBezTo>
                  <a:lnTo>
                    <a:pt x="1386" y="2292"/>
                  </a:lnTo>
                  <a:lnTo>
                    <a:pt x="1405" y="2292"/>
                  </a:lnTo>
                  <a:cubicBezTo>
                    <a:pt x="1405" y="2292"/>
                    <a:pt x="2098" y="2292"/>
                    <a:pt x="2463" y="1788"/>
                  </a:cubicBezTo>
                  <a:cubicBezTo>
                    <a:pt x="2638" y="1520"/>
                    <a:pt x="2675" y="1095"/>
                    <a:pt x="2657" y="749"/>
                  </a:cubicBezTo>
                  <a:cubicBezTo>
                    <a:pt x="2657" y="444"/>
                    <a:pt x="2620" y="250"/>
                    <a:pt x="2597" y="171"/>
                  </a:cubicBezTo>
                  <a:close/>
                  <a:moveTo>
                    <a:pt x="2463" y="0"/>
                  </a:moveTo>
                  <a:lnTo>
                    <a:pt x="2481" y="116"/>
                  </a:lnTo>
                  <a:cubicBezTo>
                    <a:pt x="2481" y="116"/>
                    <a:pt x="2541" y="402"/>
                    <a:pt x="2560" y="749"/>
                  </a:cubicBezTo>
                  <a:cubicBezTo>
                    <a:pt x="2560" y="1095"/>
                    <a:pt x="2541" y="1502"/>
                    <a:pt x="2366" y="1733"/>
                  </a:cubicBezTo>
                  <a:cubicBezTo>
                    <a:pt x="2061" y="2176"/>
                    <a:pt x="1442" y="2195"/>
                    <a:pt x="1405" y="2195"/>
                  </a:cubicBezTo>
                  <a:cubicBezTo>
                    <a:pt x="1386" y="2176"/>
                    <a:pt x="1326" y="2079"/>
                    <a:pt x="1174" y="2001"/>
                  </a:cubicBezTo>
                  <a:cubicBezTo>
                    <a:pt x="1077" y="1964"/>
                    <a:pt x="966" y="1935"/>
                    <a:pt x="841" y="1935"/>
                  </a:cubicBezTo>
                  <a:cubicBezTo>
                    <a:pt x="716" y="1935"/>
                    <a:pt x="578" y="1964"/>
                    <a:pt x="425" y="2042"/>
                  </a:cubicBezTo>
                  <a:cubicBezTo>
                    <a:pt x="116" y="2213"/>
                    <a:pt x="0" y="2541"/>
                    <a:pt x="19" y="2828"/>
                  </a:cubicBezTo>
                  <a:cubicBezTo>
                    <a:pt x="37" y="3119"/>
                    <a:pt x="171" y="3405"/>
                    <a:pt x="402" y="3521"/>
                  </a:cubicBezTo>
                  <a:cubicBezTo>
                    <a:pt x="543" y="3592"/>
                    <a:pt x="673" y="3616"/>
                    <a:pt x="787" y="3616"/>
                  </a:cubicBezTo>
                  <a:cubicBezTo>
                    <a:pt x="985" y="3616"/>
                    <a:pt x="1130" y="3541"/>
                    <a:pt x="1192" y="3502"/>
                  </a:cubicBezTo>
                  <a:lnTo>
                    <a:pt x="1192" y="3502"/>
                  </a:lnTo>
                  <a:cubicBezTo>
                    <a:pt x="1174" y="3544"/>
                    <a:pt x="1155" y="3600"/>
                    <a:pt x="1192" y="3752"/>
                  </a:cubicBezTo>
                  <a:cubicBezTo>
                    <a:pt x="1234" y="3965"/>
                    <a:pt x="1368" y="4256"/>
                    <a:pt x="1673" y="4561"/>
                  </a:cubicBezTo>
                  <a:cubicBezTo>
                    <a:pt x="2122" y="5038"/>
                    <a:pt x="2933" y="5512"/>
                    <a:pt x="4008" y="5512"/>
                  </a:cubicBezTo>
                  <a:cubicBezTo>
                    <a:pt x="4370" y="5512"/>
                    <a:pt x="4762" y="5458"/>
                    <a:pt x="5180" y="5332"/>
                  </a:cubicBezTo>
                  <a:cubicBezTo>
                    <a:pt x="6025" y="5064"/>
                    <a:pt x="6506" y="4542"/>
                    <a:pt x="6737" y="3983"/>
                  </a:cubicBezTo>
                  <a:cubicBezTo>
                    <a:pt x="6986" y="3405"/>
                    <a:pt x="6986" y="2791"/>
                    <a:pt x="6894" y="2292"/>
                  </a:cubicBezTo>
                  <a:cubicBezTo>
                    <a:pt x="6700" y="1349"/>
                    <a:pt x="6663" y="310"/>
                    <a:pt x="6663" y="310"/>
                  </a:cubicBezTo>
                  <a:lnTo>
                    <a:pt x="6663" y="250"/>
                  </a:lnTo>
                  <a:lnTo>
                    <a:pt x="6603" y="250"/>
                  </a:lnTo>
                  <a:cubicBezTo>
                    <a:pt x="6603" y="250"/>
                    <a:pt x="6241" y="205"/>
                    <a:pt x="5715" y="205"/>
                  </a:cubicBezTo>
                  <a:cubicBezTo>
                    <a:pt x="5334" y="205"/>
                    <a:pt x="4867" y="228"/>
                    <a:pt x="4390" y="310"/>
                  </a:cubicBezTo>
                  <a:cubicBezTo>
                    <a:pt x="4196" y="343"/>
                    <a:pt x="4014" y="357"/>
                    <a:pt x="3845" y="357"/>
                  </a:cubicBezTo>
                  <a:cubicBezTo>
                    <a:pt x="3056" y="357"/>
                    <a:pt x="2560" y="56"/>
                    <a:pt x="2560" y="56"/>
                  </a:cubicBezTo>
                  <a:lnTo>
                    <a:pt x="2463" y="0"/>
                  </a:ln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28"/>
            <p:cNvSpPr/>
            <p:nvPr/>
          </p:nvSpPr>
          <p:spPr>
            <a:xfrm>
              <a:off x="6015278" y="1428674"/>
              <a:ext cx="110582" cy="110719"/>
            </a:xfrm>
            <a:custGeom>
              <a:avLst/>
              <a:gdLst/>
              <a:ahLst/>
              <a:cxnLst/>
              <a:rect l="l" t="t" r="r" b="b"/>
              <a:pathLst>
                <a:path w="809" h="810" extrusionOk="0">
                  <a:moveTo>
                    <a:pt x="407" y="1"/>
                  </a:moveTo>
                  <a:cubicBezTo>
                    <a:pt x="176" y="1"/>
                    <a:pt x="0" y="195"/>
                    <a:pt x="0" y="407"/>
                  </a:cubicBezTo>
                  <a:cubicBezTo>
                    <a:pt x="0" y="638"/>
                    <a:pt x="176" y="809"/>
                    <a:pt x="407" y="809"/>
                  </a:cubicBezTo>
                  <a:cubicBezTo>
                    <a:pt x="619" y="809"/>
                    <a:pt x="809" y="638"/>
                    <a:pt x="809" y="407"/>
                  </a:cubicBezTo>
                  <a:cubicBezTo>
                    <a:pt x="809" y="195"/>
                    <a:pt x="619" y="1"/>
                    <a:pt x="407" y="1"/>
                  </a:cubicBezTo>
                  <a:close/>
                </a:path>
              </a:pathLst>
            </a:custGeom>
            <a:solidFill>
              <a:srgbClr val="FFCB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28"/>
            <p:cNvSpPr/>
            <p:nvPr/>
          </p:nvSpPr>
          <p:spPr>
            <a:xfrm>
              <a:off x="6007623" y="1423616"/>
              <a:ext cx="123978" cy="123978"/>
            </a:xfrm>
            <a:custGeom>
              <a:avLst/>
              <a:gdLst/>
              <a:ahLst/>
              <a:cxnLst/>
              <a:rect l="l" t="t" r="r" b="b"/>
              <a:pathLst>
                <a:path w="907" h="907" extrusionOk="0">
                  <a:moveTo>
                    <a:pt x="463" y="98"/>
                  </a:moveTo>
                  <a:cubicBezTo>
                    <a:pt x="657" y="98"/>
                    <a:pt x="809" y="250"/>
                    <a:pt x="809" y="444"/>
                  </a:cubicBezTo>
                  <a:cubicBezTo>
                    <a:pt x="809" y="639"/>
                    <a:pt x="657" y="791"/>
                    <a:pt x="463" y="791"/>
                  </a:cubicBezTo>
                  <a:cubicBezTo>
                    <a:pt x="269" y="791"/>
                    <a:pt x="116" y="639"/>
                    <a:pt x="116" y="444"/>
                  </a:cubicBezTo>
                  <a:cubicBezTo>
                    <a:pt x="116" y="250"/>
                    <a:pt x="269" y="98"/>
                    <a:pt x="463" y="98"/>
                  </a:cubicBezTo>
                  <a:close/>
                  <a:moveTo>
                    <a:pt x="463" y="1"/>
                  </a:moveTo>
                  <a:cubicBezTo>
                    <a:pt x="213" y="1"/>
                    <a:pt x="1" y="195"/>
                    <a:pt x="1" y="444"/>
                  </a:cubicBezTo>
                  <a:cubicBezTo>
                    <a:pt x="1" y="694"/>
                    <a:pt x="213" y="906"/>
                    <a:pt x="463" y="906"/>
                  </a:cubicBezTo>
                  <a:cubicBezTo>
                    <a:pt x="712" y="906"/>
                    <a:pt x="906" y="694"/>
                    <a:pt x="906" y="444"/>
                  </a:cubicBezTo>
                  <a:cubicBezTo>
                    <a:pt x="906" y="195"/>
                    <a:pt x="712" y="1"/>
                    <a:pt x="463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28"/>
            <p:cNvSpPr/>
            <p:nvPr/>
          </p:nvSpPr>
          <p:spPr>
            <a:xfrm>
              <a:off x="6420701" y="1352947"/>
              <a:ext cx="47431" cy="91719"/>
            </a:xfrm>
            <a:custGeom>
              <a:avLst/>
              <a:gdLst/>
              <a:ahLst/>
              <a:cxnLst/>
              <a:rect l="l" t="t" r="r" b="b"/>
              <a:pathLst>
                <a:path w="347" h="671" extrusionOk="0">
                  <a:moveTo>
                    <a:pt x="176" y="0"/>
                  </a:moveTo>
                  <a:cubicBezTo>
                    <a:pt x="79" y="0"/>
                    <a:pt x="0" y="153"/>
                    <a:pt x="0" y="324"/>
                  </a:cubicBezTo>
                  <a:cubicBezTo>
                    <a:pt x="0" y="518"/>
                    <a:pt x="79" y="670"/>
                    <a:pt x="176" y="670"/>
                  </a:cubicBezTo>
                  <a:cubicBezTo>
                    <a:pt x="268" y="670"/>
                    <a:pt x="347" y="518"/>
                    <a:pt x="347" y="324"/>
                  </a:cubicBezTo>
                  <a:cubicBezTo>
                    <a:pt x="347" y="153"/>
                    <a:pt x="268" y="0"/>
                    <a:pt x="176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28"/>
            <p:cNvSpPr/>
            <p:nvPr/>
          </p:nvSpPr>
          <p:spPr>
            <a:xfrm>
              <a:off x="6749715" y="1352947"/>
              <a:ext cx="50029" cy="91719"/>
            </a:xfrm>
            <a:custGeom>
              <a:avLst/>
              <a:gdLst/>
              <a:ahLst/>
              <a:cxnLst/>
              <a:rect l="l" t="t" r="r" b="b"/>
              <a:pathLst>
                <a:path w="366" h="671" extrusionOk="0">
                  <a:moveTo>
                    <a:pt x="195" y="0"/>
                  </a:moveTo>
                  <a:cubicBezTo>
                    <a:pt x="98" y="0"/>
                    <a:pt x="1" y="153"/>
                    <a:pt x="1" y="324"/>
                  </a:cubicBezTo>
                  <a:cubicBezTo>
                    <a:pt x="1" y="518"/>
                    <a:pt x="98" y="670"/>
                    <a:pt x="195" y="670"/>
                  </a:cubicBezTo>
                  <a:cubicBezTo>
                    <a:pt x="287" y="670"/>
                    <a:pt x="366" y="518"/>
                    <a:pt x="366" y="324"/>
                  </a:cubicBezTo>
                  <a:cubicBezTo>
                    <a:pt x="366" y="153"/>
                    <a:pt x="287" y="0"/>
                    <a:pt x="195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28"/>
            <p:cNvSpPr/>
            <p:nvPr/>
          </p:nvSpPr>
          <p:spPr>
            <a:xfrm>
              <a:off x="6662643" y="1423616"/>
              <a:ext cx="55633" cy="75180"/>
            </a:xfrm>
            <a:custGeom>
              <a:avLst/>
              <a:gdLst/>
              <a:ahLst/>
              <a:cxnLst/>
              <a:rect l="l" t="t" r="r" b="b"/>
              <a:pathLst>
                <a:path w="407" h="550" extrusionOk="0">
                  <a:moveTo>
                    <a:pt x="97" y="1"/>
                  </a:moveTo>
                  <a:cubicBezTo>
                    <a:pt x="79" y="1"/>
                    <a:pt x="42" y="19"/>
                    <a:pt x="42" y="38"/>
                  </a:cubicBezTo>
                  <a:cubicBezTo>
                    <a:pt x="42" y="79"/>
                    <a:pt x="60" y="98"/>
                    <a:pt x="97" y="98"/>
                  </a:cubicBezTo>
                  <a:cubicBezTo>
                    <a:pt x="97" y="98"/>
                    <a:pt x="139" y="98"/>
                    <a:pt x="194" y="135"/>
                  </a:cubicBezTo>
                  <a:cubicBezTo>
                    <a:pt x="254" y="153"/>
                    <a:pt x="291" y="213"/>
                    <a:pt x="291" y="310"/>
                  </a:cubicBezTo>
                  <a:cubicBezTo>
                    <a:pt x="291" y="347"/>
                    <a:pt x="273" y="384"/>
                    <a:pt x="254" y="407"/>
                  </a:cubicBezTo>
                  <a:cubicBezTo>
                    <a:pt x="231" y="426"/>
                    <a:pt x="213" y="444"/>
                    <a:pt x="176" y="444"/>
                  </a:cubicBezTo>
                  <a:cubicBezTo>
                    <a:pt x="163" y="451"/>
                    <a:pt x="148" y="453"/>
                    <a:pt x="134" y="453"/>
                  </a:cubicBezTo>
                  <a:cubicBezTo>
                    <a:pt x="105" y="453"/>
                    <a:pt x="79" y="444"/>
                    <a:pt x="79" y="444"/>
                  </a:cubicBezTo>
                  <a:cubicBezTo>
                    <a:pt x="42" y="444"/>
                    <a:pt x="23" y="463"/>
                    <a:pt x="23" y="481"/>
                  </a:cubicBezTo>
                  <a:cubicBezTo>
                    <a:pt x="0" y="523"/>
                    <a:pt x="23" y="541"/>
                    <a:pt x="60" y="541"/>
                  </a:cubicBezTo>
                  <a:cubicBezTo>
                    <a:pt x="60" y="541"/>
                    <a:pt x="95" y="550"/>
                    <a:pt x="140" y="550"/>
                  </a:cubicBezTo>
                  <a:cubicBezTo>
                    <a:pt x="163" y="550"/>
                    <a:pt x="188" y="548"/>
                    <a:pt x="213" y="541"/>
                  </a:cubicBezTo>
                  <a:cubicBezTo>
                    <a:pt x="254" y="541"/>
                    <a:pt x="291" y="523"/>
                    <a:pt x="328" y="481"/>
                  </a:cubicBezTo>
                  <a:cubicBezTo>
                    <a:pt x="370" y="444"/>
                    <a:pt x="388" y="384"/>
                    <a:pt x="388" y="310"/>
                  </a:cubicBezTo>
                  <a:cubicBezTo>
                    <a:pt x="407" y="176"/>
                    <a:pt x="328" y="79"/>
                    <a:pt x="254" y="38"/>
                  </a:cubicBezTo>
                  <a:cubicBezTo>
                    <a:pt x="176" y="1"/>
                    <a:pt x="97" y="1"/>
                    <a:pt x="97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28"/>
            <p:cNvSpPr/>
            <p:nvPr/>
          </p:nvSpPr>
          <p:spPr>
            <a:xfrm>
              <a:off x="6458701" y="1497293"/>
              <a:ext cx="282948" cy="180567"/>
            </a:xfrm>
            <a:custGeom>
              <a:avLst/>
              <a:gdLst/>
              <a:ahLst/>
              <a:cxnLst/>
              <a:rect l="l" t="t" r="r" b="b"/>
              <a:pathLst>
                <a:path w="2070" h="1321" extrusionOk="0">
                  <a:moveTo>
                    <a:pt x="206" y="1"/>
                  </a:moveTo>
                  <a:cubicBezTo>
                    <a:pt x="47" y="1"/>
                    <a:pt x="0" y="610"/>
                    <a:pt x="300" y="964"/>
                  </a:cubicBezTo>
                  <a:cubicBezTo>
                    <a:pt x="499" y="1213"/>
                    <a:pt x="795" y="1320"/>
                    <a:pt x="1079" y="1320"/>
                  </a:cubicBezTo>
                  <a:cubicBezTo>
                    <a:pt x="1211" y="1320"/>
                    <a:pt x="1340" y="1297"/>
                    <a:pt x="1455" y="1255"/>
                  </a:cubicBezTo>
                  <a:cubicBezTo>
                    <a:pt x="1820" y="1116"/>
                    <a:pt x="1996" y="885"/>
                    <a:pt x="2033" y="696"/>
                  </a:cubicBezTo>
                  <a:cubicBezTo>
                    <a:pt x="2070" y="501"/>
                    <a:pt x="1977" y="483"/>
                    <a:pt x="1839" y="446"/>
                  </a:cubicBezTo>
                  <a:cubicBezTo>
                    <a:pt x="1705" y="404"/>
                    <a:pt x="1187" y="289"/>
                    <a:pt x="1187" y="289"/>
                  </a:cubicBezTo>
                  <a:cubicBezTo>
                    <a:pt x="744" y="192"/>
                    <a:pt x="379" y="21"/>
                    <a:pt x="221" y="2"/>
                  </a:cubicBezTo>
                  <a:cubicBezTo>
                    <a:pt x="216" y="1"/>
                    <a:pt x="211" y="1"/>
                    <a:pt x="206" y="1"/>
                  </a:cubicBezTo>
                  <a:close/>
                </a:path>
              </a:pathLst>
            </a:custGeom>
            <a:solidFill>
              <a:srgbClr val="C53D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28"/>
            <p:cNvSpPr/>
            <p:nvPr/>
          </p:nvSpPr>
          <p:spPr>
            <a:xfrm>
              <a:off x="6463075" y="1489364"/>
              <a:ext cx="284315" cy="195603"/>
            </a:xfrm>
            <a:custGeom>
              <a:avLst/>
              <a:gdLst/>
              <a:ahLst/>
              <a:cxnLst/>
              <a:rect l="l" t="t" r="r" b="b"/>
              <a:pathLst>
                <a:path w="2080" h="1431" extrusionOk="0">
                  <a:moveTo>
                    <a:pt x="171" y="97"/>
                  </a:moveTo>
                  <a:cubicBezTo>
                    <a:pt x="250" y="116"/>
                    <a:pt x="384" y="176"/>
                    <a:pt x="559" y="231"/>
                  </a:cubicBezTo>
                  <a:cubicBezTo>
                    <a:pt x="712" y="291"/>
                    <a:pt x="924" y="347"/>
                    <a:pt x="1137" y="407"/>
                  </a:cubicBezTo>
                  <a:cubicBezTo>
                    <a:pt x="1137" y="407"/>
                    <a:pt x="1271" y="425"/>
                    <a:pt x="1405" y="462"/>
                  </a:cubicBezTo>
                  <a:cubicBezTo>
                    <a:pt x="1557" y="504"/>
                    <a:pt x="1733" y="541"/>
                    <a:pt x="1788" y="559"/>
                  </a:cubicBezTo>
                  <a:cubicBezTo>
                    <a:pt x="1848" y="578"/>
                    <a:pt x="1904" y="596"/>
                    <a:pt x="1922" y="620"/>
                  </a:cubicBezTo>
                  <a:cubicBezTo>
                    <a:pt x="1964" y="638"/>
                    <a:pt x="1964" y="657"/>
                    <a:pt x="1945" y="754"/>
                  </a:cubicBezTo>
                  <a:cubicBezTo>
                    <a:pt x="1922" y="906"/>
                    <a:pt x="1751" y="1137"/>
                    <a:pt x="1405" y="1271"/>
                  </a:cubicBezTo>
                  <a:cubicBezTo>
                    <a:pt x="1299" y="1306"/>
                    <a:pt x="1182" y="1326"/>
                    <a:pt x="1063" y="1326"/>
                  </a:cubicBezTo>
                  <a:cubicBezTo>
                    <a:pt x="792" y="1326"/>
                    <a:pt x="507" y="1225"/>
                    <a:pt x="305" y="985"/>
                  </a:cubicBezTo>
                  <a:cubicBezTo>
                    <a:pt x="152" y="827"/>
                    <a:pt x="97" y="578"/>
                    <a:pt x="97" y="389"/>
                  </a:cubicBezTo>
                  <a:cubicBezTo>
                    <a:pt x="97" y="291"/>
                    <a:pt x="116" y="213"/>
                    <a:pt x="134" y="158"/>
                  </a:cubicBezTo>
                  <a:cubicBezTo>
                    <a:pt x="134" y="134"/>
                    <a:pt x="152" y="116"/>
                    <a:pt x="171" y="116"/>
                  </a:cubicBezTo>
                  <a:lnTo>
                    <a:pt x="171" y="97"/>
                  </a:lnTo>
                  <a:close/>
                  <a:moveTo>
                    <a:pt x="189" y="0"/>
                  </a:moveTo>
                  <a:cubicBezTo>
                    <a:pt x="152" y="0"/>
                    <a:pt x="116" y="0"/>
                    <a:pt x="97" y="42"/>
                  </a:cubicBezTo>
                  <a:cubicBezTo>
                    <a:pt x="74" y="60"/>
                    <a:pt x="55" y="79"/>
                    <a:pt x="37" y="116"/>
                  </a:cubicBezTo>
                  <a:cubicBezTo>
                    <a:pt x="0" y="194"/>
                    <a:pt x="0" y="291"/>
                    <a:pt x="0" y="389"/>
                  </a:cubicBezTo>
                  <a:cubicBezTo>
                    <a:pt x="0" y="596"/>
                    <a:pt x="55" y="869"/>
                    <a:pt x="213" y="1059"/>
                  </a:cubicBezTo>
                  <a:cubicBezTo>
                    <a:pt x="438" y="1316"/>
                    <a:pt x="760" y="1430"/>
                    <a:pt x="1064" y="1430"/>
                  </a:cubicBezTo>
                  <a:cubicBezTo>
                    <a:pt x="1197" y="1430"/>
                    <a:pt x="1325" y="1409"/>
                    <a:pt x="1442" y="1368"/>
                  </a:cubicBezTo>
                  <a:cubicBezTo>
                    <a:pt x="1830" y="1216"/>
                    <a:pt x="2019" y="985"/>
                    <a:pt x="2061" y="772"/>
                  </a:cubicBezTo>
                  <a:cubicBezTo>
                    <a:pt x="2079" y="657"/>
                    <a:pt x="2061" y="578"/>
                    <a:pt x="2001" y="541"/>
                  </a:cubicBezTo>
                  <a:cubicBezTo>
                    <a:pt x="1945" y="481"/>
                    <a:pt x="1885" y="481"/>
                    <a:pt x="1830" y="444"/>
                  </a:cubicBezTo>
                  <a:cubicBezTo>
                    <a:pt x="1751" y="425"/>
                    <a:pt x="1576" y="389"/>
                    <a:pt x="1442" y="365"/>
                  </a:cubicBezTo>
                  <a:cubicBezTo>
                    <a:pt x="1289" y="328"/>
                    <a:pt x="1155" y="291"/>
                    <a:pt x="1155" y="291"/>
                  </a:cubicBezTo>
                  <a:cubicBezTo>
                    <a:pt x="943" y="250"/>
                    <a:pt x="749" y="176"/>
                    <a:pt x="578" y="116"/>
                  </a:cubicBezTo>
                  <a:cubicBezTo>
                    <a:pt x="420" y="79"/>
                    <a:pt x="286" y="19"/>
                    <a:pt x="189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28"/>
            <p:cNvSpPr/>
            <p:nvPr/>
          </p:nvSpPr>
          <p:spPr>
            <a:xfrm>
              <a:off x="6492054" y="1500026"/>
              <a:ext cx="242078" cy="100057"/>
            </a:xfrm>
            <a:custGeom>
              <a:avLst/>
              <a:gdLst/>
              <a:ahLst/>
              <a:cxnLst/>
              <a:rect l="l" t="t" r="r" b="b"/>
              <a:pathLst>
                <a:path w="1771" h="732" extrusionOk="0">
                  <a:moveTo>
                    <a:pt x="56" y="1"/>
                  </a:moveTo>
                  <a:lnTo>
                    <a:pt x="56" y="1"/>
                  </a:lnTo>
                  <a:cubicBezTo>
                    <a:pt x="19" y="80"/>
                    <a:pt x="1" y="213"/>
                    <a:pt x="74" y="269"/>
                  </a:cubicBezTo>
                  <a:cubicBezTo>
                    <a:pt x="205" y="382"/>
                    <a:pt x="1382" y="732"/>
                    <a:pt x="1581" y="732"/>
                  </a:cubicBezTo>
                  <a:cubicBezTo>
                    <a:pt x="1587" y="732"/>
                    <a:pt x="1591" y="731"/>
                    <a:pt x="1595" y="731"/>
                  </a:cubicBezTo>
                  <a:cubicBezTo>
                    <a:pt x="1673" y="731"/>
                    <a:pt x="1733" y="615"/>
                    <a:pt x="1770" y="518"/>
                  </a:cubicBezTo>
                  <a:cubicBezTo>
                    <a:pt x="1733" y="463"/>
                    <a:pt x="1673" y="445"/>
                    <a:pt x="1595" y="426"/>
                  </a:cubicBezTo>
                  <a:cubicBezTo>
                    <a:pt x="1461" y="384"/>
                    <a:pt x="943" y="269"/>
                    <a:pt x="943" y="269"/>
                  </a:cubicBezTo>
                  <a:cubicBezTo>
                    <a:pt x="555" y="172"/>
                    <a:pt x="232" y="56"/>
                    <a:pt x="5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28"/>
            <p:cNvSpPr/>
            <p:nvPr/>
          </p:nvSpPr>
          <p:spPr>
            <a:xfrm>
              <a:off x="6488910" y="1489364"/>
              <a:ext cx="252740" cy="118920"/>
            </a:xfrm>
            <a:custGeom>
              <a:avLst/>
              <a:gdLst/>
              <a:ahLst/>
              <a:cxnLst/>
              <a:rect l="l" t="t" r="r" b="b"/>
              <a:pathLst>
                <a:path w="1849" h="870" extrusionOk="0">
                  <a:moveTo>
                    <a:pt x="116" y="134"/>
                  </a:moveTo>
                  <a:cubicBezTo>
                    <a:pt x="310" y="194"/>
                    <a:pt x="601" y="310"/>
                    <a:pt x="948" y="407"/>
                  </a:cubicBezTo>
                  <a:cubicBezTo>
                    <a:pt x="948" y="407"/>
                    <a:pt x="1082" y="425"/>
                    <a:pt x="1216" y="462"/>
                  </a:cubicBezTo>
                  <a:cubicBezTo>
                    <a:pt x="1368" y="504"/>
                    <a:pt x="1544" y="541"/>
                    <a:pt x="1599" y="559"/>
                  </a:cubicBezTo>
                  <a:cubicBezTo>
                    <a:pt x="1659" y="578"/>
                    <a:pt x="1696" y="596"/>
                    <a:pt x="1733" y="620"/>
                  </a:cubicBezTo>
                  <a:cubicBezTo>
                    <a:pt x="1715" y="638"/>
                    <a:pt x="1696" y="675"/>
                    <a:pt x="1678" y="712"/>
                  </a:cubicBezTo>
                  <a:cubicBezTo>
                    <a:pt x="1659" y="735"/>
                    <a:pt x="1641" y="754"/>
                    <a:pt x="1618" y="772"/>
                  </a:cubicBezTo>
                  <a:cubicBezTo>
                    <a:pt x="1599" y="772"/>
                    <a:pt x="1562" y="772"/>
                    <a:pt x="1525" y="754"/>
                  </a:cubicBezTo>
                  <a:cubicBezTo>
                    <a:pt x="1465" y="754"/>
                    <a:pt x="1410" y="735"/>
                    <a:pt x="1350" y="712"/>
                  </a:cubicBezTo>
                  <a:cubicBezTo>
                    <a:pt x="1216" y="693"/>
                    <a:pt x="1040" y="638"/>
                    <a:pt x="869" y="578"/>
                  </a:cubicBezTo>
                  <a:cubicBezTo>
                    <a:pt x="694" y="541"/>
                    <a:pt x="523" y="481"/>
                    <a:pt x="389" y="425"/>
                  </a:cubicBezTo>
                  <a:cubicBezTo>
                    <a:pt x="329" y="407"/>
                    <a:pt x="273" y="389"/>
                    <a:pt x="213" y="365"/>
                  </a:cubicBezTo>
                  <a:cubicBezTo>
                    <a:pt x="176" y="347"/>
                    <a:pt x="139" y="328"/>
                    <a:pt x="139" y="310"/>
                  </a:cubicBezTo>
                  <a:cubicBezTo>
                    <a:pt x="116" y="291"/>
                    <a:pt x="97" y="250"/>
                    <a:pt x="97" y="213"/>
                  </a:cubicBezTo>
                  <a:cubicBezTo>
                    <a:pt x="97" y="194"/>
                    <a:pt x="116" y="176"/>
                    <a:pt x="116" y="134"/>
                  </a:cubicBezTo>
                  <a:close/>
                  <a:moveTo>
                    <a:pt x="42" y="0"/>
                  </a:moveTo>
                  <a:lnTo>
                    <a:pt x="24" y="60"/>
                  </a:lnTo>
                  <a:cubicBezTo>
                    <a:pt x="0" y="97"/>
                    <a:pt x="0" y="158"/>
                    <a:pt x="0" y="213"/>
                  </a:cubicBezTo>
                  <a:cubicBezTo>
                    <a:pt x="0" y="273"/>
                    <a:pt x="24" y="347"/>
                    <a:pt x="61" y="389"/>
                  </a:cubicBezTo>
                  <a:cubicBezTo>
                    <a:pt x="97" y="425"/>
                    <a:pt x="139" y="425"/>
                    <a:pt x="176" y="462"/>
                  </a:cubicBezTo>
                  <a:cubicBezTo>
                    <a:pt x="213" y="481"/>
                    <a:pt x="292" y="504"/>
                    <a:pt x="347" y="523"/>
                  </a:cubicBezTo>
                  <a:cubicBezTo>
                    <a:pt x="486" y="578"/>
                    <a:pt x="657" y="638"/>
                    <a:pt x="832" y="693"/>
                  </a:cubicBezTo>
                  <a:cubicBezTo>
                    <a:pt x="1003" y="735"/>
                    <a:pt x="1179" y="791"/>
                    <a:pt x="1313" y="809"/>
                  </a:cubicBezTo>
                  <a:cubicBezTo>
                    <a:pt x="1387" y="827"/>
                    <a:pt x="1447" y="851"/>
                    <a:pt x="1502" y="851"/>
                  </a:cubicBezTo>
                  <a:cubicBezTo>
                    <a:pt x="1562" y="869"/>
                    <a:pt x="1599" y="869"/>
                    <a:pt x="1618" y="869"/>
                  </a:cubicBezTo>
                  <a:cubicBezTo>
                    <a:pt x="1696" y="851"/>
                    <a:pt x="1733" y="809"/>
                    <a:pt x="1775" y="772"/>
                  </a:cubicBezTo>
                  <a:cubicBezTo>
                    <a:pt x="1812" y="712"/>
                    <a:pt x="1830" y="657"/>
                    <a:pt x="1849" y="620"/>
                  </a:cubicBezTo>
                  <a:lnTo>
                    <a:pt x="1849" y="578"/>
                  </a:lnTo>
                  <a:lnTo>
                    <a:pt x="1830" y="559"/>
                  </a:lnTo>
                  <a:cubicBezTo>
                    <a:pt x="1793" y="504"/>
                    <a:pt x="1715" y="481"/>
                    <a:pt x="1641" y="444"/>
                  </a:cubicBezTo>
                  <a:cubicBezTo>
                    <a:pt x="1562" y="425"/>
                    <a:pt x="1387" y="389"/>
                    <a:pt x="1253" y="365"/>
                  </a:cubicBezTo>
                  <a:cubicBezTo>
                    <a:pt x="1100" y="328"/>
                    <a:pt x="966" y="291"/>
                    <a:pt x="966" y="291"/>
                  </a:cubicBezTo>
                  <a:cubicBezTo>
                    <a:pt x="601" y="213"/>
                    <a:pt x="273" y="79"/>
                    <a:pt x="79" y="19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28"/>
            <p:cNvSpPr/>
            <p:nvPr/>
          </p:nvSpPr>
          <p:spPr>
            <a:xfrm>
              <a:off x="6486313" y="1592293"/>
              <a:ext cx="197927" cy="85568"/>
            </a:xfrm>
            <a:custGeom>
              <a:avLst/>
              <a:gdLst/>
              <a:ahLst/>
              <a:cxnLst/>
              <a:rect l="l" t="t" r="r" b="b"/>
              <a:pathLst>
                <a:path w="1448" h="626" extrusionOk="0">
                  <a:moveTo>
                    <a:pt x="505" y="1"/>
                  </a:moveTo>
                  <a:cubicBezTo>
                    <a:pt x="274" y="1"/>
                    <a:pt x="98" y="98"/>
                    <a:pt x="1" y="135"/>
                  </a:cubicBezTo>
                  <a:cubicBezTo>
                    <a:pt x="19" y="190"/>
                    <a:pt x="61" y="232"/>
                    <a:pt x="98" y="269"/>
                  </a:cubicBezTo>
                  <a:cubicBezTo>
                    <a:pt x="297" y="518"/>
                    <a:pt x="593" y="625"/>
                    <a:pt x="877" y="625"/>
                  </a:cubicBezTo>
                  <a:cubicBezTo>
                    <a:pt x="1009" y="625"/>
                    <a:pt x="1138" y="602"/>
                    <a:pt x="1253" y="560"/>
                  </a:cubicBezTo>
                  <a:cubicBezTo>
                    <a:pt x="1332" y="537"/>
                    <a:pt x="1387" y="500"/>
                    <a:pt x="1447" y="481"/>
                  </a:cubicBezTo>
                  <a:cubicBezTo>
                    <a:pt x="1369" y="366"/>
                    <a:pt x="1216" y="232"/>
                    <a:pt x="907" y="98"/>
                  </a:cubicBezTo>
                  <a:cubicBezTo>
                    <a:pt x="773" y="19"/>
                    <a:pt x="620" y="1"/>
                    <a:pt x="505" y="1"/>
                  </a:cubicBezTo>
                  <a:close/>
                </a:path>
              </a:pathLst>
            </a:custGeom>
            <a:solidFill>
              <a:srgbClr val="FF79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28"/>
            <p:cNvSpPr/>
            <p:nvPr/>
          </p:nvSpPr>
          <p:spPr>
            <a:xfrm>
              <a:off x="6476334" y="1584091"/>
              <a:ext cx="218021" cy="100877"/>
            </a:xfrm>
            <a:custGeom>
              <a:avLst/>
              <a:gdLst/>
              <a:ahLst/>
              <a:cxnLst/>
              <a:rect l="l" t="t" r="r" b="b"/>
              <a:pathLst>
                <a:path w="1595" h="738" extrusionOk="0">
                  <a:moveTo>
                    <a:pt x="578" y="116"/>
                  </a:moveTo>
                  <a:cubicBezTo>
                    <a:pt x="693" y="116"/>
                    <a:pt x="827" y="134"/>
                    <a:pt x="961" y="195"/>
                  </a:cubicBezTo>
                  <a:cubicBezTo>
                    <a:pt x="1211" y="310"/>
                    <a:pt x="1345" y="426"/>
                    <a:pt x="1423" y="523"/>
                  </a:cubicBezTo>
                  <a:cubicBezTo>
                    <a:pt x="1386" y="541"/>
                    <a:pt x="1345" y="560"/>
                    <a:pt x="1308" y="578"/>
                  </a:cubicBezTo>
                  <a:cubicBezTo>
                    <a:pt x="1202" y="613"/>
                    <a:pt x="1084" y="633"/>
                    <a:pt x="963" y="633"/>
                  </a:cubicBezTo>
                  <a:cubicBezTo>
                    <a:pt x="687" y="633"/>
                    <a:pt x="397" y="532"/>
                    <a:pt x="208" y="292"/>
                  </a:cubicBezTo>
                  <a:cubicBezTo>
                    <a:pt x="189" y="273"/>
                    <a:pt x="171" y="250"/>
                    <a:pt x="153" y="232"/>
                  </a:cubicBezTo>
                  <a:cubicBezTo>
                    <a:pt x="250" y="176"/>
                    <a:pt x="384" y="116"/>
                    <a:pt x="578" y="116"/>
                  </a:cubicBezTo>
                  <a:close/>
                  <a:moveTo>
                    <a:pt x="578" y="0"/>
                  </a:moveTo>
                  <a:cubicBezTo>
                    <a:pt x="323" y="0"/>
                    <a:pt x="153" y="98"/>
                    <a:pt x="55" y="158"/>
                  </a:cubicBezTo>
                  <a:lnTo>
                    <a:pt x="0" y="195"/>
                  </a:lnTo>
                  <a:lnTo>
                    <a:pt x="37" y="232"/>
                  </a:lnTo>
                  <a:cubicBezTo>
                    <a:pt x="55" y="273"/>
                    <a:pt x="92" y="329"/>
                    <a:pt x="116" y="366"/>
                  </a:cubicBezTo>
                  <a:cubicBezTo>
                    <a:pt x="341" y="623"/>
                    <a:pt x="663" y="737"/>
                    <a:pt x="967" y="737"/>
                  </a:cubicBezTo>
                  <a:cubicBezTo>
                    <a:pt x="1100" y="737"/>
                    <a:pt x="1228" y="716"/>
                    <a:pt x="1345" y="675"/>
                  </a:cubicBezTo>
                  <a:cubicBezTo>
                    <a:pt x="1423" y="638"/>
                    <a:pt x="1479" y="620"/>
                    <a:pt x="1539" y="578"/>
                  </a:cubicBezTo>
                  <a:lnTo>
                    <a:pt x="1594" y="541"/>
                  </a:lnTo>
                  <a:lnTo>
                    <a:pt x="1557" y="504"/>
                  </a:lnTo>
                  <a:cubicBezTo>
                    <a:pt x="1479" y="389"/>
                    <a:pt x="1308" y="232"/>
                    <a:pt x="998" y="98"/>
                  </a:cubicBezTo>
                  <a:cubicBezTo>
                    <a:pt x="846" y="42"/>
                    <a:pt x="712" y="0"/>
                    <a:pt x="578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28"/>
            <p:cNvSpPr/>
            <p:nvPr/>
          </p:nvSpPr>
          <p:spPr>
            <a:xfrm>
              <a:off x="6354953" y="1239084"/>
              <a:ext cx="155553" cy="69575"/>
            </a:xfrm>
            <a:custGeom>
              <a:avLst/>
              <a:gdLst/>
              <a:ahLst/>
              <a:cxnLst/>
              <a:rect l="l" t="t" r="r" b="b"/>
              <a:pathLst>
                <a:path w="1138" h="509" extrusionOk="0">
                  <a:moveTo>
                    <a:pt x="466" y="0"/>
                  </a:moveTo>
                  <a:cubicBezTo>
                    <a:pt x="445" y="0"/>
                    <a:pt x="424" y="1"/>
                    <a:pt x="403" y="2"/>
                  </a:cubicBezTo>
                  <a:cubicBezTo>
                    <a:pt x="38" y="25"/>
                    <a:pt x="19" y="99"/>
                    <a:pt x="1" y="159"/>
                  </a:cubicBezTo>
                  <a:cubicBezTo>
                    <a:pt x="1" y="214"/>
                    <a:pt x="19" y="348"/>
                    <a:pt x="56" y="427"/>
                  </a:cubicBezTo>
                  <a:cubicBezTo>
                    <a:pt x="73" y="458"/>
                    <a:pt x="91" y="467"/>
                    <a:pt x="108" y="467"/>
                  </a:cubicBezTo>
                  <a:cubicBezTo>
                    <a:pt x="133" y="467"/>
                    <a:pt x="153" y="445"/>
                    <a:pt x="153" y="445"/>
                  </a:cubicBezTo>
                  <a:cubicBezTo>
                    <a:pt x="270" y="365"/>
                    <a:pt x="412" y="333"/>
                    <a:pt x="537" y="333"/>
                  </a:cubicBezTo>
                  <a:cubicBezTo>
                    <a:pt x="620" y="333"/>
                    <a:pt x="696" y="347"/>
                    <a:pt x="749" y="371"/>
                  </a:cubicBezTo>
                  <a:cubicBezTo>
                    <a:pt x="853" y="438"/>
                    <a:pt x="942" y="508"/>
                    <a:pt x="989" y="508"/>
                  </a:cubicBezTo>
                  <a:cubicBezTo>
                    <a:pt x="995" y="508"/>
                    <a:pt x="999" y="507"/>
                    <a:pt x="1004" y="505"/>
                  </a:cubicBezTo>
                  <a:cubicBezTo>
                    <a:pt x="1059" y="464"/>
                    <a:pt x="1138" y="274"/>
                    <a:pt x="1096" y="214"/>
                  </a:cubicBezTo>
                  <a:cubicBezTo>
                    <a:pt x="1079" y="144"/>
                    <a:pt x="822" y="0"/>
                    <a:pt x="466" y="0"/>
                  </a:cubicBezTo>
                  <a:close/>
                </a:path>
              </a:pathLst>
            </a:custGeom>
            <a:solidFill>
              <a:srgbClr val="FF96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28"/>
            <p:cNvSpPr/>
            <p:nvPr/>
          </p:nvSpPr>
          <p:spPr>
            <a:xfrm>
              <a:off x="6346752" y="1231019"/>
              <a:ext cx="166352" cy="84201"/>
            </a:xfrm>
            <a:custGeom>
              <a:avLst/>
              <a:gdLst/>
              <a:ahLst/>
              <a:cxnLst/>
              <a:rect l="l" t="t" r="r" b="b"/>
              <a:pathLst>
                <a:path w="1217" h="616" extrusionOk="0">
                  <a:moveTo>
                    <a:pt x="578" y="116"/>
                  </a:moveTo>
                  <a:cubicBezTo>
                    <a:pt x="712" y="116"/>
                    <a:pt x="831" y="146"/>
                    <a:pt x="925" y="176"/>
                  </a:cubicBezTo>
                  <a:cubicBezTo>
                    <a:pt x="985" y="199"/>
                    <a:pt x="1022" y="236"/>
                    <a:pt x="1064" y="255"/>
                  </a:cubicBezTo>
                  <a:cubicBezTo>
                    <a:pt x="1101" y="273"/>
                    <a:pt x="1119" y="292"/>
                    <a:pt x="1119" y="292"/>
                  </a:cubicBezTo>
                  <a:lnTo>
                    <a:pt x="1119" y="333"/>
                  </a:lnTo>
                  <a:cubicBezTo>
                    <a:pt x="1119" y="352"/>
                    <a:pt x="1101" y="389"/>
                    <a:pt x="1101" y="407"/>
                  </a:cubicBezTo>
                  <a:cubicBezTo>
                    <a:pt x="1082" y="449"/>
                    <a:pt x="1082" y="467"/>
                    <a:pt x="1064" y="486"/>
                  </a:cubicBezTo>
                  <a:cubicBezTo>
                    <a:pt x="1040" y="504"/>
                    <a:pt x="1040" y="523"/>
                    <a:pt x="1040" y="523"/>
                  </a:cubicBezTo>
                  <a:lnTo>
                    <a:pt x="1040" y="504"/>
                  </a:lnTo>
                  <a:cubicBezTo>
                    <a:pt x="1022" y="504"/>
                    <a:pt x="1022" y="504"/>
                    <a:pt x="985" y="486"/>
                  </a:cubicBezTo>
                  <a:cubicBezTo>
                    <a:pt x="948" y="467"/>
                    <a:pt x="888" y="430"/>
                    <a:pt x="833" y="389"/>
                  </a:cubicBezTo>
                  <a:cubicBezTo>
                    <a:pt x="754" y="352"/>
                    <a:pt x="638" y="333"/>
                    <a:pt x="523" y="333"/>
                  </a:cubicBezTo>
                  <a:cubicBezTo>
                    <a:pt x="407" y="352"/>
                    <a:pt x="292" y="389"/>
                    <a:pt x="176" y="467"/>
                  </a:cubicBezTo>
                  <a:lnTo>
                    <a:pt x="158" y="467"/>
                  </a:lnTo>
                  <a:cubicBezTo>
                    <a:pt x="158" y="430"/>
                    <a:pt x="139" y="389"/>
                    <a:pt x="116" y="333"/>
                  </a:cubicBezTo>
                  <a:lnTo>
                    <a:pt x="116" y="236"/>
                  </a:lnTo>
                  <a:cubicBezTo>
                    <a:pt x="116" y="199"/>
                    <a:pt x="116" y="199"/>
                    <a:pt x="158" y="176"/>
                  </a:cubicBezTo>
                  <a:cubicBezTo>
                    <a:pt x="195" y="139"/>
                    <a:pt x="292" y="121"/>
                    <a:pt x="486" y="121"/>
                  </a:cubicBezTo>
                  <a:cubicBezTo>
                    <a:pt x="517" y="117"/>
                    <a:pt x="548" y="116"/>
                    <a:pt x="578" y="116"/>
                  </a:cubicBezTo>
                  <a:close/>
                  <a:moveTo>
                    <a:pt x="570" y="0"/>
                  </a:moveTo>
                  <a:cubicBezTo>
                    <a:pt x="536" y="0"/>
                    <a:pt x="500" y="2"/>
                    <a:pt x="463" y="5"/>
                  </a:cubicBezTo>
                  <a:cubicBezTo>
                    <a:pt x="273" y="24"/>
                    <a:pt x="176" y="42"/>
                    <a:pt x="116" y="84"/>
                  </a:cubicBezTo>
                  <a:cubicBezTo>
                    <a:pt x="42" y="121"/>
                    <a:pt x="24" y="176"/>
                    <a:pt x="24" y="218"/>
                  </a:cubicBezTo>
                  <a:cubicBezTo>
                    <a:pt x="1" y="255"/>
                    <a:pt x="24" y="315"/>
                    <a:pt x="24" y="352"/>
                  </a:cubicBezTo>
                  <a:cubicBezTo>
                    <a:pt x="42" y="407"/>
                    <a:pt x="42" y="467"/>
                    <a:pt x="79" y="504"/>
                  </a:cubicBezTo>
                  <a:cubicBezTo>
                    <a:pt x="79" y="546"/>
                    <a:pt x="98" y="564"/>
                    <a:pt x="116" y="564"/>
                  </a:cubicBezTo>
                  <a:cubicBezTo>
                    <a:pt x="158" y="583"/>
                    <a:pt x="176" y="583"/>
                    <a:pt x="195" y="583"/>
                  </a:cubicBezTo>
                  <a:cubicBezTo>
                    <a:pt x="232" y="564"/>
                    <a:pt x="255" y="546"/>
                    <a:pt x="255" y="546"/>
                  </a:cubicBezTo>
                  <a:lnTo>
                    <a:pt x="232" y="546"/>
                  </a:lnTo>
                  <a:cubicBezTo>
                    <a:pt x="329" y="486"/>
                    <a:pt x="444" y="449"/>
                    <a:pt x="541" y="449"/>
                  </a:cubicBezTo>
                  <a:cubicBezTo>
                    <a:pt x="570" y="443"/>
                    <a:pt x="598" y="441"/>
                    <a:pt x="625" y="441"/>
                  </a:cubicBezTo>
                  <a:cubicBezTo>
                    <a:pt x="690" y="441"/>
                    <a:pt x="746" y="454"/>
                    <a:pt x="772" y="467"/>
                  </a:cubicBezTo>
                  <a:cubicBezTo>
                    <a:pt x="833" y="504"/>
                    <a:pt x="888" y="546"/>
                    <a:pt x="948" y="583"/>
                  </a:cubicBezTo>
                  <a:cubicBezTo>
                    <a:pt x="967" y="583"/>
                    <a:pt x="985" y="601"/>
                    <a:pt x="1003" y="601"/>
                  </a:cubicBezTo>
                  <a:cubicBezTo>
                    <a:pt x="1022" y="611"/>
                    <a:pt x="1037" y="615"/>
                    <a:pt x="1052" y="615"/>
                  </a:cubicBezTo>
                  <a:cubicBezTo>
                    <a:pt x="1067" y="615"/>
                    <a:pt x="1082" y="611"/>
                    <a:pt x="1101" y="601"/>
                  </a:cubicBezTo>
                  <a:cubicBezTo>
                    <a:pt x="1119" y="583"/>
                    <a:pt x="1137" y="564"/>
                    <a:pt x="1156" y="546"/>
                  </a:cubicBezTo>
                  <a:cubicBezTo>
                    <a:pt x="1179" y="504"/>
                    <a:pt x="1179" y="486"/>
                    <a:pt x="1198" y="449"/>
                  </a:cubicBezTo>
                  <a:cubicBezTo>
                    <a:pt x="1198" y="407"/>
                    <a:pt x="1216" y="370"/>
                    <a:pt x="1216" y="352"/>
                  </a:cubicBezTo>
                  <a:lnTo>
                    <a:pt x="1216" y="255"/>
                  </a:lnTo>
                  <a:cubicBezTo>
                    <a:pt x="1198" y="218"/>
                    <a:pt x="1156" y="199"/>
                    <a:pt x="1119" y="158"/>
                  </a:cubicBezTo>
                  <a:cubicBezTo>
                    <a:pt x="1082" y="139"/>
                    <a:pt x="1022" y="102"/>
                    <a:pt x="967" y="84"/>
                  </a:cubicBezTo>
                  <a:cubicBezTo>
                    <a:pt x="856" y="34"/>
                    <a:pt x="730" y="0"/>
                    <a:pt x="570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28"/>
            <p:cNvSpPr/>
            <p:nvPr/>
          </p:nvSpPr>
          <p:spPr>
            <a:xfrm>
              <a:off x="6684104" y="1218170"/>
              <a:ext cx="142158" cy="69165"/>
            </a:xfrm>
            <a:custGeom>
              <a:avLst/>
              <a:gdLst/>
              <a:ahLst/>
              <a:cxnLst/>
              <a:rect l="l" t="t" r="r" b="b"/>
              <a:pathLst>
                <a:path w="1040" h="506" extrusionOk="0">
                  <a:moveTo>
                    <a:pt x="454" y="0"/>
                  </a:moveTo>
                  <a:cubicBezTo>
                    <a:pt x="437" y="0"/>
                    <a:pt x="420" y="1"/>
                    <a:pt x="402" y="2"/>
                  </a:cubicBezTo>
                  <a:cubicBezTo>
                    <a:pt x="134" y="2"/>
                    <a:pt x="19" y="136"/>
                    <a:pt x="0" y="196"/>
                  </a:cubicBezTo>
                  <a:cubicBezTo>
                    <a:pt x="0" y="233"/>
                    <a:pt x="19" y="446"/>
                    <a:pt x="97" y="483"/>
                  </a:cubicBezTo>
                  <a:cubicBezTo>
                    <a:pt x="109" y="491"/>
                    <a:pt x="122" y="495"/>
                    <a:pt x="136" y="495"/>
                  </a:cubicBezTo>
                  <a:cubicBezTo>
                    <a:pt x="189" y="495"/>
                    <a:pt x="250" y="446"/>
                    <a:pt x="250" y="446"/>
                  </a:cubicBezTo>
                  <a:cubicBezTo>
                    <a:pt x="322" y="385"/>
                    <a:pt x="434" y="355"/>
                    <a:pt x="535" y="355"/>
                  </a:cubicBezTo>
                  <a:cubicBezTo>
                    <a:pt x="594" y="355"/>
                    <a:pt x="650" y="365"/>
                    <a:pt x="693" y="386"/>
                  </a:cubicBezTo>
                  <a:cubicBezTo>
                    <a:pt x="795" y="438"/>
                    <a:pt x="896" y="505"/>
                    <a:pt x="957" y="505"/>
                  </a:cubicBezTo>
                  <a:cubicBezTo>
                    <a:pt x="965" y="505"/>
                    <a:pt x="973" y="504"/>
                    <a:pt x="980" y="501"/>
                  </a:cubicBezTo>
                  <a:cubicBezTo>
                    <a:pt x="1040" y="483"/>
                    <a:pt x="998" y="252"/>
                    <a:pt x="961" y="178"/>
                  </a:cubicBezTo>
                  <a:cubicBezTo>
                    <a:pt x="944" y="122"/>
                    <a:pt x="708" y="0"/>
                    <a:pt x="454" y="0"/>
                  </a:cubicBezTo>
                  <a:close/>
                </a:path>
              </a:pathLst>
            </a:custGeom>
            <a:solidFill>
              <a:srgbClr val="FF96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28"/>
            <p:cNvSpPr/>
            <p:nvPr/>
          </p:nvSpPr>
          <p:spPr>
            <a:xfrm>
              <a:off x="6675902" y="1210789"/>
              <a:ext cx="152956" cy="84201"/>
            </a:xfrm>
            <a:custGeom>
              <a:avLst/>
              <a:gdLst/>
              <a:ahLst/>
              <a:cxnLst/>
              <a:rect l="l" t="t" r="r" b="b"/>
              <a:pathLst>
                <a:path w="1119" h="616" extrusionOk="0">
                  <a:moveTo>
                    <a:pt x="462" y="93"/>
                  </a:moveTo>
                  <a:cubicBezTo>
                    <a:pt x="578" y="93"/>
                    <a:pt x="712" y="116"/>
                    <a:pt x="809" y="153"/>
                  </a:cubicBezTo>
                  <a:cubicBezTo>
                    <a:pt x="869" y="172"/>
                    <a:pt x="906" y="209"/>
                    <a:pt x="943" y="232"/>
                  </a:cubicBezTo>
                  <a:cubicBezTo>
                    <a:pt x="966" y="250"/>
                    <a:pt x="984" y="269"/>
                    <a:pt x="984" y="269"/>
                  </a:cubicBezTo>
                  <a:cubicBezTo>
                    <a:pt x="1003" y="269"/>
                    <a:pt x="1003" y="347"/>
                    <a:pt x="1021" y="421"/>
                  </a:cubicBezTo>
                  <a:lnTo>
                    <a:pt x="1021" y="500"/>
                  </a:lnTo>
                  <a:lnTo>
                    <a:pt x="1003" y="500"/>
                  </a:lnTo>
                  <a:cubicBezTo>
                    <a:pt x="984" y="500"/>
                    <a:pt x="966" y="500"/>
                    <a:pt x="943" y="481"/>
                  </a:cubicBezTo>
                  <a:cubicBezTo>
                    <a:pt x="887" y="463"/>
                    <a:pt x="827" y="421"/>
                    <a:pt x="772" y="403"/>
                  </a:cubicBezTo>
                  <a:cubicBezTo>
                    <a:pt x="714" y="376"/>
                    <a:pt x="659" y="359"/>
                    <a:pt x="596" y="359"/>
                  </a:cubicBezTo>
                  <a:cubicBezTo>
                    <a:pt x="573" y="359"/>
                    <a:pt x="548" y="361"/>
                    <a:pt x="522" y="366"/>
                  </a:cubicBezTo>
                  <a:cubicBezTo>
                    <a:pt x="425" y="366"/>
                    <a:pt x="347" y="384"/>
                    <a:pt x="273" y="440"/>
                  </a:cubicBezTo>
                  <a:lnTo>
                    <a:pt x="273" y="463"/>
                  </a:lnTo>
                  <a:cubicBezTo>
                    <a:pt x="273" y="463"/>
                    <a:pt x="250" y="463"/>
                    <a:pt x="231" y="481"/>
                  </a:cubicBezTo>
                  <a:cubicBezTo>
                    <a:pt x="213" y="500"/>
                    <a:pt x="194" y="500"/>
                    <a:pt x="176" y="500"/>
                  </a:cubicBezTo>
                  <a:cubicBezTo>
                    <a:pt x="176" y="481"/>
                    <a:pt x="157" y="481"/>
                    <a:pt x="157" y="463"/>
                  </a:cubicBezTo>
                  <a:cubicBezTo>
                    <a:pt x="134" y="440"/>
                    <a:pt x="134" y="403"/>
                    <a:pt x="134" y="384"/>
                  </a:cubicBezTo>
                  <a:cubicBezTo>
                    <a:pt x="116" y="347"/>
                    <a:pt x="116" y="324"/>
                    <a:pt x="116" y="306"/>
                  </a:cubicBezTo>
                  <a:lnTo>
                    <a:pt x="116" y="250"/>
                  </a:lnTo>
                  <a:lnTo>
                    <a:pt x="134" y="232"/>
                  </a:lnTo>
                  <a:cubicBezTo>
                    <a:pt x="134" y="209"/>
                    <a:pt x="157" y="190"/>
                    <a:pt x="194" y="172"/>
                  </a:cubicBezTo>
                  <a:cubicBezTo>
                    <a:pt x="250" y="153"/>
                    <a:pt x="328" y="116"/>
                    <a:pt x="462" y="93"/>
                  </a:cubicBezTo>
                  <a:close/>
                  <a:moveTo>
                    <a:pt x="462" y="1"/>
                  </a:moveTo>
                  <a:cubicBezTo>
                    <a:pt x="310" y="1"/>
                    <a:pt x="213" y="38"/>
                    <a:pt x="134" y="93"/>
                  </a:cubicBezTo>
                  <a:cubicBezTo>
                    <a:pt x="97" y="116"/>
                    <a:pt x="79" y="135"/>
                    <a:pt x="60" y="153"/>
                  </a:cubicBezTo>
                  <a:cubicBezTo>
                    <a:pt x="42" y="190"/>
                    <a:pt x="19" y="209"/>
                    <a:pt x="19" y="232"/>
                  </a:cubicBezTo>
                  <a:cubicBezTo>
                    <a:pt x="0" y="250"/>
                    <a:pt x="0" y="287"/>
                    <a:pt x="0" y="306"/>
                  </a:cubicBezTo>
                  <a:cubicBezTo>
                    <a:pt x="19" y="347"/>
                    <a:pt x="19" y="366"/>
                    <a:pt x="19" y="403"/>
                  </a:cubicBezTo>
                  <a:cubicBezTo>
                    <a:pt x="42" y="440"/>
                    <a:pt x="42" y="481"/>
                    <a:pt x="60" y="500"/>
                  </a:cubicBezTo>
                  <a:cubicBezTo>
                    <a:pt x="79" y="537"/>
                    <a:pt x="97" y="555"/>
                    <a:pt x="116" y="578"/>
                  </a:cubicBezTo>
                  <a:cubicBezTo>
                    <a:pt x="141" y="594"/>
                    <a:pt x="166" y="600"/>
                    <a:pt x="189" y="600"/>
                  </a:cubicBezTo>
                  <a:cubicBezTo>
                    <a:pt x="220" y="600"/>
                    <a:pt x="249" y="589"/>
                    <a:pt x="273" y="578"/>
                  </a:cubicBezTo>
                  <a:cubicBezTo>
                    <a:pt x="310" y="555"/>
                    <a:pt x="328" y="537"/>
                    <a:pt x="347" y="537"/>
                  </a:cubicBezTo>
                  <a:cubicBezTo>
                    <a:pt x="388" y="500"/>
                    <a:pt x="462" y="463"/>
                    <a:pt x="522" y="463"/>
                  </a:cubicBezTo>
                  <a:cubicBezTo>
                    <a:pt x="596" y="463"/>
                    <a:pt x="675" y="463"/>
                    <a:pt x="735" y="500"/>
                  </a:cubicBezTo>
                  <a:cubicBezTo>
                    <a:pt x="790" y="518"/>
                    <a:pt x="850" y="555"/>
                    <a:pt x="887" y="578"/>
                  </a:cubicBezTo>
                  <a:cubicBezTo>
                    <a:pt x="924" y="597"/>
                    <a:pt x="943" y="597"/>
                    <a:pt x="984" y="615"/>
                  </a:cubicBezTo>
                  <a:lnTo>
                    <a:pt x="1058" y="615"/>
                  </a:lnTo>
                  <a:cubicBezTo>
                    <a:pt x="1081" y="597"/>
                    <a:pt x="1100" y="578"/>
                    <a:pt x="1100" y="555"/>
                  </a:cubicBezTo>
                  <a:cubicBezTo>
                    <a:pt x="1118" y="555"/>
                    <a:pt x="1118" y="537"/>
                    <a:pt x="1118" y="518"/>
                  </a:cubicBezTo>
                  <a:lnTo>
                    <a:pt x="1118" y="403"/>
                  </a:lnTo>
                  <a:cubicBezTo>
                    <a:pt x="1118" y="347"/>
                    <a:pt x="1100" y="269"/>
                    <a:pt x="1081" y="209"/>
                  </a:cubicBezTo>
                  <a:cubicBezTo>
                    <a:pt x="1058" y="172"/>
                    <a:pt x="1021" y="153"/>
                    <a:pt x="984" y="135"/>
                  </a:cubicBezTo>
                  <a:cubicBezTo>
                    <a:pt x="966" y="116"/>
                    <a:pt x="906" y="75"/>
                    <a:pt x="850" y="56"/>
                  </a:cubicBezTo>
                  <a:cubicBezTo>
                    <a:pt x="735" y="19"/>
                    <a:pt x="596" y="1"/>
                    <a:pt x="462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28"/>
            <p:cNvSpPr/>
            <p:nvPr/>
          </p:nvSpPr>
          <p:spPr>
            <a:xfrm>
              <a:off x="6384068" y="1353084"/>
              <a:ext cx="76000" cy="24057"/>
            </a:xfrm>
            <a:custGeom>
              <a:avLst/>
              <a:gdLst/>
              <a:ahLst/>
              <a:cxnLst/>
              <a:rect l="l" t="t" r="r" b="b"/>
              <a:pathLst>
                <a:path w="556" h="176" extrusionOk="0">
                  <a:moveTo>
                    <a:pt x="391" y="1"/>
                  </a:moveTo>
                  <a:cubicBezTo>
                    <a:pt x="329" y="1"/>
                    <a:pt x="267" y="22"/>
                    <a:pt x="213" y="55"/>
                  </a:cubicBezTo>
                  <a:cubicBezTo>
                    <a:pt x="172" y="80"/>
                    <a:pt x="128" y="87"/>
                    <a:pt x="91" y="87"/>
                  </a:cubicBezTo>
                  <a:cubicBezTo>
                    <a:pt x="39" y="87"/>
                    <a:pt x="0" y="73"/>
                    <a:pt x="0" y="73"/>
                  </a:cubicBezTo>
                  <a:lnTo>
                    <a:pt x="0" y="73"/>
                  </a:lnTo>
                  <a:cubicBezTo>
                    <a:pt x="0" y="73"/>
                    <a:pt x="0" y="133"/>
                    <a:pt x="56" y="170"/>
                  </a:cubicBezTo>
                  <a:cubicBezTo>
                    <a:pt x="71" y="174"/>
                    <a:pt x="85" y="175"/>
                    <a:pt x="99" y="175"/>
                  </a:cubicBezTo>
                  <a:cubicBezTo>
                    <a:pt x="156" y="175"/>
                    <a:pt x="205" y="148"/>
                    <a:pt x="268" y="133"/>
                  </a:cubicBezTo>
                  <a:cubicBezTo>
                    <a:pt x="288" y="130"/>
                    <a:pt x="303" y="128"/>
                    <a:pt x="317" y="128"/>
                  </a:cubicBezTo>
                  <a:cubicBezTo>
                    <a:pt x="369" y="128"/>
                    <a:pt x="385" y="152"/>
                    <a:pt x="463" y="152"/>
                  </a:cubicBezTo>
                  <a:cubicBezTo>
                    <a:pt x="469" y="153"/>
                    <a:pt x="475" y="154"/>
                    <a:pt x="480" y="154"/>
                  </a:cubicBezTo>
                  <a:cubicBezTo>
                    <a:pt x="540" y="154"/>
                    <a:pt x="556" y="70"/>
                    <a:pt x="518" y="36"/>
                  </a:cubicBezTo>
                  <a:cubicBezTo>
                    <a:pt x="478" y="11"/>
                    <a:pt x="435" y="1"/>
                    <a:pt x="391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28"/>
            <p:cNvSpPr/>
            <p:nvPr/>
          </p:nvSpPr>
          <p:spPr>
            <a:xfrm>
              <a:off x="6765571" y="1352947"/>
              <a:ext cx="65748" cy="21324"/>
            </a:xfrm>
            <a:custGeom>
              <a:avLst/>
              <a:gdLst/>
              <a:ahLst/>
              <a:cxnLst/>
              <a:rect l="l" t="t" r="r" b="b"/>
              <a:pathLst>
                <a:path w="481" h="156" extrusionOk="0">
                  <a:moveTo>
                    <a:pt x="37" y="0"/>
                  </a:moveTo>
                  <a:cubicBezTo>
                    <a:pt x="19" y="19"/>
                    <a:pt x="0" y="74"/>
                    <a:pt x="37" y="116"/>
                  </a:cubicBezTo>
                  <a:cubicBezTo>
                    <a:pt x="45" y="119"/>
                    <a:pt x="50" y="121"/>
                    <a:pt x="55" y="121"/>
                  </a:cubicBezTo>
                  <a:cubicBezTo>
                    <a:pt x="74" y="121"/>
                    <a:pt x="73" y="93"/>
                    <a:pt x="153" y="93"/>
                  </a:cubicBezTo>
                  <a:cubicBezTo>
                    <a:pt x="240" y="93"/>
                    <a:pt x="249" y="156"/>
                    <a:pt x="332" y="156"/>
                  </a:cubicBezTo>
                  <a:cubicBezTo>
                    <a:pt x="342" y="156"/>
                    <a:pt x="353" y="155"/>
                    <a:pt x="365" y="153"/>
                  </a:cubicBezTo>
                  <a:cubicBezTo>
                    <a:pt x="462" y="134"/>
                    <a:pt x="481" y="19"/>
                    <a:pt x="481" y="19"/>
                  </a:cubicBezTo>
                  <a:lnTo>
                    <a:pt x="481" y="19"/>
                  </a:lnTo>
                  <a:cubicBezTo>
                    <a:pt x="481" y="19"/>
                    <a:pt x="419" y="66"/>
                    <a:pt x="356" y="66"/>
                  </a:cubicBezTo>
                  <a:cubicBezTo>
                    <a:pt x="340" y="66"/>
                    <a:pt x="325" y="63"/>
                    <a:pt x="310" y="56"/>
                  </a:cubicBezTo>
                  <a:cubicBezTo>
                    <a:pt x="231" y="0"/>
                    <a:pt x="153" y="0"/>
                    <a:pt x="37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8" name="Google Shape;458;p29"/>
          <p:cNvGrpSpPr/>
          <p:nvPr/>
        </p:nvGrpSpPr>
        <p:grpSpPr>
          <a:xfrm>
            <a:off x="281250" y="281700"/>
            <a:ext cx="8581500" cy="4580100"/>
            <a:chOff x="281250" y="281700"/>
            <a:chExt cx="8581500" cy="4580100"/>
          </a:xfrm>
        </p:grpSpPr>
        <p:sp>
          <p:nvSpPr>
            <p:cNvPr id="459" name="Google Shape;459;p29"/>
            <p:cNvSpPr/>
            <p:nvPr/>
          </p:nvSpPr>
          <p:spPr>
            <a:xfrm>
              <a:off x="281250" y="281700"/>
              <a:ext cx="8581500" cy="4580100"/>
            </a:xfrm>
            <a:prstGeom prst="roundRect">
              <a:avLst>
                <a:gd name="adj" fmla="val 2793"/>
              </a:avLst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60" name="Google Shape;460;p29"/>
            <p:cNvGrpSpPr/>
            <p:nvPr/>
          </p:nvGrpSpPr>
          <p:grpSpPr>
            <a:xfrm>
              <a:off x="517475" y="382105"/>
              <a:ext cx="400500" cy="95700"/>
              <a:chOff x="517475" y="395577"/>
              <a:chExt cx="400500" cy="95700"/>
            </a:xfrm>
          </p:grpSpPr>
          <p:sp>
            <p:nvSpPr>
              <p:cNvPr id="461" name="Google Shape;461;p29"/>
              <p:cNvSpPr/>
              <p:nvPr/>
            </p:nvSpPr>
            <p:spPr>
              <a:xfrm>
                <a:off x="517475" y="395577"/>
                <a:ext cx="95700" cy="95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Google Shape;462;p29"/>
              <p:cNvSpPr/>
              <p:nvPr/>
            </p:nvSpPr>
            <p:spPr>
              <a:xfrm>
                <a:off x="669875" y="395577"/>
                <a:ext cx="95700" cy="95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Google Shape;463;p29"/>
              <p:cNvSpPr/>
              <p:nvPr/>
            </p:nvSpPr>
            <p:spPr>
              <a:xfrm>
                <a:off x="822275" y="395577"/>
                <a:ext cx="95700" cy="95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64" name="Google Shape;464;p29"/>
            <p:cNvSpPr/>
            <p:nvPr/>
          </p:nvSpPr>
          <p:spPr>
            <a:xfrm>
              <a:off x="7552875" y="357952"/>
              <a:ext cx="1159200" cy="148800"/>
            </a:xfrm>
            <a:prstGeom prst="roundRect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65" name="Google Shape;465;p29"/>
            <p:cNvCxnSpPr/>
            <p:nvPr/>
          </p:nvCxnSpPr>
          <p:spPr>
            <a:xfrm>
              <a:off x="283350" y="574700"/>
              <a:ext cx="85770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66" name="Google Shape;466;p29"/>
          <p:cNvGrpSpPr/>
          <p:nvPr/>
        </p:nvGrpSpPr>
        <p:grpSpPr>
          <a:xfrm flipH="1">
            <a:off x="7258295" y="2477759"/>
            <a:ext cx="1172483" cy="2130823"/>
            <a:chOff x="1403000" y="292300"/>
            <a:chExt cx="2566732" cy="4664675"/>
          </a:xfrm>
        </p:grpSpPr>
        <p:sp>
          <p:nvSpPr>
            <p:cNvPr id="467" name="Google Shape;467;p29"/>
            <p:cNvSpPr/>
            <p:nvPr/>
          </p:nvSpPr>
          <p:spPr>
            <a:xfrm>
              <a:off x="2576566" y="4571564"/>
              <a:ext cx="1035537" cy="363600"/>
            </a:xfrm>
            <a:custGeom>
              <a:avLst/>
              <a:gdLst/>
              <a:ahLst/>
              <a:cxnLst/>
              <a:rect l="l" t="t" r="r" b="b"/>
              <a:pathLst>
                <a:path w="3466" h="1217" extrusionOk="0">
                  <a:moveTo>
                    <a:pt x="1483" y="1"/>
                  </a:moveTo>
                  <a:cubicBezTo>
                    <a:pt x="1349" y="1"/>
                    <a:pt x="1252" y="98"/>
                    <a:pt x="1252" y="232"/>
                  </a:cubicBezTo>
                  <a:lnTo>
                    <a:pt x="1252" y="366"/>
                  </a:lnTo>
                  <a:lnTo>
                    <a:pt x="0" y="597"/>
                  </a:lnTo>
                  <a:lnTo>
                    <a:pt x="97" y="1216"/>
                  </a:lnTo>
                  <a:lnTo>
                    <a:pt x="3294" y="615"/>
                  </a:lnTo>
                  <a:cubicBezTo>
                    <a:pt x="3392" y="597"/>
                    <a:pt x="3465" y="500"/>
                    <a:pt x="3465" y="384"/>
                  </a:cubicBezTo>
                  <a:lnTo>
                    <a:pt x="3465" y="232"/>
                  </a:lnTo>
                  <a:cubicBezTo>
                    <a:pt x="3465" y="98"/>
                    <a:pt x="3350" y="1"/>
                    <a:pt x="321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29"/>
            <p:cNvSpPr/>
            <p:nvPr/>
          </p:nvSpPr>
          <p:spPr>
            <a:xfrm>
              <a:off x="2559834" y="4555132"/>
              <a:ext cx="1070194" cy="396464"/>
            </a:xfrm>
            <a:custGeom>
              <a:avLst/>
              <a:gdLst/>
              <a:ahLst/>
              <a:cxnLst/>
              <a:rect l="l" t="t" r="r" b="b"/>
              <a:pathLst>
                <a:path w="3582" h="1327" extrusionOk="0">
                  <a:moveTo>
                    <a:pt x="3272" y="93"/>
                  </a:moveTo>
                  <a:cubicBezTo>
                    <a:pt x="3387" y="93"/>
                    <a:pt x="3484" y="190"/>
                    <a:pt x="3484" y="287"/>
                  </a:cubicBezTo>
                  <a:lnTo>
                    <a:pt x="3484" y="439"/>
                  </a:lnTo>
                  <a:cubicBezTo>
                    <a:pt x="3484" y="536"/>
                    <a:pt x="3424" y="615"/>
                    <a:pt x="3332" y="633"/>
                  </a:cubicBezTo>
                  <a:lnTo>
                    <a:pt x="3290" y="633"/>
                  </a:lnTo>
                  <a:lnTo>
                    <a:pt x="190" y="1211"/>
                  </a:lnTo>
                  <a:lnTo>
                    <a:pt x="116" y="693"/>
                  </a:lnTo>
                  <a:lnTo>
                    <a:pt x="1345" y="462"/>
                  </a:lnTo>
                  <a:lnTo>
                    <a:pt x="1345" y="287"/>
                  </a:lnTo>
                  <a:cubicBezTo>
                    <a:pt x="1345" y="190"/>
                    <a:pt x="1442" y="93"/>
                    <a:pt x="1539" y="93"/>
                  </a:cubicBezTo>
                  <a:close/>
                  <a:moveTo>
                    <a:pt x="1539" y="0"/>
                  </a:moveTo>
                  <a:cubicBezTo>
                    <a:pt x="1387" y="0"/>
                    <a:pt x="1253" y="134"/>
                    <a:pt x="1253" y="287"/>
                  </a:cubicBezTo>
                  <a:lnTo>
                    <a:pt x="1253" y="384"/>
                  </a:lnTo>
                  <a:lnTo>
                    <a:pt x="1" y="615"/>
                  </a:lnTo>
                  <a:lnTo>
                    <a:pt x="116" y="1326"/>
                  </a:lnTo>
                  <a:lnTo>
                    <a:pt x="3406" y="712"/>
                  </a:lnTo>
                  <a:lnTo>
                    <a:pt x="3406" y="670"/>
                  </a:lnTo>
                  <a:cubicBezTo>
                    <a:pt x="3484" y="633"/>
                    <a:pt x="3581" y="555"/>
                    <a:pt x="3581" y="439"/>
                  </a:cubicBezTo>
                  <a:lnTo>
                    <a:pt x="3581" y="287"/>
                  </a:lnTo>
                  <a:cubicBezTo>
                    <a:pt x="3581" y="134"/>
                    <a:pt x="3448" y="0"/>
                    <a:pt x="3272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29"/>
            <p:cNvSpPr/>
            <p:nvPr/>
          </p:nvSpPr>
          <p:spPr>
            <a:xfrm>
              <a:off x="2029818" y="2933116"/>
              <a:ext cx="87241" cy="1880443"/>
            </a:xfrm>
            <a:custGeom>
              <a:avLst/>
              <a:gdLst/>
              <a:ahLst/>
              <a:cxnLst/>
              <a:rect l="l" t="t" r="r" b="b"/>
              <a:pathLst>
                <a:path w="292" h="6294" extrusionOk="0">
                  <a:moveTo>
                    <a:pt x="116" y="0"/>
                  </a:moveTo>
                  <a:cubicBezTo>
                    <a:pt x="42" y="0"/>
                    <a:pt x="0" y="37"/>
                    <a:pt x="0" y="116"/>
                  </a:cubicBezTo>
                  <a:lnTo>
                    <a:pt x="0" y="6159"/>
                  </a:lnTo>
                  <a:cubicBezTo>
                    <a:pt x="0" y="6238"/>
                    <a:pt x="42" y="6293"/>
                    <a:pt x="116" y="6293"/>
                  </a:cubicBezTo>
                  <a:lnTo>
                    <a:pt x="291" y="6293"/>
                  </a:lnTo>
                  <a:lnTo>
                    <a:pt x="29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29"/>
            <p:cNvSpPr/>
            <p:nvPr/>
          </p:nvSpPr>
          <p:spPr>
            <a:xfrm>
              <a:off x="2013087" y="2915190"/>
              <a:ext cx="120404" cy="1909423"/>
            </a:xfrm>
            <a:custGeom>
              <a:avLst/>
              <a:gdLst/>
              <a:ahLst/>
              <a:cxnLst/>
              <a:rect l="l" t="t" r="r" b="b"/>
              <a:pathLst>
                <a:path w="403" h="6391" extrusionOk="0">
                  <a:moveTo>
                    <a:pt x="310" y="97"/>
                  </a:moveTo>
                  <a:lnTo>
                    <a:pt x="310" y="6298"/>
                  </a:lnTo>
                  <a:lnTo>
                    <a:pt x="172" y="6298"/>
                  </a:lnTo>
                  <a:cubicBezTo>
                    <a:pt x="135" y="6298"/>
                    <a:pt x="98" y="6256"/>
                    <a:pt x="98" y="6219"/>
                  </a:cubicBezTo>
                  <a:lnTo>
                    <a:pt x="98" y="176"/>
                  </a:lnTo>
                  <a:cubicBezTo>
                    <a:pt x="98" y="134"/>
                    <a:pt x="135" y="97"/>
                    <a:pt x="172" y="97"/>
                  </a:cubicBezTo>
                  <a:close/>
                  <a:moveTo>
                    <a:pt x="172" y="0"/>
                  </a:moveTo>
                  <a:cubicBezTo>
                    <a:pt x="79" y="0"/>
                    <a:pt x="1" y="79"/>
                    <a:pt x="1" y="176"/>
                  </a:cubicBezTo>
                  <a:lnTo>
                    <a:pt x="1" y="6219"/>
                  </a:lnTo>
                  <a:cubicBezTo>
                    <a:pt x="1" y="6316"/>
                    <a:pt x="79" y="6390"/>
                    <a:pt x="172" y="6390"/>
                  </a:cubicBezTo>
                  <a:lnTo>
                    <a:pt x="403" y="6390"/>
                  </a:lnTo>
                  <a:lnTo>
                    <a:pt x="403" y="0"/>
                  </a:ln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29"/>
            <p:cNvSpPr/>
            <p:nvPr/>
          </p:nvSpPr>
          <p:spPr>
            <a:xfrm>
              <a:off x="2098834" y="2926245"/>
              <a:ext cx="921108" cy="1887314"/>
            </a:xfrm>
            <a:custGeom>
              <a:avLst/>
              <a:gdLst/>
              <a:ahLst/>
              <a:cxnLst/>
              <a:rect l="l" t="t" r="r" b="b"/>
              <a:pathLst>
                <a:path w="3083" h="6317" extrusionOk="0">
                  <a:moveTo>
                    <a:pt x="116" y="0"/>
                  </a:moveTo>
                  <a:cubicBezTo>
                    <a:pt x="60" y="0"/>
                    <a:pt x="0" y="60"/>
                    <a:pt x="0" y="116"/>
                  </a:cubicBezTo>
                  <a:lnTo>
                    <a:pt x="0" y="6201"/>
                  </a:lnTo>
                  <a:cubicBezTo>
                    <a:pt x="0" y="6279"/>
                    <a:pt x="60" y="6316"/>
                    <a:pt x="116" y="6316"/>
                  </a:cubicBezTo>
                  <a:lnTo>
                    <a:pt x="2985" y="5757"/>
                  </a:lnTo>
                  <a:cubicBezTo>
                    <a:pt x="3045" y="5757"/>
                    <a:pt x="3082" y="5702"/>
                    <a:pt x="3082" y="5642"/>
                  </a:cubicBezTo>
                  <a:lnTo>
                    <a:pt x="3082" y="485"/>
                  </a:lnTo>
                  <a:cubicBezTo>
                    <a:pt x="3082" y="425"/>
                    <a:pt x="3045" y="370"/>
                    <a:pt x="2985" y="370"/>
                  </a:cubicBezTo>
                  <a:lnTo>
                    <a:pt x="11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29"/>
            <p:cNvSpPr/>
            <p:nvPr/>
          </p:nvSpPr>
          <p:spPr>
            <a:xfrm>
              <a:off x="2082102" y="2914294"/>
              <a:ext cx="948894" cy="1913008"/>
            </a:xfrm>
            <a:custGeom>
              <a:avLst/>
              <a:gdLst/>
              <a:ahLst/>
              <a:cxnLst/>
              <a:rect l="l" t="t" r="r" b="b"/>
              <a:pathLst>
                <a:path w="3176" h="6403" extrusionOk="0">
                  <a:moveTo>
                    <a:pt x="172" y="100"/>
                  </a:moveTo>
                  <a:lnTo>
                    <a:pt x="3041" y="447"/>
                  </a:lnTo>
                  <a:cubicBezTo>
                    <a:pt x="3060" y="447"/>
                    <a:pt x="3083" y="484"/>
                    <a:pt x="3083" y="525"/>
                  </a:cubicBezTo>
                  <a:lnTo>
                    <a:pt x="3083" y="5682"/>
                  </a:lnTo>
                  <a:cubicBezTo>
                    <a:pt x="3083" y="5723"/>
                    <a:pt x="3060" y="5760"/>
                    <a:pt x="3041" y="5760"/>
                  </a:cubicBezTo>
                  <a:lnTo>
                    <a:pt x="153" y="6301"/>
                  </a:lnTo>
                  <a:lnTo>
                    <a:pt x="116" y="6301"/>
                  </a:lnTo>
                  <a:cubicBezTo>
                    <a:pt x="116" y="6278"/>
                    <a:pt x="98" y="6259"/>
                    <a:pt x="98" y="6241"/>
                  </a:cubicBezTo>
                  <a:lnTo>
                    <a:pt x="98" y="156"/>
                  </a:lnTo>
                  <a:cubicBezTo>
                    <a:pt x="98" y="119"/>
                    <a:pt x="135" y="100"/>
                    <a:pt x="172" y="100"/>
                  </a:cubicBezTo>
                  <a:close/>
                  <a:moveTo>
                    <a:pt x="149" y="0"/>
                  </a:moveTo>
                  <a:cubicBezTo>
                    <a:pt x="80" y="0"/>
                    <a:pt x="1" y="72"/>
                    <a:pt x="1" y="156"/>
                  </a:cubicBezTo>
                  <a:lnTo>
                    <a:pt x="1" y="6241"/>
                  </a:lnTo>
                  <a:cubicBezTo>
                    <a:pt x="1" y="6301"/>
                    <a:pt x="19" y="6338"/>
                    <a:pt x="56" y="6356"/>
                  </a:cubicBezTo>
                  <a:cubicBezTo>
                    <a:pt x="86" y="6383"/>
                    <a:pt x="114" y="6403"/>
                    <a:pt x="141" y="6403"/>
                  </a:cubicBezTo>
                  <a:cubicBezTo>
                    <a:pt x="151" y="6403"/>
                    <a:pt x="162" y="6400"/>
                    <a:pt x="172" y="6393"/>
                  </a:cubicBezTo>
                  <a:lnTo>
                    <a:pt x="3060" y="5857"/>
                  </a:lnTo>
                  <a:cubicBezTo>
                    <a:pt x="3138" y="5839"/>
                    <a:pt x="3175" y="5760"/>
                    <a:pt x="3175" y="5682"/>
                  </a:cubicBezTo>
                  <a:lnTo>
                    <a:pt x="3175" y="525"/>
                  </a:lnTo>
                  <a:cubicBezTo>
                    <a:pt x="3175" y="447"/>
                    <a:pt x="3138" y="368"/>
                    <a:pt x="3060" y="350"/>
                  </a:cubicBezTo>
                  <a:lnTo>
                    <a:pt x="172" y="3"/>
                  </a:lnTo>
                  <a:cubicBezTo>
                    <a:pt x="164" y="1"/>
                    <a:pt x="157" y="0"/>
                    <a:pt x="149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29"/>
            <p:cNvSpPr/>
            <p:nvPr/>
          </p:nvSpPr>
          <p:spPr>
            <a:xfrm>
              <a:off x="1415548" y="735374"/>
              <a:ext cx="183744" cy="3773135"/>
            </a:xfrm>
            <a:custGeom>
              <a:avLst/>
              <a:gdLst/>
              <a:ahLst/>
              <a:cxnLst/>
              <a:rect l="l" t="t" r="r" b="b"/>
              <a:pathLst>
                <a:path w="615" h="12629" extrusionOk="0">
                  <a:moveTo>
                    <a:pt x="250" y="0"/>
                  </a:moveTo>
                  <a:cubicBezTo>
                    <a:pt x="116" y="0"/>
                    <a:pt x="0" y="97"/>
                    <a:pt x="0" y="231"/>
                  </a:cubicBezTo>
                  <a:lnTo>
                    <a:pt x="0" y="12397"/>
                  </a:lnTo>
                  <a:cubicBezTo>
                    <a:pt x="0" y="12531"/>
                    <a:pt x="116" y="12628"/>
                    <a:pt x="250" y="12628"/>
                  </a:cubicBezTo>
                  <a:lnTo>
                    <a:pt x="615" y="12628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29"/>
            <p:cNvSpPr/>
            <p:nvPr/>
          </p:nvSpPr>
          <p:spPr>
            <a:xfrm>
              <a:off x="1403000" y="717448"/>
              <a:ext cx="207346" cy="3808987"/>
            </a:xfrm>
            <a:custGeom>
              <a:avLst/>
              <a:gdLst/>
              <a:ahLst/>
              <a:cxnLst/>
              <a:rect l="l" t="t" r="r" b="b"/>
              <a:pathLst>
                <a:path w="694" h="12749" extrusionOk="0">
                  <a:moveTo>
                    <a:pt x="597" y="97"/>
                  </a:moveTo>
                  <a:lnTo>
                    <a:pt x="597" y="12651"/>
                  </a:lnTo>
                  <a:lnTo>
                    <a:pt x="292" y="12651"/>
                  </a:lnTo>
                  <a:cubicBezTo>
                    <a:pt x="176" y="12651"/>
                    <a:pt x="98" y="12554"/>
                    <a:pt x="98" y="12457"/>
                  </a:cubicBezTo>
                  <a:lnTo>
                    <a:pt x="98" y="291"/>
                  </a:lnTo>
                  <a:cubicBezTo>
                    <a:pt x="98" y="194"/>
                    <a:pt x="176" y="97"/>
                    <a:pt x="292" y="97"/>
                  </a:cubicBezTo>
                  <a:close/>
                  <a:moveTo>
                    <a:pt x="292" y="0"/>
                  </a:moveTo>
                  <a:cubicBezTo>
                    <a:pt x="116" y="0"/>
                    <a:pt x="1" y="139"/>
                    <a:pt x="1" y="291"/>
                  </a:cubicBezTo>
                  <a:lnTo>
                    <a:pt x="1" y="12457"/>
                  </a:lnTo>
                  <a:cubicBezTo>
                    <a:pt x="1" y="12614"/>
                    <a:pt x="116" y="12748"/>
                    <a:pt x="292" y="12748"/>
                  </a:cubicBezTo>
                  <a:lnTo>
                    <a:pt x="694" y="12748"/>
                  </a:lnTo>
                  <a:lnTo>
                    <a:pt x="694" y="0"/>
                  </a:ln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29"/>
            <p:cNvSpPr/>
            <p:nvPr/>
          </p:nvSpPr>
          <p:spPr>
            <a:xfrm>
              <a:off x="1558958" y="729697"/>
              <a:ext cx="2024167" cy="3785384"/>
            </a:xfrm>
            <a:custGeom>
              <a:avLst/>
              <a:gdLst/>
              <a:ahLst/>
              <a:cxnLst/>
              <a:rect l="l" t="t" r="r" b="b"/>
              <a:pathLst>
                <a:path w="6775" h="12670" extrusionOk="0">
                  <a:moveTo>
                    <a:pt x="250" y="1"/>
                  </a:moveTo>
                  <a:cubicBezTo>
                    <a:pt x="116" y="1"/>
                    <a:pt x="1" y="98"/>
                    <a:pt x="1" y="232"/>
                  </a:cubicBezTo>
                  <a:lnTo>
                    <a:pt x="1" y="12458"/>
                  </a:lnTo>
                  <a:cubicBezTo>
                    <a:pt x="1" y="12578"/>
                    <a:pt x="94" y="12669"/>
                    <a:pt x="211" y="12669"/>
                  </a:cubicBezTo>
                  <a:cubicBezTo>
                    <a:pt x="224" y="12669"/>
                    <a:pt x="237" y="12668"/>
                    <a:pt x="250" y="12666"/>
                  </a:cubicBezTo>
                  <a:lnTo>
                    <a:pt x="6585" y="11552"/>
                  </a:lnTo>
                  <a:cubicBezTo>
                    <a:pt x="6682" y="11534"/>
                    <a:pt x="6774" y="11418"/>
                    <a:pt x="6774" y="11303"/>
                  </a:cubicBezTo>
                  <a:lnTo>
                    <a:pt x="6774" y="943"/>
                  </a:lnTo>
                  <a:cubicBezTo>
                    <a:pt x="6774" y="828"/>
                    <a:pt x="6682" y="731"/>
                    <a:pt x="6585" y="712"/>
                  </a:cubicBezTo>
                  <a:lnTo>
                    <a:pt x="25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29"/>
            <p:cNvSpPr/>
            <p:nvPr/>
          </p:nvSpPr>
          <p:spPr>
            <a:xfrm>
              <a:off x="1546708" y="716850"/>
              <a:ext cx="2048666" cy="3811676"/>
            </a:xfrm>
            <a:custGeom>
              <a:avLst/>
              <a:gdLst/>
              <a:ahLst/>
              <a:cxnLst/>
              <a:rect l="l" t="t" r="r" b="b"/>
              <a:pathLst>
                <a:path w="6857" h="12758" extrusionOk="0">
                  <a:moveTo>
                    <a:pt x="258" y="97"/>
                  </a:moveTo>
                  <a:cubicBezTo>
                    <a:pt x="269" y="97"/>
                    <a:pt x="280" y="97"/>
                    <a:pt x="291" y="99"/>
                  </a:cubicBezTo>
                  <a:lnTo>
                    <a:pt x="6626" y="811"/>
                  </a:lnTo>
                  <a:cubicBezTo>
                    <a:pt x="6700" y="811"/>
                    <a:pt x="6760" y="889"/>
                    <a:pt x="6760" y="986"/>
                  </a:cubicBezTo>
                  <a:lnTo>
                    <a:pt x="6760" y="11346"/>
                  </a:lnTo>
                  <a:cubicBezTo>
                    <a:pt x="6760" y="11438"/>
                    <a:pt x="6700" y="11535"/>
                    <a:pt x="6626" y="11554"/>
                  </a:cubicBezTo>
                  <a:lnTo>
                    <a:pt x="291" y="12653"/>
                  </a:lnTo>
                  <a:cubicBezTo>
                    <a:pt x="275" y="12658"/>
                    <a:pt x="259" y="12661"/>
                    <a:pt x="244" y="12661"/>
                  </a:cubicBezTo>
                  <a:cubicBezTo>
                    <a:pt x="204" y="12661"/>
                    <a:pt x="171" y="12643"/>
                    <a:pt x="157" y="12616"/>
                  </a:cubicBezTo>
                  <a:cubicBezTo>
                    <a:pt x="116" y="12593"/>
                    <a:pt x="97" y="12556"/>
                    <a:pt x="97" y="12501"/>
                  </a:cubicBezTo>
                  <a:lnTo>
                    <a:pt x="97" y="275"/>
                  </a:lnTo>
                  <a:cubicBezTo>
                    <a:pt x="97" y="171"/>
                    <a:pt x="161" y="97"/>
                    <a:pt x="258" y="97"/>
                  </a:cubicBezTo>
                  <a:close/>
                  <a:moveTo>
                    <a:pt x="274" y="0"/>
                  </a:moveTo>
                  <a:cubicBezTo>
                    <a:pt x="120" y="0"/>
                    <a:pt x="0" y="112"/>
                    <a:pt x="0" y="275"/>
                  </a:cubicBezTo>
                  <a:lnTo>
                    <a:pt x="0" y="12501"/>
                  </a:lnTo>
                  <a:cubicBezTo>
                    <a:pt x="0" y="12575"/>
                    <a:pt x="23" y="12653"/>
                    <a:pt x="79" y="12690"/>
                  </a:cubicBezTo>
                  <a:cubicBezTo>
                    <a:pt x="124" y="12736"/>
                    <a:pt x="177" y="12757"/>
                    <a:pt x="242" y="12757"/>
                  </a:cubicBezTo>
                  <a:cubicBezTo>
                    <a:pt x="263" y="12757"/>
                    <a:pt x="286" y="12755"/>
                    <a:pt x="310" y="12750"/>
                  </a:cubicBezTo>
                  <a:lnTo>
                    <a:pt x="6644" y="11651"/>
                  </a:lnTo>
                  <a:cubicBezTo>
                    <a:pt x="6760" y="11614"/>
                    <a:pt x="6857" y="11498"/>
                    <a:pt x="6857" y="11346"/>
                  </a:cubicBezTo>
                  <a:lnTo>
                    <a:pt x="6857" y="986"/>
                  </a:lnTo>
                  <a:cubicBezTo>
                    <a:pt x="6857" y="852"/>
                    <a:pt x="6760" y="718"/>
                    <a:pt x="6626" y="718"/>
                  </a:cubicBezTo>
                  <a:lnTo>
                    <a:pt x="310" y="2"/>
                  </a:lnTo>
                  <a:cubicBezTo>
                    <a:pt x="298" y="1"/>
                    <a:pt x="286" y="0"/>
                    <a:pt x="274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29"/>
            <p:cNvSpPr/>
            <p:nvPr/>
          </p:nvSpPr>
          <p:spPr>
            <a:xfrm>
              <a:off x="1656954" y="867131"/>
              <a:ext cx="1851478" cy="3504244"/>
            </a:xfrm>
            <a:custGeom>
              <a:avLst/>
              <a:gdLst/>
              <a:ahLst/>
              <a:cxnLst/>
              <a:rect l="l" t="t" r="r" b="b"/>
              <a:pathLst>
                <a:path w="6197" h="11729" extrusionOk="0">
                  <a:moveTo>
                    <a:pt x="216" y="1"/>
                  </a:moveTo>
                  <a:cubicBezTo>
                    <a:pt x="97" y="1"/>
                    <a:pt x="1" y="89"/>
                    <a:pt x="1" y="215"/>
                  </a:cubicBezTo>
                  <a:lnTo>
                    <a:pt x="1" y="11536"/>
                  </a:lnTo>
                  <a:cubicBezTo>
                    <a:pt x="1" y="11656"/>
                    <a:pt x="94" y="11728"/>
                    <a:pt x="210" y="11728"/>
                  </a:cubicBezTo>
                  <a:cubicBezTo>
                    <a:pt x="223" y="11728"/>
                    <a:pt x="237" y="11727"/>
                    <a:pt x="250" y="11725"/>
                  </a:cubicBezTo>
                  <a:lnTo>
                    <a:pt x="6026" y="10783"/>
                  </a:lnTo>
                  <a:cubicBezTo>
                    <a:pt x="6123" y="10764"/>
                    <a:pt x="6197" y="10649"/>
                    <a:pt x="6197" y="10552"/>
                  </a:cubicBezTo>
                  <a:lnTo>
                    <a:pt x="6197" y="811"/>
                  </a:lnTo>
                  <a:cubicBezTo>
                    <a:pt x="6197" y="696"/>
                    <a:pt x="6123" y="599"/>
                    <a:pt x="6026" y="580"/>
                  </a:cubicBezTo>
                  <a:lnTo>
                    <a:pt x="250" y="3"/>
                  </a:lnTo>
                  <a:cubicBezTo>
                    <a:pt x="239" y="1"/>
                    <a:pt x="227" y="1"/>
                    <a:pt x="21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29"/>
            <p:cNvSpPr/>
            <p:nvPr/>
          </p:nvSpPr>
          <p:spPr>
            <a:xfrm>
              <a:off x="1644704" y="849504"/>
              <a:ext cx="1881653" cy="3539499"/>
            </a:xfrm>
            <a:custGeom>
              <a:avLst/>
              <a:gdLst/>
              <a:ahLst/>
              <a:cxnLst/>
              <a:rect l="l" t="t" r="r" b="b"/>
              <a:pathLst>
                <a:path w="6298" h="11847" extrusionOk="0">
                  <a:moveTo>
                    <a:pt x="273" y="99"/>
                  </a:moveTo>
                  <a:lnTo>
                    <a:pt x="6067" y="695"/>
                  </a:lnTo>
                  <a:cubicBezTo>
                    <a:pt x="6122" y="695"/>
                    <a:pt x="6201" y="773"/>
                    <a:pt x="6201" y="870"/>
                  </a:cubicBezTo>
                  <a:lnTo>
                    <a:pt x="6201" y="10611"/>
                  </a:lnTo>
                  <a:cubicBezTo>
                    <a:pt x="6201" y="10689"/>
                    <a:pt x="6122" y="10786"/>
                    <a:pt x="6067" y="10786"/>
                  </a:cubicBezTo>
                  <a:lnTo>
                    <a:pt x="273" y="11747"/>
                  </a:lnTo>
                  <a:cubicBezTo>
                    <a:pt x="263" y="11749"/>
                    <a:pt x="254" y="11750"/>
                    <a:pt x="244" y="11750"/>
                  </a:cubicBezTo>
                  <a:cubicBezTo>
                    <a:pt x="161" y="11750"/>
                    <a:pt x="97" y="11678"/>
                    <a:pt x="97" y="11595"/>
                  </a:cubicBezTo>
                  <a:lnTo>
                    <a:pt x="97" y="274"/>
                  </a:lnTo>
                  <a:cubicBezTo>
                    <a:pt x="97" y="159"/>
                    <a:pt x="176" y="99"/>
                    <a:pt x="273" y="99"/>
                  </a:cubicBezTo>
                  <a:close/>
                  <a:moveTo>
                    <a:pt x="262" y="0"/>
                  </a:moveTo>
                  <a:cubicBezTo>
                    <a:pt x="118" y="0"/>
                    <a:pt x="0" y="127"/>
                    <a:pt x="0" y="274"/>
                  </a:cubicBezTo>
                  <a:lnTo>
                    <a:pt x="0" y="11595"/>
                  </a:lnTo>
                  <a:cubicBezTo>
                    <a:pt x="0" y="11736"/>
                    <a:pt x="116" y="11846"/>
                    <a:pt x="258" y="11846"/>
                  </a:cubicBezTo>
                  <a:cubicBezTo>
                    <a:pt x="269" y="11846"/>
                    <a:pt x="280" y="11846"/>
                    <a:pt x="291" y="11844"/>
                  </a:cubicBezTo>
                  <a:lnTo>
                    <a:pt x="6067" y="10879"/>
                  </a:lnTo>
                  <a:cubicBezTo>
                    <a:pt x="6201" y="10860"/>
                    <a:pt x="6298" y="10745"/>
                    <a:pt x="6298" y="10611"/>
                  </a:cubicBezTo>
                  <a:lnTo>
                    <a:pt x="6298" y="870"/>
                  </a:lnTo>
                  <a:cubicBezTo>
                    <a:pt x="6298" y="736"/>
                    <a:pt x="6201" y="621"/>
                    <a:pt x="6067" y="598"/>
                  </a:cubicBezTo>
                  <a:lnTo>
                    <a:pt x="291" y="2"/>
                  </a:lnTo>
                  <a:cubicBezTo>
                    <a:pt x="281" y="1"/>
                    <a:pt x="272" y="0"/>
                    <a:pt x="262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29"/>
            <p:cNvSpPr/>
            <p:nvPr/>
          </p:nvSpPr>
          <p:spPr>
            <a:xfrm>
              <a:off x="1989783" y="4749630"/>
              <a:ext cx="661477" cy="190912"/>
            </a:xfrm>
            <a:custGeom>
              <a:avLst/>
              <a:gdLst/>
              <a:ahLst/>
              <a:cxnLst/>
              <a:rect l="l" t="t" r="r" b="b"/>
              <a:pathLst>
                <a:path w="2214" h="639" extrusionOk="0">
                  <a:moveTo>
                    <a:pt x="231" y="1"/>
                  </a:moveTo>
                  <a:cubicBezTo>
                    <a:pt x="97" y="1"/>
                    <a:pt x="0" y="116"/>
                    <a:pt x="0" y="250"/>
                  </a:cubicBezTo>
                  <a:lnTo>
                    <a:pt x="0" y="407"/>
                  </a:lnTo>
                  <a:cubicBezTo>
                    <a:pt x="0" y="541"/>
                    <a:pt x="97" y="639"/>
                    <a:pt x="231" y="639"/>
                  </a:cubicBezTo>
                  <a:lnTo>
                    <a:pt x="1964" y="639"/>
                  </a:lnTo>
                  <a:cubicBezTo>
                    <a:pt x="2098" y="639"/>
                    <a:pt x="2214" y="541"/>
                    <a:pt x="2214" y="407"/>
                  </a:cubicBezTo>
                  <a:lnTo>
                    <a:pt x="2214" y="250"/>
                  </a:lnTo>
                  <a:cubicBezTo>
                    <a:pt x="2214" y="116"/>
                    <a:pt x="2098" y="1"/>
                    <a:pt x="196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29"/>
            <p:cNvSpPr/>
            <p:nvPr/>
          </p:nvSpPr>
          <p:spPr>
            <a:xfrm>
              <a:off x="1973052" y="4738576"/>
              <a:ext cx="690756" cy="218399"/>
            </a:xfrm>
            <a:custGeom>
              <a:avLst/>
              <a:gdLst/>
              <a:ahLst/>
              <a:cxnLst/>
              <a:rect l="l" t="t" r="r" b="b"/>
              <a:pathLst>
                <a:path w="2312" h="731" extrusionOk="0">
                  <a:moveTo>
                    <a:pt x="2020" y="98"/>
                  </a:moveTo>
                  <a:cubicBezTo>
                    <a:pt x="2136" y="98"/>
                    <a:pt x="2233" y="172"/>
                    <a:pt x="2233" y="287"/>
                  </a:cubicBezTo>
                  <a:lnTo>
                    <a:pt x="2233" y="444"/>
                  </a:lnTo>
                  <a:cubicBezTo>
                    <a:pt x="2233" y="542"/>
                    <a:pt x="2136" y="634"/>
                    <a:pt x="2020" y="634"/>
                  </a:cubicBezTo>
                  <a:lnTo>
                    <a:pt x="287" y="634"/>
                  </a:lnTo>
                  <a:cubicBezTo>
                    <a:pt x="190" y="634"/>
                    <a:pt x="98" y="542"/>
                    <a:pt x="98" y="444"/>
                  </a:cubicBezTo>
                  <a:lnTo>
                    <a:pt x="98" y="287"/>
                  </a:lnTo>
                  <a:cubicBezTo>
                    <a:pt x="98" y="172"/>
                    <a:pt x="190" y="98"/>
                    <a:pt x="287" y="98"/>
                  </a:cubicBezTo>
                  <a:close/>
                  <a:moveTo>
                    <a:pt x="287" y="1"/>
                  </a:moveTo>
                  <a:cubicBezTo>
                    <a:pt x="135" y="1"/>
                    <a:pt x="1" y="135"/>
                    <a:pt x="1" y="287"/>
                  </a:cubicBezTo>
                  <a:lnTo>
                    <a:pt x="1" y="444"/>
                  </a:lnTo>
                  <a:cubicBezTo>
                    <a:pt x="1" y="597"/>
                    <a:pt x="135" y="731"/>
                    <a:pt x="287" y="731"/>
                  </a:cubicBezTo>
                  <a:lnTo>
                    <a:pt x="2020" y="731"/>
                  </a:lnTo>
                  <a:cubicBezTo>
                    <a:pt x="2196" y="731"/>
                    <a:pt x="2311" y="597"/>
                    <a:pt x="2311" y="444"/>
                  </a:cubicBezTo>
                  <a:lnTo>
                    <a:pt x="2311" y="287"/>
                  </a:lnTo>
                  <a:cubicBezTo>
                    <a:pt x="2311" y="135"/>
                    <a:pt x="2196" y="1"/>
                    <a:pt x="2020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29"/>
            <p:cNvSpPr/>
            <p:nvPr/>
          </p:nvSpPr>
          <p:spPr>
            <a:xfrm>
              <a:off x="2047744" y="4566186"/>
              <a:ext cx="1489667" cy="183742"/>
            </a:xfrm>
            <a:custGeom>
              <a:avLst/>
              <a:gdLst/>
              <a:ahLst/>
              <a:cxnLst/>
              <a:rect l="l" t="t" r="r" b="b"/>
              <a:pathLst>
                <a:path w="4986" h="615" extrusionOk="0">
                  <a:moveTo>
                    <a:pt x="3387" y="0"/>
                  </a:moveTo>
                  <a:lnTo>
                    <a:pt x="0" y="615"/>
                  </a:lnTo>
                  <a:lnTo>
                    <a:pt x="1770" y="615"/>
                  </a:lnTo>
                  <a:lnTo>
                    <a:pt x="4986" y="19"/>
                  </a:lnTo>
                  <a:lnTo>
                    <a:pt x="338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29"/>
            <p:cNvSpPr/>
            <p:nvPr/>
          </p:nvSpPr>
          <p:spPr>
            <a:xfrm>
              <a:off x="2042067" y="4555132"/>
              <a:ext cx="1501020" cy="212722"/>
            </a:xfrm>
            <a:custGeom>
              <a:avLst/>
              <a:gdLst/>
              <a:ahLst/>
              <a:cxnLst/>
              <a:rect l="l" t="t" r="r" b="b"/>
              <a:pathLst>
                <a:path w="5024" h="712" extrusionOk="0">
                  <a:moveTo>
                    <a:pt x="4524" y="93"/>
                  </a:moveTo>
                  <a:lnTo>
                    <a:pt x="1789" y="615"/>
                  </a:lnTo>
                  <a:lnTo>
                    <a:pt x="537" y="615"/>
                  </a:lnTo>
                  <a:lnTo>
                    <a:pt x="3425" y="93"/>
                  </a:lnTo>
                  <a:close/>
                  <a:moveTo>
                    <a:pt x="3406" y="0"/>
                  </a:moveTo>
                  <a:lnTo>
                    <a:pt x="1" y="615"/>
                  </a:lnTo>
                  <a:lnTo>
                    <a:pt x="19" y="712"/>
                  </a:lnTo>
                  <a:lnTo>
                    <a:pt x="1789" y="712"/>
                  </a:lnTo>
                  <a:lnTo>
                    <a:pt x="5023" y="93"/>
                  </a:lnTo>
                  <a:lnTo>
                    <a:pt x="5005" y="0"/>
                  </a:ln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29"/>
            <p:cNvSpPr/>
            <p:nvPr/>
          </p:nvSpPr>
          <p:spPr>
            <a:xfrm>
              <a:off x="3433734" y="1154845"/>
              <a:ext cx="40334" cy="420067"/>
            </a:xfrm>
            <a:custGeom>
              <a:avLst/>
              <a:gdLst/>
              <a:ahLst/>
              <a:cxnLst/>
              <a:rect l="l" t="t" r="r" b="b"/>
              <a:pathLst>
                <a:path w="135" h="1406" extrusionOk="0">
                  <a:moveTo>
                    <a:pt x="19" y="1"/>
                  </a:moveTo>
                  <a:cubicBezTo>
                    <a:pt x="0" y="19"/>
                    <a:pt x="0" y="19"/>
                    <a:pt x="0" y="61"/>
                  </a:cubicBezTo>
                  <a:cubicBezTo>
                    <a:pt x="60" y="481"/>
                    <a:pt x="60" y="925"/>
                    <a:pt x="0" y="1369"/>
                  </a:cubicBezTo>
                  <a:cubicBezTo>
                    <a:pt x="0" y="1387"/>
                    <a:pt x="19" y="1406"/>
                    <a:pt x="37" y="1406"/>
                  </a:cubicBezTo>
                  <a:cubicBezTo>
                    <a:pt x="60" y="1406"/>
                    <a:pt x="79" y="1387"/>
                    <a:pt x="79" y="1369"/>
                  </a:cubicBezTo>
                  <a:cubicBezTo>
                    <a:pt x="116" y="925"/>
                    <a:pt x="134" y="481"/>
                    <a:pt x="60" y="38"/>
                  </a:cubicBezTo>
                  <a:cubicBezTo>
                    <a:pt x="60" y="19"/>
                    <a:pt x="37" y="1"/>
                    <a:pt x="19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29"/>
            <p:cNvSpPr/>
            <p:nvPr/>
          </p:nvSpPr>
          <p:spPr>
            <a:xfrm>
              <a:off x="3364719" y="1143791"/>
              <a:ext cx="23603" cy="98593"/>
            </a:xfrm>
            <a:custGeom>
              <a:avLst/>
              <a:gdLst/>
              <a:ahLst/>
              <a:cxnLst/>
              <a:rect l="l" t="t" r="r" b="b"/>
              <a:pathLst>
                <a:path w="79" h="330" extrusionOk="0">
                  <a:moveTo>
                    <a:pt x="37" y="1"/>
                  </a:moveTo>
                  <a:cubicBezTo>
                    <a:pt x="19" y="1"/>
                    <a:pt x="0" y="19"/>
                    <a:pt x="0" y="38"/>
                  </a:cubicBezTo>
                  <a:lnTo>
                    <a:pt x="0" y="287"/>
                  </a:lnTo>
                  <a:cubicBezTo>
                    <a:pt x="0" y="306"/>
                    <a:pt x="19" y="329"/>
                    <a:pt x="37" y="329"/>
                  </a:cubicBezTo>
                  <a:cubicBezTo>
                    <a:pt x="60" y="329"/>
                    <a:pt x="79" y="306"/>
                    <a:pt x="79" y="287"/>
                  </a:cubicBezTo>
                  <a:lnTo>
                    <a:pt x="79" y="38"/>
                  </a:lnTo>
                  <a:cubicBezTo>
                    <a:pt x="79" y="19"/>
                    <a:pt x="60" y="1"/>
                    <a:pt x="37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29"/>
            <p:cNvSpPr/>
            <p:nvPr/>
          </p:nvSpPr>
          <p:spPr>
            <a:xfrm>
              <a:off x="1995161" y="303354"/>
              <a:ext cx="1956645" cy="2744478"/>
            </a:xfrm>
            <a:custGeom>
              <a:avLst/>
              <a:gdLst/>
              <a:ahLst/>
              <a:cxnLst/>
              <a:rect l="l" t="t" r="r" b="b"/>
              <a:pathLst>
                <a:path w="6549" h="9186" extrusionOk="0">
                  <a:moveTo>
                    <a:pt x="176" y="0"/>
                  </a:moveTo>
                  <a:cubicBezTo>
                    <a:pt x="79" y="0"/>
                    <a:pt x="1" y="79"/>
                    <a:pt x="1" y="157"/>
                  </a:cubicBezTo>
                  <a:lnTo>
                    <a:pt x="1" y="9010"/>
                  </a:lnTo>
                  <a:cubicBezTo>
                    <a:pt x="1" y="9107"/>
                    <a:pt x="79" y="9186"/>
                    <a:pt x="176" y="9186"/>
                  </a:cubicBezTo>
                  <a:lnTo>
                    <a:pt x="6396" y="9186"/>
                  </a:lnTo>
                  <a:cubicBezTo>
                    <a:pt x="6493" y="9186"/>
                    <a:pt x="6548" y="9107"/>
                    <a:pt x="6548" y="9010"/>
                  </a:cubicBezTo>
                  <a:lnTo>
                    <a:pt x="6548" y="157"/>
                  </a:lnTo>
                  <a:cubicBezTo>
                    <a:pt x="6548" y="79"/>
                    <a:pt x="6493" y="0"/>
                    <a:pt x="639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29"/>
            <p:cNvSpPr/>
            <p:nvPr/>
          </p:nvSpPr>
          <p:spPr>
            <a:xfrm>
              <a:off x="1984106" y="292300"/>
              <a:ext cx="1985625" cy="2766587"/>
            </a:xfrm>
            <a:custGeom>
              <a:avLst/>
              <a:gdLst/>
              <a:ahLst/>
              <a:cxnLst/>
              <a:rect l="l" t="t" r="r" b="b"/>
              <a:pathLst>
                <a:path w="6646" h="9260" extrusionOk="0">
                  <a:moveTo>
                    <a:pt x="6433" y="97"/>
                  </a:moveTo>
                  <a:cubicBezTo>
                    <a:pt x="6488" y="97"/>
                    <a:pt x="6548" y="134"/>
                    <a:pt x="6548" y="194"/>
                  </a:cubicBezTo>
                  <a:lnTo>
                    <a:pt x="6548" y="9047"/>
                  </a:lnTo>
                  <a:cubicBezTo>
                    <a:pt x="6548" y="9126"/>
                    <a:pt x="6488" y="9163"/>
                    <a:pt x="6433" y="9163"/>
                  </a:cubicBezTo>
                  <a:lnTo>
                    <a:pt x="213" y="9163"/>
                  </a:lnTo>
                  <a:cubicBezTo>
                    <a:pt x="135" y="9163"/>
                    <a:pt x="98" y="9126"/>
                    <a:pt x="98" y="9047"/>
                  </a:cubicBezTo>
                  <a:lnTo>
                    <a:pt x="98" y="194"/>
                  </a:lnTo>
                  <a:cubicBezTo>
                    <a:pt x="98" y="134"/>
                    <a:pt x="135" y="97"/>
                    <a:pt x="213" y="97"/>
                  </a:cubicBezTo>
                  <a:close/>
                  <a:moveTo>
                    <a:pt x="213" y="0"/>
                  </a:moveTo>
                  <a:cubicBezTo>
                    <a:pt x="98" y="0"/>
                    <a:pt x="1" y="97"/>
                    <a:pt x="1" y="194"/>
                  </a:cubicBezTo>
                  <a:lnTo>
                    <a:pt x="1" y="9047"/>
                  </a:lnTo>
                  <a:cubicBezTo>
                    <a:pt x="1" y="9163"/>
                    <a:pt x="98" y="9260"/>
                    <a:pt x="213" y="9260"/>
                  </a:cubicBezTo>
                  <a:lnTo>
                    <a:pt x="6433" y="9260"/>
                  </a:lnTo>
                  <a:cubicBezTo>
                    <a:pt x="6548" y="9260"/>
                    <a:pt x="6645" y="9163"/>
                    <a:pt x="6645" y="9047"/>
                  </a:cubicBezTo>
                  <a:lnTo>
                    <a:pt x="6645" y="194"/>
                  </a:lnTo>
                  <a:cubicBezTo>
                    <a:pt x="6645" y="97"/>
                    <a:pt x="6548" y="0"/>
                    <a:pt x="6433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29"/>
            <p:cNvSpPr/>
            <p:nvPr/>
          </p:nvSpPr>
          <p:spPr>
            <a:xfrm>
              <a:off x="1995161" y="303354"/>
              <a:ext cx="1956645" cy="207345"/>
            </a:xfrm>
            <a:custGeom>
              <a:avLst/>
              <a:gdLst/>
              <a:ahLst/>
              <a:cxnLst/>
              <a:rect l="l" t="t" r="r" b="b"/>
              <a:pathLst>
                <a:path w="6549" h="694" extrusionOk="0">
                  <a:moveTo>
                    <a:pt x="176" y="0"/>
                  </a:moveTo>
                  <a:cubicBezTo>
                    <a:pt x="79" y="0"/>
                    <a:pt x="1" y="79"/>
                    <a:pt x="1" y="157"/>
                  </a:cubicBezTo>
                  <a:lnTo>
                    <a:pt x="1" y="693"/>
                  </a:lnTo>
                  <a:lnTo>
                    <a:pt x="6548" y="693"/>
                  </a:lnTo>
                  <a:lnTo>
                    <a:pt x="6548" y="157"/>
                  </a:lnTo>
                  <a:cubicBezTo>
                    <a:pt x="6548" y="79"/>
                    <a:pt x="6493" y="0"/>
                    <a:pt x="639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29"/>
            <p:cNvSpPr/>
            <p:nvPr/>
          </p:nvSpPr>
          <p:spPr>
            <a:xfrm>
              <a:off x="1984106" y="292300"/>
              <a:ext cx="1985625" cy="230649"/>
            </a:xfrm>
            <a:custGeom>
              <a:avLst/>
              <a:gdLst/>
              <a:ahLst/>
              <a:cxnLst/>
              <a:rect l="l" t="t" r="r" b="b"/>
              <a:pathLst>
                <a:path w="6646" h="772" extrusionOk="0">
                  <a:moveTo>
                    <a:pt x="6433" y="97"/>
                  </a:moveTo>
                  <a:cubicBezTo>
                    <a:pt x="6488" y="97"/>
                    <a:pt x="6548" y="134"/>
                    <a:pt x="6548" y="194"/>
                  </a:cubicBezTo>
                  <a:lnTo>
                    <a:pt x="6548" y="675"/>
                  </a:lnTo>
                  <a:lnTo>
                    <a:pt x="98" y="675"/>
                  </a:lnTo>
                  <a:lnTo>
                    <a:pt x="98" y="194"/>
                  </a:lnTo>
                  <a:cubicBezTo>
                    <a:pt x="98" y="134"/>
                    <a:pt x="135" y="97"/>
                    <a:pt x="213" y="97"/>
                  </a:cubicBezTo>
                  <a:close/>
                  <a:moveTo>
                    <a:pt x="213" y="0"/>
                  </a:moveTo>
                  <a:cubicBezTo>
                    <a:pt x="98" y="0"/>
                    <a:pt x="1" y="97"/>
                    <a:pt x="1" y="194"/>
                  </a:cubicBezTo>
                  <a:lnTo>
                    <a:pt x="1" y="730"/>
                  </a:lnTo>
                  <a:lnTo>
                    <a:pt x="38" y="772"/>
                  </a:lnTo>
                  <a:lnTo>
                    <a:pt x="6585" y="772"/>
                  </a:lnTo>
                  <a:lnTo>
                    <a:pt x="6645" y="730"/>
                  </a:lnTo>
                  <a:lnTo>
                    <a:pt x="6645" y="194"/>
                  </a:lnTo>
                  <a:cubicBezTo>
                    <a:pt x="6645" y="97"/>
                    <a:pt x="6548" y="0"/>
                    <a:pt x="6433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29"/>
            <p:cNvSpPr/>
            <p:nvPr/>
          </p:nvSpPr>
          <p:spPr>
            <a:xfrm>
              <a:off x="3428058" y="337713"/>
              <a:ext cx="120404" cy="121897"/>
            </a:xfrm>
            <a:custGeom>
              <a:avLst/>
              <a:gdLst/>
              <a:ahLst/>
              <a:cxnLst/>
              <a:rect l="l" t="t" r="r" b="b"/>
              <a:pathLst>
                <a:path w="403" h="408" extrusionOk="0">
                  <a:moveTo>
                    <a:pt x="213" y="1"/>
                  </a:moveTo>
                  <a:cubicBezTo>
                    <a:pt x="98" y="1"/>
                    <a:pt x="1" y="79"/>
                    <a:pt x="1" y="195"/>
                  </a:cubicBezTo>
                  <a:cubicBezTo>
                    <a:pt x="1" y="310"/>
                    <a:pt x="98" y="407"/>
                    <a:pt x="213" y="407"/>
                  </a:cubicBezTo>
                  <a:cubicBezTo>
                    <a:pt x="310" y="407"/>
                    <a:pt x="403" y="310"/>
                    <a:pt x="403" y="195"/>
                  </a:cubicBezTo>
                  <a:cubicBezTo>
                    <a:pt x="403" y="79"/>
                    <a:pt x="310" y="1"/>
                    <a:pt x="2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29"/>
            <p:cNvSpPr/>
            <p:nvPr/>
          </p:nvSpPr>
          <p:spPr>
            <a:xfrm>
              <a:off x="3412367" y="321281"/>
              <a:ext cx="144007" cy="149384"/>
            </a:xfrm>
            <a:custGeom>
              <a:avLst/>
              <a:gdLst/>
              <a:ahLst/>
              <a:cxnLst/>
              <a:rect l="l" t="t" r="r" b="b"/>
              <a:pathLst>
                <a:path w="482" h="500" extrusionOk="0">
                  <a:moveTo>
                    <a:pt x="250" y="97"/>
                  </a:moveTo>
                  <a:cubicBezTo>
                    <a:pt x="324" y="97"/>
                    <a:pt x="403" y="171"/>
                    <a:pt x="403" y="250"/>
                  </a:cubicBezTo>
                  <a:cubicBezTo>
                    <a:pt x="403" y="347"/>
                    <a:pt x="324" y="402"/>
                    <a:pt x="250" y="402"/>
                  </a:cubicBezTo>
                  <a:cubicBezTo>
                    <a:pt x="153" y="402"/>
                    <a:pt x="75" y="347"/>
                    <a:pt x="75" y="250"/>
                  </a:cubicBezTo>
                  <a:cubicBezTo>
                    <a:pt x="75" y="171"/>
                    <a:pt x="153" y="97"/>
                    <a:pt x="250" y="97"/>
                  </a:cubicBezTo>
                  <a:close/>
                  <a:moveTo>
                    <a:pt x="250" y="0"/>
                  </a:moveTo>
                  <a:cubicBezTo>
                    <a:pt x="93" y="0"/>
                    <a:pt x="1" y="116"/>
                    <a:pt x="1" y="250"/>
                  </a:cubicBezTo>
                  <a:cubicBezTo>
                    <a:pt x="1" y="384"/>
                    <a:pt x="93" y="499"/>
                    <a:pt x="250" y="499"/>
                  </a:cubicBezTo>
                  <a:cubicBezTo>
                    <a:pt x="384" y="499"/>
                    <a:pt x="481" y="384"/>
                    <a:pt x="481" y="250"/>
                  </a:cubicBezTo>
                  <a:cubicBezTo>
                    <a:pt x="481" y="116"/>
                    <a:pt x="384" y="0"/>
                    <a:pt x="250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29"/>
            <p:cNvSpPr/>
            <p:nvPr/>
          </p:nvSpPr>
          <p:spPr>
            <a:xfrm>
              <a:off x="3629727" y="337713"/>
              <a:ext cx="120404" cy="121897"/>
            </a:xfrm>
            <a:custGeom>
              <a:avLst/>
              <a:gdLst/>
              <a:ahLst/>
              <a:cxnLst/>
              <a:rect l="l" t="t" r="r" b="b"/>
              <a:pathLst>
                <a:path w="403" h="408" extrusionOk="0">
                  <a:moveTo>
                    <a:pt x="213" y="1"/>
                  </a:moveTo>
                  <a:cubicBezTo>
                    <a:pt x="98" y="1"/>
                    <a:pt x="0" y="79"/>
                    <a:pt x="0" y="195"/>
                  </a:cubicBezTo>
                  <a:cubicBezTo>
                    <a:pt x="0" y="310"/>
                    <a:pt x="98" y="407"/>
                    <a:pt x="213" y="407"/>
                  </a:cubicBezTo>
                  <a:cubicBezTo>
                    <a:pt x="329" y="407"/>
                    <a:pt x="402" y="310"/>
                    <a:pt x="402" y="195"/>
                  </a:cubicBezTo>
                  <a:cubicBezTo>
                    <a:pt x="402" y="79"/>
                    <a:pt x="329" y="1"/>
                    <a:pt x="2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29"/>
            <p:cNvSpPr/>
            <p:nvPr/>
          </p:nvSpPr>
          <p:spPr>
            <a:xfrm>
              <a:off x="3612543" y="321281"/>
              <a:ext cx="150879" cy="149384"/>
            </a:xfrm>
            <a:custGeom>
              <a:avLst/>
              <a:gdLst/>
              <a:ahLst/>
              <a:cxnLst/>
              <a:rect l="l" t="t" r="r" b="b"/>
              <a:pathLst>
                <a:path w="505" h="500" extrusionOk="0">
                  <a:moveTo>
                    <a:pt x="255" y="97"/>
                  </a:moveTo>
                  <a:cubicBezTo>
                    <a:pt x="347" y="97"/>
                    <a:pt x="408" y="171"/>
                    <a:pt x="408" y="250"/>
                  </a:cubicBezTo>
                  <a:cubicBezTo>
                    <a:pt x="408" y="347"/>
                    <a:pt x="347" y="402"/>
                    <a:pt x="255" y="402"/>
                  </a:cubicBezTo>
                  <a:cubicBezTo>
                    <a:pt x="158" y="402"/>
                    <a:pt x="98" y="347"/>
                    <a:pt x="98" y="250"/>
                  </a:cubicBezTo>
                  <a:cubicBezTo>
                    <a:pt x="98" y="171"/>
                    <a:pt x="158" y="97"/>
                    <a:pt x="255" y="97"/>
                  </a:cubicBezTo>
                  <a:close/>
                  <a:moveTo>
                    <a:pt x="255" y="0"/>
                  </a:moveTo>
                  <a:cubicBezTo>
                    <a:pt x="116" y="0"/>
                    <a:pt x="1" y="116"/>
                    <a:pt x="1" y="250"/>
                  </a:cubicBezTo>
                  <a:cubicBezTo>
                    <a:pt x="1" y="384"/>
                    <a:pt x="116" y="499"/>
                    <a:pt x="255" y="499"/>
                  </a:cubicBezTo>
                  <a:cubicBezTo>
                    <a:pt x="389" y="499"/>
                    <a:pt x="505" y="384"/>
                    <a:pt x="505" y="250"/>
                  </a:cubicBezTo>
                  <a:cubicBezTo>
                    <a:pt x="505" y="116"/>
                    <a:pt x="389" y="0"/>
                    <a:pt x="255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29"/>
            <p:cNvSpPr/>
            <p:nvPr/>
          </p:nvSpPr>
          <p:spPr>
            <a:xfrm>
              <a:off x="3778813" y="337713"/>
              <a:ext cx="121898" cy="121897"/>
            </a:xfrm>
            <a:custGeom>
              <a:avLst/>
              <a:gdLst/>
              <a:ahLst/>
              <a:cxnLst/>
              <a:rect l="l" t="t" r="r" b="b"/>
              <a:pathLst>
                <a:path w="408" h="408" extrusionOk="0">
                  <a:moveTo>
                    <a:pt x="195" y="1"/>
                  </a:moveTo>
                  <a:cubicBezTo>
                    <a:pt x="79" y="1"/>
                    <a:pt x="1" y="79"/>
                    <a:pt x="1" y="195"/>
                  </a:cubicBezTo>
                  <a:cubicBezTo>
                    <a:pt x="1" y="310"/>
                    <a:pt x="79" y="407"/>
                    <a:pt x="195" y="407"/>
                  </a:cubicBezTo>
                  <a:cubicBezTo>
                    <a:pt x="310" y="407"/>
                    <a:pt x="407" y="310"/>
                    <a:pt x="407" y="195"/>
                  </a:cubicBezTo>
                  <a:cubicBezTo>
                    <a:pt x="407" y="79"/>
                    <a:pt x="310" y="1"/>
                    <a:pt x="1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29"/>
            <p:cNvSpPr/>
            <p:nvPr/>
          </p:nvSpPr>
          <p:spPr>
            <a:xfrm>
              <a:off x="3757745" y="321281"/>
              <a:ext cx="149385" cy="149384"/>
            </a:xfrm>
            <a:custGeom>
              <a:avLst/>
              <a:gdLst/>
              <a:ahLst/>
              <a:cxnLst/>
              <a:rect l="l" t="t" r="r" b="b"/>
              <a:pathLst>
                <a:path w="500" h="500" extrusionOk="0">
                  <a:moveTo>
                    <a:pt x="250" y="97"/>
                  </a:moveTo>
                  <a:cubicBezTo>
                    <a:pt x="347" y="97"/>
                    <a:pt x="402" y="171"/>
                    <a:pt x="402" y="250"/>
                  </a:cubicBezTo>
                  <a:cubicBezTo>
                    <a:pt x="402" y="347"/>
                    <a:pt x="347" y="402"/>
                    <a:pt x="250" y="402"/>
                  </a:cubicBezTo>
                  <a:cubicBezTo>
                    <a:pt x="171" y="402"/>
                    <a:pt x="92" y="347"/>
                    <a:pt x="92" y="250"/>
                  </a:cubicBezTo>
                  <a:cubicBezTo>
                    <a:pt x="92" y="171"/>
                    <a:pt x="171" y="97"/>
                    <a:pt x="250" y="97"/>
                  </a:cubicBezTo>
                  <a:close/>
                  <a:moveTo>
                    <a:pt x="250" y="0"/>
                  </a:moveTo>
                  <a:cubicBezTo>
                    <a:pt x="116" y="0"/>
                    <a:pt x="0" y="116"/>
                    <a:pt x="0" y="250"/>
                  </a:cubicBezTo>
                  <a:cubicBezTo>
                    <a:pt x="0" y="384"/>
                    <a:pt x="116" y="499"/>
                    <a:pt x="250" y="499"/>
                  </a:cubicBezTo>
                  <a:cubicBezTo>
                    <a:pt x="384" y="499"/>
                    <a:pt x="499" y="384"/>
                    <a:pt x="499" y="250"/>
                  </a:cubicBezTo>
                  <a:cubicBezTo>
                    <a:pt x="499" y="116"/>
                    <a:pt x="384" y="0"/>
                    <a:pt x="250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29"/>
            <p:cNvSpPr/>
            <p:nvPr/>
          </p:nvSpPr>
          <p:spPr>
            <a:xfrm>
              <a:off x="2105705" y="597343"/>
              <a:ext cx="356433" cy="98295"/>
            </a:xfrm>
            <a:custGeom>
              <a:avLst/>
              <a:gdLst/>
              <a:ahLst/>
              <a:cxnLst/>
              <a:rect l="l" t="t" r="r" b="b"/>
              <a:pathLst>
                <a:path w="1193" h="329" extrusionOk="0">
                  <a:moveTo>
                    <a:pt x="171" y="0"/>
                  </a:moveTo>
                  <a:cubicBezTo>
                    <a:pt x="74" y="0"/>
                    <a:pt x="0" y="79"/>
                    <a:pt x="0" y="153"/>
                  </a:cubicBezTo>
                  <a:cubicBezTo>
                    <a:pt x="0" y="250"/>
                    <a:pt x="74" y="328"/>
                    <a:pt x="171" y="328"/>
                  </a:cubicBezTo>
                  <a:lnTo>
                    <a:pt x="1040" y="328"/>
                  </a:lnTo>
                  <a:cubicBezTo>
                    <a:pt x="1114" y="328"/>
                    <a:pt x="1192" y="250"/>
                    <a:pt x="1192" y="153"/>
                  </a:cubicBezTo>
                  <a:cubicBezTo>
                    <a:pt x="1192" y="79"/>
                    <a:pt x="1114" y="0"/>
                    <a:pt x="10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29"/>
            <p:cNvSpPr/>
            <p:nvPr/>
          </p:nvSpPr>
          <p:spPr>
            <a:xfrm>
              <a:off x="2093157" y="586288"/>
              <a:ext cx="380035" cy="120403"/>
            </a:xfrm>
            <a:custGeom>
              <a:avLst/>
              <a:gdLst/>
              <a:ahLst/>
              <a:cxnLst/>
              <a:rect l="l" t="t" r="r" b="b"/>
              <a:pathLst>
                <a:path w="1272" h="403" extrusionOk="0">
                  <a:moveTo>
                    <a:pt x="1082" y="74"/>
                  </a:moveTo>
                  <a:cubicBezTo>
                    <a:pt x="1137" y="74"/>
                    <a:pt x="1198" y="134"/>
                    <a:pt x="1198" y="190"/>
                  </a:cubicBezTo>
                  <a:cubicBezTo>
                    <a:pt x="1198" y="268"/>
                    <a:pt x="1137" y="305"/>
                    <a:pt x="1082" y="305"/>
                  </a:cubicBezTo>
                  <a:lnTo>
                    <a:pt x="213" y="305"/>
                  </a:lnTo>
                  <a:cubicBezTo>
                    <a:pt x="135" y="305"/>
                    <a:pt x="98" y="268"/>
                    <a:pt x="98" y="190"/>
                  </a:cubicBezTo>
                  <a:cubicBezTo>
                    <a:pt x="98" y="134"/>
                    <a:pt x="135" y="74"/>
                    <a:pt x="213" y="74"/>
                  </a:cubicBezTo>
                  <a:close/>
                  <a:moveTo>
                    <a:pt x="213" y="0"/>
                  </a:moveTo>
                  <a:cubicBezTo>
                    <a:pt x="98" y="0"/>
                    <a:pt x="1" y="74"/>
                    <a:pt x="1" y="190"/>
                  </a:cubicBezTo>
                  <a:cubicBezTo>
                    <a:pt x="1" y="305"/>
                    <a:pt x="98" y="402"/>
                    <a:pt x="213" y="402"/>
                  </a:cubicBezTo>
                  <a:lnTo>
                    <a:pt x="1082" y="402"/>
                  </a:lnTo>
                  <a:cubicBezTo>
                    <a:pt x="1174" y="402"/>
                    <a:pt x="1271" y="305"/>
                    <a:pt x="1271" y="190"/>
                  </a:cubicBezTo>
                  <a:cubicBezTo>
                    <a:pt x="1271" y="74"/>
                    <a:pt x="1174" y="0"/>
                    <a:pt x="1082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29"/>
            <p:cNvSpPr/>
            <p:nvPr/>
          </p:nvSpPr>
          <p:spPr>
            <a:xfrm>
              <a:off x="2105705" y="1200557"/>
              <a:ext cx="356433" cy="92618"/>
            </a:xfrm>
            <a:custGeom>
              <a:avLst/>
              <a:gdLst/>
              <a:ahLst/>
              <a:cxnLst/>
              <a:rect l="l" t="t" r="r" b="b"/>
              <a:pathLst>
                <a:path w="1193" h="310" extrusionOk="0">
                  <a:moveTo>
                    <a:pt x="171" y="0"/>
                  </a:moveTo>
                  <a:cubicBezTo>
                    <a:pt x="74" y="0"/>
                    <a:pt x="0" y="60"/>
                    <a:pt x="0" y="158"/>
                  </a:cubicBezTo>
                  <a:cubicBezTo>
                    <a:pt x="0" y="255"/>
                    <a:pt x="74" y="310"/>
                    <a:pt x="171" y="310"/>
                  </a:cubicBezTo>
                  <a:lnTo>
                    <a:pt x="1040" y="310"/>
                  </a:lnTo>
                  <a:cubicBezTo>
                    <a:pt x="1114" y="310"/>
                    <a:pt x="1192" y="255"/>
                    <a:pt x="1192" y="158"/>
                  </a:cubicBezTo>
                  <a:cubicBezTo>
                    <a:pt x="1192" y="60"/>
                    <a:pt x="1114" y="0"/>
                    <a:pt x="10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29"/>
            <p:cNvSpPr/>
            <p:nvPr/>
          </p:nvSpPr>
          <p:spPr>
            <a:xfrm>
              <a:off x="2093157" y="1183826"/>
              <a:ext cx="380035" cy="127574"/>
            </a:xfrm>
            <a:custGeom>
              <a:avLst/>
              <a:gdLst/>
              <a:ahLst/>
              <a:cxnLst/>
              <a:rect l="l" t="t" r="r" b="b"/>
              <a:pathLst>
                <a:path w="1272" h="427" extrusionOk="0">
                  <a:moveTo>
                    <a:pt x="1082" y="98"/>
                  </a:moveTo>
                  <a:cubicBezTo>
                    <a:pt x="1137" y="98"/>
                    <a:pt x="1198" y="153"/>
                    <a:pt x="1198" y="214"/>
                  </a:cubicBezTo>
                  <a:cubicBezTo>
                    <a:pt x="1198" y="269"/>
                    <a:pt x="1137" y="329"/>
                    <a:pt x="1082" y="329"/>
                  </a:cubicBezTo>
                  <a:lnTo>
                    <a:pt x="213" y="329"/>
                  </a:lnTo>
                  <a:cubicBezTo>
                    <a:pt x="135" y="329"/>
                    <a:pt x="98" y="269"/>
                    <a:pt x="98" y="214"/>
                  </a:cubicBezTo>
                  <a:cubicBezTo>
                    <a:pt x="98" y="153"/>
                    <a:pt x="135" y="98"/>
                    <a:pt x="213" y="98"/>
                  </a:cubicBezTo>
                  <a:close/>
                  <a:moveTo>
                    <a:pt x="213" y="1"/>
                  </a:moveTo>
                  <a:cubicBezTo>
                    <a:pt x="98" y="1"/>
                    <a:pt x="1" y="98"/>
                    <a:pt x="1" y="214"/>
                  </a:cubicBezTo>
                  <a:cubicBezTo>
                    <a:pt x="1" y="329"/>
                    <a:pt x="98" y="426"/>
                    <a:pt x="213" y="426"/>
                  </a:cubicBezTo>
                  <a:lnTo>
                    <a:pt x="1082" y="426"/>
                  </a:lnTo>
                  <a:cubicBezTo>
                    <a:pt x="1174" y="426"/>
                    <a:pt x="1271" y="329"/>
                    <a:pt x="1271" y="214"/>
                  </a:cubicBezTo>
                  <a:cubicBezTo>
                    <a:pt x="1271" y="98"/>
                    <a:pt x="1174" y="1"/>
                    <a:pt x="1082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29"/>
            <p:cNvSpPr/>
            <p:nvPr/>
          </p:nvSpPr>
          <p:spPr>
            <a:xfrm>
              <a:off x="2105705" y="1828569"/>
              <a:ext cx="356433" cy="97099"/>
            </a:xfrm>
            <a:custGeom>
              <a:avLst/>
              <a:gdLst/>
              <a:ahLst/>
              <a:cxnLst/>
              <a:rect l="l" t="t" r="r" b="b"/>
              <a:pathLst>
                <a:path w="1193" h="325" extrusionOk="0">
                  <a:moveTo>
                    <a:pt x="171" y="1"/>
                  </a:moveTo>
                  <a:cubicBezTo>
                    <a:pt x="74" y="1"/>
                    <a:pt x="0" y="75"/>
                    <a:pt x="0" y="172"/>
                  </a:cubicBezTo>
                  <a:cubicBezTo>
                    <a:pt x="0" y="269"/>
                    <a:pt x="74" y="324"/>
                    <a:pt x="171" y="324"/>
                  </a:cubicBezTo>
                  <a:lnTo>
                    <a:pt x="1040" y="324"/>
                  </a:lnTo>
                  <a:cubicBezTo>
                    <a:pt x="1114" y="324"/>
                    <a:pt x="1192" y="269"/>
                    <a:pt x="1192" y="172"/>
                  </a:cubicBezTo>
                  <a:cubicBezTo>
                    <a:pt x="1192" y="75"/>
                    <a:pt x="1114" y="1"/>
                    <a:pt x="10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29"/>
            <p:cNvSpPr/>
            <p:nvPr/>
          </p:nvSpPr>
          <p:spPr>
            <a:xfrm>
              <a:off x="2093157" y="1816319"/>
              <a:ext cx="380035" cy="127275"/>
            </a:xfrm>
            <a:custGeom>
              <a:avLst/>
              <a:gdLst/>
              <a:ahLst/>
              <a:cxnLst/>
              <a:rect l="l" t="t" r="r" b="b"/>
              <a:pathLst>
                <a:path w="1272" h="426" extrusionOk="0">
                  <a:moveTo>
                    <a:pt x="1082" y="97"/>
                  </a:moveTo>
                  <a:cubicBezTo>
                    <a:pt x="1137" y="97"/>
                    <a:pt x="1198" y="134"/>
                    <a:pt x="1198" y="213"/>
                  </a:cubicBezTo>
                  <a:cubicBezTo>
                    <a:pt x="1198" y="273"/>
                    <a:pt x="1137" y="328"/>
                    <a:pt x="1082" y="328"/>
                  </a:cubicBezTo>
                  <a:lnTo>
                    <a:pt x="213" y="328"/>
                  </a:lnTo>
                  <a:cubicBezTo>
                    <a:pt x="135" y="328"/>
                    <a:pt x="98" y="273"/>
                    <a:pt x="98" y="213"/>
                  </a:cubicBezTo>
                  <a:cubicBezTo>
                    <a:pt x="98" y="134"/>
                    <a:pt x="135" y="97"/>
                    <a:pt x="213" y="97"/>
                  </a:cubicBezTo>
                  <a:close/>
                  <a:moveTo>
                    <a:pt x="213" y="0"/>
                  </a:moveTo>
                  <a:cubicBezTo>
                    <a:pt x="98" y="0"/>
                    <a:pt x="1" y="97"/>
                    <a:pt x="1" y="213"/>
                  </a:cubicBezTo>
                  <a:cubicBezTo>
                    <a:pt x="1" y="328"/>
                    <a:pt x="98" y="425"/>
                    <a:pt x="213" y="425"/>
                  </a:cubicBezTo>
                  <a:lnTo>
                    <a:pt x="1082" y="425"/>
                  </a:lnTo>
                  <a:cubicBezTo>
                    <a:pt x="1174" y="425"/>
                    <a:pt x="1271" y="328"/>
                    <a:pt x="1271" y="213"/>
                  </a:cubicBezTo>
                  <a:cubicBezTo>
                    <a:pt x="1271" y="97"/>
                    <a:pt x="1174" y="0"/>
                    <a:pt x="1082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29"/>
            <p:cNvSpPr/>
            <p:nvPr/>
          </p:nvSpPr>
          <p:spPr>
            <a:xfrm>
              <a:off x="2485441" y="597343"/>
              <a:ext cx="1397347" cy="98295"/>
            </a:xfrm>
            <a:custGeom>
              <a:avLst/>
              <a:gdLst/>
              <a:ahLst/>
              <a:cxnLst/>
              <a:rect l="l" t="t" r="r" b="b"/>
              <a:pathLst>
                <a:path w="4677" h="329" extrusionOk="0">
                  <a:moveTo>
                    <a:pt x="153" y="0"/>
                  </a:moveTo>
                  <a:cubicBezTo>
                    <a:pt x="74" y="0"/>
                    <a:pt x="0" y="79"/>
                    <a:pt x="0" y="153"/>
                  </a:cubicBezTo>
                  <a:cubicBezTo>
                    <a:pt x="0" y="250"/>
                    <a:pt x="74" y="328"/>
                    <a:pt x="153" y="328"/>
                  </a:cubicBezTo>
                  <a:lnTo>
                    <a:pt x="4524" y="328"/>
                  </a:lnTo>
                  <a:cubicBezTo>
                    <a:pt x="4621" y="328"/>
                    <a:pt x="4676" y="250"/>
                    <a:pt x="4676" y="153"/>
                  </a:cubicBezTo>
                  <a:cubicBezTo>
                    <a:pt x="4676" y="79"/>
                    <a:pt x="4621" y="0"/>
                    <a:pt x="452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29"/>
            <p:cNvSpPr/>
            <p:nvPr/>
          </p:nvSpPr>
          <p:spPr>
            <a:xfrm>
              <a:off x="2472893" y="586288"/>
              <a:ext cx="1427822" cy="120403"/>
            </a:xfrm>
            <a:custGeom>
              <a:avLst/>
              <a:gdLst/>
              <a:ahLst/>
              <a:cxnLst/>
              <a:rect l="l" t="t" r="r" b="b"/>
              <a:pathLst>
                <a:path w="4779" h="403" extrusionOk="0">
                  <a:moveTo>
                    <a:pt x="4566" y="74"/>
                  </a:moveTo>
                  <a:cubicBezTo>
                    <a:pt x="4640" y="74"/>
                    <a:pt x="4681" y="134"/>
                    <a:pt x="4681" y="190"/>
                  </a:cubicBezTo>
                  <a:cubicBezTo>
                    <a:pt x="4681" y="268"/>
                    <a:pt x="4640" y="305"/>
                    <a:pt x="4566" y="305"/>
                  </a:cubicBezTo>
                  <a:lnTo>
                    <a:pt x="195" y="305"/>
                  </a:lnTo>
                  <a:cubicBezTo>
                    <a:pt x="134" y="305"/>
                    <a:pt x="79" y="268"/>
                    <a:pt x="79" y="190"/>
                  </a:cubicBezTo>
                  <a:cubicBezTo>
                    <a:pt x="79" y="134"/>
                    <a:pt x="134" y="74"/>
                    <a:pt x="195" y="74"/>
                  </a:cubicBezTo>
                  <a:close/>
                  <a:moveTo>
                    <a:pt x="195" y="0"/>
                  </a:moveTo>
                  <a:cubicBezTo>
                    <a:pt x="97" y="0"/>
                    <a:pt x="0" y="74"/>
                    <a:pt x="0" y="190"/>
                  </a:cubicBezTo>
                  <a:cubicBezTo>
                    <a:pt x="0" y="305"/>
                    <a:pt x="97" y="402"/>
                    <a:pt x="195" y="402"/>
                  </a:cubicBezTo>
                  <a:lnTo>
                    <a:pt x="4566" y="402"/>
                  </a:lnTo>
                  <a:cubicBezTo>
                    <a:pt x="4681" y="402"/>
                    <a:pt x="4778" y="305"/>
                    <a:pt x="4778" y="190"/>
                  </a:cubicBezTo>
                  <a:cubicBezTo>
                    <a:pt x="4778" y="74"/>
                    <a:pt x="4681" y="0"/>
                    <a:pt x="4566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29"/>
            <p:cNvSpPr/>
            <p:nvPr/>
          </p:nvSpPr>
          <p:spPr>
            <a:xfrm>
              <a:off x="2485441" y="1200557"/>
              <a:ext cx="1397347" cy="92618"/>
            </a:xfrm>
            <a:custGeom>
              <a:avLst/>
              <a:gdLst/>
              <a:ahLst/>
              <a:cxnLst/>
              <a:rect l="l" t="t" r="r" b="b"/>
              <a:pathLst>
                <a:path w="4677" h="310" extrusionOk="0">
                  <a:moveTo>
                    <a:pt x="153" y="0"/>
                  </a:moveTo>
                  <a:cubicBezTo>
                    <a:pt x="74" y="0"/>
                    <a:pt x="0" y="60"/>
                    <a:pt x="0" y="158"/>
                  </a:cubicBezTo>
                  <a:cubicBezTo>
                    <a:pt x="0" y="255"/>
                    <a:pt x="74" y="310"/>
                    <a:pt x="153" y="310"/>
                  </a:cubicBezTo>
                  <a:lnTo>
                    <a:pt x="4524" y="310"/>
                  </a:lnTo>
                  <a:cubicBezTo>
                    <a:pt x="4621" y="310"/>
                    <a:pt x="4676" y="255"/>
                    <a:pt x="4676" y="158"/>
                  </a:cubicBezTo>
                  <a:cubicBezTo>
                    <a:pt x="4676" y="60"/>
                    <a:pt x="4621" y="0"/>
                    <a:pt x="452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29"/>
            <p:cNvSpPr/>
            <p:nvPr/>
          </p:nvSpPr>
          <p:spPr>
            <a:xfrm>
              <a:off x="2472893" y="1183826"/>
              <a:ext cx="1427822" cy="127574"/>
            </a:xfrm>
            <a:custGeom>
              <a:avLst/>
              <a:gdLst/>
              <a:ahLst/>
              <a:cxnLst/>
              <a:rect l="l" t="t" r="r" b="b"/>
              <a:pathLst>
                <a:path w="4779" h="427" extrusionOk="0">
                  <a:moveTo>
                    <a:pt x="4566" y="98"/>
                  </a:moveTo>
                  <a:cubicBezTo>
                    <a:pt x="4640" y="98"/>
                    <a:pt x="4681" y="153"/>
                    <a:pt x="4681" y="214"/>
                  </a:cubicBezTo>
                  <a:cubicBezTo>
                    <a:pt x="4681" y="269"/>
                    <a:pt x="4640" y="329"/>
                    <a:pt x="4566" y="329"/>
                  </a:cubicBezTo>
                  <a:lnTo>
                    <a:pt x="195" y="329"/>
                  </a:lnTo>
                  <a:cubicBezTo>
                    <a:pt x="134" y="329"/>
                    <a:pt x="79" y="269"/>
                    <a:pt x="79" y="214"/>
                  </a:cubicBezTo>
                  <a:cubicBezTo>
                    <a:pt x="79" y="153"/>
                    <a:pt x="134" y="98"/>
                    <a:pt x="195" y="98"/>
                  </a:cubicBezTo>
                  <a:close/>
                  <a:moveTo>
                    <a:pt x="195" y="1"/>
                  </a:moveTo>
                  <a:cubicBezTo>
                    <a:pt x="97" y="1"/>
                    <a:pt x="0" y="98"/>
                    <a:pt x="0" y="214"/>
                  </a:cubicBezTo>
                  <a:cubicBezTo>
                    <a:pt x="0" y="329"/>
                    <a:pt x="97" y="426"/>
                    <a:pt x="195" y="426"/>
                  </a:cubicBezTo>
                  <a:lnTo>
                    <a:pt x="4566" y="426"/>
                  </a:lnTo>
                  <a:cubicBezTo>
                    <a:pt x="4681" y="426"/>
                    <a:pt x="4778" y="329"/>
                    <a:pt x="4778" y="214"/>
                  </a:cubicBezTo>
                  <a:cubicBezTo>
                    <a:pt x="4778" y="98"/>
                    <a:pt x="4681" y="1"/>
                    <a:pt x="4566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29"/>
            <p:cNvSpPr/>
            <p:nvPr/>
          </p:nvSpPr>
          <p:spPr>
            <a:xfrm>
              <a:off x="2485441" y="1828569"/>
              <a:ext cx="1397347" cy="97099"/>
            </a:xfrm>
            <a:custGeom>
              <a:avLst/>
              <a:gdLst/>
              <a:ahLst/>
              <a:cxnLst/>
              <a:rect l="l" t="t" r="r" b="b"/>
              <a:pathLst>
                <a:path w="4677" h="325" extrusionOk="0">
                  <a:moveTo>
                    <a:pt x="153" y="1"/>
                  </a:moveTo>
                  <a:cubicBezTo>
                    <a:pt x="74" y="1"/>
                    <a:pt x="0" y="75"/>
                    <a:pt x="0" y="172"/>
                  </a:cubicBezTo>
                  <a:cubicBezTo>
                    <a:pt x="0" y="269"/>
                    <a:pt x="74" y="324"/>
                    <a:pt x="153" y="324"/>
                  </a:cubicBezTo>
                  <a:lnTo>
                    <a:pt x="4524" y="324"/>
                  </a:lnTo>
                  <a:cubicBezTo>
                    <a:pt x="4621" y="324"/>
                    <a:pt x="4676" y="269"/>
                    <a:pt x="4676" y="172"/>
                  </a:cubicBezTo>
                  <a:cubicBezTo>
                    <a:pt x="4676" y="75"/>
                    <a:pt x="4621" y="1"/>
                    <a:pt x="452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29"/>
            <p:cNvSpPr/>
            <p:nvPr/>
          </p:nvSpPr>
          <p:spPr>
            <a:xfrm>
              <a:off x="2472893" y="1816319"/>
              <a:ext cx="1427822" cy="127275"/>
            </a:xfrm>
            <a:custGeom>
              <a:avLst/>
              <a:gdLst/>
              <a:ahLst/>
              <a:cxnLst/>
              <a:rect l="l" t="t" r="r" b="b"/>
              <a:pathLst>
                <a:path w="4779" h="426" extrusionOk="0">
                  <a:moveTo>
                    <a:pt x="4566" y="97"/>
                  </a:moveTo>
                  <a:cubicBezTo>
                    <a:pt x="4640" y="97"/>
                    <a:pt x="4681" y="134"/>
                    <a:pt x="4681" y="213"/>
                  </a:cubicBezTo>
                  <a:cubicBezTo>
                    <a:pt x="4681" y="273"/>
                    <a:pt x="4640" y="328"/>
                    <a:pt x="4566" y="328"/>
                  </a:cubicBezTo>
                  <a:lnTo>
                    <a:pt x="195" y="328"/>
                  </a:lnTo>
                  <a:cubicBezTo>
                    <a:pt x="134" y="328"/>
                    <a:pt x="79" y="273"/>
                    <a:pt x="79" y="213"/>
                  </a:cubicBezTo>
                  <a:cubicBezTo>
                    <a:pt x="79" y="134"/>
                    <a:pt x="134" y="97"/>
                    <a:pt x="195" y="97"/>
                  </a:cubicBezTo>
                  <a:close/>
                  <a:moveTo>
                    <a:pt x="195" y="0"/>
                  </a:moveTo>
                  <a:cubicBezTo>
                    <a:pt x="97" y="0"/>
                    <a:pt x="0" y="97"/>
                    <a:pt x="0" y="213"/>
                  </a:cubicBezTo>
                  <a:cubicBezTo>
                    <a:pt x="0" y="328"/>
                    <a:pt x="97" y="425"/>
                    <a:pt x="195" y="425"/>
                  </a:cubicBezTo>
                  <a:lnTo>
                    <a:pt x="4566" y="425"/>
                  </a:lnTo>
                  <a:cubicBezTo>
                    <a:pt x="4681" y="425"/>
                    <a:pt x="4778" y="328"/>
                    <a:pt x="4778" y="213"/>
                  </a:cubicBezTo>
                  <a:cubicBezTo>
                    <a:pt x="4778" y="97"/>
                    <a:pt x="4681" y="0"/>
                    <a:pt x="4566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29"/>
            <p:cNvSpPr/>
            <p:nvPr/>
          </p:nvSpPr>
          <p:spPr>
            <a:xfrm>
              <a:off x="2127814" y="746428"/>
              <a:ext cx="1754975" cy="98295"/>
            </a:xfrm>
            <a:custGeom>
              <a:avLst/>
              <a:gdLst/>
              <a:ahLst/>
              <a:cxnLst/>
              <a:rect l="l" t="t" r="r" b="b"/>
              <a:pathLst>
                <a:path w="5874" h="329" extrusionOk="0">
                  <a:moveTo>
                    <a:pt x="157" y="0"/>
                  </a:moveTo>
                  <a:cubicBezTo>
                    <a:pt x="79" y="0"/>
                    <a:pt x="0" y="79"/>
                    <a:pt x="0" y="157"/>
                  </a:cubicBezTo>
                  <a:lnTo>
                    <a:pt x="0" y="176"/>
                  </a:lnTo>
                  <a:cubicBezTo>
                    <a:pt x="0" y="250"/>
                    <a:pt x="79" y="328"/>
                    <a:pt x="157" y="328"/>
                  </a:cubicBezTo>
                  <a:lnTo>
                    <a:pt x="5721" y="328"/>
                  </a:lnTo>
                  <a:cubicBezTo>
                    <a:pt x="5818" y="328"/>
                    <a:pt x="5873" y="250"/>
                    <a:pt x="5873" y="176"/>
                  </a:cubicBezTo>
                  <a:lnTo>
                    <a:pt x="5873" y="157"/>
                  </a:lnTo>
                  <a:cubicBezTo>
                    <a:pt x="5873" y="79"/>
                    <a:pt x="5818" y="0"/>
                    <a:pt x="57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29"/>
            <p:cNvSpPr/>
            <p:nvPr/>
          </p:nvSpPr>
          <p:spPr>
            <a:xfrm>
              <a:off x="2116760" y="735374"/>
              <a:ext cx="1783956" cy="120403"/>
            </a:xfrm>
            <a:custGeom>
              <a:avLst/>
              <a:gdLst/>
              <a:ahLst/>
              <a:cxnLst/>
              <a:rect l="l" t="t" r="r" b="b"/>
              <a:pathLst>
                <a:path w="5971" h="403" extrusionOk="0">
                  <a:moveTo>
                    <a:pt x="5758" y="79"/>
                  </a:moveTo>
                  <a:cubicBezTo>
                    <a:pt x="5832" y="79"/>
                    <a:pt x="5873" y="134"/>
                    <a:pt x="5873" y="194"/>
                  </a:cubicBezTo>
                  <a:lnTo>
                    <a:pt x="5873" y="213"/>
                  </a:lnTo>
                  <a:cubicBezTo>
                    <a:pt x="5873" y="268"/>
                    <a:pt x="5832" y="328"/>
                    <a:pt x="5758" y="328"/>
                  </a:cubicBezTo>
                  <a:lnTo>
                    <a:pt x="194" y="328"/>
                  </a:lnTo>
                  <a:cubicBezTo>
                    <a:pt x="134" y="328"/>
                    <a:pt x="79" y="268"/>
                    <a:pt x="79" y="213"/>
                  </a:cubicBezTo>
                  <a:lnTo>
                    <a:pt x="79" y="194"/>
                  </a:lnTo>
                  <a:cubicBezTo>
                    <a:pt x="79" y="134"/>
                    <a:pt x="134" y="79"/>
                    <a:pt x="194" y="79"/>
                  </a:cubicBezTo>
                  <a:close/>
                  <a:moveTo>
                    <a:pt x="194" y="0"/>
                  </a:moveTo>
                  <a:cubicBezTo>
                    <a:pt x="79" y="0"/>
                    <a:pt x="0" y="97"/>
                    <a:pt x="0" y="194"/>
                  </a:cubicBezTo>
                  <a:lnTo>
                    <a:pt x="0" y="213"/>
                  </a:lnTo>
                  <a:cubicBezTo>
                    <a:pt x="0" y="310"/>
                    <a:pt x="79" y="402"/>
                    <a:pt x="194" y="402"/>
                  </a:cubicBezTo>
                  <a:lnTo>
                    <a:pt x="5758" y="402"/>
                  </a:lnTo>
                  <a:cubicBezTo>
                    <a:pt x="5873" y="402"/>
                    <a:pt x="5970" y="310"/>
                    <a:pt x="5970" y="213"/>
                  </a:cubicBezTo>
                  <a:lnTo>
                    <a:pt x="5970" y="194"/>
                  </a:lnTo>
                  <a:cubicBezTo>
                    <a:pt x="5970" y="97"/>
                    <a:pt x="5873" y="0"/>
                    <a:pt x="5758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29"/>
            <p:cNvSpPr/>
            <p:nvPr/>
          </p:nvSpPr>
          <p:spPr>
            <a:xfrm>
              <a:off x="2127814" y="1351136"/>
              <a:ext cx="1754975" cy="98295"/>
            </a:xfrm>
            <a:custGeom>
              <a:avLst/>
              <a:gdLst/>
              <a:ahLst/>
              <a:cxnLst/>
              <a:rect l="l" t="t" r="r" b="b"/>
              <a:pathLst>
                <a:path w="5874" h="329" extrusionOk="0">
                  <a:moveTo>
                    <a:pt x="157" y="0"/>
                  </a:moveTo>
                  <a:cubicBezTo>
                    <a:pt x="79" y="0"/>
                    <a:pt x="0" y="74"/>
                    <a:pt x="0" y="153"/>
                  </a:cubicBezTo>
                  <a:cubicBezTo>
                    <a:pt x="0" y="250"/>
                    <a:pt x="79" y="328"/>
                    <a:pt x="157" y="328"/>
                  </a:cubicBezTo>
                  <a:lnTo>
                    <a:pt x="5721" y="328"/>
                  </a:lnTo>
                  <a:cubicBezTo>
                    <a:pt x="5818" y="328"/>
                    <a:pt x="5873" y="250"/>
                    <a:pt x="5873" y="153"/>
                  </a:cubicBezTo>
                  <a:cubicBezTo>
                    <a:pt x="5873" y="74"/>
                    <a:pt x="5818" y="0"/>
                    <a:pt x="57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29"/>
            <p:cNvSpPr/>
            <p:nvPr/>
          </p:nvSpPr>
          <p:spPr>
            <a:xfrm>
              <a:off x="2116760" y="1338588"/>
              <a:ext cx="1783956" cy="121897"/>
            </a:xfrm>
            <a:custGeom>
              <a:avLst/>
              <a:gdLst/>
              <a:ahLst/>
              <a:cxnLst/>
              <a:rect l="l" t="t" r="r" b="b"/>
              <a:pathLst>
                <a:path w="5971" h="408" extrusionOk="0">
                  <a:moveTo>
                    <a:pt x="5758" y="79"/>
                  </a:moveTo>
                  <a:cubicBezTo>
                    <a:pt x="5832" y="79"/>
                    <a:pt x="5873" y="139"/>
                    <a:pt x="5873" y="195"/>
                  </a:cubicBezTo>
                  <a:cubicBezTo>
                    <a:pt x="5873" y="273"/>
                    <a:pt x="5832" y="310"/>
                    <a:pt x="5758" y="310"/>
                  </a:cubicBezTo>
                  <a:lnTo>
                    <a:pt x="194" y="310"/>
                  </a:lnTo>
                  <a:cubicBezTo>
                    <a:pt x="134" y="310"/>
                    <a:pt x="79" y="273"/>
                    <a:pt x="79" y="195"/>
                  </a:cubicBezTo>
                  <a:cubicBezTo>
                    <a:pt x="79" y="139"/>
                    <a:pt x="134" y="79"/>
                    <a:pt x="194" y="79"/>
                  </a:cubicBezTo>
                  <a:close/>
                  <a:moveTo>
                    <a:pt x="194" y="0"/>
                  </a:moveTo>
                  <a:cubicBezTo>
                    <a:pt x="79" y="0"/>
                    <a:pt x="0" y="79"/>
                    <a:pt x="0" y="195"/>
                  </a:cubicBezTo>
                  <a:cubicBezTo>
                    <a:pt x="0" y="310"/>
                    <a:pt x="79" y="407"/>
                    <a:pt x="194" y="407"/>
                  </a:cubicBezTo>
                  <a:lnTo>
                    <a:pt x="5758" y="407"/>
                  </a:lnTo>
                  <a:cubicBezTo>
                    <a:pt x="5873" y="407"/>
                    <a:pt x="5970" y="310"/>
                    <a:pt x="5970" y="195"/>
                  </a:cubicBezTo>
                  <a:cubicBezTo>
                    <a:pt x="5970" y="79"/>
                    <a:pt x="5873" y="0"/>
                    <a:pt x="5758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29"/>
            <p:cNvSpPr/>
            <p:nvPr/>
          </p:nvSpPr>
          <p:spPr>
            <a:xfrm>
              <a:off x="2127814" y="1983331"/>
              <a:ext cx="1754975" cy="92618"/>
            </a:xfrm>
            <a:custGeom>
              <a:avLst/>
              <a:gdLst/>
              <a:ahLst/>
              <a:cxnLst/>
              <a:rect l="l" t="t" r="r" b="b"/>
              <a:pathLst>
                <a:path w="5874" h="310" extrusionOk="0">
                  <a:moveTo>
                    <a:pt x="157" y="0"/>
                  </a:moveTo>
                  <a:cubicBezTo>
                    <a:pt x="79" y="0"/>
                    <a:pt x="0" y="60"/>
                    <a:pt x="0" y="153"/>
                  </a:cubicBezTo>
                  <a:cubicBezTo>
                    <a:pt x="0" y="250"/>
                    <a:pt x="79" y="310"/>
                    <a:pt x="157" y="310"/>
                  </a:cubicBezTo>
                  <a:lnTo>
                    <a:pt x="5721" y="310"/>
                  </a:lnTo>
                  <a:cubicBezTo>
                    <a:pt x="5818" y="310"/>
                    <a:pt x="5873" y="250"/>
                    <a:pt x="5873" y="153"/>
                  </a:cubicBezTo>
                  <a:cubicBezTo>
                    <a:pt x="5873" y="60"/>
                    <a:pt x="5818" y="0"/>
                    <a:pt x="57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29"/>
            <p:cNvSpPr/>
            <p:nvPr/>
          </p:nvSpPr>
          <p:spPr>
            <a:xfrm>
              <a:off x="2116760" y="1966600"/>
              <a:ext cx="1783956" cy="126080"/>
            </a:xfrm>
            <a:custGeom>
              <a:avLst/>
              <a:gdLst/>
              <a:ahLst/>
              <a:cxnLst/>
              <a:rect l="l" t="t" r="r" b="b"/>
              <a:pathLst>
                <a:path w="5971" h="422" extrusionOk="0">
                  <a:moveTo>
                    <a:pt x="5758" y="93"/>
                  </a:moveTo>
                  <a:cubicBezTo>
                    <a:pt x="5832" y="93"/>
                    <a:pt x="5873" y="153"/>
                    <a:pt x="5873" y="209"/>
                  </a:cubicBezTo>
                  <a:cubicBezTo>
                    <a:pt x="5873" y="287"/>
                    <a:pt x="5832" y="324"/>
                    <a:pt x="5758" y="324"/>
                  </a:cubicBezTo>
                  <a:lnTo>
                    <a:pt x="194" y="324"/>
                  </a:lnTo>
                  <a:cubicBezTo>
                    <a:pt x="134" y="324"/>
                    <a:pt x="79" y="287"/>
                    <a:pt x="79" y="209"/>
                  </a:cubicBezTo>
                  <a:cubicBezTo>
                    <a:pt x="79" y="153"/>
                    <a:pt x="134" y="93"/>
                    <a:pt x="194" y="93"/>
                  </a:cubicBezTo>
                  <a:close/>
                  <a:moveTo>
                    <a:pt x="194" y="1"/>
                  </a:moveTo>
                  <a:cubicBezTo>
                    <a:pt x="79" y="1"/>
                    <a:pt x="0" y="93"/>
                    <a:pt x="0" y="209"/>
                  </a:cubicBezTo>
                  <a:cubicBezTo>
                    <a:pt x="0" y="324"/>
                    <a:pt x="79" y="421"/>
                    <a:pt x="194" y="421"/>
                  </a:cubicBezTo>
                  <a:lnTo>
                    <a:pt x="5758" y="421"/>
                  </a:lnTo>
                  <a:cubicBezTo>
                    <a:pt x="5873" y="421"/>
                    <a:pt x="5970" y="324"/>
                    <a:pt x="5970" y="209"/>
                  </a:cubicBezTo>
                  <a:cubicBezTo>
                    <a:pt x="5970" y="93"/>
                    <a:pt x="5873" y="1"/>
                    <a:pt x="5758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29"/>
            <p:cNvSpPr/>
            <p:nvPr/>
          </p:nvSpPr>
          <p:spPr>
            <a:xfrm>
              <a:off x="2127814" y="889837"/>
              <a:ext cx="1754975" cy="98295"/>
            </a:xfrm>
            <a:custGeom>
              <a:avLst/>
              <a:gdLst/>
              <a:ahLst/>
              <a:cxnLst/>
              <a:rect l="l" t="t" r="r" b="b"/>
              <a:pathLst>
                <a:path w="5874" h="329" extrusionOk="0">
                  <a:moveTo>
                    <a:pt x="157" y="1"/>
                  </a:moveTo>
                  <a:cubicBezTo>
                    <a:pt x="79" y="1"/>
                    <a:pt x="0" y="79"/>
                    <a:pt x="0" y="158"/>
                  </a:cubicBezTo>
                  <a:lnTo>
                    <a:pt x="0" y="176"/>
                  </a:lnTo>
                  <a:cubicBezTo>
                    <a:pt x="0" y="255"/>
                    <a:pt x="79" y="329"/>
                    <a:pt x="157" y="329"/>
                  </a:cubicBezTo>
                  <a:lnTo>
                    <a:pt x="5721" y="329"/>
                  </a:lnTo>
                  <a:cubicBezTo>
                    <a:pt x="5818" y="329"/>
                    <a:pt x="5873" y="255"/>
                    <a:pt x="5873" y="176"/>
                  </a:cubicBezTo>
                  <a:lnTo>
                    <a:pt x="5873" y="158"/>
                  </a:lnTo>
                  <a:cubicBezTo>
                    <a:pt x="5873" y="79"/>
                    <a:pt x="5818" y="1"/>
                    <a:pt x="572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29"/>
            <p:cNvSpPr/>
            <p:nvPr/>
          </p:nvSpPr>
          <p:spPr>
            <a:xfrm>
              <a:off x="2116760" y="878783"/>
              <a:ext cx="1783956" cy="121897"/>
            </a:xfrm>
            <a:custGeom>
              <a:avLst/>
              <a:gdLst/>
              <a:ahLst/>
              <a:cxnLst/>
              <a:rect l="l" t="t" r="r" b="b"/>
              <a:pathLst>
                <a:path w="5971" h="408" extrusionOk="0">
                  <a:moveTo>
                    <a:pt x="5758" y="79"/>
                  </a:moveTo>
                  <a:cubicBezTo>
                    <a:pt x="5832" y="79"/>
                    <a:pt x="5873" y="135"/>
                    <a:pt x="5873" y="195"/>
                  </a:cubicBezTo>
                  <a:lnTo>
                    <a:pt x="5873" y="213"/>
                  </a:lnTo>
                  <a:cubicBezTo>
                    <a:pt x="5873" y="269"/>
                    <a:pt x="5832" y="310"/>
                    <a:pt x="5758" y="310"/>
                  </a:cubicBezTo>
                  <a:lnTo>
                    <a:pt x="194" y="310"/>
                  </a:lnTo>
                  <a:cubicBezTo>
                    <a:pt x="134" y="310"/>
                    <a:pt x="79" y="269"/>
                    <a:pt x="79" y="213"/>
                  </a:cubicBezTo>
                  <a:lnTo>
                    <a:pt x="79" y="195"/>
                  </a:lnTo>
                  <a:cubicBezTo>
                    <a:pt x="79" y="135"/>
                    <a:pt x="134" y="79"/>
                    <a:pt x="194" y="79"/>
                  </a:cubicBezTo>
                  <a:close/>
                  <a:moveTo>
                    <a:pt x="194" y="1"/>
                  </a:moveTo>
                  <a:cubicBezTo>
                    <a:pt x="79" y="1"/>
                    <a:pt x="0" y="79"/>
                    <a:pt x="0" y="195"/>
                  </a:cubicBezTo>
                  <a:lnTo>
                    <a:pt x="0" y="213"/>
                  </a:lnTo>
                  <a:cubicBezTo>
                    <a:pt x="0" y="310"/>
                    <a:pt x="79" y="407"/>
                    <a:pt x="194" y="407"/>
                  </a:cubicBezTo>
                  <a:lnTo>
                    <a:pt x="5758" y="407"/>
                  </a:lnTo>
                  <a:cubicBezTo>
                    <a:pt x="5873" y="407"/>
                    <a:pt x="5970" y="310"/>
                    <a:pt x="5970" y="213"/>
                  </a:cubicBezTo>
                  <a:lnTo>
                    <a:pt x="5970" y="195"/>
                  </a:lnTo>
                  <a:cubicBezTo>
                    <a:pt x="5970" y="79"/>
                    <a:pt x="5873" y="1"/>
                    <a:pt x="5758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29"/>
            <p:cNvSpPr/>
            <p:nvPr/>
          </p:nvSpPr>
          <p:spPr>
            <a:xfrm>
              <a:off x="2127814" y="1494545"/>
              <a:ext cx="1754975" cy="98295"/>
            </a:xfrm>
            <a:custGeom>
              <a:avLst/>
              <a:gdLst/>
              <a:ahLst/>
              <a:cxnLst/>
              <a:rect l="l" t="t" r="r" b="b"/>
              <a:pathLst>
                <a:path w="5874" h="329" extrusionOk="0">
                  <a:moveTo>
                    <a:pt x="157" y="1"/>
                  </a:moveTo>
                  <a:cubicBezTo>
                    <a:pt x="79" y="1"/>
                    <a:pt x="0" y="56"/>
                    <a:pt x="0" y="153"/>
                  </a:cubicBezTo>
                  <a:cubicBezTo>
                    <a:pt x="0" y="250"/>
                    <a:pt x="79" y="329"/>
                    <a:pt x="157" y="329"/>
                  </a:cubicBezTo>
                  <a:lnTo>
                    <a:pt x="5721" y="329"/>
                  </a:lnTo>
                  <a:cubicBezTo>
                    <a:pt x="5818" y="329"/>
                    <a:pt x="5873" y="250"/>
                    <a:pt x="5873" y="153"/>
                  </a:cubicBezTo>
                  <a:cubicBezTo>
                    <a:pt x="5873" y="56"/>
                    <a:pt x="5818" y="1"/>
                    <a:pt x="57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29"/>
            <p:cNvSpPr/>
            <p:nvPr/>
          </p:nvSpPr>
          <p:spPr>
            <a:xfrm>
              <a:off x="2116760" y="1476619"/>
              <a:ext cx="1783956" cy="127275"/>
            </a:xfrm>
            <a:custGeom>
              <a:avLst/>
              <a:gdLst/>
              <a:ahLst/>
              <a:cxnLst/>
              <a:rect l="l" t="t" r="r" b="b"/>
              <a:pathLst>
                <a:path w="5971" h="426" extrusionOk="0">
                  <a:moveTo>
                    <a:pt x="5758" y="98"/>
                  </a:moveTo>
                  <a:cubicBezTo>
                    <a:pt x="5832" y="98"/>
                    <a:pt x="5873" y="158"/>
                    <a:pt x="5873" y="213"/>
                  </a:cubicBezTo>
                  <a:cubicBezTo>
                    <a:pt x="5873" y="292"/>
                    <a:pt x="5832" y="329"/>
                    <a:pt x="5758" y="329"/>
                  </a:cubicBezTo>
                  <a:lnTo>
                    <a:pt x="194" y="329"/>
                  </a:lnTo>
                  <a:cubicBezTo>
                    <a:pt x="134" y="329"/>
                    <a:pt x="79" y="292"/>
                    <a:pt x="79" y="213"/>
                  </a:cubicBezTo>
                  <a:cubicBezTo>
                    <a:pt x="79" y="158"/>
                    <a:pt x="134" y="98"/>
                    <a:pt x="194" y="98"/>
                  </a:cubicBezTo>
                  <a:close/>
                  <a:moveTo>
                    <a:pt x="194" y="1"/>
                  </a:moveTo>
                  <a:cubicBezTo>
                    <a:pt x="79" y="1"/>
                    <a:pt x="0" y="98"/>
                    <a:pt x="0" y="213"/>
                  </a:cubicBezTo>
                  <a:cubicBezTo>
                    <a:pt x="0" y="329"/>
                    <a:pt x="79" y="426"/>
                    <a:pt x="194" y="426"/>
                  </a:cubicBezTo>
                  <a:lnTo>
                    <a:pt x="5758" y="426"/>
                  </a:lnTo>
                  <a:cubicBezTo>
                    <a:pt x="5873" y="426"/>
                    <a:pt x="5970" y="329"/>
                    <a:pt x="5970" y="213"/>
                  </a:cubicBezTo>
                  <a:cubicBezTo>
                    <a:pt x="5970" y="98"/>
                    <a:pt x="5873" y="1"/>
                    <a:pt x="5758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29"/>
            <p:cNvSpPr/>
            <p:nvPr/>
          </p:nvSpPr>
          <p:spPr>
            <a:xfrm>
              <a:off x="2127814" y="2126740"/>
              <a:ext cx="1754975" cy="92917"/>
            </a:xfrm>
            <a:custGeom>
              <a:avLst/>
              <a:gdLst/>
              <a:ahLst/>
              <a:cxnLst/>
              <a:rect l="l" t="t" r="r" b="b"/>
              <a:pathLst>
                <a:path w="5874" h="311" extrusionOk="0">
                  <a:moveTo>
                    <a:pt x="157" y="1"/>
                  </a:moveTo>
                  <a:cubicBezTo>
                    <a:pt x="79" y="1"/>
                    <a:pt x="0" y="61"/>
                    <a:pt x="0" y="158"/>
                  </a:cubicBezTo>
                  <a:cubicBezTo>
                    <a:pt x="0" y="250"/>
                    <a:pt x="79" y="310"/>
                    <a:pt x="157" y="310"/>
                  </a:cubicBezTo>
                  <a:lnTo>
                    <a:pt x="5721" y="310"/>
                  </a:lnTo>
                  <a:cubicBezTo>
                    <a:pt x="5818" y="310"/>
                    <a:pt x="5873" y="250"/>
                    <a:pt x="5873" y="158"/>
                  </a:cubicBezTo>
                  <a:cubicBezTo>
                    <a:pt x="5873" y="61"/>
                    <a:pt x="5818" y="1"/>
                    <a:pt x="57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29"/>
            <p:cNvSpPr/>
            <p:nvPr/>
          </p:nvSpPr>
          <p:spPr>
            <a:xfrm>
              <a:off x="2116760" y="2110308"/>
              <a:ext cx="1783956" cy="125781"/>
            </a:xfrm>
            <a:custGeom>
              <a:avLst/>
              <a:gdLst/>
              <a:ahLst/>
              <a:cxnLst/>
              <a:rect l="l" t="t" r="r" b="b"/>
              <a:pathLst>
                <a:path w="5971" h="421" extrusionOk="0">
                  <a:moveTo>
                    <a:pt x="5758" y="97"/>
                  </a:moveTo>
                  <a:cubicBezTo>
                    <a:pt x="5832" y="97"/>
                    <a:pt x="5873" y="134"/>
                    <a:pt x="5873" y="213"/>
                  </a:cubicBezTo>
                  <a:cubicBezTo>
                    <a:pt x="5873" y="268"/>
                    <a:pt x="5832" y="328"/>
                    <a:pt x="5758" y="328"/>
                  </a:cubicBezTo>
                  <a:lnTo>
                    <a:pt x="194" y="328"/>
                  </a:lnTo>
                  <a:cubicBezTo>
                    <a:pt x="134" y="328"/>
                    <a:pt x="79" y="268"/>
                    <a:pt x="79" y="213"/>
                  </a:cubicBezTo>
                  <a:cubicBezTo>
                    <a:pt x="79" y="134"/>
                    <a:pt x="134" y="97"/>
                    <a:pt x="194" y="97"/>
                  </a:cubicBezTo>
                  <a:close/>
                  <a:moveTo>
                    <a:pt x="194" y="0"/>
                  </a:moveTo>
                  <a:cubicBezTo>
                    <a:pt x="79" y="0"/>
                    <a:pt x="0" y="97"/>
                    <a:pt x="0" y="213"/>
                  </a:cubicBezTo>
                  <a:cubicBezTo>
                    <a:pt x="0" y="328"/>
                    <a:pt x="79" y="421"/>
                    <a:pt x="194" y="421"/>
                  </a:cubicBezTo>
                  <a:lnTo>
                    <a:pt x="5758" y="421"/>
                  </a:lnTo>
                  <a:cubicBezTo>
                    <a:pt x="5873" y="421"/>
                    <a:pt x="5970" y="328"/>
                    <a:pt x="5970" y="213"/>
                  </a:cubicBezTo>
                  <a:cubicBezTo>
                    <a:pt x="5970" y="97"/>
                    <a:pt x="5873" y="0"/>
                    <a:pt x="5758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29"/>
            <p:cNvSpPr/>
            <p:nvPr/>
          </p:nvSpPr>
          <p:spPr>
            <a:xfrm>
              <a:off x="2127814" y="1045795"/>
              <a:ext cx="875396" cy="98295"/>
            </a:xfrm>
            <a:custGeom>
              <a:avLst/>
              <a:gdLst/>
              <a:ahLst/>
              <a:cxnLst/>
              <a:rect l="l" t="t" r="r" b="b"/>
              <a:pathLst>
                <a:path w="2930" h="329" extrusionOk="0">
                  <a:moveTo>
                    <a:pt x="157" y="1"/>
                  </a:moveTo>
                  <a:cubicBezTo>
                    <a:pt x="79" y="1"/>
                    <a:pt x="0" y="56"/>
                    <a:pt x="0" y="153"/>
                  </a:cubicBezTo>
                  <a:cubicBezTo>
                    <a:pt x="0" y="250"/>
                    <a:pt x="79" y="329"/>
                    <a:pt x="157" y="329"/>
                  </a:cubicBezTo>
                  <a:lnTo>
                    <a:pt x="2754" y="329"/>
                  </a:lnTo>
                  <a:cubicBezTo>
                    <a:pt x="2851" y="329"/>
                    <a:pt x="2930" y="250"/>
                    <a:pt x="2930" y="153"/>
                  </a:cubicBezTo>
                  <a:cubicBezTo>
                    <a:pt x="2930" y="56"/>
                    <a:pt x="2851" y="1"/>
                    <a:pt x="27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29"/>
            <p:cNvSpPr/>
            <p:nvPr/>
          </p:nvSpPr>
          <p:spPr>
            <a:xfrm>
              <a:off x="2116760" y="1034740"/>
              <a:ext cx="897505" cy="120403"/>
            </a:xfrm>
            <a:custGeom>
              <a:avLst/>
              <a:gdLst/>
              <a:ahLst/>
              <a:cxnLst/>
              <a:rect l="l" t="t" r="r" b="b"/>
              <a:pathLst>
                <a:path w="3004" h="403" extrusionOk="0">
                  <a:moveTo>
                    <a:pt x="2791" y="75"/>
                  </a:moveTo>
                  <a:cubicBezTo>
                    <a:pt x="2870" y="75"/>
                    <a:pt x="2907" y="135"/>
                    <a:pt x="2907" y="190"/>
                  </a:cubicBezTo>
                  <a:cubicBezTo>
                    <a:pt x="2907" y="269"/>
                    <a:pt x="2870" y="306"/>
                    <a:pt x="2791" y="306"/>
                  </a:cubicBezTo>
                  <a:lnTo>
                    <a:pt x="194" y="306"/>
                  </a:lnTo>
                  <a:cubicBezTo>
                    <a:pt x="134" y="306"/>
                    <a:pt x="79" y="269"/>
                    <a:pt x="79" y="190"/>
                  </a:cubicBezTo>
                  <a:cubicBezTo>
                    <a:pt x="79" y="135"/>
                    <a:pt x="134" y="75"/>
                    <a:pt x="194" y="75"/>
                  </a:cubicBezTo>
                  <a:close/>
                  <a:moveTo>
                    <a:pt x="194" y="1"/>
                  </a:moveTo>
                  <a:cubicBezTo>
                    <a:pt x="79" y="1"/>
                    <a:pt x="0" y="75"/>
                    <a:pt x="0" y="190"/>
                  </a:cubicBezTo>
                  <a:cubicBezTo>
                    <a:pt x="0" y="306"/>
                    <a:pt x="79" y="403"/>
                    <a:pt x="194" y="403"/>
                  </a:cubicBezTo>
                  <a:lnTo>
                    <a:pt x="2791" y="403"/>
                  </a:lnTo>
                  <a:cubicBezTo>
                    <a:pt x="2907" y="403"/>
                    <a:pt x="3004" y="306"/>
                    <a:pt x="3004" y="190"/>
                  </a:cubicBezTo>
                  <a:cubicBezTo>
                    <a:pt x="3004" y="75"/>
                    <a:pt x="2907" y="1"/>
                    <a:pt x="2791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29"/>
            <p:cNvSpPr/>
            <p:nvPr/>
          </p:nvSpPr>
          <p:spPr>
            <a:xfrm>
              <a:off x="2127814" y="1649307"/>
              <a:ext cx="875396" cy="92618"/>
            </a:xfrm>
            <a:custGeom>
              <a:avLst/>
              <a:gdLst/>
              <a:ahLst/>
              <a:cxnLst/>
              <a:rect l="l" t="t" r="r" b="b"/>
              <a:pathLst>
                <a:path w="2930" h="310" extrusionOk="0">
                  <a:moveTo>
                    <a:pt x="157" y="0"/>
                  </a:moveTo>
                  <a:cubicBezTo>
                    <a:pt x="79" y="0"/>
                    <a:pt x="0" y="60"/>
                    <a:pt x="0" y="157"/>
                  </a:cubicBezTo>
                  <a:cubicBezTo>
                    <a:pt x="0" y="254"/>
                    <a:pt x="79" y="310"/>
                    <a:pt x="157" y="310"/>
                  </a:cubicBezTo>
                  <a:lnTo>
                    <a:pt x="2754" y="310"/>
                  </a:lnTo>
                  <a:cubicBezTo>
                    <a:pt x="2851" y="310"/>
                    <a:pt x="2930" y="254"/>
                    <a:pt x="2930" y="157"/>
                  </a:cubicBezTo>
                  <a:cubicBezTo>
                    <a:pt x="2930" y="60"/>
                    <a:pt x="2851" y="0"/>
                    <a:pt x="27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29"/>
            <p:cNvSpPr/>
            <p:nvPr/>
          </p:nvSpPr>
          <p:spPr>
            <a:xfrm>
              <a:off x="2116760" y="1632576"/>
              <a:ext cx="897505" cy="127275"/>
            </a:xfrm>
            <a:custGeom>
              <a:avLst/>
              <a:gdLst/>
              <a:ahLst/>
              <a:cxnLst/>
              <a:rect l="l" t="t" r="r" b="b"/>
              <a:pathLst>
                <a:path w="3004" h="426" extrusionOk="0">
                  <a:moveTo>
                    <a:pt x="2791" y="98"/>
                  </a:moveTo>
                  <a:cubicBezTo>
                    <a:pt x="2870" y="98"/>
                    <a:pt x="2907" y="135"/>
                    <a:pt x="2907" y="213"/>
                  </a:cubicBezTo>
                  <a:cubicBezTo>
                    <a:pt x="2907" y="269"/>
                    <a:pt x="2870" y="329"/>
                    <a:pt x="2791" y="329"/>
                  </a:cubicBezTo>
                  <a:lnTo>
                    <a:pt x="194" y="329"/>
                  </a:lnTo>
                  <a:cubicBezTo>
                    <a:pt x="134" y="329"/>
                    <a:pt x="79" y="269"/>
                    <a:pt x="79" y="213"/>
                  </a:cubicBezTo>
                  <a:cubicBezTo>
                    <a:pt x="79" y="135"/>
                    <a:pt x="134" y="98"/>
                    <a:pt x="194" y="98"/>
                  </a:cubicBezTo>
                  <a:close/>
                  <a:moveTo>
                    <a:pt x="194" y="1"/>
                  </a:moveTo>
                  <a:cubicBezTo>
                    <a:pt x="79" y="1"/>
                    <a:pt x="0" y="98"/>
                    <a:pt x="0" y="213"/>
                  </a:cubicBezTo>
                  <a:cubicBezTo>
                    <a:pt x="0" y="329"/>
                    <a:pt x="79" y="426"/>
                    <a:pt x="194" y="426"/>
                  </a:cubicBezTo>
                  <a:lnTo>
                    <a:pt x="2791" y="426"/>
                  </a:lnTo>
                  <a:cubicBezTo>
                    <a:pt x="2907" y="426"/>
                    <a:pt x="3004" y="329"/>
                    <a:pt x="3004" y="213"/>
                  </a:cubicBezTo>
                  <a:cubicBezTo>
                    <a:pt x="3004" y="98"/>
                    <a:pt x="2907" y="1"/>
                    <a:pt x="2791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29"/>
            <p:cNvSpPr/>
            <p:nvPr/>
          </p:nvSpPr>
          <p:spPr>
            <a:xfrm>
              <a:off x="2127814" y="2277319"/>
              <a:ext cx="875396" cy="96801"/>
            </a:xfrm>
            <a:custGeom>
              <a:avLst/>
              <a:gdLst/>
              <a:ahLst/>
              <a:cxnLst/>
              <a:rect l="l" t="t" r="r" b="b"/>
              <a:pathLst>
                <a:path w="2930" h="324" extrusionOk="0">
                  <a:moveTo>
                    <a:pt x="157" y="0"/>
                  </a:moveTo>
                  <a:cubicBezTo>
                    <a:pt x="79" y="0"/>
                    <a:pt x="0" y="74"/>
                    <a:pt x="0" y="171"/>
                  </a:cubicBezTo>
                  <a:cubicBezTo>
                    <a:pt x="0" y="250"/>
                    <a:pt x="79" y="324"/>
                    <a:pt x="157" y="324"/>
                  </a:cubicBezTo>
                  <a:lnTo>
                    <a:pt x="2754" y="324"/>
                  </a:lnTo>
                  <a:cubicBezTo>
                    <a:pt x="2851" y="324"/>
                    <a:pt x="2930" y="250"/>
                    <a:pt x="2930" y="171"/>
                  </a:cubicBezTo>
                  <a:cubicBezTo>
                    <a:pt x="2930" y="74"/>
                    <a:pt x="2851" y="0"/>
                    <a:pt x="27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29"/>
            <p:cNvSpPr/>
            <p:nvPr/>
          </p:nvSpPr>
          <p:spPr>
            <a:xfrm>
              <a:off x="2116760" y="2264771"/>
              <a:ext cx="897505" cy="121897"/>
            </a:xfrm>
            <a:custGeom>
              <a:avLst/>
              <a:gdLst/>
              <a:ahLst/>
              <a:cxnLst/>
              <a:rect l="l" t="t" r="r" b="b"/>
              <a:pathLst>
                <a:path w="3004" h="408" extrusionOk="0">
                  <a:moveTo>
                    <a:pt x="2791" y="98"/>
                  </a:moveTo>
                  <a:cubicBezTo>
                    <a:pt x="2870" y="98"/>
                    <a:pt x="2907" y="135"/>
                    <a:pt x="2907" y="213"/>
                  </a:cubicBezTo>
                  <a:cubicBezTo>
                    <a:pt x="2907" y="273"/>
                    <a:pt x="2870" y="329"/>
                    <a:pt x="2791" y="329"/>
                  </a:cubicBezTo>
                  <a:lnTo>
                    <a:pt x="194" y="329"/>
                  </a:lnTo>
                  <a:cubicBezTo>
                    <a:pt x="134" y="329"/>
                    <a:pt x="79" y="273"/>
                    <a:pt x="79" y="213"/>
                  </a:cubicBezTo>
                  <a:cubicBezTo>
                    <a:pt x="79" y="135"/>
                    <a:pt x="134" y="98"/>
                    <a:pt x="194" y="98"/>
                  </a:cubicBezTo>
                  <a:close/>
                  <a:moveTo>
                    <a:pt x="194" y="1"/>
                  </a:moveTo>
                  <a:cubicBezTo>
                    <a:pt x="79" y="1"/>
                    <a:pt x="0" y="98"/>
                    <a:pt x="0" y="213"/>
                  </a:cubicBezTo>
                  <a:cubicBezTo>
                    <a:pt x="0" y="329"/>
                    <a:pt x="79" y="407"/>
                    <a:pt x="194" y="407"/>
                  </a:cubicBezTo>
                  <a:lnTo>
                    <a:pt x="2791" y="407"/>
                  </a:lnTo>
                  <a:cubicBezTo>
                    <a:pt x="2907" y="407"/>
                    <a:pt x="3004" y="329"/>
                    <a:pt x="3004" y="213"/>
                  </a:cubicBezTo>
                  <a:cubicBezTo>
                    <a:pt x="3004" y="98"/>
                    <a:pt x="2907" y="1"/>
                    <a:pt x="2791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AEE2F4">
            <a:alpha val="3082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212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681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■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■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■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3" r:id="rId4"/>
    <p:sldLayoutId id="2147483658" r:id="rId5"/>
    <p:sldLayoutId id="2147483659" r:id="rId6"/>
    <p:sldLayoutId id="2147483661" r:id="rId7"/>
    <p:sldLayoutId id="2147483662" r:id="rId8"/>
    <p:sldLayoutId id="2147483663" r:id="rId9"/>
    <p:sldLayoutId id="2147483664" r:id="rId10"/>
    <p:sldLayoutId id="2147483666" r:id="rId11"/>
    <p:sldLayoutId id="2147483668" r:id="rId12"/>
    <p:sldLayoutId id="2147483673" r:id="rId13"/>
    <p:sldLayoutId id="2147483674" r:id="rId14"/>
    <p:sldLayoutId id="2147483675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.png"/><Relationship Id="rId4" Type="http://schemas.openxmlformats.org/officeDocument/2006/relationships/slide" Target="slide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0.png"/><Relationship Id="rId4" Type="http://schemas.openxmlformats.org/officeDocument/2006/relationships/slide" Target="slide2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33"/>
          <p:cNvSpPr txBox="1">
            <a:spLocks noGrp="1"/>
          </p:cNvSpPr>
          <p:nvPr>
            <p:ph type="ctrTitle"/>
          </p:nvPr>
        </p:nvSpPr>
        <p:spPr>
          <a:xfrm>
            <a:off x="4378711" y="1213000"/>
            <a:ext cx="4052063" cy="278735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 dirty="0"/>
              <a:t>R A G</a:t>
            </a:r>
            <a:br>
              <a:rPr lang="en" sz="5000" dirty="0"/>
            </a:br>
            <a:endParaRPr sz="4800" b="0" i="1" dirty="0"/>
          </a:p>
        </p:txBody>
      </p:sp>
      <p:grpSp>
        <p:nvGrpSpPr>
          <p:cNvPr id="537" name="Google Shape;537;p33"/>
          <p:cNvGrpSpPr/>
          <p:nvPr/>
        </p:nvGrpSpPr>
        <p:grpSpPr>
          <a:xfrm>
            <a:off x="556725" y="779703"/>
            <a:ext cx="3208310" cy="3653947"/>
            <a:chOff x="556725" y="779703"/>
            <a:chExt cx="3208310" cy="3653947"/>
          </a:xfrm>
        </p:grpSpPr>
        <p:sp>
          <p:nvSpPr>
            <p:cNvPr id="538" name="Google Shape;538;p33"/>
            <p:cNvSpPr/>
            <p:nvPr/>
          </p:nvSpPr>
          <p:spPr>
            <a:xfrm>
              <a:off x="1745491" y="784984"/>
              <a:ext cx="119146" cy="78181"/>
            </a:xfrm>
            <a:custGeom>
              <a:avLst/>
              <a:gdLst/>
              <a:ahLst/>
              <a:cxnLst/>
              <a:rect l="l" t="t" r="r" b="b"/>
              <a:pathLst>
                <a:path w="1399" h="918" extrusionOk="0">
                  <a:moveTo>
                    <a:pt x="330" y="1"/>
                  </a:moveTo>
                  <a:cubicBezTo>
                    <a:pt x="220" y="1"/>
                    <a:pt x="131" y="69"/>
                    <a:pt x="110" y="174"/>
                  </a:cubicBezTo>
                  <a:lnTo>
                    <a:pt x="0" y="745"/>
                  </a:lnTo>
                  <a:lnTo>
                    <a:pt x="0" y="765"/>
                  </a:lnTo>
                  <a:cubicBezTo>
                    <a:pt x="0" y="854"/>
                    <a:pt x="68" y="917"/>
                    <a:pt x="152" y="917"/>
                  </a:cubicBezTo>
                  <a:lnTo>
                    <a:pt x="1267" y="917"/>
                  </a:lnTo>
                  <a:cubicBezTo>
                    <a:pt x="1356" y="917"/>
                    <a:pt x="1398" y="828"/>
                    <a:pt x="1377" y="745"/>
                  </a:cubicBezTo>
                  <a:lnTo>
                    <a:pt x="1267" y="174"/>
                  </a:lnTo>
                  <a:cubicBezTo>
                    <a:pt x="1246" y="69"/>
                    <a:pt x="1157" y="1"/>
                    <a:pt x="104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33"/>
            <p:cNvSpPr/>
            <p:nvPr/>
          </p:nvSpPr>
          <p:spPr>
            <a:xfrm>
              <a:off x="1738337" y="779703"/>
              <a:ext cx="131665" cy="89253"/>
            </a:xfrm>
            <a:custGeom>
              <a:avLst/>
              <a:gdLst/>
              <a:ahLst/>
              <a:cxnLst/>
              <a:rect l="l" t="t" r="r" b="b"/>
              <a:pathLst>
                <a:path w="1546" h="1048" extrusionOk="0">
                  <a:moveTo>
                    <a:pt x="1131" y="105"/>
                  </a:moveTo>
                  <a:cubicBezTo>
                    <a:pt x="1220" y="105"/>
                    <a:pt x="1283" y="173"/>
                    <a:pt x="1309" y="262"/>
                  </a:cubicBezTo>
                  <a:lnTo>
                    <a:pt x="1414" y="827"/>
                  </a:lnTo>
                  <a:cubicBezTo>
                    <a:pt x="1414" y="869"/>
                    <a:pt x="1372" y="937"/>
                    <a:pt x="1330" y="937"/>
                  </a:cubicBezTo>
                  <a:lnTo>
                    <a:pt x="236" y="937"/>
                  </a:lnTo>
                  <a:cubicBezTo>
                    <a:pt x="173" y="937"/>
                    <a:pt x="131" y="869"/>
                    <a:pt x="152" y="827"/>
                  </a:cubicBezTo>
                  <a:lnTo>
                    <a:pt x="262" y="262"/>
                  </a:lnTo>
                  <a:cubicBezTo>
                    <a:pt x="262" y="173"/>
                    <a:pt x="346" y="105"/>
                    <a:pt x="414" y="105"/>
                  </a:cubicBezTo>
                  <a:close/>
                  <a:moveTo>
                    <a:pt x="414" y="0"/>
                  </a:moveTo>
                  <a:cubicBezTo>
                    <a:pt x="283" y="0"/>
                    <a:pt x="173" y="105"/>
                    <a:pt x="152" y="236"/>
                  </a:cubicBezTo>
                  <a:lnTo>
                    <a:pt x="21" y="807"/>
                  </a:lnTo>
                  <a:cubicBezTo>
                    <a:pt x="0" y="937"/>
                    <a:pt x="105" y="1047"/>
                    <a:pt x="236" y="1047"/>
                  </a:cubicBezTo>
                  <a:lnTo>
                    <a:pt x="1330" y="1047"/>
                  </a:lnTo>
                  <a:cubicBezTo>
                    <a:pt x="1461" y="1047"/>
                    <a:pt x="1545" y="937"/>
                    <a:pt x="1524" y="807"/>
                  </a:cubicBezTo>
                  <a:lnTo>
                    <a:pt x="1414" y="236"/>
                  </a:lnTo>
                  <a:cubicBezTo>
                    <a:pt x="1393" y="105"/>
                    <a:pt x="1262" y="0"/>
                    <a:pt x="1131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33"/>
            <p:cNvSpPr/>
            <p:nvPr/>
          </p:nvSpPr>
          <p:spPr>
            <a:xfrm>
              <a:off x="3586532" y="1513484"/>
              <a:ext cx="122808" cy="119657"/>
            </a:xfrm>
            <a:custGeom>
              <a:avLst/>
              <a:gdLst/>
              <a:ahLst/>
              <a:cxnLst/>
              <a:rect l="l" t="t" r="r" b="b"/>
              <a:pathLst>
                <a:path w="1442" h="1405" extrusionOk="0">
                  <a:moveTo>
                    <a:pt x="685" y="1"/>
                  </a:moveTo>
                  <a:cubicBezTo>
                    <a:pt x="644" y="1"/>
                    <a:pt x="604" y="12"/>
                    <a:pt x="567" y="32"/>
                  </a:cubicBezTo>
                  <a:lnTo>
                    <a:pt x="85" y="357"/>
                  </a:lnTo>
                  <a:cubicBezTo>
                    <a:pt x="64" y="357"/>
                    <a:pt x="64" y="378"/>
                    <a:pt x="64" y="378"/>
                  </a:cubicBezTo>
                  <a:cubicBezTo>
                    <a:pt x="1" y="446"/>
                    <a:pt x="1" y="535"/>
                    <a:pt x="64" y="598"/>
                  </a:cubicBezTo>
                  <a:lnTo>
                    <a:pt x="828" y="1362"/>
                  </a:lnTo>
                  <a:cubicBezTo>
                    <a:pt x="828" y="1362"/>
                    <a:pt x="828" y="1383"/>
                    <a:pt x="849" y="1383"/>
                  </a:cubicBezTo>
                  <a:cubicBezTo>
                    <a:pt x="873" y="1398"/>
                    <a:pt x="900" y="1405"/>
                    <a:pt x="925" y="1405"/>
                  </a:cubicBezTo>
                  <a:cubicBezTo>
                    <a:pt x="972" y="1405"/>
                    <a:pt x="1018" y="1382"/>
                    <a:pt x="1048" y="1341"/>
                  </a:cubicBezTo>
                  <a:lnTo>
                    <a:pt x="1373" y="859"/>
                  </a:lnTo>
                  <a:cubicBezTo>
                    <a:pt x="1441" y="770"/>
                    <a:pt x="1415" y="666"/>
                    <a:pt x="1352" y="577"/>
                  </a:cubicBezTo>
                  <a:lnTo>
                    <a:pt x="849" y="74"/>
                  </a:lnTo>
                  <a:cubicBezTo>
                    <a:pt x="798" y="22"/>
                    <a:pt x="741" y="1"/>
                    <a:pt x="68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33"/>
            <p:cNvSpPr/>
            <p:nvPr/>
          </p:nvSpPr>
          <p:spPr>
            <a:xfrm>
              <a:off x="3578952" y="1508545"/>
              <a:ext cx="135668" cy="129280"/>
            </a:xfrm>
            <a:custGeom>
              <a:avLst/>
              <a:gdLst/>
              <a:ahLst/>
              <a:cxnLst/>
              <a:rect l="l" t="t" r="r" b="b"/>
              <a:pathLst>
                <a:path w="1593" h="1518" extrusionOk="0">
                  <a:moveTo>
                    <a:pt x="775" y="113"/>
                  </a:moveTo>
                  <a:cubicBezTo>
                    <a:pt x="817" y="113"/>
                    <a:pt x="859" y="130"/>
                    <a:pt x="896" y="153"/>
                  </a:cubicBezTo>
                  <a:lnTo>
                    <a:pt x="896" y="174"/>
                  </a:lnTo>
                  <a:lnTo>
                    <a:pt x="1399" y="677"/>
                  </a:lnTo>
                  <a:cubicBezTo>
                    <a:pt x="1462" y="724"/>
                    <a:pt x="1462" y="828"/>
                    <a:pt x="1420" y="896"/>
                  </a:cubicBezTo>
                  <a:lnTo>
                    <a:pt x="1090" y="1378"/>
                  </a:lnTo>
                  <a:cubicBezTo>
                    <a:pt x="1080" y="1399"/>
                    <a:pt x="1059" y="1410"/>
                    <a:pt x="1035" y="1410"/>
                  </a:cubicBezTo>
                  <a:cubicBezTo>
                    <a:pt x="1010" y="1410"/>
                    <a:pt x="983" y="1399"/>
                    <a:pt x="959" y="1378"/>
                  </a:cubicBezTo>
                  <a:lnTo>
                    <a:pt x="174" y="614"/>
                  </a:lnTo>
                  <a:cubicBezTo>
                    <a:pt x="132" y="567"/>
                    <a:pt x="153" y="504"/>
                    <a:pt x="195" y="462"/>
                  </a:cubicBezTo>
                  <a:lnTo>
                    <a:pt x="676" y="153"/>
                  </a:lnTo>
                  <a:cubicBezTo>
                    <a:pt x="707" y="124"/>
                    <a:pt x="741" y="113"/>
                    <a:pt x="775" y="113"/>
                  </a:cubicBezTo>
                  <a:close/>
                  <a:moveTo>
                    <a:pt x="768" y="0"/>
                  </a:moveTo>
                  <a:cubicBezTo>
                    <a:pt x="714" y="0"/>
                    <a:pt x="659" y="16"/>
                    <a:pt x="614" y="43"/>
                  </a:cubicBezTo>
                  <a:lnTo>
                    <a:pt x="132" y="373"/>
                  </a:lnTo>
                  <a:cubicBezTo>
                    <a:pt x="22" y="436"/>
                    <a:pt x="1" y="614"/>
                    <a:pt x="111" y="697"/>
                  </a:cubicBezTo>
                  <a:lnTo>
                    <a:pt x="875" y="1462"/>
                  </a:lnTo>
                  <a:cubicBezTo>
                    <a:pt x="911" y="1500"/>
                    <a:pt x="958" y="1518"/>
                    <a:pt x="1008" y="1518"/>
                  </a:cubicBezTo>
                  <a:cubicBezTo>
                    <a:pt x="1076" y="1518"/>
                    <a:pt x="1149" y="1484"/>
                    <a:pt x="1200" y="1420"/>
                  </a:cubicBezTo>
                  <a:lnTo>
                    <a:pt x="1504" y="959"/>
                  </a:lnTo>
                  <a:cubicBezTo>
                    <a:pt x="1593" y="828"/>
                    <a:pt x="1572" y="697"/>
                    <a:pt x="1483" y="593"/>
                  </a:cubicBezTo>
                  <a:lnTo>
                    <a:pt x="959" y="90"/>
                  </a:lnTo>
                  <a:lnTo>
                    <a:pt x="959" y="69"/>
                  </a:lnTo>
                  <a:lnTo>
                    <a:pt x="941" y="69"/>
                  </a:lnTo>
                  <a:cubicBezTo>
                    <a:pt x="894" y="21"/>
                    <a:pt x="831" y="0"/>
                    <a:pt x="768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33"/>
            <p:cNvSpPr/>
            <p:nvPr/>
          </p:nvSpPr>
          <p:spPr>
            <a:xfrm>
              <a:off x="3681148" y="1674016"/>
              <a:ext cx="78096" cy="119486"/>
            </a:xfrm>
            <a:custGeom>
              <a:avLst/>
              <a:gdLst/>
              <a:ahLst/>
              <a:cxnLst/>
              <a:rect l="l" t="t" r="r" b="b"/>
              <a:pathLst>
                <a:path w="917" h="1403" extrusionOk="0">
                  <a:moveTo>
                    <a:pt x="152" y="1"/>
                  </a:moveTo>
                  <a:cubicBezTo>
                    <a:pt x="68" y="1"/>
                    <a:pt x="0" y="64"/>
                    <a:pt x="0" y="153"/>
                  </a:cubicBezTo>
                  <a:lnTo>
                    <a:pt x="0" y="1242"/>
                  </a:lnTo>
                  <a:lnTo>
                    <a:pt x="0" y="1268"/>
                  </a:lnTo>
                  <a:cubicBezTo>
                    <a:pt x="0" y="1342"/>
                    <a:pt x="69" y="1403"/>
                    <a:pt x="142" y="1403"/>
                  </a:cubicBezTo>
                  <a:cubicBezTo>
                    <a:pt x="152" y="1403"/>
                    <a:pt x="163" y="1402"/>
                    <a:pt x="173" y="1399"/>
                  </a:cubicBezTo>
                  <a:lnTo>
                    <a:pt x="744" y="1289"/>
                  </a:lnTo>
                  <a:cubicBezTo>
                    <a:pt x="854" y="1268"/>
                    <a:pt x="917" y="1179"/>
                    <a:pt x="917" y="1069"/>
                  </a:cubicBezTo>
                  <a:lnTo>
                    <a:pt x="917" y="352"/>
                  </a:lnTo>
                  <a:cubicBezTo>
                    <a:pt x="917" y="242"/>
                    <a:pt x="854" y="132"/>
                    <a:pt x="744" y="111"/>
                  </a:cubicBezTo>
                  <a:lnTo>
                    <a:pt x="1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33"/>
            <p:cNvSpPr/>
            <p:nvPr/>
          </p:nvSpPr>
          <p:spPr>
            <a:xfrm>
              <a:off x="3675782" y="1670099"/>
              <a:ext cx="89253" cy="126981"/>
            </a:xfrm>
            <a:custGeom>
              <a:avLst/>
              <a:gdLst/>
              <a:ahLst/>
              <a:cxnLst/>
              <a:rect l="l" t="t" r="r" b="b"/>
              <a:pathLst>
                <a:path w="1048" h="1491" extrusionOk="0">
                  <a:moveTo>
                    <a:pt x="193" y="105"/>
                  </a:moveTo>
                  <a:cubicBezTo>
                    <a:pt x="201" y="105"/>
                    <a:pt x="208" y="106"/>
                    <a:pt x="215" y="110"/>
                  </a:cubicBezTo>
                  <a:lnTo>
                    <a:pt x="786" y="220"/>
                  </a:lnTo>
                  <a:cubicBezTo>
                    <a:pt x="870" y="241"/>
                    <a:pt x="938" y="309"/>
                    <a:pt x="938" y="398"/>
                  </a:cubicBezTo>
                  <a:lnTo>
                    <a:pt x="938" y="1115"/>
                  </a:lnTo>
                  <a:cubicBezTo>
                    <a:pt x="938" y="1183"/>
                    <a:pt x="870" y="1246"/>
                    <a:pt x="786" y="1267"/>
                  </a:cubicBezTo>
                  <a:lnTo>
                    <a:pt x="215" y="1377"/>
                  </a:lnTo>
                  <a:cubicBezTo>
                    <a:pt x="208" y="1381"/>
                    <a:pt x="200" y="1382"/>
                    <a:pt x="191" y="1382"/>
                  </a:cubicBezTo>
                  <a:cubicBezTo>
                    <a:pt x="151" y="1382"/>
                    <a:pt x="105" y="1344"/>
                    <a:pt x="105" y="1288"/>
                  </a:cubicBezTo>
                  <a:lnTo>
                    <a:pt x="105" y="199"/>
                  </a:lnTo>
                  <a:cubicBezTo>
                    <a:pt x="105" y="146"/>
                    <a:pt x="153" y="105"/>
                    <a:pt x="193" y="105"/>
                  </a:cubicBezTo>
                  <a:close/>
                  <a:moveTo>
                    <a:pt x="198" y="0"/>
                  </a:moveTo>
                  <a:cubicBezTo>
                    <a:pt x="102" y="0"/>
                    <a:pt x="0" y="83"/>
                    <a:pt x="0" y="199"/>
                  </a:cubicBezTo>
                  <a:lnTo>
                    <a:pt x="0" y="1288"/>
                  </a:lnTo>
                  <a:cubicBezTo>
                    <a:pt x="0" y="1406"/>
                    <a:pt x="107" y="1490"/>
                    <a:pt x="205" y="1490"/>
                  </a:cubicBezTo>
                  <a:cubicBezTo>
                    <a:pt x="215" y="1490"/>
                    <a:pt x="226" y="1489"/>
                    <a:pt x="236" y="1487"/>
                  </a:cubicBezTo>
                  <a:lnTo>
                    <a:pt x="807" y="1377"/>
                  </a:lnTo>
                  <a:cubicBezTo>
                    <a:pt x="938" y="1356"/>
                    <a:pt x="1048" y="1246"/>
                    <a:pt x="1048" y="1115"/>
                  </a:cubicBezTo>
                  <a:lnTo>
                    <a:pt x="1048" y="398"/>
                  </a:lnTo>
                  <a:cubicBezTo>
                    <a:pt x="1048" y="241"/>
                    <a:pt x="938" y="136"/>
                    <a:pt x="807" y="110"/>
                  </a:cubicBezTo>
                  <a:lnTo>
                    <a:pt x="236" y="5"/>
                  </a:lnTo>
                  <a:cubicBezTo>
                    <a:pt x="224" y="2"/>
                    <a:pt x="211" y="0"/>
                    <a:pt x="198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33"/>
            <p:cNvSpPr/>
            <p:nvPr/>
          </p:nvSpPr>
          <p:spPr>
            <a:xfrm>
              <a:off x="3584317" y="1833357"/>
              <a:ext cx="125022" cy="120083"/>
            </a:xfrm>
            <a:custGeom>
              <a:avLst/>
              <a:gdLst/>
              <a:ahLst/>
              <a:cxnLst/>
              <a:rect l="l" t="t" r="r" b="b"/>
              <a:pathLst>
                <a:path w="1468" h="1410" extrusionOk="0">
                  <a:moveTo>
                    <a:pt x="955" y="1"/>
                  </a:moveTo>
                  <a:cubicBezTo>
                    <a:pt x="913" y="1"/>
                    <a:pt x="875" y="18"/>
                    <a:pt x="854" y="52"/>
                  </a:cubicBezTo>
                  <a:lnTo>
                    <a:pt x="69" y="811"/>
                  </a:lnTo>
                  <a:lnTo>
                    <a:pt x="69" y="837"/>
                  </a:lnTo>
                  <a:cubicBezTo>
                    <a:pt x="1" y="900"/>
                    <a:pt x="27" y="1010"/>
                    <a:pt x="111" y="1052"/>
                  </a:cubicBezTo>
                  <a:lnTo>
                    <a:pt x="572" y="1382"/>
                  </a:lnTo>
                  <a:cubicBezTo>
                    <a:pt x="616" y="1399"/>
                    <a:pt x="660" y="1409"/>
                    <a:pt x="701" y="1409"/>
                  </a:cubicBezTo>
                  <a:cubicBezTo>
                    <a:pt x="761" y="1409"/>
                    <a:pt x="814" y="1388"/>
                    <a:pt x="854" y="1335"/>
                  </a:cubicBezTo>
                  <a:lnTo>
                    <a:pt x="1378" y="837"/>
                  </a:lnTo>
                  <a:cubicBezTo>
                    <a:pt x="1441" y="769"/>
                    <a:pt x="1467" y="638"/>
                    <a:pt x="1399" y="549"/>
                  </a:cubicBezTo>
                  <a:lnTo>
                    <a:pt x="1074" y="73"/>
                  </a:lnTo>
                  <a:lnTo>
                    <a:pt x="1074" y="52"/>
                  </a:lnTo>
                  <a:cubicBezTo>
                    <a:pt x="1040" y="18"/>
                    <a:pt x="996" y="1"/>
                    <a:pt x="9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33"/>
            <p:cNvSpPr/>
            <p:nvPr/>
          </p:nvSpPr>
          <p:spPr>
            <a:xfrm>
              <a:off x="3578952" y="1829354"/>
              <a:ext cx="135668" cy="129280"/>
            </a:xfrm>
            <a:custGeom>
              <a:avLst/>
              <a:gdLst/>
              <a:ahLst/>
              <a:cxnLst/>
              <a:rect l="l" t="t" r="r" b="b"/>
              <a:pathLst>
                <a:path w="1593" h="1518" extrusionOk="0">
                  <a:moveTo>
                    <a:pt x="1013" y="111"/>
                  </a:moveTo>
                  <a:cubicBezTo>
                    <a:pt x="1047" y="111"/>
                    <a:pt x="1079" y="127"/>
                    <a:pt x="1090" y="162"/>
                  </a:cubicBezTo>
                  <a:lnTo>
                    <a:pt x="1420" y="622"/>
                  </a:lnTo>
                  <a:cubicBezTo>
                    <a:pt x="1462" y="706"/>
                    <a:pt x="1462" y="795"/>
                    <a:pt x="1399" y="837"/>
                  </a:cubicBezTo>
                  <a:lnTo>
                    <a:pt x="896" y="1361"/>
                  </a:lnTo>
                  <a:cubicBezTo>
                    <a:pt x="855" y="1389"/>
                    <a:pt x="808" y="1408"/>
                    <a:pt x="762" y="1408"/>
                  </a:cubicBezTo>
                  <a:cubicBezTo>
                    <a:pt x="733" y="1408"/>
                    <a:pt x="703" y="1400"/>
                    <a:pt x="676" y="1382"/>
                  </a:cubicBezTo>
                  <a:lnTo>
                    <a:pt x="195" y="1057"/>
                  </a:lnTo>
                  <a:cubicBezTo>
                    <a:pt x="153" y="1015"/>
                    <a:pt x="132" y="947"/>
                    <a:pt x="174" y="905"/>
                  </a:cubicBezTo>
                  <a:lnTo>
                    <a:pt x="938" y="141"/>
                  </a:lnTo>
                  <a:cubicBezTo>
                    <a:pt x="957" y="122"/>
                    <a:pt x="986" y="111"/>
                    <a:pt x="1013" y="111"/>
                  </a:cubicBezTo>
                  <a:close/>
                  <a:moveTo>
                    <a:pt x="1005" y="0"/>
                  </a:moveTo>
                  <a:cubicBezTo>
                    <a:pt x="956" y="0"/>
                    <a:pt x="910" y="17"/>
                    <a:pt x="875" y="52"/>
                  </a:cubicBezTo>
                  <a:lnTo>
                    <a:pt x="111" y="816"/>
                  </a:lnTo>
                  <a:cubicBezTo>
                    <a:pt x="1" y="926"/>
                    <a:pt x="22" y="1078"/>
                    <a:pt x="132" y="1146"/>
                  </a:cubicBezTo>
                  <a:lnTo>
                    <a:pt x="614" y="1471"/>
                  </a:lnTo>
                  <a:cubicBezTo>
                    <a:pt x="660" y="1501"/>
                    <a:pt x="716" y="1518"/>
                    <a:pt x="772" y="1518"/>
                  </a:cubicBezTo>
                  <a:cubicBezTo>
                    <a:pt x="843" y="1518"/>
                    <a:pt x="912" y="1491"/>
                    <a:pt x="959" y="1429"/>
                  </a:cubicBezTo>
                  <a:lnTo>
                    <a:pt x="1462" y="947"/>
                  </a:lnTo>
                  <a:lnTo>
                    <a:pt x="1483" y="926"/>
                  </a:lnTo>
                  <a:cubicBezTo>
                    <a:pt x="1572" y="837"/>
                    <a:pt x="1593" y="685"/>
                    <a:pt x="1504" y="575"/>
                  </a:cubicBezTo>
                  <a:lnTo>
                    <a:pt x="1200" y="99"/>
                  </a:lnTo>
                  <a:cubicBezTo>
                    <a:pt x="1148" y="34"/>
                    <a:pt x="1074" y="0"/>
                    <a:pt x="1005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46" name="Google Shape;546;p33"/>
            <p:cNvGrpSpPr/>
            <p:nvPr/>
          </p:nvGrpSpPr>
          <p:grpSpPr>
            <a:xfrm>
              <a:off x="556725" y="832334"/>
              <a:ext cx="3148535" cy="3601316"/>
              <a:chOff x="556725" y="832334"/>
              <a:chExt cx="3148535" cy="3601316"/>
            </a:xfrm>
          </p:grpSpPr>
          <p:sp>
            <p:nvSpPr>
              <p:cNvPr id="547" name="Google Shape;547;p33"/>
              <p:cNvSpPr/>
              <p:nvPr/>
            </p:nvSpPr>
            <p:spPr>
              <a:xfrm>
                <a:off x="556725" y="3838150"/>
                <a:ext cx="2424600" cy="595500"/>
              </a:xfrm>
              <a:prstGeom prst="ellipse">
                <a:avLst/>
              </a:prstGeom>
              <a:solidFill>
                <a:srgbClr val="3E285A">
                  <a:alpha val="138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Google Shape;548;p33"/>
              <p:cNvSpPr/>
              <p:nvPr/>
            </p:nvSpPr>
            <p:spPr>
              <a:xfrm>
                <a:off x="914763" y="3436131"/>
                <a:ext cx="371597" cy="620974"/>
              </a:xfrm>
              <a:custGeom>
                <a:avLst/>
                <a:gdLst/>
                <a:ahLst/>
                <a:cxnLst/>
                <a:rect l="l" t="t" r="r" b="b"/>
                <a:pathLst>
                  <a:path w="4363" h="7291" extrusionOk="0">
                    <a:moveTo>
                      <a:pt x="0" y="1"/>
                    </a:moveTo>
                    <a:lnTo>
                      <a:pt x="0" y="6332"/>
                    </a:lnTo>
                    <a:lnTo>
                      <a:pt x="4363" y="7290"/>
                    </a:lnTo>
                    <a:lnTo>
                      <a:pt x="4363" y="48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Google Shape;549;p33"/>
              <p:cNvSpPr/>
              <p:nvPr/>
            </p:nvSpPr>
            <p:spPr>
              <a:xfrm>
                <a:off x="908972" y="3430765"/>
                <a:ext cx="383180" cy="631706"/>
              </a:xfrm>
              <a:custGeom>
                <a:avLst/>
                <a:gdLst/>
                <a:ahLst/>
                <a:cxnLst/>
                <a:rect l="l" t="t" r="r" b="b"/>
                <a:pathLst>
                  <a:path w="4499" h="7417" extrusionOk="0">
                    <a:moveTo>
                      <a:pt x="131" y="132"/>
                    </a:moveTo>
                    <a:lnTo>
                      <a:pt x="4389" y="608"/>
                    </a:lnTo>
                    <a:lnTo>
                      <a:pt x="4389" y="7285"/>
                    </a:lnTo>
                    <a:lnTo>
                      <a:pt x="131" y="6348"/>
                    </a:lnTo>
                    <a:lnTo>
                      <a:pt x="131" y="132"/>
                    </a:lnTo>
                    <a:close/>
                    <a:moveTo>
                      <a:pt x="0" y="1"/>
                    </a:moveTo>
                    <a:lnTo>
                      <a:pt x="0" y="64"/>
                    </a:lnTo>
                    <a:lnTo>
                      <a:pt x="0" y="6437"/>
                    </a:lnTo>
                    <a:lnTo>
                      <a:pt x="4499" y="7416"/>
                    </a:lnTo>
                    <a:lnTo>
                      <a:pt x="4499" y="50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Google Shape;550;p33"/>
              <p:cNvSpPr/>
              <p:nvPr/>
            </p:nvSpPr>
            <p:spPr>
              <a:xfrm>
                <a:off x="1286270" y="3335802"/>
                <a:ext cx="530013" cy="721305"/>
              </a:xfrm>
              <a:custGeom>
                <a:avLst/>
                <a:gdLst/>
                <a:ahLst/>
                <a:cxnLst/>
                <a:rect l="l" t="t" r="r" b="b"/>
                <a:pathLst>
                  <a:path w="6223" h="8469" extrusionOk="0">
                    <a:moveTo>
                      <a:pt x="6222" y="0"/>
                    </a:moveTo>
                    <a:lnTo>
                      <a:pt x="1" y="1661"/>
                    </a:lnTo>
                    <a:lnTo>
                      <a:pt x="22" y="8468"/>
                    </a:lnTo>
                    <a:lnTo>
                      <a:pt x="6222" y="6725"/>
                    </a:lnTo>
                    <a:lnTo>
                      <a:pt x="622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Google Shape;551;p33"/>
              <p:cNvSpPr/>
              <p:nvPr/>
            </p:nvSpPr>
            <p:spPr>
              <a:xfrm>
                <a:off x="1282693" y="3328648"/>
                <a:ext cx="537167" cy="736039"/>
              </a:xfrm>
              <a:custGeom>
                <a:avLst/>
                <a:gdLst/>
                <a:ahLst/>
                <a:cxnLst/>
                <a:rect l="l" t="t" r="r" b="b"/>
                <a:pathLst>
                  <a:path w="6307" h="8642" extrusionOk="0">
                    <a:moveTo>
                      <a:pt x="6196" y="152"/>
                    </a:moveTo>
                    <a:lnTo>
                      <a:pt x="6196" y="6761"/>
                    </a:lnTo>
                    <a:lnTo>
                      <a:pt x="132" y="8484"/>
                    </a:lnTo>
                    <a:lnTo>
                      <a:pt x="111" y="1786"/>
                    </a:lnTo>
                    <a:lnTo>
                      <a:pt x="6196" y="152"/>
                    </a:lnTo>
                    <a:close/>
                    <a:moveTo>
                      <a:pt x="6306" y="1"/>
                    </a:moveTo>
                    <a:lnTo>
                      <a:pt x="1" y="1703"/>
                    </a:lnTo>
                    <a:lnTo>
                      <a:pt x="1" y="1745"/>
                    </a:lnTo>
                    <a:lnTo>
                      <a:pt x="1" y="8642"/>
                    </a:lnTo>
                    <a:lnTo>
                      <a:pt x="6306" y="6850"/>
                    </a:lnTo>
                    <a:lnTo>
                      <a:pt x="6306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Google Shape;552;p33"/>
              <p:cNvSpPr/>
              <p:nvPr/>
            </p:nvSpPr>
            <p:spPr>
              <a:xfrm>
                <a:off x="914763" y="3287597"/>
                <a:ext cx="901524" cy="189674"/>
              </a:xfrm>
              <a:custGeom>
                <a:avLst/>
                <a:gdLst/>
                <a:ahLst/>
                <a:cxnLst/>
                <a:rect l="l" t="t" r="r" b="b"/>
                <a:pathLst>
                  <a:path w="10585" h="2227" extrusionOk="0">
                    <a:moveTo>
                      <a:pt x="6656" y="1"/>
                    </a:moveTo>
                    <a:lnTo>
                      <a:pt x="0" y="1745"/>
                    </a:lnTo>
                    <a:lnTo>
                      <a:pt x="4363" y="2227"/>
                    </a:lnTo>
                    <a:lnTo>
                      <a:pt x="10584" y="566"/>
                    </a:lnTo>
                    <a:lnTo>
                      <a:pt x="665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Google Shape;553;p33"/>
              <p:cNvSpPr/>
              <p:nvPr/>
            </p:nvSpPr>
            <p:spPr>
              <a:xfrm>
                <a:off x="912975" y="3281805"/>
                <a:ext cx="905102" cy="200831"/>
              </a:xfrm>
              <a:custGeom>
                <a:avLst/>
                <a:gdLst/>
                <a:ahLst/>
                <a:cxnLst/>
                <a:rect l="l" t="t" r="r" b="b"/>
                <a:pathLst>
                  <a:path w="10627" h="2358" extrusionOk="0">
                    <a:moveTo>
                      <a:pt x="6677" y="111"/>
                    </a:moveTo>
                    <a:lnTo>
                      <a:pt x="10322" y="634"/>
                    </a:lnTo>
                    <a:lnTo>
                      <a:pt x="4384" y="2253"/>
                    </a:lnTo>
                    <a:lnTo>
                      <a:pt x="325" y="1792"/>
                    </a:lnTo>
                    <a:lnTo>
                      <a:pt x="6677" y="111"/>
                    </a:lnTo>
                    <a:close/>
                    <a:moveTo>
                      <a:pt x="6657" y="1"/>
                    </a:moveTo>
                    <a:lnTo>
                      <a:pt x="0" y="1750"/>
                    </a:lnTo>
                    <a:lnTo>
                      <a:pt x="21" y="1860"/>
                    </a:lnTo>
                    <a:lnTo>
                      <a:pt x="4384" y="2357"/>
                    </a:lnTo>
                    <a:lnTo>
                      <a:pt x="10626" y="682"/>
                    </a:lnTo>
                    <a:lnTo>
                      <a:pt x="10605" y="572"/>
                    </a:lnTo>
                    <a:lnTo>
                      <a:pt x="6657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Google Shape;554;p33"/>
              <p:cNvSpPr/>
              <p:nvPr/>
            </p:nvSpPr>
            <p:spPr>
              <a:xfrm>
                <a:off x="1877257" y="4176077"/>
                <a:ext cx="585714" cy="105866"/>
              </a:xfrm>
              <a:custGeom>
                <a:avLst/>
                <a:gdLst/>
                <a:ahLst/>
                <a:cxnLst/>
                <a:rect l="l" t="t" r="r" b="b"/>
                <a:pathLst>
                  <a:path w="6877" h="1243" extrusionOk="0">
                    <a:moveTo>
                      <a:pt x="22" y="1"/>
                    </a:moveTo>
                    <a:lnTo>
                      <a:pt x="22" y="1"/>
                    </a:lnTo>
                    <a:cubicBezTo>
                      <a:pt x="22" y="1"/>
                      <a:pt x="1" y="394"/>
                      <a:pt x="131" y="524"/>
                    </a:cubicBezTo>
                    <a:cubicBezTo>
                      <a:pt x="262" y="655"/>
                      <a:pt x="1750" y="1111"/>
                      <a:pt x="1964" y="1111"/>
                    </a:cubicBezTo>
                    <a:cubicBezTo>
                      <a:pt x="2163" y="1111"/>
                      <a:pt x="2184" y="828"/>
                      <a:pt x="2294" y="828"/>
                    </a:cubicBezTo>
                    <a:cubicBezTo>
                      <a:pt x="2422" y="828"/>
                      <a:pt x="4253" y="1243"/>
                      <a:pt x="5192" y="1243"/>
                    </a:cubicBezTo>
                    <a:cubicBezTo>
                      <a:pt x="5215" y="1243"/>
                      <a:pt x="5237" y="1242"/>
                      <a:pt x="5258" y="1242"/>
                    </a:cubicBezTo>
                    <a:cubicBezTo>
                      <a:pt x="6201" y="1221"/>
                      <a:pt x="6484" y="938"/>
                      <a:pt x="6678" y="718"/>
                    </a:cubicBezTo>
                    <a:cubicBezTo>
                      <a:pt x="6856" y="524"/>
                      <a:pt x="6877" y="236"/>
                      <a:pt x="6877" y="236"/>
                    </a:cubicBezTo>
                    <a:lnTo>
                      <a:pt x="2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Google Shape;555;p33"/>
              <p:cNvSpPr/>
              <p:nvPr/>
            </p:nvSpPr>
            <p:spPr>
              <a:xfrm>
                <a:off x="1873680" y="4170285"/>
                <a:ext cx="594657" cy="117364"/>
              </a:xfrm>
              <a:custGeom>
                <a:avLst/>
                <a:gdLst/>
                <a:ahLst/>
                <a:cxnLst/>
                <a:rect l="l" t="t" r="r" b="b"/>
                <a:pathLst>
                  <a:path w="6982" h="1378" extrusionOk="0">
                    <a:moveTo>
                      <a:pt x="132" y="111"/>
                    </a:moveTo>
                    <a:lnTo>
                      <a:pt x="6830" y="352"/>
                    </a:lnTo>
                    <a:cubicBezTo>
                      <a:pt x="6830" y="414"/>
                      <a:pt x="6830" y="592"/>
                      <a:pt x="6678" y="744"/>
                    </a:cubicBezTo>
                    <a:cubicBezTo>
                      <a:pt x="6589" y="854"/>
                      <a:pt x="6458" y="985"/>
                      <a:pt x="6264" y="1069"/>
                    </a:cubicBezTo>
                    <a:cubicBezTo>
                      <a:pt x="6065" y="1179"/>
                      <a:pt x="5761" y="1247"/>
                      <a:pt x="5300" y="1268"/>
                    </a:cubicBezTo>
                    <a:cubicBezTo>
                      <a:pt x="4845" y="1268"/>
                      <a:pt x="4148" y="1158"/>
                      <a:pt x="3536" y="1048"/>
                    </a:cubicBezTo>
                    <a:cubicBezTo>
                      <a:pt x="3232" y="1006"/>
                      <a:pt x="2944" y="938"/>
                      <a:pt x="2729" y="896"/>
                    </a:cubicBezTo>
                    <a:cubicBezTo>
                      <a:pt x="2640" y="896"/>
                      <a:pt x="2551" y="875"/>
                      <a:pt x="2488" y="854"/>
                    </a:cubicBezTo>
                    <a:cubicBezTo>
                      <a:pt x="2399" y="854"/>
                      <a:pt x="2378" y="828"/>
                      <a:pt x="2336" y="828"/>
                    </a:cubicBezTo>
                    <a:cubicBezTo>
                      <a:pt x="2289" y="828"/>
                      <a:pt x="2247" y="875"/>
                      <a:pt x="2226" y="896"/>
                    </a:cubicBezTo>
                    <a:cubicBezTo>
                      <a:pt x="2205" y="938"/>
                      <a:pt x="2184" y="959"/>
                      <a:pt x="2158" y="1006"/>
                    </a:cubicBezTo>
                    <a:cubicBezTo>
                      <a:pt x="2137" y="1027"/>
                      <a:pt x="2116" y="1069"/>
                      <a:pt x="2095" y="1090"/>
                    </a:cubicBezTo>
                    <a:cubicBezTo>
                      <a:pt x="2074" y="1116"/>
                      <a:pt x="2054" y="1116"/>
                      <a:pt x="2006" y="1116"/>
                    </a:cubicBezTo>
                    <a:lnTo>
                      <a:pt x="1875" y="1116"/>
                    </a:lnTo>
                    <a:cubicBezTo>
                      <a:pt x="1813" y="1090"/>
                      <a:pt x="1745" y="1069"/>
                      <a:pt x="1661" y="1048"/>
                    </a:cubicBezTo>
                    <a:cubicBezTo>
                      <a:pt x="1483" y="1006"/>
                      <a:pt x="1289" y="938"/>
                      <a:pt x="1069" y="875"/>
                    </a:cubicBezTo>
                    <a:cubicBezTo>
                      <a:pt x="875" y="807"/>
                      <a:pt x="676" y="744"/>
                      <a:pt x="503" y="697"/>
                    </a:cubicBezTo>
                    <a:cubicBezTo>
                      <a:pt x="435" y="655"/>
                      <a:pt x="352" y="634"/>
                      <a:pt x="304" y="613"/>
                    </a:cubicBezTo>
                    <a:cubicBezTo>
                      <a:pt x="263" y="592"/>
                      <a:pt x="221" y="566"/>
                      <a:pt x="221" y="545"/>
                    </a:cubicBezTo>
                    <a:cubicBezTo>
                      <a:pt x="173" y="503"/>
                      <a:pt x="132" y="393"/>
                      <a:pt x="132" y="263"/>
                    </a:cubicBezTo>
                    <a:lnTo>
                      <a:pt x="132" y="111"/>
                    </a:lnTo>
                    <a:close/>
                    <a:moveTo>
                      <a:pt x="22" y="1"/>
                    </a:moveTo>
                    <a:lnTo>
                      <a:pt x="22" y="43"/>
                    </a:lnTo>
                    <a:cubicBezTo>
                      <a:pt x="22" y="43"/>
                      <a:pt x="1" y="153"/>
                      <a:pt x="22" y="283"/>
                    </a:cubicBezTo>
                    <a:cubicBezTo>
                      <a:pt x="22" y="414"/>
                      <a:pt x="43" y="545"/>
                      <a:pt x="132" y="634"/>
                    </a:cubicBezTo>
                    <a:cubicBezTo>
                      <a:pt x="173" y="655"/>
                      <a:pt x="194" y="676"/>
                      <a:pt x="263" y="697"/>
                    </a:cubicBezTo>
                    <a:cubicBezTo>
                      <a:pt x="304" y="744"/>
                      <a:pt x="393" y="765"/>
                      <a:pt x="456" y="786"/>
                    </a:cubicBezTo>
                    <a:cubicBezTo>
                      <a:pt x="634" y="854"/>
                      <a:pt x="828" y="917"/>
                      <a:pt x="1048" y="985"/>
                    </a:cubicBezTo>
                    <a:cubicBezTo>
                      <a:pt x="1242" y="1048"/>
                      <a:pt x="1462" y="1116"/>
                      <a:pt x="1635" y="1158"/>
                    </a:cubicBezTo>
                    <a:cubicBezTo>
                      <a:pt x="1724" y="1179"/>
                      <a:pt x="1792" y="1200"/>
                      <a:pt x="1855" y="1221"/>
                    </a:cubicBezTo>
                    <a:cubicBezTo>
                      <a:pt x="1923" y="1221"/>
                      <a:pt x="1965" y="1247"/>
                      <a:pt x="2006" y="1247"/>
                    </a:cubicBezTo>
                    <a:cubicBezTo>
                      <a:pt x="2074" y="1221"/>
                      <a:pt x="2116" y="1200"/>
                      <a:pt x="2158" y="1179"/>
                    </a:cubicBezTo>
                    <a:cubicBezTo>
                      <a:pt x="2205" y="1137"/>
                      <a:pt x="2226" y="1090"/>
                      <a:pt x="2247" y="1069"/>
                    </a:cubicBezTo>
                    <a:cubicBezTo>
                      <a:pt x="2289" y="1027"/>
                      <a:pt x="2289" y="985"/>
                      <a:pt x="2315" y="959"/>
                    </a:cubicBezTo>
                    <a:lnTo>
                      <a:pt x="2336" y="938"/>
                    </a:lnTo>
                    <a:cubicBezTo>
                      <a:pt x="2336" y="938"/>
                      <a:pt x="2399" y="959"/>
                      <a:pt x="2467" y="959"/>
                    </a:cubicBezTo>
                    <a:cubicBezTo>
                      <a:pt x="2530" y="985"/>
                      <a:pt x="2619" y="1006"/>
                      <a:pt x="2708" y="1027"/>
                    </a:cubicBezTo>
                    <a:cubicBezTo>
                      <a:pt x="2923" y="1048"/>
                      <a:pt x="3206" y="1116"/>
                      <a:pt x="3515" y="1158"/>
                    </a:cubicBezTo>
                    <a:cubicBezTo>
                      <a:pt x="4122" y="1268"/>
                      <a:pt x="4845" y="1378"/>
                      <a:pt x="5300" y="1378"/>
                    </a:cubicBezTo>
                    <a:cubicBezTo>
                      <a:pt x="5782" y="1352"/>
                      <a:pt x="6086" y="1289"/>
                      <a:pt x="6306" y="1179"/>
                    </a:cubicBezTo>
                    <a:cubicBezTo>
                      <a:pt x="6547" y="1069"/>
                      <a:pt x="6657" y="938"/>
                      <a:pt x="6767" y="828"/>
                    </a:cubicBezTo>
                    <a:cubicBezTo>
                      <a:pt x="6961" y="592"/>
                      <a:pt x="6981" y="304"/>
                      <a:pt x="6981" y="304"/>
                    </a:cubicBezTo>
                    <a:lnTo>
                      <a:pt x="6981" y="242"/>
                    </a:lnTo>
                    <a:lnTo>
                      <a:pt x="22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Google Shape;556;p33"/>
              <p:cNvSpPr/>
              <p:nvPr/>
            </p:nvSpPr>
            <p:spPr>
              <a:xfrm>
                <a:off x="1860734" y="3956341"/>
                <a:ext cx="607603" cy="308571"/>
              </a:xfrm>
              <a:custGeom>
                <a:avLst/>
                <a:gdLst/>
                <a:ahLst/>
                <a:cxnLst/>
                <a:rect l="l" t="t" r="r" b="b"/>
                <a:pathLst>
                  <a:path w="7134" h="3623" extrusionOk="0">
                    <a:moveTo>
                      <a:pt x="1008" y="1"/>
                    </a:moveTo>
                    <a:cubicBezTo>
                      <a:pt x="811" y="1"/>
                      <a:pt x="562" y="52"/>
                      <a:pt x="373" y="266"/>
                    </a:cubicBezTo>
                    <a:cubicBezTo>
                      <a:pt x="1" y="680"/>
                      <a:pt x="153" y="2293"/>
                      <a:pt x="216" y="2555"/>
                    </a:cubicBezTo>
                    <a:cubicBezTo>
                      <a:pt x="281" y="2830"/>
                      <a:pt x="1816" y="3238"/>
                      <a:pt x="2201" y="3238"/>
                    </a:cubicBezTo>
                    <a:cubicBezTo>
                      <a:pt x="2219" y="3238"/>
                      <a:pt x="2235" y="3237"/>
                      <a:pt x="2247" y="3235"/>
                    </a:cubicBezTo>
                    <a:cubicBezTo>
                      <a:pt x="2370" y="3204"/>
                      <a:pt x="2444" y="3187"/>
                      <a:pt x="2515" y="3187"/>
                    </a:cubicBezTo>
                    <a:cubicBezTo>
                      <a:pt x="2596" y="3187"/>
                      <a:pt x="2673" y="3209"/>
                      <a:pt x="2813" y="3256"/>
                    </a:cubicBezTo>
                    <a:cubicBezTo>
                      <a:pt x="3042" y="3329"/>
                      <a:pt x="4567" y="3622"/>
                      <a:pt x="5575" y="3622"/>
                    </a:cubicBezTo>
                    <a:cubicBezTo>
                      <a:pt x="5721" y="3622"/>
                      <a:pt x="5857" y="3616"/>
                      <a:pt x="5976" y="3602"/>
                    </a:cubicBezTo>
                    <a:cubicBezTo>
                      <a:pt x="6919" y="3497"/>
                      <a:pt x="7023" y="2947"/>
                      <a:pt x="7071" y="2712"/>
                    </a:cubicBezTo>
                    <a:cubicBezTo>
                      <a:pt x="7133" y="2471"/>
                      <a:pt x="7133" y="1769"/>
                      <a:pt x="6830" y="1465"/>
                    </a:cubicBezTo>
                    <a:cubicBezTo>
                      <a:pt x="6547" y="1162"/>
                      <a:pt x="4887" y="659"/>
                      <a:pt x="4536" y="528"/>
                    </a:cubicBezTo>
                    <a:cubicBezTo>
                      <a:pt x="4190" y="376"/>
                      <a:pt x="4122" y="329"/>
                      <a:pt x="3709" y="135"/>
                    </a:cubicBezTo>
                    <a:cubicBezTo>
                      <a:pt x="3522" y="41"/>
                      <a:pt x="3010" y="16"/>
                      <a:pt x="2509" y="16"/>
                    </a:cubicBezTo>
                    <a:cubicBezTo>
                      <a:pt x="1954" y="16"/>
                      <a:pt x="1411" y="46"/>
                      <a:pt x="1331" y="46"/>
                    </a:cubicBezTo>
                    <a:cubicBezTo>
                      <a:pt x="1331" y="46"/>
                      <a:pt x="1193" y="1"/>
                      <a:pt x="100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Google Shape;557;p33"/>
              <p:cNvSpPr/>
              <p:nvPr/>
            </p:nvSpPr>
            <p:spPr>
              <a:xfrm>
                <a:off x="1866100" y="3950891"/>
                <a:ext cx="606240" cy="319217"/>
              </a:xfrm>
              <a:custGeom>
                <a:avLst/>
                <a:gdLst/>
                <a:ahLst/>
                <a:cxnLst/>
                <a:rect l="l" t="t" r="r" b="b"/>
                <a:pathLst>
                  <a:path w="7118" h="3748" extrusionOk="0">
                    <a:moveTo>
                      <a:pt x="938" y="110"/>
                    </a:moveTo>
                    <a:cubicBezTo>
                      <a:pt x="1116" y="110"/>
                      <a:pt x="1247" y="178"/>
                      <a:pt x="1247" y="178"/>
                    </a:cubicBezTo>
                    <a:lnTo>
                      <a:pt x="1268" y="178"/>
                    </a:lnTo>
                    <a:cubicBezTo>
                      <a:pt x="1357" y="157"/>
                      <a:pt x="1834" y="131"/>
                      <a:pt x="2357" y="131"/>
                    </a:cubicBezTo>
                    <a:cubicBezTo>
                      <a:pt x="2619" y="131"/>
                      <a:pt x="2902" y="131"/>
                      <a:pt x="3122" y="157"/>
                    </a:cubicBezTo>
                    <a:cubicBezTo>
                      <a:pt x="3342" y="178"/>
                      <a:pt x="3536" y="199"/>
                      <a:pt x="3625" y="241"/>
                    </a:cubicBezTo>
                    <a:cubicBezTo>
                      <a:pt x="4017" y="440"/>
                      <a:pt x="4106" y="482"/>
                      <a:pt x="4452" y="634"/>
                    </a:cubicBezTo>
                    <a:cubicBezTo>
                      <a:pt x="4630" y="702"/>
                      <a:pt x="5128" y="875"/>
                      <a:pt x="5630" y="1047"/>
                    </a:cubicBezTo>
                    <a:cubicBezTo>
                      <a:pt x="5871" y="1137"/>
                      <a:pt x="6112" y="1246"/>
                      <a:pt x="6306" y="1336"/>
                    </a:cubicBezTo>
                    <a:cubicBezTo>
                      <a:pt x="6526" y="1419"/>
                      <a:pt x="6678" y="1508"/>
                      <a:pt x="6725" y="1571"/>
                    </a:cubicBezTo>
                    <a:cubicBezTo>
                      <a:pt x="6856" y="1702"/>
                      <a:pt x="6940" y="1943"/>
                      <a:pt x="6960" y="2184"/>
                    </a:cubicBezTo>
                    <a:cubicBezTo>
                      <a:pt x="7008" y="2425"/>
                      <a:pt x="6987" y="2645"/>
                      <a:pt x="6960" y="2749"/>
                    </a:cubicBezTo>
                    <a:cubicBezTo>
                      <a:pt x="6940" y="2880"/>
                      <a:pt x="6898" y="3058"/>
                      <a:pt x="6746" y="3231"/>
                    </a:cubicBezTo>
                    <a:cubicBezTo>
                      <a:pt x="6615" y="3404"/>
                      <a:pt x="6374" y="3561"/>
                      <a:pt x="5913" y="3624"/>
                    </a:cubicBezTo>
                    <a:cubicBezTo>
                      <a:pt x="5814" y="3633"/>
                      <a:pt x="5702" y="3637"/>
                      <a:pt x="5581" y="3637"/>
                    </a:cubicBezTo>
                    <a:cubicBezTo>
                      <a:pt x="5146" y="3637"/>
                      <a:pt x="4592" y="3584"/>
                      <a:pt x="4080" y="3514"/>
                    </a:cubicBezTo>
                    <a:cubicBezTo>
                      <a:pt x="3776" y="3472"/>
                      <a:pt x="3473" y="3404"/>
                      <a:pt x="3232" y="3362"/>
                    </a:cubicBezTo>
                    <a:cubicBezTo>
                      <a:pt x="2991" y="3320"/>
                      <a:pt x="2818" y="3273"/>
                      <a:pt x="2771" y="3252"/>
                    </a:cubicBezTo>
                    <a:cubicBezTo>
                      <a:pt x="2640" y="3210"/>
                      <a:pt x="2559" y="3195"/>
                      <a:pt x="2475" y="3195"/>
                    </a:cubicBezTo>
                    <a:cubicBezTo>
                      <a:pt x="2391" y="3195"/>
                      <a:pt x="2305" y="3210"/>
                      <a:pt x="2163" y="3231"/>
                    </a:cubicBezTo>
                    <a:lnTo>
                      <a:pt x="2012" y="3231"/>
                    </a:lnTo>
                    <a:cubicBezTo>
                      <a:pt x="1944" y="3231"/>
                      <a:pt x="1855" y="3210"/>
                      <a:pt x="1771" y="3189"/>
                    </a:cubicBezTo>
                    <a:cubicBezTo>
                      <a:pt x="1572" y="3168"/>
                      <a:pt x="1331" y="3100"/>
                      <a:pt x="1095" y="3038"/>
                    </a:cubicBezTo>
                    <a:cubicBezTo>
                      <a:pt x="875" y="2969"/>
                      <a:pt x="655" y="2880"/>
                      <a:pt x="482" y="2797"/>
                    </a:cubicBezTo>
                    <a:cubicBezTo>
                      <a:pt x="393" y="2776"/>
                      <a:pt x="331" y="2729"/>
                      <a:pt x="283" y="2687"/>
                    </a:cubicBezTo>
                    <a:cubicBezTo>
                      <a:pt x="242" y="2666"/>
                      <a:pt x="221" y="2619"/>
                      <a:pt x="200" y="2619"/>
                    </a:cubicBezTo>
                    <a:cubicBezTo>
                      <a:pt x="179" y="2488"/>
                      <a:pt x="132" y="2011"/>
                      <a:pt x="132" y="1529"/>
                    </a:cubicBezTo>
                    <a:cubicBezTo>
                      <a:pt x="132" y="1288"/>
                      <a:pt x="132" y="1027"/>
                      <a:pt x="179" y="833"/>
                    </a:cubicBezTo>
                    <a:cubicBezTo>
                      <a:pt x="200" y="613"/>
                      <a:pt x="262" y="440"/>
                      <a:pt x="352" y="351"/>
                    </a:cubicBezTo>
                    <a:cubicBezTo>
                      <a:pt x="524" y="178"/>
                      <a:pt x="744" y="110"/>
                      <a:pt x="938" y="110"/>
                    </a:cubicBezTo>
                    <a:close/>
                    <a:moveTo>
                      <a:pt x="917" y="0"/>
                    </a:moveTo>
                    <a:cubicBezTo>
                      <a:pt x="723" y="0"/>
                      <a:pt x="462" y="68"/>
                      <a:pt x="262" y="288"/>
                    </a:cubicBezTo>
                    <a:cubicBezTo>
                      <a:pt x="153" y="393"/>
                      <a:pt x="90" y="592"/>
                      <a:pt x="69" y="812"/>
                    </a:cubicBezTo>
                    <a:cubicBezTo>
                      <a:pt x="22" y="1027"/>
                      <a:pt x="1" y="1288"/>
                      <a:pt x="1" y="1529"/>
                    </a:cubicBezTo>
                    <a:cubicBezTo>
                      <a:pt x="1" y="2011"/>
                      <a:pt x="69" y="2488"/>
                      <a:pt x="90" y="2645"/>
                    </a:cubicBezTo>
                    <a:cubicBezTo>
                      <a:pt x="111" y="2708"/>
                      <a:pt x="153" y="2749"/>
                      <a:pt x="221" y="2797"/>
                    </a:cubicBezTo>
                    <a:cubicBezTo>
                      <a:pt x="262" y="2818"/>
                      <a:pt x="352" y="2859"/>
                      <a:pt x="441" y="2907"/>
                    </a:cubicBezTo>
                    <a:cubicBezTo>
                      <a:pt x="613" y="2990"/>
                      <a:pt x="833" y="3079"/>
                      <a:pt x="1069" y="3142"/>
                    </a:cubicBezTo>
                    <a:cubicBezTo>
                      <a:pt x="1310" y="3210"/>
                      <a:pt x="1551" y="3273"/>
                      <a:pt x="1750" y="3299"/>
                    </a:cubicBezTo>
                    <a:cubicBezTo>
                      <a:pt x="1834" y="3320"/>
                      <a:pt x="1923" y="3341"/>
                      <a:pt x="2012" y="3341"/>
                    </a:cubicBezTo>
                    <a:cubicBezTo>
                      <a:pt x="2043" y="3352"/>
                      <a:pt x="2076" y="3357"/>
                      <a:pt x="2106" y="3357"/>
                    </a:cubicBezTo>
                    <a:cubicBezTo>
                      <a:pt x="2136" y="3357"/>
                      <a:pt x="2163" y="3352"/>
                      <a:pt x="2184" y="3341"/>
                    </a:cubicBezTo>
                    <a:cubicBezTo>
                      <a:pt x="2329" y="3320"/>
                      <a:pt x="2399" y="3303"/>
                      <a:pt x="2469" y="3303"/>
                    </a:cubicBezTo>
                    <a:cubicBezTo>
                      <a:pt x="2535" y="3303"/>
                      <a:pt x="2601" y="3319"/>
                      <a:pt x="2729" y="3362"/>
                    </a:cubicBezTo>
                    <a:cubicBezTo>
                      <a:pt x="2818" y="3404"/>
                      <a:pt x="2970" y="3430"/>
                      <a:pt x="3211" y="3472"/>
                    </a:cubicBezTo>
                    <a:cubicBezTo>
                      <a:pt x="3452" y="3535"/>
                      <a:pt x="3756" y="3582"/>
                      <a:pt x="4080" y="3624"/>
                    </a:cubicBezTo>
                    <a:cubicBezTo>
                      <a:pt x="4576" y="3694"/>
                      <a:pt x="5126" y="3747"/>
                      <a:pt x="5570" y="3747"/>
                    </a:cubicBezTo>
                    <a:cubicBezTo>
                      <a:pt x="5694" y="3747"/>
                      <a:pt x="5809" y="3743"/>
                      <a:pt x="5913" y="3734"/>
                    </a:cubicBezTo>
                    <a:cubicBezTo>
                      <a:pt x="6395" y="3666"/>
                      <a:pt x="6678" y="3493"/>
                      <a:pt x="6830" y="3299"/>
                    </a:cubicBezTo>
                    <a:cubicBezTo>
                      <a:pt x="7008" y="3100"/>
                      <a:pt x="7050" y="2907"/>
                      <a:pt x="7070" y="2776"/>
                    </a:cubicBezTo>
                    <a:cubicBezTo>
                      <a:pt x="7091" y="2645"/>
                      <a:pt x="7118" y="2425"/>
                      <a:pt x="7070" y="2163"/>
                    </a:cubicBezTo>
                    <a:cubicBezTo>
                      <a:pt x="7050" y="1922"/>
                      <a:pt x="6960" y="1660"/>
                      <a:pt x="6809" y="1487"/>
                    </a:cubicBezTo>
                    <a:cubicBezTo>
                      <a:pt x="6725" y="1398"/>
                      <a:pt x="6568" y="1309"/>
                      <a:pt x="6374" y="1226"/>
                    </a:cubicBezTo>
                    <a:cubicBezTo>
                      <a:pt x="6154" y="1137"/>
                      <a:pt x="5913" y="1027"/>
                      <a:pt x="5651" y="943"/>
                    </a:cubicBezTo>
                    <a:cubicBezTo>
                      <a:pt x="5175" y="765"/>
                      <a:pt x="4651" y="592"/>
                      <a:pt x="4499" y="524"/>
                    </a:cubicBezTo>
                    <a:cubicBezTo>
                      <a:pt x="4148" y="393"/>
                      <a:pt x="4080" y="330"/>
                      <a:pt x="3666" y="157"/>
                    </a:cubicBezTo>
                    <a:cubicBezTo>
                      <a:pt x="3557" y="89"/>
                      <a:pt x="3363" y="68"/>
                      <a:pt x="3122" y="47"/>
                    </a:cubicBezTo>
                    <a:cubicBezTo>
                      <a:pt x="2902" y="26"/>
                      <a:pt x="2619" y="26"/>
                      <a:pt x="2357" y="26"/>
                    </a:cubicBezTo>
                    <a:cubicBezTo>
                      <a:pt x="1834" y="26"/>
                      <a:pt x="1357" y="47"/>
                      <a:pt x="1268" y="68"/>
                    </a:cubicBezTo>
                    <a:cubicBezTo>
                      <a:pt x="1268" y="47"/>
                      <a:pt x="1116" y="0"/>
                      <a:pt x="917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Google Shape;558;p33"/>
              <p:cNvSpPr/>
              <p:nvPr/>
            </p:nvSpPr>
            <p:spPr>
              <a:xfrm>
                <a:off x="1884837" y="3895105"/>
                <a:ext cx="282424" cy="168637"/>
              </a:xfrm>
              <a:custGeom>
                <a:avLst/>
                <a:gdLst/>
                <a:ahLst/>
                <a:cxnLst/>
                <a:rect l="l" t="t" r="r" b="b"/>
                <a:pathLst>
                  <a:path w="3316" h="1980" extrusionOk="0">
                    <a:moveTo>
                      <a:pt x="3316" y="0"/>
                    </a:moveTo>
                    <a:lnTo>
                      <a:pt x="111" y="131"/>
                    </a:lnTo>
                    <a:lnTo>
                      <a:pt x="1" y="1268"/>
                    </a:lnTo>
                    <a:cubicBezTo>
                      <a:pt x="1" y="1268"/>
                      <a:pt x="173" y="1661"/>
                      <a:pt x="676" y="1901"/>
                    </a:cubicBezTo>
                    <a:cubicBezTo>
                      <a:pt x="797" y="1957"/>
                      <a:pt x="924" y="1980"/>
                      <a:pt x="1054" y="1980"/>
                    </a:cubicBezTo>
                    <a:cubicBezTo>
                      <a:pt x="1441" y="1980"/>
                      <a:pt x="1860" y="1774"/>
                      <a:pt x="2268" y="1598"/>
                    </a:cubicBezTo>
                    <a:cubicBezTo>
                      <a:pt x="2714" y="1393"/>
                      <a:pt x="3100" y="1377"/>
                      <a:pt x="3204" y="1377"/>
                    </a:cubicBezTo>
                    <a:cubicBezTo>
                      <a:pt x="3222" y="1377"/>
                      <a:pt x="3232" y="1378"/>
                      <a:pt x="3232" y="1378"/>
                    </a:cubicBezTo>
                    <a:lnTo>
                      <a:pt x="3316" y="0"/>
                    </a:lnTo>
                    <a:close/>
                  </a:path>
                </a:pathLst>
              </a:custGeom>
              <a:solidFill>
                <a:srgbClr val="FFEBD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Google Shape;559;p33"/>
              <p:cNvSpPr/>
              <p:nvPr/>
            </p:nvSpPr>
            <p:spPr>
              <a:xfrm>
                <a:off x="1881260" y="3891528"/>
                <a:ext cx="291792" cy="176387"/>
              </a:xfrm>
              <a:custGeom>
                <a:avLst/>
                <a:gdLst/>
                <a:ahLst/>
                <a:cxnLst/>
                <a:rect l="l" t="t" r="r" b="b"/>
                <a:pathLst>
                  <a:path w="3426" h="2071" extrusionOk="0">
                    <a:moveTo>
                      <a:pt x="3295" y="111"/>
                    </a:moveTo>
                    <a:lnTo>
                      <a:pt x="3227" y="1378"/>
                    </a:lnTo>
                    <a:cubicBezTo>
                      <a:pt x="3143" y="1378"/>
                      <a:pt x="2771" y="1378"/>
                      <a:pt x="2289" y="1593"/>
                    </a:cubicBezTo>
                    <a:cubicBezTo>
                      <a:pt x="2027" y="1703"/>
                      <a:pt x="1745" y="1834"/>
                      <a:pt x="1483" y="1902"/>
                    </a:cubicBezTo>
                    <a:cubicBezTo>
                      <a:pt x="1354" y="1933"/>
                      <a:pt x="1225" y="1953"/>
                      <a:pt x="1101" y="1953"/>
                    </a:cubicBezTo>
                    <a:cubicBezTo>
                      <a:pt x="973" y="1953"/>
                      <a:pt x="851" y="1931"/>
                      <a:pt x="739" y="1875"/>
                    </a:cubicBezTo>
                    <a:cubicBezTo>
                      <a:pt x="263" y="1661"/>
                      <a:pt x="105" y="1310"/>
                      <a:pt x="105" y="1289"/>
                    </a:cubicBezTo>
                    <a:lnTo>
                      <a:pt x="194" y="241"/>
                    </a:lnTo>
                    <a:lnTo>
                      <a:pt x="3295" y="111"/>
                    </a:lnTo>
                    <a:close/>
                    <a:moveTo>
                      <a:pt x="3358" y="1"/>
                    </a:moveTo>
                    <a:lnTo>
                      <a:pt x="84" y="132"/>
                    </a:lnTo>
                    <a:lnTo>
                      <a:pt x="1" y="1310"/>
                    </a:lnTo>
                    <a:lnTo>
                      <a:pt x="1" y="1331"/>
                    </a:lnTo>
                    <a:cubicBezTo>
                      <a:pt x="1" y="1331"/>
                      <a:pt x="174" y="1744"/>
                      <a:pt x="697" y="1985"/>
                    </a:cubicBezTo>
                    <a:cubicBezTo>
                      <a:pt x="835" y="2043"/>
                      <a:pt x="979" y="2071"/>
                      <a:pt x="1122" y="2071"/>
                    </a:cubicBezTo>
                    <a:cubicBezTo>
                      <a:pt x="1251" y="2071"/>
                      <a:pt x="1380" y="2049"/>
                      <a:pt x="1504" y="2006"/>
                    </a:cubicBezTo>
                    <a:cubicBezTo>
                      <a:pt x="1786" y="1943"/>
                      <a:pt x="2069" y="1813"/>
                      <a:pt x="2331" y="1682"/>
                    </a:cubicBezTo>
                    <a:cubicBezTo>
                      <a:pt x="2771" y="1497"/>
                      <a:pt x="3137" y="1482"/>
                      <a:pt x="3243" y="1482"/>
                    </a:cubicBezTo>
                    <a:cubicBezTo>
                      <a:pt x="3263" y="1482"/>
                      <a:pt x="3274" y="1483"/>
                      <a:pt x="3274" y="1483"/>
                    </a:cubicBezTo>
                    <a:lnTo>
                      <a:pt x="3337" y="1483"/>
                    </a:lnTo>
                    <a:lnTo>
                      <a:pt x="3426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Google Shape;560;p33"/>
              <p:cNvSpPr/>
              <p:nvPr/>
            </p:nvSpPr>
            <p:spPr>
              <a:xfrm>
                <a:off x="1427650" y="4240805"/>
                <a:ext cx="583500" cy="155350"/>
              </a:xfrm>
              <a:custGeom>
                <a:avLst/>
                <a:gdLst/>
                <a:ahLst/>
                <a:cxnLst/>
                <a:rect l="l" t="t" r="r" b="b"/>
                <a:pathLst>
                  <a:path w="6851" h="1824" extrusionOk="0">
                    <a:moveTo>
                      <a:pt x="64" y="0"/>
                    </a:moveTo>
                    <a:cubicBezTo>
                      <a:pt x="64" y="0"/>
                      <a:pt x="1" y="393"/>
                      <a:pt x="111" y="550"/>
                    </a:cubicBezTo>
                    <a:cubicBezTo>
                      <a:pt x="242" y="681"/>
                      <a:pt x="1661" y="1309"/>
                      <a:pt x="1876" y="1309"/>
                    </a:cubicBezTo>
                    <a:cubicBezTo>
                      <a:pt x="1885" y="1310"/>
                      <a:pt x="1894" y="1311"/>
                      <a:pt x="1903" y="1311"/>
                    </a:cubicBezTo>
                    <a:cubicBezTo>
                      <a:pt x="2090" y="1311"/>
                      <a:pt x="2138" y="1072"/>
                      <a:pt x="2233" y="1072"/>
                    </a:cubicBezTo>
                    <a:cubicBezTo>
                      <a:pt x="2238" y="1072"/>
                      <a:pt x="2243" y="1073"/>
                      <a:pt x="2247" y="1074"/>
                    </a:cubicBezTo>
                    <a:cubicBezTo>
                      <a:pt x="2357" y="1074"/>
                      <a:pt x="4211" y="1728"/>
                      <a:pt x="5149" y="1812"/>
                    </a:cubicBezTo>
                    <a:cubicBezTo>
                      <a:pt x="5250" y="1820"/>
                      <a:pt x="5344" y="1823"/>
                      <a:pt x="5431" y="1823"/>
                    </a:cubicBezTo>
                    <a:cubicBezTo>
                      <a:pt x="6137" y="1823"/>
                      <a:pt x="6419" y="1596"/>
                      <a:pt x="6610" y="1419"/>
                    </a:cubicBezTo>
                    <a:cubicBezTo>
                      <a:pt x="6809" y="1246"/>
                      <a:pt x="6851" y="964"/>
                      <a:pt x="6851" y="964"/>
                    </a:cubicBezTo>
                    <a:lnTo>
                      <a:pt x="64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Google Shape;561;p33"/>
              <p:cNvSpPr/>
              <p:nvPr/>
            </p:nvSpPr>
            <p:spPr>
              <a:xfrm>
                <a:off x="1427650" y="4235439"/>
                <a:ext cx="589291" cy="165145"/>
              </a:xfrm>
              <a:custGeom>
                <a:avLst/>
                <a:gdLst/>
                <a:ahLst/>
                <a:cxnLst/>
                <a:rect l="l" t="t" r="r" b="b"/>
                <a:pathLst>
                  <a:path w="6919" h="1939" extrusionOk="0">
                    <a:moveTo>
                      <a:pt x="132" y="131"/>
                    </a:moveTo>
                    <a:lnTo>
                      <a:pt x="6767" y="1090"/>
                    </a:lnTo>
                    <a:cubicBezTo>
                      <a:pt x="6767" y="1137"/>
                      <a:pt x="6720" y="1309"/>
                      <a:pt x="6568" y="1461"/>
                    </a:cubicBezTo>
                    <a:cubicBezTo>
                      <a:pt x="6458" y="1550"/>
                      <a:pt x="6327" y="1660"/>
                      <a:pt x="6133" y="1723"/>
                    </a:cubicBezTo>
                    <a:cubicBezTo>
                      <a:pt x="5972" y="1789"/>
                      <a:pt x="5765" y="1829"/>
                      <a:pt x="5484" y="1829"/>
                    </a:cubicBezTo>
                    <a:cubicBezTo>
                      <a:pt x="5382" y="1829"/>
                      <a:pt x="5271" y="1823"/>
                      <a:pt x="5149" y="1812"/>
                    </a:cubicBezTo>
                    <a:cubicBezTo>
                      <a:pt x="4693" y="1765"/>
                      <a:pt x="3991" y="1592"/>
                      <a:pt x="3405" y="1419"/>
                    </a:cubicBezTo>
                    <a:cubicBezTo>
                      <a:pt x="3101" y="1330"/>
                      <a:pt x="2839" y="1241"/>
                      <a:pt x="2640" y="1179"/>
                    </a:cubicBezTo>
                    <a:cubicBezTo>
                      <a:pt x="2530" y="1158"/>
                      <a:pt x="2446" y="1137"/>
                      <a:pt x="2378" y="1110"/>
                    </a:cubicBezTo>
                    <a:cubicBezTo>
                      <a:pt x="2315" y="1090"/>
                      <a:pt x="2289" y="1069"/>
                      <a:pt x="2247" y="1069"/>
                    </a:cubicBezTo>
                    <a:cubicBezTo>
                      <a:pt x="2206" y="1069"/>
                      <a:pt x="2158" y="1090"/>
                      <a:pt x="2116" y="1137"/>
                    </a:cubicBezTo>
                    <a:cubicBezTo>
                      <a:pt x="2096" y="1158"/>
                      <a:pt x="2075" y="1179"/>
                      <a:pt x="2054" y="1220"/>
                    </a:cubicBezTo>
                    <a:cubicBezTo>
                      <a:pt x="2027" y="1241"/>
                      <a:pt x="2007" y="1289"/>
                      <a:pt x="1965" y="1289"/>
                    </a:cubicBezTo>
                    <a:cubicBezTo>
                      <a:pt x="1944" y="1309"/>
                      <a:pt x="1923" y="1330"/>
                      <a:pt x="1876" y="1330"/>
                    </a:cubicBezTo>
                    <a:cubicBezTo>
                      <a:pt x="1855" y="1330"/>
                      <a:pt x="1813" y="1309"/>
                      <a:pt x="1766" y="1289"/>
                    </a:cubicBezTo>
                    <a:cubicBezTo>
                      <a:pt x="1703" y="1268"/>
                      <a:pt x="1635" y="1241"/>
                      <a:pt x="1551" y="1220"/>
                    </a:cubicBezTo>
                    <a:cubicBezTo>
                      <a:pt x="1373" y="1158"/>
                      <a:pt x="1179" y="1069"/>
                      <a:pt x="980" y="980"/>
                    </a:cubicBezTo>
                    <a:cubicBezTo>
                      <a:pt x="786" y="896"/>
                      <a:pt x="587" y="807"/>
                      <a:pt x="435" y="744"/>
                    </a:cubicBezTo>
                    <a:cubicBezTo>
                      <a:pt x="373" y="697"/>
                      <a:pt x="305" y="655"/>
                      <a:pt x="242" y="634"/>
                    </a:cubicBezTo>
                    <a:cubicBezTo>
                      <a:pt x="195" y="587"/>
                      <a:pt x="174" y="566"/>
                      <a:pt x="153" y="566"/>
                    </a:cubicBezTo>
                    <a:cubicBezTo>
                      <a:pt x="132" y="524"/>
                      <a:pt x="111" y="393"/>
                      <a:pt x="111" y="283"/>
                    </a:cubicBezTo>
                    <a:cubicBezTo>
                      <a:pt x="111" y="194"/>
                      <a:pt x="111" y="152"/>
                      <a:pt x="132" y="131"/>
                    </a:cubicBezTo>
                    <a:close/>
                    <a:moveTo>
                      <a:pt x="22" y="0"/>
                    </a:moveTo>
                    <a:lnTo>
                      <a:pt x="22" y="42"/>
                    </a:lnTo>
                    <a:cubicBezTo>
                      <a:pt x="22" y="42"/>
                      <a:pt x="1" y="152"/>
                      <a:pt x="1" y="283"/>
                    </a:cubicBezTo>
                    <a:cubicBezTo>
                      <a:pt x="1" y="393"/>
                      <a:pt x="1" y="545"/>
                      <a:pt x="90" y="634"/>
                    </a:cubicBezTo>
                    <a:cubicBezTo>
                      <a:pt x="111" y="676"/>
                      <a:pt x="132" y="697"/>
                      <a:pt x="195" y="718"/>
                    </a:cubicBezTo>
                    <a:cubicBezTo>
                      <a:pt x="242" y="765"/>
                      <a:pt x="305" y="786"/>
                      <a:pt x="394" y="828"/>
                    </a:cubicBezTo>
                    <a:cubicBezTo>
                      <a:pt x="545" y="917"/>
                      <a:pt x="744" y="1006"/>
                      <a:pt x="938" y="1090"/>
                    </a:cubicBezTo>
                    <a:cubicBezTo>
                      <a:pt x="1137" y="1179"/>
                      <a:pt x="1331" y="1268"/>
                      <a:pt x="1504" y="1330"/>
                    </a:cubicBezTo>
                    <a:cubicBezTo>
                      <a:pt x="1593" y="1351"/>
                      <a:pt x="1661" y="1372"/>
                      <a:pt x="1724" y="1399"/>
                    </a:cubicBezTo>
                    <a:cubicBezTo>
                      <a:pt x="1792" y="1419"/>
                      <a:pt x="1834" y="1440"/>
                      <a:pt x="1876" y="1440"/>
                    </a:cubicBezTo>
                    <a:cubicBezTo>
                      <a:pt x="1944" y="1440"/>
                      <a:pt x="1986" y="1419"/>
                      <a:pt x="2027" y="1399"/>
                    </a:cubicBezTo>
                    <a:cubicBezTo>
                      <a:pt x="2075" y="1351"/>
                      <a:pt x="2116" y="1330"/>
                      <a:pt x="2137" y="1289"/>
                    </a:cubicBezTo>
                    <a:cubicBezTo>
                      <a:pt x="2158" y="1268"/>
                      <a:pt x="2185" y="1220"/>
                      <a:pt x="2206" y="1200"/>
                    </a:cubicBezTo>
                    <a:cubicBezTo>
                      <a:pt x="2226" y="1179"/>
                      <a:pt x="2226" y="1179"/>
                      <a:pt x="2247" y="1179"/>
                    </a:cubicBezTo>
                    <a:cubicBezTo>
                      <a:pt x="2226" y="1179"/>
                      <a:pt x="2289" y="1200"/>
                      <a:pt x="2357" y="1220"/>
                    </a:cubicBezTo>
                    <a:cubicBezTo>
                      <a:pt x="2399" y="1241"/>
                      <a:pt x="2488" y="1268"/>
                      <a:pt x="2598" y="1289"/>
                    </a:cubicBezTo>
                    <a:cubicBezTo>
                      <a:pt x="2792" y="1351"/>
                      <a:pt x="3075" y="1440"/>
                      <a:pt x="3384" y="1529"/>
                    </a:cubicBezTo>
                    <a:cubicBezTo>
                      <a:pt x="3970" y="1702"/>
                      <a:pt x="4672" y="1875"/>
                      <a:pt x="5149" y="1922"/>
                    </a:cubicBezTo>
                    <a:cubicBezTo>
                      <a:pt x="5271" y="1933"/>
                      <a:pt x="5384" y="1939"/>
                      <a:pt x="5487" y="1939"/>
                    </a:cubicBezTo>
                    <a:cubicBezTo>
                      <a:pt x="5774" y="1939"/>
                      <a:pt x="5993" y="1899"/>
                      <a:pt x="6154" y="1833"/>
                    </a:cubicBezTo>
                    <a:cubicBezTo>
                      <a:pt x="6395" y="1744"/>
                      <a:pt x="6547" y="1634"/>
                      <a:pt x="6636" y="1529"/>
                    </a:cubicBezTo>
                    <a:cubicBezTo>
                      <a:pt x="6851" y="1330"/>
                      <a:pt x="6919" y="1048"/>
                      <a:pt x="6919" y="1048"/>
                    </a:cubicBezTo>
                    <a:lnTo>
                      <a:pt x="6919" y="980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Google Shape;562;p33"/>
              <p:cNvSpPr/>
              <p:nvPr/>
            </p:nvSpPr>
            <p:spPr>
              <a:xfrm>
                <a:off x="1431228" y="4028905"/>
                <a:ext cx="595083" cy="351582"/>
              </a:xfrm>
              <a:custGeom>
                <a:avLst/>
                <a:gdLst/>
                <a:ahLst/>
                <a:cxnLst/>
                <a:rect l="l" t="t" r="r" b="b"/>
                <a:pathLst>
                  <a:path w="6987" h="4128" extrusionOk="0">
                    <a:moveTo>
                      <a:pt x="961" y="0"/>
                    </a:moveTo>
                    <a:cubicBezTo>
                      <a:pt x="788" y="0"/>
                      <a:pt x="588" y="45"/>
                      <a:pt x="414" y="200"/>
                    </a:cubicBezTo>
                    <a:cubicBezTo>
                      <a:pt x="1" y="571"/>
                      <a:pt x="1" y="2184"/>
                      <a:pt x="22" y="2467"/>
                    </a:cubicBezTo>
                    <a:cubicBezTo>
                      <a:pt x="47" y="2741"/>
                      <a:pt x="1580" y="3344"/>
                      <a:pt x="1934" y="3344"/>
                    </a:cubicBezTo>
                    <a:cubicBezTo>
                      <a:pt x="1945" y="3344"/>
                      <a:pt x="1956" y="3343"/>
                      <a:pt x="1965" y="3342"/>
                    </a:cubicBezTo>
                    <a:cubicBezTo>
                      <a:pt x="2050" y="3335"/>
                      <a:pt x="2115" y="3331"/>
                      <a:pt x="2169" y="3331"/>
                    </a:cubicBezTo>
                    <a:cubicBezTo>
                      <a:pt x="2294" y="3331"/>
                      <a:pt x="2368" y="3354"/>
                      <a:pt x="2535" y="3431"/>
                    </a:cubicBezTo>
                    <a:cubicBezTo>
                      <a:pt x="2767" y="3559"/>
                      <a:pt x="4626" y="4128"/>
                      <a:pt x="5580" y="4128"/>
                    </a:cubicBezTo>
                    <a:cubicBezTo>
                      <a:pt x="5597" y="4128"/>
                      <a:pt x="5614" y="4128"/>
                      <a:pt x="5630" y="4127"/>
                    </a:cubicBezTo>
                    <a:cubicBezTo>
                      <a:pt x="6594" y="4127"/>
                      <a:pt x="6767" y="3583"/>
                      <a:pt x="6830" y="3342"/>
                    </a:cubicBezTo>
                    <a:cubicBezTo>
                      <a:pt x="6919" y="3122"/>
                      <a:pt x="6987" y="2425"/>
                      <a:pt x="6725" y="2095"/>
                    </a:cubicBezTo>
                    <a:cubicBezTo>
                      <a:pt x="6463" y="1750"/>
                      <a:pt x="4866" y="1074"/>
                      <a:pt x="4541" y="896"/>
                    </a:cubicBezTo>
                    <a:cubicBezTo>
                      <a:pt x="4211" y="723"/>
                      <a:pt x="4148" y="655"/>
                      <a:pt x="3756" y="440"/>
                    </a:cubicBezTo>
                    <a:cubicBezTo>
                      <a:pt x="3384" y="200"/>
                      <a:pt x="1551" y="90"/>
                      <a:pt x="1399" y="90"/>
                    </a:cubicBezTo>
                    <a:cubicBezTo>
                      <a:pt x="1399" y="90"/>
                      <a:pt x="1206" y="0"/>
                      <a:pt x="96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Google Shape;563;p33"/>
              <p:cNvSpPr/>
              <p:nvPr/>
            </p:nvSpPr>
            <p:spPr>
              <a:xfrm>
                <a:off x="1427650" y="4024817"/>
                <a:ext cx="596446" cy="361036"/>
              </a:xfrm>
              <a:custGeom>
                <a:avLst/>
                <a:gdLst/>
                <a:ahLst/>
                <a:cxnLst/>
                <a:rect l="l" t="t" r="r" b="b"/>
                <a:pathLst>
                  <a:path w="7003" h="4239" extrusionOk="0">
                    <a:moveTo>
                      <a:pt x="993" y="110"/>
                    </a:moveTo>
                    <a:cubicBezTo>
                      <a:pt x="1033" y="110"/>
                      <a:pt x="1073" y="112"/>
                      <a:pt x="1111" y="117"/>
                    </a:cubicBezTo>
                    <a:cubicBezTo>
                      <a:pt x="1289" y="138"/>
                      <a:pt x="1420" y="206"/>
                      <a:pt x="1420" y="206"/>
                    </a:cubicBezTo>
                    <a:lnTo>
                      <a:pt x="1441" y="206"/>
                    </a:lnTo>
                    <a:cubicBezTo>
                      <a:pt x="1504" y="206"/>
                      <a:pt x="2007" y="227"/>
                      <a:pt x="2530" y="289"/>
                    </a:cubicBezTo>
                    <a:cubicBezTo>
                      <a:pt x="2792" y="310"/>
                      <a:pt x="3054" y="337"/>
                      <a:pt x="3274" y="378"/>
                    </a:cubicBezTo>
                    <a:cubicBezTo>
                      <a:pt x="3515" y="420"/>
                      <a:pt x="3688" y="488"/>
                      <a:pt x="3777" y="530"/>
                    </a:cubicBezTo>
                    <a:cubicBezTo>
                      <a:pt x="4148" y="771"/>
                      <a:pt x="4232" y="813"/>
                      <a:pt x="4562" y="991"/>
                    </a:cubicBezTo>
                    <a:cubicBezTo>
                      <a:pt x="4735" y="1096"/>
                      <a:pt x="5196" y="1295"/>
                      <a:pt x="5672" y="1536"/>
                    </a:cubicBezTo>
                    <a:cubicBezTo>
                      <a:pt x="5913" y="1667"/>
                      <a:pt x="6154" y="1777"/>
                      <a:pt x="6327" y="1881"/>
                    </a:cubicBezTo>
                    <a:cubicBezTo>
                      <a:pt x="6526" y="1991"/>
                      <a:pt x="6678" y="2101"/>
                      <a:pt x="6720" y="2170"/>
                    </a:cubicBezTo>
                    <a:cubicBezTo>
                      <a:pt x="6830" y="2321"/>
                      <a:pt x="6872" y="2583"/>
                      <a:pt x="6898" y="2824"/>
                    </a:cubicBezTo>
                    <a:cubicBezTo>
                      <a:pt x="6898" y="3039"/>
                      <a:pt x="6851" y="3280"/>
                      <a:pt x="6830" y="3369"/>
                    </a:cubicBezTo>
                    <a:cubicBezTo>
                      <a:pt x="6788" y="3500"/>
                      <a:pt x="6720" y="3673"/>
                      <a:pt x="6568" y="3824"/>
                    </a:cubicBezTo>
                    <a:cubicBezTo>
                      <a:pt x="6395" y="3976"/>
                      <a:pt x="6154" y="4133"/>
                      <a:pt x="5672" y="4133"/>
                    </a:cubicBezTo>
                    <a:cubicBezTo>
                      <a:pt x="5238" y="4133"/>
                      <a:pt x="4515" y="3976"/>
                      <a:pt x="3887" y="3824"/>
                    </a:cubicBezTo>
                    <a:cubicBezTo>
                      <a:pt x="3578" y="3741"/>
                      <a:pt x="3274" y="3652"/>
                      <a:pt x="3054" y="3583"/>
                    </a:cubicBezTo>
                    <a:cubicBezTo>
                      <a:pt x="2813" y="3521"/>
                      <a:pt x="2661" y="3453"/>
                      <a:pt x="2598" y="3432"/>
                    </a:cubicBezTo>
                    <a:cubicBezTo>
                      <a:pt x="2436" y="3358"/>
                      <a:pt x="2343" y="3333"/>
                      <a:pt x="2220" y="3333"/>
                    </a:cubicBezTo>
                    <a:cubicBezTo>
                      <a:pt x="2160" y="3333"/>
                      <a:pt x="2092" y="3339"/>
                      <a:pt x="2007" y="3348"/>
                    </a:cubicBezTo>
                    <a:cubicBezTo>
                      <a:pt x="1986" y="3348"/>
                      <a:pt x="1923" y="3348"/>
                      <a:pt x="1855" y="3322"/>
                    </a:cubicBezTo>
                    <a:cubicBezTo>
                      <a:pt x="1792" y="3301"/>
                      <a:pt x="1703" y="3280"/>
                      <a:pt x="1614" y="3259"/>
                    </a:cubicBezTo>
                    <a:cubicBezTo>
                      <a:pt x="1420" y="3191"/>
                      <a:pt x="1179" y="3107"/>
                      <a:pt x="959" y="3018"/>
                    </a:cubicBezTo>
                    <a:cubicBezTo>
                      <a:pt x="744" y="2929"/>
                      <a:pt x="524" y="2824"/>
                      <a:pt x="373" y="2735"/>
                    </a:cubicBezTo>
                    <a:cubicBezTo>
                      <a:pt x="284" y="2693"/>
                      <a:pt x="221" y="2646"/>
                      <a:pt x="174" y="2604"/>
                    </a:cubicBezTo>
                    <a:cubicBezTo>
                      <a:pt x="132" y="2562"/>
                      <a:pt x="132" y="2515"/>
                      <a:pt x="132" y="2515"/>
                    </a:cubicBezTo>
                    <a:cubicBezTo>
                      <a:pt x="111" y="2384"/>
                      <a:pt x="111" y="1908"/>
                      <a:pt x="153" y="1426"/>
                    </a:cubicBezTo>
                    <a:cubicBezTo>
                      <a:pt x="174" y="1185"/>
                      <a:pt x="221" y="944"/>
                      <a:pt x="284" y="729"/>
                    </a:cubicBezTo>
                    <a:cubicBezTo>
                      <a:pt x="325" y="530"/>
                      <a:pt x="414" y="378"/>
                      <a:pt x="504" y="289"/>
                    </a:cubicBezTo>
                    <a:cubicBezTo>
                      <a:pt x="659" y="151"/>
                      <a:pt x="831" y="110"/>
                      <a:pt x="993" y="110"/>
                    </a:cubicBezTo>
                    <a:close/>
                    <a:moveTo>
                      <a:pt x="993" y="0"/>
                    </a:moveTo>
                    <a:cubicBezTo>
                      <a:pt x="819" y="0"/>
                      <a:pt x="613" y="45"/>
                      <a:pt x="435" y="206"/>
                    </a:cubicBezTo>
                    <a:cubicBezTo>
                      <a:pt x="305" y="310"/>
                      <a:pt x="242" y="488"/>
                      <a:pt x="174" y="703"/>
                    </a:cubicBezTo>
                    <a:cubicBezTo>
                      <a:pt x="111" y="923"/>
                      <a:pt x="64" y="1164"/>
                      <a:pt x="43" y="1405"/>
                    </a:cubicBezTo>
                    <a:cubicBezTo>
                      <a:pt x="1" y="1908"/>
                      <a:pt x="1" y="2363"/>
                      <a:pt x="1" y="2536"/>
                    </a:cubicBezTo>
                    <a:cubicBezTo>
                      <a:pt x="22" y="2583"/>
                      <a:pt x="64" y="2646"/>
                      <a:pt x="111" y="2693"/>
                    </a:cubicBezTo>
                    <a:cubicBezTo>
                      <a:pt x="153" y="2735"/>
                      <a:pt x="242" y="2777"/>
                      <a:pt x="305" y="2824"/>
                    </a:cubicBezTo>
                    <a:cubicBezTo>
                      <a:pt x="483" y="2929"/>
                      <a:pt x="697" y="3039"/>
                      <a:pt x="917" y="3128"/>
                    </a:cubicBezTo>
                    <a:cubicBezTo>
                      <a:pt x="1158" y="3217"/>
                      <a:pt x="1373" y="3301"/>
                      <a:pt x="1572" y="3369"/>
                    </a:cubicBezTo>
                    <a:cubicBezTo>
                      <a:pt x="1682" y="3390"/>
                      <a:pt x="1766" y="3411"/>
                      <a:pt x="1834" y="3432"/>
                    </a:cubicBezTo>
                    <a:cubicBezTo>
                      <a:pt x="1897" y="3453"/>
                      <a:pt x="1965" y="3453"/>
                      <a:pt x="2007" y="3453"/>
                    </a:cubicBezTo>
                    <a:cubicBezTo>
                      <a:pt x="2112" y="3445"/>
                      <a:pt x="2181" y="3437"/>
                      <a:pt x="2239" y="3437"/>
                    </a:cubicBezTo>
                    <a:cubicBezTo>
                      <a:pt x="2338" y="3437"/>
                      <a:pt x="2403" y="3459"/>
                      <a:pt x="2551" y="3542"/>
                    </a:cubicBezTo>
                    <a:cubicBezTo>
                      <a:pt x="2619" y="3563"/>
                      <a:pt x="2792" y="3631"/>
                      <a:pt x="3012" y="3693"/>
                    </a:cubicBezTo>
                    <a:cubicBezTo>
                      <a:pt x="3253" y="3762"/>
                      <a:pt x="3536" y="3845"/>
                      <a:pt x="3860" y="3934"/>
                    </a:cubicBezTo>
                    <a:cubicBezTo>
                      <a:pt x="4494" y="4086"/>
                      <a:pt x="5196" y="4238"/>
                      <a:pt x="5693" y="4238"/>
                    </a:cubicBezTo>
                    <a:cubicBezTo>
                      <a:pt x="6175" y="4238"/>
                      <a:pt x="6458" y="4086"/>
                      <a:pt x="6636" y="3913"/>
                    </a:cubicBezTo>
                    <a:cubicBezTo>
                      <a:pt x="6830" y="3741"/>
                      <a:pt x="6898" y="3521"/>
                      <a:pt x="6940" y="3411"/>
                    </a:cubicBezTo>
                    <a:cubicBezTo>
                      <a:pt x="6961" y="3280"/>
                      <a:pt x="7003" y="3060"/>
                      <a:pt x="7003" y="2798"/>
                    </a:cubicBezTo>
                    <a:cubicBezTo>
                      <a:pt x="7003" y="2562"/>
                      <a:pt x="6961" y="2300"/>
                      <a:pt x="6809" y="2101"/>
                    </a:cubicBezTo>
                    <a:cubicBezTo>
                      <a:pt x="6741" y="2012"/>
                      <a:pt x="6589" y="1908"/>
                      <a:pt x="6395" y="1798"/>
                    </a:cubicBezTo>
                    <a:cubicBezTo>
                      <a:pt x="6196" y="1667"/>
                      <a:pt x="5955" y="1557"/>
                      <a:pt x="5719" y="1426"/>
                    </a:cubicBezTo>
                    <a:cubicBezTo>
                      <a:pt x="5259" y="1206"/>
                      <a:pt x="4756" y="991"/>
                      <a:pt x="4604" y="902"/>
                    </a:cubicBezTo>
                    <a:cubicBezTo>
                      <a:pt x="4279" y="729"/>
                      <a:pt x="4211" y="661"/>
                      <a:pt x="3839" y="420"/>
                    </a:cubicBezTo>
                    <a:cubicBezTo>
                      <a:pt x="3729" y="358"/>
                      <a:pt x="3536" y="310"/>
                      <a:pt x="3295" y="269"/>
                    </a:cubicBezTo>
                    <a:cubicBezTo>
                      <a:pt x="3075" y="227"/>
                      <a:pt x="2813" y="206"/>
                      <a:pt x="2551" y="159"/>
                    </a:cubicBezTo>
                    <a:cubicBezTo>
                      <a:pt x="2027" y="117"/>
                      <a:pt x="1530" y="96"/>
                      <a:pt x="1462" y="96"/>
                    </a:cubicBezTo>
                    <a:cubicBezTo>
                      <a:pt x="1441" y="75"/>
                      <a:pt x="1310" y="28"/>
                      <a:pt x="1111" y="7"/>
                    </a:cubicBezTo>
                    <a:cubicBezTo>
                      <a:pt x="1074" y="3"/>
                      <a:pt x="1035" y="0"/>
                      <a:pt x="993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Google Shape;564;p33"/>
              <p:cNvSpPr/>
              <p:nvPr/>
            </p:nvSpPr>
            <p:spPr>
              <a:xfrm>
                <a:off x="1496382" y="3966051"/>
                <a:ext cx="275269" cy="175706"/>
              </a:xfrm>
              <a:custGeom>
                <a:avLst/>
                <a:gdLst/>
                <a:ahLst/>
                <a:cxnLst/>
                <a:rect l="l" t="t" r="r" b="b"/>
                <a:pathLst>
                  <a:path w="3232" h="2063" extrusionOk="0">
                    <a:moveTo>
                      <a:pt x="372" y="0"/>
                    </a:moveTo>
                    <a:lnTo>
                      <a:pt x="0" y="1131"/>
                    </a:lnTo>
                    <a:cubicBezTo>
                      <a:pt x="0" y="1131"/>
                      <a:pt x="199" y="1571"/>
                      <a:pt x="1090" y="1896"/>
                    </a:cubicBezTo>
                    <a:cubicBezTo>
                      <a:pt x="1436" y="2023"/>
                      <a:pt x="1798" y="2063"/>
                      <a:pt x="2113" y="2063"/>
                    </a:cubicBezTo>
                    <a:cubicBezTo>
                      <a:pt x="2612" y="2063"/>
                      <a:pt x="2991" y="1964"/>
                      <a:pt x="2991" y="1964"/>
                    </a:cubicBezTo>
                    <a:lnTo>
                      <a:pt x="3231" y="828"/>
                    </a:lnTo>
                    <a:lnTo>
                      <a:pt x="372" y="0"/>
                    </a:lnTo>
                    <a:close/>
                  </a:path>
                </a:pathLst>
              </a:custGeom>
              <a:solidFill>
                <a:srgbClr val="FFEBD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Google Shape;565;p33"/>
              <p:cNvSpPr/>
              <p:nvPr/>
            </p:nvSpPr>
            <p:spPr>
              <a:xfrm>
                <a:off x="1492805" y="3960259"/>
                <a:ext cx="284212" cy="186948"/>
              </a:xfrm>
              <a:custGeom>
                <a:avLst/>
                <a:gdLst/>
                <a:ahLst/>
                <a:cxnLst/>
                <a:rect l="l" t="t" r="r" b="b"/>
                <a:pathLst>
                  <a:path w="3337" h="2195" extrusionOk="0">
                    <a:moveTo>
                      <a:pt x="456" y="131"/>
                    </a:moveTo>
                    <a:lnTo>
                      <a:pt x="3205" y="937"/>
                    </a:lnTo>
                    <a:lnTo>
                      <a:pt x="2991" y="1985"/>
                    </a:lnTo>
                    <a:cubicBezTo>
                      <a:pt x="2950" y="2000"/>
                      <a:pt x="2609" y="2083"/>
                      <a:pt x="2160" y="2083"/>
                    </a:cubicBezTo>
                    <a:cubicBezTo>
                      <a:pt x="1855" y="2083"/>
                      <a:pt x="1501" y="2045"/>
                      <a:pt x="1158" y="1922"/>
                    </a:cubicBezTo>
                    <a:cubicBezTo>
                      <a:pt x="718" y="1770"/>
                      <a:pt x="456" y="1571"/>
                      <a:pt x="304" y="1419"/>
                    </a:cubicBezTo>
                    <a:cubicBezTo>
                      <a:pt x="152" y="1288"/>
                      <a:pt x="110" y="1199"/>
                      <a:pt x="110" y="1199"/>
                    </a:cubicBezTo>
                    <a:lnTo>
                      <a:pt x="456" y="131"/>
                    </a:lnTo>
                    <a:close/>
                    <a:moveTo>
                      <a:pt x="372" y="0"/>
                    </a:moveTo>
                    <a:lnTo>
                      <a:pt x="372" y="47"/>
                    </a:lnTo>
                    <a:lnTo>
                      <a:pt x="0" y="1199"/>
                    </a:lnTo>
                    <a:lnTo>
                      <a:pt x="0" y="1226"/>
                    </a:lnTo>
                    <a:cubicBezTo>
                      <a:pt x="0" y="1226"/>
                      <a:pt x="42" y="1356"/>
                      <a:pt x="215" y="1508"/>
                    </a:cubicBezTo>
                    <a:cubicBezTo>
                      <a:pt x="372" y="1660"/>
                      <a:pt x="655" y="1854"/>
                      <a:pt x="1111" y="2032"/>
                    </a:cubicBezTo>
                    <a:cubicBezTo>
                      <a:pt x="1461" y="2156"/>
                      <a:pt x="1825" y="2195"/>
                      <a:pt x="2141" y="2195"/>
                    </a:cubicBezTo>
                    <a:cubicBezTo>
                      <a:pt x="2649" y="2195"/>
                      <a:pt x="3033" y="2095"/>
                      <a:pt x="3033" y="2095"/>
                    </a:cubicBezTo>
                    <a:lnTo>
                      <a:pt x="3074" y="2074"/>
                    </a:lnTo>
                    <a:lnTo>
                      <a:pt x="3336" y="854"/>
                    </a:lnTo>
                    <a:lnTo>
                      <a:pt x="372" y="0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Google Shape;566;p33"/>
              <p:cNvSpPr/>
              <p:nvPr/>
            </p:nvSpPr>
            <p:spPr>
              <a:xfrm>
                <a:off x="2072634" y="3968521"/>
                <a:ext cx="390334" cy="194273"/>
              </a:xfrm>
              <a:custGeom>
                <a:avLst/>
                <a:gdLst/>
                <a:ahLst/>
                <a:cxnLst/>
                <a:rect l="l" t="t" r="r" b="b"/>
                <a:pathLst>
                  <a:path w="4583" h="2281" extrusionOk="0">
                    <a:moveTo>
                      <a:pt x="978" y="1"/>
                    </a:moveTo>
                    <a:cubicBezTo>
                      <a:pt x="637" y="1"/>
                      <a:pt x="301" y="130"/>
                      <a:pt x="194" y="474"/>
                    </a:cubicBezTo>
                    <a:cubicBezTo>
                      <a:pt x="0" y="1060"/>
                      <a:pt x="477" y="1542"/>
                      <a:pt x="938" y="1736"/>
                    </a:cubicBezTo>
                    <a:cubicBezTo>
                      <a:pt x="1372" y="1956"/>
                      <a:pt x="3095" y="2260"/>
                      <a:pt x="3577" y="2281"/>
                    </a:cubicBezTo>
                    <a:cubicBezTo>
                      <a:pt x="4080" y="2281"/>
                      <a:pt x="4583" y="1825"/>
                      <a:pt x="4363" y="1411"/>
                    </a:cubicBezTo>
                    <a:cubicBezTo>
                      <a:pt x="4143" y="998"/>
                      <a:pt x="2488" y="537"/>
                      <a:pt x="2247" y="427"/>
                    </a:cubicBezTo>
                    <a:cubicBezTo>
                      <a:pt x="1985" y="296"/>
                      <a:pt x="1592" y="144"/>
                      <a:pt x="1592" y="144"/>
                    </a:cubicBezTo>
                    <a:cubicBezTo>
                      <a:pt x="1428" y="57"/>
                      <a:pt x="1202" y="1"/>
                      <a:pt x="97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Google Shape;567;p33"/>
              <p:cNvSpPr/>
              <p:nvPr/>
            </p:nvSpPr>
            <p:spPr>
              <a:xfrm>
                <a:off x="1336690" y="2795237"/>
                <a:ext cx="957226" cy="114936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3495" extrusionOk="0">
                    <a:moveTo>
                      <a:pt x="3729" y="0"/>
                    </a:moveTo>
                    <a:lnTo>
                      <a:pt x="456" y="241"/>
                    </a:lnTo>
                    <a:cubicBezTo>
                      <a:pt x="456" y="241"/>
                      <a:pt x="0" y="2310"/>
                      <a:pt x="1132" y="3818"/>
                    </a:cubicBezTo>
                    <a:cubicBezTo>
                      <a:pt x="2268" y="5300"/>
                      <a:pt x="2467" y="5300"/>
                      <a:pt x="3666" y="6740"/>
                    </a:cubicBezTo>
                    <a:cubicBezTo>
                      <a:pt x="4866" y="8180"/>
                      <a:pt x="5258" y="13203"/>
                      <a:pt x="5258" y="13203"/>
                    </a:cubicBezTo>
                    <a:cubicBezTo>
                      <a:pt x="6169" y="13418"/>
                      <a:pt x="7028" y="13494"/>
                      <a:pt x="7788" y="13494"/>
                    </a:cubicBezTo>
                    <a:cubicBezTo>
                      <a:pt x="9630" y="13494"/>
                      <a:pt x="10888" y="13045"/>
                      <a:pt x="10888" y="13045"/>
                    </a:cubicBezTo>
                    <a:cubicBezTo>
                      <a:pt x="10888" y="13045"/>
                      <a:pt x="11239" y="8097"/>
                      <a:pt x="10013" y="5106"/>
                    </a:cubicBezTo>
                    <a:cubicBezTo>
                      <a:pt x="8772" y="2137"/>
                      <a:pt x="5258" y="2268"/>
                      <a:pt x="4342" y="2095"/>
                    </a:cubicBezTo>
                    <a:cubicBezTo>
                      <a:pt x="3425" y="1917"/>
                      <a:pt x="3729" y="0"/>
                      <a:pt x="372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Google Shape;568;p33"/>
              <p:cNvSpPr/>
              <p:nvPr/>
            </p:nvSpPr>
            <p:spPr>
              <a:xfrm>
                <a:off x="2076212" y="3963666"/>
                <a:ext cx="382754" cy="204919"/>
              </a:xfrm>
              <a:custGeom>
                <a:avLst/>
                <a:gdLst/>
                <a:ahLst/>
                <a:cxnLst/>
                <a:rect l="l" t="t" r="r" b="b"/>
                <a:pathLst>
                  <a:path w="4494" h="2406" extrusionOk="0">
                    <a:moveTo>
                      <a:pt x="942" y="123"/>
                    </a:moveTo>
                    <a:cubicBezTo>
                      <a:pt x="1155" y="123"/>
                      <a:pt x="1374" y="183"/>
                      <a:pt x="1529" y="269"/>
                    </a:cubicBezTo>
                    <a:cubicBezTo>
                      <a:pt x="1529" y="269"/>
                      <a:pt x="1922" y="421"/>
                      <a:pt x="2184" y="531"/>
                    </a:cubicBezTo>
                    <a:cubicBezTo>
                      <a:pt x="2247" y="573"/>
                      <a:pt x="2399" y="615"/>
                      <a:pt x="2577" y="683"/>
                    </a:cubicBezTo>
                    <a:cubicBezTo>
                      <a:pt x="2771" y="746"/>
                      <a:pt x="3011" y="835"/>
                      <a:pt x="3252" y="924"/>
                    </a:cubicBezTo>
                    <a:cubicBezTo>
                      <a:pt x="3493" y="1007"/>
                      <a:pt x="3708" y="1096"/>
                      <a:pt x="3907" y="1206"/>
                    </a:cubicBezTo>
                    <a:cubicBezTo>
                      <a:pt x="4080" y="1316"/>
                      <a:pt x="4232" y="1400"/>
                      <a:pt x="4279" y="1489"/>
                    </a:cubicBezTo>
                    <a:cubicBezTo>
                      <a:pt x="4363" y="1683"/>
                      <a:pt x="4300" y="1861"/>
                      <a:pt x="4148" y="2013"/>
                    </a:cubicBezTo>
                    <a:cubicBezTo>
                      <a:pt x="4028" y="2172"/>
                      <a:pt x="3815" y="2277"/>
                      <a:pt x="3594" y="2277"/>
                    </a:cubicBezTo>
                    <a:cubicBezTo>
                      <a:pt x="3575" y="2277"/>
                      <a:pt x="3555" y="2277"/>
                      <a:pt x="3535" y="2275"/>
                    </a:cubicBezTo>
                    <a:cubicBezTo>
                      <a:pt x="3294" y="2275"/>
                      <a:pt x="2750" y="2186"/>
                      <a:pt x="2205" y="2076"/>
                    </a:cubicBezTo>
                    <a:cubicBezTo>
                      <a:pt x="1660" y="1971"/>
                      <a:pt x="1116" y="1840"/>
                      <a:pt x="917" y="1751"/>
                    </a:cubicBezTo>
                    <a:cubicBezTo>
                      <a:pt x="697" y="1641"/>
                      <a:pt x="482" y="1489"/>
                      <a:pt x="330" y="1269"/>
                    </a:cubicBezTo>
                    <a:cubicBezTo>
                      <a:pt x="173" y="1076"/>
                      <a:pt x="110" y="835"/>
                      <a:pt x="199" y="552"/>
                    </a:cubicBezTo>
                    <a:cubicBezTo>
                      <a:pt x="283" y="290"/>
                      <a:pt x="503" y="159"/>
                      <a:pt x="765" y="138"/>
                    </a:cubicBezTo>
                    <a:cubicBezTo>
                      <a:pt x="822" y="128"/>
                      <a:pt x="882" y="123"/>
                      <a:pt x="942" y="123"/>
                    </a:cubicBezTo>
                    <a:close/>
                    <a:moveTo>
                      <a:pt x="916" y="0"/>
                    </a:moveTo>
                    <a:cubicBezTo>
                      <a:pt x="865" y="0"/>
                      <a:pt x="815" y="3"/>
                      <a:pt x="765" y="7"/>
                    </a:cubicBezTo>
                    <a:cubicBezTo>
                      <a:pt x="461" y="49"/>
                      <a:pt x="199" y="201"/>
                      <a:pt x="89" y="531"/>
                    </a:cubicBezTo>
                    <a:cubicBezTo>
                      <a:pt x="0" y="835"/>
                      <a:pt x="68" y="1117"/>
                      <a:pt x="241" y="1337"/>
                    </a:cubicBezTo>
                    <a:cubicBezTo>
                      <a:pt x="393" y="1578"/>
                      <a:pt x="634" y="1751"/>
                      <a:pt x="875" y="1861"/>
                    </a:cubicBezTo>
                    <a:cubicBezTo>
                      <a:pt x="1116" y="1971"/>
                      <a:pt x="1639" y="2102"/>
                      <a:pt x="2184" y="2186"/>
                    </a:cubicBezTo>
                    <a:cubicBezTo>
                      <a:pt x="2729" y="2296"/>
                      <a:pt x="3273" y="2385"/>
                      <a:pt x="3535" y="2406"/>
                    </a:cubicBezTo>
                    <a:cubicBezTo>
                      <a:pt x="3797" y="2406"/>
                      <a:pt x="4059" y="2275"/>
                      <a:pt x="4232" y="2102"/>
                    </a:cubicBezTo>
                    <a:cubicBezTo>
                      <a:pt x="4410" y="1924"/>
                      <a:pt x="4493" y="1662"/>
                      <a:pt x="4363" y="1447"/>
                    </a:cubicBezTo>
                    <a:cubicBezTo>
                      <a:pt x="4300" y="1316"/>
                      <a:pt x="4148" y="1206"/>
                      <a:pt x="3949" y="1096"/>
                    </a:cubicBezTo>
                    <a:cubicBezTo>
                      <a:pt x="3755" y="1007"/>
                      <a:pt x="3535" y="897"/>
                      <a:pt x="3294" y="814"/>
                    </a:cubicBezTo>
                    <a:cubicBezTo>
                      <a:pt x="3053" y="725"/>
                      <a:pt x="2818" y="636"/>
                      <a:pt x="2619" y="573"/>
                    </a:cubicBezTo>
                    <a:cubicBezTo>
                      <a:pt x="2425" y="505"/>
                      <a:pt x="2268" y="463"/>
                      <a:pt x="2226" y="421"/>
                    </a:cubicBezTo>
                    <a:cubicBezTo>
                      <a:pt x="1964" y="311"/>
                      <a:pt x="1571" y="159"/>
                      <a:pt x="1571" y="159"/>
                    </a:cubicBezTo>
                    <a:cubicBezTo>
                      <a:pt x="1390" y="51"/>
                      <a:pt x="1152" y="0"/>
                      <a:pt x="916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Google Shape;569;p33"/>
              <p:cNvSpPr/>
              <p:nvPr/>
            </p:nvSpPr>
            <p:spPr>
              <a:xfrm>
                <a:off x="1330899" y="2789445"/>
                <a:ext cx="944280" cy="1158993"/>
              </a:xfrm>
              <a:custGeom>
                <a:avLst/>
                <a:gdLst/>
                <a:ahLst/>
                <a:cxnLst/>
                <a:rect l="l" t="t" r="r" b="b"/>
                <a:pathLst>
                  <a:path w="11087" h="13608" extrusionOk="0">
                    <a:moveTo>
                      <a:pt x="3734" y="131"/>
                    </a:moveTo>
                    <a:cubicBezTo>
                      <a:pt x="3734" y="178"/>
                      <a:pt x="3666" y="571"/>
                      <a:pt x="3687" y="1048"/>
                    </a:cubicBezTo>
                    <a:cubicBezTo>
                      <a:pt x="3713" y="1309"/>
                      <a:pt x="3755" y="1571"/>
                      <a:pt x="3865" y="1791"/>
                    </a:cubicBezTo>
                    <a:cubicBezTo>
                      <a:pt x="3975" y="2011"/>
                      <a:pt x="4148" y="2184"/>
                      <a:pt x="4389" y="2226"/>
                    </a:cubicBezTo>
                    <a:cubicBezTo>
                      <a:pt x="5347" y="2404"/>
                      <a:pt x="8819" y="2247"/>
                      <a:pt x="10019" y="5195"/>
                    </a:cubicBezTo>
                    <a:cubicBezTo>
                      <a:pt x="10626" y="6677"/>
                      <a:pt x="10846" y="8662"/>
                      <a:pt x="10914" y="10280"/>
                    </a:cubicBezTo>
                    <a:cubicBezTo>
                      <a:pt x="10977" y="11851"/>
                      <a:pt x="10888" y="13030"/>
                      <a:pt x="10888" y="13072"/>
                    </a:cubicBezTo>
                    <a:cubicBezTo>
                      <a:pt x="10844" y="13086"/>
                      <a:pt x="9650" y="13504"/>
                      <a:pt x="7872" y="13504"/>
                    </a:cubicBezTo>
                    <a:cubicBezTo>
                      <a:pt x="7126" y="13504"/>
                      <a:pt x="6278" y="13431"/>
                      <a:pt x="5368" y="13223"/>
                    </a:cubicBezTo>
                    <a:cubicBezTo>
                      <a:pt x="5368" y="13181"/>
                      <a:pt x="5284" y="11982"/>
                      <a:pt x="5023" y="10563"/>
                    </a:cubicBezTo>
                    <a:cubicBezTo>
                      <a:pt x="4782" y="9144"/>
                      <a:pt x="4389" y="7531"/>
                      <a:pt x="3776" y="6766"/>
                    </a:cubicBezTo>
                    <a:cubicBezTo>
                      <a:pt x="2577" y="5326"/>
                      <a:pt x="2378" y="5347"/>
                      <a:pt x="1247" y="3844"/>
                    </a:cubicBezTo>
                    <a:cubicBezTo>
                      <a:pt x="152" y="2378"/>
                      <a:pt x="571" y="440"/>
                      <a:pt x="592" y="372"/>
                    </a:cubicBezTo>
                    <a:lnTo>
                      <a:pt x="3734" y="131"/>
                    </a:lnTo>
                    <a:close/>
                    <a:moveTo>
                      <a:pt x="3865" y="0"/>
                    </a:moveTo>
                    <a:lnTo>
                      <a:pt x="482" y="262"/>
                    </a:lnTo>
                    <a:lnTo>
                      <a:pt x="482" y="309"/>
                    </a:lnTo>
                    <a:cubicBezTo>
                      <a:pt x="482" y="309"/>
                      <a:pt x="0" y="2378"/>
                      <a:pt x="1158" y="3907"/>
                    </a:cubicBezTo>
                    <a:cubicBezTo>
                      <a:pt x="2294" y="5415"/>
                      <a:pt x="2488" y="5389"/>
                      <a:pt x="3687" y="6855"/>
                    </a:cubicBezTo>
                    <a:cubicBezTo>
                      <a:pt x="4279" y="7552"/>
                      <a:pt x="4672" y="9165"/>
                      <a:pt x="4913" y="10584"/>
                    </a:cubicBezTo>
                    <a:cubicBezTo>
                      <a:pt x="5174" y="12024"/>
                      <a:pt x="5258" y="13271"/>
                      <a:pt x="5258" y="13271"/>
                    </a:cubicBezTo>
                    <a:lnTo>
                      <a:pt x="5258" y="13312"/>
                    </a:lnTo>
                    <a:lnTo>
                      <a:pt x="5305" y="13312"/>
                    </a:lnTo>
                    <a:cubicBezTo>
                      <a:pt x="6233" y="13531"/>
                      <a:pt x="7103" y="13608"/>
                      <a:pt x="7869" y="13608"/>
                    </a:cubicBezTo>
                    <a:cubicBezTo>
                      <a:pt x="9714" y="13608"/>
                      <a:pt x="10956" y="13161"/>
                      <a:pt x="10956" y="13161"/>
                    </a:cubicBezTo>
                    <a:lnTo>
                      <a:pt x="10998" y="13161"/>
                    </a:lnTo>
                    <a:lnTo>
                      <a:pt x="10998" y="13113"/>
                    </a:lnTo>
                    <a:cubicBezTo>
                      <a:pt x="10998" y="13113"/>
                      <a:pt x="11087" y="11872"/>
                      <a:pt x="11019" y="10259"/>
                    </a:cubicBezTo>
                    <a:cubicBezTo>
                      <a:pt x="10956" y="8641"/>
                      <a:pt x="10736" y="6656"/>
                      <a:pt x="10129" y="5153"/>
                    </a:cubicBezTo>
                    <a:cubicBezTo>
                      <a:pt x="8882" y="2142"/>
                      <a:pt x="5305" y="2273"/>
                      <a:pt x="4410" y="2095"/>
                    </a:cubicBezTo>
                    <a:cubicBezTo>
                      <a:pt x="4190" y="2074"/>
                      <a:pt x="4059" y="1943"/>
                      <a:pt x="3975" y="1749"/>
                    </a:cubicBezTo>
                    <a:cubicBezTo>
                      <a:pt x="3865" y="1550"/>
                      <a:pt x="3818" y="1288"/>
                      <a:pt x="3797" y="1048"/>
                    </a:cubicBezTo>
                    <a:cubicBezTo>
                      <a:pt x="3776" y="545"/>
                      <a:pt x="3844" y="68"/>
                      <a:pt x="3844" y="68"/>
                    </a:cubicBezTo>
                    <a:lnTo>
                      <a:pt x="3865" y="0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Google Shape;570;p33"/>
              <p:cNvSpPr/>
              <p:nvPr/>
            </p:nvSpPr>
            <p:spPr>
              <a:xfrm>
                <a:off x="1104349" y="2878617"/>
                <a:ext cx="921965" cy="1183948"/>
              </a:xfrm>
              <a:custGeom>
                <a:avLst/>
                <a:gdLst/>
                <a:ahLst/>
                <a:cxnLst/>
                <a:rect l="l" t="t" r="r" b="b"/>
                <a:pathLst>
                  <a:path w="10825" h="13901" extrusionOk="0">
                    <a:moveTo>
                      <a:pt x="4802" y="1"/>
                    </a:moveTo>
                    <a:lnTo>
                      <a:pt x="1026" y="545"/>
                    </a:lnTo>
                    <a:cubicBezTo>
                      <a:pt x="1026" y="545"/>
                      <a:pt x="63" y="1441"/>
                      <a:pt x="21" y="2949"/>
                    </a:cubicBezTo>
                    <a:cubicBezTo>
                      <a:pt x="0" y="4452"/>
                      <a:pt x="587" y="5829"/>
                      <a:pt x="2289" y="6133"/>
                    </a:cubicBezTo>
                    <a:cubicBezTo>
                      <a:pt x="2820" y="6234"/>
                      <a:pt x="3324" y="6270"/>
                      <a:pt x="3767" y="6270"/>
                    </a:cubicBezTo>
                    <a:cubicBezTo>
                      <a:pt x="4766" y="6270"/>
                      <a:pt x="5457" y="6091"/>
                      <a:pt x="5457" y="6091"/>
                    </a:cubicBezTo>
                    <a:lnTo>
                      <a:pt x="5457" y="6091"/>
                    </a:lnTo>
                    <a:lnTo>
                      <a:pt x="3556" y="12789"/>
                    </a:lnTo>
                    <a:cubicBezTo>
                      <a:pt x="3556" y="12789"/>
                      <a:pt x="4320" y="13507"/>
                      <a:pt x="6216" y="13836"/>
                    </a:cubicBezTo>
                    <a:cubicBezTo>
                      <a:pt x="6502" y="13882"/>
                      <a:pt x="6761" y="13901"/>
                      <a:pt x="6994" y="13901"/>
                    </a:cubicBezTo>
                    <a:cubicBezTo>
                      <a:pt x="8330" y="13901"/>
                      <a:pt x="8835" y="13271"/>
                      <a:pt x="8835" y="13271"/>
                    </a:cubicBezTo>
                    <a:cubicBezTo>
                      <a:pt x="8835" y="13271"/>
                      <a:pt x="10322" y="7421"/>
                      <a:pt x="10584" y="5546"/>
                    </a:cubicBezTo>
                    <a:cubicBezTo>
                      <a:pt x="10825" y="3666"/>
                      <a:pt x="10081" y="2425"/>
                      <a:pt x="8924" y="2142"/>
                    </a:cubicBezTo>
                    <a:cubicBezTo>
                      <a:pt x="7773" y="1861"/>
                      <a:pt x="5873" y="1440"/>
                      <a:pt x="5336" y="1440"/>
                    </a:cubicBezTo>
                    <a:cubicBezTo>
                      <a:pt x="5323" y="1440"/>
                      <a:pt x="5311" y="1440"/>
                      <a:pt x="5300" y="1441"/>
                    </a:cubicBezTo>
                    <a:cubicBezTo>
                      <a:pt x="5296" y="1441"/>
                      <a:pt x="5293" y="1441"/>
                      <a:pt x="5290" y="1441"/>
                    </a:cubicBezTo>
                    <a:cubicBezTo>
                      <a:pt x="4823" y="1441"/>
                      <a:pt x="4802" y="1"/>
                      <a:pt x="480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Google Shape;571;p33"/>
              <p:cNvSpPr/>
              <p:nvPr/>
            </p:nvSpPr>
            <p:spPr>
              <a:xfrm>
                <a:off x="1100772" y="2873251"/>
                <a:ext cx="919751" cy="1194083"/>
              </a:xfrm>
              <a:custGeom>
                <a:avLst/>
                <a:gdLst/>
                <a:ahLst/>
                <a:cxnLst/>
                <a:rect l="l" t="t" r="r" b="b"/>
                <a:pathLst>
                  <a:path w="10799" h="14020" extrusionOk="0">
                    <a:moveTo>
                      <a:pt x="4797" y="132"/>
                    </a:moveTo>
                    <a:cubicBezTo>
                      <a:pt x="4797" y="194"/>
                      <a:pt x="4797" y="456"/>
                      <a:pt x="4865" y="807"/>
                    </a:cubicBezTo>
                    <a:cubicBezTo>
                      <a:pt x="4886" y="980"/>
                      <a:pt x="4949" y="1179"/>
                      <a:pt x="5017" y="1310"/>
                    </a:cubicBezTo>
                    <a:cubicBezTo>
                      <a:pt x="5059" y="1394"/>
                      <a:pt x="5106" y="1441"/>
                      <a:pt x="5148" y="1483"/>
                    </a:cubicBezTo>
                    <a:cubicBezTo>
                      <a:pt x="5211" y="1551"/>
                      <a:pt x="5279" y="1572"/>
                      <a:pt x="5342" y="1572"/>
                    </a:cubicBezTo>
                    <a:cubicBezTo>
                      <a:pt x="5362" y="1568"/>
                      <a:pt x="5386" y="1566"/>
                      <a:pt x="5413" y="1566"/>
                    </a:cubicBezTo>
                    <a:cubicBezTo>
                      <a:pt x="5534" y="1566"/>
                      <a:pt x="5720" y="1600"/>
                      <a:pt x="5934" y="1635"/>
                    </a:cubicBezTo>
                    <a:cubicBezTo>
                      <a:pt x="6195" y="1656"/>
                      <a:pt x="6520" y="1724"/>
                      <a:pt x="6871" y="1813"/>
                    </a:cubicBezTo>
                    <a:cubicBezTo>
                      <a:pt x="7567" y="1944"/>
                      <a:pt x="8353" y="2116"/>
                      <a:pt x="8945" y="2268"/>
                    </a:cubicBezTo>
                    <a:cubicBezTo>
                      <a:pt x="9510" y="2399"/>
                      <a:pt x="9971" y="2771"/>
                      <a:pt x="10275" y="3337"/>
                    </a:cubicBezTo>
                    <a:cubicBezTo>
                      <a:pt x="10558" y="3907"/>
                      <a:pt x="10689" y="4667"/>
                      <a:pt x="10558" y="5609"/>
                    </a:cubicBezTo>
                    <a:cubicBezTo>
                      <a:pt x="10317" y="7463"/>
                      <a:pt x="8856" y="13287"/>
                      <a:pt x="8835" y="13308"/>
                    </a:cubicBezTo>
                    <a:cubicBezTo>
                      <a:pt x="8835" y="13308"/>
                      <a:pt x="8683" y="13507"/>
                      <a:pt x="8269" y="13680"/>
                    </a:cubicBezTo>
                    <a:cubicBezTo>
                      <a:pt x="8000" y="13802"/>
                      <a:pt x="7607" y="13902"/>
                      <a:pt x="7084" y="13902"/>
                    </a:cubicBezTo>
                    <a:cubicBezTo>
                      <a:pt x="6845" y="13902"/>
                      <a:pt x="6579" y="13881"/>
                      <a:pt x="6284" y="13831"/>
                    </a:cubicBezTo>
                    <a:cubicBezTo>
                      <a:pt x="5321" y="13680"/>
                      <a:pt x="4666" y="13418"/>
                      <a:pt x="4232" y="13203"/>
                    </a:cubicBezTo>
                    <a:cubicBezTo>
                      <a:pt x="3839" y="12983"/>
                      <a:pt x="3687" y="12831"/>
                      <a:pt x="3666" y="12831"/>
                    </a:cubicBezTo>
                    <a:lnTo>
                      <a:pt x="5583" y="6065"/>
                    </a:lnTo>
                    <a:lnTo>
                      <a:pt x="5473" y="6086"/>
                    </a:lnTo>
                    <a:cubicBezTo>
                      <a:pt x="5473" y="6086"/>
                      <a:pt x="4760" y="6273"/>
                      <a:pt x="3737" y="6273"/>
                    </a:cubicBezTo>
                    <a:cubicBezTo>
                      <a:pt x="3320" y="6273"/>
                      <a:pt x="2850" y="6242"/>
                      <a:pt x="2357" y="6154"/>
                    </a:cubicBezTo>
                    <a:cubicBezTo>
                      <a:pt x="1503" y="5976"/>
                      <a:pt x="938" y="5583"/>
                      <a:pt x="587" y="5018"/>
                    </a:cubicBezTo>
                    <a:cubicBezTo>
                      <a:pt x="236" y="4452"/>
                      <a:pt x="105" y="3750"/>
                      <a:pt x="131" y="3012"/>
                    </a:cubicBezTo>
                    <a:cubicBezTo>
                      <a:pt x="173" y="1551"/>
                      <a:pt x="1068" y="697"/>
                      <a:pt x="1089" y="676"/>
                    </a:cubicBezTo>
                    <a:lnTo>
                      <a:pt x="4797" y="132"/>
                    </a:lnTo>
                    <a:close/>
                    <a:moveTo>
                      <a:pt x="4907" y="1"/>
                    </a:moveTo>
                    <a:lnTo>
                      <a:pt x="1021" y="566"/>
                    </a:lnTo>
                    <a:lnTo>
                      <a:pt x="1021" y="587"/>
                    </a:lnTo>
                    <a:cubicBezTo>
                      <a:pt x="1021" y="587"/>
                      <a:pt x="42" y="1483"/>
                      <a:pt x="21" y="3012"/>
                    </a:cubicBezTo>
                    <a:cubicBezTo>
                      <a:pt x="0" y="3777"/>
                      <a:pt x="131" y="4494"/>
                      <a:pt x="498" y="5086"/>
                    </a:cubicBezTo>
                    <a:cubicBezTo>
                      <a:pt x="869" y="5651"/>
                      <a:pt x="1461" y="6086"/>
                      <a:pt x="2331" y="6264"/>
                    </a:cubicBezTo>
                    <a:cubicBezTo>
                      <a:pt x="2842" y="6359"/>
                      <a:pt x="3322" y="6392"/>
                      <a:pt x="3744" y="6392"/>
                    </a:cubicBezTo>
                    <a:cubicBezTo>
                      <a:pt x="4674" y="6392"/>
                      <a:pt x="5326" y="6231"/>
                      <a:pt x="5431" y="6217"/>
                    </a:cubicBezTo>
                    <a:lnTo>
                      <a:pt x="5431" y="6217"/>
                    </a:lnTo>
                    <a:lnTo>
                      <a:pt x="3535" y="12852"/>
                    </a:lnTo>
                    <a:lnTo>
                      <a:pt x="3556" y="12873"/>
                    </a:lnTo>
                    <a:cubicBezTo>
                      <a:pt x="3556" y="12873"/>
                      <a:pt x="3750" y="13072"/>
                      <a:pt x="4190" y="13287"/>
                    </a:cubicBezTo>
                    <a:cubicBezTo>
                      <a:pt x="4624" y="13528"/>
                      <a:pt x="5300" y="13790"/>
                      <a:pt x="6258" y="13941"/>
                    </a:cubicBezTo>
                    <a:cubicBezTo>
                      <a:pt x="6559" y="13997"/>
                      <a:pt x="6832" y="14020"/>
                      <a:pt x="7077" y="14020"/>
                    </a:cubicBezTo>
                    <a:cubicBezTo>
                      <a:pt x="7618" y="14020"/>
                      <a:pt x="8026" y="13908"/>
                      <a:pt x="8311" y="13790"/>
                    </a:cubicBezTo>
                    <a:cubicBezTo>
                      <a:pt x="8746" y="13617"/>
                      <a:pt x="8924" y="13376"/>
                      <a:pt x="8924" y="13376"/>
                    </a:cubicBezTo>
                    <a:lnTo>
                      <a:pt x="8945" y="13376"/>
                    </a:lnTo>
                    <a:lnTo>
                      <a:pt x="8945" y="13355"/>
                    </a:lnTo>
                    <a:cubicBezTo>
                      <a:pt x="8945" y="13355"/>
                      <a:pt x="10427" y="7505"/>
                      <a:pt x="10668" y="5630"/>
                    </a:cubicBezTo>
                    <a:cubicBezTo>
                      <a:pt x="10799" y="4667"/>
                      <a:pt x="10668" y="3881"/>
                      <a:pt x="10364" y="3274"/>
                    </a:cubicBezTo>
                    <a:cubicBezTo>
                      <a:pt x="10055" y="2682"/>
                      <a:pt x="9578" y="2289"/>
                      <a:pt x="8966" y="2158"/>
                    </a:cubicBezTo>
                    <a:cubicBezTo>
                      <a:pt x="8379" y="2006"/>
                      <a:pt x="7594" y="1834"/>
                      <a:pt x="6892" y="1682"/>
                    </a:cubicBezTo>
                    <a:cubicBezTo>
                      <a:pt x="6546" y="1614"/>
                      <a:pt x="6216" y="1551"/>
                      <a:pt x="5954" y="1504"/>
                    </a:cubicBezTo>
                    <a:cubicBezTo>
                      <a:pt x="5672" y="1462"/>
                      <a:pt x="5473" y="1441"/>
                      <a:pt x="5342" y="1441"/>
                    </a:cubicBezTo>
                    <a:cubicBezTo>
                      <a:pt x="5331" y="1446"/>
                      <a:pt x="5320" y="1449"/>
                      <a:pt x="5309" y="1449"/>
                    </a:cubicBezTo>
                    <a:cubicBezTo>
                      <a:pt x="5277" y="1449"/>
                      <a:pt x="5246" y="1428"/>
                      <a:pt x="5211" y="1394"/>
                    </a:cubicBezTo>
                    <a:cubicBezTo>
                      <a:pt x="5190" y="1373"/>
                      <a:pt x="5148" y="1331"/>
                      <a:pt x="5127" y="1263"/>
                    </a:cubicBezTo>
                    <a:cubicBezTo>
                      <a:pt x="5059" y="1132"/>
                      <a:pt x="4996" y="959"/>
                      <a:pt x="4975" y="786"/>
                    </a:cubicBezTo>
                    <a:cubicBezTo>
                      <a:pt x="4907" y="435"/>
                      <a:pt x="4907" y="64"/>
                      <a:pt x="4907" y="64"/>
                    </a:cubicBezTo>
                    <a:lnTo>
                      <a:pt x="4907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Google Shape;572;p33"/>
              <p:cNvSpPr/>
              <p:nvPr/>
            </p:nvSpPr>
            <p:spPr>
              <a:xfrm>
                <a:off x="1639551" y="4063143"/>
                <a:ext cx="378155" cy="219398"/>
              </a:xfrm>
              <a:custGeom>
                <a:avLst/>
                <a:gdLst/>
                <a:ahLst/>
                <a:cxnLst/>
                <a:rect l="l" t="t" r="r" b="b"/>
                <a:pathLst>
                  <a:path w="4440" h="2576" extrusionOk="0">
                    <a:moveTo>
                      <a:pt x="927" y="1"/>
                    </a:moveTo>
                    <a:cubicBezTo>
                      <a:pt x="639" y="1"/>
                      <a:pt x="367" y="113"/>
                      <a:pt x="241" y="410"/>
                    </a:cubicBezTo>
                    <a:cubicBezTo>
                      <a:pt x="0" y="976"/>
                      <a:pt x="414" y="1500"/>
                      <a:pt x="828" y="1740"/>
                    </a:cubicBezTo>
                    <a:cubicBezTo>
                      <a:pt x="1268" y="2002"/>
                      <a:pt x="2922" y="2505"/>
                      <a:pt x="3404" y="2568"/>
                    </a:cubicBezTo>
                    <a:cubicBezTo>
                      <a:pt x="3441" y="2573"/>
                      <a:pt x="3477" y="2575"/>
                      <a:pt x="3514" y="2575"/>
                    </a:cubicBezTo>
                    <a:cubicBezTo>
                      <a:pt x="3982" y="2575"/>
                      <a:pt x="4439" y="2186"/>
                      <a:pt x="4279" y="1782"/>
                    </a:cubicBezTo>
                    <a:cubicBezTo>
                      <a:pt x="4101" y="1348"/>
                      <a:pt x="2509" y="714"/>
                      <a:pt x="2268" y="562"/>
                    </a:cubicBezTo>
                    <a:cubicBezTo>
                      <a:pt x="2053" y="431"/>
                      <a:pt x="1660" y="232"/>
                      <a:pt x="1660" y="232"/>
                    </a:cubicBezTo>
                    <a:cubicBezTo>
                      <a:pt x="1472" y="97"/>
                      <a:pt x="1193" y="1"/>
                      <a:pt x="927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Google Shape;573;p33"/>
              <p:cNvSpPr/>
              <p:nvPr/>
            </p:nvSpPr>
            <p:spPr>
              <a:xfrm>
                <a:off x="1643128" y="4058799"/>
                <a:ext cx="373811" cy="227745"/>
              </a:xfrm>
              <a:custGeom>
                <a:avLst/>
                <a:gdLst/>
                <a:ahLst/>
                <a:cxnLst/>
                <a:rect l="l" t="t" r="r" b="b"/>
                <a:pathLst>
                  <a:path w="4389" h="2674" extrusionOk="0">
                    <a:moveTo>
                      <a:pt x="854" y="110"/>
                    </a:moveTo>
                    <a:cubicBezTo>
                      <a:pt x="1116" y="110"/>
                      <a:pt x="1419" y="199"/>
                      <a:pt x="1592" y="330"/>
                    </a:cubicBezTo>
                    <a:cubicBezTo>
                      <a:pt x="1592" y="330"/>
                      <a:pt x="1985" y="524"/>
                      <a:pt x="2205" y="676"/>
                    </a:cubicBezTo>
                    <a:cubicBezTo>
                      <a:pt x="2273" y="723"/>
                      <a:pt x="2425" y="786"/>
                      <a:pt x="2598" y="854"/>
                    </a:cubicBezTo>
                    <a:cubicBezTo>
                      <a:pt x="2797" y="938"/>
                      <a:pt x="3011" y="1048"/>
                      <a:pt x="3231" y="1158"/>
                    </a:cubicBezTo>
                    <a:cubicBezTo>
                      <a:pt x="3451" y="1289"/>
                      <a:pt x="3687" y="1399"/>
                      <a:pt x="3865" y="1530"/>
                    </a:cubicBezTo>
                    <a:cubicBezTo>
                      <a:pt x="4038" y="1640"/>
                      <a:pt x="4148" y="1771"/>
                      <a:pt x="4190" y="1854"/>
                    </a:cubicBezTo>
                    <a:cubicBezTo>
                      <a:pt x="4258" y="2032"/>
                      <a:pt x="4190" y="2226"/>
                      <a:pt x="4017" y="2357"/>
                    </a:cubicBezTo>
                    <a:cubicBezTo>
                      <a:pt x="3883" y="2491"/>
                      <a:pt x="3663" y="2560"/>
                      <a:pt x="3463" y="2560"/>
                    </a:cubicBezTo>
                    <a:cubicBezTo>
                      <a:pt x="3436" y="2560"/>
                      <a:pt x="3409" y="2559"/>
                      <a:pt x="3383" y="2556"/>
                    </a:cubicBezTo>
                    <a:cubicBezTo>
                      <a:pt x="3142" y="2530"/>
                      <a:pt x="2598" y="2378"/>
                      <a:pt x="2074" y="2226"/>
                    </a:cubicBezTo>
                    <a:cubicBezTo>
                      <a:pt x="1550" y="2053"/>
                      <a:pt x="1027" y="1854"/>
                      <a:pt x="833" y="1744"/>
                    </a:cubicBezTo>
                    <a:cubicBezTo>
                      <a:pt x="613" y="1613"/>
                      <a:pt x="414" y="1441"/>
                      <a:pt x="283" y="1221"/>
                    </a:cubicBezTo>
                    <a:cubicBezTo>
                      <a:pt x="178" y="985"/>
                      <a:pt x="131" y="744"/>
                      <a:pt x="241" y="482"/>
                    </a:cubicBezTo>
                    <a:cubicBezTo>
                      <a:pt x="351" y="220"/>
                      <a:pt x="592" y="131"/>
                      <a:pt x="854" y="110"/>
                    </a:cubicBezTo>
                    <a:close/>
                    <a:moveTo>
                      <a:pt x="854" y="0"/>
                    </a:moveTo>
                    <a:cubicBezTo>
                      <a:pt x="545" y="0"/>
                      <a:pt x="262" y="131"/>
                      <a:pt x="131" y="435"/>
                    </a:cubicBezTo>
                    <a:cubicBezTo>
                      <a:pt x="0" y="744"/>
                      <a:pt x="68" y="1027"/>
                      <a:pt x="199" y="1268"/>
                    </a:cubicBezTo>
                    <a:cubicBezTo>
                      <a:pt x="330" y="1509"/>
                      <a:pt x="545" y="1702"/>
                      <a:pt x="765" y="1833"/>
                    </a:cubicBezTo>
                    <a:cubicBezTo>
                      <a:pt x="985" y="1964"/>
                      <a:pt x="1508" y="2163"/>
                      <a:pt x="2053" y="2336"/>
                    </a:cubicBezTo>
                    <a:cubicBezTo>
                      <a:pt x="2577" y="2488"/>
                      <a:pt x="3100" y="2640"/>
                      <a:pt x="3362" y="2661"/>
                    </a:cubicBezTo>
                    <a:cubicBezTo>
                      <a:pt x="3409" y="2669"/>
                      <a:pt x="3457" y="2673"/>
                      <a:pt x="3504" y="2673"/>
                    </a:cubicBezTo>
                    <a:cubicBezTo>
                      <a:pt x="3722" y="2673"/>
                      <a:pt x="3938" y="2588"/>
                      <a:pt x="4080" y="2446"/>
                    </a:cubicBezTo>
                    <a:cubicBezTo>
                      <a:pt x="4279" y="2294"/>
                      <a:pt x="4389" y="2053"/>
                      <a:pt x="4300" y="1812"/>
                    </a:cubicBezTo>
                    <a:cubicBezTo>
                      <a:pt x="4237" y="1681"/>
                      <a:pt x="4106" y="1551"/>
                      <a:pt x="3907" y="1420"/>
                    </a:cubicBezTo>
                    <a:cubicBezTo>
                      <a:pt x="3734" y="1310"/>
                      <a:pt x="3514" y="1179"/>
                      <a:pt x="3273" y="1069"/>
                    </a:cubicBezTo>
                    <a:cubicBezTo>
                      <a:pt x="3059" y="959"/>
                      <a:pt x="2839" y="854"/>
                      <a:pt x="2640" y="765"/>
                    </a:cubicBezTo>
                    <a:cubicBezTo>
                      <a:pt x="2467" y="676"/>
                      <a:pt x="2315" y="613"/>
                      <a:pt x="2273" y="566"/>
                    </a:cubicBezTo>
                    <a:cubicBezTo>
                      <a:pt x="2032" y="435"/>
                      <a:pt x="1660" y="241"/>
                      <a:pt x="1660" y="241"/>
                    </a:cubicBezTo>
                    <a:cubicBezTo>
                      <a:pt x="1440" y="89"/>
                      <a:pt x="1137" y="0"/>
                      <a:pt x="854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Google Shape;574;p33"/>
              <p:cNvSpPr/>
              <p:nvPr/>
            </p:nvSpPr>
            <p:spPr>
              <a:xfrm>
                <a:off x="1901360" y="3100907"/>
                <a:ext cx="85681" cy="108762"/>
              </a:xfrm>
              <a:custGeom>
                <a:avLst/>
                <a:gdLst/>
                <a:ahLst/>
                <a:cxnLst/>
                <a:rect l="l" t="t" r="r" b="b"/>
                <a:pathLst>
                  <a:path w="1006" h="1277" extrusionOk="0">
                    <a:moveTo>
                      <a:pt x="67" y="0"/>
                    </a:moveTo>
                    <a:cubicBezTo>
                      <a:pt x="45" y="0"/>
                      <a:pt x="19" y="15"/>
                      <a:pt x="0" y="30"/>
                    </a:cubicBezTo>
                    <a:cubicBezTo>
                      <a:pt x="0" y="56"/>
                      <a:pt x="0" y="98"/>
                      <a:pt x="27" y="119"/>
                    </a:cubicBezTo>
                    <a:cubicBezTo>
                      <a:pt x="461" y="360"/>
                      <a:pt x="702" y="795"/>
                      <a:pt x="896" y="1234"/>
                    </a:cubicBezTo>
                    <a:cubicBezTo>
                      <a:pt x="896" y="1276"/>
                      <a:pt x="943" y="1276"/>
                      <a:pt x="964" y="1276"/>
                    </a:cubicBezTo>
                    <a:cubicBezTo>
                      <a:pt x="985" y="1255"/>
                      <a:pt x="1006" y="1234"/>
                      <a:pt x="985" y="1187"/>
                    </a:cubicBezTo>
                    <a:cubicBezTo>
                      <a:pt x="812" y="732"/>
                      <a:pt x="550" y="292"/>
                      <a:pt x="89" y="9"/>
                    </a:cubicBezTo>
                    <a:cubicBezTo>
                      <a:pt x="83" y="3"/>
                      <a:pt x="75" y="0"/>
                      <a:pt x="67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Google Shape;575;p33"/>
              <p:cNvSpPr/>
              <p:nvPr/>
            </p:nvSpPr>
            <p:spPr>
              <a:xfrm>
                <a:off x="1975797" y="3219973"/>
                <a:ext cx="18823" cy="78867"/>
              </a:xfrm>
              <a:custGeom>
                <a:avLst/>
                <a:gdLst/>
                <a:ahLst/>
                <a:cxnLst/>
                <a:rect l="l" t="t" r="r" b="b"/>
                <a:pathLst>
                  <a:path w="221" h="926" extrusionOk="0">
                    <a:moveTo>
                      <a:pt x="68" y="1"/>
                    </a:moveTo>
                    <a:cubicBezTo>
                      <a:pt x="60" y="1"/>
                      <a:pt x="50" y="3"/>
                      <a:pt x="43" y="9"/>
                    </a:cubicBezTo>
                    <a:cubicBezTo>
                      <a:pt x="22" y="9"/>
                      <a:pt x="1" y="51"/>
                      <a:pt x="22" y="72"/>
                    </a:cubicBezTo>
                    <a:cubicBezTo>
                      <a:pt x="111" y="313"/>
                      <a:pt x="69" y="596"/>
                      <a:pt x="90" y="884"/>
                    </a:cubicBezTo>
                    <a:cubicBezTo>
                      <a:pt x="90" y="905"/>
                      <a:pt x="111" y="926"/>
                      <a:pt x="132" y="926"/>
                    </a:cubicBezTo>
                    <a:cubicBezTo>
                      <a:pt x="174" y="926"/>
                      <a:pt x="200" y="905"/>
                      <a:pt x="200" y="884"/>
                    </a:cubicBezTo>
                    <a:cubicBezTo>
                      <a:pt x="174" y="596"/>
                      <a:pt x="221" y="313"/>
                      <a:pt x="111" y="30"/>
                    </a:cubicBezTo>
                    <a:cubicBezTo>
                      <a:pt x="111" y="15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Google Shape;576;p33"/>
              <p:cNvSpPr/>
              <p:nvPr/>
            </p:nvSpPr>
            <p:spPr>
              <a:xfrm>
                <a:off x="1975797" y="3086599"/>
                <a:ext cx="106292" cy="23422"/>
              </a:xfrm>
              <a:custGeom>
                <a:avLst/>
                <a:gdLst/>
                <a:ahLst/>
                <a:cxnLst/>
                <a:rect l="l" t="t" r="r" b="b"/>
                <a:pathLst>
                  <a:path w="1248" h="275" extrusionOk="0">
                    <a:moveTo>
                      <a:pt x="878" y="1"/>
                    </a:moveTo>
                    <a:cubicBezTo>
                      <a:pt x="588" y="1"/>
                      <a:pt x="316" y="60"/>
                      <a:pt x="43" y="156"/>
                    </a:cubicBezTo>
                    <a:cubicBezTo>
                      <a:pt x="1" y="177"/>
                      <a:pt x="1" y="198"/>
                      <a:pt x="1" y="245"/>
                    </a:cubicBezTo>
                    <a:cubicBezTo>
                      <a:pt x="16" y="260"/>
                      <a:pt x="31" y="275"/>
                      <a:pt x="55" y="275"/>
                    </a:cubicBezTo>
                    <a:cubicBezTo>
                      <a:pt x="65" y="275"/>
                      <a:pt x="76" y="272"/>
                      <a:pt x="90" y="266"/>
                    </a:cubicBezTo>
                    <a:cubicBezTo>
                      <a:pt x="342" y="170"/>
                      <a:pt x="598" y="108"/>
                      <a:pt x="870" y="108"/>
                    </a:cubicBezTo>
                    <a:cubicBezTo>
                      <a:pt x="971" y="108"/>
                      <a:pt x="1073" y="117"/>
                      <a:pt x="1179" y="135"/>
                    </a:cubicBezTo>
                    <a:cubicBezTo>
                      <a:pt x="1200" y="135"/>
                      <a:pt x="1247" y="114"/>
                      <a:pt x="1247" y="93"/>
                    </a:cubicBezTo>
                    <a:cubicBezTo>
                      <a:pt x="1247" y="46"/>
                      <a:pt x="1221" y="25"/>
                      <a:pt x="1200" y="25"/>
                    </a:cubicBezTo>
                    <a:cubicBezTo>
                      <a:pt x="1090" y="8"/>
                      <a:pt x="983" y="1"/>
                      <a:pt x="878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Google Shape;577;p33"/>
              <p:cNvSpPr/>
              <p:nvPr/>
            </p:nvSpPr>
            <p:spPr>
              <a:xfrm>
                <a:off x="1992746" y="3132590"/>
                <a:ext cx="38923" cy="101182"/>
              </a:xfrm>
              <a:custGeom>
                <a:avLst/>
                <a:gdLst/>
                <a:ahLst/>
                <a:cxnLst/>
                <a:rect l="l" t="t" r="r" b="b"/>
                <a:pathLst>
                  <a:path w="457" h="1188" extrusionOk="0">
                    <a:moveTo>
                      <a:pt x="54" y="0"/>
                    </a:moveTo>
                    <a:cubicBezTo>
                      <a:pt x="45" y="0"/>
                      <a:pt x="34" y="3"/>
                      <a:pt x="22" y="9"/>
                    </a:cubicBezTo>
                    <a:cubicBezTo>
                      <a:pt x="1" y="30"/>
                      <a:pt x="1" y="77"/>
                      <a:pt x="22" y="98"/>
                    </a:cubicBezTo>
                    <a:cubicBezTo>
                      <a:pt x="263" y="402"/>
                      <a:pt x="284" y="752"/>
                      <a:pt x="347" y="1145"/>
                    </a:cubicBezTo>
                    <a:cubicBezTo>
                      <a:pt x="347" y="1166"/>
                      <a:pt x="368" y="1187"/>
                      <a:pt x="415" y="1187"/>
                    </a:cubicBezTo>
                    <a:cubicBezTo>
                      <a:pt x="436" y="1187"/>
                      <a:pt x="457" y="1145"/>
                      <a:pt x="457" y="1124"/>
                    </a:cubicBezTo>
                    <a:cubicBezTo>
                      <a:pt x="394" y="752"/>
                      <a:pt x="368" y="360"/>
                      <a:pt x="106" y="30"/>
                    </a:cubicBezTo>
                    <a:cubicBezTo>
                      <a:pt x="91" y="15"/>
                      <a:pt x="76" y="0"/>
                      <a:pt x="54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Google Shape;578;p33"/>
              <p:cNvSpPr/>
              <p:nvPr/>
            </p:nvSpPr>
            <p:spPr>
              <a:xfrm>
                <a:off x="1147104" y="2760062"/>
                <a:ext cx="620549" cy="204664"/>
              </a:xfrm>
              <a:custGeom>
                <a:avLst/>
                <a:gdLst/>
                <a:ahLst/>
                <a:cxnLst/>
                <a:rect l="l" t="t" r="r" b="b"/>
                <a:pathLst>
                  <a:path w="7286" h="2403" extrusionOk="0">
                    <a:moveTo>
                      <a:pt x="5489" y="1"/>
                    </a:moveTo>
                    <a:cubicBezTo>
                      <a:pt x="5252" y="1"/>
                      <a:pt x="4993" y="18"/>
                      <a:pt x="4714" y="62"/>
                    </a:cubicBezTo>
                    <a:cubicBezTo>
                      <a:pt x="3316" y="282"/>
                      <a:pt x="132" y="586"/>
                      <a:pt x="132" y="586"/>
                    </a:cubicBezTo>
                    <a:cubicBezTo>
                      <a:pt x="132" y="586"/>
                      <a:pt x="1" y="1702"/>
                      <a:pt x="43" y="2047"/>
                    </a:cubicBezTo>
                    <a:cubicBezTo>
                      <a:pt x="85" y="2377"/>
                      <a:pt x="587" y="2377"/>
                      <a:pt x="1917" y="2398"/>
                    </a:cubicBezTo>
                    <a:cubicBezTo>
                      <a:pt x="2008" y="2401"/>
                      <a:pt x="2109" y="2402"/>
                      <a:pt x="2219" y="2402"/>
                    </a:cubicBezTo>
                    <a:cubicBezTo>
                      <a:pt x="3743" y="2402"/>
                      <a:pt x="7011" y="2145"/>
                      <a:pt x="7133" y="1984"/>
                    </a:cubicBezTo>
                    <a:cubicBezTo>
                      <a:pt x="7264" y="1806"/>
                      <a:pt x="7285" y="1110"/>
                      <a:pt x="7023" y="282"/>
                    </a:cubicBezTo>
                    <a:cubicBezTo>
                      <a:pt x="7023" y="282"/>
                      <a:pt x="6437" y="1"/>
                      <a:pt x="548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Google Shape;579;p33"/>
              <p:cNvSpPr/>
              <p:nvPr/>
            </p:nvSpPr>
            <p:spPr>
              <a:xfrm>
                <a:off x="1143101" y="2755292"/>
                <a:ext cx="624552" cy="214884"/>
              </a:xfrm>
              <a:custGeom>
                <a:avLst/>
                <a:gdLst/>
                <a:ahLst/>
                <a:cxnLst/>
                <a:rect l="l" t="t" r="r" b="b"/>
                <a:pathLst>
                  <a:path w="7333" h="2523" extrusionOk="0">
                    <a:moveTo>
                      <a:pt x="5698" y="118"/>
                    </a:moveTo>
                    <a:cubicBezTo>
                      <a:pt x="6526" y="139"/>
                      <a:pt x="7008" y="380"/>
                      <a:pt x="7029" y="380"/>
                    </a:cubicBezTo>
                    <a:cubicBezTo>
                      <a:pt x="7139" y="773"/>
                      <a:pt x="7201" y="1145"/>
                      <a:pt x="7201" y="1428"/>
                    </a:cubicBezTo>
                    <a:cubicBezTo>
                      <a:pt x="7228" y="1579"/>
                      <a:pt x="7201" y="1710"/>
                      <a:pt x="7201" y="1799"/>
                    </a:cubicBezTo>
                    <a:cubicBezTo>
                      <a:pt x="7180" y="1909"/>
                      <a:pt x="7159" y="1972"/>
                      <a:pt x="7139" y="2019"/>
                    </a:cubicBezTo>
                    <a:cubicBezTo>
                      <a:pt x="7139" y="2011"/>
                      <a:pt x="7136" y="2008"/>
                      <a:pt x="7132" y="2008"/>
                    </a:cubicBezTo>
                    <a:cubicBezTo>
                      <a:pt x="7125" y="2008"/>
                      <a:pt x="7111" y="2019"/>
                      <a:pt x="7097" y="2019"/>
                    </a:cubicBezTo>
                    <a:cubicBezTo>
                      <a:pt x="7070" y="2040"/>
                      <a:pt x="7029" y="2040"/>
                      <a:pt x="6966" y="2061"/>
                    </a:cubicBezTo>
                    <a:cubicBezTo>
                      <a:pt x="6856" y="2082"/>
                      <a:pt x="6678" y="2103"/>
                      <a:pt x="6484" y="2124"/>
                    </a:cubicBezTo>
                    <a:cubicBezTo>
                      <a:pt x="6112" y="2192"/>
                      <a:pt x="5588" y="2234"/>
                      <a:pt x="5023" y="2281"/>
                    </a:cubicBezTo>
                    <a:cubicBezTo>
                      <a:pt x="4046" y="2355"/>
                      <a:pt x="2956" y="2416"/>
                      <a:pt x="2261" y="2416"/>
                    </a:cubicBezTo>
                    <a:cubicBezTo>
                      <a:pt x="2162" y="2416"/>
                      <a:pt x="2072" y="2415"/>
                      <a:pt x="1991" y="2412"/>
                    </a:cubicBezTo>
                    <a:cubicBezTo>
                      <a:pt x="1310" y="2386"/>
                      <a:pt x="854" y="2386"/>
                      <a:pt x="551" y="2344"/>
                    </a:cubicBezTo>
                    <a:cubicBezTo>
                      <a:pt x="420" y="2323"/>
                      <a:pt x="310" y="2281"/>
                      <a:pt x="242" y="2234"/>
                    </a:cubicBezTo>
                    <a:cubicBezTo>
                      <a:pt x="179" y="2192"/>
                      <a:pt x="158" y="2150"/>
                      <a:pt x="132" y="2082"/>
                    </a:cubicBezTo>
                    <a:cubicBezTo>
                      <a:pt x="111" y="1930"/>
                      <a:pt x="132" y="1559"/>
                      <a:pt x="179" y="1255"/>
                    </a:cubicBezTo>
                    <a:cubicBezTo>
                      <a:pt x="200" y="946"/>
                      <a:pt x="221" y="731"/>
                      <a:pt x="221" y="684"/>
                    </a:cubicBezTo>
                    <a:cubicBezTo>
                      <a:pt x="289" y="684"/>
                      <a:pt x="3384" y="401"/>
                      <a:pt x="4761" y="186"/>
                    </a:cubicBezTo>
                    <a:cubicBezTo>
                      <a:pt x="5107" y="118"/>
                      <a:pt x="5437" y="118"/>
                      <a:pt x="5698" y="118"/>
                    </a:cubicBezTo>
                    <a:close/>
                    <a:moveTo>
                      <a:pt x="5502" y="1"/>
                    </a:moveTo>
                    <a:cubicBezTo>
                      <a:pt x="5273" y="1"/>
                      <a:pt x="5022" y="25"/>
                      <a:pt x="4761" y="76"/>
                    </a:cubicBezTo>
                    <a:cubicBezTo>
                      <a:pt x="3363" y="291"/>
                      <a:pt x="179" y="579"/>
                      <a:pt x="179" y="579"/>
                    </a:cubicBezTo>
                    <a:lnTo>
                      <a:pt x="111" y="600"/>
                    </a:lnTo>
                    <a:lnTo>
                      <a:pt x="111" y="642"/>
                    </a:lnTo>
                    <a:cubicBezTo>
                      <a:pt x="111" y="642"/>
                      <a:pt x="90" y="904"/>
                      <a:pt x="48" y="1234"/>
                    </a:cubicBezTo>
                    <a:cubicBezTo>
                      <a:pt x="27" y="1559"/>
                      <a:pt x="1" y="1909"/>
                      <a:pt x="27" y="2103"/>
                    </a:cubicBezTo>
                    <a:cubicBezTo>
                      <a:pt x="48" y="2192"/>
                      <a:pt x="90" y="2281"/>
                      <a:pt x="179" y="2344"/>
                    </a:cubicBezTo>
                    <a:cubicBezTo>
                      <a:pt x="262" y="2386"/>
                      <a:pt x="372" y="2433"/>
                      <a:pt x="551" y="2454"/>
                    </a:cubicBezTo>
                    <a:cubicBezTo>
                      <a:pt x="854" y="2496"/>
                      <a:pt x="1310" y="2496"/>
                      <a:pt x="1964" y="2517"/>
                    </a:cubicBezTo>
                    <a:cubicBezTo>
                      <a:pt x="2065" y="2521"/>
                      <a:pt x="2178" y="2523"/>
                      <a:pt x="2301" y="2523"/>
                    </a:cubicBezTo>
                    <a:cubicBezTo>
                      <a:pt x="3014" y="2523"/>
                      <a:pt x="4075" y="2462"/>
                      <a:pt x="5044" y="2386"/>
                    </a:cubicBezTo>
                    <a:cubicBezTo>
                      <a:pt x="5588" y="2344"/>
                      <a:pt x="6112" y="2302"/>
                      <a:pt x="6505" y="2234"/>
                    </a:cubicBezTo>
                    <a:cubicBezTo>
                      <a:pt x="6704" y="2213"/>
                      <a:pt x="6877" y="2192"/>
                      <a:pt x="6987" y="2171"/>
                    </a:cubicBezTo>
                    <a:cubicBezTo>
                      <a:pt x="7050" y="2150"/>
                      <a:pt x="7097" y="2150"/>
                      <a:pt x="7139" y="2124"/>
                    </a:cubicBezTo>
                    <a:cubicBezTo>
                      <a:pt x="7180" y="2124"/>
                      <a:pt x="7201" y="2103"/>
                      <a:pt x="7228" y="2082"/>
                    </a:cubicBezTo>
                    <a:cubicBezTo>
                      <a:pt x="7269" y="2019"/>
                      <a:pt x="7290" y="1930"/>
                      <a:pt x="7311" y="1820"/>
                    </a:cubicBezTo>
                    <a:cubicBezTo>
                      <a:pt x="7332" y="1710"/>
                      <a:pt x="7332" y="1579"/>
                      <a:pt x="7332" y="1428"/>
                    </a:cubicBezTo>
                    <a:cubicBezTo>
                      <a:pt x="7311" y="1124"/>
                      <a:pt x="7269" y="731"/>
                      <a:pt x="7139" y="317"/>
                    </a:cubicBezTo>
                    <a:lnTo>
                      <a:pt x="7118" y="291"/>
                    </a:lnTo>
                    <a:lnTo>
                      <a:pt x="7097" y="291"/>
                    </a:lnTo>
                    <a:cubicBezTo>
                      <a:pt x="7097" y="291"/>
                      <a:pt x="6573" y="29"/>
                      <a:pt x="5719" y="8"/>
                    </a:cubicBezTo>
                    <a:cubicBezTo>
                      <a:pt x="5650" y="3"/>
                      <a:pt x="5577" y="1"/>
                      <a:pt x="5502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Google Shape;580;p33"/>
              <p:cNvSpPr/>
              <p:nvPr/>
            </p:nvSpPr>
            <p:spPr>
              <a:xfrm>
                <a:off x="1230766" y="1096491"/>
                <a:ext cx="2248867" cy="2399609"/>
              </a:xfrm>
              <a:custGeom>
                <a:avLst/>
                <a:gdLst/>
                <a:ahLst/>
                <a:cxnLst/>
                <a:rect l="l" t="t" r="r" b="b"/>
                <a:pathLst>
                  <a:path w="26406" h="28176" extrusionOk="0">
                    <a:moveTo>
                      <a:pt x="6960" y="0"/>
                    </a:moveTo>
                    <a:lnTo>
                      <a:pt x="1" y="28175"/>
                    </a:lnTo>
                    <a:lnTo>
                      <a:pt x="21540" y="28175"/>
                    </a:lnTo>
                    <a:lnTo>
                      <a:pt x="2640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Google Shape;581;p33"/>
              <p:cNvSpPr/>
              <p:nvPr/>
            </p:nvSpPr>
            <p:spPr>
              <a:xfrm>
                <a:off x="1225401" y="1091126"/>
                <a:ext cx="2259513" cy="2408466"/>
              </a:xfrm>
              <a:custGeom>
                <a:avLst/>
                <a:gdLst/>
                <a:ahLst/>
                <a:cxnLst/>
                <a:rect l="l" t="t" r="r" b="b"/>
                <a:pathLst>
                  <a:path w="26531" h="28280" extrusionOk="0">
                    <a:moveTo>
                      <a:pt x="26400" y="132"/>
                    </a:moveTo>
                    <a:lnTo>
                      <a:pt x="21556" y="28170"/>
                    </a:lnTo>
                    <a:lnTo>
                      <a:pt x="153" y="28170"/>
                    </a:lnTo>
                    <a:lnTo>
                      <a:pt x="7071" y="132"/>
                    </a:lnTo>
                    <a:close/>
                    <a:moveTo>
                      <a:pt x="6982" y="1"/>
                    </a:moveTo>
                    <a:lnTo>
                      <a:pt x="6961" y="42"/>
                    </a:lnTo>
                    <a:lnTo>
                      <a:pt x="1" y="28280"/>
                    </a:lnTo>
                    <a:lnTo>
                      <a:pt x="21645" y="28280"/>
                    </a:lnTo>
                    <a:lnTo>
                      <a:pt x="26531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Google Shape;582;p33"/>
              <p:cNvSpPr/>
              <p:nvPr/>
            </p:nvSpPr>
            <p:spPr>
              <a:xfrm>
                <a:off x="1905597" y="1163344"/>
                <a:ext cx="1445506" cy="65236"/>
              </a:xfrm>
              <a:custGeom>
                <a:avLst/>
                <a:gdLst/>
                <a:ahLst/>
                <a:cxnLst/>
                <a:rect l="l" t="t" r="r" b="b"/>
                <a:pathLst>
                  <a:path w="16973" h="766" extrusionOk="0">
                    <a:moveTo>
                      <a:pt x="173" y="1"/>
                    </a:moveTo>
                    <a:lnTo>
                      <a:pt x="0" y="766"/>
                    </a:lnTo>
                    <a:lnTo>
                      <a:pt x="16842" y="766"/>
                    </a:lnTo>
                    <a:lnTo>
                      <a:pt x="1697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Google Shape;583;p33"/>
              <p:cNvSpPr/>
              <p:nvPr/>
            </p:nvSpPr>
            <p:spPr>
              <a:xfrm>
                <a:off x="1899721" y="1159852"/>
                <a:ext cx="1457173" cy="72731"/>
              </a:xfrm>
              <a:custGeom>
                <a:avLst/>
                <a:gdLst/>
                <a:ahLst/>
                <a:cxnLst/>
                <a:rect l="l" t="t" r="r" b="b"/>
                <a:pathLst>
                  <a:path w="17110" h="854" extrusionOk="0">
                    <a:moveTo>
                      <a:pt x="16979" y="110"/>
                    </a:moveTo>
                    <a:lnTo>
                      <a:pt x="16869" y="744"/>
                    </a:lnTo>
                    <a:lnTo>
                      <a:pt x="132" y="744"/>
                    </a:lnTo>
                    <a:lnTo>
                      <a:pt x="284" y="110"/>
                    </a:lnTo>
                    <a:close/>
                    <a:moveTo>
                      <a:pt x="200" y="0"/>
                    </a:moveTo>
                    <a:lnTo>
                      <a:pt x="200" y="42"/>
                    </a:lnTo>
                    <a:lnTo>
                      <a:pt x="1" y="854"/>
                    </a:lnTo>
                    <a:lnTo>
                      <a:pt x="16958" y="854"/>
                    </a:lnTo>
                    <a:lnTo>
                      <a:pt x="17110" y="0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Google Shape;584;p33"/>
              <p:cNvSpPr/>
              <p:nvPr/>
            </p:nvSpPr>
            <p:spPr>
              <a:xfrm>
                <a:off x="1881070" y="1267754"/>
                <a:ext cx="1451808" cy="65151"/>
              </a:xfrm>
              <a:custGeom>
                <a:avLst/>
                <a:gdLst/>
                <a:ahLst/>
                <a:cxnLst/>
                <a:rect l="l" t="t" r="r" b="b"/>
                <a:pathLst>
                  <a:path w="17047" h="765" extrusionOk="0">
                    <a:moveTo>
                      <a:pt x="178" y="0"/>
                    </a:moveTo>
                    <a:lnTo>
                      <a:pt x="0" y="765"/>
                    </a:lnTo>
                    <a:lnTo>
                      <a:pt x="16915" y="765"/>
                    </a:lnTo>
                    <a:lnTo>
                      <a:pt x="1704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Google Shape;585;p33"/>
              <p:cNvSpPr/>
              <p:nvPr/>
            </p:nvSpPr>
            <p:spPr>
              <a:xfrm>
                <a:off x="1873916" y="1261963"/>
                <a:ext cx="1464242" cy="74519"/>
              </a:xfrm>
              <a:custGeom>
                <a:avLst/>
                <a:gdLst/>
                <a:ahLst/>
                <a:cxnLst/>
                <a:rect l="l" t="t" r="r" b="b"/>
                <a:pathLst>
                  <a:path w="17193" h="875" extrusionOk="0">
                    <a:moveTo>
                      <a:pt x="17062" y="110"/>
                    </a:moveTo>
                    <a:lnTo>
                      <a:pt x="16952" y="765"/>
                    </a:lnTo>
                    <a:lnTo>
                      <a:pt x="152" y="765"/>
                    </a:lnTo>
                    <a:lnTo>
                      <a:pt x="304" y="110"/>
                    </a:lnTo>
                    <a:close/>
                    <a:moveTo>
                      <a:pt x="215" y="0"/>
                    </a:moveTo>
                    <a:lnTo>
                      <a:pt x="215" y="47"/>
                    </a:lnTo>
                    <a:lnTo>
                      <a:pt x="0" y="875"/>
                    </a:lnTo>
                    <a:lnTo>
                      <a:pt x="17041" y="875"/>
                    </a:lnTo>
                    <a:lnTo>
                      <a:pt x="17193" y="0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Google Shape;586;p33"/>
              <p:cNvSpPr/>
              <p:nvPr/>
            </p:nvSpPr>
            <p:spPr>
              <a:xfrm>
                <a:off x="1855181" y="1371653"/>
                <a:ext cx="1458962" cy="65236"/>
              </a:xfrm>
              <a:custGeom>
                <a:avLst/>
                <a:gdLst/>
                <a:ahLst/>
                <a:cxnLst/>
                <a:rect l="l" t="t" r="r" b="b"/>
                <a:pathLst>
                  <a:path w="17131" h="766" extrusionOk="0">
                    <a:moveTo>
                      <a:pt x="199" y="1"/>
                    </a:moveTo>
                    <a:lnTo>
                      <a:pt x="0" y="765"/>
                    </a:lnTo>
                    <a:lnTo>
                      <a:pt x="16999" y="765"/>
                    </a:lnTo>
                    <a:lnTo>
                      <a:pt x="1713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Google Shape;587;p33"/>
              <p:cNvSpPr/>
              <p:nvPr/>
            </p:nvSpPr>
            <p:spPr>
              <a:xfrm>
                <a:off x="1849815" y="1366288"/>
                <a:ext cx="1469607" cy="74179"/>
              </a:xfrm>
              <a:custGeom>
                <a:avLst/>
                <a:gdLst/>
                <a:ahLst/>
                <a:cxnLst/>
                <a:rect l="l" t="t" r="r" b="b"/>
                <a:pathLst>
                  <a:path w="17256" h="871" extrusionOk="0">
                    <a:moveTo>
                      <a:pt x="17125" y="106"/>
                    </a:moveTo>
                    <a:lnTo>
                      <a:pt x="17020" y="760"/>
                    </a:lnTo>
                    <a:lnTo>
                      <a:pt x="131" y="760"/>
                    </a:lnTo>
                    <a:lnTo>
                      <a:pt x="304" y="106"/>
                    </a:lnTo>
                    <a:close/>
                    <a:moveTo>
                      <a:pt x="215" y="1"/>
                    </a:moveTo>
                    <a:lnTo>
                      <a:pt x="194" y="43"/>
                    </a:lnTo>
                    <a:lnTo>
                      <a:pt x="0" y="870"/>
                    </a:lnTo>
                    <a:lnTo>
                      <a:pt x="17104" y="870"/>
                    </a:lnTo>
                    <a:lnTo>
                      <a:pt x="17256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Google Shape;588;p33"/>
              <p:cNvSpPr/>
              <p:nvPr/>
            </p:nvSpPr>
            <p:spPr>
              <a:xfrm>
                <a:off x="1829291" y="1475552"/>
                <a:ext cx="832318" cy="65236"/>
              </a:xfrm>
              <a:custGeom>
                <a:avLst/>
                <a:gdLst/>
                <a:ahLst/>
                <a:cxnLst/>
                <a:rect l="l" t="t" r="r" b="b"/>
                <a:pathLst>
                  <a:path w="9773" h="766" extrusionOk="0">
                    <a:moveTo>
                      <a:pt x="194" y="1"/>
                    </a:moveTo>
                    <a:lnTo>
                      <a:pt x="1" y="765"/>
                    </a:lnTo>
                    <a:lnTo>
                      <a:pt x="9621" y="765"/>
                    </a:lnTo>
                    <a:lnTo>
                      <a:pt x="977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Google Shape;589;p33"/>
              <p:cNvSpPr/>
              <p:nvPr/>
            </p:nvSpPr>
            <p:spPr>
              <a:xfrm>
                <a:off x="1823500" y="1470187"/>
                <a:ext cx="845688" cy="76393"/>
              </a:xfrm>
              <a:custGeom>
                <a:avLst/>
                <a:gdLst/>
                <a:ahLst/>
                <a:cxnLst/>
                <a:rect l="l" t="t" r="r" b="b"/>
                <a:pathLst>
                  <a:path w="9930" h="897" extrusionOk="0">
                    <a:moveTo>
                      <a:pt x="9778" y="111"/>
                    </a:moveTo>
                    <a:lnTo>
                      <a:pt x="9647" y="787"/>
                    </a:lnTo>
                    <a:lnTo>
                      <a:pt x="152" y="787"/>
                    </a:lnTo>
                    <a:lnTo>
                      <a:pt x="309" y="111"/>
                    </a:lnTo>
                    <a:close/>
                    <a:moveTo>
                      <a:pt x="220" y="1"/>
                    </a:moveTo>
                    <a:lnTo>
                      <a:pt x="199" y="43"/>
                    </a:lnTo>
                    <a:lnTo>
                      <a:pt x="0" y="896"/>
                    </a:lnTo>
                    <a:lnTo>
                      <a:pt x="9736" y="896"/>
                    </a:lnTo>
                    <a:lnTo>
                      <a:pt x="9930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Google Shape;590;p33"/>
              <p:cNvSpPr/>
              <p:nvPr/>
            </p:nvSpPr>
            <p:spPr>
              <a:xfrm>
                <a:off x="1805190" y="1581750"/>
                <a:ext cx="1471907" cy="66940"/>
              </a:xfrm>
              <a:custGeom>
                <a:avLst/>
                <a:gdLst/>
                <a:ahLst/>
                <a:cxnLst/>
                <a:rect l="l" t="t" r="r" b="b"/>
                <a:pathLst>
                  <a:path w="17283" h="786" extrusionOk="0">
                    <a:moveTo>
                      <a:pt x="174" y="0"/>
                    </a:moveTo>
                    <a:lnTo>
                      <a:pt x="1" y="786"/>
                    </a:lnTo>
                    <a:lnTo>
                      <a:pt x="17152" y="786"/>
                    </a:lnTo>
                    <a:lnTo>
                      <a:pt x="1728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Google Shape;591;p33"/>
              <p:cNvSpPr/>
              <p:nvPr/>
            </p:nvSpPr>
            <p:spPr>
              <a:xfrm>
                <a:off x="1797610" y="1575959"/>
                <a:ext cx="1484852" cy="76308"/>
              </a:xfrm>
              <a:custGeom>
                <a:avLst/>
                <a:gdLst/>
                <a:ahLst/>
                <a:cxnLst/>
                <a:rect l="l" t="t" r="r" b="b"/>
                <a:pathLst>
                  <a:path w="17435" h="896" extrusionOk="0">
                    <a:moveTo>
                      <a:pt x="17303" y="110"/>
                    </a:moveTo>
                    <a:lnTo>
                      <a:pt x="17173" y="786"/>
                    </a:lnTo>
                    <a:lnTo>
                      <a:pt x="153" y="786"/>
                    </a:lnTo>
                    <a:lnTo>
                      <a:pt x="304" y="110"/>
                    </a:lnTo>
                    <a:close/>
                    <a:moveTo>
                      <a:pt x="221" y="0"/>
                    </a:moveTo>
                    <a:lnTo>
                      <a:pt x="221" y="47"/>
                    </a:lnTo>
                    <a:lnTo>
                      <a:pt x="1" y="896"/>
                    </a:lnTo>
                    <a:lnTo>
                      <a:pt x="17282" y="896"/>
                    </a:lnTo>
                    <a:lnTo>
                      <a:pt x="17434" y="0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Google Shape;592;p33"/>
              <p:cNvSpPr/>
              <p:nvPr/>
            </p:nvSpPr>
            <p:spPr>
              <a:xfrm>
                <a:off x="1778875" y="1687438"/>
                <a:ext cx="1479486" cy="66940"/>
              </a:xfrm>
              <a:custGeom>
                <a:avLst/>
                <a:gdLst/>
                <a:ahLst/>
                <a:cxnLst/>
                <a:rect l="l" t="t" r="r" b="b"/>
                <a:pathLst>
                  <a:path w="17372" h="786" extrusionOk="0">
                    <a:moveTo>
                      <a:pt x="179" y="0"/>
                    </a:moveTo>
                    <a:lnTo>
                      <a:pt x="1" y="786"/>
                    </a:lnTo>
                    <a:lnTo>
                      <a:pt x="17220" y="786"/>
                    </a:lnTo>
                    <a:lnTo>
                      <a:pt x="1737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Google Shape;593;p33"/>
              <p:cNvSpPr/>
              <p:nvPr/>
            </p:nvSpPr>
            <p:spPr>
              <a:xfrm>
                <a:off x="1771721" y="1683861"/>
                <a:ext cx="1492006" cy="76308"/>
              </a:xfrm>
              <a:custGeom>
                <a:avLst/>
                <a:gdLst/>
                <a:ahLst/>
                <a:cxnLst/>
                <a:rect l="l" t="t" r="r" b="b"/>
                <a:pathLst>
                  <a:path w="17519" h="896" extrusionOk="0">
                    <a:moveTo>
                      <a:pt x="17387" y="110"/>
                    </a:moveTo>
                    <a:lnTo>
                      <a:pt x="17257" y="786"/>
                    </a:lnTo>
                    <a:lnTo>
                      <a:pt x="153" y="786"/>
                    </a:lnTo>
                    <a:lnTo>
                      <a:pt x="305" y="110"/>
                    </a:lnTo>
                    <a:close/>
                    <a:moveTo>
                      <a:pt x="216" y="0"/>
                    </a:moveTo>
                    <a:lnTo>
                      <a:pt x="216" y="42"/>
                    </a:lnTo>
                    <a:lnTo>
                      <a:pt x="1" y="896"/>
                    </a:lnTo>
                    <a:lnTo>
                      <a:pt x="17367" y="896"/>
                    </a:lnTo>
                    <a:lnTo>
                      <a:pt x="17518" y="0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Google Shape;594;p33"/>
              <p:cNvSpPr/>
              <p:nvPr/>
            </p:nvSpPr>
            <p:spPr>
              <a:xfrm>
                <a:off x="1751282" y="1795339"/>
                <a:ext cx="1486555" cy="68813"/>
              </a:xfrm>
              <a:custGeom>
                <a:avLst/>
                <a:gdLst/>
                <a:ahLst/>
                <a:cxnLst/>
                <a:rect l="l" t="t" r="r" b="b"/>
                <a:pathLst>
                  <a:path w="17455" h="808" extrusionOk="0">
                    <a:moveTo>
                      <a:pt x="194" y="1"/>
                    </a:moveTo>
                    <a:lnTo>
                      <a:pt x="0" y="807"/>
                    </a:lnTo>
                    <a:lnTo>
                      <a:pt x="17324" y="807"/>
                    </a:lnTo>
                    <a:lnTo>
                      <a:pt x="17455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Google Shape;595;p33"/>
              <p:cNvSpPr/>
              <p:nvPr/>
            </p:nvSpPr>
            <p:spPr>
              <a:xfrm>
                <a:off x="1745491" y="1791762"/>
                <a:ext cx="1499926" cy="76393"/>
              </a:xfrm>
              <a:custGeom>
                <a:avLst/>
                <a:gdLst/>
                <a:ahLst/>
                <a:cxnLst/>
                <a:rect l="l" t="t" r="r" b="b"/>
                <a:pathLst>
                  <a:path w="17612" h="897" extrusionOk="0">
                    <a:moveTo>
                      <a:pt x="17460" y="111"/>
                    </a:moveTo>
                    <a:lnTo>
                      <a:pt x="17350" y="786"/>
                    </a:lnTo>
                    <a:lnTo>
                      <a:pt x="152" y="786"/>
                    </a:lnTo>
                    <a:lnTo>
                      <a:pt x="309" y="111"/>
                    </a:lnTo>
                    <a:close/>
                    <a:moveTo>
                      <a:pt x="220" y="1"/>
                    </a:moveTo>
                    <a:lnTo>
                      <a:pt x="220" y="43"/>
                    </a:lnTo>
                    <a:lnTo>
                      <a:pt x="0" y="896"/>
                    </a:lnTo>
                    <a:lnTo>
                      <a:pt x="17434" y="896"/>
                    </a:lnTo>
                    <a:lnTo>
                      <a:pt x="17612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Google Shape;596;p33"/>
              <p:cNvSpPr/>
              <p:nvPr/>
            </p:nvSpPr>
            <p:spPr>
              <a:xfrm>
                <a:off x="1724966" y="1905029"/>
                <a:ext cx="1291698" cy="68813"/>
              </a:xfrm>
              <a:custGeom>
                <a:avLst/>
                <a:gdLst/>
                <a:ahLst/>
                <a:cxnLst/>
                <a:rect l="l" t="t" r="r" b="b"/>
                <a:pathLst>
                  <a:path w="15167" h="808" extrusionOk="0">
                    <a:moveTo>
                      <a:pt x="199" y="1"/>
                    </a:moveTo>
                    <a:lnTo>
                      <a:pt x="0" y="807"/>
                    </a:lnTo>
                    <a:lnTo>
                      <a:pt x="15014" y="807"/>
                    </a:lnTo>
                    <a:lnTo>
                      <a:pt x="1516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Google Shape;597;p33"/>
              <p:cNvSpPr/>
              <p:nvPr/>
            </p:nvSpPr>
            <p:spPr>
              <a:xfrm>
                <a:off x="1719601" y="1899238"/>
                <a:ext cx="1302854" cy="78181"/>
              </a:xfrm>
              <a:custGeom>
                <a:avLst/>
                <a:gdLst/>
                <a:ahLst/>
                <a:cxnLst/>
                <a:rect l="l" t="t" r="r" b="b"/>
                <a:pathLst>
                  <a:path w="15298" h="918" extrusionOk="0">
                    <a:moveTo>
                      <a:pt x="15166" y="111"/>
                    </a:moveTo>
                    <a:lnTo>
                      <a:pt x="15035" y="813"/>
                    </a:lnTo>
                    <a:lnTo>
                      <a:pt x="152" y="813"/>
                    </a:lnTo>
                    <a:lnTo>
                      <a:pt x="304" y="111"/>
                    </a:lnTo>
                    <a:close/>
                    <a:moveTo>
                      <a:pt x="220" y="1"/>
                    </a:moveTo>
                    <a:lnTo>
                      <a:pt x="220" y="48"/>
                    </a:lnTo>
                    <a:lnTo>
                      <a:pt x="0" y="917"/>
                    </a:lnTo>
                    <a:lnTo>
                      <a:pt x="15145" y="917"/>
                    </a:lnTo>
                    <a:lnTo>
                      <a:pt x="15297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Google Shape;598;p33"/>
              <p:cNvSpPr/>
              <p:nvPr/>
            </p:nvSpPr>
            <p:spPr>
              <a:xfrm>
                <a:off x="1699077" y="2014804"/>
                <a:ext cx="1501714" cy="68728"/>
              </a:xfrm>
              <a:custGeom>
                <a:avLst/>
                <a:gdLst/>
                <a:ahLst/>
                <a:cxnLst/>
                <a:rect l="l" t="t" r="r" b="b"/>
                <a:pathLst>
                  <a:path w="17633" h="807" extrusionOk="0">
                    <a:moveTo>
                      <a:pt x="199" y="0"/>
                    </a:moveTo>
                    <a:lnTo>
                      <a:pt x="0" y="807"/>
                    </a:lnTo>
                    <a:lnTo>
                      <a:pt x="17481" y="807"/>
                    </a:lnTo>
                    <a:lnTo>
                      <a:pt x="1763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Google Shape;599;p33"/>
              <p:cNvSpPr/>
              <p:nvPr/>
            </p:nvSpPr>
            <p:spPr>
              <a:xfrm>
                <a:off x="1693712" y="2009013"/>
                <a:ext cx="1512445" cy="79885"/>
              </a:xfrm>
              <a:custGeom>
                <a:avLst/>
                <a:gdLst/>
                <a:ahLst/>
                <a:cxnLst/>
                <a:rect l="l" t="t" r="r" b="b"/>
                <a:pathLst>
                  <a:path w="17759" h="938" extrusionOk="0">
                    <a:moveTo>
                      <a:pt x="17607" y="110"/>
                    </a:moveTo>
                    <a:lnTo>
                      <a:pt x="17497" y="807"/>
                    </a:lnTo>
                    <a:lnTo>
                      <a:pt x="131" y="807"/>
                    </a:lnTo>
                    <a:lnTo>
                      <a:pt x="304" y="110"/>
                    </a:lnTo>
                    <a:close/>
                    <a:moveTo>
                      <a:pt x="215" y="0"/>
                    </a:moveTo>
                    <a:lnTo>
                      <a:pt x="194" y="47"/>
                    </a:lnTo>
                    <a:lnTo>
                      <a:pt x="1" y="938"/>
                    </a:lnTo>
                    <a:lnTo>
                      <a:pt x="17586" y="938"/>
                    </a:lnTo>
                    <a:lnTo>
                      <a:pt x="17759" y="0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Google Shape;600;p33"/>
              <p:cNvSpPr/>
              <p:nvPr/>
            </p:nvSpPr>
            <p:spPr>
              <a:xfrm>
                <a:off x="1671399" y="2124494"/>
                <a:ext cx="1508953" cy="70517"/>
              </a:xfrm>
              <a:custGeom>
                <a:avLst/>
                <a:gdLst/>
                <a:ahLst/>
                <a:cxnLst/>
                <a:rect l="l" t="t" r="r" b="b"/>
                <a:pathLst>
                  <a:path w="17718" h="828" extrusionOk="0">
                    <a:moveTo>
                      <a:pt x="194" y="1"/>
                    </a:moveTo>
                    <a:lnTo>
                      <a:pt x="1" y="828"/>
                    </a:lnTo>
                    <a:lnTo>
                      <a:pt x="17565" y="828"/>
                    </a:lnTo>
                    <a:lnTo>
                      <a:pt x="1771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Google Shape;601;p33"/>
              <p:cNvSpPr/>
              <p:nvPr/>
            </p:nvSpPr>
            <p:spPr>
              <a:xfrm>
                <a:off x="1665608" y="2120492"/>
                <a:ext cx="1520025" cy="79885"/>
              </a:xfrm>
              <a:custGeom>
                <a:avLst/>
                <a:gdLst/>
                <a:ahLst/>
                <a:cxnLst/>
                <a:rect l="l" t="t" r="r" b="b"/>
                <a:pathLst>
                  <a:path w="17848" h="938" extrusionOk="0">
                    <a:moveTo>
                      <a:pt x="17717" y="110"/>
                    </a:moveTo>
                    <a:lnTo>
                      <a:pt x="17586" y="807"/>
                    </a:lnTo>
                    <a:lnTo>
                      <a:pt x="152" y="807"/>
                    </a:lnTo>
                    <a:lnTo>
                      <a:pt x="331" y="110"/>
                    </a:lnTo>
                    <a:close/>
                    <a:moveTo>
                      <a:pt x="221" y="0"/>
                    </a:moveTo>
                    <a:lnTo>
                      <a:pt x="221" y="48"/>
                    </a:lnTo>
                    <a:lnTo>
                      <a:pt x="1" y="938"/>
                    </a:lnTo>
                    <a:lnTo>
                      <a:pt x="17675" y="938"/>
                    </a:lnTo>
                    <a:lnTo>
                      <a:pt x="17848" y="0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Google Shape;602;p33"/>
              <p:cNvSpPr/>
              <p:nvPr/>
            </p:nvSpPr>
            <p:spPr>
              <a:xfrm>
                <a:off x="1645084" y="2237761"/>
                <a:ext cx="1514745" cy="70602"/>
              </a:xfrm>
              <a:custGeom>
                <a:avLst/>
                <a:gdLst/>
                <a:ahLst/>
                <a:cxnLst/>
                <a:rect l="l" t="t" r="r" b="b"/>
                <a:pathLst>
                  <a:path w="17786" h="829" extrusionOk="0">
                    <a:moveTo>
                      <a:pt x="200" y="1"/>
                    </a:moveTo>
                    <a:lnTo>
                      <a:pt x="1" y="828"/>
                    </a:lnTo>
                    <a:lnTo>
                      <a:pt x="17633" y="828"/>
                    </a:lnTo>
                    <a:lnTo>
                      <a:pt x="1778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Google Shape;603;p33"/>
              <p:cNvSpPr/>
              <p:nvPr/>
            </p:nvSpPr>
            <p:spPr>
              <a:xfrm>
                <a:off x="1637930" y="2231970"/>
                <a:ext cx="1527690" cy="79970"/>
              </a:xfrm>
              <a:custGeom>
                <a:avLst/>
                <a:gdLst/>
                <a:ahLst/>
                <a:cxnLst/>
                <a:rect l="l" t="t" r="r" b="b"/>
                <a:pathLst>
                  <a:path w="17938" h="939" extrusionOk="0">
                    <a:moveTo>
                      <a:pt x="17806" y="111"/>
                    </a:moveTo>
                    <a:lnTo>
                      <a:pt x="17675" y="833"/>
                    </a:lnTo>
                    <a:lnTo>
                      <a:pt x="153" y="833"/>
                    </a:lnTo>
                    <a:lnTo>
                      <a:pt x="326" y="111"/>
                    </a:lnTo>
                    <a:close/>
                    <a:moveTo>
                      <a:pt x="237" y="1"/>
                    </a:moveTo>
                    <a:lnTo>
                      <a:pt x="216" y="48"/>
                    </a:lnTo>
                    <a:lnTo>
                      <a:pt x="1" y="938"/>
                    </a:lnTo>
                    <a:lnTo>
                      <a:pt x="17780" y="938"/>
                    </a:lnTo>
                    <a:lnTo>
                      <a:pt x="17937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Google Shape;604;p33"/>
              <p:cNvSpPr/>
              <p:nvPr/>
            </p:nvSpPr>
            <p:spPr>
              <a:xfrm>
                <a:off x="1617491" y="2349240"/>
                <a:ext cx="919697" cy="72390"/>
              </a:xfrm>
              <a:custGeom>
                <a:avLst/>
                <a:gdLst/>
                <a:ahLst/>
                <a:cxnLst/>
                <a:rect l="l" t="t" r="r" b="b"/>
                <a:pathLst>
                  <a:path w="10799" h="850" extrusionOk="0">
                    <a:moveTo>
                      <a:pt x="194" y="1"/>
                    </a:moveTo>
                    <a:lnTo>
                      <a:pt x="0" y="849"/>
                    </a:lnTo>
                    <a:lnTo>
                      <a:pt x="10626" y="849"/>
                    </a:lnTo>
                    <a:lnTo>
                      <a:pt x="1079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Google Shape;605;p33"/>
              <p:cNvSpPr/>
              <p:nvPr/>
            </p:nvSpPr>
            <p:spPr>
              <a:xfrm>
                <a:off x="1611615" y="2345237"/>
                <a:ext cx="931364" cy="80396"/>
              </a:xfrm>
              <a:custGeom>
                <a:avLst/>
                <a:gdLst/>
                <a:ahLst/>
                <a:cxnLst/>
                <a:rect l="l" t="t" r="r" b="b"/>
                <a:pathLst>
                  <a:path w="10936" h="944" extrusionOk="0">
                    <a:moveTo>
                      <a:pt x="10805" y="111"/>
                    </a:moveTo>
                    <a:lnTo>
                      <a:pt x="10653" y="833"/>
                    </a:lnTo>
                    <a:lnTo>
                      <a:pt x="132" y="833"/>
                    </a:lnTo>
                    <a:lnTo>
                      <a:pt x="310" y="111"/>
                    </a:lnTo>
                    <a:close/>
                    <a:moveTo>
                      <a:pt x="221" y="1"/>
                    </a:moveTo>
                    <a:lnTo>
                      <a:pt x="221" y="48"/>
                    </a:lnTo>
                    <a:lnTo>
                      <a:pt x="1" y="943"/>
                    </a:lnTo>
                    <a:lnTo>
                      <a:pt x="10737" y="943"/>
                    </a:lnTo>
                    <a:lnTo>
                      <a:pt x="10936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Google Shape;606;p33"/>
              <p:cNvSpPr/>
              <p:nvPr/>
            </p:nvSpPr>
            <p:spPr>
              <a:xfrm>
                <a:off x="1589387" y="2464380"/>
                <a:ext cx="1531607" cy="72731"/>
              </a:xfrm>
              <a:custGeom>
                <a:avLst/>
                <a:gdLst/>
                <a:ahLst/>
                <a:cxnLst/>
                <a:rect l="l" t="t" r="r" b="b"/>
                <a:pathLst>
                  <a:path w="17984" h="854" extrusionOk="0">
                    <a:moveTo>
                      <a:pt x="199" y="0"/>
                    </a:moveTo>
                    <a:lnTo>
                      <a:pt x="0" y="854"/>
                    </a:lnTo>
                    <a:lnTo>
                      <a:pt x="17826" y="854"/>
                    </a:lnTo>
                    <a:lnTo>
                      <a:pt x="1798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" name="Google Shape;607;p33"/>
              <p:cNvSpPr/>
              <p:nvPr/>
            </p:nvSpPr>
            <p:spPr>
              <a:xfrm>
                <a:off x="1584022" y="2459015"/>
                <a:ext cx="1542338" cy="81673"/>
              </a:xfrm>
              <a:custGeom>
                <a:avLst/>
                <a:gdLst/>
                <a:ahLst/>
                <a:cxnLst/>
                <a:rect l="l" t="t" r="r" b="b"/>
                <a:pathLst>
                  <a:path w="18110" h="959" extrusionOk="0">
                    <a:moveTo>
                      <a:pt x="17958" y="105"/>
                    </a:moveTo>
                    <a:lnTo>
                      <a:pt x="17827" y="849"/>
                    </a:lnTo>
                    <a:lnTo>
                      <a:pt x="131" y="849"/>
                    </a:lnTo>
                    <a:lnTo>
                      <a:pt x="304" y="105"/>
                    </a:lnTo>
                    <a:close/>
                    <a:moveTo>
                      <a:pt x="215" y="0"/>
                    </a:moveTo>
                    <a:lnTo>
                      <a:pt x="215" y="42"/>
                    </a:lnTo>
                    <a:lnTo>
                      <a:pt x="0" y="959"/>
                    </a:lnTo>
                    <a:lnTo>
                      <a:pt x="17937" y="959"/>
                    </a:lnTo>
                    <a:lnTo>
                      <a:pt x="18109" y="0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Google Shape;608;p33"/>
              <p:cNvSpPr/>
              <p:nvPr/>
            </p:nvSpPr>
            <p:spPr>
              <a:xfrm>
                <a:off x="1561709" y="2579435"/>
                <a:ext cx="1536973" cy="72731"/>
              </a:xfrm>
              <a:custGeom>
                <a:avLst/>
                <a:gdLst/>
                <a:ahLst/>
                <a:cxnLst/>
                <a:rect l="l" t="t" r="r" b="b"/>
                <a:pathLst>
                  <a:path w="18047" h="854" extrusionOk="0">
                    <a:moveTo>
                      <a:pt x="194" y="0"/>
                    </a:moveTo>
                    <a:lnTo>
                      <a:pt x="0" y="854"/>
                    </a:lnTo>
                    <a:lnTo>
                      <a:pt x="17916" y="854"/>
                    </a:lnTo>
                    <a:lnTo>
                      <a:pt x="1804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609;p33"/>
              <p:cNvSpPr/>
              <p:nvPr/>
            </p:nvSpPr>
            <p:spPr>
              <a:xfrm>
                <a:off x="1555918" y="2574070"/>
                <a:ext cx="1549918" cy="81673"/>
              </a:xfrm>
              <a:custGeom>
                <a:avLst/>
                <a:gdLst/>
                <a:ahLst/>
                <a:cxnLst/>
                <a:rect l="l" t="t" r="r" b="b"/>
                <a:pathLst>
                  <a:path w="18199" h="959" extrusionOk="0">
                    <a:moveTo>
                      <a:pt x="18047" y="110"/>
                    </a:moveTo>
                    <a:lnTo>
                      <a:pt x="17916" y="849"/>
                    </a:lnTo>
                    <a:lnTo>
                      <a:pt x="131" y="849"/>
                    </a:lnTo>
                    <a:lnTo>
                      <a:pt x="330" y="110"/>
                    </a:lnTo>
                    <a:close/>
                    <a:moveTo>
                      <a:pt x="220" y="0"/>
                    </a:moveTo>
                    <a:lnTo>
                      <a:pt x="220" y="42"/>
                    </a:lnTo>
                    <a:lnTo>
                      <a:pt x="0" y="959"/>
                    </a:lnTo>
                    <a:lnTo>
                      <a:pt x="18026" y="959"/>
                    </a:lnTo>
                    <a:lnTo>
                      <a:pt x="18199" y="0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Google Shape;610;p33"/>
              <p:cNvSpPr/>
              <p:nvPr/>
            </p:nvSpPr>
            <p:spPr>
              <a:xfrm>
                <a:off x="1533605" y="2694917"/>
                <a:ext cx="1544552" cy="74094"/>
              </a:xfrm>
              <a:custGeom>
                <a:avLst/>
                <a:gdLst/>
                <a:ahLst/>
                <a:cxnLst/>
                <a:rect l="l" t="t" r="r" b="b"/>
                <a:pathLst>
                  <a:path w="18136" h="870" extrusionOk="0">
                    <a:moveTo>
                      <a:pt x="199" y="1"/>
                    </a:moveTo>
                    <a:lnTo>
                      <a:pt x="0" y="870"/>
                    </a:lnTo>
                    <a:lnTo>
                      <a:pt x="17984" y="870"/>
                    </a:lnTo>
                    <a:lnTo>
                      <a:pt x="1813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Google Shape;611;p33"/>
              <p:cNvSpPr/>
              <p:nvPr/>
            </p:nvSpPr>
            <p:spPr>
              <a:xfrm>
                <a:off x="1528240" y="2690914"/>
                <a:ext cx="1555283" cy="82184"/>
              </a:xfrm>
              <a:custGeom>
                <a:avLst/>
                <a:gdLst/>
                <a:ahLst/>
                <a:cxnLst/>
                <a:rect l="l" t="t" r="r" b="b"/>
                <a:pathLst>
                  <a:path w="18262" h="965" extrusionOk="0">
                    <a:moveTo>
                      <a:pt x="18131" y="110"/>
                    </a:moveTo>
                    <a:lnTo>
                      <a:pt x="18000" y="854"/>
                    </a:lnTo>
                    <a:lnTo>
                      <a:pt x="132" y="854"/>
                    </a:lnTo>
                    <a:lnTo>
                      <a:pt x="304" y="110"/>
                    </a:lnTo>
                    <a:close/>
                    <a:moveTo>
                      <a:pt x="215" y="0"/>
                    </a:moveTo>
                    <a:lnTo>
                      <a:pt x="215" y="48"/>
                    </a:lnTo>
                    <a:lnTo>
                      <a:pt x="1" y="964"/>
                    </a:lnTo>
                    <a:lnTo>
                      <a:pt x="18110" y="964"/>
                    </a:lnTo>
                    <a:lnTo>
                      <a:pt x="18262" y="0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Google Shape;612;p33"/>
              <p:cNvSpPr/>
              <p:nvPr/>
            </p:nvSpPr>
            <p:spPr>
              <a:xfrm>
                <a:off x="1504139" y="2813549"/>
                <a:ext cx="1553495" cy="72816"/>
              </a:xfrm>
              <a:custGeom>
                <a:avLst/>
                <a:gdLst/>
                <a:ahLst/>
                <a:cxnLst/>
                <a:rect l="l" t="t" r="r" b="b"/>
                <a:pathLst>
                  <a:path w="18241" h="855" extrusionOk="0">
                    <a:moveTo>
                      <a:pt x="216" y="1"/>
                    </a:moveTo>
                    <a:lnTo>
                      <a:pt x="1" y="854"/>
                    </a:lnTo>
                    <a:lnTo>
                      <a:pt x="18089" y="854"/>
                    </a:lnTo>
                    <a:lnTo>
                      <a:pt x="1824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Google Shape;613;p33"/>
              <p:cNvSpPr/>
              <p:nvPr/>
            </p:nvSpPr>
            <p:spPr>
              <a:xfrm>
                <a:off x="1498348" y="2808183"/>
                <a:ext cx="1564651" cy="83547"/>
              </a:xfrm>
              <a:custGeom>
                <a:avLst/>
                <a:gdLst/>
                <a:ahLst/>
                <a:cxnLst/>
                <a:rect l="l" t="t" r="r" b="b"/>
                <a:pathLst>
                  <a:path w="18372" h="981" extrusionOk="0">
                    <a:moveTo>
                      <a:pt x="18241" y="111"/>
                    </a:moveTo>
                    <a:lnTo>
                      <a:pt x="18110" y="875"/>
                    </a:lnTo>
                    <a:lnTo>
                      <a:pt x="153" y="875"/>
                    </a:lnTo>
                    <a:lnTo>
                      <a:pt x="331" y="111"/>
                    </a:lnTo>
                    <a:close/>
                    <a:moveTo>
                      <a:pt x="242" y="1"/>
                    </a:moveTo>
                    <a:lnTo>
                      <a:pt x="242" y="43"/>
                    </a:lnTo>
                    <a:lnTo>
                      <a:pt x="1" y="980"/>
                    </a:lnTo>
                    <a:lnTo>
                      <a:pt x="18199" y="980"/>
                    </a:lnTo>
                    <a:lnTo>
                      <a:pt x="18372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Google Shape;614;p33"/>
              <p:cNvSpPr/>
              <p:nvPr/>
            </p:nvSpPr>
            <p:spPr>
              <a:xfrm>
                <a:off x="1476035" y="2930818"/>
                <a:ext cx="804724" cy="76393"/>
              </a:xfrm>
              <a:custGeom>
                <a:avLst/>
                <a:gdLst/>
                <a:ahLst/>
                <a:cxnLst/>
                <a:rect l="l" t="t" r="r" b="b"/>
                <a:pathLst>
                  <a:path w="9449" h="897" extrusionOk="0">
                    <a:moveTo>
                      <a:pt x="221" y="1"/>
                    </a:moveTo>
                    <a:lnTo>
                      <a:pt x="1" y="896"/>
                    </a:lnTo>
                    <a:lnTo>
                      <a:pt x="9255" y="896"/>
                    </a:lnTo>
                    <a:lnTo>
                      <a:pt x="944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Google Shape;615;p33"/>
              <p:cNvSpPr/>
              <p:nvPr/>
            </p:nvSpPr>
            <p:spPr>
              <a:xfrm>
                <a:off x="1470755" y="2927241"/>
                <a:ext cx="815796" cy="83547"/>
              </a:xfrm>
              <a:custGeom>
                <a:avLst/>
                <a:gdLst/>
                <a:ahLst/>
                <a:cxnLst/>
                <a:rect l="l" t="t" r="r" b="b"/>
                <a:pathLst>
                  <a:path w="9579" h="981" extrusionOk="0">
                    <a:moveTo>
                      <a:pt x="9426" y="106"/>
                    </a:moveTo>
                    <a:lnTo>
                      <a:pt x="9269" y="870"/>
                    </a:lnTo>
                    <a:lnTo>
                      <a:pt x="131" y="870"/>
                    </a:lnTo>
                    <a:lnTo>
                      <a:pt x="325" y="106"/>
                    </a:lnTo>
                    <a:close/>
                    <a:moveTo>
                      <a:pt x="236" y="1"/>
                    </a:moveTo>
                    <a:lnTo>
                      <a:pt x="215" y="43"/>
                    </a:lnTo>
                    <a:lnTo>
                      <a:pt x="0" y="980"/>
                    </a:lnTo>
                    <a:lnTo>
                      <a:pt x="9358" y="980"/>
                    </a:lnTo>
                    <a:lnTo>
                      <a:pt x="9578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Google Shape;616;p33"/>
              <p:cNvSpPr/>
              <p:nvPr/>
            </p:nvSpPr>
            <p:spPr>
              <a:xfrm>
                <a:off x="1446228" y="3051750"/>
                <a:ext cx="1568654" cy="74094"/>
              </a:xfrm>
              <a:custGeom>
                <a:avLst/>
                <a:gdLst/>
                <a:ahLst/>
                <a:cxnLst/>
                <a:rect l="l" t="t" r="r" b="b"/>
                <a:pathLst>
                  <a:path w="18419" h="870" extrusionOk="0">
                    <a:moveTo>
                      <a:pt x="220" y="0"/>
                    </a:moveTo>
                    <a:lnTo>
                      <a:pt x="0" y="869"/>
                    </a:lnTo>
                    <a:lnTo>
                      <a:pt x="18266" y="869"/>
                    </a:lnTo>
                    <a:lnTo>
                      <a:pt x="1841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Google Shape;617;p33"/>
              <p:cNvSpPr/>
              <p:nvPr/>
            </p:nvSpPr>
            <p:spPr>
              <a:xfrm>
                <a:off x="1440863" y="3045959"/>
                <a:ext cx="1579811" cy="85676"/>
              </a:xfrm>
              <a:custGeom>
                <a:avLst/>
                <a:gdLst/>
                <a:ahLst/>
                <a:cxnLst/>
                <a:rect l="l" t="t" r="r" b="b"/>
                <a:pathLst>
                  <a:path w="18550" h="1006" extrusionOk="0">
                    <a:moveTo>
                      <a:pt x="18418" y="110"/>
                    </a:moveTo>
                    <a:lnTo>
                      <a:pt x="18287" y="896"/>
                    </a:lnTo>
                    <a:lnTo>
                      <a:pt x="152" y="896"/>
                    </a:lnTo>
                    <a:lnTo>
                      <a:pt x="325" y="110"/>
                    </a:lnTo>
                    <a:close/>
                    <a:moveTo>
                      <a:pt x="241" y="0"/>
                    </a:moveTo>
                    <a:lnTo>
                      <a:pt x="241" y="47"/>
                    </a:lnTo>
                    <a:lnTo>
                      <a:pt x="0" y="1005"/>
                    </a:lnTo>
                    <a:lnTo>
                      <a:pt x="18371" y="1005"/>
                    </a:lnTo>
                    <a:lnTo>
                      <a:pt x="18549" y="0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Google Shape;618;p33"/>
              <p:cNvSpPr/>
              <p:nvPr/>
            </p:nvSpPr>
            <p:spPr>
              <a:xfrm>
                <a:off x="1416762" y="3172596"/>
                <a:ext cx="1577596" cy="75882"/>
              </a:xfrm>
              <a:custGeom>
                <a:avLst/>
                <a:gdLst/>
                <a:ahLst/>
                <a:cxnLst/>
                <a:rect l="l" t="t" r="r" b="b"/>
                <a:pathLst>
                  <a:path w="18524" h="891" extrusionOk="0">
                    <a:moveTo>
                      <a:pt x="215" y="0"/>
                    </a:moveTo>
                    <a:lnTo>
                      <a:pt x="0" y="891"/>
                    </a:lnTo>
                    <a:lnTo>
                      <a:pt x="18350" y="891"/>
                    </a:lnTo>
                    <a:lnTo>
                      <a:pt x="1852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Google Shape;619;p33"/>
              <p:cNvSpPr/>
              <p:nvPr/>
            </p:nvSpPr>
            <p:spPr>
              <a:xfrm>
                <a:off x="1410971" y="3166805"/>
                <a:ext cx="1589179" cy="87464"/>
              </a:xfrm>
              <a:custGeom>
                <a:avLst/>
                <a:gdLst/>
                <a:ahLst/>
                <a:cxnLst/>
                <a:rect l="l" t="t" r="r" b="b"/>
                <a:pathLst>
                  <a:path w="18660" h="1027" extrusionOk="0">
                    <a:moveTo>
                      <a:pt x="18528" y="131"/>
                    </a:moveTo>
                    <a:lnTo>
                      <a:pt x="18377" y="896"/>
                    </a:lnTo>
                    <a:lnTo>
                      <a:pt x="152" y="896"/>
                    </a:lnTo>
                    <a:lnTo>
                      <a:pt x="330" y="131"/>
                    </a:lnTo>
                    <a:close/>
                    <a:moveTo>
                      <a:pt x="241" y="0"/>
                    </a:moveTo>
                    <a:lnTo>
                      <a:pt x="241" y="42"/>
                    </a:lnTo>
                    <a:lnTo>
                      <a:pt x="0" y="1027"/>
                    </a:lnTo>
                    <a:lnTo>
                      <a:pt x="18481" y="1027"/>
                    </a:lnTo>
                    <a:lnTo>
                      <a:pt x="18659" y="0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Google Shape;620;p33"/>
              <p:cNvSpPr/>
              <p:nvPr/>
            </p:nvSpPr>
            <p:spPr>
              <a:xfrm>
                <a:off x="1386870" y="3295231"/>
                <a:ext cx="1585176" cy="75882"/>
              </a:xfrm>
              <a:custGeom>
                <a:avLst/>
                <a:gdLst/>
                <a:ahLst/>
                <a:cxnLst/>
                <a:rect l="l" t="t" r="r" b="b"/>
                <a:pathLst>
                  <a:path w="18613" h="891" extrusionOk="0">
                    <a:moveTo>
                      <a:pt x="241" y="0"/>
                    </a:moveTo>
                    <a:lnTo>
                      <a:pt x="1" y="891"/>
                    </a:lnTo>
                    <a:lnTo>
                      <a:pt x="18461" y="891"/>
                    </a:lnTo>
                    <a:lnTo>
                      <a:pt x="1861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Google Shape;621;p33"/>
              <p:cNvSpPr/>
              <p:nvPr/>
            </p:nvSpPr>
            <p:spPr>
              <a:xfrm>
                <a:off x="1381504" y="3289440"/>
                <a:ext cx="1596333" cy="87464"/>
              </a:xfrm>
              <a:custGeom>
                <a:avLst/>
                <a:gdLst/>
                <a:ahLst/>
                <a:cxnLst/>
                <a:rect l="l" t="t" r="r" b="b"/>
                <a:pathLst>
                  <a:path w="18744" h="1027" extrusionOk="0">
                    <a:moveTo>
                      <a:pt x="18613" y="110"/>
                    </a:moveTo>
                    <a:lnTo>
                      <a:pt x="18482" y="896"/>
                    </a:lnTo>
                    <a:lnTo>
                      <a:pt x="153" y="896"/>
                    </a:lnTo>
                    <a:lnTo>
                      <a:pt x="346" y="110"/>
                    </a:lnTo>
                    <a:close/>
                    <a:moveTo>
                      <a:pt x="236" y="0"/>
                    </a:moveTo>
                    <a:lnTo>
                      <a:pt x="236" y="42"/>
                    </a:lnTo>
                    <a:lnTo>
                      <a:pt x="1" y="1027"/>
                    </a:lnTo>
                    <a:lnTo>
                      <a:pt x="18565" y="1027"/>
                    </a:lnTo>
                    <a:lnTo>
                      <a:pt x="18744" y="0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Google Shape;622;p33"/>
              <p:cNvSpPr/>
              <p:nvPr/>
            </p:nvSpPr>
            <p:spPr>
              <a:xfrm>
                <a:off x="1593390" y="1951443"/>
                <a:ext cx="53569" cy="196135"/>
              </a:xfrm>
              <a:custGeom>
                <a:avLst/>
                <a:gdLst/>
                <a:ahLst/>
                <a:cxnLst/>
                <a:rect l="l" t="t" r="r" b="b"/>
                <a:pathLst>
                  <a:path w="629" h="2303" extrusionOk="0">
                    <a:moveTo>
                      <a:pt x="566" y="1"/>
                    </a:moveTo>
                    <a:cubicBezTo>
                      <a:pt x="545" y="1"/>
                      <a:pt x="498" y="22"/>
                      <a:pt x="498" y="43"/>
                    </a:cubicBezTo>
                    <a:lnTo>
                      <a:pt x="0" y="2226"/>
                    </a:lnTo>
                    <a:cubicBezTo>
                      <a:pt x="0" y="2268"/>
                      <a:pt x="0" y="2294"/>
                      <a:pt x="42" y="2294"/>
                    </a:cubicBezTo>
                    <a:cubicBezTo>
                      <a:pt x="48" y="2300"/>
                      <a:pt x="55" y="2302"/>
                      <a:pt x="62" y="2302"/>
                    </a:cubicBezTo>
                    <a:cubicBezTo>
                      <a:pt x="82" y="2302"/>
                      <a:pt x="105" y="2282"/>
                      <a:pt x="105" y="2247"/>
                    </a:cubicBezTo>
                    <a:lnTo>
                      <a:pt x="608" y="69"/>
                    </a:lnTo>
                    <a:cubicBezTo>
                      <a:pt x="629" y="43"/>
                      <a:pt x="608" y="1"/>
                      <a:pt x="566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Google Shape;623;p33"/>
              <p:cNvSpPr/>
              <p:nvPr/>
            </p:nvSpPr>
            <p:spPr>
              <a:xfrm>
                <a:off x="1972306" y="1752431"/>
                <a:ext cx="492453" cy="652573"/>
              </a:xfrm>
              <a:custGeom>
                <a:avLst/>
                <a:gdLst/>
                <a:ahLst/>
                <a:cxnLst/>
                <a:rect l="l" t="t" r="r" b="b"/>
                <a:pathLst>
                  <a:path w="5782" h="7662" extrusionOk="0">
                    <a:moveTo>
                      <a:pt x="5520" y="0"/>
                    </a:moveTo>
                    <a:cubicBezTo>
                      <a:pt x="5321" y="0"/>
                      <a:pt x="5059" y="351"/>
                      <a:pt x="4451" y="896"/>
                    </a:cubicBezTo>
                    <a:cubicBezTo>
                      <a:pt x="4142" y="1179"/>
                      <a:pt x="3839" y="1509"/>
                      <a:pt x="3598" y="1791"/>
                    </a:cubicBezTo>
                    <a:cubicBezTo>
                      <a:pt x="3619" y="1749"/>
                      <a:pt x="3645" y="1702"/>
                      <a:pt x="3645" y="1640"/>
                    </a:cubicBezTo>
                    <a:cubicBezTo>
                      <a:pt x="3661" y="1422"/>
                      <a:pt x="3497" y="1266"/>
                      <a:pt x="3361" y="1266"/>
                    </a:cubicBezTo>
                    <a:cubicBezTo>
                      <a:pt x="3320" y="1266"/>
                      <a:pt x="3282" y="1280"/>
                      <a:pt x="3252" y="1310"/>
                    </a:cubicBezTo>
                    <a:cubicBezTo>
                      <a:pt x="3121" y="1440"/>
                      <a:pt x="2901" y="1619"/>
                      <a:pt x="2529" y="1833"/>
                    </a:cubicBezTo>
                    <a:cubicBezTo>
                      <a:pt x="2137" y="2032"/>
                      <a:pt x="1985" y="2357"/>
                      <a:pt x="1812" y="2729"/>
                    </a:cubicBezTo>
                    <a:cubicBezTo>
                      <a:pt x="1655" y="3101"/>
                      <a:pt x="1634" y="3321"/>
                      <a:pt x="1482" y="3645"/>
                    </a:cubicBezTo>
                    <a:cubicBezTo>
                      <a:pt x="1288" y="3886"/>
                      <a:pt x="848" y="4389"/>
                      <a:pt x="608" y="4583"/>
                    </a:cubicBezTo>
                    <a:cubicBezTo>
                      <a:pt x="262" y="4824"/>
                      <a:pt x="0" y="4735"/>
                      <a:pt x="283" y="5436"/>
                    </a:cubicBezTo>
                    <a:cubicBezTo>
                      <a:pt x="566" y="6133"/>
                      <a:pt x="869" y="6656"/>
                      <a:pt x="1393" y="7117"/>
                    </a:cubicBezTo>
                    <a:cubicBezTo>
                      <a:pt x="1896" y="7552"/>
                      <a:pt x="2509" y="7662"/>
                      <a:pt x="2509" y="7662"/>
                    </a:cubicBezTo>
                    <a:cubicBezTo>
                      <a:pt x="2509" y="7662"/>
                      <a:pt x="3053" y="7222"/>
                      <a:pt x="3446" y="6855"/>
                    </a:cubicBezTo>
                    <a:cubicBezTo>
                      <a:pt x="3708" y="6615"/>
                      <a:pt x="3949" y="6264"/>
                      <a:pt x="4080" y="6070"/>
                    </a:cubicBezTo>
                    <a:cubicBezTo>
                      <a:pt x="4320" y="6002"/>
                      <a:pt x="4603" y="5850"/>
                      <a:pt x="4907" y="5588"/>
                    </a:cubicBezTo>
                    <a:cubicBezTo>
                      <a:pt x="5389" y="5195"/>
                      <a:pt x="5520" y="4892"/>
                      <a:pt x="5347" y="4389"/>
                    </a:cubicBezTo>
                    <a:cubicBezTo>
                      <a:pt x="5190" y="3865"/>
                      <a:pt x="4645" y="3163"/>
                      <a:pt x="4514" y="2949"/>
                    </a:cubicBezTo>
                    <a:cubicBezTo>
                      <a:pt x="4383" y="2729"/>
                      <a:pt x="4755" y="2378"/>
                      <a:pt x="4907" y="2184"/>
                    </a:cubicBezTo>
                    <a:cubicBezTo>
                      <a:pt x="5085" y="2011"/>
                      <a:pt x="5562" y="1268"/>
                      <a:pt x="5672" y="854"/>
                    </a:cubicBezTo>
                    <a:cubicBezTo>
                      <a:pt x="5782" y="414"/>
                      <a:pt x="5761" y="131"/>
                      <a:pt x="5583" y="21"/>
                    </a:cubicBezTo>
                    <a:cubicBezTo>
                      <a:pt x="5562" y="21"/>
                      <a:pt x="5541" y="0"/>
                      <a:pt x="5520" y="0"/>
                    </a:cubicBezTo>
                    <a:close/>
                  </a:path>
                </a:pathLst>
              </a:custGeom>
              <a:solidFill>
                <a:srgbClr val="FFEBD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Google Shape;624;p33"/>
              <p:cNvSpPr/>
              <p:nvPr/>
            </p:nvSpPr>
            <p:spPr>
              <a:xfrm>
                <a:off x="2271504" y="1748854"/>
                <a:ext cx="195039" cy="527713"/>
              </a:xfrm>
              <a:custGeom>
                <a:avLst/>
                <a:gdLst/>
                <a:ahLst/>
                <a:cxnLst/>
                <a:rect l="l" t="t" r="r" b="b"/>
                <a:pathLst>
                  <a:path w="2290" h="6196" extrusionOk="0">
                    <a:moveTo>
                      <a:pt x="2007" y="0"/>
                    </a:moveTo>
                    <a:cubicBezTo>
                      <a:pt x="1965" y="0"/>
                      <a:pt x="1918" y="0"/>
                      <a:pt x="1897" y="21"/>
                    </a:cubicBezTo>
                    <a:cubicBezTo>
                      <a:pt x="1808" y="42"/>
                      <a:pt x="1745" y="110"/>
                      <a:pt x="1656" y="173"/>
                    </a:cubicBezTo>
                    <a:cubicBezTo>
                      <a:pt x="1483" y="351"/>
                      <a:pt x="1242" y="587"/>
                      <a:pt x="891" y="917"/>
                    </a:cubicBezTo>
                    <a:cubicBezTo>
                      <a:pt x="608" y="1158"/>
                      <a:pt x="347" y="1462"/>
                      <a:pt x="132" y="1723"/>
                    </a:cubicBezTo>
                    <a:cubicBezTo>
                      <a:pt x="132" y="1723"/>
                      <a:pt x="85" y="1854"/>
                      <a:pt x="1" y="2053"/>
                    </a:cubicBezTo>
                    <a:cubicBezTo>
                      <a:pt x="237" y="1744"/>
                      <a:pt x="608" y="1331"/>
                      <a:pt x="980" y="980"/>
                    </a:cubicBezTo>
                    <a:cubicBezTo>
                      <a:pt x="1331" y="676"/>
                      <a:pt x="1572" y="414"/>
                      <a:pt x="1724" y="262"/>
                    </a:cubicBezTo>
                    <a:cubicBezTo>
                      <a:pt x="1808" y="194"/>
                      <a:pt x="1876" y="152"/>
                      <a:pt x="1939" y="131"/>
                    </a:cubicBezTo>
                    <a:cubicBezTo>
                      <a:pt x="1986" y="110"/>
                      <a:pt x="2007" y="110"/>
                      <a:pt x="2028" y="110"/>
                    </a:cubicBezTo>
                    <a:cubicBezTo>
                      <a:pt x="2117" y="173"/>
                      <a:pt x="2159" y="241"/>
                      <a:pt x="2159" y="372"/>
                    </a:cubicBezTo>
                    <a:cubicBezTo>
                      <a:pt x="2180" y="503"/>
                      <a:pt x="2159" y="676"/>
                      <a:pt x="2096" y="875"/>
                    </a:cubicBezTo>
                    <a:cubicBezTo>
                      <a:pt x="1986" y="1289"/>
                      <a:pt x="1504" y="2027"/>
                      <a:pt x="1352" y="2205"/>
                    </a:cubicBezTo>
                    <a:cubicBezTo>
                      <a:pt x="1284" y="2289"/>
                      <a:pt x="1132" y="2420"/>
                      <a:pt x="1048" y="2577"/>
                    </a:cubicBezTo>
                    <a:cubicBezTo>
                      <a:pt x="1001" y="2640"/>
                      <a:pt x="959" y="2729"/>
                      <a:pt x="938" y="2792"/>
                    </a:cubicBezTo>
                    <a:cubicBezTo>
                      <a:pt x="917" y="2881"/>
                      <a:pt x="917" y="2944"/>
                      <a:pt x="959" y="3033"/>
                    </a:cubicBezTo>
                    <a:cubicBezTo>
                      <a:pt x="1022" y="3143"/>
                      <a:pt x="1200" y="3363"/>
                      <a:pt x="1352" y="3624"/>
                    </a:cubicBezTo>
                    <a:cubicBezTo>
                      <a:pt x="1525" y="3907"/>
                      <a:pt x="1703" y="4190"/>
                      <a:pt x="1787" y="4452"/>
                    </a:cubicBezTo>
                    <a:cubicBezTo>
                      <a:pt x="1855" y="4693"/>
                      <a:pt x="1876" y="4886"/>
                      <a:pt x="1808" y="5065"/>
                    </a:cubicBezTo>
                    <a:cubicBezTo>
                      <a:pt x="1745" y="5237"/>
                      <a:pt x="1593" y="5389"/>
                      <a:pt x="1352" y="5588"/>
                    </a:cubicBezTo>
                    <a:cubicBezTo>
                      <a:pt x="1069" y="5824"/>
                      <a:pt x="787" y="6002"/>
                      <a:pt x="546" y="6065"/>
                    </a:cubicBezTo>
                    <a:lnTo>
                      <a:pt x="546" y="6086"/>
                    </a:lnTo>
                    <a:lnTo>
                      <a:pt x="478" y="6196"/>
                    </a:lnTo>
                    <a:cubicBezTo>
                      <a:pt x="760" y="6133"/>
                      <a:pt x="1090" y="5955"/>
                      <a:pt x="1441" y="5672"/>
                    </a:cubicBezTo>
                    <a:cubicBezTo>
                      <a:pt x="1677" y="5478"/>
                      <a:pt x="1834" y="5300"/>
                      <a:pt x="1897" y="5085"/>
                    </a:cubicBezTo>
                    <a:cubicBezTo>
                      <a:pt x="1986" y="4886"/>
                      <a:pt x="1986" y="4672"/>
                      <a:pt x="1897" y="4410"/>
                    </a:cubicBezTo>
                    <a:cubicBezTo>
                      <a:pt x="1808" y="4148"/>
                      <a:pt x="1635" y="3839"/>
                      <a:pt x="1462" y="3577"/>
                    </a:cubicBezTo>
                    <a:cubicBezTo>
                      <a:pt x="1284" y="3294"/>
                      <a:pt x="1111" y="3075"/>
                      <a:pt x="1048" y="2970"/>
                    </a:cubicBezTo>
                    <a:cubicBezTo>
                      <a:pt x="1022" y="2923"/>
                      <a:pt x="1022" y="2881"/>
                      <a:pt x="1048" y="2813"/>
                    </a:cubicBezTo>
                    <a:cubicBezTo>
                      <a:pt x="1048" y="2771"/>
                      <a:pt x="1090" y="2708"/>
                      <a:pt x="1132" y="2640"/>
                    </a:cubicBezTo>
                    <a:cubicBezTo>
                      <a:pt x="1221" y="2509"/>
                      <a:pt x="1352" y="2357"/>
                      <a:pt x="1441" y="2268"/>
                    </a:cubicBezTo>
                    <a:cubicBezTo>
                      <a:pt x="1614" y="2074"/>
                      <a:pt x="2096" y="1352"/>
                      <a:pt x="2200" y="917"/>
                    </a:cubicBezTo>
                    <a:cubicBezTo>
                      <a:pt x="2269" y="697"/>
                      <a:pt x="2290" y="503"/>
                      <a:pt x="2269" y="351"/>
                    </a:cubicBezTo>
                    <a:cubicBezTo>
                      <a:pt x="2269" y="220"/>
                      <a:pt x="2200" y="89"/>
                      <a:pt x="2096" y="21"/>
                    </a:cubicBezTo>
                    <a:cubicBezTo>
                      <a:pt x="2070" y="0"/>
                      <a:pt x="2028" y="0"/>
                      <a:pt x="2007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Google Shape;625;p33"/>
              <p:cNvSpPr/>
              <p:nvPr/>
            </p:nvSpPr>
            <p:spPr>
              <a:xfrm>
                <a:off x="1981674" y="2044134"/>
                <a:ext cx="349282" cy="366231"/>
              </a:xfrm>
              <a:custGeom>
                <a:avLst/>
                <a:gdLst/>
                <a:ahLst/>
                <a:cxnLst/>
                <a:rect l="l" t="t" r="r" b="b"/>
                <a:pathLst>
                  <a:path w="4101" h="4300" extrusionOk="0">
                    <a:moveTo>
                      <a:pt x="1482" y="0"/>
                    </a:moveTo>
                    <a:lnTo>
                      <a:pt x="1440" y="47"/>
                    </a:lnTo>
                    <a:cubicBezTo>
                      <a:pt x="1440" y="47"/>
                      <a:pt x="1283" y="241"/>
                      <a:pt x="1068" y="482"/>
                    </a:cubicBezTo>
                    <a:cubicBezTo>
                      <a:pt x="869" y="723"/>
                      <a:pt x="607" y="985"/>
                      <a:pt x="456" y="1095"/>
                    </a:cubicBezTo>
                    <a:cubicBezTo>
                      <a:pt x="304" y="1226"/>
                      <a:pt x="152" y="1247"/>
                      <a:pt x="63" y="1378"/>
                    </a:cubicBezTo>
                    <a:cubicBezTo>
                      <a:pt x="21" y="1440"/>
                      <a:pt x="0" y="1509"/>
                      <a:pt x="0" y="1618"/>
                    </a:cubicBezTo>
                    <a:cubicBezTo>
                      <a:pt x="21" y="1728"/>
                      <a:pt x="42" y="1859"/>
                      <a:pt x="131" y="2032"/>
                    </a:cubicBezTo>
                    <a:cubicBezTo>
                      <a:pt x="414" y="2729"/>
                      <a:pt x="717" y="3273"/>
                      <a:pt x="1241" y="3734"/>
                    </a:cubicBezTo>
                    <a:cubicBezTo>
                      <a:pt x="1765" y="4190"/>
                      <a:pt x="2399" y="4300"/>
                      <a:pt x="2399" y="4300"/>
                    </a:cubicBezTo>
                    <a:lnTo>
                      <a:pt x="2419" y="4300"/>
                    </a:lnTo>
                    <a:lnTo>
                      <a:pt x="2440" y="4279"/>
                    </a:lnTo>
                    <a:cubicBezTo>
                      <a:pt x="2440" y="4279"/>
                      <a:pt x="2964" y="3844"/>
                      <a:pt x="3357" y="3472"/>
                    </a:cubicBezTo>
                    <a:cubicBezTo>
                      <a:pt x="3771" y="3101"/>
                      <a:pt x="4101" y="2556"/>
                      <a:pt x="4101" y="2556"/>
                    </a:cubicBezTo>
                    <a:lnTo>
                      <a:pt x="4101" y="2535"/>
                    </a:lnTo>
                    <a:lnTo>
                      <a:pt x="3928" y="2598"/>
                    </a:lnTo>
                    <a:cubicBezTo>
                      <a:pt x="3839" y="2729"/>
                      <a:pt x="3598" y="3121"/>
                      <a:pt x="3294" y="3383"/>
                    </a:cubicBezTo>
                    <a:cubicBezTo>
                      <a:pt x="2922" y="3734"/>
                      <a:pt x="2399" y="4148"/>
                      <a:pt x="2378" y="4169"/>
                    </a:cubicBezTo>
                    <a:cubicBezTo>
                      <a:pt x="2357" y="4169"/>
                      <a:pt x="1807" y="4059"/>
                      <a:pt x="1330" y="3645"/>
                    </a:cubicBezTo>
                    <a:cubicBezTo>
                      <a:pt x="827" y="3190"/>
                      <a:pt x="498" y="2666"/>
                      <a:pt x="236" y="1990"/>
                    </a:cubicBezTo>
                    <a:cubicBezTo>
                      <a:pt x="152" y="1812"/>
                      <a:pt x="131" y="1681"/>
                      <a:pt x="105" y="1598"/>
                    </a:cubicBezTo>
                    <a:cubicBezTo>
                      <a:pt x="105" y="1509"/>
                      <a:pt x="131" y="1467"/>
                      <a:pt x="152" y="1440"/>
                    </a:cubicBezTo>
                    <a:cubicBezTo>
                      <a:pt x="194" y="1378"/>
                      <a:pt x="346" y="1336"/>
                      <a:pt x="524" y="1205"/>
                    </a:cubicBezTo>
                    <a:cubicBezTo>
                      <a:pt x="697" y="1074"/>
                      <a:pt x="958" y="812"/>
                      <a:pt x="1152" y="571"/>
                    </a:cubicBezTo>
                    <a:cubicBezTo>
                      <a:pt x="1241" y="461"/>
                      <a:pt x="1309" y="393"/>
                      <a:pt x="1351" y="330"/>
                    </a:cubicBezTo>
                    <a:lnTo>
                      <a:pt x="1393" y="262"/>
                    </a:lnTo>
                    <a:cubicBezTo>
                      <a:pt x="1440" y="220"/>
                      <a:pt x="1482" y="178"/>
                      <a:pt x="1482" y="157"/>
                    </a:cubicBezTo>
                    <a:lnTo>
                      <a:pt x="1503" y="26"/>
                    </a:lnTo>
                    <a:lnTo>
                      <a:pt x="1482" y="0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Google Shape;626;p33"/>
              <p:cNvSpPr/>
              <p:nvPr/>
            </p:nvSpPr>
            <p:spPr>
              <a:xfrm>
                <a:off x="1533345" y="2170780"/>
                <a:ext cx="617397" cy="401236"/>
              </a:xfrm>
              <a:custGeom>
                <a:avLst/>
                <a:gdLst/>
                <a:ahLst/>
                <a:cxnLst/>
                <a:rect l="l" t="t" r="r" b="b"/>
                <a:pathLst>
                  <a:path w="7249" h="4711" extrusionOk="0">
                    <a:moveTo>
                      <a:pt x="5395" y="1"/>
                    </a:moveTo>
                    <a:cubicBezTo>
                      <a:pt x="5395" y="1"/>
                      <a:pt x="5086" y="372"/>
                      <a:pt x="3798" y="739"/>
                    </a:cubicBezTo>
                    <a:cubicBezTo>
                      <a:pt x="2536" y="1111"/>
                      <a:pt x="917" y="1111"/>
                      <a:pt x="917" y="1111"/>
                    </a:cubicBezTo>
                    <a:cubicBezTo>
                      <a:pt x="917" y="1111"/>
                      <a:pt x="1" y="1703"/>
                      <a:pt x="111" y="3054"/>
                    </a:cubicBezTo>
                    <a:cubicBezTo>
                      <a:pt x="200" y="4384"/>
                      <a:pt x="1158" y="4646"/>
                      <a:pt x="1467" y="4693"/>
                    </a:cubicBezTo>
                    <a:cubicBezTo>
                      <a:pt x="1539" y="4703"/>
                      <a:pt x="1695" y="4710"/>
                      <a:pt x="1909" y="4710"/>
                    </a:cubicBezTo>
                    <a:cubicBezTo>
                      <a:pt x="2600" y="4710"/>
                      <a:pt x="3903" y="4632"/>
                      <a:pt x="5002" y="4300"/>
                    </a:cubicBezTo>
                    <a:cubicBezTo>
                      <a:pt x="6416" y="3860"/>
                      <a:pt x="7249" y="3143"/>
                      <a:pt x="7249" y="3143"/>
                    </a:cubicBezTo>
                    <a:lnTo>
                      <a:pt x="539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Google Shape;627;p33"/>
              <p:cNvSpPr/>
              <p:nvPr/>
            </p:nvSpPr>
            <p:spPr>
              <a:xfrm>
                <a:off x="1529853" y="2163200"/>
                <a:ext cx="628044" cy="413841"/>
              </a:xfrm>
              <a:custGeom>
                <a:avLst/>
                <a:gdLst/>
                <a:ahLst/>
                <a:cxnLst/>
                <a:rect l="l" t="t" r="r" b="b"/>
                <a:pathLst>
                  <a:path w="7374" h="4859" extrusionOk="0">
                    <a:moveTo>
                      <a:pt x="5410" y="173"/>
                    </a:moveTo>
                    <a:lnTo>
                      <a:pt x="7222" y="3211"/>
                    </a:lnTo>
                    <a:cubicBezTo>
                      <a:pt x="7180" y="3253"/>
                      <a:pt x="6394" y="3907"/>
                      <a:pt x="5017" y="4321"/>
                    </a:cubicBezTo>
                    <a:cubicBezTo>
                      <a:pt x="4320" y="4541"/>
                      <a:pt x="3514" y="4651"/>
                      <a:pt x="2859" y="4714"/>
                    </a:cubicBezTo>
                    <a:cubicBezTo>
                      <a:pt x="2464" y="4738"/>
                      <a:pt x="2120" y="4748"/>
                      <a:pt x="1877" y="4748"/>
                    </a:cubicBezTo>
                    <a:cubicBezTo>
                      <a:pt x="1705" y="4748"/>
                      <a:pt x="1583" y="4743"/>
                      <a:pt x="1529" y="4735"/>
                    </a:cubicBezTo>
                    <a:cubicBezTo>
                      <a:pt x="1377" y="4714"/>
                      <a:pt x="1068" y="4625"/>
                      <a:pt x="786" y="4410"/>
                    </a:cubicBezTo>
                    <a:cubicBezTo>
                      <a:pt x="503" y="4169"/>
                      <a:pt x="241" y="3797"/>
                      <a:pt x="199" y="3143"/>
                    </a:cubicBezTo>
                    <a:cubicBezTo>
                      <a:pt x="110" y="1833"/>
                      <a:pt x="958" y="1268"/>
                      <a:pt x="985" y="1247"/>
                    </a:cubicBezTo>
                    <a:cubicBezTo>
                      <a:pt x="1026" y="1247"/>
                      <a:pt x="2598" y="1247"/>
                      <a:pt x="3865" y="875"/>
                    </a:cubicBezTo>
                    <a:cubicBezTo>
                      <a:pt x="4493" y="697"/>
                      <a:pt x="4912" y="503"/>
                      <a:pt x="5148" y="372"/>
                    </a:cubicBezTo>
                    <a:cubicBezTo>
                      <a:pt x="5347" y="262"/>
                      <a:pt x="5389" y="200"/>
                      <a:pt x="5410" y="173"/>
                    </a:cubicBezTo>
                    <a:close/>
                    <a:moveTo>
                      <a:pt x="5436" y="1"/>
                    </a:moveTo>
                    <a:lnTo>
                      <a:pt x="5389" y="69"/>
                    </a:lnTo>
                    <a:cubicBezTo>
                      <a:pt x="5389" y="69"/>
                      <a:pt x="5326" y="131"/>
                      <a:pt x="5085" y="283"/>
                    </a:cubicBezTo>
                    <a:cubicBezTo>
                      <a:pt x="4865" y="414"/>
                      <a:pt x="4472" y="592"/>
                      <a:pt x="3839" y="765"/>
                    </a:cubicBezTo>
                    <a:cubicBezTo>
                      <a:pt x="2577" y="1137"/>
                      <a:pt x="958" y="1137"/>
                      <a:pt x="958" y="1137"/>
                    </a:cubicBezTo>
                    <a:lnTo>
                      <a:pt x="937" y="1137"/>
                    </a:lnTo>
                    <a:lnTo>
                      <a:pt x="937" y="1158"/>
                    </a:lnTo>
                    <a:cubicBezTo>
                      <a:pt x="937" y="1158"/>
                      <a:pt x="0" y="1771"/>
                      <a:pt x="89" y="3143"/>
                    </a:cubicBezTo>
                    <a:cubicBezTo>
                      <a:pt x="131" y="3818"/>
                      <a:pt x="414" y="4258"/>
                      <a:pt x="723" y="4494"/>
                    </a:cubicBezTo>
                    <a:cubicBezTo>
                      <a:pt x="1006" y="4735"/>
                      <a:pt x="1351" y="4824"/>
                      <a:pt x="1508" y="4845"/>
                    </a:cubicBezTo>
                    <a:cubicBezTo>
                      <a:pt x="1580" y="4853"/>
                      <a:pt x="1708" y="4858"/>
                      <a:pt x="1882" y="4858"/>
                    </a:cubicBezTo>
                    <a:cubicBezTo>
                      <a:pt x="2127" y="4858"/>
                      <a:pt x="2464" y="4848"/>
                      <a:pt x="2859" y="4824"/>
                    </a:cubicBezTo>
                    <a:cubicBezTo>
                      <a:pt x="3535" y="4782"/>
                      <a:pt x="4341" y="4651"/>
                      <a:pt x="5064" y="4431"/>
                    </a:cubicBezTo>
                    <a:cubicBezTo>
                      <a:pt x="6504" y="3996"/>
                      <a:pt x="7332" y="3253"/>
                      <a:pt x="7332" y="3253"/>
                    </a:cubicBezTo>
                    <a:lnTo>
                      <a:pt x="7374" y="3232"/>
                    </a:lnTo>
                    <a:lnTo>
                      <a:pt x="5436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Google Shape;628;p33"/>
              <p:cNvSpPr/>
              <p:nvPr/>
            </p:nvSpPr>
            <p:spPr>
              <a:xfrm>
                <a:off x="1907151" y="2140374"/>
                <a:ext cx="308741" cy="349282"/>
              </a:xfrm>
              <a:custGeom>
                <a:avLst/>
                <a:gdLst/>
                <a:ahLst/>
                <a:cxnLst/>
                <a:rect l="l" t="t" r="r" b="b"/>
                <a:pathLst>
                  <a:path w="3625" h="4101" extrusionOk="0">
                    <a:moveTo>
                      <a:pt x="1294" y="0"/>
                    </a:moveTo>
                    <a:cubicBezTo>
                      <a:pt x="1119" y="0"/>
                      <a:pt x="821" y="288"/>
                      <a:pt x="503" y="399"/>
                    </a:cubicBezTo>
                    <a:cubicBezTo>
                      <a:pt x="131" y="530"/>
                      <a:pt x="0" y="965"/>
                      <a:pt x="220" y="1405"/>
                    </a:cubicBezTo>
                    <a:cubicBezTo>
                      <a:pt x="435" y="1819"/>
                      <a:pt x="1833" y="3845"/>
                      <a:pt x="2027" y="4002"/>
                    </a:cubicBezTo>
                    <a:cubicBezTo>
                      <a:pt x="2110" y="4063"/>
                      <a:pt x="2168" y="4101"/>
                      <a:pt x="2242" y="4101"/>
                    </a:cubicBezTo>
                    <a:cubicBezTo>
                      <a:pt x="2326" y="4101"/>
                      <a:pt x="2432" y="4052"/>
                      <a:pt x="2619" y="3934"/>
                    </a:cubicBezTo>
                    <a:cubicBezTo>
                      <a:pt x="2944" y="3714"/>
                      <a:pt x="3404" y="3322"/>
                      <a:pt x="3514" y="3170"/>
                    </a:cubicBezTo>
                    <a:cubicBezTo>
                      <a:pt x="3624" y="2997"/>
                      <a:pt x="3624" y="2866"/>
                      <a:pt x="3624" y="2866"/>
                    </a:cubicBezTo>
                    <a:lnTo>
                      <a:pt x="3624" y="2866"/>
                    </a:lnTo>
                    <a:cubicBezTo>
                      <a:pt x="3624" y="2866"/>
                      <a:pt x="3582" y="2941"/>
                      <a:pt x="3502" y="2941"/>
                    </a:cubicBezTo>
                    <a:cubicBezTo>
                      <a:pt x="3453" y="2941"/>
                      <a:pt x="3391" y="2913"/>
                      <a:pt x="3315" y="2824"/>
                    </a:cubicBezTo>
                    <a:cubicBezTo>
                      <a:pt x="3122" y="2604"/>
                      <a:pt x="1833" y="1054"/>
                      <a:pt x="1572" y="619"/>
                    </a:cubicBezTo>
                    <a:cubicBezTo>
                      <a:pt x="1331" y="206"/>
                      <a:pt x="1373" y="28"/>
                      <a:pt x="1373" y="28"/>
                    </a:cubicBezTo>
                    <a:cubicBezTo>
                      <a:pt x="1350" y="9"/>
                      <a:pt x="1324" y="0"/>
                      <a:pt x="129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Google Shape;629;p33"/>
              <p:cNvSpPr/>
              <p:nvPr/>
            </p:nvSpPr>
            <p:spPr>
              <a:xfrm>
                <a:off x="1908940" y="2136201"/>
                <a:ext cx="312318" cy="358055"/>
              </a:xfrm>
              <a:custGeom>
                <a:avLst/>
                <a:gdLst/>
                <a:ahLst/>
                <a:cxnLst/>
                <a:rect l="l" t="t" r="r" b="b"/>
                <a:pathLst>
                  <a:path w="3667" h="4204" extrusionOk="0">
                    <a:moveTo>
                      <a:pt x="1259" y="112"/>
                    </a:moveTo>
                    <a:cubicBezTo>
                      <a:pt x="1279" y="112"/>
                      <a:pt x="1289" y="124"/>
                      <a:pt x="1289" y="124"/>
                    </a:cubicBezTo>
                    <a:cubicBezTo>
                      <a:pt x="1310" y="145"/>
                      <a:pt x="1310" y="187"/>
                      <a:pt x="1310" y="229"/>
                    </a:cubicBezTo>
                    <a:cubicBezTo>
                      <a:pt x="1331" y="338"/>
                      <a:pt x="1399" y="490"/>
                      <a:pt x="1509" y="689"/>
                    </a:cubicBezTo>
                    <a:cubicBezTo>
                      <a:pt x="1640" y="930"/>
                      <a:pt x="2032" y="1407"/>
                      <a:pt x="2399" y="1889"/>
                    </a:cubicBezTo>
                    <a:cubicBezTo>
                      <a:pt x="2771" y="2349"/>
                      <a:pt x="3143" y="2805"/>
                      <a:pt x="3253" y="2915"/>
                    </a:cubicBezTo>
                    <a:cubicBezTo>
                      <a:pt x="3294" y="2978"/>
                      <a:pt x="3362" y="3025"/>
                      <a:pt x="3404" y="3025"/>
                    </a:cubicBezTo>
                    <a:cubicBezTo>
                      <a:pt x="3425" y="3036"/>
                      <a:pt x="3442" y="3041"/>
                      <a:pt x="3457" y="3041"/>
                    </a:cubicBezTo>
                    <a:cubicBezTo>
                      <a:pt x="3471" y="3041"/>
                      <a:pt x="3483" y="3036"/>
                      <a:pt x="3493" y="3025"/>
                    </a:cubicBezTo>
                    <a:lnTo>
                      <a:pt x="3493" y="3025"/>
                    </a:lnTo>
                    <a:cubicBezTo>
                      <a:pt x="3493" y="3088"/>
                      <a:pt x="3493" y="3109"/>
                      <a:pt x="3446" y="3177"/>
                    </a:cubicBezTo>
                    <a:cubicBezTo>
                      <a:pt x="3404" y="3240"/>
                      <a:pt x="3273" y="3397"/>
                      <a:pt x="3101" y="3528"/>
                    </a:cubicBezTo>
                    <a:cubicBezTo>
                      <a:pt x="2923" y="3680"/>
                      <a:pt x="2729" y="3811"/>
                      <a:pt x="2556" y="3921"/>
                    </a:cubicBezTo>
                    <a:cubicBezTo>
                      <a:pt x="2399" y="4025"/>
                      <a:pt x="2294" y="4093"/>
                      <a:pt x="2226" y="4093"/>
                    </a:cubicBezTo>
                    <a:cubicBezTo>
                      <a:pt x="2184" y="4093"/>
                      <a:pt x="2137" y="4072"/>
                      <a:pt x="2032" y="4004"/>
                    </a:cubicBezTo>
                    <a:cubicBezTo>
                      <a:pt x="2032" y="3983"/>
                      <a:pt x="1985" y="3941"/>
                      <a:pt x="1922" y="3873"/>
                    </a:cubicBezTo>
                    <a:cubicBezTo>
                      <a:pt x="1875" y="3811"/>
                      <a:pt x="1791" y="3701"/>
                      <a:pt x="1723" y="3591"/>
                    </a:cubicBezTo>
                    <a:cubicBezTo>
                      <a:pt x="1551" y="3397"/>
                      <a:pt x="1352" y="3109"/>
                      <a:pt x="1158" y="2826"/>
                    </a:cubicBezTo>
                    <a:cubicBezTo>
                      <a:pt x="765" y="2239"/>
                      <a:pt x="351" y="1627"/>
                      <a:pt x="241" y="1433"/>
                    </a:cubicBezTo>
                    <a:cubicBezTo>
                      <a:pt x="131" y="1213"/>
                      <a:pt x="131" y="1014"/>
                      <a:pt x="173" y="862"/>
                    </a:cubicBezTo>
                    <a:cubicBezTo>
                      <a:pt x="220" y="689"/>
                      <a:pt x="330" y="558"/>
                      <a:pt x="503" y="490"/>
                    </a:cubicBezTo>
                    <a:cubicBezTo>
                      <a:pt x="697" y="428"/>
                      <a:pt x="875" y="297"/>
                      <a:pt x="1027" y="208"/>
                    </a:cubicBezTo>
                    <a:cubicBezTo>
                      <a:pt x="1116" y="166"/>
                      <a:pt x="1179" y="124"/>
                      <a:pt x="1221" y="124"/>
                    </a:cubicBezTo>
                    <a:cubicBezTo>
                      <a:pt x="1236" y="115"/>
                      <a:pt x="1249" y="112"/>
                      <a:pt x="1259" y="112"/>
                    </a:cubicBezTo>
                    <a:close/>
                    <a:moveTo>
                      <a:pt x="1282" y="0"/>
                    </a:moveTo>
                    <a:cubicBezTo>
                      <a:pt x="1255" y="0"/>
                      <a:pt x="1228" y="5"/>
                      <a:pt x="1200" y="14"/>
                    </a:cubicBezTo>
                    <a:cubicBezTo>
                      <a:pt x="1116" y="35"/>
                      <a:pt x="1048" y="56"/>
                      <a:pt x="985" y="124"/>
                    </a:cubicBezTo>
                    <a:cubicBezTo>
                      <a:pt x="828" y="208"/>
                      <a:pt x="634" y="318"/>
                      <a:pt x="461" y="407"/>
                    </a:cubicBezTo>
                    <a:cubicBezTo>
                      <a:pt x="262" y="469"/>
                      <a:pt x="131" y="621"/>
                      <a:pt x="68" y="820"/>
                    </a:cubicBezTo>
                    <a:cubicBezTo>
                      <a:pt x="0" y="1014"/>
                      <a:pt x="21" y="1255"/>
                      <a:pt x="152" y="1475"/>
                    </a:cubicBezTo>
                    <a:cubicBezTo>
                      <a:pt x="262" y="1695"/>
                      <a:pt x="655" y="2302"/>
                      <a:pt x="1069" y="2873"/>
                    </a:cubicBezTo>
                    <a:cubicBezTo>
                      <a:pt x="1268" y="3177"/>
                      <a:pt x="1461" y="3460"/>
                      <a:pt x="1613" y="3680"/>
                    </a:cubicBezTo>
                    <a:cubicBezTo>
                      <a:pt x="1702" y="3790"/>
                      <a:pt x="1770" y="3873"/>
                      <a:pt x="1833" y="3941"/>
                    </a:cubicBezTo>
                    <a:cubicBezTo>
                      <a:pt x="1901" y="4004"/>
                      <a:pt x="1922" y="4051"/>
                      <a:pt x="1964" y="4093"/>
                    </a:cubicBezTo>
                    <a:cubicBezTo>
                      <a:pt x="2074" y="4156"/>
                      <a:pt x="2137" y="4203"/>
                      <a:pt x="2247" y="4203"/>
                    </a:cubicBezTo>
                    <a:cubicBezTo>
                      <a:pt x="2357" y="4203"/>
                      <a:pt x="2446" y="4135"/>
                      <a:pt x="2619" y="4025"/>
                    </a:cubicBezTo>
                    <a:cubicBezTo>
                      <a:pt x="2792" y="3921"/>
                      <a:pt x="2991" y="3763"/>
                      <a:pt x="3163" y="3612"/>
                    </a:cubicBezTo>
                    <a:cubicBezTo>
                      <a:pt x="3342" y="3460"/>
                      <a:pt x="3493" y="3329"/>
                      <a:pt x="3535" y="3240"/>
                    </a:cubicBezTo>
                    <a:cubicBezTo>
                      <a:pt x="3645" y="3088"/>
                      <a:pt x="3645" y="2957"/>
                      <a:pt x="3645" y="2936"/>
                    </a:cubicBezTo>
                    <a:lnTo>
                      <a:pt x="3666" y="2915"/>
                    </a:lnTo>
                    <a:lnTo>
                      <a:pt x="3556" y="2873"/>
                    </a:lnTo>
                    <a:cubicBezTo>
                      <a:pt x="3556" y="2873"/>
                      <a:pt x="3535" y="2915"/>
                      <a:pt x="3493" y="2936"/>
                    </a:cubicBezTo>
                    <a:lnTo>
                      <a:pt x="3446" y="2936"/>
                    </a:lnTo>
                    <a:cubicBezTo>
                      <a:pt x="3404" y="2915"/>
                      <a:pt x="3383" y="2894"/>
                      <a:pt x="3342" y="2847"/>
                    </a:cubicBezTo>
                    <a:cubicBezTo>
                      <a:pt x="3232" y="2716"/>
                      <a:pt x="2860" y="2281"/>
                      <a:pt x="2488" y="1800"/>
                    </a:cubicBezTo>
                    <a:cubicBezTo>
                      <a:pt x="2116" y="1344"/>
                      <a:pt x="1723" y="841"/>
                      <a:pt x="1613" y="647"/>
                    </a:cubicBezTo>
                    <a:cubicBezTo>
                      <a:pt x="1482" y="428"/>
                      <a:pt x="1441" y="297"/>
                      <a:pt x="1420" y="208"/>
                    </a:cubicBezTo>
                    <a:lnTo>
                      <a:pt x="1420" y="98"/>
                    </a:lnTo>
                    <a:lnTo>
                      <a:pt x="1420" y="56"/>
                    </a:lnTo>
                    <a:lnTo>
                      <a:pt x="1399" y="35"/>
                    </a:lnTo>
                    <a:cubicBezTo>
                      <a:pt x="1359" y="10"/>
                      <a:pt x="1321" y="0"/>
                      <a:pt x="1282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Google Shape;630;p33"/>
              <p:cNvSpPr/>
              <p:nvPr/>
            </p:nvSpPr>
            <p:spPr>
              <a:xfrm>
                <a:off x="2093160" y="1854548"/>
                <a:ext cx="194954" cy="286427"/>
              </a:xfrm>
              <a:custGeom>
                <a:avLst/>
                <a:gdLst/>
                <a:ahLst/>
                <a:cxnLst/>
                <a:rect l="l" t="t" r="r" b="b"/>
                <a:pathLst>
                  <a:path w="2289" h="3363" extrusionOk="0">
                    <a:moveTo>
                      <a:pt x="1938" y="1"/>
                    </a:moveTo>
                    <a:cubicBezTo>
                      <a:pt x="1896" y="1"/>
                      <a:pt x="1833" y="27"/>
                      <a:pt x="1786" y="69"/>
                    </a:cubicBezTo>
                    <a:cubicBezTo>
                      <a:pt x="1676" y="200"/>
                      <a:pt x="1461" y="372"/>
                      <a:pt x="1069" y="592"/>
                    </a:cubicBezTo>
                    <a:cubicBezTo>
                      <a:pt x="676" y="812"/>
                      <a:pt x="524" y="1137"/>
                      <a:pt x="346" y="1509"/>
                    </a:cubicBezTo>
                    <a:cubicBezTo>
                      <a:pt x="173" y="1902"/>
                      <a:pt x="152" y="2122"/>
                      <a:pt x="0" y="2467"/>
                    </a:cubicBezTo>
                    <a:lnTo>
                      <a:pt x="0" y="2488"/>
                    </a:lnTo>
                    <a:cubicBezTo>
                      <a:pt x="0" y="2488"/>
                      <a:pt x="0" y="2535"/>
                      <a:pt x="21" y="2577"/>
                    </a:cubicBezTo>
                    <a:lnTo>
                      <a:pt x="105" y="2467"/>
                    </a:lnTo>
                    <a:cubicBezTo>
                      <a:pt x="262" y="2142"/>
                      <a:pt x="283" y="1923"/>
                      <a:pt x="456" y="1551"/>
                    </a:cubicBezTo>
                    <a:cubicBezTo>
                      <a:pt x="608" y="1179"/>
                      <a:pt x="760" y="875"/>
                      <a:pt x="1131" y="681"/>
                    </a:cubicBezTo>
                    <a:cubicBezTo>
                      <a:pt x="1524" y="461"/>
                      <a:pt x="1744" y="289"/>
                      <a:pt x="1875" y="158"/>
                    </a:cubicBezTo>
                    <a:cubicBezTo>
                      <a:pt x="1890" y="139"/>
                      <a:pt x="1905" y="123"/>
                      <a:pt x="1929" y="123"/>
                    </a:cubicBezTo>
                    <a:cubicBezTo>
                      <a:pt x="1939" y="123"/>
                      <a:pt x="1951" y="126"/>
                      <a:pt x="1964" y="132"/>
                    </a:cubicBezTo>
                    <a:cubicBezTo>
                      <a:pt x="1985" y="132"/>
                      <a:pt x="2027" y="132"/>
                      <a:pt x="2048" y="158"/>
                    </a:cubicBezTo>
                    <a:cubicBezTo>
                      <a:pt x="2116" y="221"/>
                      <a:pt x="2179" y="310"/>
                      <a:pt x="2158" y="441"/>
                    </a:cubicBezTo>
                    <a:cubicBezTo>
                      <a:pt x="2158" y="571"/>
                      <a:pt x="2095" y="681"/>
                      <a:pt x="2027" y="812"/>
                    </a:cubicBezTo>
                    <a:cubicBezTo>
                      <a:pt x="1964" y="943"/>
                      <a:pt x="1875" y="1074"/>
                      <a:pt x="1833" y="1247"/>
                    </a:cubicBezTo>
                    <a:cubicBezTo>
                      <a:pt x="1744" y="1572"/>
                      <a:pt x="1786" y="1881"/>
                      <a:pt x="1702" y="2425"/>
                    </a:cubicBezTo>
                    <a:cubicBezTo>
                      <a:pt x="1655" y="2708"/>
                      <a:pt x="1634" y="2991"/>
                      <a:pt x="1524" y="3211"/>
                    </a:cubicBezTo>
                    <a:cubicBezTo>
                      <a:pt x="1503" y="3253"/>
                      <a:pt x="1482" y="3321"/>
                      <a:pt x="1440" y="3363"/>
                    </a:cubicBezTo>
                    <a:cubicBezTo>
                      <a:pt x="1545" y="3342"/>
                      <a:pt x="1634" y="3253"/>
                      <a:pt x="1634" y="3253"/>
                    </a:cubicBezTo>
                    <a:cubicBezTo>
                      <a:pt x="1744" y="3012"/>
                      <a:pt x="1786" y="2729"/>
                      <a:pt x="1833" y="2446"/>
                    </a:cubicBezTo>
                    <a:cubicBezTo>
                      <a:pt x="1917" y="1881"/>
                      <a:pt x="1854" y="1572"/>
                      <a:pt x="1938" y="1268"/>
                    </a:cubicBezTo>
                    <a:cubicBezTo>
                      <a:pt x="1985" y="1116"/>
                      <a:pt x="2048" y="985"/>
                      <a:pt x="2116" y="875"/>
                    </a:cubicBezTo>
                    <a:cubicBezTo>
                      <a:pt x="2200" y="744"/>
                      <a:pt x="2268" y="613"/>
                      <a:pt x="2268" y="441"/>
                    </a:cubicBezTo>
                    <a:cubicBezTo>
                      <a:pt x="2289" y="289"/>
                      <a:pt x="2226" y="158"/>
                      <a:pt x="2116" y="69"/>
                    </a:cubicBezTo>
                    <a:cubicBezTo>
                      <a:pt x="2069" y="48"/>
                      <a:pt x="2027" y="27"/>
                      <a:pt x="1964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Google Shape;631;p33"/>
              <p:cNvSpPr/>
              <p:nvPr/>
            </p:nvSpPr>
            <p:spPr>
              <a:xfrm>
                <a:off x="2421827" y="2018242"/>
                <a:ext cx="117449" cy="163782"/>
              </a:xfrm>
              <a:custGeom>
                <a:avLst/>
                <a:gdLst/>
                <a:ahLst/>
                <a:cxnLst/>
                <a:rect l="l" t="t" r="r" b="b"/>
                <a:pathLst>
                  <a:path w="1379" h="1923" extrusionOk="0">
                    <a:moveTo>
                      <a:pt x="938" y="1"/>
                    </a:moveTo>
                    <a:cubicBezTo>
                      <a:pt x="938" y="1"/>
                      <a:pt x="676" y="200"/>
                      <a:pt x="415" y="592"/>
                    </a:cubicBezTo>
                    <a:cubicBezTo>
                      <a:pt x="153" y="959"/>
                      <a:pt x="132" y="985"/>
                      <a:pt x="69" y="1310"/>
                    </a:cubicBezTo>
                    <a:cubicBezTo>
                      <a:pt x="1" y="1640"/>
                      <a:pt x="263" y="1922"/>
                      <a:pt x="483" y="1922"/>
                    </a:cubicBezTo>
                    <a:cubicBezTo>
                      <a:pt x="697" y="1922"/>
                      <a:pt x="1179" y="1158"/>
                      <a:pt x="1289" y="807"/>
                    </a:cubicBezTo>
                    <a:cubicBezTo>
                      <a:pt x="1378" y="461"/>
                      <a:pt x="1289" y="304"/>
                      <a:pt x="938" y="1"/>
                    </a:cubicBezTo>
                    <a:close/>
                  </a:path>
                </a:pathLst>
              </a:custGeom>
              <a:solidFill>
                <a:srgbClr val="FFEBD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" name="Google Shape;632;p33"/>
              <p:cNvSpPr/>
              <p:nvPr/>
            </p:nvSpPr>
            <p:spPr>
              <a:xfrm>
                <a:off x="2420038" y="2012877"/>
                <a:ext cx="121027" cy="172725"/>
              </a:xfrm>
              <a:custGeom>
                <a:avLst/>
                <a:gdLst/>
                <a:ahLst/>
                <a:cxnLst/>
                <a:rect l="l" t="t" r="r" b="b"/>
                <a:pathLst>
                  <a:path w="1421" h="2028" extrusionOk="0">
                    <a:moveTo>
                      <a:pt x="959" y="153"/>
                    </a:moveTo>
                    <a:cubicBezTo>
                      <a:pt x="1090" y="283"/>
                      <a:pt x="1200" y="393"/>
                      <a:pt x="1242" y="477"/>
                    </a:cubicBezTo>
                    <a:cubicBezTo>
                      <a:pt x="1289" y="587"/>
                      <a:pt x="1289" y="697"/>
                      <a:pt x="1242" y="870"/>
                    </a:cubicBezTo>
                    <a:cubicBezTo>
                      <a:pt x="1200" y="1022"/>
                      <a:pt x="1069" y="1310"/>
                      <a:pt x="917" y="1525"/>
                    </a:cubicBezTo>
                    <a:cubicBezTo>
                      <a:pt x="828" y="1635"/>
                      <a:pt x="745" y="1745"/>
                      <a:pt x="676" y="1807"/>
                    </a:cubicBezTo>
                    <a:cubicBezTo>
                      <a:pt x="587" y="1896"/>
                      <a:pt x="525" y="1917"/>
                      <a:pt x="504" y="1917"/>
                    </a:cubicBezTo>
                    <a:cubicBezTo>
                      <a:pt x="415" y="1917"/>
                      <a:pt x="305" y="1876"/>
                      <a:pt x="242" y="1766"/>
                    </a:cubicBezTo>
                    <a:cubicBezTo>
                      <a:pt x="153" y="1677"/>
                      <a:pt x="111" y="1546"/>
                      <a:pt x="153" y="1394"/>
                    </a:cubicBezTo>
                    <a:cubicBezTo>
                      <a:pt x="221" y="1069"/>
                      <a:pt x="221" y="1069"/>
                      <a:pt x="483" y="676"/>
                    </a:cubicBezTo>
                    <a:cubicBezTo>
                      <a:pt x="718" y="325"/>
                      <a:pt x="938" y="174"/>
                      <a:pt x="959" y="153"/>
                    </a:cubicBezTo>
                    <a:close/>
                    <a:moveTo>
                      <a:pt x="959" y="1"/>
                    </a:moveTo>
                    <a:lnTo>
                      <a:pt x="938" y="22"/>
                    </a:lnTo>
                    <a:cubicBezTo>
                      <a:pt x="938" y="22"/>
                      <a:pt x="655" y="215"/>
                      <a:pt x="394" y="608"/>
                    </a:cubicBezTo>
                    <a:cubicBezTo>
                      <a:pt x="132" y="1001"/>
                      <a:pt x="111" y="1048"/>
                      <a:pt x="22" y="1373"/>
                    </a:cubicBezTo>
                    <a:cubicBezTo>
                      <a:pt x="1" y="1546"/>
                      <a:pt x="43" y="1724"/>
                      <a:pt x="132" y="1834"/>
                    </a:cubicBezTo>
                    <a:cubicBezTo>
                      <a:pt x="242" y="1965"/>
                      <a:pt x="373" y="2027"/>
                      <a:pt x="504" y="2027"/>
                    </a:cubicBezTo>
                    <a:cubicBezTo>
                      <a:pt x="587" y="2027"/>
                      <a:pt x="676" y="1985"/>
                      <a:pt x="745" y="1896"/>
                    </a:cubicBezTo>
                    <a:cubicBezTo>
                      <a:pt x="828" y="1807"/>
                      <a:pt x="917" y="1703"/>
                      <a:pt x="1006" y="1593"/>
                    </a:cubicBezTo>
                    <a:cubicBezTo>
                      <a:pt x="1158" y="1352"/>
                      <a:pt x="1310" y="1090"/>
                      <a:pt x="1352" y="891"/>
                    </a:cubicBezTo>
                    <a:cubicBezTo>
                      <a:pt x="1399" y="718"/>
                      <a:pt x="1420" y="566"/>
                      <a:pt x="1352" y="435"/>
                    </a:cubicBezTo>
                    <a:cubicBezTo>
                      <a:pt x="1289" y="304"/>
                      <a:pt x="1179" y="174"/>
                      <a:pt x="1006" y="22"/>
                    </a:cubicBezTo>
                    <a:lnTo>
                      <a:pt x="959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" name="Google Shape;633;p33"/>
              <p:cNvSpPr/>
              <p:nvPr/>
            </p:nvSpPr>
            <p:spPr>
              <a:xfrm>
                <a:off x="2379072" y="1946019"/>
                <a:ext cx="130310" cy="182179"/>
              </a:xfrm>
              <a:custGeom>
                <a:avLst/>
                <a:gdLst/>
                <a:ahLst/>
                <a:cxnLst/>
                <a:rect l="l" t="t" r="r" b="b"/>
                <a:pathLst>
                  <a:path w="1530" h="2139" extrusionOk="0">
                    <a:moveTo>
                      <a:pt x="1047" y="0"/>
                    </a:moveTo>
                    <a:cubicBezTo>
                      <a:pt x="1047" y="0"/>
                      <a:pt x="613" y="608"/>
                      <a:pt x="440" y="938"/>
                    </a:cubicBezTo>
                    <a:cubicBezTo>
                      <a:pt x="262" y="1241"/>
                      <a:pt x="0" y="1461"/>
                      <a:pt x="262" y="1896"/>
                    </a:cubicBezTo>
                    <a:cubicBezTo>
                      <a:pt x="351" y="2067"/>
                      <a:pt x="458" y="2138"/>
                      <a:pt x="570" y="2138"/>
                    </a:cubicBezTo>
                    <a:cubicBezTo>
                      <a:pt x="760" y="2138"/>
                      <a:pt x="964" y="1932"/>
                      <a:pt x="1116" y="1655"/>
                    </a:cubicBezTo>
                    <a:cubicBezTo>
                      <a:pt x="1330" y="1241"/>
                      <a:pt x="1508" y="979"/>
                      <a:pt x="1508" y="697"/>
                    </a:cubicBezTo>
                    <a:cubicBezTo>
                      <a:pt x="1529" y="435"/>
                      <a:pt x="1356" y="194"/>
                      <a:pt x="1047" y="0"/>
                    </a:cubicBezTo>
                    <a:close/>
                  </a:path>
                </a:pathLst>
              </a:custGeom>
              <a:solidFill>
                <a:srgbClr val="FFEBD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Google Shape;634;p33"/>
              <p:cNvSpPr/>
              <p:nvPr/>
            </p:nvSpPr>
            <p:spPr>
              <a:xfrm>
                <a:off x="2384864" y="1940228"/>
                <a:ext cx="128096" cy="192314"/>
              </a:xfrm>
              <a:custGeom>
                <a:avLst/>
                <a:gdLst/>
                <a:ahLst/>
                <a:cxnLst/>
                <a:rect l="l" t="t" r="r" b="b"/>
                <a:pathLst>
                  <a:path w="1504" h="2258" extrusionOk="0">
                    <a:moveTo>
                      <a:pt x="979" y="152"/>
                    </a:moveTo>
                    <a:cubicBezTo>
                      <a:pt x="1262" y="351"/>
                      <a:pt x="1393" y="524"/>
                      <a:pt x="1393" y="765"/>
                    </a:cubicBezTo>
                    <a:cubicBezTo>
                      <a:pt x="1393" y="1027"/>
                      <a:pt x="1220" y="1288"/>
                      <a:pt x="979" y="1702"/>
                    </a:cubicBezTo>
                    <a:cubicBezTo>
                      <a:pt x="869" y="1901"/>
                      <a:pt x="718" y="2074"/>
                      <a:pt x="608" y="2116"/>
                    </a:cubicBezTo>
                    <a:cubicBezTo>
                      <a:pt x="572" y="2143"/>
                      <a:pt x="534" y="2154"/>
                      <a:pt x="496" y="2154"/>
                    </a:cubicBezTo>
                    <a:cubicBezTo>
                      <a:pt x="469" y="2154"/>
                      <a:pt x="441" y="2148"/>
                      <a:pt x="414" y="2137"/>
                    </a:cubicBezTo>
                    <a:cubicBezTo>
                      <a:pt x="372" y="2116"/>
                      <a:pt x="304" y="2053"/>
                      <a:pt x="241" y="1943"/>
                    </a:cubicBezTo>
                    <a:cubicBezTo>
                      <a:pt x="131" y="1744"/>
                      <a:pt x="131" y="1592"/>
                      <a:pt x="173" y="1461"/>
                    </a:cubicBezTo>
                    <a:cubicBezTo>
                      <a:pt x="215" y="1330"/>
                      <a:pt x="325" y="1178"/>
                      <a:pt x="414" y="1027"/>
                    </a:cubicBezTo>
                    <a:cubicBezTo>
                      <a:pt x="566" y="723"/>
                      <a:pt x="938" y="220"/>
                      <a:pt x="979" y="152"/>
                    </a:cubicBezTo>
                    <a:close/>
                    <a:moveTo>
                      <a:pt x="959" y="0"/>
                    </a:moveTo>
                    <a:lnTo>
                      <a:pt x="917" y="42"/>
                    </a:lnTo>
                    <a:cubicBezTo>
                      <a:pt x="917" y="42"/>
                      <a:pt x="503" y="634"/>
                      <a:pt x="304" y="958"/>
                    </a:cubicBezTo>
                    <a:cubicBezTo>
                      <a:pt x="215" y="1136"/>
                      <a:pt x="131" y="1267"/>
                      <a:pt x="63" y="1419"/>
                    </a:cubicBezTo>
                    <a:cubicBezTo>
                      <a:pt x="0" y="1592"/>
                      <a:pt x="21" y="1770"/>
                      <a:pt x="152" y="2006"/>
                    </a:cubicBezTo>
                    <a:cubicBezTo>
                      <a:pt x="215" y="2116"/>
                      <a:pt x="283" y="2205"/>
                      <a:pt x="372" y="2226"/>
                    </a:cubicBezTo>
                    <a:cubicBezTo>
                      <a:pt x="414" y="2247"/>
                      <a:pt x="462" y="2257"/>
                      <a:pt x="511" y="2257"/>
                    </a:cubicBezTo>
                    <a:cubicBezTo>
                      <a:pt x="561" y="2257"/>
                      <a:pt x="610" y="2247"/>
                      <a:pt x="655" y="2226"/>
                    </a:cubicBezTo>
                    <a:cubicBezTo>
                      <a:pt x="807" y="2163"/>
                      <a:pt x="959" y="1985"/>
                      <a:pt x="1089" y="1770"/>
                    </a:cubicBezTo>
                    <a:cubicBezTo>
                      <a:pt x="1330" y="1330"/>
                      <a:pt x="1503" y="1068"/>
                      <a:pt x="1503" y="765"/>
                    </a:cubicBezTo>
                    <a:cubicBezTo>
                      <a:pt x="1503" y="482"/>
                      <a:pt x="1330" y="241"/>
                      <a:pt x="1000" y="21"/>
                    </a:cubicBezTo>
                    <a:lnTo>
                      <a:pt x="959" y="0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Google Shape;635;p33"/>
              <p:cNvSpPr/>
              <p:nvPr/>
            </p:nvSpPr>
            <p:spPr>
              <a:xfrm>
                <a:off x="2340235" y="1867920"/>
                <a:ext cx="141042" cy="199383"/>
              </a:xfrm>
              <a:custGeom>
                <a:avLst/>
                <a:gdLst/>
                <a:ahLst/>
                <a:cxnLst/>
                <a:rect l="l" t="t" r="r" b="b"/>
                <a:pathLst>
                  <a:path w="1656" h="2341" extrusionOk="0">
                    <a:moveTo>
                      <a:pt x="1090" y="1"/>
                    </a:moveTo>
                    <a:cubicBezTo>
                      <a:pt x="1090" y="1"/>
                      <a:pt x="849" y="153"/>
                      <a:pt x="608" y="456"/>
                    </a:cubicBezTo>
                    <a:cubicBezTo>
                      <a:pt x="346" y="786"/>
                      <a:pt x="283" y="1069"/>
                      <a:pt x="152" y="1394"/>
                    </a:cubicBezTo>
                    <a:cubicBezTo>
                      <a:pt x="0" y="1724"/>
                      <a:pt x="131" y="1965"/>
                      <a:pt x="325" y="2226"/>
                    </a:cubicBezTo>
                    <a:cubicBezTo>
                      <a:pt x="379" y="2306"/>
                      <a:pt x="443" y="2341"/>
                      <a:pt x="513" y="2341"/>
                    </a:cubicBezTo>
                    <a:cubicBezTo>
                      <a:pt x="673" y="2341"/>
                      <a:pt x="865" y="2156"/>
                      <a:pt x="1048" y="1896"/>
                    </a:cubicBezTo>
                    <a:cubicBezTo>
                      <a:pt x="1289" y="1525"/>
                      <a:pt x="1634" y="1153"/>
                      <a:pt x="1634" y="786"/>
                    </a:cubicBezTo>
                    <a:cubicBezTo>
                      <a:pt x="1655" y="435"/>
                      <a:pt x="1503" y="215"/>
                      <a:pt x="1090" y="1"/>
                    </a:cubicBezTo>
                    <a:close/>
                  </a:path>
                </a:pathLst>
              </a:custGeom>
              <a:solidFill>
                <a:srgbClr val="FFEBD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Google Shape;636;p33"/>
              <p:cNvSpPr/>
              <p:nvPr/>
            </p:nvSpPr>
            <p:spPr>
              <a:xfrm>
                <a:off x="2340235" y="1862128"/>
                <a:ext cx="145045" cy="209092"/>
              </a:xfrm>
              <a:custGeom>
                <a:avLst/>
                <a:gdLst/>
                <a:ahLst/>
                <a:cxnLst/>
                <a:rect l="l" t="t" r="r" b="b"/>
                <a:pathLst>
                  <a:path w="1703" h="2455" extrusionOk="0">
                    <a:moveTo>
                      <a:pt x="1090" y="132"/>
                    </a:moveTo>
                    <a:cubicBezTo>
                      <a:pt x="1263" y="242"/>
                      <a:pt x="1393" y="331"/>
                      <a:pt x="1483" y="435"/>
                    </a:cubicBezTo>
                    <a:cubicBezTo>
                      <a:pt x="1572" y="566"/>
                      <a:pt x="1592" y="676"/>
                      <a:pt x="1592" y="854"/>
                    </a:cubicBezTo>
                    <a:cubicBezTo>
                      <a:pt x="1572" y="1179"/>
                      <a:pt x="1242" y="1551"/>
                      <a:pt x="1001" y="1923"/>
                    </a:cubicBezTo>
                    <a:cubicBezTo>
                      <a:pt x="870" y="2116"/>
                      <a:pt x="739" y="2247"/>
                      <a:pt x="634" y="2315"/>
                    </a:cubicBezTo>
                    <a:cubicBezTo>
                      <a:pt x="586" y="2330"/>
                      <a:pt x="551" y="2345"/>
                      <a:pt x="518" y="2345"/>
                    </a:cubicBezTo>
                    <a:cubicBezTo>
                      <a:pt x="504" y="2345"/>
                      <a:pt x="491" y="2342"/>
                      <a:pt x="477" y="2336"/>
                    </a:cubicBezTo>
                    <a:cubicBezTo>
                      <a:pt x="435" y="2336"/>
                      <a:pt x="393" y="2315"/>
                      <a:pt x="372" y="2247"/>
                    </a:cubicBezTo>
                    <a:cubicBezTo>
                      <a:pt x="283" y="2116"/>
                      <a:pt x="194" y="2006"/>
                      <a:pt x="152" y="1875"/>
                    </a:cubicBezTo>
                    <a:cubicBezTo>
                      <a:pt x="131" y="1771"/>
                      <a:pt x="131" y="1640"/>
                      <a:pt x="194" y="1483"/>
                    </a:cubicBezTo>
                    <a:cubicBezTo>
                      <a:pt x="346" y="1137"/>
                      <a:pt x="393" y="896"/>
                      <a:pt x="655" y="566"/>
                    </a:cubicBezTo>
                    <a:cubicBezTo>
                      <a:pt x="870" y="262"/>
                      <a:pt x="1069" y="152"/>
                      <a:pt x="1090" y="132"/>
                    </a:cubicBezTo>
                    <a:close/>
                    <a:moveTo>
                      <a:pt x="1069" y="1"/>
                    </a:moveTo>
                    <a:lnTo>
                      <a:pt x="1048" y="22"/>
                    </a:lnTo>
                    <a:cubicBezTo>
                      <a:pt x="1048" y="22"/>
                      <a:pt x="807" y="173"/>
                      <a:pt x="566" y="503"/>
                    </a:cubicBezTo>
                    <a:cubicBezTo>
                      <a:pt x="304" y="828"/>
                      <a:pt x="241" y="1116"/>
                      <a:pt x="84" y="1441"/>
                    </a:cubicBezTo>
                    <a:cubicBezTo>
                      <a:pt x="21" y="1614"/>
                      <a:pt x="0" y="1771"/>
                      <a:pt x="42" y="1923"/>
                    </a:cubicBezTo>
                    <a:cubicBezTo>
                      <a:pt x="84" y="2053"/>
                      <a:pt x="173" y="2184"/>
                      <a:pt x="262" y="2315"/>
                    </a:cubicBezTo>
                    <a:cubicBezTo>
                      <a:pt x="325" y="2399"/>
                      <a:pt x="393" y="2446"/>
                      <a:pt x="456" y="2446"/>
                    </a:cubicBezTo>
                    <a:cubicBezTo>
                      <a:pt x="476" y="2452"/>
                      <a:pt x="497" y="2455"/>
                      <a:pt x="519" y="2455"/>
                    </a:cubicBezTo>
                    <a:cubicBezTo>
                      <a:pt x="572" y="2455"/>
                      <a:pt x="628" y="2440"/>
                      <a:pt x="676" y="2425"/>
                    </a:cubicBezTo>
                    <a:cubicBezTo>
                      <a:pt x="828" y="2336"/>
                      <a:pt x="959" y="2184"/>
                      <a:pt x="1090" y="1985"/>
                    </a:cubicBezTo>
                    <a:cubicBezTo>
                      <a:pt x="1331" y="1614"/>
                      <a:pt x="1682" y="1247"/>
                      <a:pt x="1702" y="854"/>
                    </a:cubicBezTo>
                    <a:cubicBezTo>
                      <a:pt x="1702" y="676"/>
                      <a:pt x="1655" y="503"/>
                      <a:pt x="1572" y="372"/>
                    </a:cubicBezTo>
                    <a:cubicBezTo>
                      <a:pt x="1462" y="242"/>
                      <a:pt x="1331" y="132"/>
                      <a:pt x="1111" y="22"/>
                    </a:cubicBezTo>
                    <a:lnTo>
                      <a:pt x="1069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Google Shape;637;p33"/>
              <p:cNvSpPr/>
              <p:nvPr/>
            </p:nvSpPr>
            <p:spPr>
              <a:xfrm>
                <a:off x="1031615" y="2202633"/>
                <a:ext cx="758354" cy="758780"/>
              </a:xfrm>
              <a:custGeom>
                <a:avLst/>
                <a:gdLst/>
                <a:ahLst/>
                <a:cxnLst/>
                <a:rect l="l" t="t" r="r" b="b"/>
                <a:pathLst>
                  <a:path w="8904" h="8909" extrusionOk="0">
                    <a:moveTo>
                      <a:pt x="1517" y="0"/>
                    </a:moveTo>
                    <a:cubicBezTo>
                      <a:pt x="1174" y="0"/>
                      <a:pt x="1088" y="135"/>
                      <a:pt x="786" y="606"/>
                    </a:cubicBezTo>
                    <a:cubicBezTo>
                      <a:pt x="330" y="1350"/>
                      <a:pt x="0" y="4581"/>
                      <a:pt x="419" y="6497"/>
                    </a:cubicBezTo>
                    <a:cubicBezTo>
                      <a:pt x="854" y="8419"/>
                      <a:pt x="1226" y="8723"/>
                      <a:pt x="2708" y="8875"/>
                    </a:cubicBezTo>
                    <a:cubicBezTo>
                      <a:pt x="2968" y="8898"/>
                      <a:pt x="3317" y="8909"/>
                      <a:pt x="3716" y="8909"/>
                    </a:cubicBezTo>
                    <a:cubicBezTo>
                      <a:pt x="5597" y="8909"/>
                      <a:pt x="8601" y="8668"/>
                      <a:pt x="8709" y="8309"/>
                    </a:cubicBezTo>
                    <a:cubicBezTo>
                      <a:pt x="8861" y="7875"/>
                      <a:pt x="8903" y="7021"/>
                      <a:pt x="8359" y="5780"/>
                    </a:cubicBezTo>
                    <a:cubicBezTo>
                      <a:pt x="7814" y="4513"/>
                      <a:pt x="7641" y="4078"/>
                      <a:pt x="7683" y="2983"/>
                    </a:cubicBezTo>
                    <a:cubicBezTo>
                      <a:pt x="7751" y="1915"/>
                      <a:pt x="7814" y="784"/>
                      <a:pt x="6856" y="391"/>
                    </a:cubicBezTo>
                    <a:cubicBezTo>
                      <a:pt x="6856" y="391"/>
                      <a:pt x="3472" y="192"/>
                      <a:pt x="2336" y="82"/>
                    </a:cubicBezTo>
                    <a:cubicBezTo>
                      <a:pt x="1947" y="37"/>
                      <a:pt x="1697" y="0"/>
                      <a:pt x="151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Google Shape;638;p33"/>
              <p:cNvSpPr/>
              <p:nvPr/>
            </p:nvSpPr>
            <p:spPr>
              <a:xfrm>
                <a:off x="1042772" y="2197608"/>
                <a:ext cx="752988" cy="769341"/>
              </a:xfrm>
              <a:custGeom>
                <a:avLst/>
                <a:gdLst/>
                <a:ahLst/>
                <a:cxnLst/>
                <a:rect l="l" t="t" r="r" b="b"/>
                <a:pathLst>
                  <a:path w="8841" h="9033" extrusionOk="0">
                    <a:moveTo>
                      <a:pt x="1373" y="124"/>
                    </a:moveTo>
                    <a:cubicBezTo>
                      <a:pt x="1544" y="124"/>
                      <a:pt x="1803" y="155"/>
                      <a:pt x="2205" y="188"/>
                    </a:cubicBezTo>
                    <a:cubicBezTo>
                      <a:pt x="3341" y="293"/>
                      <a:pt x="6704" y="513"/>
                      <a:pt x="6725" y="513"/>
                    </a:cubicBezTo>
                    <a:cubicBezTo>
                      <a:pt x="7159" y="686"/>
                      <a:pt x="7379" y="1058"/>
                      <a:pt x="7463" y="1518"/>
                    </a:cubicBezTo>
                    <a:cubicBezTo>
                      <a:pt x="7552" y="1953"/>
                      <a:pt x="7531" y="2519"/>
                      <a:pt x="7510" y="3042"/>
                    </a:cubicBezTo>
                    <a:cubicBezTo>
                      <a:pt x="7442" y="4137"/>
                      <a:pt x="7641" y="4593"/>
                      <a:pt x="8186" y="5860"/>
                    </a:cubicBezTo>
                    <a:cubicBezTo>
                      <a:pt x="8709" y="7101"/>
                      <a:pt x="8688" y="7934"/>
                      <a:pt x="8536" y="8347"/>
                    </a:cubicBezTo>
                    <a:cubicBezTo>
                      <a:pt x="8536" y="8368"/>
                      <a:pt x="8510" y="8389"/>
                      <a:pt x="8489" y="8410"/>
                    </a:cubicBezTo>
                    <a:cubicBezTo>
                      <a:pt x="8447" y="8436"/>
                      <a:pt x="8406" y="8457"/>
                      <a:pt x="8337" y="8478"/>
                    </a:cubicBezTo>
                    <a:cubicBezTo>
                      <a:pt x="8186" y="8520"/>
                      <a:pt x="8013" y="8567"/>
                      <a:pt x="7793" y="8609"/>
                    </a:cubicBezTo>
                    <a:cubicBezTo>
                      <a:pt x="7332" y="8698"/>
                      <a:pt x="6725" y="8761"/>
                      <a:pt x="6070" y="8829"/>
                    </a:cubicBezTo>
                    <a:cubicBezTo>
                      <a:pt x="5271" y="8881"/>
                      <a:pt x="4405" y="8919"/>
                      <a:pt x="3685" y="8919"/>
                    </a:cubicBezTo>
                    <a:cubicBezTo>
                      <a:pt x="3245" y="8919"/>
                      <a:pt x="2859" y="8905"/>
                      <a:pt x="2577" y="8871"/>
                    </a:cubicBezTo>
                    <a:cubicBezTo>
                      <a:pt x="1833" y="8803"/>
                      <a:pt x="1399" y="8698"/>
                      <a:pt x="1074" y="8368"/>
                    </a:cubicBezTo>
                    <a:cubicBezTo>
                      <a:pt x="744" y="8044"/>
                      <a:pt x="550" y="7494"/>
                      <a:pt x="351" y="6535"/>
                    </a:cubicBezTo>
                    <a:cubicBezTo>
                      <a:pt x="131" y="5598"/>
                      <a:pt x="110" y="4310"/>
                      <a:pt x="199" y="3173"/>
                    </a:cubicBezTo>
                    <a:cubicBezTo>
                      <a:pt x="241" y="2608"/>
                      <a:pt x="330" y="2084"/>
                      <a:pt x="419" y="1649"/>
                    </a:cubicBezTo>
                    <a:cubicBezTo>
                      <a:pt x="503" y="1210"/>
                      <a:pt x="592" y="864"/>
                      <a:pt x="702" y="712"/>
                    </a:cubicBezTo>
                    <a:cubicBezTo>
                      <a:pt x="812" y="513"/>
                      <a:pt x="896" y="382"/>
                      <a:pt x="985" y="293"/>
                    </a:cubicBezTo>
                    <a:cubicBezTo>
                      <a:pt x="1048" y="209"/>
                      <a:pt x="1116" y="162"/>
                      <a:pt x="1205" y="141"/>
                    </a:cubicBezTo>
                    <a:cubicBezTo>
                      <a:pt x="1249" y="129"/>
                      <a:pt x="1304" y="124"/>
                      <a:pt x="1373" y="124"/>
                    </a:cubicBezTo>
                    <a:close/>
                    <a:moveTo>
                      <a:pt x="1411" y="0"/>
                    </a:moveTo>
                    <a:cubicBezTo>
                      <a:pt x="1314" y="0"/>
                      <a:pt x="1233" y="10"/>
                      <a:pt x="1158" y="31"/>
                    </a:cubicBezTo>
                    <a:cubicBezTo>
                      <a:pt x="1048" y="78"/>
                      <a:pt x="964" y="120"/>
                      <a:pt x="896" y="230"/>
                    </a:cubicBezTo>
                    <a:cubicBezTo>
                      <a:pt x="812" y="340"/>
                      <a:pt x="723" y="471"/>
                      <a:pt x="613" y="644"/>
                    </a:cubicBezTo>
                    <a:cubicBezTo>
                      <a:pt x="482" y="843"/>
                      <a:pt x="393" y="1189"/>
                      <a:pt x="288" y="1628"/>
                    </a:cubicBezTo>
                    <a:cubicBezTo>
                      <a:pt x="199" y="2063"/>
                      <a:pt x="131" y="2587"/>
                      <a:pt x="89" y="3152"/>
                    </a:cubicBezTo>
                    <a:cubicBezTo>
                      <a:pt x="0" y="4310"/>
                      <a:pt x="27" y="5598"/>
                      <a:pt x="241" y="6577"/>
                    </a:cubicBezTo>
                    <a:cubicBezTo>
                      <a:pt x="440" y="7541"/>
                      <a:pt x="634" y="8107"/>
                      <a:pt x="985" y="8457"/>
                    </a:cubicBezTo>
                    <a:cubicBezTo>
                      <a:pt x="1336" y="8803"/>
                      <a:pt x="1812" y="8913"/>
                      <a:pt x="2556" y="9002"/>
                    </a:cubicBezTo>
                    <a:cubicBezTo>
                      <a:pt x="2808" y="9023"/>
                      <a:pt x="3136" y="9032"/>
                      <a:pt x="3510" y="9032"/>
                    </a:cubicBezTo>
                    <a:cubicBezTo>
                      <a:pt x="4268" y="9032"/>
                      <a:pt x="5214" y="8994"/>
                      <a:pt x="6091" y="8934"/>
                    </a:cubicBezTo>
                    <a:cubicBezTo>
                      <a:pt x="6745" y="8871"/>
                      <a:pt x="7332" y="8803"/>
                      <a:pt x="7793" y="8719"/>
                    </a:cubicBezTo>
                    <a:cubicBezTo>
                      <a:pt x="8034" y="8672"/>
                      <a:pt x="8228" y="8630"/>
                      <a:pt x="8358" y="8588"/>
                    </a:cubicBezTo>
                    <a:cubicBezTo>
                      <a:pt x="8447" y="8567"/>
                      <a:pt x="8489" y="8520"/>
                      <a:pt x="8536" y="8499"/>
                    </a:cubicBezTo>
                    <a:cubicBezTo>
                      <a:pt x="8578" y="8478"/>
                      <a:pt x="8620" y="8436"/>
                      <a:pt x="8641" y="8389"/>
                    </a:cubicBezTo>
                    <a:cubicBezTo>
                      <a:pt x="8798" y="7934"/>
                      <a:pt x="8840" y="7080"/>
                      <a:pt x="8296" y="5818"/>
                    </a:cubicBezTo>
                    <a:cubicBezTo>
                      <a:pt x="7751" y="4551"/>
                      <a:pt x="7573" y="4137"/>
                      <a:pt x="7620" y="3069"/>
                    </a:cubicBezTo>
                    <a:cubicBezTo>
                      <a:pt x="7641" y="2519"/>
                      <a:pt x="7662" y="1953"/>
                      <a:pt x="7573" y="1471"/>
                    </a:cubicBezTo>
                    <a:cubicBezTo>
                      <a:pt x="7489" y="1016"/>
                      <a:pt x="7248" y="602"/>
                      <a:pt x="6745" y="403"/>
                    </a:cubicBezTo>
                    <a:lnTo>
                      <a:pt x="6725" y="403"/>
                    </a:lnTo>
                    <a:cubicBezTo>
                      <a:pt x="6725" y="403"/>
                      <a:pt x="3341" y="188"/>
                      <a:pt x="2205" y="78"/>
                    </a:cubicBezTo>
                    <a:cubicBezTo>
                      <a:pt x="1834" y="34"/>
                      <a:pt x="1594" y="0"/>
                      <a:pt x="1411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Google Shape;639;p33"/>
              <p:cNvSpPr/>
              <p:nvPr/>
            </p:nvSpPr>
            <p:spPr>
              <a:xfrm>
                <a:off x="1118998" y="2069770"/>
                <a:ext cx="535379" cy="319388"/>
              </a:xfrm>
              <a:custGeom>
                <a:avLst/>
                <a:gdLst/>
                <a:ahLst/>
                <a:cxnLst/>
                <a:rect l="l" t="t" r="r" b="b"/>
                <a:pathLst>
                  <a:path w="6286" h="3750" extrusionOk="0">
                    <a:moveTo>
                      <a:pt x="1108" y="0"/>
                    </a:moveTo>
                    <a:cubicBezTo>
                      <a:pt x="909" y="0"/>
                      <a:pt x="745" y="32"/>
                      <a:pt x="614" y="118"/>
                    </a:cubicBezTo>
                    <a:cubicBezTo>
                      <a:pt x="310" y="333"/>
                      <a:pt x="90" y="1056"/>
                      <a:pt x="48" y="1380"/>
                    </a:cubicBezTo>
                    <a:cubicBezTo>
                      <a:pt x="1" y="1731"/>
                      <a:pt x="90" y="1951"/>
                      <a:pt x="504" y="2082"/>
                    </a:cubicBezTo>
                    <a:cubicBezTo>
                      <a:pt x="938" y="2234"/>
                      <a:pt x="1902" y="2475"/>
                      <a:pt x="2577" y="2758"/>
                    </a:cubicBezTo>
                    <a:cubicBezTo>
                      <a:pt x="3232" y="3040"/>
                      <a:pt x="3819" y="3475"/>
                      <a:pt x="4128" y="3653"/>
                    </a:cubicBezTo>
                    <a:cubicBezTo>
                      <a:pt x="4243" y="3719"/>
                      <a:pt x="4337" y="3750"/>
                      <a:pt x="4418" y="3750"/>
                    </a:cubicBezTo>
                    <a:cubicBezTo>
                      <a:pt x="4551" y="3750"/>
                      <a:pt x="4651" y="3668"/>
                      <a:pt x="4761" y="3522"/>
                    </a:cubicBezTo>
                    <a:cubicBezTo>
                      <a:pt x="4934" y="3281"/>
                      <a:pt x="5416" y="2669"/>
                      <a:pt x="5850" y="2234"/>
                    </a:cubicBezTo>
                    <a:cubicBezTo>
                      <a:pt x="6285" y="1820"/>
                      <a:pt x="6285" y="1621"/>
                      <a:pt x="6264" y="1380"/>
                    </a:cubicBezTo>
                    <a:cubicBezTo>
                      <a:pt x="6243" y="1118"/>
                      <a:pt x="5678" y="878"/>
                      <a:pt x="5238" y="726"/>
                    </a:cubicBezTo>
                    <a:cubicBezTo>
                      <a:pt x="4824" y="574"/>
                      <a:pt x="3473" y="249"/>
                      <a:pt x="2949" y="118"/>
                    </a:cubicBezTo>
                    <a:cubicBezTo>
                      <a:pt x="2782" y="82"/>
                      <a:pt x="2629" y="69"/>
                      <a:pt x="2499" y="69"/>
                    </a:cubicBezTo>
                    <a:cubicBezTo>
                      <a:pt x="2240" y="69"/>
                      <a:pt x="2075" y="118"/>
                      <a:pt x="2075" y="118"/>
                    </a:cubicBezTo>
                    <a:cubicBezTo>
                      <a:pt x="1691" y="56"/>
                      <a:pt x="1370" y="0"/>
                      <a:pt x="110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Google Shape;640;p33"/>
              <p:cNvSpPr/>
              <p:nvPr/>
            </p:nvSpPr>
            <p:spPr>
              <a:xfrm>
                <a:off x="1115421" y="2064659"/>
                <a:ext cx="544747" cy="329693"/>
              </a:xfrm>
              <a:custGeom>
                <a:avLst/>
                <a:gdLst/>
                <a:ahLst/>
                <a:cxnLst/>
                <a:rect l="l" t="t" r="r" b="b"/>
                <a:pathLst>
                  <a:path w="6396" h="3871" extrusionOk="0">
                    <a:moveTo>
                      <a:pt x="1242" y="110"/>
                    </a:moveTo>
                    <a:cubicBezTo>
                      <a:pt x="1462" y="131"/>
                      <a:pt x="1766" y="178"/>
                      <a:pt x="2096" y="241"/>
                    </a:cubicBezTo>
                    <a:lnTo>
                      <a:pt x="2159" y="241"/>
                    </a:lnTo>
                    <a:lnTo>
                      <a:pt x="2159" y="220"/>
                    </a:lnTo>
                    <a:cubicBezTo>
                      <a:pt x="2201" y="220"/>
                      <a:pt x="2333" y="186"/>
                      <a:pt x="2536" y="186"/>
                    </a:cubicBezTo>
                    <a:cubicBezTo>
                      <a:pt x="2662" y="186"/>
                      <a:pt x="2815" y="199"/>
                      <a:pt x="2991" y="241"/>
                    </a:cubicBezTo>
                    <a:cubicBezTo>
                      <a:pt x="3494" y="351"/>
                      <a:pt x="4866" y="676"/>
                      <a:pt x="5259" y="833"/>
                    </a:cubicBezTo>
                    <a:cubicBezTo>
                      <a:pt x="5479" y="917"/>
                      <a:pt x="5720" y="1027"/>
                      <a:pt x="5913" y="1116"/>
                    </a:cubicBezTo>
                    <a:cubicBezTo>
                      <a:pt x="6023" y="1178"/>
                      <a:pt x="6112" y="1226"/>
                      <a:pt x="6154" y="1288"/>
                    </a:cubicBezTo>
                    <a:cubicBezTo>
                      <a:pt x="6217" y="1330"/>
                      <a:pt x="6243" y="1398"/>
                      <a:pt x="6264" y="1440"/>
                    </a:cubicBezTo>
                    <a:cubicBezTo>
                      <a:pt x="6264" y="1571"/>
                      <a:pt x="6264" y="1660"/>
                      <a:pt x="6217" y="1770"/>
                    </a:cubicBezTo>
                    <a:cubicBezTo>
                      <a:pt x="6175" y="1901"/>
                      <a:pt x="6065" y="2053"/>
                      <a:pt x="5851" y="2273"/>
                    </a:cubicBezTo>
                    <a:cubicBezTo>
                      <a:pt x="5411" y="2708"/>
                      <a:pt x="4934" y="3320"/>
                      <a:pt x="4756" y="3556"/>
                    </a:cubicBezTo>
                    <a:cubicBezTo>
                      <a:pt x="4672" y="3666"/>
                      <a:pt x="4604" y="3734"/>
                      <a:pt x="4515" y="3755"/>
                    </a:cubicBezTo>
                    <a:cubicBezTo>
                      <a:pt x="4496" y="3760"/>
                      <a:pt x="4476" y="3763"/>
                      <a:pt x="4455" y="3763"/>
                    </a:cubicBezTo>
                    <a:cubicBezTo>
                      <a:pt x="4386" y="3763"/>
                      <a:pt x="4307" y="3734"/>
                      <a:pt x="4190" y="3666"/>
                    </a:cubicBezTo>
                    <a:cubicBezTo>
                      <a:pt x="3908" y="3493"/>
                      <a:pt x="3316" y="3059"/>
                      <a:pt x="2640" y="2771"/>
                    </a:cubicBezTo>
                    <a:cubicBezTo>
                      <a:pt x="1965" y="2488"/>
                      <a:pt x="980" y="2226"/>
                      <a:pt x="567" y="2095"/>
                    </a:cubicBezTo>
                    <a:cubicBezTo>
                      <a:pt x="373" y="2032"/>
                      <a:pt x="263" y="1943"/>
                      <a:pt x="195" y="1833"/>
                    </a:cubicBezTo>
                    <a:cubicBezTo>
                      <a:pt x="132" y="1749"/>
                      <a:pt x="132" y="1618"/>
                      <a:pt x="153" y="1461"/>
                    </a:cubicBezTo>
                    <a:cubicBezTo>
                      <a:pt x="174" y="1288"/>
                      <a:pt x="242" y="1027"/>
                      <a:pt x="326" y="786"/>
                    </a:cubicBezTo>
                    <a:cubicBezTo>
                      <a:pt x="415" y="545"/>
                      <a:pt x="546" y="330"/>
                      <a:pt x="677" y="241"/>
                    </a:cubicBezTo>
                    <a:cubicBezTo>
                      <a:pt x="807" y="131"/>
                      <a:pt x="1006" y="110"/>
                      <a:pt x="1242" y="110"/>
                    </a:cubicBezTo>
                    <a:close/>
                    <a:moveTo>
                      <a:pt x="1242" y="0"/>
                    </a:moveTo>
                    <a:cubicBezTo>
                      <a:pt x="980" y="0"/>
                      <a:pt x="786" y="21"/>
                      <a:pt x="614" y="131"/>
                    </a:cubicBezTo>
                    <a:cubicBezTo>
                      <a:pt x="436" y="262"/>
                      <a:pt x="305" y="503"/>
                      <a:pt x="221" y="744"/>
                    </a:cubicBezTo>
                    <a:cubicBezTo>
                      <a:pt x="132" y="1006"/>
                      <a:pt x="64" y="1268"/>
                      <a:pt x="43" y="1440"/>
                    </a:cubicBezTo>
                    <a:cubicBezTo>
                      <a:pt x="1" y="1618"/>
                      <a:pt x="22" y="1770"/>
                      <a:pt x="111" y="1901"/>
                    </a:cubicBezTo>
                    <a:cubicBezTo>
                      <a:pt x="174" y="2032"/>
                      <a:pt x="326" y="2116"/>
                      <a:pt x="546" y="2205"/>
                    </a:cubicBezTo>
                    <a:cubicBezTo>
                      <a:pt x="959" y="2336"/>
                      <a:pt x="1944" y="2598"/>
                      <a:pt x="2598" y="2880"/>
                    </a:cubicBezTo>
                    <a:cubicBezTo>
                      <a:pt x="3253" y="3142"/>
                      <a:pt x="3819" y="3582"/>
                      <a:pt x="4122" y="3755"/>
                    </a:cubicBezTo>
                    <a:cubicBezTo>
                      <a:pt x="4270" y="3829"/>
                      <a:pt x="4385" y="3870"/>
                      <a:pt x="4483" y="3870"/>
                    </a:cubicBezTo>
                    <a:cubicBezTo>
                      <a:pt x="4503" y="3870"/>
                      <a:pt x="4523" y="3869"/>
                      <a:pt x="4541" y="3865"/>
                    </a:cubicBezTo>
                    <a:cubicBezTo>
                      <a:pt x="4672" y="3844"/>
                      <a:pt x="4756" y="3755"/>
                      <a:pt x="4845" y="3624"/>
                    </a:cubicBezTo>
                    <a:cubicBezTo>
                      <a:pt x="5018" y="3383"/>
                      <a:pt x="5500" y="2771"/>
                      <a:pt x="5934" y="2336"/>
                    </a:cubicBezTo>
                    <a:cubicBezTo>
                      <a:pt x="6154" y="2116"/>
                      <a:pt x="6264" y="1964"/>
                      <a:pt x="6327" y="1812"/>
                    </a:cubicBezTo>
                    <a:cubicBezTo>
                      <a:pt x="6395" y="1681"/>
                      <a:pt x="6374" y="1550"/>
                      <a:pt x="6374" y="1419"/>
                    </a:cubicBezTo>
                    <a:cubicBezTo>
                      <a:pt x="6348" y="1330"/>
                      <a:pt x="6306" y="1268"/>
                      <a:pt x="6243" y="1199"/>
                    </a:cubicBezTo>
                    <a:cubicBezTo>
                      <a:pt x="6175" y="1137"/>
                      <a:pt x="6086" y="1069"/>
                      <a:pt x="5981" y="1027"/>
                    </a:cubicBezTo>
                    <a:cubicBezTo>
                      <a:pt x="5782" y="917"/>
                      <a:pt x="5521" y="807"/>
                      <a:pt x="5301" y="744"/>
                    </a:cubicBezTo>
                    <a:cubicBezTo>
                      <a:pt x="4866" y="571"/>
                      <a:pt x="3536" y="241"/>
                      <a:pt x="3012" y="131"/>
                    </a:cubicBezTo>
                    <a:cubicBezTo>
                      <a:pt x="2817" y="82"/>
                      <a:pt x="2645" y="67"/>
                      <a:pt x="2506" y="67"/>
                    </a:cubicBezTo>
                    <a:cubicBezTo>
                      <a:pt x="2273" y="67"/>
                      <a:pt x="2130" y="110"/>
                      <a:pt x="2117" y="110"/>
                    </a:cubicBezTo>
                    <a:cubicBezTo>
                      <a:pt x="1766" y="68"/>
                      <a:pt x="1483" y="21"/>
                      <a:pt x="1242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Google Shape;641;p33"/>
              <p:cNvSpPr/>
              <p:nvPr/>
            </p:nvSpPr>
            <p:spPr>
              <a:xfrm>
                <a:off x="1225204" y="2086974"/>
                <a:ext cx="343916" cy="234217"/>
              </a:xfrm>
              <a:custGeom>
                <a:avLst/>
                <a:gdLst/>
                <a:ahLst/>
                <a:cxnLst/>
                <a:rect l="l" t="t" r="r" b="b"/>
                <a:pathLst>
                  <a:path w="4038" h="2750" extrusionOk="0">
                    <a:moveTo>
                      <a:pt x="1440" y="0"/>
                    </a:moveTo>
                    <a:cubicBezTo>
                      <a:pt x="1440" y="0"/>
                      <a:pt x="807" y="89"/>
                      <a:pt x="435" y="110"/>
                    </a:cubicBezTo>
                    <a:cubicBezTo>
                      <a:pt x="84" y="152"/>
                      <a:pt x="0" y="262"/>
                      <a:pt x="173" y="503"/>
                    </a:cubicBezTo>
                    <a:cubicBezTo>
                      <a:pt x="325" y="765"/>
                      <a:pt x="566" y="875"/>
                      <a:pt x="1131" y="1267"/>
                    </a:cubicBezTo>
                    <a:cubicBezTo>
                      <a:pt x="1681" y="1660"/>
                      <a:pt x="2812" y="2467"/>
                      <a:pt x="2901" y="2577"/>
                    </a:cubicBezTo>
                    <a:cubicBezTo>
                      <a:pt x="2991" y="2687"/>
                      <a:pt x="3032" y="2749"/>
                      <a:pt x="3032" y="2749"/>
                    </a:cubicBezTo>
                    <a:cubicBezTo>
                      <a:pt x="3032" y="2749"/>
                      <a:pt x="3666" y="1964"/>
                      <a:pt x="3860" y="1550"/>
                    </a:cubicBezTo>
                    <a:cubicBezTo>
                      <a:pt x="4038" y="1115"/>
                      <a:pt x="3970" y="896"/>
                      <a:pt x="3776" y="765"/>
                    </a:cubicBezTo>
                    <a:cubicBezTo>
                      <a:pt x="3577" y="634"/>
                      <a:pt x="2551" y="283"/>
                      <a:pt x="2116" y="131"/>
                    </a:cubicBezTo>
                    <a:cubicBezTo>
                      <a:pt x="1681" y="0"/>
                      <a:pt x="1440" y="0"/>
                      <a:pt x="144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Google Shape;642;p33"/>
              <p:cNvSpPr/>
              <p:nvPr/>
            </p:nvSpPr>
            <p:spPr>
              <a:xfrm>
                <a:off x="1226993" y="2081608"/>
                <a:ext cx="342128" cy="247163"/>
              </a:xfrm>
              <a:custGeom>
                <a:avLst/>
                <a:gdLst/>
                <a:ahLst/>
                <a:cxnLst/>
                <a:rect l="l" t="t" r="r" b="b"/>
                <a:pathLst>
                  <a:path w="4017" h="2902" extrusionOk="0">
                    <a:moveTo>
                      <a:pt x="1419" y="110"/>
                    </a:moveTo>
                    <a:cubicBezTo>
                      <a:pt x="1440" y="110"/>
                      <a:pt x="1660" y="110"/>
                      <a:pt x="2074" y="262"/>
                    </a:cubicBezTo>
                    <a:cubicBezTo>
                      <a:pt x="2289" y="325"/>
                      <a:pt x="2661" y="456"/>
                      <a:pt x="2990" y="566"/>
                    </a:cubicBezTo>
                    <a:cubicBezTo>
                      <a:pt x="3163" y="634"/>
                      <a:pt x="3315" y="697"/>
                      <a:pt x="3446" y="739"/>
                    </a:cubicBezTo>
                    <a:cubicBezTo>
                      <a:pt x="3577" y="807"/>
                      <a:pt x="3687" y="849"/>
                      <a:pt x="3708" y="870"/>
                    </a:cubicBezTo>
                    <a:cubicBezTo>
                      <a:pt x="3818" y="938"/>
                      <a:pt x="3860" y="1000"/>
                      <a:pt x="3886" y="1110"/>
                    </a:cubicBezTo>
                    <a:cubicBezTo>
                      <a:pt x="3907" y="1220"/>
                      <a:pt x="3886" y="1372"/>
                      <a:pt x="3797" y="1571"/>
                    </a:cubicBezTo>
                    <a:cubicBezTo>
                      <a:pt x="3687" y="1786"/>
                      <a:pt x="3493" y="2074"/>
                      <a:pt x="3315" y="2336"/>
                    </a:cubicBezTo>
                    <a:cubicBezTo>
                      <a:pt x="3163" y="2551"/>
                      <a:pt x="3053" y="2681"/>
                      <a:pt x="3011" y="2702"/>
                    </a:cubicBezTo>
                    <a:cubicBezTo>
                      <a:pt x="2990" y="2681"/>
                      <a:pt x="2990" y="2681"/>
                      <a:pt x="2922" y="2598"/>
                    </a:cubicBezTo>
                    <a:cubicBezTo>
                      <a:pt x="2901" y="2572"/>
                      <a:pt x="2880" y="2551"/>
                      <a:pt x="2839" y="2530"/>
                    </a:cubicBezTo>
                    <a:cubicBezTo>
                      <a:pt x="2791" y="2488"/>
                      <a:pt x="2750" y="2441"/>
                      <a:pt x="2681" y="2399"/>
                    </a:cubicBezTo>
                    <a:cubicBezTo>
                      <a:pt x="2551" y="2310"/>
                      <a:pt x="2378" y="2179"/>
                      <a:pt x="2205" y="2048"/>
                    </a:cubicBezTo>
                    <a:cubicBezTo>
                      <a:pt x="1833" y="1786"/>
                      <a:pt x="1419" y="1482"/>
                      <a:pt x="1137" y="1288"/>
                    </a:cubicBezTo>
                    <a:cubicBezTo>
                      <a:pt x="587" y="896"/>
                      <a:pt x="351" y="786"/>
                      <a:pt x="194" y="545"/>
                    </a:cubicBezTo>
                    <a:cubicBezTo>
                      <a:pt x="152" y="477"/>
                      <a:pt x="131" y="435"/>
                      <a:pt x="110" y="393"/>
                    </a:cubicBezTo>
                    <a:cubicBezTo>
                      <a:pt x="110" y="372"/>
                      <a:pt x="110" y="346"/>
                      <a:pt x="131" y="325"/>
                    </a:cubicBezTo>
                    <a:cubicBezTo>
                      <a:pt x="152" y="304"/>
                      <a:pt x="262" y="262"/>
                      <a:pt x="435" y="241"/>
                    </a:cubicBezTo>
                    <a:cubicBezTo>
                      <a:pt x="786" y="194"/>
                      <a:pt x="1419" y="110"/>
                      <a:pt x="1419" y="110"/>
                    </a:cubicBezTo>
                    <a:close/>
                    <a:moveTo>
                      <a:pt x="1419" y="0"/>
                    </a:moveTo>
                    <a:cubicBezTo>
                      <a:pt x="1419" y="0"/>
                      <a:pt x="786" y="84"/>
                      <a:pt x="414" y="131"/>
                    </a:cubicBezTo>
                    <a:cubicBezTo>
                      <a:pt x="241" y="131"/>
                      <a:pt x="110" y="173"/>
                      <a:pt x="42" y="262"/>
                    </a:cubicBezTo>
                    <a:cubicBezTo>
                      <a:pt x="0" y="304"/>
                      <a:pt x="0" y="372"/>
                      <a:pt x="0" y="435"/>
                    </a:cubicBezTo>
                    <a:cubicBezTo>
                      <a:pt x="21" y="477"/>
                      <a:pt x="42" y="545"/>
                      <a:pt x="89" y="608"/>
                    </a:cubicBezTo>
                    <a:cubicBezTo>
                      <a:pt x="283" y="870"/>
                      <a:pt x="524" y="979"/>
                      <a:pt x="1069" y="1372"/>
                    </a:cubicBezTo>
                    <a:cubicBezTo>
                      <a:pt x="1351" y="1571"/>
                      <a:pt x="1765" y="1875"/>
                      <a:pt x="2137" y="2137"/>
                    </a:cubicBezTo>
                    <a:cubicBezTo>
                      <a:pt x="2315" y="2268"/>
                      <a:pt x="2488" y="2399"/>
                      <a:pt x="2619" y="2488"/>
                    </a:cubicBezTo>
                    <a:cubicBezTo>
                      <a:pt x="2661" y="2551"/>
                      <a:pt x="2729" y="2572"/>
                      <a:pt x="2770" y="2619"/>
                    </a:cubicBezTo>
                    <a:cubicBezTo>
                      <a:pt x="2812" y="2640"/>
                      <a:pt x="2839" y="2681"/>
                      <a:pt x="2839" y="2681"/>
                    </a:cubicBezTo>
                    <a:cubicBezTo>
                      <a:pt x="2922" y="2791"/>
                      <a:pt x="2970" y="2833"/>
                      <a:pt x="2970" y="2833"/>
                    </a:cubicBezTo>
                    <a:lnTo>
                      <a:pt x="3011" y="2901"/>
                    </a:lnTo>
                    <a:lnTo>
                      <a:pt x="3053" y="2833"/>
                    </a:lnTo>
                    <a:cubicBezTo>
                      <a:pt x="3053" y="2833"/>
                      <a:pt x="3231" y="2640"/>
                      <a:pt x="3404" y="2399"/>
                    </a:cubicBezTo>
                    <a:cubicBezTo>
                      <a:pt x="3577" y="2137"/>
                      <a:pt x="3797" y="1854"/>
                      <a:pt x="3886" y="1634"/>
                    </a:cubicBezTo>
                    <a:cubicBezTo>
                      <a:pt x="3991" y="1419"/>
                      <a:pt x="4017" y="1241"/>
                      <a:pt x="3991" y="1089"/>
                    </a:cubicBezTo>
                    <a:cubicBezTo>
                      <a:pt x="3970" y="959"/>
                      <a:pt x="3886" y="849"/>
                      <a:pt x="3776" y="786"/>
                    </a:cubicBezTo>
                    <a:cubicBezTo>
                      <a:pt x="3729" y="739"/>
                      <a:pt x="3624" y="697"/>
                      <a:pt x="3493" y="634"/>
                    </a:cubicBezTo>
                    <a:cubicBezTo>
                      <a:pt x="3362" y="587"/>
                      <a:pt x="3205" y="524"/>
                      <a:pt x="3032" y="456"/>
                    </a:cubicBezTo>
                    <a:cubicBezTo>
                      <a:pt x="2708" y="346"/>
                      <a:pt x="2336" y="215"/>
                      <a:pt x="2116" y="152"/>
                    </a:cubicBezTo>
                    <a:cubicBezTo>
                      <a:pt x="1681" y="0"/>
                      <a:pt x="1419" y="0"/>
                      <a:pt x="1419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Google Shape;643;p33"/>
              <p:cNvSpPr/>
              <p:nvPr/>
            </p:nvSpPr>
            <p:spPr>
              <a:xfrm>
                <a:off x="1351424" y="2215408"/>
                <a:ext cx="186096" cy="105781"/>
              </a:xfrm>
              <a:custGeom>
                <a:avLst/>
                <a:gdLst/>
                <a:ahLst/>
                <a:cxnLst/>
                <a:rect l="l" t="t" r="r" b="b"/>
                <a:pathLst>
                  <a:path w="2185" h="1242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566" y="414"/>
                      <a:pt x="1351" y="980"/>
                      <a:pt x="1419" y="1069"/>
                    </a:cubicBezTo>
                    <a:cubicBezTo>
                      <a:pt x="1509" y="1179"/>
                      <a:pt x="1550" y="1241"/>
                      <a:pt x="1550" y="1241"/>
                    </a:cubicBezTo>
                    <a:cubicBezTo>
                      <a:pt x="1550" y="1241"/>
                      <a:pt x="1922" y="786"/>
                      <a:pt x="2184" y="372"/>
                    </a:cubicBezTo>
                    <a:cubicBezTo>
                      <a:pt x="2032" y="325"/>
                      <a:pt x="1854" y="283"/>
                      <a:pt x="1639" y="215"/>
                    </a:cubicBezTo>
                    <a:cubicBezTo>
                      <a:pt x="1179" y="110"/>
                      <a:pt x="482" y="42"/>
                      <a:pt x="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Google Shape;644;p33"/>
              <p:cNvSpPr/>
              <p:nvPr/>
            </p:nvSpPr>
            <p:spPr>
              <a:xfrm>
                <a:off x="1332687" y="2209617"/>
                <a:ext cx="211903" cy="119153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1399" extrusionOk="0">
                    <a:moveTo>
                      <a:pt x="419" y="152"/>
                    </a:moveTo>
                    <a:cubicBezTo>
                      <a:pt x="875" y="199"/>
                      <a:pt x="1440" y="262"/>
                      <a:pt x="1859" y="351"/>
                    </a:cubicBezTo>
                    <a:cubicBezTo>
                      <a:pt x="2032" y="393"/>
                      <a:pt x="2184" y="440"/>
                      <a:pt x="2315" y="482"/>
                    </a:cubicBezTo>
                    <a:cubicBezTo>
                      <a:pt x="2074" y="833"/>
                      <a:pt x="1812" y="1158"/>
                      <a:pt x="1770" y="1199"/>
                    </a:cubicBezTo>
                    <a:cubicBezTo>
                      <a:pt x="1749" y="1178"/>
                      <a:pt x="1749" y="1178"/>
                      <a:pt x="1681" y="1095"/>
                    </a:cubicBezTo>
                    <a:cubicBezTo>
                      <a:pt x="1660" y="1069"/>
                      <a:pt x="1598" y="1027"/>
                      <a:pt x="1509" y="938"/>
                    </a:cubicBezTo>
                    <a:cubicBezTo>
                      <a:pt x="1399" y="875"/>
                      <a:pt x="1289" y="786"/>
                      <a:pt x="1158" y="676"/>
                    </a:cubicBezTo>
                    <a:cubicBezTo>
                      <a:pt x="917" y="524"/>
                      <a:pt x="655" y="330"/>
                      <a:pt x="419" y="152"/>
                    </a:cubicBezTo>
                    <a:close/>
                    <a:moveTo>
                      <a:pt x="0" y="0"/>
                    </a:moveTo>
                    <a:lnTo>
                      <a:pt x="178" y="131"/>
                    </a:lnTo>
                    <a:cubicBezTo>
                      <a:pt x="461" y="330"/>
                      <a:pt x="812" y="571"/>
                      <a:pt x="1074" y="786"/>
                    </a:cubicBezTo>
                    <a:cubicBezTo>
                      <a:pt x="1226" y="875"/>
                      <a:pt x="1336" y="964"/>
                      <a:pt x="1440" y="1048"/>
                    </a:cubicBezTo>
                    <a:cubicBezTo>
                      <a:pt x="1529" y="1116"/>
                      <a:pt x="1598" y="1158"/>
                      <a:pt x="1598" y="1178"/>
                    </a:cubicBezTo>
                    <a:cubicBezTo>
                      <a:pt x="1681" y="1288"/>
                      <a:pt x="1729" y="1330"/>
                      <a:pt x="1729" y="1330"/>
                    </a:cubicBezTo>
                    <a:lnTo>
                      <a:pt x="1770" y="1398"/>
                    </a:lnTo>
                    <a:lnTo>
                      <a:pt x="1812" y="1330"/>
                    </a:lnTo>
                    <a:cubicBezTo>
                      <a:pt x="1812" y="1330"/>
                      <a:pt x="2184" y="875"/>
                      <a:pt x="2446" y="482"/>
                    </a:cubicBezTo>
                    <a:lnTo>
                      <a:pt x="2488" y="414"/>
                    </a:lnTo>
                    <a:lnTo>
                      <a:pt x="2425" y="393"/>
                    </a:lnTo>
                    <a:cubicBezTo>
                      <a:pt x="2273" y="351"/>
                      <a:pt x="2095" y="283"/>
                      <a:pt x="1880" y="241"/>
                    </a:cubicBezTo>
                    <a:cubicBezTo>
                      <a:pt x="1399" y="131"/>
                      <a:pt x="723" y="68"/>
                      <a:pt x="220" y="2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" name="Google Shape;645;p33"/>
              <p:cNvSpPr/>
              <p:nvPr/>
            </p:nvSpPr>
            <p:spPr>
              <a:xfrm>
                <a:off x="1288059" y="2086974"/>
                <a:ext cx="200831" cy="181582"/>
              </a:xfrm>
              <a:custGeom>
                <a:avLst/>
                <a:gdLst/>
                <a:ahLst/>
                <a:cxnLst/>
                <a:rect l="l" t="t" r="r" b="b"/>
                <a:pathLst>
                  <a:path w="2358" h="2132" extrusionOk="0">
                    <a:moveTo>
                      <a:pt x="702" y="0"/>
                    </a:moveTo>
                    <a:cubicBezTo>
                      <a:pt x="592" y="199"/>
                      <a:pt x="352" y="634"/>
                      <a:pt x="200" y="833"/>
                    </a:cubicBezTo>
                    <a:cubicBezTo>
                      <a:pt x="132" y="937"/>
                      <a:pt x="69" y="985"/>
                      <a:pt x="1" y="1006"/>
                    </a:cubicBezTo>
                    <a:cubicBezTo>
                      <a:pt x="111" y="1068"/>
                      <a:pt x="242" y="1157"/>
                      <a:pt x="393" y="1267"/>
                    </a:cubicBezTo>
                    <a:cubicBezTo>
                      <a:pt x="681" y="1487"/>
                      <a:pt x="1158" y="1812"/>
                      <a:pt x="1551" y="2095"/>
                    </a:cubicBezTo>
                    <a:cubicBezTo>
                      <a:pt x="1572" y="2095"/>
                      <a:pt x="1598" y="2116"/>
                      <a:pt x="1619" y="2116"/>
                    </a:cubicBezTo>
                    <a:cubicBezTo>
                      <a:pt x="1702" y="2127"/>
                      <a:pt x="1777" y="2132"/>
                      <a:pt x="1845" y="2132"/>
                    </a:cubicBezTo>
                    <a:cubicBezTo>
                      <a:pt x="2193" y="2132"/>
                      <a:pt x="2357" y="2011"/>
                      <a:pt x="2357" y="2011"/>
                    </a:cubicBezTo>
                    <a:cubicBezTo>
                      <a:pt x="2357" y="2011"/>
                      <a:pt x="2122" y="1660"/>
                      <a:pt x="2095" y="1440"/>
                    </a:cubicBezTo>
                    <a:cubicBezTo>
                      <a:pt x="2074" y="1246"/>
                      <a:pt x="2095" y="1136"/>
                      <a:pt x="2315" y="723"/>
                    </a:cubicBezTo>
                    <a:lnTo>
                      <a:pt x="2294" y="702"/>
                    </a:lnTo>
                    <a:cubicBezTo>
                      <a:pt x="2294" y="702"/>
                      <a:pt x="1902" y="524"/>
                      <a:pt x="1467" y="330"/>
                    </a:cubicBezTo>
                    <a:cubicBezTo>
                      <a:pt x="1247" y="241"/>
                      <a:pt x="1074" y="110"/>
                      <a:pt x="943" y="21"/>
                    </a:cubicBezTo>
                    <a:cubicBezTo>
                      <a:pt x="786" y="0"/>
                      <a:pt x="702" y="0"/>
                      <a:pt x="702" y="0"/>
                    </a:cubicBezTo>
                    <a:close/>
                  </a:path>
                </a:pathLst>
              </a:custGeom>
              <a:solidFill>
                <a:srgbClr val="FFEBD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Google Shape;646;p33"/>
              <p:cNvSpPr/>
              <p:nvPr/>
            </p:nvSpPr>
            <p:spPr>
              <a:xfrm>
                <a:off x="1279116" y="2081608"/>
                <a:ext cx="217354" cy="191547"/>
              </a:xfrm>
              <a:custGeom>
                <a:avLst/>
                <a:gdLst/>
                <a:ahLst/>
                <a:cxnLst/>
                <a:rect l="l" t="t" r="r" b="b"/>
                <a:pathLst>
                  <a:path w="2552" h="2249" extrusionOk="0">
                    <a:moveTo>
                      <a:pt x="828" y="110"/>
                    </a:moveTo>
                    <a:cubicBezTo>
                      <a:pt x="828" y="110"/>
                      <a:pt x="891" y="110"/>
                      <a:pt x="1022" y="131"/>
                    </a:cubicBezTo>
                    <a:cubicBezTo>
                      <a:pt x="1153" y="241"/>
                      <a:pt x="1331" y="346"/>
                      <a:pt x="1546" y="435"/>
                    </a:cubicBezTo>
                    <a:cubicBezTo>
                      <a:pt x="1965" y="634"/>
                      <a:pt x="2358" y="807"/>
                      <a:pt x="2358" y="807"/>
                    </a:cubicBezTo>
                    <a:cubicBezTo>
                      <a:pt x="2268" y="979"/>
                      <a:pt x="2200" y="1110"/>
                      <a:pt x="2158" y="1220"/>
                    </a:cubicBezTo>
                    <a:cubicBezTo>
                      <a:pt x="2138" y="1330"/>
                      <a:pt x="2138" y="1419"/>
                      <a:pt x="2158" y="1503"/>
                    </a:cubicBezTo>
                    <a:cubicBezTo>
                      <a:pt x="2158" y="1634"/>
                      <a:pt x="2227" y="1765"/>
                      <a:pt x="2289" y="1896"/>
                    </a:cubicBezTo>
                    <a:cubicBezTo>
                      <a:pt x="2331" y="1985"/>
                      <a:pt x="2358" y="2006"/>
                      <a:pt x="2378" y="2048"/>
                    </a:cubicBezTo>
                    <a:cubicBezTo>
                      <a:pt x="2358" y="2048"/>
                      <a:pt x="2358" y="2074"/>
                      <a:pt x="2268" y="2095"/>
                    </a:cubicBezTo>
                    <a:cubicBezTo>
                      <a:pt x="2193" y="2109"/>
                      <a:pt x="2087" y="2134"/>
                      <a:pt x="1943" y="2134"/>
                    </a:cubicBezTo>
                    <a:cubicBezTo>
                      <a:pt x="1878" y="2134"/>
                      <a:pt x="1805" y="2129"/>
                      <a:pt x="1724" y="2116"/>
                    </a:cubicBezTo>
                    <a:lnTo>
                      <a:pt x="1677" y="2116"/>
                    </a:lnTo>
                    <a:cubicBezTo>
                      <a:pt x="1284" y="1833"/>
                      <a:pt x="828" y="1503"/>
                      <a:pt x="525" y="1288"/>
                    </a:cubicBezTo>
                    <a:cubicBezTo>
                      <a:pt x="415" y="1199"/>
                      <a:pt x="305" y="1131"/>
                      <a:pt x="216" y="1069"/>
                    </a:cubicBezTo>
                    <a:cubicBezTo>
                      <a:pt x="263" y="1048"/>
                      <a:pt x="305" y="1000"/>
                      <a:pt x="347" y="938"/>
                    </a:cubicBezTo>
                    <a:cubicBezTo>
                      <a:pt x="498" y="718"/>
                      <a:pt x="718" y="325"/>
                      <a:pt x="828" y="110"/>
                    </a:cubicBezTo>
                    <a:close/>
                    <a:moveTo>
                      <a:pt x="786" y="0"/>
                    </a:moveTo>
                    <a:lnTo>
                      <a:pt x="760" y="21"/>
                    </a:lnTo>
                    <a:lnTo>
                      <a:pt x="739" y="42"/>
                    </a:lnTo>
                    <a:cubicBezTo>
                      <a:pt x="629" y="241"/>
                      <a:pt x="415" y="655"/>
                      <a:pt x="263" y="870"/>
                    </a:cubicBezTo>
                    <a:cubicBezTo>
                      <a:pt x="195" y="959"/>
                      <a:pt x="153" y="1000"/>
                      <a:pt x="85" y="1027"/>
                    </a:cubicBezTo>
                    <a:lnTo>
                      <a:pt x="1" y="1048"/>
                    </a:lnTo>
                    <a:lnTo>
                      <a:pt x="85" y="1110"/>
                    </a:lnTo>
                    <a:cubicBezTo>
                      <a:pt x="195" y="1199"/>
                      <a:pt x="305" y="1262"/>
                      <a:pt x="457" y="1372"/>
                    </a:cubicBezTo>
                    <a:cubicBezTo>
                      <a:pt x="760" y="1592"/>
                      <a:pt x="1221" y="1917"/>
                      <a:pt x="1614" y="2205"/>
                    </a:cubicBezTo>
                    <a:lnTo>
                      <a:pt x="1635" y="2226"/>
                    </a:lnTo>
                    <a:lnTo>
                      <a:pt x="1724" y="2226"/>
                    </a:lnTo>
                    <a:cubicBezTo>
                      <a:pt x="1824" y="2242"/>
                      <a:pt x="1914" y="2249"/>
                      <a:pt x="1993" y="2249"/>
                    </a:cubicBezTo>
                    <a:cubicBezTo>
                      <a:pt x="2121" y="2249"/>
                      <a:pt x="2221" y="2231"/>
                      <a:pt x="2289" y="2205"/>
                    </a:cubicBezTo>
                    <a:cubicBezTo>
                      <a:pt x="2420" y="2158"/>
                      <a:pt x="2509" y="2116"/>
                      <a:pt x="2509" y="2116"/>
                    </a:cubicBezTo>
                    <a:lnTo>
                      <a:pt x="2551" y="2074"/>
                    </a:lnTo>
                    <a:lnTo>
                      <a:pt x="2509" y="2027"/>
                    </a:lnTo>
                    <a:cubicBezTo>
                      <a:pt x="2509" y="2027"/>
                      <a:pt x="2462" y="1943"/>
                      <a:pt x="2399" y="1833"/>
                    </a:cubicBezTo>
                    <a:cubicBezTo>
                      <a:pt x="2331" y="1723"/>
                      <a:pt x="2268" y="1592"/>
                      <a:pt x="2268" y="1503"/>
                    </a:cubicBezTo>
                    <a:cubicBezTo>
                      <a:pt x="2248" y="1393"/>
                      <a:pt x="2248" y="1330"/>
                      <a:pt x="2268" y="1241"/>
                    </a:cubicBezTo>
                    <a:cubicBezTo>
                      <a:pt x="2310" y="1158"/>
                      <a:pt x="2358" y="1027"/>
                      <a:pt x="2488" y="828"/>
                    </a:cubicBezTo>
                    <a:lnTo>
                      <a:pt x="2509" y="765"/>
                    </a:lnTo>
                    <a:lnTo>
                      <a:pt x="2420" y="718"/>
                    </a:lnTo>
                    <a:cubicBezTo>
                      <a:pt x="2420" y="718"/>
                      <a:pt x="2028" y="524"/>
                      <a:pt x="1593" y="346"/>
                    </a:cubicBezTo>
                    <a:cubicBezTo>
                      <a:pt x="1373" y="241"/>
                      <a:pt x="1200" y="131"/>
                      <a:pt x="1069" y="42"/>
                    </a:cubicBezTo>
                    <a:lnTo>
                      <a:pt x="1069" y="21"/>
                    </a:lnTo>
                    <a:lnTo>
                      <a:pt x="1048" y="21"/>
                    </a:lnTo>
                    <a:cubicBezTo>
                      <a:pt x="891" y="0"/>
                      <a:pt x="807" y="0"/>
                      <a:pt x="807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Google Shape;647;p33"/>
              <p:cNvSpPr/>
              <p:nvPr/>
            </p:nvSpPr>
            <p:spPr>
              <a:xfrm>
                <a:off x="1371950" y="2671742"/>
                <a:ext cx="377388" cy="253381"/>
              </a:xfrm>
              <a:custGeom>
                <a:avLst/>
                <a:gdLst/>
                <a:ahLst/>
                <a:cxnLst/>
                <a:rect l="l" t="t" r="r" b="b"/>
                <a:pathLst>
                  <a:path w="4431" h="2975" extrusionOk="0">
                    <a:moveTo>
                      <a:pt x="3510" y="1"/>
                    </a:moveTo>
                    <a:cubicBezTo>
                      <a:pt x="3444" y="1"/>
                      <a:pt x="3372" y="4"/>
                      <a:pt x="3294" y="10"/>
                    </a:cubicBezTo>
                    <a:lnTo>
                      <a:pt x="3231" y="10"/>
                    </a:lnTo>
                    <a:cubicBezTo>
                      <a:pt x="3231" y="10"/>
                      <a:pt x="2074" y="293"/>
                      <a:pt x="1268" y="382"/>
                    </a:cubicBezTo>
                    <a:cubicBezTo>
                      <a:pt x="1092" y="400"/>
                      <a:pt x="945" y="405"/>
                      <a:pt x="822" y="405"/>
                    </a:cubicBezTo>
                    <a:cubicBezTo>
                      <a:pt x="660" y="405"/>
                      <a:pt x="538" y="396"/>
                      <a:pt x="444" y="396"/>
                    </a:cubicBezTo>
                    <a:cubicBezTo>
                      <a:pt x="278" y="396"/>
                      <a:pt x="197" y="424"/>
                      <a:pt x="131" y="576"/>
                    </a:cubicBezTo>
                    <a:cubicBezTo>
                      <a:pt x="0" y="858"/>
                      <a:pt x="152" y="1429"/>
                      <a:pt x="173" y="2168"/>
                    </a:cubicBezTo>
                    <a:cubicBezTo>
                      <a:pt x="194" y="2911"/>
                      <a:pt x="393" y="2974"/>
                      <a:pt x="896" y="2974"/>
                    </a:cubicBezTo>
                    <a:cubicBezTo>
                      <a:pt x="1398" y="2974"/>
                      <a:pt x="3928" y="2780"/>
                      <a:pt x="4190" y="2560"/>
                    </a:cubicBezTo>
                    <a:cubicBezTo>
                      <a:pt x="4431" y="2367"/>
                      <a:pt x="4169" y="1450"/>
                      <a:pt x="4148" y="775"/>
                    </a:cubicBezTo>
                    <a:cubicBezTo>
                      <a:pt x="4125" y="162"/>
                      <a:pt x="3959" y="1"/>
                      <a:pt x="351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Google Shape;648;p33"/>
              <p:cNvSpPr/>
              <p:nvPr/>
            </p:nvSpPr>
            <p:spPr>
              <a:xfrm>
                <a:off x="1371950" y="2666206"/>
                <a:ext cx="369808" cy="263516"/>
              </a:xfrm>
              <a:custGeom>
                <a:avLst/>
                <a:gdLst/>
                <a:ahLst/>
                <a:cxnLst/>
                <a:rect l="l" t="t" r="r" b="b"/>
                <a:pathLst>
                  <a:path w="4342" h="3094" extrusionOk="0">
                    <a:moveTo>
                      <a:pt x="3481" y="110"/>
                    </a:moveTo>
                    <a:cubicBezTo>
                      <a:pt x="3682" y="110"/>
                      <a:pt x="3821" y="141"/>
                      <a:pt x="3907" y="227"/>
                    </a:cubicBezTo>
                    <a:cubicBezTo>
                      <a:pt x="4017" y="316"/>
                      <a:pt x="4080" y="489"/>
                      <a:pt x="4080" y="840"/>
                    </a:cubicBezTo>
                    <a:cubicBezTo>
                      <a:pt x="4080" y="1185"/>
                      <a:pt x="4169" y="1578"/>
                      <a:pt x="4211" y="1908"/>
                    </a:cubicBezTo>
                    <a:cubicBezTo>
                      <a:pt x="4232" y="2081"/>
                      <a:pt x="4232" y="2233"/>
                      <a:pt x="4232" y="2364"/>
                    </a:cubicBezTo>
                    <a:cubicBezTo>
                      <a:pt x="4211" y="2474"/>
                      <a:pt x="4190" y="2563"/>
                      <a:pt x="4148" y="2584"/>
                    </a:cubicBezTo>
                    <a:cubicBezTo>
                      <a:pt x="4122" y="2605"/>
                      <a:pt x="4059" y="2625"/>
                      <a:pt x="3970" y="2646"/>
                    </a:cubicBezTo>
                    <a:cubicBezTo>
                      <a:pt x="3886" y="2694"/>
                      <a:pt x="3776" y="2715"/>
                      <a:pt x="3624" y="2735"/>
                    </a:cubicBezTo>
                    <a:cubicBezTo>
                      <a:pt x="3336" y="2777"/>
                      <a:pt x="2990" y="2824"/>
                      <a:pt x="2640" y="2866"/>
                    </a:cubicBezTo>
                    <a:cubicBezTo>
                      <a:pt x="1896" y="2934"/>
                      <a:pt x="1137" y="2976"/>
                      <a:pt x="896" y="2976"/>
                    </a:cubicBezTo>
                    <a:cubicBezTo>
                      <a:pt x="634" y="2976"/>
                      <a:pt x="482" y="2955"/>
                      <a:pt x="393" y="2866"/>
                    </a:cubicBezTo>
                    <a:cubicBezTo>
                      <a:pt x="304" y="2777"/>
                      <a:pt x="241" y="2584"/>
                      <a:pt x="220" y="2233"/>
                    </a:cubicBezTo>
                    <a:cubicBezTo>
                      <a:pt x="220" y="1861"/>
                      <a:pt x="173" y="1536"/>
                      <a:pt x="152" y="1274"/>
                    </a:cubicBezTo>
                    <a:cubicBezTo>
                      <a:pt x="131" y="992"/>
                      <a:pt x="131" y="793"/>
                      <a:pt x="194" y="662"/>
                    </a:cubicBezTo>
                    <a:cubicBezTo>
                      <a:pt x="220" y="599"/>
                      <a:pt x="241" y="552"/>
                      <a:pt x="283" y="531"/>
                    </a:cubicBezTo>
                    <a:cubicBezTo>
                      <a:pt x="325" y="531"/>
                      <a:pt x="372" y="510"/>
                      <a:pt x="456" y="510"/>
                    </a:cubicBezTo>
                    <a:cubicBezTo>
                      <a:pt x="561" y="510"/>
                      <a:pt x="712" y="519"/>
                      <a:pt x="917" y="519"/>
                    </a:cubicBezTo>
                    <a:cubicBezTo>
                      <a:pt x="1020" y="519"/>
                      <a:pt x="1137" y="517"/>
                      <a:pt x="1268" y="510"/>
                    </a:cubicBezTo>
                    <a:cubicBezTo>
                      <a:pt x="2074" y="421"/>
                      <a:pt x="3205" y="138"/>
                      <a:pt x="3231" y="117"/>
                    </a:cubicBezTo>
                    <a:lnTo>
                      <a:pt x="3294" y="117"/>
                    </a:lnTo>
                    <a:cubicBezTo>
                      <a:pt x="3362" y="112"/>
                      <a:pt x="3424" y="110"/>
                      <a:pt x="3481" y="110"/>
                    </a:cubicBezTo>
                    <a:close/>
                    <a:moveTo>
                      <a:pt x="3477" y="0"/>
                    </a:moveTo>
                    <a:cubicBezTo>
                      <a:pt x="3420" y="0"/>
                      <a:pt x="3359" y="3"/>
                      <a:pt x="3294" y="7"/>
                    </a:cubicBezTo>
                    <a:lnTo>
                      <a:pt x="3205" y="7"/>
                    </a:lnTo>
                    <a:cubicBezTo>
                      <a:pt x="3205" y="7"/>
                      <a:pt x="2053" y="316"/>
                      <a:pt x="1268" y="379"/>
                    </a:cubicBezTo>
                    <a:cubicBezTo>
                      <a:pt x="1071" y="400"/>
                      <a:pt x="913" y="405"/>
                      <a:pt x="781" y="405"/>
                    </a:cubicBezTo>
                    <a:cubicBezTo>
                      <a:pt x="650" y="405"/>
                      <a:pt x="545" y="400"/>
                      <a:pt x="456" y="400"/>
                    </a:cubicBezTo>
                    <a:cubicBezTo>
                      <a:pt x="372" y="400"/>
                      <a:pt x="283" y="400"/>
                      <a:pt x="241" y="447"/>
                    </a:cubicBezTo>
                    <a:cubicBezTo>
                      <a:pt x="173" y="468"/>
                      <a:pt x="131" y="531"/>
                      <a:pt x="89" y="620"/>
                    </a:cubicBezTo>
                    <a:cubicBezTo>
                      <a:pt x="0" y="772"/>
                      <a:pt x="21" y="1013"/>
                      <a:pt x="42" y="1274"/>
                    </a:cubicBezTo>
                    <a:cubicBezTo>
                      <a:pt x="63" y="1557"/>
                      <a:pt x="110" y="1861"/>
                      <a:pt x="110" y="2233"/>
                    </a:cubicBezTo>
                    <a:cubicBezTo>
                      <a:pt x="131" y="2605"/>
                      <a:pt x="173" y="2824"/>
                      <a:pt x="304" y="2955"/>
                    </a:cubicBezTo>
                    <a:cubicBezTo>
                      <a:pt x="407" y="3058"/>
                      <a:pt x="552" y="3093"/>
                      <a:pt x="737" y="3093"/>
                    </a:cubicBezTo>
                    <a:cubicBezTo>
                      <a:pt x="787" y="3093"/>
                      <a:pt x="840" y="3091"/>
                      <a:pt x="896" y="3086"/>
                    </a:cubicBezTo>
                    <a:cubicBezTo>
                      <a:pt x="1158" y="3086"/>
                      <a:pt x="1922" y="3039"/>
                      <a:pt x="2640" y="2976"/>
                    </a:cubicBezTo>
                    <a:cubicBezTo>
                      <a:pt x="3011" y="2934"/>
                      <a:pt x="3362" y="2887"/>
                      <a:pt x="3645" y="2845"/>
                    </a:cubicBezTo>
                    <a:cubicBezTo>
                      <a:pt x="3797" y="2824"/>
                      <a:pt x="3907" y="2804"/>
                      <a:pt x="4017" y="2756"/>
                    </a:cubicBezTo>
                    <a:cubicBezTo>
                      <a:pt x="4101" y="2735"/>
                      <a:pt x="4169" y="2715"/>
                      <a:pt x="4211" y="2673"/>
                    </a:cubicBezTo>
                    <a:cubicBezTo>
                      <a:pt x="4300" y="2605"/>
                      <a:pt x="4321" y="2495"/>
                      <a:pt x="4342" y="2364"/>
                    </a:cubicBezTo>
                    <a:cubicBezTo>
                      <a:pt x="4342" y="2233"/>
                      <a:pt x="4342" y="2081"/>
                      <a:pt x="4321" y="1908"/>
                    </a:cubicBezTo>
                    <a:cubicBezTo>
                      <a:pt x="4279" y="1557"/>
                      <a:pt x="4211" y="1164"/>
                      <a:pt x="4190" y="840"/>
                    </a:cubicBezTo>
                    <a:cubicBezTo>
                      <a:pt x="4190" y="468"/>
                      <a:pt x="4122" y="248"/>
                      <a:pt x="3970" y="138"/>
                    </a:cubicBezTo>
                    <a:cubicBezTo>
                      <a:pt x="3850" y="35"/>
                      <a:pt x="3689" y="0"/>
                      <a:pt x="3477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Google Shape;649;p33"/>
              <p:cNvSpPr/>
              <p:nvPr/>
            </p:nvSpPr>
            <p:spPr>
              <a:xfrm>
                <a:off x="1883049" y="3010628"/>
                <a:ext cx="514853" cy="57660"/>
              </a:xfrm>
              <a:custGeom>
                <a:avLst/>
                <a:gdLst/>
                <a:ahLst/>
                <a:cxnLst/>
                <a:rect l="l" t="t" r="r" b="b"/>
                <a:pathLst>
                  <a:path w="6045" h="677" extrusionOk="0">
                    <a:moveTo>
                      <a:pt x="43" y="1"/>
                    </a:moveTo>
                    <a:cubicBezTo>
                      <a:pt x="43" y="1"/>
                      <a:pt x="22" y="22"/>
                      <a:pt x="22" y="43"/>
                    </a:cubicBezTo>
                    <a:lnTo>
                      <a:pt x="1" y="393"/>
                    </a:lnTo>
                    <a:cubicBezTo>
                      <a:pt x="1" y="414"/>
                      <a:pt x="22" y="435"/>
                      <a:pt x="43" y="435"/>
                    </a:cubicBezTo>
                    <a:lnTo>
                      <a:pt x="6002" y="676"/>
                    </a:lnTo>
                    <a:cubicBezTo>
                      <a:pt x="6023" y="676"/>
                      <a:pt x="6023" y="676"/>
                      <a:pt x="6023" y="655"/>
                    </a:cubicBezTo>
                    <a:lnTo>
                      <a:pt x="6044" y="283"/>
                    </a:lnTo>
                    <a:cubicBezTo>
                      <a:pt x="6044" y="263"/>
                      <a:pt x="6023" y="263"/>
                      <a:pt x="6023" y="263"/>
                    </a:cubicBezTo>
                    <a:lnTo>
                      <a:pt x="4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Google Shape;650;p33"/>
              <p:cNvSpPr/>
              <p:nvPr/>
            </p:nvSpPr>
            <p:spPr>
              <a:xfrm>
                <a:off x="1879046" y="3007051"/>
                <a:ext cx="524136" cy="67029"/>
              </a:xfrm>
              <a:custGeom>
                <a:avLst/>
                <a:gdLst/>
                <a:ahLst/>
                <a:cxnLst/>
                <a:rect l="l" t="t" r="r" b="b"/>
                <a:pathLst>
                  <a:path w="6154" h="787" extrusionOk="0">
                    <a:moveTo>
                      <a:pt x="131" y="111"/>
                    </a:moveTo>
                    <a:lnTo>
                      <a:pt x="6023" y="346"/>
                    </a:lnTo>
                    <a:lnTo>
                      <a:pt x="6023" y="676"/>
                    </a:lnTo>
                    <a:lnTo>
                      <a:pt x="110" y="415"/>
                    </a:lnTo>
                    <a:lnTo>
                      <a:pt x="131" y="111"/>
                    </a:lnTo>
                    <a:close/>
                    <a:moveTo>
                      <a:pt x="110" y="1"/>
                    </a:moveTo>
                    <a:cubicBezTo>
                      <a:pt x="48" y="1"/>
                      <a:pt x="1" y="22"/>
                      <a:pt x="1" y="85"/>
                    </a:cubicBezTo>
                    <a:lnTo>
                      <a:pt x="1" y="435"/>
                    </a:lnTo>
                    <a:cubicBezTo>
                      <a:pt x="1" y="477"/>
                      <a:pt x="27" y="524"/>
                      <a:pt x="90" y="545"/>
                    </a:cubicBezTo>
                    <a:lnTo>
                      <a:pt x="6049" y="786"/>
                    </a:lnTo>
                    <a:cubicBezTo>
                      <a:pt x="6091" y="786"/>
                      <a:pt x="6133" y="739"/>
                      <a:pt x="6133" y="697"/>
                    </a:cubicBezTo>
                    <a:lnTo>
                      <a:pt x="6154" y="325"/>
                    </a:lnTo>
                    <a:cubicBezTo>
                      <a:pt x="6154" y="284"/>
                      <a:pt x="6112" y="242"/>
                      <a:pt x="6070" y="242"/>
                    </a:cubicBezTo>
                    <a:lnTo>
                      <a:pt x="110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Google Shape;651;p33"/>
              <p:cNvSpPr/>
              <p:nvPr/>
            </p:nvSpPr>
            <p:spPr>
              <a:xfrm>
                <a:off x="1884837" y="3032942"/>
                <a:ext cx="514767" cy="35346"/>
              </a:xfrm>
              <a:custGeom>
                <a:avLst/>
                <a:gdLst/>
                <a:ahLst/>
                <a:cxnLst/>
                <a:rect l="l" t="t" r="r" b="b"/>
                <a:pathLst>
                  <a:path w="6044" h="415" extrusionOk="0">
                    <a:moveTo>
                      <a:pt x="42" y="1"/>
                    </a:moveTo>
                    <a:cubicBezTo>
                      <a:pt x="22" y="1"/>
                      <a:pt x="1" y="1"/>
                      <a:pt x="1" y="21"/>
                    </a:cubicBezTo>
                    <a:lnTo>
                      <a:pt x="1" y="393"/>
                    </a:lnTo>
                    <a:cubicBezTo>
                      <a:pt x="1" y="414"/>
                      <a:pt x="22" y="414"/>
                      <a:pt x="42" y="414"/>
                    </a:cubicBezTo>
                    <a:lnTo>
                      <a:pt x="6002" y="414"/>
                    </a:lnTo>
                    <a:cubicBezTo>
                      <a:pt x="6023" y="414"/>
                      <a:pt x="6044" y="414"/>
                      <a:pt x="6044" y="393"/>
                    </a:cubicBezTo>
                    <a:lnTo>
                      <a:pt x="6044" y="21"/>
                    </a:lnTo>
                    <a:cubicBezTo>
                      <a:pt x="6044" y="1"/>
                      <a:pt x="6023" y="1"/>
                      <a:pt x="600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Google Shape;652;p33"/>
              <p:cNvSpPr/>
              <p:nvPr/>
            </p:nvSpPr>
            <p:spPr>
              <a:xfrm>
                <a:off x="1881260" y="3027577"/>
                <a:ext cx="521922" cy="46503"/>
              </a:xfrm>
              <a:custGeom>
                <a:avLst/>
                <a:gdLst/>
                <a:ahLst/>
                <a:cxnLst/>
                <a:rect l="l" t="t" r="r" b="b"/>
                <a:pathLst>
                  <a:path w="6128" h="546" extrusionOk="0">
                    <a:moveTo>
                      <a:pt x="6023" y="105"/>
                    </a:moveTo>
                    <a:lnTo>
                      <a:pt x="6023" y="435"/>
                    </a:lnTo>
                    <a:lnTo>
                      <a:pt x="105" y="435"/>
                    </a:lnTo>
                    <a:lnTo>
                      <a:pt x="105" y="105"/>
                    </a:lnTo>
                    <a:close/>
                    <a:moveTo>
                      <a:pt x="84" y="1"/>
                    </a:moveTo>
                    <a:cubicBezTo>
                      <a:pt x="43" y="1"/>
                      <a:pt x="1" y="43"/>
                      <a:pt x="1" y="84"/>
                    </a:cubicBezTo>
                    <a:lnTo>
                      <a:pt x="1" y="456"/>
                    </a:lnTo>
                    <a:cubicBezTo>
                      <a:pt x="1" y="498"/>
                      <a:pt x="43" y="545"/>
                      <a:pt x="84" y="545"/>
                    </a:cubicBezTo>
                    <a:lnTo>
                      <a:pt x="6044" y="545"/>
                    </a:lnTo>
                    <a:cubicBezTo>
                      <a:pt x="6086" y="545"/>
                      <a:pt x="6128" y="498"/>
                      <a:pt x="6128" y="456"/>
                    </a:cubicBezTo>
                    <a:lnTo>
                      <a:pt x="6128" y="84"/>
                    </a:lnTo>
                    <a:cubicBezTo>
                      <a:pt x="6128" y="43"/>
                      <a:pt x="6086" y="1"/>
                      <a:pt x="6044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Google Shape;653;p33"/>
              <p:cNvSpPr/>
              <p:nvPr/>
            </p:nvSpPr>
            <p:spPr>
              <a:xfrm>
                <a:off x="1427650" y="3010628"/>
                <a:ext cx="514853" cy="57660"/>
              </a:xfrm>
              <a:custGeom>
                <a:avLst/>
                <a:gdLst/>
                <a:ahLst/>
                <a:cxnLst/>
                <a:rect l="l" t="t" r="r" b="b"/>
                <a:pathLst>
                  <a:path w="6045" h="677" extrusionOk="0">
                    <a:moveTo>
                      <a:pt x="64" y="1"/>
                    </a:moveTo>
                    <a:cubicBezTo>
                      <a:pt x="43" y="1"/>
                      <a:pt x="22" y="22"/>
                      <a:pt x="22" y="43"/>
                    </a:cubicBezTo>
                    <a:lnTo>
                      <a:pt x="1" y="393"/>
                    </a:lnTo>
                    <a:cubicBezTo>
                      <a:pt x="1" y="414"/>
                      <a:pt x="22" y="435"/>
                      <a:pt x="43" y="435"/>
                    </a:cubicBezTo>
                    <a:lnTo>
                      <a:pt x="6002" y="676"/>
                    </a:lnTo>
                    <a:cubicBezTo>
                      <a:pt x="6023" y="676"/>
                      <a:pt x="6023" y="676"/>
                      <a:pt x="6023" y="655"/>
                    </a:cubicBezTo>
                    <a:lnTo>
                      <a:pt x="6044" y="283"/>
                    </a:lnTo>
                    <a:cubicBezTo>
                      <a:pt x="6044" y="263"/>
                      <a:pt x="6023" y="263"/>
                      <a:pt x="6023" y="263"/>
                    </a:cubicBezTo>
                    <a:lnTo>
                      <a:pt x="6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Google Shape;654;p33"/>
              <p:cNvSpPr/>
              <p:nvPr/>
            </p:nvSpPr>
            <p:spPr>
              <a:xfrm>
                <a:off x="1424073" y="3007051"/>
                <a:ext cx="524221" cy="67029"/>
              </a:xfrm>
              <a:custGeom>
                <a:avLst/>
                <a:gdLst/>
                <a:ahLst/>
                <a:cxnLst/>
                <a:rect l="l" t="t" r="r" b="b"/>
                <a:pathLst>
                  <a:path w="6155" h="787" extrusionOk="0">
                    <a:moveTo>
                      <a:pt x="132" y="111"/>
                    </a:moveTo>
                    <a:lnTo>
                      <a:pt x="6023" y="346"/>
                    </a:lnTo>
                    <a:lnTo>
                      <a:pt x="6023" y="676"/>
                    </a:lnTo>
                    <a:lnTo>
                      <a:pt x="106" y="415"/>
                    </a:lnTo>
                    <a:lnTo>
                      <a:pt x="132" y="111"/>
                    </a:lnTo>
                    <a:close/>
                    <a:moveTo>
                      <a:pt x="106" y="1"/>
                    </a:moveTo>
                    <a:cubicBezTo>
                      <a:pt x="43" y="1"/>
                      <a:pt x="22" y="22"/>
                      <a:pt x="1" y="64"/>
                    </a:cubicBezTo>
                    <a:lnTo>
                      <a:pt x="1" y="435"/>
                    </a:lnTo>
                    <a:cubicBezTo>
                      <a:pt x="1" y="477"/>
                      <a:pt x="22" y="524"/>
                      <a:pt x="85" y="524"/>
                    </a:cubicBezTo>
                    <a:lnTo>
                      <a:pt x="6044" y="786"/>
                    </a:lnTo>
                    <a:cubicBezTo>
                      <a:pt x="6086" y="786"/>
                      <a:pt x="6128" y="739"/>
                      <a:pt x="6128" y="697"/>
                    </a:cubicBezTo>
                    <a:lnTo>
                      <a:pt x="6154" y="325"/>
                    </a:lnTo>
                    <a:cubicBezTo>
                      <a:pt x="6154" y="284"/>
                      <a:pt x="6107" y="242"/>
                      <a:pt x="6065" y="242"/>
                    </a:cubicBezTo>
                    <a:lnTo>
                      <a:pt x="106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Google Shape;655;p33"/>
              <p:cNvSpPr/>
              <p:nvPr/>
            </p:nvSpPr>
            <p:spPr>
              <a:xfrm>
                <a:off x="1429439" y="3010628"/>
                <a:ext cx="968468" cy="22400"/>
              </a:xfrm>
              <a:custGeom>
                <a:avLst/>
                <a:gdLst/>
                <a:ahLst/>
                <a:cxnLst/>
                <a:rect l="l" t="t" r="r" b="b"/>
                <a:pathLst>
                  <a:path w="11371" h="263" extrusionOk="0">
                    <a:moveTo>
                      <a:pt x="1" y="1"/>
                    </a:moveTo>
                    <a:lnTo>
                      <a:pt x="6023" y="263"/>
                    </a:lnTo>
                    <a:lnTo>
                      <a:pt x="11370" y="263"/>
                    </a:lnTo>
                    <a:lnTo>
                      <a:pt x="534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Google Shape;656;p33"/>
              <p:cNvSpPr/>
              <p:nvPr/>
            </p:nvSpPr>
            <p:spPr>
              <a:xfrm>
                <a:off x="1429439" y="3007618"/>
                <a:ext cx="968468" cy="29554"/>
              </a:xfrm>
              <a:custGeom>
                <a:avLst/>
                <a:gdLst/>
                <a:ahLst/>
                <a:cxnLst/>
                <a:rect l="l" t="t" r="r" b="b"/>
                <a:pathLst>
                  <a:path w="11371" h="347" extrusionOk="0">
                    <a:moveTo>
                      <a:pt x="5348" y="111"/>
                    </a:moveTo>
                    <a:lnTo>
                      <a:pt x="8663" y="242"/>
                    </a:lnTo>
                    <a:lnTo>
                      <a:pt x="6023" y="242"/>
                    </a:lnTo>
                    <a:lnTo>
                      <a:pt x="2729" y="111"/>
                    </a:lnTo>
                    <a:close/>
                    <a:moveTo>
                      <a:pt x="1" y="1"/>
                    </a:moveTo>
                    <a:lnTo>
                      <a:pt x="1" y="111"/>
                    </a:lnTo>
                    <a:lnTo>
                      <a:pt x="22" y="111"/>
                    </a:lnTo>
                    <a:lnTo>
                      <a:pt x="6023" y="346"/>
                    </a:lnTo>
                    <a:lnTo>
                      <a:pt x="11370" y="346"/>
                    </a:lnTo>
                    <a:lnTo>
                      <a:pt x="11370" y="242"/>
                    </a:lnTo>
                    <a:lnTo>
                      <a:pt x="5348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Google Shape;657;p33"/>
              <p:cNvSpPr/>
              <p:nvPr/>
            </p:nvSpPr>
            <p:spPr>
              <a:xfrm>
                <a:off x="1908940" y="2592705"/>
                <a:ext cx="256532" cy="475589"/>
              </a:xfrm>
              <a:custGeom>
                <a:avLst/>
                <a:gdLst/>
                <a:ahLst/>
                <a:cxnLst/>
                <a:rect l="l" t="t" r="r" b="b"/>
                <a:pathLst>
                  <a:path w="3012" h="5584" extrusionOk="0">
                    <a:moveTo>
                      <a:pt x="2661" y="1"/>
                    </a:moveTo>
                    <a:cubicBezTo>
                      <a:pt x="2640" y="1"/>
                      <a:pt x="2619" y="1"/>
                      <a:pt x="2619" y="22"/>
                    </a:cubicBezTo>
                    <a:lnTo>
                      <a:pt x="0" y="5369"/>
                    </a:lnTo>
                    <a:cubicBezTo>
                      <a:pt x="0" y="5389"/>
                      <a:pt x="0" y="5410"/>
                      <a:pt x="21" y="5410"/>
                    </a:cubicBezTo>
                    <a:lnTo>
                      <a:pt x="351" y="5583"/>
                    </a:lnTo>
                    <a:cubicBezTo>
                      <a:pt x="372" y="5583"/>
                      <a:pt x="393" y="5583"/>
                      <a:pt x="393" y="5562"/>
                    </a:cubicBezTo>
                    <a:lnTo>
                      <a:pt x="2991" y="194"/>
                    </a:lnTo>
                    <a:cubicBezTo>
                      <a:pt x="3012" y="174"/>
                      <a:pt x="3012" y="174"/>
                      <a:pt x="2991" y="153"/>
                    </a:cubicBezTo>
                    <a:lnTo>
                      <a:pt x="266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Google Shape;658;p33"/>
              <p:cNvSpPr/>
              <p:nvPr/>
            </p:nvSpPr>
            <p:spPr>
              <a:xfrm>
                <a:off x="1903574" y="2587510"/>
                <a:ext cx="267689" cy="485469"/>
              </a:xfrm>
              <a:custGeom>
                <a:avLst/>
                <a:gdLst/>
                <a:ahLst/>
                <a:cxnLst/>
                <a:rect l="l" t="t" r="r" b="b"/>
                <a:pathLst>
                  <a:path w="3143" h="5700" extrusionOk="0">
                    <a:moveTo>
                      <a:pt x="2724" y="125"/>
                    </a:moveTo>
                    <a:lnTo>
                      <a:pt x="3012" y="255"/>
                    </a:lnTo>
                    <a:lnTo>
                      <a:pt x="414" y="5581"/>
                    </a:lnTo>
                    <a:lnTo>
                      <a:pt x="131" y="5450"/>
                    </a:lnTo>
                    <a:lnTo>
                      <a:pt x="2724" y="125"/>
                    </a:lnTo>
                    <a:close/>
                    <a:moveTo>
                      <a:pt x="2687" y="1"/>
                    </a:moveTo>
                    <a:cubicBezTo>
                      <a:pt x="2658" y="1"/>
                      <a:pt x="2631" y="11"/>
                      <a:pt x="2619" y="36"/>
                    </a:cubicBezTo>
                    <a:lnTo>
                      <a:pt x="22" y="5403"/>
                    </a:lnTo>
                    <a:cubicBezTo>
                      <a:pt x="1" y="5450"/>
                      <a:pt x="22" y="5513"/>
                      <a:pt x="63" y="5534"/>
                    </a:cubicBezTo>
                    <a:lnTo>
                      <a:pt x="393" y="5691"/>
                    </a:lnTo>
                    <a:cubicBezTo>
                      <a:pt x="404" y="5697"/>
                      <a:pt x="415" y="5700"/>
                      <a:pt x="426" y="5700"/>
                    </a:cubicBezTo>
                    <a:cubicBezTo>
                      <a:pt x="456" y="5700"/>
                      <a:pt x="483" y="5679"/>
                      <a:pt x="498" y="5644"/>
                    </a:cubicBezTo>
                    <a:lnTo>
                      <a:pt x="3117" y="276"/>
                    </a:lnTo>
                    <a:cubicBezTo>
                      <a:pt x="3143" y="235"/>
                      <a:pt x="3117" y="193"/>
                      <a:pt x="3075" y="166"/>
                    </a:cubicBezTo>
                    <a:lnTo>
                      <a:pt x="2750" y="15"/>
                    </a:lnTo>
                    <a:cubicBezTo>
                      <a:pt x="2730" y="6"/>
                      <a:pt x="2708" y="1"/>
                      <a:pt x="2687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Google Shape;659;p33"/>
              <p:cNvSpPr/>
              <p:nvPr/>
            </p:nvSpPr>
            <p:spPr>
              <a:xfrm>
                <a:off x="2364338" y="2592705"/>
                <a:ext cx="256532" cy="475589"/>
              </a:xfrm>
              <a:custGeom>
                <a:avLst/>
                <a:gdLst/>
                <a:ahLst/>
                <a:cxnLst/>
                <a:rect l="l" t="t" r="r" b="b"/>
                <a:pathLst>
                  <a:path w="3012" h="5584" extrusionOk="0">
                    <a:moveTo>
                      <a:pt x="2661" y="1"/>
                    </a:moveTo>
                    <a:cubicBezTo>
                      <a:pt x="2640" y="1"/>
                      <a:pt x="2640" y="1"/>
                      <a:pt x="2619" y="22"/>
                    </a:cubicBezTo>
                    <a:lnTo>
                      <a:pt x="21" y="5369"/>
                    </a:lnTo>
                    <a:cubicBezTo>
                      <a:pt x="0" y="5389"/>
                      <a:pt x="21" y="5410"/>
                      <a:pt x="21" y="5410"/>
                    </a:cubicBezTo>
                    <a:lnTo>
                      <a:pt x="372" y="5583"/>
                    </a:lnTo>
                    <a:cubicBezTo>
                      <a:pt x="372" y="5583"/>
                      <a:pt x="393" y="5583"/>
                      <a:pt x="393" y="5562"/>
                    </a:cubicBezTo>
                    <a:lnTo>
                      <a:pt x="3011" y="194"/>
                    </a:lnTo>
                    <a:cubicBezTo>
                      <a:pt x="3011" y="174"/>
                      <a:pt x="3011" y="174"/>
                      <a:pt x="2991" y="153"/>
                    </a:cubicBezTo>
                    <a:lnTo>
                      <a:pt x="266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Google Shape;660;p33"/>
              <p:cNvSpPr/>
              <p:nvPr/>
            </p:nvSpPr>
            <p:spPr>
              <a:xfrm>
                <a:off x="2358546" y="2587510"/>
                <a:ext cx="267689" cy="485469"/>
              </a:xfrm>
              <a:custGeom>
                <a:avLst/>
                <a:gdLst/>
                <a:ahLst/>
                <a:cxnLst/>
                <a:rect l="l" t="t" r="r" b="b"/>
                <a:pathLst>
                  <a:path w="3143" h="5700" extrusionOk="0">
                    <a:moveTo>
                      <a:pt x="2729" y="125"/>
                    </a:moveTo>
                    <a:lnTo>
                      <a:pt x="3011" y="255"/>
                    </a:lnTo>
                    <a:lnTo>
                      <a:pt x="440" y="5581"/>
                    </a:lnTo>
                    <a:lnTo>
                      <a:pt x="157" y="5450"/>
                    </a:lnTo>
                    <a:lnTo>
                      <a:pt x="2729" y="125"/>
                    </a:lnTo>
                    <a:close/>
                    <a:moveTo>
                      <a:pt x="2699" y="1"/>
                    </a:moveTo>
                    <a:cubicBezTo>
                      <a:pt x="2677" y="1"/>
                      <a:pt x="2657" y="11"/>
                      <a:pt x="2645" y="36"/>
                    </a:cubicBezTo>
                    <a:lnTo>
                      <a:pt x="26" y="5403"/>
                    </a:lnTo>
                    <a:cubicBezTo>
                      <a:pt x="0" y="5450"/>
                      <a:pt x="26" y="5513"/>
                      <a:pt x="68" y="5534"/>
                    </a:cubicBezTo>
                    <a:lnTo>
                      <a:pt x="393" y="5691"/>
                    </a:lnTo>
                    <a:cubicBezTo>
                      <a:pt x="405" y="5697"/>
                      <a:pt x="419" y="5700"/>
                      <a:pt x="432" y="5700"/>
                    </a:cubicBezTo>
                    <a:cubicBezTo>
                      <a:pt x="470" y="5700"/>
                      <a:pt x="508" y="5679"/>
                      <a:pt x="524" y="5644"/>
                    </a:cubicBezTo>
                    <a:lnTo>
                      <a:pt x="3121" y="276"/>
                    </a:lnTo>
                    <a:cubicBezTo>
                      <a:pt x="3142" y="235"/>
                      <a:pt x="3121" y="193"/>
                      <a:pt x="3079" y="166"/>
                    </a:cubicBezTo>
                    <a:lnTo>
                      <a:pt x="2750" y="15"/>
                    </a:lnTo>
                    <a:cubicBezTo>
                      <a:pt x="2732" y="6"/>
                      <a:pt x="2715" y="1"/>
                      <a:pt x="2699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Google Shape;661;p33"/>
              <p:cNvSpPr/>
              <p:nvPr/>
            </p:nvSpPr>
            <p:spPr>
              <a:xfrm>
                <a:off x="2131912" y="2590491"/>
                <a:ext cx="490750" cy="17034"/>
              </a:xfrm>
              <a:custGeom>
                <a:avLst/>
                <a:gdLst/>
                <a:ahLst/>
                <a:cxnLst/>
                <a:rect l="l" t="t" r="r" b="b"/>
                <a:pathLst>
                  <a:path w="5762" h="200" extrusionOk="0">
                    <a:moveTo>
                      <a:pt x="1" y="1"/>
                    </a:moveTo>
                    <a:lnTo>
                      <a:pt x="394" y="200"/>
                    </a:lnTo>
                    <a:lnTo>
                      <a:pt x="5761" y="200"/>
                    </a:lnTo>
                    <a:lnTo>
                      <a:pt x="536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Google Shape;662;p33"/>
              <p:cNvSpPr/>
              <p:nvPr/>
            </p:nvSpPr>
            <p:spPr>
              <a:xfrm>
                <a:off x="2130123" y="2586914"/>
                <a:ext cx="494327" cy="25977"/>
              </a:xfrm>
              <a:custGeom>
                <a:avLst/>
                <a:gdLst/>
                <a:ahLst/>
                <a:cxnLst/>
                <a:rect l="l" t="t" r="r" b="b"/>
                <a:pathLst>
                  <a:path w="5804" h="305" extrusionOk="0">
                    <a:moveTo>
                      <a:pt x="5369" y="111"/>
                    </a:moveTo>
                    <a:lnTo>
                      <a:pt x="5521" y="173"/>
                    </a:lnTo>
                    <a:lnTo>
                      <a:pt x="436" y="173"/>
                    </a:lnTo>
                    <a:lnTo>
                      <a:pt x="284" y="111"/>
                    </a:lnTo>
                    <a:close/>
                    <a:moveTo>
                      <a:pt x="22" y="1"/>
                    </a:moveTo>
                    <a:lnTo>
                      <a:pt x="1" y="111"/>
                    </a:lnTo>
                    <a:lnTo>
                      <a:pt x="415" y="304"/>
                    </a:lnTo>
                    <a:lnTo>
                      <a:pt x="5782" y="304"/>
                    </a:lnTo>
                    <a:lnTo>
                      <a:pt x="5803" y="200"/>
                    </a:lnTo>
                    <a:lnTo>
                      <a:pt x="5390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Google Shape;663;p33"/>
              <p:cNvSpPr/>
              <p:nvPr/>
            </p:nvSpPr>
            <p:spPr>
              <a:xfrm>
                <a:off x="1940623" y="2607440"/>
                <a:ext cx="682041" cy="460855"/>
              </a:xfrm>
              <a:custGeom>
                <a:avLst/>
                <a:gdLst/>
                <a:ahLst/>
                <a:cxnLst/>
                <a:rect l="l" t="t" r="r" b="b"/>
                <a:pathLst>
                  <a:path w="8008" h="5411" extrusionOk="0">
                    <a:moveTo>
                      <a:pt x="2640" y="1"/>
                    </a:moveTo>
                    <a:lnTo>
                      <a:pt x="0" y="5410"/>
                    </a:lnTo>
                    <a:lnTo>
                      <a:pt x="5347" y="5410"/>
                    </a:lnTo>
                    <a:lnTo>
                      <a:pt x="8007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Google Shape;664;p33"/>
              <p:cNvSpPr/>
              <p:nvPr/>
            </p:nvSpPr>
            <p:spPr>
              <a:xfrm>
                <a:off x="1933043" y="2601648"/>
                <a:ext cx="697202" cy="472438"/>
              </a:xfrm>
              <a:custGeom>
                <a:avLst/>
                <a:gdLst/>
                <a:ahLst/>
                <a:cxnLst/>
                <a:rect l="l" t="t" r="r" b="b"/>
                <a:pathLst>
                  <a:path w="8186" h="5547" extrusionOk="0">
                    <a:moveTo>
                      <a:pt x="7986" y="131"/>
                    </a:moveTo>
                    <a:lnTo>
                      <a:pt x="5415" y="5436"/>
                    </a:lnTo>
                    <a:lnTo>
                      <a:pt x="178" y="5436"/>
                    </a:lnTo>
                    <a:lnTo>
                      <a:pt x="2771" y="131"/>
                    </a:lnTo>
                    <a:close/>
                    <a:moveTo>
                      <a:pt x="2687" y="0"/>
                    </a:moveTo>
                    <a:lnTo>
                      <a:pt x="0" y="5546"/>
                    </a:lnTo>
                    <a:lnTo>
                      <a:pt x="5478" y="5546"/>
                    </a:lnTo>
                    <a:lnTo>
                      <a:pt x="8185" y="0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Google Shape;665;p33"/>
              <p:cNvSpPr/>
              <p:nvPr/>
            </p:nvSpPr>
            <p:spPr>
              <a:xfrm>
                <a:off x="1533345" y="2748223"/>
                <a:ext cx="260620" cy="104418"/>
              </a:xfrm>
              <a:custGeom>
                <a:avLst/>
                <a:gdLst/>
                <a:ahLst/>
                <a:cxnLst/>
                <a:rect l="l" t="t" r="r" b="b"/>
                <a:pathLst>
                  <a:path w="3060" h="1226" extrusionOk="0">
                    <a:moveTo>
                      <a:pt x="958" y="0"/>
                    </a:moveTo>
                    <a:cubicBezTo>
                      <a:pt x="472" y="0"/>
                      <a:pt x="158" y="159"/>
                      <a:pt x="158" y="159"/>
                    </a:cubicBezTo>
                    <a:cubicBezTo>
                      <a:pt x="158" y="159"/>
                      <a:pt x="1" y="374"/>
                      <a:pt x="48" y="683"/>
                    </a:cubicBezTo>
                    <a:cubicBezTo>
                      <a:pt x="90" y="987"/>
                      <a:pt x="200" y="1055"/>
                      <a:pt x="766" y="1186"/>
                    </a:cubicBezTo>
                    <a:cubicBezTo>
                      <a:pt x="884" y="1213"/>
                      <a:pt x="1034" y="1225"/>
                      <a:pt x="1199" y="1225"/>
                    </a:cubicBezTo>
                    <a:cubicBezTo>
                      <a:pt x="1825" y="1225"/>
                      <a:pt x="2665" y="1051"/>
                      <a:pt x="2839" y="877"/>
                    </a:cubicBezTo>
                    <a:cubicBezTo>
                      <a:pt x="3059" y="636"/>
                      <a:pt x="2860" y="29"/>
                      <a:pt x="2557" y="8"/>
                    </a:cubicBezTo>
                    <a:cubicBezTo>
                      <a:pt x="2500" y="3"/>
                      <a:pt x="2439" y="1"/>
                      <a:pt x="2374" y="1"/>
                    </a:cubicBezTo>
                    <a:cubicBezTo>
                      <a:pt x="2150" y="1"/>
                      <a:pt x="1873" y="22"/>
                      <a:pt x="1558" y="22"/>
                    </a:cubicBezTo>
                    <a:cubicBezTo>
                      <a:pt x="1424" y="22"/>
                      <a:pt x="1284" y="18"/>
                      <a:pt x="1137" y="8"/>
                    </a:cubicBezTo>
                    <a:cubicBezTo>
                      <a:pt x="1075" y="3"/>
                      <a:pt x="1015" y="0"/>
                      <a:pt x="958" y="0"/>
                    </a:cubicBezTo>
                    <a:close/>
                  </a:path>
                </a:pathLst>
              </a:custGeom>
              <a:solidFill>
                <a:srgbClr val="FFEBD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Google Shape;666;p33"/>
              <p:cNvSpPr/>
              <p:nvPr/>
            </p:nvSpPr>
            <p:spPr>
              <a:xfrm>
                <a:off x="1528065" y="2742602"/>
                <a:ext cx="261898" cy="115405"/>
              </a:xfrm>
              <a:custGeom>
                <a:avLst/>
                <a:gdLst/>
                <a:ahLst/>
                <a:cxnLst/>
                <a:rect l="l" t="t" r="r" b="b"/>
                <a:pathLst>
                  <a:path w="3075" h="1355" extrusionOk="0">
                    <a:moveTo>
                      <a:pt x="1025" y="109"/>
                    </a:moveTo>
                    <a:cubicBezTo>
                      <a:pt x="1080" y="109"/>
                      <a:pt x="1139" y="111"/>
                      <a:pt x="1199" y="116"/>
                    </a:cubicBezTo>
                    <a:cubicBezTo>
                      <a:pt x="1417" y="138"/>
                      <a:pt x="1621" y="144"/>
                      <a:pt x="1806" y="144"/>
                    </a:cubicBezTo>
                    <a:cubicBezTo>
                      <a:pt x="2063" y="144"/>
                      <a:pt x="2285" y="132"/>
                      <a:pt x="2463" y="132"/>
                    </a:cubicBezTo>
                    <a:cubicBezTo>
                      <a:pt x="2520" y="132"/>
                      <a:pt x="2571" y="133"/>
                      <a:pt x="2619" y="136"/>
                    </a:cubicBezTo>
                    <a:cubicBezTo>
                      <a:pt x="2660" y="136"/>
                      <a:pt x="2729" y="157"/>
                      <a:pt x="2791" y="225"/>
                    </a:cubicBezTo>
                    <a:cubicBezTo>
                      <a:pt x="2838" y="267"/>
                      <a:pt x="2880" y="356"/>
                      <a:pt x="2901" y="440"/>
                    </a:cubicBezTo>
                    <a:cubicBezTo>
                      <a:pt x="2969" y="618"/>
                      <a:pt x="2943" y="812"/>
                      <a:pt x="2880" y="901"/>
                    </a:cubicBezTo>
                    <a:cubicBezTo>
                      <a:pt x="2838" y="943"/>
                      <a:pt x="2708" y="1011"/>
                      <a:pt x="2550" y="1053"/>
                    </a:cubicBezTo>
                    <a:cubicBezTo>
                      <a:pt x="2399" y="1095"/>
                      <a:pt x="2205" y="1142"/>
                      <a:pt x="1985" y="1184"/>
                    </a:cubicBezTo>
                    <a:cubicBezTo>
                      <a:pt x="1747" y="1223"/>
                      <a:pt x="1493" y="1247"/>
                      <a:pt x="1271" y="1247"/>
                    </a:cubicBezTo>
                    <a:cubicBezTo>
                      <a:pt x="1107" y="1247"/>
                      <a:pt x="960" y="1234"/>
                      <a:pt x="848" y="1205"/>
                    </a:cubicBezTo>
                    <a:cubicBezTo>
                      <a:pt x="566" y="1142"/>
                      <a:pt x="393" y="1074"/>
                      <a:pt x="304" y="1011"/>
                    </a:cubicBezTo>
                    <a:cubicBezTo>
                      <a:pt x="220" y="943"/>
                      <a:pt x="194" y="880"/>
                      <a:pt x="173" y="728"/>
                    </a:cubicBezTo>
                    <a:cubicBezTo>
                      <a:pt x="110" y="466"/>
                      <a:pt x="262" y="267"/>
                      <a:pt x="262" y="267"/>
                    </a:cubicBezTo>
                    <a:cubicBezTo>
                      <a:pt x="281" y="249"/>
                      <a:pt x="562" y="109"/>
                      <a:pt x="1025" y="109"/>
                    </a:cubicBezTo>
                    <a:close/>
                    <a:moveTo>
                      <a:pt x="1041" y="0"/>
                    </a:moveTo>
                    <a:cubicBezTo>
                      <a:pt x="520" y="0"/>
                      <a:pt x="194" y="178"/>
                      <a:pt x="194" y="178"/>
                    </a:cubicBezTo>
                    <a:lnTo>
                      <a:pt x="173" y="178"/>
                    </a:lnTo>
                    <a:cubicBezTo>
                      <a:pt x="173" y="178"/>
                      <a:pt x="0" y="419"/>
                      <a:pt x="42" y="749"/>
                    </a:cubicBezTo>
                    <a:cubicBezTo>
                      <a:pt x="89" y="901"/>
                      <a:pt x="131" y="1032"/>
                      <a:pt x="241" y="1095"/>
                    </a:cubicBezTo>
                    <a:cubicBezTo>
                      <a:pt x="351" y="1184"/>
                      <a:pt x="524" y="1252"/>
                      <a:pt x="807" y="1315"/>
                    </a:cubicBezTo>
                    <a:cubicBezTo>
                      <a:pt x="932" y="1343"/>
                      <a:pt x="1088" y="1355"/>
                      <a:pt x="1257" y="1355"/>
                    </a:cubicBezTo>
                    <a:cubicBezTo>
                      <a:pt x="1497" y="1355"/>
                      <a:pt x="1763" y="1331"/>
                      <a:pt x="2006" y="1294"/>
                    </a:cubicBezTo>
                    <a:cubicBezTo>
                      <a:pt x="2226" y="1252"/>
                      <a:pt x="2420" y="1205"/>
                      <a:pt x="2598" y="1163"/>
                    </a:cubicBezTo>
                    <a:cubicBezTo>
                      <a:pt x="2749" y="1121"/>
                      <a:pt x="2880" y="1053"/>
                      <a:pt x="2943" y="990"/>
                    </a:cubicBezTo>
                    <a:cubicBezTo>
                      <a:pt x="3074" y="833"/>
                      <a:pt x="3074" y="597"/>
                      <a:pt x="3011" y="398"/>
                    </a:cubicBezTo>
                    <a:cubicBezTo>
                      <a:pt x="2990" y="309"/>
                      <a:pt x="2922" y="225"/>
                      <a:pt x="2859" y="136"/>
                    </a:cubicBezTo>
                    <a:cubicBezTo>
                      <a:pt x="2791" y="74"/>
                      <a:pt x="2708" y="26"/>
                      <a:pt x="2619" y="6"/>
                    </a:cubicBezTo>
                    <a:cubicBezTo>
                      <a:pt x="2399" y="6"/>
                      <a:pt x="2104" y="36"/>
                      <a:pt x="1757" y="36"/>
                    </a:cubicBezTo>
                    <a:cubicBezTo>
                      <a:pt x="1583" y="36"/>
                      <a:pt x="1397" y="28"/>
                      <a:pt x="1199" y="6"/>
                    </a:cubicBezTo>
                    <a:cubicBezTo>
                      <a:pt x="1145" y="2"/>
                      <a:pt x="1092" y="0"/>
                      <a:pt x="1041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Google Shape;667;p33"/>
              <p:cNvSpPr/>
              <p:nvPr/>
            </p:nvSpPr>
            <p:spPr>
              <a:xfrm>
                <a:off x="879503" y="2206125"/>
                <a:ext cx="446120" cy="754691"/>
              </a:xfrm>
              <a:custGeom>
                <a:avLst/>
                <a:gdLst/>
                <a:ahLst/>
                <a:cxnLst/>
                <a:rect l="l" t="t" r="r" b="b"/>
                <a:pathLst>
                  <a:path w="5238" h="8861" extrusionOk="0">
                    <a:moveTo>
                      <a:pt x="2648" y="1"/>
                    </a:moveTo>
                    <a:cubicBezTo>
                      <a:pt x="1953" y="1"/>
                      <a:pt x="841" y="1226"/>
                      <a:pt x="435" y="2838"/>
                    </a:cubicBezTo>
                    <a:cubicBezTo>
                      <a:pt x="1" y="4561"/>
                      <a:pt x="739" y="6938"/>
                      <a:pt x="2048" y="7897"/>
                    </a:cubicBezTo>
                    <a:cubicBezTo>
                      <a:pt x="3357" y="8860"/>
                      <a:pt x="3928" y="8860"/>
                      <a:pt x="3928" y="8860"/>
                    </a:cubicBezTo>
                    <a:lnTo>
                      <a:pt x="5238" y="5891"/>
                    </a:lnTo>
                    <a:cubicBezTo>
                      <a:pt x="5238" y="5891"/>
                      <a:pt x="4143" y="5367"/>
                      <a:pt x="3729" y="4644"/>
                    </a:cubicBezTo>
                    <a:cubicBezTo>
                      <a:pt x="3316" y="3927"/>
                      <a:pt x="3515" y="2136"/>
                      <a:pt x="3646" y="1570"/>
                    </a:cubicBezTo>
                    <a:cubicBezTo>
                      <a:pt x="3776" y="979"/>
                      <a:pt x="3488" y="219"/>
                      <a:pt x="2792" y="20"/>
                    </a:cubicBezTo>
                    <a:cubicBezTo>
                      <a:pt x="2747" y="7"/>
                      <a:pt x="2699" y="1"/>
                      <a:pt x="264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Google Shape;668;p33"/>
              <p:cNvSpPr/>
              <p:nvPr/>
            </p:nvSpPr>
            <p:spPr>
              <a:xfrm>
                <a:off x="890661" y="2200929"/>
                <a:ext cx="438540" cy="763464"/>
              </a:xfrm>
              <a:custGeom>
                <a:avLst/>
                <a:gdLst/>
                <a:ahLst/>
                <a:cxnLst/>
                <a:rect l="l" t="t" r="r" b="b"/>
                <a:pathLst>
                  <a:path w="5149" h="8964" extrusionOk="0">
                    <a:moveTo>
                      <a:pt x="2519" y="108"/>
                    </a:moveTo>
                    <a:cubicBezTo>
                      <a:pt x="2562" y="108"/>
                      <a:pt x="2602" y="113"/>
                      <a:pt x="2640" y="123"/>
                    </a:cubicBezTo>
                    <a:cubicBezTo>
                      <a:pt x="2944" y="212"/>
                      <a:pt x="3185" y="453"/>
                      <a:pt x="3316" y="736"/>
                    </a:cubicBezTo>
                    <a:cubicBezTo>
                      <a:pt x="3446" y="998"/>
                      <a:pt x="3488" y="1328"/>
                      <a:pt x="3425" y="1610"/>
                    </a:cubicBezTo>
                    <a:cubicBezTo>
                      <a:pt x="3357" y="1893"/>
                      <a:pt x="3274" y="2480"/>
                      <a:pt x="3274" y="3092"/>
                    </a:cubicBezTo>
                    <a:cubicBezTo>
                      <a:pt x="3253" y="3726"/>
                      <a:pt x="3316" y="4360"/>
                      <a:pt x="3535" y="4732"/>
                    </a:cubicBezTo>
                    <a:cubicBezTo>
                      <a:pt x="3750" y="5098"/>
                      <a:pt x="4122" y="5428"/>
                      <a:pt x="4452" y="5648"/>
                    </a:cubicBezTo>
                    <a:cubicBezTo>
                      <a:pt x="4735" y="5863"/>
                      <a:pt x="4955" y="5952"/>
                      <a:pt x="4997" y="5973"/>
                    </a:cubicBezTo>
                    <a:lnTo>
                      <a:pt x="3729" y="8853"/>
                    </a:lnTo>
                    <a:cubicBezTo>
                      <a:pt x="3708" y="8853"/>
                      <a:pt x="3708" y="8853"/>
                      <a:pt x="3666" y="8832"/>
                    </a:cubicBezTo>
                    <a:cubicBezTo>
                      <a:pt x="3598" y="8832"/>
                      <a:pt x="3488" y="8790"/>
                      <a:pt x="3336" y="8743"/>
                    </a:cubicBezTo>
                    <a:cubicBezTo>
                      <a:pt x="3033" y="8612"/>
                      <a:pt x="2572" y="8371"/>
                      <a:pt x="1917" y="7895"/>
                    </a:cubicBezTo>
                    <a:cubicBezTo>
                      <a:pt x="1289" y="7434"/>
                      <a:pt x="786" y="6606"/>
                      <a:pt x="477" y="5690"/>
                    </a:cubicBezTo>
                    <a:cubicBezTo>
                      <a:pt x="194" y="4774"/>
                      <a:pt x="131" y="3768"/>
                      <a:pt x="346" y="2920"/>
                    </a:cubicBezTo>
                    <a:cubicBezTo>
                      <a:pt x="545" y="2066"/>
                      <a:pt x="980" y="1328"/>
                      <a:pt x="1420" y="804"/>
                    </a:cubicBezTo>
                    <a:cubicBezTo>
                      <a:pt x="1634" y="563"/>
                      <a:pt x="1875" y="364"/>
                      <a:pt x="2074" y="254"/>
                    </a:cubicBezTo>
                    <a:cubicBezTo>
                      <a:pt x="2236" y="156"/>
                      <a:pt x="2388" y="108"/>
                      <a:pt x="2519" y="108"/>
                    </a:cubicBezTo>
                    <a:close/>
                    <a:moveTo>
                      <a:pt x="2509" y="1"/>
                    </a:moveTo>
                    <a:cubicBezTo>
                      <a:pt x="2356" y="1"/>
                      <a:pt x="2191" y="52"/>
                      <a:pt x="2027" y="149"/>
                    </a:cubicBezTo>
                    <a:cubicBezTo>
                      <a:pt x="1786" y="280"/>
                      <a:pt x="1551" y="474"/>
                      <a:pt x="1331" y="736"/>
                    </a:cubicBezTo>
                    <a:cubicBezTo>
                      <a:pt x="870" y="1260"/>
                      <a:pt x="456" y="2024"/>
                      <a:pt x="241" y="2873"/>
                    </a:cubicBezTo>
                    <a:cubicBezTo>
                      <a:pt x="1" y="3768"/>
                      <a:pt x="84" y="4794"/>
                      <a:pt x="393" y="5732"/>
                    </a:cubicBezTo>
                    <a:cubicBezTo>
                      <a:pt x="676" y="6669"/>
                      <a:pt x="1200" y="7502"/>
                      <a:pt x="1854" y="8005"/>
                    </a:cubicBezTo>
                    <a:cubicBezTo>
                      <a:pt x="2509" y="8481"/>
                      <a:pt x="2991" y="8722"/>
                      <a:pt x="3295" y="8832"/>
                    </a:cubicBezTo>
                    <a:cubicBezTo>
                      <a:pt x="3446" y="8895"/>
                      <a:pt x="3556" y="8942"/>
                      <a:pt x="3645" y="8942"/>
                    </a:cubicBezTo>
                    <a:cubicBezTo>
                      <a:pt x="3729" y="8963"/>
                      <a:pt x="3776" y="8963"/>
                      <a:pt x="3776" y="8963"/>
                    </a:cubicBezTo>
                    <a:lnTo>
                      <a:pt x="3797" y="8963"/>
                    </a:lnTo>
                    <a:lnTo>
                      <a:pt x="5148" y="5931"/>
                    </a:lnTo>
                    <a:lnTo>
                      <a:pt x="5086" y="5910"/>
                    </a:lnTo>
                    <a:cubicBezTo>
                      <a:pt x="5086" y="5910"/>
                      <a:pt x="4824" y="5779"/>
                      <a:pt x="4515" y="5559"/>
                    </a:cubicBezTo>
                    <a:cubicBezTo>
                      <a:pt x="4190" y="5339"/>
                      <a:pt x="3818" y="5035"/>
                      <a:pt x="3619" y="4684"/>
                    </a:cubicBezTo>
                    <a:cubicBezTo>
                      <a:pt x="3425" y="4339"/>
                      <a:pt x="3384" y="3705"/>
                      <a:pt x="3384" y="3113"/>
                    </a:cubicBezTo>
                    <a:cubicBezTo>
                      <a:pt x="3384" y="2506"/>
                      <a:pt x="3467" y="1914"/>
                      <a:pt x="3535" y="1631"/>
                    </a:cubicBezTo>
                    <a:cubicBezTo>
                      <a:pt x="3598" y="1328"/>
                      <a:pt x="3556" y="977"/>
                      <a:pt x="3425" y="673"/>
                    </a:cubicBezTo>
                    <a:cubicBezTo>
                      <a:pt x="3274" y="385"/>
                      <a:pt x="3012" y="123"/>
                      <a:pt x="2661" y="18"/>
                    </a:cubicBezTo>
                    <a:cubicBezTo>
                      <a:pt x="2612" y="6"/>
                      <a:pt x="2561" y="1"/>
                      <a:pt x="2509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Google Shape;669;p33"/>
              <p:cNvSpPr/>
              <p:nvPr/>
            </p:nvSpPr>
            <p:spPr>
              <a:xfrm>
                <a:off x="1044987" y="2600882"/>
                <a:ext cx="408646" cy="446376"/>
              </a:xfrm>
              <a:custGeom>
                <a:avLst/>
                <a:gdLst/>
                <a:ahLst/>
                <a:cxnLst/>
                <a:rect l="l" t="t" r="r" b="b"/>
                <a:pathLst>
                  <a:path w="4798" h="5241" extrusionOk="0">
                    <a:moveTo>
                      <a:pt x="2732" y="1"/>
                    </a:moveTo>
                    <a:cubicBezTo>
                      <a:pt x="2614" y="1"/>
                      <a:pt x="2485" y="52"/>
                      <a:pt x="2310" y="167"/>
                    </a:cubicBezTo>
                    <a:cubicBezTo>
                      <a:pt x="1875" y="449"/>
                      <a:pt x="1022" y="753"/>
                      <a:pt x="676" y="1256"/>
                    </a:cubicBezTo>
                    <a:cubicBezTo>
                      <a:pt x="325" y="1759"/>
                      <a:pt x="456" y="2628"/>
                      <a:pt x="236" y="3199"/>
                    </a:cubicBezTo>
                    <a:cubicBezTo>
                      <a:pt x="1" y="3764"/>
                      <a:pt x="84" y="4199"/>
                      <a:pt x="435" y="4419"/>
                    </a:cubicBezTo>
                    <a:cubicBezTo>
                      <a:pt x="807" y="4660"/>
                      <a:pt x="1331" y="4571"/>
                      <a:pt x="1786" y="4854"/>
                    </a:cubicBezTo>
                    <a:cubicBezTo>
                      <a:pt x="2146" y="5095"/>
                      <a:pt x="2451" y="5240"/>
                      <a:pt x="2693" y="5240"/>
                    </a:cubicBezTo>
                    <a:cubicBezTo>
                      <a:pt x="2760" y="5240"/>
                      <a:pt x="2823" y="5229"/>
                      <a:pt x="2881" y="5204"/>
                    </a:cubicBezTo>
                    <a:cubicBezTo>
                      <a:pt x="3143" y="5094"/>
                      <a:pt x="3467" y="4660"/>
                      <a:pt x="3771" y="4246"/>
                    </a:cubicBezTo>
                    <a:cubicBezTo>
                      <a:pt x="4059" y="3853"/>
                      <a:pt x="4253" y="3047"/>
                      <a:pt x="4384" y="2654"/>
                    </a:cubicBezTo>
                    <a:cubicBezTo>
                      <a:pt x="4515" y="2235"/>
                      <a:pt x="4452" y="1759"/>
                      <a:pt x="4452" y="1759"/>
                    </a:cubicBezTo>
                    <a:cubicBezTo>
                      <a:pt x="4452" y="1759"/>
                      <a:pt x="4798" y="1298"/>
                      <a:pt x="4405" y="994"/>
                    </a:cubicBezTo>
                    <a:cubicBezTo>
                      <a:pt x="4012" y="690"/>
                      <a:pt x="3729" y="643"/>
                      <a:pt x="3315" y="318"/>
                    </a:cubicBezTo>
                    <a:cubicBezTo>
                      <a:pt x="3066" y="120"/>
                      <a:pt x="2912" y="1"/>
                      <a:pt x="273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Google Shape;670;p33"/>
              <p:cNvSpPr/>
              <p:nvPr/>
            </p:nvSpPr>
            <p:spPr>
              <a:xfrm>
                <a:off x="1046775" y="2595857"/>
                <a:ext cx="395700" cy="455489"/>
              </a:xfrm>
              <a:custGeom>
                <a:avLst/>
                <a:gdLst/>
                <a:ahLst/>
                <a:cxnLst/>
                <a:rect l="l" t="t" r="r" b="b"/>
                <a:pathLst>
                  <a:path w="4646" h="5348" extrusionOk="0">
                    <a:moveTo>
                      <a:pt x="2693" y="121"/>
                    </a:moveTo>
                    <a:cubicBezTo>
                      <a:pt x="2727" y="121"/>
                      <a:pt x="2759" y="126"/>
                      <a:pt x="2792" y="137"/>
                    </a:cubicBezTo>
                    <a:cubicBezTo>
                      <a:pt x="2923" y="157"/>
                      <a:pt x="3054" y="246"/>
                      <a:pt x="3253" y="419"/>
                    </a:cubicBezTo>
                    <a:cubicBezTo>
                      <a:pt x="3666" y="749"/>
                      <a:pt x="3970" y="791"/>
                      <a:pt x="4342" y="1095"/>
                    </a:cubicBezTo>
                    <a:cubicBezTo>
                      <a:pt x="4515" y="1226"/>
                      <a:pt x="4536" y="1404"/>
                      <a:pt x="4494" y="1535"/>
                    </a:cubicBezTo>
                    <a:cubicBezTo>
                      <a:pt x="4473" y="1666"/>
                      <a:pt x="4384" y="1770"/>
                      <a:pt x="4384" y="1770"/>
                    </a:cubicBezTo>
                    <a:lnTo>
                      <a:pt x="4384" y="1797"/>
                    </a:lnTo>
                    <a:lnTo>
                      <a:pt x="4384" y="1818"/>
                    </a:lnTo>
                    <a:cubicBezTo>
                      <a:pt x="4384" y="1818"/>
                      <a:pt x="4431" y="2294"/>
                      <a:pt x="4321" y="2687"/>
                    </a:cubicBezTo>
                    <a:cubicBezTo>
                      <a:pt x="4190" y="3080"/>
                      <a:pt x="3991" y="3891"/>
                      <a:pt x="3708" y="4284"/>
                    </a:cubicBezTo>
                    <a:cubicBezTo>
                      <a:pt x="3556" y="4478"/>
                      <a:pt x="3404" y="4698"/>
                      <a:pt x="3253" y="4850"/>
                    </a:cubicBezTo>
                    <a:cubicBezTo>
                      <a:pt x="3095" y="5023"/>
                      <a:pt x="2944" y="5153"/>
                      <a:pt x="2834" y="5201"/>
                    </a:cubicBezTo>
                    <a:cubicBezTo>
                      <a:pt x="2786" y="5229"/>
                      <a:pt x="2728" y="5240"/>
                      <a:pt x="2663" y="5240"/>
                    </a:cubicBezTo>
                    <a:cubicBezTo>
                      <a:pt x="2584" y="5240"/>
                      <a:pt x="2494" y="5224"/>
                      <a:pt x="2399" y="5201"/>
                    </a:cubicBezTo>
                    <a:cubicBezTo>
                      <a:pt x="2226" y="5133"/>
                      <a:pt x="2027" y="5023"/>
                      <a:pt x="1786" y="4871"/>
                    </a:cubicBezTo>
                    <a:cubicBezTo>
                      <a:pt x="1551" y="4719"/>
                      <a:pt x="1310" y="4677"/>
                      <a:pt x="1069" y="4630"/>
                    </a:cubicBezTo>
                    <a:cubicBezTo>
                      <a:pt x="828" y="4588"/>
                      <a:pt x="608" y="4546"/>
                      <a:pt x="456" y="4436"/>
                    </a:cubicBezTo>
                    <a:cubicBezTo>
                      <a:pt x="283" y="4326"/>
                      <a:pt x="173" y="4174"/>
                      <a:pt x="152" y="3975"/>
                    </a:cubicBezTo>
                    <a:cubicBezTo>
                      <a:pt x="110" y="3781"/>
                      <a:pt x="152" y="3541"/>
                      <a:pt x="262" y="3279"/>
                    </a:cubicBezTo>
                    <a:cubicBezTo>
                      <a:pt x="393" y="2975"/>
                      <a:pt x="414" y="2624"/>
                      <a:pt x="456" y="2273"/>
                    </a:cubicBezTo>
                    <a:cubicBezTo>
                      <a:pt x="477" y="1928"/>
                      <a:pt x="545" y="1598"/>
                      <a:pt x="697" y="1357"/>
                    </a:cubicBezTo>
                    <a:cubicBezTo>
                      <a:pt x="870" y="1116"/>
                      <a:pt x="1158" y="901"/>
                      <a:pt x="1462" y="723"/>
                    </a:cubicBezTo>
                    <a:cubicBezTo>
                      <a:pt x="1765" y="550"/>
                      <a:pt x="2095" y="419"/>
                      <a:pt x="2310" y="267"/>
                    </a:cubicBezTo>
                    <a:cubicBezTo>
                      <a:pt x="2475" y="169"/>
                      <a:pt x="2590" y="121"/>
                      <a:pt x="2693" y="121"/>
                    </a:cubicBezTo>
                    <a:close/>
                    <a:moveTo>
                      <a:pt x="2739" y="1"/>
                    </a:moveTo>
                    <a:cubicBezTo>
                      <a:pt x="2605" y="1"/>
                      <a:pt x="2453" y="50"/>
                      <a:pt x="2268" y="178"/>
                    </a:cubicBezTo>
                    <a:cubicBezTo>
                      <a:pt x="2048" y="309"/>
                      <a:pt x="1723" y="461"/>
                      <a:pt x="1420" y="639"/>
                    </a:cubicBezTo>
                    <a:cubicBezTo>
                      <a:pt x="1090" y="812"/>
                      <a:pt x="807" y="1011"/>
                      <a:pt x="608" y="1294"/>
                    </a:cubicBezTo>
                    <a:cubicBezTo>
                      <a:pt x="435" y="1556"/>
                      <a:pt x="372" y="1901"/>
                      <a:pt x="325" y="2252"/>
                    </a:cubicBezTo>
                    <a:cubicBezTo>
                      <a:pt x="304" y="2603"/>
                      <a:pt x="262" y="2949"/>
                      <a:pt x="152" y="3237"/>
                    </a:cubicBezTo>
                    <a:cubicBezTo>
                      <a:pt x="42" y="3520"/>
                      <a:pt x="0" y="3781"/>
                      <a:pt x="42" y="3996"/>
                    </a:cubicBezTo>
                    <a:cubicBezTo>
                      <a:pt x="63" y="4216"/>
                      <a:pt x="194" y="4415"/>
                      <a:pt x="393" y="4546"/>
                    </a:cubicBezTo>
                    <a:cubicBezTo>
                      <a:pt x="587" y="4651"/>
                      <a:pt x="807" y="4698"/>
                      <a:pt x="1048" y="4740"/>
                    </a:cubicBezTo>
                    <a:cubicBezTo>
                      <a:pt x="1289" y="4782"/>
                      <a:pt x="1503" y="4829"/>
                      <a:pt x="1723" y="4960"/>
                    </a:cubicBezTo>
                    <a:cubicBezTo>
                      <a:pt x="1964" y="5112"/>
                      <a:pt x="2179" y="5243"/>
                      <a:pt x="2378" y="5284"/>
                    </a:cubicBezTo>
                    <a:cubicBezTo>
                      <a:pt x="2477" y="5324"/>
                      <a:pt x="2579" y="5347"/>
                      <a:pt x="2675" y="5347"/>
                    </a:cubicBezTo>
                    <a:cubicBezTo>
                      <a:pt x="2747" y="5347"/>
                      <a:pt x="2816" y="5334"/>
                      <a:pt x="2881" y="5305"/>
                    </a:cubicBezTo>
                    <a:cubicBezTo>
                      <a:pt x="3033" y="5243"/>
                      <a:pt x="3185" y="5112"/>
                      <a:pt x="3336" y="4939"/>
                    </a:cubicBezTo>
                    <a:cubicBezTo>
                      <a:pt x="3488" y="4761"/>
                      <a:pt x="3645" y="4546"/>
                      <a:pt x="3797" y="4347"/>
                    </a:cubicBezTo>
                    <a:cubicBezTo>
                      <a:pt x="4101" y="3933"/>
                      <a:pt x="4300" y="3127"/>
                      <a:pt x="4431" y="2713"/>
                    </a:cubicBezTo>
                    <a:cubicBezTo>
                      <a:pt x="4536" y="2294"/>
                      <a:pt x="4494" y="1839"/>
                      <a:pt x="4494" y="1818"/>
                    </a:cubicBezTo>
                    <a:cubicBezTo>
                      <a:pt x="4494" y="1818"/>
                      <a:pt x="4583" y="1708"/>
                      <a:pt x="4604" y="1556"/>
                    </a:cubicBezTo>
                    <a:cubicBezTo>
                      <a:pt x="4646" y="1404"/>
                      <a:pt x="4625" y="1163"/>
                      <a:pt x="4405" y="1011"/>
                    </a:cubicBezTo>
                    <a:cubicBezTo>
                      <a:pt x="4012" y="681"/>
                      <a:pt x="3729" y="639"/>
                      <a:pt x="3336" y="330"/>
                    </a:cubicBezTo>
                    <a:cubicBezTo>
                      <a:pt x="3122" y="157"/>
                      <a:pt x="2991" y="47"/>
                      <a:pt x="2813" y="6"/>
                    </a:cubicBezTo>
                    <a:cubicBezTo>
                      <a:pt x="2789" y="2"/>
                      <a:pt x="2764" y="1"/>
                      <a:pt x="2739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Google Shape;671;p33"/>
              <p:cNvSpPr/>
              <p:nvPr/>
            </p:nvSpPr>
            <p:spPr>
              <a:xfrm>
                <a:off x="1249307" y="2741240"/>
                <a:ext cx="590995" cy="301161"/>
              </a:xfrm>
              <a:custGeom>
                <a:avLst/>
                <a:gdLst/>
                <a:ahLst/>
                <a:cxnLst/>
                <a:rect l="l" t="t" r="r" b="b"/>
                <a:pathLst>
                  <a:path w="6939" h="3536" extrusionOk="0">
                    <a:moveTo>
                      <a:pt x="1683" y="0"/>
                    </a:moveTo>
                    <a:cubicBezTo>
                      <a:pt x="1509" y="0"/>
                      <a:pt x="1297" y="25"/>
                      <a:pt x="1089" y="111"/>
                    </a:cubicBezTo>
                    <a:cubicBezTo>
                      <a:pt x="613" y="283"/>
                      <a:pt x="283" y="917"/>
                      <a:pt x="152" y="1682"/>
                    </a:cubicBezTo>
                    <a:cubicBezTo>
                      <a:pt x="0" y="2467"/>
                      <a:pt x="456" y="2708"/>
                      <a:pt x="456" y="2708"/>
                    </a:cubicBezTo>
                    <a:cubicBezTo>
                      <a:pt x="456" y="2708"/>
                      <a:pt x="1765" y="2970"/>
                      <a:pt x="1875" y="3012"/>
                    </a:cubicBezTo>
                    <a:cubicBezTo>
                      <a:pt x="1952" y="3048"/>
                      <a:pt x="2293" y="3105"/>
                      <a:pt x="2566" y="3105"/>
                    </a:cubicBezTo>
                    <a:cubicBezTo>
                      <a:pt x="2606" y="3105"/>
                      <a:pt x="2645" y="3104"/>
                      <a:pt x="2681" y="3101"/>
                    </a:cubicBezTo>
                    <a:cubicBezTo>
                      <a:pt x="2969" y="3054"/>
                      <a:pt x="3818" y="2970"/>
                      <a:pt x="3928" y="2970"/>
                    </a:cubicBezTo>
                    <a:cubicBezTo>
                      <a:pt x="4038" y="2991"/>
                      <a:pt x="4645" y="3012"/>
                      <a:pt x="5085" y="3232"/>
                    </a:cubicBezTo>
                    <a:cubicBezTo>
                      <a:pt x="5520" y="3426"/>
                      <a:pt x="5672" y="3515"/>
                      <a:pt x="5871" y="3536"/>
                    </a:cubicBezTo>
                    <a:cubicBezTo>
                      <a:pt x="6064" y="3536"/>
                      <a:pt x="6195" y="3363"/>
                      <a:pt x="6242" y="3295"/>
                    </a:cubicBezTo>
                    <a:cubicBezTo>
                      <a:pt x="6305" y="3206"/>
                      <a:pt x="6284" y="3075"/>
                      <a:pt x="6284" y="3075"/>
                    </a:cubicBezTo>
                    <a:cubicBezTo>
                      <a:pt x="6284" y="3075"/>
                      <a:pt x="6394" y="3012"/>
                      <a:pt x="6478" y="2923"/>
                    </a:cubicBezTo>
                    <a:cubicBezTo>
                      <a:pt x="6588" y="2813"/>
                      <a:pt x="6588" y="2708"/>
                      <a:pt x="6588" y="2708"/>
                    </a:cubicBezTo>
                    <a:cubicBezTo>
                      <a:pt x="6588" y="2708"/>
                      <a:pt x="6740" y="2577"/>
                      <a:pt x="6850" y="2399"/>
                    </a:cubicBezTo>
                    <a:cubicBezTo>
                      <a:pt x="6939" y="2205"/>
                      <a:pt x="6871" y="1834"/>
                      <a:pt x="6871" y="1834"/>
                    </a:cubicBezTo>
                    <a:cubicBezTo>
                      <a:pt x="6871" y="1834"/>
                      <a:pt x="6918" y="1792"/>
                      <a:pt x="6871" y="1572"/>
                    </a:cubicBezTo>
                    <a:cubicBezTo>
                      <a:pt x="6850" y="1352"/>
                      <a:pt x="6677" y="1006"/>
                      <a:pt x="6436" y="828"/>
                    </a:cubicBezTo>
                    <a:cubicBezTo>
                      <a:pt x="6174" y="634"/>
                      <a:pt x="5803" y="545"/>
                      <a:pt x="5499" y="482"/>
                    </a:cubicBezTo>
                    <a:cubicBezTo>
                      <a:pt x="5216" y="393"/>
                      <a:pt x="4776" y="393"/>
                      <a:pt x="4472" y="304"/>
                    </a:cubicBezTo>
                    <a:cubicBezTo>
                      <a:pt x="4190" y="241"/>
                      <a:pt x="3598" y="221"/>
                      <a:pt x="3142" y="173"/>
                    </a:cubicBezTo>
                    <a:cubicBezTo>
                      <a:pt x="2681" y="132"/>
                      <a:pt x="2074" y="42"/>
                      <a:pt x="2074" y="42"/>
                    </a:cubicBezTo>
                    <a:cubicBezTo>
                      <a:pt x="2074" y="42"/>
                      <a:pt x="1912" y="0"/>
                      <a:pt x="1683" y="0"/>
                    </a:cubicBezTo>
                    <a:close/>
                  </a:path>
                </a:pathLst>
              </a:custGeom>
              <a:solidFill>
                <a:srgbClr val="FFEBD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Google Shape;672;p33"/>
              <p:cNvSpPr/>
              <p:nvPr/>
            </p:nvSpPr>
            <p:spPr>
              <a:xfrm>
                <a:off x="1251010" y="2736811"/>
                <a:ext cx="591080" cy="309252"/>
              </a:xfrm>
              <a:custGeom>
                <a:avLst/>
                <a:gdLst/>
                <a:ahLst/>
                <a:cxnLst/>
                <a:rect l="l" t="t" r="r" b="b"/>
                <a:pathLst>
                  <a:path w="6940" h="3631" extrusionOk="0">
                    <a:moveTo>
                      <a:pt x="1593" y="108"/>
                    </a:moveTo>
                    <a:cubicBezTo>
                      <a:pt x="1640" y="108"/>
                      <a:pt x="1684" y="111"/>
                      <a:pt x="1724" y="115"/>
                    </a:cubicBezTo>
                    <a:cubicBezTo>
                      <a:pt x="1902" y="115"/>
                      <a:pt x="2033" y="163"/>
                      <a:pt x="2033" y="163"/>
                    </a:cubicBezTo>
                    <a:lnTo>
                      <a:pt x="2054" y="163"/>
                    </a:lnTo>
                    <a:cubicBezTo>
                      <a:pt x="2054" y="163"/>
                      <a:pt x="2661" y="246"/>
                      <a:pt x="3122" y="273"/>
                    </a:cubicBezTo>
                    <a:cubicBezTo>
                      <a:pt x="3578" y="314"/>
                      <a:pt x="4170" y="356"/>
                      <a:pt x="4452" y="424"/>
                    </a:cubicBezTo>
                    <a:cubicBezTo>
                      <a:pt x="4756" y="487"/>
                      <a:pt x="5196" y="508"/>
                      <a:pt x="5479" y="576"/>
                    </a:cubicBezTo>
                    <a:cubicBezTo>
                      <a:pt x="5762" y="665"/>
                      <a:pt x="6133" y="749"/>
                      <a:pt x="6374" y="927"/>
                    </a:cubicBezTo>
                    <a:cubicBezTo>
                      <a:pt x="6615" y="1100"/>
                      <a:pt x="6788" y="1451"/>
                      <a:pt x="6809" y="1645"/>
                    </a:cubicBezTo>
                    <a:lnTo>
                      <a:pt x="6809" y="1817"/>
                    </a:lnTo>
                    <a:lnTo>
                      <a:pt x="6809" y="1844"/>
                    </a:lnTo>
                    <a:lnTo>
                      <a:pt x="6788" y="1865"/>
                    </a:lnTo>
                    <a:lnTo>
                      <a:pt x="6809" y="1886"/>
                    </a:lnTo>
                    <a:lnTo>
                      <a:pt x="6809" y="2079"/>
                    </a:lnTo>
                    <a:cubicBezTo>
                      <a:pt x="6830" y="2210"/>
                      <a:pt x="6809" y="2341"/>
                      <a:pt x="6767" y="2409"/>
                    </a:cubicBezTo>
                    <a:cubicBezTo>
                      <a:pt x="6678" y="2582"/>
                      <a:pt x="6526" y="2713"/>
                      <a:pt x="6526" y="2713"/>
                    </a:cubicBezTo>
                    <a:lnTo>
                      <a:pt x="6505" y="2734"/>
                    </a:lnTo>
                    <a:lnTo>
                      <a:pt x="6505" y="2760"/>
                    </a:lnTo>
                    <a:cubicBezTo>
                      <a:pt x="6505" y="2760"/>
                      <a:pt x="6505" y="2844"/>
                      <a:pt x="6437" y="2933"/>
                    </a:cubicBezTo>
                    <a:cubicBezTo>
                      <a:pt x="6327" y="3022"/>
                      <a:pt x="6243" y="3085"/>
                      <a:pt x="6243" y="3085"/>
                    </a:cubicBezTo>
                    <a:lnTo>
                      <a:pt x="6196" y="3106"/>
                    </a:lnTo>
                    <a:lnTo>
                      <a:pt x="6196" y="3127"/>
                    </a:lnTo>
                    <a:lnTo>
                      <a:pt x="6196" y="3195"/>
                    </a:lnTo>
                    <a:cubicBezTo>
                      <a:pt x="6196" y="3237"/>
                      <a:pt x="6196" y="3284"/>
                      <a:pt x="6175" y="3305"/>
                    </a:cubicBezTo>
                    <a:cubicBezTo>
                      <a:pt x="6117" y="3382"/>
                      <a:pt x="6019" y="3522"/>
                      <a:pt x="5884" y="3522"/>
                    </a:cubicBezTo>
                    <a:cubicBezTo>
                      <a:pt x="5873" y="3522"/>
                      <a:pt x="5862" y="3521"/>
                      <a:pt x="5851" y="3519"/>
                    </a:cubicBezTo>
                    <a:cubicBezTo>
                      <a:pt x="5673" y="3519"/>
                      <a:pt x="5521" y="3436"/>
                      <a:pt x="5086" y="3237"/>
                    </a:cubicBezTo>
                    <a:cubicBezTo>
                      <a:pt x="4866" y="3106"/>
                      <a:pt x="4604" y="3064"/>
                      <a:pt x="4363" y="3022"/>
                    </a:cubicBezTo>
                    <a:cubicBezTo>
                      <a:pt x="4149" y="2975"/>
                      <a:pt x="3950" y="2975"/>
                      <a:pt x="3908" y="2975"/>
                    </a:cubicBezTo>
                    <a:cubicBezTo>
                      <a:pt x="3894" y="2968"/>
                      <a:pt x="3877" y="2965"/>
                      <a:pt x="3856" y="2965"/>
                    </a:cubicBezTo>
                    <a:cubicBezTo>
                      <a:pt x="3816" y="2965"/>
                      <a:pt x="3761" y="2975"/>
                      <a:pt x="3688" y="2975"/>
                    </a:cubicBezTo>
                    <a:cubicBezTo>
                      <a:pt x="3604" y="2975"/>
                      <a:pt x="3473" y="2996"/>
                      <a:pt x="3342" y="3022"/>
                    </a:cubicBezTo>
                    <a:cubicBezTo>
                      <a:pt x="3080" y="3043"/>
                      <a:pt x="2792" y="3064"/>
                      <a:pt x="2640" y="3085"/>
                    </a:cubicBezTo>
                    <a:cubicBezTo>
                      <a:pt x="2602" y="3091"/>
                      <a:pt x="2560" y="3093"/>
                      <a:pt x="2516" y="3093"/>
                    </a:cubicBezTo>
                    <a:cubicBezTo>
                      <a:pt x="2410" y="3093"/>
                      <a:pt x="2292" y="3079"/>
                      <a:pt x="2185" y="3064"/>
                    </a:cubicBezTo>
                    <a:cubicBezTo>
                      <a:pt x="2033" y="3064"/>
                      <a:pt x="1902" y="3022"/>
                      <a:pt x="1876" y="2996"/>
                    </a:cubicBezTo>
                    <a:cubicBezTo>
                      <a:pt x="1855" y="2996"/>
                      <a:pt x="1813" y="2996"/>
                      <a:pt x="1771" y="2975"/>
                    </a:cubicBezTo>
                    <a:cubicBezTo>
                      <a:pt x="1724" y="2975"/>
                      <a:pt x="1661" y="2954"/>
                      <a:pt x="1593" y="2933"/>
                    </a:cubicBezTo>
                    <a:cubicBezTo>
                      <a:pt x="1462" y="2912"/>
                      <a:pt x="1289" y="2865"/>
                      <a:pt x="1116" y="2823"/>
                    </a:cubicBezTo>
                    <a:cubicBezTo>
                      <a:pt x="787" y="2760"/>
                      <a:pt x="483" y="2692"/>
                      <a:pt x="462" y="2692"/>
                    </a:cubicBezTo>
                    <a:cubicBezTo>
                      <a:pt x="462" y="2692"/>
                      <a:pt x="373" y="2650"/>
                      <a:pt x="284" y="2498"/>
                    </a:cubicBezTo>
                    <a:cubicBezTo>
                      <a:pt x="200" y="2367"/>
                      <a:pt x="111" y="2126"/>
                      <a:pt x="174" y="1755"/>
                    </a:cubicBezTo>
                    <a:cubicBezTo>
                      <a:pt x="305" y="990"/>
                      <a:pt x="635" y="377"/>
                      <a:pt x="1090" y="204"/>
                    </a:cubicBezTo>
                    <a:cubicBezTo>
                      <a:pt x="1259" y="136"/>
                      <a:pt x="1440" y="108"/>
                      <a:pt x="1593" y="108"/>
                    </a:cubicBezTo>
                    <a:close/>
                    <a:moveTo>
                      <a:pt x="1590" y="1"/>
                    </a:moveTo>
                    <a:cubicBezTo>
                      <a:pt x="1423" y="1"/>
                      <a:pt x="1230" y="31"/>
                      <a:pt x="1048" y="94"/>
                    </a:cubicBezTo>
                    <a:cubicBezTo>
                      <a:pt x="546" y="314"/>
                      <a:pt x="200" y="948"/>
                      <a:pt x="69" y="1734"/>
                    </a:cubicBezTo>
                    <a:cubicBezTo>
                      <a:pt x="1" y="2126"/>
                      <a:pt x="90" y="2409"/>
                      <a:pt x="174" y="2561"/>
                    </a:cubicBezTo>
                    <a:cubicBezTo>
                      <a:pt x="284" y="2734"/>
                      <a:pt x="415" y="2802"/>
                      <a:pt x="415" y="2802"/>
                    </a:cubicBezTo>
                    <a:lnTo>
                      <a:pt x="436" y="2802"/>
                    </a:lnTo>
                    <a:cubicBezTo>
                      <a:pt x="436" y="2802"/>
                      <a:pt x="766" y="2865"/>
                      <a:pt x="1090" y="2954"/>
                    </a:cubicBezTo>
                    <a:cubicBezTo>
                      <a:pt x="1268" y="2975"/>
                      <a:pt x="1441" y="3022"/>
                      <a:pt x="1572" y="3043"/>
                    </a:cubicBezTo>
                    <a:cubicBezTo>
                      <a:pt x="1640" y="3064"/>
                      <a:pt x="1703" y="3085"/>
                      <a:pt x="1745" y="3085"/>
                    </a:cubicBezTo>
                    <a:cubicBezTo>
                      <a:pt x="1792" y="3106"/>
                      <a:pt x="1834" y="3106"/>
                      <a:pt x="1834" y="3106"/>
                    </a:cubicBezTo>
                    <a:cubicBezTo>
                      <a:pt x="1902" y="3127"/>
                      <a:pt x="2007" y="3174"/>
                      <a:pt x="2185" y="3195"/>
                    </a:cubicBezTo>
                    <a:cubicBezTo>
                      <a:pt x="2286" y="3195"/>
                      <a:pt x="2397" y="3204"/>
                      <a:pt x="2504" y="3204"/>
                    </a:cubicBezTo>
                    <a:cubicBezTo>
                      <a:pt x="2558" y="3204"/>
                      <a:pt x="2611" y="3202"/>
                      <a:pt x="2661" y="3195"/>
                    </a:cubicBezTo>
                    <a:cubicBezTo>
                      <a:pt x="2792" y="3174"/>
                      <a:pt x="3080" y="3153"/>
                      <a:pt x="3342" y="3127"/>
                    </a:cubicBezTo>
                    <a:cubicBezTo>
                      <a:pt x="3473" y="3106"/>
                      <a:pt x="3604" y="3106"/>
                      <a:pt x="3709" y="3085"/>
                    </a:cubicBezTo>
                    <a:lnTo>
                      <a:pt x="3908" y="3085"/>
                    </a:lnTo>
                    <a:cubicBezTo>
                      <a:pt x="3971" y="3085"/>
                      <a:pt x="4128" y="3106"/>
                      <a:pt x="4363" y="3127"/>
                    </a:cubicBezTo>
                    <a:cubicBezTo>
                      <a:pt x="4583" y="3174"/>
                      <a:pt x="4824" y="3237"/>
                      <a:pt x="5044" y="3326"/>
                    </a:cubicBezTo>
                    <a:cubicBezTo>
                      <a:pt x="5479" y="3546"/>
                      <a:pt x="5631" y="3629"/>
                      <a:pt x="5851" y="3629"/>
                    </a:cubicBezTo>
                    <a:cubicBezTo>
                      <a:pt x="5861" y="3630"/>
                      <a:pt x="5872" y="3631"/>
                      <a:pt x="5883" y="3631"/>
                    </a:cubicBezTo>
                    <a:cubicBezTo>
                      <a:pt x="6081" y="3631"/>
                      <a:pt x="6225" y="3452"/>
                      <a:pt x="6264" y="3368"/>
                    </a:cubicBezTo>
                    <a:cubicBezTo>
                      <a:pt x="6306" y="3326"/>
                      <a:pt x="6306" y="3258"/>
                      <a:pt x="6327" y="3216"/>
                    </a:cubicBezTo>
                    <a:lnTo>
                      <a:pt x="6327" y="3153"/>
                    </a:lnTo>
                    <a:cubicBezTo>
                      <a:pt x="6353" y="3153"/>
                      <a:pt x="6416" y="3106"/>
                      <a:pt x="6505" y="3022"/>
                    </a:cubicBezTo>
                    <a:cubicBezTo>
                      <a:pt x="6615" y="2912"/>
                      <a:pt x="6615" y="2823"/>
                      <a:pt x="6615" y="2802"/>
                    </a:cubicBezTo>
                    <a:cubicBezTo>
                      <a:pt x="6615" y="2781"/>
                      <a:pt x="6788" y="2671"/>
                      <a:pt x="6877" y="2472"/>
                    </a:cubicBezTo>
                    <a:cubicBezTo>
                      <a:pt x="6940" y="2367"/>
                      <a:pt x="6940" y="2210"/>
                      <a:pt x="6940" y="2079"/>
                    </a:cubicBezTo>
                    <a:cubicBezTo>
                      <a:pt x="6919" y="1975"/>
                      <a:pt x="6919" y="1906"/>
                      <a:pt x="6919" y="1886"/>
                    </a:cubicBezTo>
                    <a:lnTo>
                      <a:pt x="6919" y="1844"/>
                    </a:lnTo>
                    <a:cubicBezTo>
                      <a:pt x="6940" y="1796"/>
                      <a:pt x="6940" y="1734"/>
                      <a:pt x="6919" y="1624"/>
                    </a:cubicBezTo>
                    <a:cubicBezTo>
                      <a:pt x="6898" y="1383"/>
                      <a:pt x="6720" y="1032"/>
                      <a:pt x="6437" y="838"/>
                    </a:cubicBezTo>
                    <a:cubicBezTo>
                      <a:pt x="6175" y="639"/>
                      <a:pt x="5783" y="555"/>
                      <a:pt x="5500" y="466"/>
                    </a:cubicBezTo>
                    <a:cubicBezTo>
                      <a:pt x="5196" y="403"/>
                      <a:pt x="4756" y="377"/>
                      <a:pt x="4473" y="314"/>
                    </a:cubicBezTo>
                    <a:cubicBezTo>
                      <a:pt x="4170" y="246"/>
                      <a:pt x="3578" y="204"/>
                      <a:pt x="3122" y="163"/>
                    </a:cubicBezTo>
                    <a:cubicBezTo>
                      <a:pt x="2661" y="115"/>
                      <a:pt x="2054" y="53"/>
                      <a:pt x="2054" y="53"/>
                    </a:cubicBezTo>
                    <a:cubicBezTo>
                      <a:pt x="2033" y="53"/>
                      <a:pt x="1923" y="11"/>
                      <a:pt x="1745" y="11"/>
                    </a:cubicBezTo>
                    <a:cubicBezTo>
                      <a:pt x="1697" y="4"/>
                      <a:pt x="1645" y="1"/>
                      <a:pt x="1590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Google Shape;673;p33"/>
              <p:cNvSpPr/>
              <p:nvPr/>
            </p:nvSpPr>
            <p:spPr>
              <a:xfrm>
                <a:off x="1600288" y="2890285"/>
                <a:ext cx="187885" cy="116427"/>
              </a:xfrm>
              <a:custGeom>
                <a:avLst/>
                <a:gdLst/>
                <a:ahLst/>
                <a:cxnLst/>
                <a:rect l="l" t="t" r="r" b="b"/>
                <a:pathLst>
                  <a:path w="2206" h="1367" extrusionOk="0">
                    <a:moveTo>
                      <a:pt x="281" y="0"/>
                    </a:moveTo>
                    <a:cubicBezTo>
                      <a:pt x="150" y="0"/>
                      <a:pt x="69" y="15"/>
                      <a:pt x="69" y="15"/>
                    </a:cubicBezTo>
                    <a:cubicBezTo>
                      <a:pt x="27" y="15"/>
                      <a:pt x="0" y="63"/>
                      <a:pt x="27" y="84"/>
                    </a:cubicBezTo>
                    <a:cubicBezTo>
                      <a:pt x="27" y="104"/>
                      <a:pt x="48" y="125"/>
                      <a:pt x="89" y="125"/>
                    </a:cubicBezTo>
                    <a:cubicBezTo>
                      <a:pt x="89" y="125"/>
                      <a:pt x="156" y="114"/>
                      <a:pt x="264" y="114"/>
                    </a:cubicBezTo>
                    <a:cubicBezTo>
                      <a:pt x="490" y="114"/>
                      <a:pt x="899" y="164"/>
                      <a:pt x="1268" y="476"/>
                    </a:cubicBezTo>
                    <a:cubicBezTo>
                      <a:pt x="1833" y="958"/>
                      <a:pt x="2095" y="1351"/>
                      <a:pt x="2095" y="1351"/>
                    </a:cubicBezTo>
                    <a:cubicBezTo>
                      <a:pt x="2095" y="1361"/>
                      <a:pt x="2107" y="1367"/>
                      <a:pt x="2121" y="1367"/>
                    </a:cubicBezTo>
                    <a:cubicBezTo>
                      <a:pt x="2136" y="1367"/>
                      <a:pt x="2153" y="1361"/>
                      <a:pt x="2163" y="1351"/>
                    </a:cubicBezTo>
                    <a:cubicBezTo>
                      <a:pt x="2184" y="1351"/>
                      <a:pt x="2205" y="1304"/>
                      <a:pt x="2184" y="1283"/>
                    </a:cubicBezTo>
                    <a:cubicBezTo>
                      <a:pt x="2184" y="1283"/>
                      <a:pt x="1922" y="890"/>
                      <a:pt x="1357" y="387"/>
                    </a:cubicBezTo>
                    <a:cubicBezTo>
                      <a:pt x="968" y="57"/>
                      <a:pt x="533" y="0"/>
                      <a:pt x="281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Google Shape;674;p33"/>
              <p:cNvSpPr/>
              <p:nvPr/>
            </p:nvSpPr>
            <p:spPr>
              <a:xfrm>
                <a:off x="1633759" y="2835777"/>
                <a:ext cx="180731" cy="137975"/>
              </a:xfrm>
              <a:custGeom>
                <a:avLst/>
                <a:gdLst/>
                <a:ahLst/>
                <a:cxnLst/>
                <a:rect l="l" t="t" r="r" b="b"/>
                <a:pathLst>
                  <a:path w="2122" h="1620" extrusionOk="0">
                    <a:moveTo>
                      <a:pt x="68" y="1"/>
                    </a:moveTo>
                    <a:cubicBezTo>
                      <a:pt x="47" y="1"/>
                      <a:pt x="0" y="27"/>
                      <a:pt x="0" y="69"/>
                    </a:cubicBezTo>
                    <a:cubicBezTo>
                      <a:pt x="0" y="90"/>
                      <a:pt x="26" y="111"/>
                      <a:pt x="68" y="111"/>
                    </a:cubicBezTo>
                    <a:cubicBezTo>
                      <a:pt x="68" y="111"/>
                      <a:pt x="964" y="179"/>
                      <a:pt x="1440" y="614"/>
                    </a:cubicBezTo>
                    <a:cubicBezTo>
                      <a:pt x="1922" y="1048"/>
                      <a:pt x="2011" y="1572"/>
                      <a:pt x="2011" y="1572"/>
                    </a:cubicBezTo>
                    <a:cubicBezTo>
                      <a:pt x="2011" y="1598"/>
                      <a:pt x="2032" y="1619"/>
                      <a:pt x="2074" y="1619"/>
                    </a:cubicBezTo>
                    <a:cubicBezTo>
                      <a:pt x="2095" y="1619"/>
                      <a:pt x="2121" y="1598"/>
                      <a:pt x="2121" y="1551"/>
                    </a:cubicBezTo>
                    <a:cubicBezTo>
                      <a:pt x="2121" y="1551"/>
                      <a:pt x="2032" y="1006"/>
                      <a:pt x="1508" y="525"/>
                    </a:cubicBezTo>
                    <a:cubicBezTo>
                      <a:pt x="985" y="48"/>
                      <a:pt x="68" y="1"/>
                      <a:pt x="68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Google Shape;675;p33"/>
              <p:cNvSpPr/>
              <p:nvPr/>
            </p:nvSpPr>
            <p:spPr>
              <a:xfrm>
                <a:off x="1680602" y="2806394"/>
                <a:ext cx="157905" cy="10041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179" extrusionOk="0">
                    <a:moveTo>
                      <a:pt x="63" y="0"/>
                    </a:moveTo>
                    <a:cubicBezTo>
                      <a:pt x="21" y="0"/>
                      <a:pt x="0" y="21"/>
                      <a:pt x="0" y="42"/>
                    </a:cubicBezTo>
                    <a:cubicBezTo>
                      <a:pt x="0" y="84"/>
                      <a:pt x="21" y="110"/>
                      <a:pt x="42" y="110"/>
                    </a:cubicBezTo>
                    <a:cubicBezTo>
                      <a:pt x="42" y="110"/>
                      <a:pt x="262" y="152"/>
                      <a:pt x="524" y="241"/>
                    </a:cubicBezTo>
                    <a:cubicBezTo>
                      <a:pt x="786" y="304"/>
                      <a:pt x="1110" y="435"/>
                      <a:pt x="1309" y="634"/>
                    </a:cubicBezTo>
                    <a:cubicBezTo>
                      <a:pt x="1524" y="849"/>
                      <a:pt x="1634" y="959"/>
                      <a:pt x="1702" y="1048"/>
                    </a:cubicBezTo>
                    <a:cubicBezTo>
                      <a:pt x="1723" y="1069"/>
                      <a:pt x="1744" y="1089"/>
                      <a:pt x="1744" y="1110"/>
                    </a:cubicBezTo>
                    <a:cubicBezTo>
                      <a:pt x="1744" y="1158"/>
                      <a:pt x="1765" y="1178"/>
                      <a:pt x="1807" y="1178"/>
                    </a:cubicBezTo>
                    <a:cubicBezTo>
                      <a:pt x="1833" y="1158"/>
                      <a:pt x="1854" y="1131"/>
                      <a:pt x="1854" y="1110"/>
                    </a:cubicBezTo>
                    <a:lnTo>
                      <a:pt x="1854" y="1089"/>
                    </a:lnTo>
                    <a:lnTo>
                      <a:pt x="1854" y="1069"/>
                    </a:lnTo>
                    <a:cubicBezTo>
                      <a:pt x="1833" y="1048"/>
                      <a:pt x="1807" y="1000"/>
                      <a:pt x="1786" y="979"/>
                    </a:cubicBezTo>
                    <a:cubicBezTo>
                      <a:pt x="1723" y="896"/>
                      <a:pt x="1613" y="765"/>
                      <a:pt x="1393" y="545"/>
                    </a:cubicBezTo>
                    <a:cubicBezTo>
                      <a:pt x="1152" y="346"/>
                      <a:pt x="828" y="194"/>
                      <a:pt x="545" y="131"/>
                    </a:cubicBezTo>
                    <a:cubicBezTo>
                      <a:pt x="283" y="42"/>
                      <a:pt x="63" y="0"/>
                      <a:pt x="63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Google Shape;676;p33"/>
              <p:cNvSpPr/>
              <p:nvPr/>
            </p:nvSpPr>
            <p:spPr>
              <a:xfrm>
                <a:off x="1169399" y="1419677"/>
                <a:ext cx="667307" cy="502673"/>
              </a:xfrm>
              <a:custGeom>
                <a:avLst/>
                <a:gdLst/>
                <a:ahLst/>
                <a:cxnLst/>
                <a:rect l="l" t="t" r="r" b="b"/>
                <a:pathLst>
                  <a:path w="7835" h="5902" extrusionOk="0">
                    <a:moveTo>
                      <a:pt x="3465" y="0"/>
                    </a:moveTo>
                    <a:cubicBezTo>
                      <a:pt x="3459" y="0"/>
                      <a:pt x="3453" y="0"/>
                      <a:pt x="3446" y="1"/>
                    </a:cubicBezTo>
                    <a:cubicBezTo>
                      <a:pt x="2488" y="1"/>
                      <a:pt x="1875" y="524"/>
                      <a:pt x="1634" y="786"/>
                    </a:cubicBezTo>
                    <a:cubicBezTo>
                      <a:pt x="1394" y="1027"/>
                      <a:pt x="1310" y="1247"/>
                      <a:pt x="1289" y="1441"/>
                    </a:cubicBezTo>
                    <a:cubicBezTo>
                      <a:pt x="1242" y="1661"/>
                      <a:pt x="1263" y="2163"/>
                      <a:pt x="1263" y="2163"/>
                    </a:cubicBezTo>
                    <a:cubicBezTo>
                      <a:pt x="1263" y="2163"/>
                      <a:pt x="1090" y="1640"/>
                      <a:pt x="959" y="1336"/>
                    </a:cubicBezTo>
                    <a:cubicBezTo>
                      <a:pt x="892" y="1178"/>
                      <a:pt x="814" y="1106"/>
                      <a:pt x="745" y="1106"/>
                    </a:cubicBezTo>
                    <a:cubicBezTo>
                      <a:pt x="678" y="1106"/>
                      <a:pt x="620" y="1171"/>
                      <a:pt x="587" y="1289"/>
                    </a:cubicBezTo>
                    <a:cubicBezTo>
                      <a:pt x="545" y="1551"/>
                      <a:pt x="938" y="1964"/>
                      <a:pt x="938" y="1964"/>
                    </a:cubicBezTo>
                    <a:cubicBezTo>
                      <a:pt x="938" y="1964"/>
                      <a:pt x="780" y="1892"/>
                      <a:pt x="583" y="1892"/>
                    </a:cubicBezTo>
                    <a:cubicBezTo>
                      <a:pt x="516" y="1892"/>
                      <a:pt x="444" y="1900"/>
                      <a:pt x="372" y="1923"/>
                    </a:cubicBezTo>
                    <a:cubicBezTo>
                      <a:pt x="84" y="2012"/>
                      <a:pt x="111" y="2184"/>
                      <a:pt x="325" y="2252"/>
                    </a:cubicBezTo>
                    <a:cubicBezTo>
                      <a:pt x="524" y="2294"/>
                      <a:pt x="1001" y="2315"/>
                      <a:pt x="1001" y="2315"/>
                    </a:cubicBezTo>
                    <a:cubicBezTo>
                      <a:pt x="1001" y="2315"/>
                      <a:pt x="393" y="2357"/>
                      <a:pt x="194" y="2687"/>
                    </a:cubicBezTo>
                    <a:cubicBezTo>
                      <a:pt x="1" y="3012"/>
                      <a:pt x="111" y="3300"/>
                      <a:pt x="241" y="3824"/>
                    </a:cubicBezTo>
                    <a:cubicBezTo>
                      <a:pt x="393" y="4368"/>
                      <a:pt x="765" y="5044"/>
                      <a:pt x="765" y="5044"/>
                    </a:cubicBezTo>
                    <a:cubicBezTo>
                      <a:pt x="765" y="5044"/>
                      <a:pt x="2048" y="5719"/>
                      <a:pt x="2551" y="5850"/>
                    </a:cubicBezTo>
                    <a:cubicBezTo>
                      <a:pt x="2699" y="5887"/>
                      <a:pt x="2873" y="5902"/>
                      <a:pt x="3053" y="5902"/>
                    </a:cubicBezTo>
                    <a:cubicBezTo>
                      <a:pt x="3508" y="5902"/>
                      <a:pt x="4005" y="5810"/>
                      <a:pt x="4253" y="5761"/>
                    </a:cubicBezTo>
                    <a:cubicBezTo>
                      <a:pt x="4583" y="5719"/>
                      <a:pt x="5824" y="5347"/>
                      <a:pt x="5824" y="5347"/>
                    </a:cubicBezTo>
                    <a:cubicBezTo>
                      <a:pt x="5824" y="5347"/>
                      <a:pt x="5836" y="5348"/>
                      <a:pt x="5859" y="5348"/>
                    </a:cubicBezTo>
                    <a:cubicBezTo>
                      <a:pt x="6027" y="5348"/>
                      <a:pt x="6766" y="5312"/>
                      <a:pt x="7264" y="4693"/>
                    </a:cubicBezTo>
                    <a:cubicBezTo>
                      <a:pt x="7835" y="3996"/>
                      <a:pt x="7657" y="3080"/>
                      <a:pt x="7180" y="2336"/>
                    </a:cubicBezTo>
                    <a:cubicBezTo>
                      <a:pt x="6722" y="1577"/>
                      <a:pt x="4435" y="0"/>
                      <a:pt x="346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Google Shape;677;p33"/>
              <p:cNvSpPr/>
              <p:nvPr/>
            </p:nvSpPr>
            <p:spPr>
              <a:xfrm>
                <a:off x="1169418" y="1414311"/>
                <a:ext cx="653935" cy="513745"/>
              </a:xfrm>
              <a:custGeom>
                <a:avLst/>
                <a:gdLst/>
                <a:ahLst/>
                <a:cxnLst/>
                <a:rect l="l" t="t" r="r" b="b"/>
                <a:pathLst>
                  <a:path w="7678" h="6032" extrusionOk="0">
                    <a:moveTo>
                      <a:pt x="3426" y="111"/>
                    </a:moveTo>
                    <a:cubicBezTo>
                      <a:pt x="3666" y="111"/>
                      <a:pt x="3970" y="195"/>
                      <a:pt x="4342" y="373"/>
                    </a:cubicBezTo>
                    <a:cubicBezTo>
                      <a:pt x="4693" y="524"/>
                      <a:pt x="5086" y="744"/>
                      <a:pt x="5452" y="980"/>
                    </a:cubicBezTo>
                    <a:cubicBezTo>
                      <a:pt x="6217" y="1483"/>
                      <a:pt x="6919" y="2075"/>
                      <a:pt x="7133" y="2420"/>
                    </a:cubicBezTo>
                    <a:cubicBezTo>
                      <a:pt x="7353" y="2792"/>
                      <a:pt x="7505" y="3185"/>
                      <a:pt x="7547" y="3599"/>
                    </a:cubicBezTo>
                    <a:cubicBezTo>
                      <a:pt x="7573" y="3991"/>
                      <a:pt x="7484" y="4384"/>
                      <a:pt x="7201" y="4714"/>
                    </a:cubicBezTo>
                    <a:cubicBezTo>
                      <a:pt x="6740" y="5304"/>
                      <a:pt x="6057" y="5349"/>
                      <a:pt x="5859" y="5349"/>
                    </a:cubicBezTo>
                    <a:cubicBezTo>
                      <a:pt x="5823" y="5349"/>
                      <a:pt x="5803" y="5348"/>
                      <a:pt x="5803" y="5348"/>
                    </a:cubicBezTo>
                    <a:cubicBezTo>
                      <a:pt x="5803" y="5348"/>
                      <a:pt x="5478" y="5458"/>
                      <a:pt x="5128" y="5541"/>
                    </a:cubicBezTo>
                    <a:cubicBezTo>
                      <a:pt x="4777" y="5651"/>
                      <a:pt x="4384" y="5761"/>
                      <a:pt x="4232" y="5782"/>
                    </a:cubicBezTo>
                    <a:cubicBezTo>
                      <a:pt x="4059" y="5803"/>
                      <a:pt x="3776" y="5871"/>
                      <a:pt x="3446" y="5892"/>
                    </a:cubicBezTo>
                    <a:cubicBezTo>
                      <a:pt x="3295" y="5903"/>
                      <a:pt x="3136" y="5913"/>
                      <a:pt x="2986" y="5913"/>
                    </a:cubicBezTo>
                    <a:cubicBezTo>
                      <a:pt x="2835" y="5913"/>
                      <a:pt x="2692" y="5903"/>
                      <a:pt x="2572" y="5871"/>
                    </a:cubicBezTo>
                    <a:cubicBezTo>
                      <a:pt x="2310" y="5803"/>
                      <a:pt x="1854" y="5589"/>
                      <a:pt x="1483" y="5410"/>
                    </a:cubicBezTo>
                    <a:cubicBezTo>
                      <a:pt x="1111" y="5238"/>
                      <a:pt x="807" y="5065"/>
                      <a:pt x="786" y="5065"/>
                    </a:cubicBezTo>
                    <a:cubicBezTo>
                      <a:pt x="786" y="5039"/>
                      <a:pt x="414" y="4384"/>
                      <a:pt x="283" y="3887"/>
                    </a:cubicBezTo>
                    <a:cubicBezTo>
                      <a:pt x="215" y="3599"/>
                      <a:pt x="152" y="3405"/>
                      <a:pt x="132" y="3232"/>
                    </a:cubicBezTo>
                    <a:cubicBezTo>
                      <a:pt x="132" y="3054"/>
                      <a:pt x="132" y="2923"/>
                      <a:pt x="242" y="2771"/>
                    </a:cubicBezTo>
                    <a:cubicBezTo>
                      <a:pt x="325" y="2640"/>
                      <a:pt x="503" y="2530"/>
                      <a:pt x="676" y="2488"/>
                    </a:cubicBezTo>
                    <a:cubicBezTo>
                      <a:pt x="849" y="2446"/>
                      <a:pt x="1001" y="2420"/>
                      <a:pt x="1001" y="2420"/>
                    </a:cubicBezTo>
                    <a:lnTo>
                      <a:pt x="980" y="2315"/>
                    </a:lnTo>
                    <a:lnTo>
                      <a:pt x="739" y="2315"/>
                    </a:lnTo>
                    <a:cubicBezTo>
                      <a:pt x="587" y="2289"/>
                      <a:pt x="414" y="2268"/>
                      <a:pt x="325" y="2247"/>
                    </a:cubicBezTo>
                    <a:cubicBezTo>
                      <a:pt x="283" y="2247"/>
                      <a:pt x="242" y="2226"/>
                      <a:pt x="215" y="2206"/>
                    </a:cubicBezTo>
                    <a:lnTo>
                      <a:pt x="215" y="2158"/>
                    </a:lnTo>
                    <a:cubicBezTo>
                      <a:pt x="215" y="2137"/>
                      <a:pt x="262" y="2075"/>
                      <a:pt x="372" y="2027"/>
                    </a:cubicBezTo>
                    <a:cubicBezTo>
                      <a:pt x="431" y="2013"/>
                      <a:pt x="489" y="2008"/>
                      <a:pt x="544" y="2008"/>
                    </a:cubicBezTo>
                    <a:cubicBezTo>
                      <a:pt x="738" y="2008"/>
                      <a:pt x="896" y="2075"/>
                      <a:pt x="896" y="2075"/>
                    </a:cubicBezTo>
                    <a:lnTo>
                      <a:pt x="959" y="1986"/>
                    </a:lnTo>
                    <a:cubicBezTo>
                      <a:pt x="959" y="1986"/>
                      <a:pt x="870" y="1897"/>
                      <a:pt x="786" y="1766"/>
                    </a:cubicBezTo>
                    <a:cubicBezTo>
                      <a:pt x="697" y="1635"/>
                      <a:pt x="634" y="1462"/>
                      <a:pt x="634" y="1373"/>
                    </a:cubicBezTo>
                    <a:cubicBezTo>
                      <a:pt x="655" y="1310"/>
                      <a:pt x="676" y="1289"/>
                      <a:pt x="697" y="1268"/>
                    </a:cubicBezTo>
                    <a:cubicBezTo>
                      <a:pt x="697" y="1249"/>
                      <a:pt x="708" y="1233"/>
                      <a:pt x="722" y="1233"/>
                    </a:cubicBezTo>
                    <a:cubicBezTo>
                      <a:pt x="727" y="1233"/>
                      <a:pt x="733" y="1236"/>
                      <a:pt x="739" y="1242"/>
                    </a:cubicBezTo>
                    <a:cubicBezTo>
                      <a:pt x="739" y="1242"/>
                      <a:pt x="765" y="1242"/>
                      <a:pt x="807" y="1268"/>
                    </a:cubicBezTo>
                    <a:cubicBezTo>
                      <a:pt x="828" y="1310"/>
                      <a:pt x="870" y="1352"/>
                      <a:pt x="896" y="1420"/>
                    </a:cubicBezTo>
                    <a:cubicBezTo>
                      <a:pt x="1027" y="1724"/>
                      <a:pt x="1221" y="2247"/>
                      <a:pt x="1221" y="2247"/>
                    </a:cubicBezTo>
                    <a:lnTo>
                      <a:pt x="1331" y="2226"/>
                    </a:lnTo>
                    <a:cubicBezTo>
                      <a:pt x="1331" y="2226"/>
                      <a:pt x="1310" y="2096"/>
                      <a:pt x="1310" y="1944"/>
                    </a:cubicBezTo>
                    <a:cubicBezTo>
                      <a:pt x="1310" y="1792"/>
                      <a:pt x="1310" y="1614"/>
                      <a:pt x="1331" y="1530"/>
                    </a:cubicBezTo>
                    <a:cubicBezTo>
                      <a:pt x="1352" y="1331"/>
                      <a:pt x="1441" y="1137"/>
                      <a:pt x="1682" y="896"/>
                    </a:cubicBezTo>
                    <a:cubicBezTo>
                      <a:pt x="1917" y="634"/>
                      <a:pt x="2488" y="132"/>
                      <a:pt x="3426" y="111"/>
                    </a:cubicBezTo>
                    <a:close/>
                    <a:moveTo>
                      <a:pt x="3426" y="1"/>
                    </a:moveTo>
                    <a:cubicBezTo>
                      <a:pt x="2441" y="22"/>
                      <a:pt x="1834" y="545"/>
                      <a:pt x="1593" y="807"/>
                    </a:cubicBezTo>
                    <a:cubicBezTo>
                      <a:pt x="1352" y="1069"/>
                      <a:pt x="1242" y="1289"/>
                      <a:pt x="1221" y="1504"/>
                    </a:cubicBezTo>
                    <a:cubicBezTo>
                      <a:pt x="1200" y="1593"/>
                      <a:pt x="1200" y="1766"/>
                      <a:pt x="1200" y="1897"/>
                    </a:cubicBezTo>
                    <a:cubicBezTo>
                      <a:pt x="1132" y="1724"/>
                      <a:pt x="1090" y="1572"/>
                      <a:pt x="1001" y="1373"/>
                    </a:cubicBezTo>
                    <a:cubicBezTo>
                      <a:pt x="959" y="1310"/>
                      <a:pt x="938" y="1242"/>
                      <a:pt x="896" y="1200"/>
                    </a:cubicBezTo>
                    <a:cubicBezTo>
                      <a:pt x="849" y="1158"/>
                      <a:pt x="786" y="1111"/>
                      <a:pt x="739" y="1111"/>
                    </a:cubicBezTo>
                    <a:cubicBezTo>
                      <a:pt x="676" y="1111"/>
                      <a:pt x="634" y="1137"/>
                      <a:pt x="608" y="1179"/>
                    </a:cubicBezTo>
                    <a:cubicBezTo>
                      <a:pt x="566" y="1221"/>
                      <a:pt x="545" y="1289"/>
                      <a:pt x="524" y="1352"/>
                    </a:cubicBezTo>
                    <a:cubicBezTo>
                      <a:pt x="503" y="1504"/>
                      <a:pt x="587" y="1682"/>
                      <a:pt x="676" y="1813"/>
                    </a:cubicBezTo>
                    <a:cubicBezTo>
                      <a:pt x="718" y="1876"/>
                      <a:pt x="739" y="1876"/>
                      <a:pt x="765" y="1923"/>
                    </a:cubicBezTo>
                    <a:cubicBezTo>
                      <a:pt x="703" y="1908"/>
                      <a:pt x="627" y="1895"/>
                      <a:pt x="544" y="1895"/>
                    </a:cubicBezTo>
                    <a:cubicBezTo>
                      <a:pt x="481" y="1895"/>
                      <a:pt x="414" y="1902"/>
                      <a:pt x="346" y="1923"/>
                    </a:cubicBezTo>
                    <a:cubicBezTo>
                      <a:pt x="194" y="1965"/>
                      <a:pt x="111" y="2054"/>
                      <a:pt x="84" y="2158"/>
                    </a:cubicBezTo>
                    <a:cubicBezTo>
                      <a:pt x="84" y="2206"/>
                      <a:pt x="111" y="2247"/>
                      <a:pt x="152" y="2289"/>
                    </a:cubicBezTo>
                    <a:cubicBezTo>
                      <a:pt x="173" y="2315"/>
                      <a:pt x="242" y="2357"/>
                      <a:pt x="283" y="2357"/>
                    </a:cubicBezTo>
                    <a:cubicBezTo>
                      <a:pt x="372" y="2378"/>
                      <a:pt x="503" y="2399"/>
                      <a:pt x="608" y="2399"/>
                    </a:cubicBezTo>
                    <a:cubicBezTo>
                      <a:pt x="435" y="2467"/>
                      <a:pt x="242" y="2551"/>
                      <a:pt x="132" y="2708"/>
                    </a:cubicBezTo>
                    <a:cubicBezTo>
                      <a:pt x="22" y="2881"/>
                      <a:pt x="1" y="3054"/>
                      <a:pt x="22" y="3253"/>
                    </a:cubicBezTo>
                    <a:cubicBezTo>
                      <a:pt x="43" y="3426"/>
                      <a:pt x="111" y="3646"/>
                      <a:pt x="173" y="3908"/>
                    </a:cubicBezTo>
                    <a:cubicBezTo>
                      <a:pt x="325" y="4452"/>
                      <a:pt x="697" y="5128"/>
                      <a:pt x="697" y="5128"/>
                    </a:cubicBezTo>
                    <a:lnTo>
                      <a:pt x="697" y="5149"/>
                    </a:lnTo>
                    <a:lnTo>
                      <a:pt x="718" y="5149"/>
                    </a:lnTo>
                    <a:cubicBezTo>
                      <a:pt x="718" y="5149"/>
                      <a:pt x="1048" y="5327"/>
                      <a:pt x="1441" y="5520"/>
                    </a:cubicBezTo>
                    <a:cubicBezTo>
                      <a:pt x="1813" y="5693"/>
                      <a:pt x="2268" y="5913"/>
                      <a:pt x="2530" y="5981"/>
                    </a:cubicBezTo>
                    <a:cubicBezTo>
                      <a:pt x="2686" y="6016"/>
                      <a:pt x="2856" y="6031"/>
                      <a:pt x="3031" y="6031"/>
                    </a:cubicBezTo>
                    <a:cubicBezTo>
                      <a:pt x="3175" y="6031"/>
                      <a:pt x="3322" y="6021"/>
                      <a:pt x="3467" y="6002"/>
                    </a:cubicBezTo>
                    <a:cubicBezTo>
                      <a:pt x="3776" y="5981"/>
                      <a:pt x="4080" y="5913"/>
                      <a:pt x="4253" y="5892"/>
                    </a:cubicBezTo>
                    <a:cubicBezTo>
                      <a:pt x="4431" y="5871"/>
                      <a:pt x="4824" y="5761"/>
                      <a:pt x="5169" y="5651"/>
                    </a:cubicBezTo>
                    <a:cubicBezTo>
                      <a:pt x="5520" y="5562"/>
                      <a:pt x="5824" y="5458"/>
                      <a:pt x="5824" y="5458"/>
                    </a:cubicBezTo>
                    <a:cubicBezTo>
                      <a:pt x="5829" y="5458"/>
                      <a:pt x="5843" y="5458"/>
                      <a:pt x="5866" y="5458"/>
                    </a:cubicBezTo>
                    <a:cubicBezTo>
                      <a:pt x="6050" y="5458"/>
                      <a:pt x="6780" y="5425"/>
                      <a:pt x="7285" y="4803"/>
                    </a:cubicBezTo>
                    <a:cubicBezTo>
                      <a:pt x="7594" y="4431"/>
                      <a:pt x="7678" y="4017"/>
                      <a:pt x="7657" y="3578"/>
                    </a:cubicBezTo>
                    <a:cubicBezTo>
                      <a:pt x="7615" y="3164"/>
                      <a:pt x="7463" y="2750"/>
                      <a:pt x="7222" y="2357"/>
                    </a:cubicBezTo>
                    <a:cubicBezTo>
                      <a:pt x="6981" y="1965"/>
                      <a:pt x="6285" y="1399"/>
                      <a:pt x="5520" y="896"/>
                    </a:cubicBezTo>
                    <a:cubicBezTo>
                      <a:pt x="5148" y="655"/>
                      <a:pt x="4735" y="414"/>
                      <a:pt x="4384" y="263"/>
                    </a:cubicBezTo>
                    <a:cubicBezTo>
                      <a:pt x="4012" y="111"/>
                      <a:pt x="3687" y="1"/>
                      <a:pt x="3426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Google Shape;678;p33"/>
              <p:cNvSpPr/>
              <p:nvPr/>
            </p:nvSpPr>
            <p:spPr>
              <a:xfrm>
                <a:off x="1171548" y="1711806"/>
                <a:ext cx="538530" cy="447909"/>
              </a:xfrm>
              <a:custGeom>
                <a:avLst/>
                <a:gdLst/>
                <a:ahLst/>
                <a:cxnLst/>
                <a:rect l="l" t="t" r="r" b="b"/>
                <a:pathLst>
                  <a:path w="6323" h="5259" extrusionOk="0">
                    <a:moveTo>
                      <a:pt x="2704" y="1"/>
                    </a:moveTo>
                    <a:lnTo>
                      <a:pt x="2704" y="1"/>
                    </a:lnTo>
                    <a:cubicBezTo>
                      <a:pt x="2704" y="1"/>
                      <a:pt x="2374" y="263"/>
                      <a:pt x="2133" y="807"/>
                    </a:cubicBezTo>
                    <a:cubicBezTo>
                      <a:pt x="1919" y="1331"/>
                      <a:pt x="1809" y="1897"/>
                      <a:pt x="1809" y="1897"/>
                    </a:cubicBezTo>
                    <a:lnTo>
                      <a:pt x="1395" y="1897"/>
                    </a:lnTo>
                    <a:cubicBezTo>
                      <a:pt x="1395" y="1897"/>
                      <a:pt x="1369" y="1855"/>
                      <a:pt x="1369" y="1677"/>
                    </a:cubicBezTo>
                    <a:cubicBezTo>
                      <a:pt x="1348" y="1525"/>
                      <a:pt x="1285" y="1284"/>
                      <a:pt x="1107" y="1069"/>
                    </a:cubicBezTo>
                    <a:cubicBezTo>
                      <a:pt x="1029" y="945"/>
                      <a:pt x="922" y="845"/>
                      <a:pt x="789" y="845"/>
                    </a:cubicBezTo>
                    <a:cubicBezTo>
                      <a:pt x="664" y="845"/>
                      <a:pt x="515" y="935"/>
                      <a:pt x="347" y="1179"/>
                    </a:cubicBezTo>
                    <a:cubicBezTo>
                      <a:pt x="1" y="1650"/>
                      <a:pt x="145" y="2510"/>
                      <a:pt x="1159" y="2510"/>
                    </a:cubicBezTo>
                    <a:cubicBezTo>
                      <a:pt x="1171" y="2510"/>
                      <a:pt x="1183" y="2510"/>
                      <a:pt x="1196" y="2509"/>
                    </a:cubicBezTo>
                    <a:lnTo>
                      <a:pt x="1196" y="2509"/>
                    </a:lnTo>
                    <a:cubicBezTo>
                      <a:pt x="1107" y="3619"/>
                      <a:pt x="1981" y="4819"/>
                      <a:pt x="3270" y="5170"/>
                    </a:cubicBezTo>
                    <a:cubicBezTo>
                      <a:pt x="3495" y="5231"/>
                      <a:pt x="3708" y="5258"/>
                      <a:pt x="3908" y="5258"/>
                    </a:cubicBezTo>
                    <a:cubicBezTo>
                      <a:pt x="4850" y="5258"/>
                      <a:pt x="5487" y="4652"/>
                      <a:pt x="5647" y="4164"/>
                    </a:cubicBezTo>
                    <a:cubicBezTo>
                      <a:pt x="5820" y="3578"/>
                      <a:pt x="5715" y="3075"/>
                      <a:pt x="5867" y="2462"/>
                    </a:cubicBezTo>
                    <a:cubicBezTo>
                      <a:pt x="6019" y="1834"/>
                      <a:pt x="6323" y="1111"/>
                      <a:pt x="6323" y="1111"/>
                    </a:cubicBezTo>
                    <a:cubicBezTo>
                      <a:pt x="6302" y="891"/>
                      <a:pt x="5888" y="545"/>
                      <a:pt x="5888" y="545"/>
                    </a:cubicBezTo>
                    <a:cubicBezTo>
                      <a:pt x="5888" y="545"/>
                      <a:pt x="5799" y="807"/>
                      <a:pt x="5689" y="1001"/>
                    </a:cubicBezTo>
                    <a:cubicBezTo>
                      <a:pt x="5638" y="1098"/>
                      <a:pt x="5569" y="1158"/>
                      <a:pt x="5410" y="1158"/>
                    </a:cubicBezTo>
                    <a:cubicBezTo>
                      <a:pt x="5244" y="1158"/>
                      <a:pt x="4981" y="1093"/>
                      <a:pt x="4537" y="938"/>
                    </a:cubicBezTo>
                    <a:cubicBezTo>
                      <a:pt x="3641" y="655"/>
                      <a:pt x="2987" y="85"/>
                      <a:pt x="2987" y="85"/>
                    </a:cubicBezTo>
                    <a:cubicBezTo>
                      <a:pt x="2987" y="85"/>
                      <a:pt x="2966" y="132"/>
                      <a:pt x="2898" y="305"/>
                    </a:cubicBezTo>
                    <a:cubicBezTo>
                      <a:pt x="2852" y="432"/>
                      <a:pt x="2780" y="548"/>
                      <a:pt x="2701" y="548"/>
                    </a:cubicBezTo>
                    <a:cubicBezTo>
                      <a:pt x="2673" y="548"/>
                      <a:pt x="2644" y="533"/>
                      <a:pt x="2615" y="498"/>
                    </a:cubicBezTo>
                    <a:cubicBezTo>
                      <a:pt x="2505" y="346"/>
                      <a:pt x="2704" y="1"/>
                      <a:pt x="2704" y="1"/>
                    </a:cubicBezTo>
                    <a:close/>
                  </a:path>
                </a:pathLst>
              </a:custGeom>
              <a:solidFill>
                <a:srgbClr val="FFEBD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Google Shape;679;p33"/>
              <p:cNvSpPr/>
              <p:nvPr/>
            </p:nvSpPr>
            <p:spPr>
              <a:xfrm>
                <a:off x="1174784" y="1707803"/>
                <a:ext cx="539296" cy="455574"/>
              </a:xfrm>
              <a:custGeom>
                <a:avLst/>
                <a:gdLst/>
                <a:ahLst/>
                <a:cxnLst/>
                <a:rect l="l" t="t" r="r" b="b"/>
                <a:pathLst>
                  <a:path w="6332" h="5349" extrusionOk="0">
                    <a:moveTo>
                      <a:pt x="2970" y="221"/>
                    </a:moveTo>
                    <a:cubicBezTo>
                      <a:pt x="3059" y="283"/>
                      <a:pt x="3624" y="765"/>
                      <a:pt x="4473" y="1048"/>
                    </a:cubicBezTo>
                    <a:cubicBezTo>
                      <a:pt x="4913" y="1200"/>
                      <a:pt x="5175" y="1268"/>
                      <a:pt x="5368" y="1268"/>
                    </a:cubicBezTo>
                    <a:cubicBezTo>
                      <a:pt x="5457" y="1268"/>
                      <a:pt x="5520" y="1247"/>
                      <a:pt x="5588" y="1200"/>
                    </a:cubicBezTo>
                    <a:cubicBezTo>
                      <a:pt x="5630" y="1179"/>
                      <a:pt x="5677" y="1137"/>
                      <a:pt x="5698" y="1069"/>
                    </a:cubicBezTo>
                    <a:cubicBezTo>
                      <a:pt x="5808" y="917"/>
                      <a:pt x="5850" y="765"/>
                      <a:pt x="5871" y="702"/>
                    </a:cubicBezTo>
                    <a:cubicBezTo>
                      <a:pt x="5913" y="723"/>
                      <a:pt x="5939" y="744"/>
                      <a:pt x="6023" y="833"/>
                    </a:cubicBezTo>
                    <a:cubicBezTo>
                      <a:pt x="6112" y="938"/>
                      <a:pt x="6222" y="1095"/>
                      <a:pt x="6222" y="1158"/>
                    </a:cubicBezTo>
                    <a:cubicBezTo>
                      <a:pt x="6201" y="1179"/>
                      <a:pt x="5913" y="1881"/>
                      <a:pt x="5761" y="2488"/>
                    </a:cubicBezTo>
                    <a:cubicBezTo>
                      <a:pt x="5630" y="3122"/>
                      <a:pt x="5740" y="3604"/>
                      <a:pt x="5546" y="4190"/>
                    </a:cubicBezTo>
                    <a:cubicBezTo>
                      <a:pt x="5400" y="4660"/>
                      <a:pt x="4786" y="5242"/>
                      <a:pt x="3879" y="5242"/>
                    </a:cubicBezTo>
                    <a:cubicBezTo>
                      <a:pt x="3683" y="5242"/>
                      <a:pt x="3474" y="5215"/>
                      <a:pt x="3253" y="5154"/>
                    </a:cubicBezTo>
                    <a:cubicBezTo>
                      <a:pt x="1985" y="4824"/>
                      <a:pt x="1137" y="3646"/>
                      <a:pt x="1200" y="2556"/>
                    </a:cubicBezTo>
                    <a:lnTo>
                      <a:pt x="1200" y="2488"/>
                    </a:lnTo>
                    <a:lnTo>
                      <a:pt x="1158" y="2509"/>
                    </a:lnTo>
                    <a:cubicBezTo>
                      <a:pt x="634" y="2509"/>
                      <a:pt x="372" y="2315"/>
                      <a:pt x="241" y="2054"/>
                    </a:cubicBezTo>
                    <a:cubicBezTo>
                      <a:pt x="131" y="1792"/>
                      <a:pt x="179" y="1488"/>
                      <a:pt x="351" y="1247"/>
                    </a:cubicBezTo>
                    <a:cubicBezTo>
                      <a:pt x="486" y="1052"/>
                      <a:pt x="621" y="960"/>
                      <a:pt x="726" y="960"/>
                    </a:cubicBezTo>
                    <a:cubicBezTo>
                      <a:pt x="740" y="960"/>
                      <a:pt x="753" y="961"/>
                      <a:pt x="765" y="964"/>
                    </a:cubicBezTo>
                    <a:cubicBezTo>
                      <a:pt x="854" y="964"/>
                      <a:pt x="964" y="1027"/>
                      <a:pt x="1027" y="1137"/>
                    </a:cubicBezTo>
                    <a:cubicBezTo>
                      <a:pt x="1200" y="1357"/>
                      <a:pt x="1268" y="1572"/>
                      <a:pt x="1268" y="1724"/>
                    </a:cubicBezTo>
                    <a:cubicBezTo>
                      <a:pt x="1289" y="1902"/>
                      <a:pt x="1289" y="1964"/>
                      <a:pt x="1289" y="1964"/>
                    </a:cubicBezTo>
                    <a:lnTo>
                      <a:pt x="1310" y="2012"/>
                    </a:lnTo>
                    <a:lnTo>
                      <a:pt x="1812" y="2012"/>
                    </a:lnTo>
                    <a:lnTo>
                      <a:pt x="1812" y="1964"/>
                    </a:lnTo>
                    <a:cubicBezTo>
                      <a:pt x="1812" y="1964"/>
                      <a:pt x="1922" y="1399"/>
                      <a:pt x="2163" y="875"/>
                    </a:cubicBezTo>
                    <a:cubicBezTo>
                      <a:pt x="2271" y="639"/>
                      <a:pt x="2399" y="449"/>
                      <a:pt x="2502" y="318"/>
                    </a:cubicBezTo>
                    <a:lnTo>
                      <a:pt x="2502" y="318"/>
                    </a:lnTo>
                    <a:cubicBezTo>
                      <a:pt x="2488" y="340"/>
                      <a:pt x="2488" y="375"/>
                      <a:pt x="2488" y="393"/>
                    </a:cubicBezTo>
                    <a:cubicBezTo>
                      <a:pt x="2467" y="462"/>
                      <a:pt x="2488" y="524"/>
                      <a:pt x="2535" y="592"/>
                    </a:cubicBezTo>
                    <a:cubicBezTo>
                      <a:pt x="2556" y="634"/>
                      <a:pt x="2598" y="655"/>
                      <a:pt x="2640" y="655"/>
                    </a:cubicBezTo>
                    <a:cubicBezTo>
                      <a:pt x="2687" y="655"/>
                      <a:pt x="2729" y="634"/>
                      <a:pt x="2771" y="613"/>
                    </a:cubicBezTo>
                    <a:cubicBezTo>
                      <a:pt x="2839" y="571"/>
                      <a:pt x="2881" y="482"/>
                      <a:pt x="2902" y="372"/>
                    </a:cubicBezTo>
                    <a:cubicBezTo>
                      <a:pt x="2949" y="263"/>
                      <a:pt x="2970" y="242"/>
                      <a:pt x="2970" y="221"/>
                    </a:cubicBezTo>
                    <a:close/>
                    <a:moveTo>
                      <a:pt x="2640" y="1"/>
                    </a:moveTo>
                    <a:cubicBezTo>
                      <a:pt x="2640" y="1"/>
                      <a:pt x="2294" y="283"/>
                      <a:pt x="2053" y="833"/>
                    </a:cubicBezTo>
                    <a:cubicBezTo>
                      <a:pt x="1833" y="1357"/>
                      <a:pt x="1723" y="1855"/>
                      <a:pt x="1723" y="1902"/>
                    </a:cubicBezTo>
                    <a:lnTo>
                      <a:pt x="1399" y="1902"/>
                    </a:lnTo>
                    <a:cubicBezTo>
                      <a:pt x="1399" y="1881"/>
                      <a:pt x="1399" y="1855"/>
                      <a:pt x="1378" y="1724"/>
                    </a:cubicBezTo>
                    <a:cubicBezTo>
                      <a:pt x="1378" y="1551"/>
                      <a:pt x="1289" y="1310"/>
                      <a:pt x="1116" y="1069"/>
                    </a:cubicBezTo>
                    <a:cubicBezTo>
                      <a:pt x="1027" y="964"/>
                      <a:pt x="917" y="854"/>
                      <a:pt x="765" y="833"/>
                    </a:cubicBezTo>
                    <a:cubicBezTo>
                      <a:pt x="613" y="833"/>
                      <a:pt x="440" y="938"/>
                      <a:pt x="241" y="1179"/>
                    </a:cubicBezTo>
                    <a:cubicBezTo>
                      <a:pt x="69" y="1441"/>
                      <a:pt x="0" y="1813"/>
                      <a:pt x="152" y="2095"/>
                    </a:cubicBezTo>
                    <a:cubicBezTo>
                      <a:pt x="283" y="2378"/>
                      <a:pt x="592" y="2598"/>
                      <a:pt x="1095" y="2598"/>
                    </a:cubicBezTo>
                    <a:cubicBezTo>
                      <a:pt x="1048" y="3735"/>
                      <a:pt x="1922" y="4934"/>
                      <a:pt x="3211" y="5259"/>
                    </a:cubicBezTo>
                    <a:cubicBezTo>
                      <a:pt x="3443" y="5321"/>
                      <a:pt x="3664" y="5349"/>
                      <a:pt x="3871" y="5349"/>
                    </a:cubicBezTo>
                    <a:cubicBezTo>
                      <a:pt x="4830" y="5349"/>
                      <a:pt x="5492" y="4754"/>
                      <a:pt x="5651" y="4237"/>
                    </a:cubicBezTo>
                    <a:cubicBezTo>
                      <a:pt x="5850" y="3625"/>
                      <a:pt x="5740" y="3122"/>
                      <a:pt x="5892" y="2509"/>
                    </a:cubicBezTo>
                    <a:cubicBezTo>
                      <a:pt x="6023" y="1902"/>
                      <a:pt x="6332" y="1179"/>
                      <a:pt x="6332" y="1179"/>
                    </a:cubicBezTo>
                    <a:lnTo>
                      <a:pt x="6332" y="1158"/>
                    </a:lnTo>
                    <a:cubicBezTo>
                      <a:pt x="6332" y="1027"/>
                      <a:pt x="6201" y="875"/>
                      <a:pt x="6112" y="765"/>
                    </a:cubicBezTo>
                    <a:cubicBezTo>
                      <a:pt x="6002" y="634"/>
                      <a:pt x="5892" y="545"/>
                      <a:pt x="5892" y="545"/>
                    </a:cubicBezTo>
                    <a:lnTo>
                      <a:pt x="5829" y="503"/>
                    </a:lnTo>
                    <a:lnTo>
                      <a:pt x="5808" y="571"/>
                    </a:lnTo>
                    <a:cubicBezTo>
                      <a:pt x="5808" y="571"/>
                      <a:pt x="5719" y="833"/>
                      <a:pt x="5609" y="1027"/>
                    </a:cubicBezTo>
                    <a:cubicBezTo>
                      <a:pt x="5588" y="1069"/>
                      <a:pt x="5567" y="1095"/>
                      <a:pt x="5520" y="1116"/>
                    </a:cubicBezTo>
                    <a:cubicBezTo>
                      <a:pt x="5499" y="1137"/>
                      <a:pt x="5436" y="1158"/>
                      <a:pt x="5368" y="1158"/>
                    </a:cubicBezTo>
                    <a:cubicBezTo>
                      <a:pt x="5216" y="1137"/>
                      <a:pt x="4955" y="1095"/>
                      <a:pt x="4499" y="938"/>
                    </a:cubicBezTo>
                    <a:cubicBezTo>
                      <a:pt x="3624" y="634"/>
                      <a:pt x="2991" y="90"/>
                      <a:pt x="2991" y="90"/>
                    </a:cubicBezTo>
                    <a:lnTo>
                      <a:pt x="2949" y="48"/>
                    </a:lnTo>
                    <a:lnTo>
                      <a:pt x="2902" y="111"/>
                    </a:lnTo>
                    <a:cubicBezTo>
                      <a:pt x="2902" y="111"/>
                      <a:pt x="2860" y="153"/>
                      <a:pt x="2797" y="331"/>
                    </a:cubicBezTo>
                    <a:cubicBezTo>
                      <a:pt x="2771" y="414"/>
                      <a:pt x="2729" y="503"/>
                      <a:pt x="2687" y="524"/>
                    </a:cubicBezTo>
                    <a:lnTo>
                      <a:pt x="2666" y="545"/>
                    </a:lnTo>
                    <a:cubicBezTo>
                      <a:pt x="2640" y="545"/>
                      <a:pt x="2640" y="545"/>
                      <a:pt x="2619" y="503"/>
                    </a:cubicBezTo>
                    <a:cubicBezTo>
                      <a:pt x="2598" y="503"/>
                      <a:pt x="2598" y="462"/>
                      <a:pt x="2598" y="414"/>
                    </a:cubicBezTo>
                    <a:cubicBezTo>
                      <a:pt x="2598" y="372"/>
                      <a:pt x="2619" y="310"/>
                      <a:pt x="2640" y="263"/>
                    </a:cubicBezTo>
                    <a:cubicBezTo>
                      <a:pt x="2666" y="153"/>
                      <a:pt x="2729" y="69"/>
                      <a:pt x="2729" y="69"/>
                    </a:cubicBezTo>
                    <a:lnTo>
                      <a:pt x="2640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Google Shape;680;p33"/>
              <p:cNvSpPr/>
              <p:nvPr/>
            </p:nvSpPr>
            <p:spPr>
              <a:xfrm>
                <a:off x="1223415" y="1838026"/>
                <a:ext cx="48206" cy="48291"/>
              </a:xfrm>
              <a:custGeom>
                <a:avLst/>
                <a:gdLst/>
                <a:ahLst/>
                <a:cxnLst/>
                <a:rect l="l" t="t" r="r" b="b"/>
                <a:pathLst>
                  <a:path w="566" h="567" extrusionOk="0">
                    <a:moveTo>
                      <a:pt x="283" y="111"/>
                    </a:moveTo>
                    <a:cubicBezTo>
                      <a:pt x="367" y="111"/>
                      <a:pt x="456" y="174"/>
                      <a:pt x="456" y="284"/>
                    </a:cubicBezTo>
                    <a:cubicBezTo>
                      <a:pt x="456" y="373"/>
                      <a:pt x="367" y="456"/>
                      <a:pt x="283" y="456"/>
                    </a:cubicBezTo>
                    <a:cubicBezTo>
                      <a:pt x="173" y="456"/>
                      <a:pt x="105" y="373"/>
                      <a:pt x="105" y="284"/>
                    </a:cubicBezTo>
                    <a:cubicBezTo>
                      <a:pt x="105" y="174"/>
                      <a:pt x="173" y="111"/>
                      <a:pt x="283" y="111"/>
                    </a:cubicBezTo>
                    <a:close/>
                    <a:moveTo>
                      <a:pt x="283" y="1"/>
                    </a:moveTo>
                    <a:cubicBezTo>
                      <a:pt x="131" y="1"/>
                      <a:pt x="0" y="132"/>
                      <a:pt x="0" y="284"/>
                    </a:cubicBezTo>
                    <a:cubicBezTo>
                      <a:pt x="0" y="435"/>
                      <a:pt x="131" y="566"/>
                      <a:pt x="283" y="566"/>
                    </a:cubicBezTo>
                    <a:cubicBezTo>
                      <a:pt x="435" y="566"/>
                      <a:pt x="566" y="435"/>
                      <a:pt x="566" y="284"/>
                    </a:cubicBezTo>
                    <a:cubicBezTo>
                      <a:pt x="566" y="132"/>
                      <a:pt x="435" y="1"/>
                      <a:pt x="283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Google Shape;681;p33"/>
              <p:cNvSpPr/>
              <p:nvPr/>
            </p:nvSpPr>
            <p:spPr>
              <a:xfrm>
                <a:off x="1453542" y="1904713"/>
                <a:ext cx="26403" cy="43352"/>
              </a:xfrm>
              <a:custGeom>
                <a:avLst/>
                <a:gdLst/>
                <a:ahLst/>
                <a:cxnLst/>
                <a:rect l="l" t="t" r="r" b="b"/>
                <a:pathLst>
                  <a:path w="310" h="509" extrusionOk="0">
                    <a:moveTo>
                      <a:pt x="157" y="1"/>
                    </a:moveTo>
                    <a:cubicBezTo>
                      <a:pt x="79" y="1"/>
                      <a:pt x="20" y="105"/>
                      <a:pt x="1" y="244"/>
                    </a:cubicBezTo>
                    <a:cubicBezTo>
                      <a:pt x="1" y="396"/>
                      <a:pt x="48" y="506"/>
                      <a:pt x="131" y="506"/>
                    </a:cubicBezTo>
                    <a:cubicBezTo>
                      <a:pt x="139" y="508"/>
                      <a:pt x="146" y="509"/>
                      <a:pt x="153" y="509"/>
                    </a:cubicBezTo>
                    <a:cubicBezTo>
                      <a:pt x="231" y="509"/>
                      <a:pt x="285" y="405"/>
                      <a:pt x="310" y="265"/>
                    </a:cubicBezTo>
                    <a:cubicBezTo>
                      <a:pt x="310" y="134"/>
                      <a:pt x="262" y="3"/>
                      <a:pt x="179" y="3"/>
                    </a:cubicBezTo>
                    <a:cubicBezTo>
                      <a:pt x="171" y="2"/>
                      <a:pt x="164" y="1"/>
                      <a:pt x="157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Google Shape;682;p33"/>
              <p:cNvSpPr/>
              <p:nvPr/>
            </p:nvSpPr>
            <p:spPr>
              <a:xfrm>
                <a:off x="1626605" y="1919702"/>
                <a:ext cx="27765" cy="44629"/>
              </a:xfrm>
              <a:custGeom>
                <a:avLst/>
                <a:gdLst/>
                <a:ahLst/>
                <a:cxnLst/>
                <a:rect l="l" t="t" r="r" b="b"/>
                <a:pathLst>
                  <a:path w="326" h="524" extrusionOk="0">
                    <a:moveTo>
                      <a:pt x="194" y="0"/>
                    </a:moveTo>
                    <a:cubicBezTo>
                      <a:pt x="110" y="0"/>
                      <a:pt x="21" y="110"/>
                      <a:pt x="21" y="262"/>
                    </a:cubicBezTo>
                    <a:cubicBezTo>
                      <a:pt x="0" y="393"/>
                      <a:pt x="63" y="524"/>
                      <a:pt x="131" y="524"/>
                    </a:cubicBezTo>
                    <a:cubicBezTo>
                      <a:pt x="215" y="524"/>
                      <a:pt x="304" y="414"/>
                      <a:pt x="304" y="283"/>
                    </a:cubicBezTo>
                    <a:cubicBezTo>
                      <a:pt x="325" y="131"/>
                      <a:pt x="262" y="21"/>
                      <a:pt x="194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Google Shape;683;p33"/>
              <p:cNvSpPr/>
              <p:nvPr/>
            </p:nvSpPr>
            <p:spPr>
              <a:xfrm>
                <a:off x="1587342" y="1930093"/>
                <a:ext cx="31768" cy="68392"/>
              </a:xfrm>
              <a:custGeom>
                <a:avLst/>
                <a:gdLst/>
                <a:ahLst/>
                <a:cxnLst/>
                <a:rect l="l" t="t" r="r" b="b"/>
                <a:pathLst>
                  <a:path w="373" h="803" extrusionOk="0">
                    <a:moveTo>
                      <a:pt x="112" y="1"/>
                    </a:moveTo>
                    <a:cubicBezTo>
                      <a:pt x="91" y="1"/>
                      <a:pt x="69" y="22"/>
                      <a:pt x="69" y="56"/>
                    </a:cubicBezTo>
                    <a:cubicBezTo>
                      <a:pt x="48" y="98"/>
                      <a:pt x="69" y="161"/>
                      <a:pt x="90" y="208"/>
                    </a:cubicBezTo>
                    <a:cubicBezTo>
                      <a:pt x="111" y="250"/>
                      <a:pt x="132" y="271"/>
                      <a:pt x="152" y="292"/>
                    </a:cubicBezTo>
                    <a:cubicBezTo>
                      <a:pt x="221" y="360"/>
                      <a:pt x="262" y="381"/>
                      <a:pt x="262" y="470"/>
                    </a:cubicBezTo>
                    <a:cubicBezTo>
                      <a:pt x="241" y="580"/>
                      <a:pt x="221" y="622"/>
                      <a:pt x="179" y="643"/>
                    </a:cubicBezTo>
                    <a:cubicBezTo>
                      <a:pt x="152" y="685"/>
                      <a:pt x="111" y="685"/>
                      <a:pt x="69" y="685"/>
                    </a:cubicBezTo>
                    <a:cubicBezTo>
                      <a:pt x="48" y="685"/>
                      <a:pt x="1" y="711"/>
                      <a:pt x="1" y="753"/>
                    </a:cubicBezTo>
                    <a:cubicBezTo>
                      <a:pt x="1" y="774"/>
                      <a:pt x="48" y="795"/>
                      <a:pt x="69" y="795"/>
                    </a:cubicBezTo>
                    <a:cubicBezTo>
                      <a:pt x="84" y="800"/>
                      <a:pt x="100" y="803"/>
                      <a:pt x="117" y="803"/>
                    </a:cubicBezTo>
                    <a:cubicBezTo>
                      <a:pt x="165" y="803"/>
                      <a:pt x="215" y="779"/>
                      <a:pt x="262" y="732"/>
                    </a:cubicBezTo>
                    <a:cubicBezTo>
                      <a:pt x="331" y="685"/>
                      <a:pt x="372" y="601"/>
                      <a:pt x="372" y="491"/>
                    </a:cubicBezTo>
                    <a:cubicBezTo>
                      <a:pt x="372" y="360"/>
                      <a:pt x="310" y="271"/>
                      <a:pt x="241" y="229"/>
                    </a:cubicBezTo>
                    <a:cubicBezTo>
                      <a:pt x="221" y="187"/>
                      <a:pt x="200" y="161"/>
                      <a:pt x="200" y="140"/>
                    </a:cubicBezTo>
                    <a:cubicBezTo>
                      <a:pt x="179" y="119"/>
                      <a:pt x="179" y="98"/>
                      <a:pt x="179" y="77"/>
                    </a:cubicBezTo>
                    <a:cubicBezTo>
                      <a:pt x="179" y="30"/>
                      <a:pt x="152" y="9"/>
                      <a:pt x="132" y="9"/>
                    </a:cubicBezTo>
                    <a:cubicBezTo>
                      <a:pt x="126" y="4"/>
                      <a:pt x="119" y="1"/>
                      <a:pt x="112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Google Shape;684;p33"/>
              <p:cNvSpPr/>
              <p:nvPr/>
            </p:nvSpPr>
            <p:spPr>
              <a:xfrm>
                <a:off x="1473556" y="1989370"/>
                <a:ext cx="129033" cy="99479"/>
              </a:xfrm>
              <a:custGeom>
                <a:avLst/>
                <a:gdLst/>
                <a:ahLst/>
                <a:cxnLst/>
                <a:rect l="l" t="t" r="r" b="b"/>
                <a:pathLst>
                  <a:path w="1515" h="1168" extrusionOk="0">
                    <a:moveTo>
                      <a:pt x="475" y="0"/>
                    </a:moveTo>
                    <a:cubicBezTo>
                      <a:pt x="264" y="0"/>
                      <a:pt x="0" y="304"/>
                      <a:pt x="116" y="732"/>
                    </a:cubicBezTo>
                    <a:cubicBezTo>
                      <a:pt x="214" y="1027"/>
                      <a:pt x="525" y="1168"/>
                      <a:pt x="811" y="1168"/>
                    </a:cubicBezTo>
                    <a:cubicBezTo>
                      <a:pt x="972" y="1168"/>
                      <a:pt x="1125" y="1123"/>
                      <a:pt x="1227" y="1036"/>
                    </a:cubicBezTo>
                    <a:cubicBezTo>
                      <a:pt x="1515" y="800"/>
                      <a:pt x="1488" y="559"/>
                      <a:pt x="1405" y="470"/>
                    </a:cubicBezTo>
                    <a:cubicBezTo>
                      <a:pt x="1316" y="360"/>
                      <a:pt x="1143" y="340"/>
                      <a:pt x="1075" y="277"/>
                    </a:cubicBezTo>
                    <a:cubicBezTo>
                      <a:pt x="703" y="120"/>
                      <a:pt x="750" y="78"/>
                      <a:pt x="551" y="15"/>
                    </a:cubicBezTo>
                    <a:cubicBezTo>
                      <a:pt x="527" y="5"/>
                      <a:pt x="502" y="0"/>
                      <a:pt x="47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Google Shape;685;p33"/>
              <p:cNvSpPr/>
              <p:nvPr/>
            </p:nvSpPr>
            <p:spPr>
              <a:xfrm>
                <a:off x="1472279" y="1983749"/>
                <a:ext cx="135676" cy="110380"/>
              </a:xfrm>
              <a:custGeom>
                <a:avLst/>
                <a:gdLst/>
                <a:ahLst/>
                <a:cxnLst/>
                <a:rect l="l" t="t" r="r" b="b"/>
                <a:pathLst>
                  <a:path w="1593" h="1296" extrusionOk="0">
                    <a:moveTo>
                      <a:pt x="500" y="118"/>
                    </a:moveTo>
                    <a:cubicBezTo>
                      <a:pt x="515" y="118"/>
                      <a:pt x="530" y="119"/>
                      <a:pt x="545" y="123"/>
                    </a:cubicBezTo>
                    <a:cubicBezTo>
                      <a:pt x="634" y="165"/>
                      <a:pt x="676" y="186"/>
                      <a:pt x="744" y="233"/>
                    </a:cubicBezTo>
                    <a:cubicBezTo>
                      <a:pt x="786" y="254"/>
                      <a:pt x="875" y="317"/>
                      <a:pt x="1069" y="406"/>
                    </a:cubicBezTo>
                    <a:lnTo>
                      <a:pt x="1048" y="385"/>
                    </a:lnTo>
                    <a:lnTo>
                      <a:pt x="1048" y="385"/>
                    </a:lnTo>
                    <a:cubicBezTo>
                      <a:pt x="1111" y="426"/>
                      <a:pt x="1179" y="447"/>
                      <a:pt x="1221" y="474"/>
                    </a:cubicBezTo>
                    <a:cubicBezTo>
                      <a:pt x="1289" y="495"/>
                      <a:pt x="1352" y="536"/>
                      <a:pt x="1373" y="557"/>
                    </a:cubicBezTo>
                    <a:cubicBezTo>
                      <a:pt x="1441" y="625"/>
                      <a:pt x="1483" y="840"/>
                      <a:pt x="1200" y="1060"/>
                    </a:cubicBezTo>
                    <a:cubicBezTo>
                      <a:pt x="1118" y="1142"/>
                      <a:pt x="964" y="1186"/>
                      <a:pt x="810" y="1186"/>
                    </a:cubicBezTo>
                    <a:cubicBezTo>
                      <a:pt x="757" y="1186"/>
                      <a:pt x="705" y="1181"/>
                      <a:pt x="655" y="1170"/>
                    </a:cubicBezTo>
                    <a:cubicBezTo>
                      <a:pt x="435" y="1102"/>
                      <a:pt x="262" y="997"/>
                      <a:pt x="194" y="777"/>
                    </a:cubicBezTo>
                    <a:cubicBezTo>
                      <a:pt x="131" y="557"/>
                      <a:pt x="173" y="385"/>
                      <a:pt x="262" y="254"/>
                    </a:cubicBezTo>
                    <a:cubicBezTo>
                      <a:pt x="337" y="162"/>
                      <a:pt x="422" y="118"/>
                      <a:pt x="500" y="118"/>
                    </a:cubicBezTo>
                    <a:close/>
                    <a:moveTo>
                      <a:pt x="484" y="0"/>
                    </a:moveTo>
                    <a:cubicBezTo>
                      <a:pt x="375" y="0"/>
                      <a:pt x="261" y="65"/>
                      <a:pt x="173" y="186"/>
                    </a:cubicBezTo>
                    <a:cubicBezTo>
                      <a:pt x="63" y="343"/>
                      <a:pt x="0" y="557"/>
                      <a:pt x="90" y="798"/>
                    </a:cubicBezTo>
                    <a:cubicBezTo>
                      <a:pt x="152" y="1060"/>
                      <a:pt x="393" y="1212"/>
                      <a:pt x="634" y="1280"/>
                    </a:cubicBezTo>
                    <a:cubicBezTo>
                      <a:pt x="687" y="1291"/>
                      <a:pt x="744" y="1296"/>
                      <a:pt x="801" y="1296"/>
                    </a:cubicBezTo>
                    <a:cubicBezTo>
                      <a:pt x="974" y="1296"/>
                      <a:pt x="1155" y="1248"/>
                      <a:pt x="1289" y="1149"/>
                    </a:cubicBezTo>
                    <a:cubicBezTo>
                      <a:pt x="1592" y="908"/>
                      <a:pt x="1572" y="625"/>
                      <a:pt x="1462" y="495"/>
                    </a:cubicBezTo>
                    <a:cubicBezTo>
                      <a:pt x="1420" y="426"/>
                      <a:pt x="1352" y="406"/>
                      <a:pt x="1268" y="364"/>
                    </a:cubicBezTo>
                    <a:cubicBezTo>
                      <a:pt x="1200" y="343"/>
                      <a:pt x="1137" y="317"/>
                      <a:pt x="1111" y="296"/>
                    </a:cubicBezTo>
                    <a:cubicBezTo>
                      <a:pt x="938" y="212"/>
                      <a:pt x="849" y="165"/>
                      <a:pt x="807" y="123"/>
                    </a:cubicBezTo>
                    <a:cubicBezTo>
                      <a:pt x="744" y="102"/>
                      <a:pt x="697" y="55"/>
                      <a:pt x="566" y="13"/>
                    </a:cubicBezTo>
                    <a:cubicBezTo>
                      <a:pt x="539" y="4"/>
                      <a:pt x="512" y="0"/>
                      <a:pt x="484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Google Shape;686;p33"/>
              <p:cNvSpPr/>
              <p:nvPr/>
            </p:nvSpPr>
            <p:spPr>
              <a:xfrm>
                <a:off x="1496382" y="1988348"/>
                <a:ext cx="91047" cy="51187"/>
              </a:xfrm>
              <a:custGeom>
                <a:avLst/>
                <a:gdLst/>
                <a:ahLst/>
                <a:cxnLst/>
                <a:rect l="l" t="t" r="r" b="b"/>
                <a:pathLst>
                  <a:path w="1069" h="601" extrusionOk="0">
                    <a:moveTo>
                      <a:pt x="220" y="1"/>
                    </a:moveTo>
                    <a:cubicBezTo>
                      <a:pt x="131" y="1"/>
                      <a:pt x="68" y="48"/>
                      <a:pt x="0" y="90"/>
                    </a:cubicBezTo>
                    <a:cubicBezTo>
                      <a:pt x="110" y="200"/>
                      <a:pt x="351" y="372"/>
                      <a:pt x="566" y="524"/>
                    </a:cubicBezTo>
                    <a:cubicBezTo>
                      <a:pt x="662" y="580"/>
                      <a:pt x="743" y="601"/>
                      <a:pt x="809" y="601"/>
                    </a:cubicBezTo>
                    <a:cubicBezTo>
                      <a:pt x="957" y="601"/>
                      <a:pt x="1033" y="498"/>
                      <a:pt x="1048" y="441"/>
                    </a:cubicBezTo>
                    <a:cubicBezTo>
                      <a:pt x="1069" y="441"/>
                      <a:pt x="1069" y="420"/>
                      <a:pt x="1069" y="420"/>
                    </a:cubicBezTo>
                    <a:cubicBezTo>
                      <a:pt x="985" y="352"/>
                      <a:pt x="875" y="331"/>
                      <a:pt x="807" y="289"/>
                    </a:cubicBezTo>
                    <a:cubicBezTo>
                      <a:pt x="435" y="132"/>
                      <a:pt x="482" y="90"/>
                      <a:pt x="283" y="27"/>
                    </a:cubicBezTo>
                    <a:cubicBezTo>
                      <a:pt x="262" y="1"/>
                      <a:pt x="241" y="1"/>
                      <a:pt x="22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Google Shape;687;p33"/>
              <p:cNvSpPr/>
              <p:nvPr/>
            </p:nvSpPr>
            <p:spPr>
              <a:xfrm>
                <a:off x="1488802" y="1982983"/>
                <a:ext cx="104418" cy="61408"/>
              </a:xfrm>
              <a:custGeom>
                <a:avLst/>
                <a:gdLst/>
                <a:ahLst/>
                <a:cxnLst/>
                <a:rect l="l" t="t" r="r" b="b"/>
                <a:pathLst>
                  <a:path w="1226" h="721" extrusionOk="0">
                    <a:moveTo>
                      <a:pt x="351" y="132"/>
                    </a:moveTo>
                    <a:cubicBezTo>
                      <a:pt x="440" y="174"/>
                      <a:pt x="482" y="195"/>
                      <a:pt x="550" y="242"/>
                    </a:cubicBezTo>
                    <a:cubicBezTo>
                      <a:pt x="592" y="263"/>
                      <a:pt x="681" y="326"/>
                      <a:pt x="854" y="394"/>
                    </a:cubicBezTo>
                    <a:cubicBezTo>
                      <a:pt x="917" y="435"/>
                      <a:pt x="1006" y="456"/>
                      <a:pt x="1074" y="504"/>
                    </a:cubicBezTo>
                    <a:cubicBezTo>
                      <a:pt x="1048" y="525"/>
                      <a:pt x="1027" y="566"/>
                      <a:pt x="985" y="587"/>
                    </a:cubicBezTo>
                    <a:cubicBezTo>
                      <a:pt x="961" y="597"/>
                      <a:pt x="935" y="603"/>
                      <a:pt x="906" y="603"/>
                    </a:cubicBezTo>
                    <a:cubicBezTo>
                      <a:pt x="852" y="603"/>
                      <a:pt x="787" y="582"/>
                      <a:pt x="702" y="525"/>
                    </a:cubicBezTo>
                    <a:cubicBezTo>
                      <a:pt x="503" y="415"/>
                      <a:pt x="330" y="263"/>
                      <a:pt x="199" y="174"/>
                    </a:cubicBezTo>
                    <a:cubicBezTo>
                      <a:pt x="220" y="153"/>
                      <a:pt x="262" y="132"/>
                      <a:pt x="309" y="132"/>
                    </a:cubicBezTo>
                    <a:close/>
                    <a:moveTo>
                      <a:pt x="309" y="1"/>
                    </a:moveTo>
                    <a:cubicBezTo>
                      <a:pt x="220" y="1"/>
                      <a:pt x="110" y="43"/>
                      <a:pt x="47" y="132"/>
                    </a:cubicBezTo>
                    <a:lnTo>
                      <a:pt x="0" y="174"/>
                    </a:lnTo>
                    <a:lnTo>
                      <a:pt x="47" y="195"/>
                    </a:lnTo>
                    <a:cubicBezTo>
                      <a:pt x="178" y="305"/>
                      <a:pt x="419" y="483"/>
                      <a:pt x="634" y="634"/>
                    </a:cubicBezTo>
                    <a:cubicBezTo>
                      <a:pt x="735" y="690"/>
                      <a:pt x="827" y="721"/>
                      <a:pt x="910" y="721"/>
                    </a:cubicBezTo>
                    <a:cubicBezTo>
                      <a:pt x="951" y="721"/>
                      <a:pt x="990" y="713"/>
                      <a:pt x="1027" y="697"/>
                    </a:cubicBezTo>
                    <a:cubicBezTo>
                      <a:pt x="1116" y="655"/>
                      <a:pt x="1179" y="587"/>
                      <a:pt x="1205" y="545"/>
                    </a:cubicBezTo>
                    <a:lnTo>
                      <a:pt x="1205" y="504"/>
                    </a:lnTo>
                    <a:lnTo>
                      <a:pt x="1226" y="456"/>
                    </a:lnTo>
                    <a:lnTo>
                      <a:pt x="1179" y="435"/>
                    </a:lnTo>
                    <a:cubicBezTo>
                      <a:pt x="1095" y="373"/>
                      <a:pt x="964" y="326"/>
                      <a:pt x="917" y="305"/>
                    </a:cubicBezTo>
                    <a:cubicBezTo>
                      <a:pt x="744" y="221"/>
                      <a:pt x="655" y="174"/>
                      <a:pt x="613" y="132"/>
                    </a:cubicBezTo>
                    <a:cubicBezTo>
                      <a:pt x="550" y="111"/>
                      <a:pt x="503" y="64"/>
                      <a:pt x="372" y="22"/>
                    </a:cubicBezTo>
                    <a:cubicBezTo>
                      <a:pt x="351" y="22"/>
                      <a:pt x="330" y="1"/>
                      <a:pt x="309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Google Shape;688;p33"/>
              <p:cNvSpPr/>
              <p:nvPr/>
            </p:nvSpPr>
            <p:spPr>
              <a:xfrm>
                <a:off x="1483436" y="2040557"/>
                <a:ext cx="85681" cy="49143"/>
              </a:xfrm>
              <a:custGeom>
                <a:avLst/>
                <a:gdLst/>
                <a:ahLst/>
                <a:cxnLst/>
                <a:rect l="l" t="t" r="r" b="b"/>
                <a:pathLst>
                  <a:path w="1006" h="577" extrusionOk="0">
                    <a:moveTo>
                      <a:pt x="283" y="0"/>
                    </a:moveTo>
                    <a:cubicBezTo>
                      <a:pt x="173" y="0"/>
                      <a:pt x="89" y="21"/>
                      <a:pt x="0" y="42"/>
                    </a:cubicBezTo>
                    <a:cubicBezTo>
                      <a:pt x="0" y="68"/>
                      <a:pt x="21" y="110"/>
                      <a:pt x="21" y="131"/>
                    </a:cubicBezTo>
                    <a:cubicBezTo>
                      <a:pt x="118" y="436"/>
                      <a:pt x="428" y="576"/>
                      <a:pt x="716" y="576"/>
                    </a:cubicBezTo>
                    <a:cubicBezTo>
                      <a:pt x="819" y="576"/>
                      <a:pt x="919" y="558"/>
                      <a:pt x="1006" y="524"/>
                    </a:cubicBezTo>
                    <a:cubicBezTo>
                      <a:pt x="980" y="461"/>
                      <a:pt x="938" y="393"/>
                      <a:pt x="896" y="330"/>
                    </a:cubicBezTo>
                    <a:cubicBezTo>
                      <a:pt x="765" y="68"/>
                      <a:pt x="503" y="0"/>
                      <a:pt x="283" y="0"/>
                    </a:cubicBezTo>
                    <a:close/>
                  </a:path>
                </a:pathLst>
              </a:custGeom>
              <a:solidFill>
                <a:srgbClr val="FFB0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Google Shape;689;p33"/>
              <p:cNvSpPr/>
              <p:nvPr/>
            </p:nvSpPr>
            <p:spPr>
              <a:xfrm>
                <a:off x="1477645" y="2035191"/>
                <a:ext cx="96838" cy="59619"/>
              </a:xfrm>
              <a:custGeom>
                <a:avLst/>
                <a:gdLst/>
                <a:ahLst/>
                <a:cxnLst/>
                <a:rect l="l" t="t" r="r" b="b"/>
                <a:pathLst>
                  <a:path w="1137" h="700" extrusionOk="0">
                    <a:moveTo>
                      <a:pt x="351" y="131"/>
                    </a:moveTo>
                    <a:cubicBezTo>
                      <a:pt x="571" y="131"/>
                      <a:pt x="786" y="194"/>
                      <a:pt x="917" y="414"/>
                    </a:cubicBezTo>
                    <a:cubicBezTo>
                      <a:pt x="943" y="456"/>
                      <a:pt x="964" y="498"/>
                      <a:pt x="985" y="524"/>
                    </a:cubicBezTo>
                    <a:cubicBezTo>
                      <a:pt x="891" y="550"/>
                      <a:pt x="797" y="568"/>
                      <a:pt x="702" y="568"/>
                    </a:cubicBezTo>
                    <a:cubicBezTo>
                      <a:pt x="643" y="568"/>
                      <a:pt x="584" y="561"/>
                      <a:pt x="524" y="545"/>
                    </a:cubicBezTo>
                    <a:cubicBezTo>
                      <a:pt x="351" y="477"/>
                      <a:pt x="199" y="367"/>
                      <a:pt x="131" y="173"/>
                    </a:cubicBezTo>
                    <a:lnTo>
                      <a:pt x="131" y="152"/>
                    </a:lnTo>
                    <a:cubicBezTo>
                      <a:pt x="199" y="131"/>
                      <a:pt x="262" y="131"/>
                      <a:pt x="351" y="131"/>
                    </a:cubicBezTo>
                    <a:close/>
                    <a:moveTo>
                      <a:pt x="351" y="1"/>
                    </a:moveTo>
                    <a:cubicBezTo>
                      <a:pt x="241" y="1"/>
                      <a:pt x="131" y="21"/>
                      <a:pt x="47" y="42"/>
                    </a:cubicBezTo>
                    <a:lnTo>
                      <a:pt x="0" y="63"/>
                    </a:lnTo>
                    <a:lnTo>
                      <a:pt x="0" y="105"/>
                    </a:lnTo>
                    <a:cubicBezTo>
                      <a:pt x="27" y="152"/>
                      <a:pt x="27" y="173"/>
                      <a:pt x="27" y="215"/>
                    </a:cubicBezTo>
                    <a:cubicBezTo>
                      <a:pt x="110" y="435"/>
                      <a:pt x="288" y="587"/>
                      <a:pt x="482" y="655"/>
                    </a:cubicBezTo>
                    <a:cubicBezTo>
                      <a:pt x="573" y="684"/>
                      <a:pt x="671" y="699"/>
                      <a:pt x="769" y="699"/>
                    </a:cubicBezTo>
                    <a:cubicBezTo>
                      <a:pt x="884" y="699"/>
                      <a:pt x="998" y="677"/>
                      <a:pt x="1095" y="629"/>
                    </a:cubicBezTo>
                    <a:lnTo>
                      <a:pt x="1137" y="608"/>
                    </a:lnTo>
                    <a:lnTo>
                      <a:pt x="1116" y="566"/>
                    </a:lnTo>
                    <a:cubicBezTo>
                      <a:pt x="1095" y="498"/>
                      <a:pt x="1074" y="435"/>
                      <a:pt x="1027" y="346"/>
                    </a:cubicBezTo>
                    <a:cubicBezTo>
                      <a:pt x="875" y="84"/>
                      <a:pt x="592" y="1"/>
                      <a:pt x="351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Google Shape;690;p33"/>
              <p:cNvSpPr/>
              <p:nvPr/>
            </p:nvSpPr>
            <p:spPr>
              <a:xfrm>
                <a:off x="1424073" y="1819033"/>
                <a:ext cx="89343" cy="54338"/>
              </a:xfrm>
              <a:custGeom>
                <a:avLst/>
                <a:gdLst/>
                <a:ahLst/>
                <a:cxnLst/>
                <a:rect l="l" t="t" r="r" b="b"/>
                <a:pathLst>
                  <a:path w="1049" h="638" extrusionOk="0">
                    <a:moveTo>
                      <a:pt x="440" y="1"/>
                    </a:moveTo>
                    <a:cubicBezTo>
                      <a:pt x="271" y="1"/>
                      <a:pt x="127" y="78"/>
                      <a:pt x="85" y="135"/>
                    </a:cubicBezTo>
                    <a:cubicBezTo>
                      <a:pt x="43" y="224"/>
                      <a:pt x="43" y="287"/>
                      <a:pt x="43" y="418"/>
                    </a:cubicBezTo>
                    <a:cubicBezTo>
                      <a:pt x="22" y="549"/>
                      <a:pt x="1" y="549"/>
                      <a:pt x="64" y="575"/>
                    </a:cubicBezTo>
                    <a:cubicBezTo>
                      <a:pt x="78" y="582"/>
                      <a:pt x="95" y="584"/>
                      <a:pt x="111" y="584"/>
                    </a:cubicBezTo>
                    <a:cubicBezTo>
                      <a:pt x="143" y="584"/>
                      <a:pt x="174" y="575"/>
                      <a:pt x="174" y="575"/>
                    </a:cubicBezTo>
                    <a:cubicBezTo>
                      <a:pt x="241" y="554"/>
                      <a:pt x="308" y="546"/>
                      <a:pt x="371" y="546"/>
                    </a:cubicBezTo>
                    <a:cubicBezTo>
                      <a:pt x="513" y="546"/>
                      <a:pt x="636" y="588"/>
                      <a:pt x="697" y="617"/>
                    </a:cubicBezTo>
                    <a:cubicBezTo>
                      <a:pt x="734" y="630"/>
                      <a:pt x="765" y="637"/>
                      <a:pt x="792" y="637"/>
                    </a:cubicBezTo>
                    <a:cubicBezTo>
                      <a:pt x="847" y="637"/>
                      <a:pt x="886" y="608"/>
                      <a:pt x="917" y="549"/>
                    </a:cubicBezTo>
                    <a:cubicBezTo>
                      <a:pt x="938" y="444"/>
                      <a:pt x="1048" y="266"/>
                      <a:pt x="959" y="203"/>
                    </a:cubicBezTo>
                    <a:cubicBezTo>
                      <a:pt x="891" y="114"/>
                      <a:pt x="697" y="51"/>
                      <a:pt x="498" y="4"/>
                    </a:cubicBezTo>
                    <a:cubicBezTo>
                      <a:pt x="479" y="2"/>
                      <a:pt x="459" y="1"/>
                      <a:pt x="44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Google Shape;691;p33"/>
              <p:cNvSpPr/>
              <p:nvPr/>
            </p:nvSpPr>
            <p:spPr>
              <a:xfrm>
                <a:off x="1420070" y="1815030"/>
                <a:ext cx="95135" cy="63452"/>
              </a:xfrm>
              <a:custGeom>
                <a:avLst/>
                <a:gdLst/>
                <a:ahLst/>
                <a:cxnLst/>
                <a:rect l="l" t="t" r="r" b="b"/>
                <a:pathLst>
                  <a:path w="1117" h="745" extrusionOk="0">
                    <a:moveTo>
                      <a:pt x="451" y="110"/>
                    </a:moveTo>
                    <a:cubicBezTo>
                      <a:pt x="475" y="110"/>
                      <a:pt x="500" y="113"/>
                      <a:pt x="524" y="119"/>
                    </a:cubicBezTo>
                    <a:cubicBezTo>
                      <a:pt x="634" y="140"/>
                      <a:pt x="723" y="161"/>
                      <a:pt x="807" y="182"/>
                    </a:cubicBezTo>
                    <a:cubicBezTo>
                      <a:pt x="875" y="203"/>
                      <a:pt x="938" y="250"/>
                      <a:pt x="964" y="271"/>
                    </a:cubicBezTo>
                    <a:cubicBezTo>
                      <a:pt x="985" y="292"/>
                      <a:pt x="985" y="334"/>
                      <a:pt x="964" y="402"/>
                    </a:cubicBezTo>
                    <a:cubicBezTo>
                      <a:pt x="964" y="444"/>
                      <a:pt x="917" y="512"/>
                      <a:pt x="896" y="575"/>
                    </a:cubicBezTo>
                    <a:cubicBezTo>
                      <a:pt x="875" y="596"/>
                      <a:pt x="875" y="622"/>
                      <a:pt x="854" y="622"/>
                    </a:cubicBezTo>
                    <a:cubicBezTo>
                      <a:pt x="844" y="632"/>
                      <a:pt x="832" y="637"/>
                      <a:pt x="818" y="637"/>
                    </a:cubicBezTo>
                    <a:cubicBezTo>
                      <a:pt x="803" y="637"/>
                      <a:pt x="786" y="632"/>
                      <a:pt x="765" y="622"/>
                    </a:cubicBezTo>
                    <a:cubicBezTo>
                      <a:pt x="693" y="577"/>
                      <a:pt x="575" y="534"/>
                      <a:pt x="435" y="534"/>
                    </a:cubicBezTo>
                    <a:cubicBezTo>
                      <a:pt x="362" y="534"/>
                      <a:pt x="282" y="546"/>
                      <a:pt x="200" y="575"/>
                    </a:cubicBezTo>
                    <a:lnTo>
                      <a:pt x="132" y="575"/>
                    </a:lnTo>
                    <a:lnTo>
                      <a:pt x="132" y="465"/>
                    </a:lnTo>
                    <a:cubicBezTo>
                      <a:pt x="132" y="360"/>
                      <a:pt x="153" y="292"/>
                      <a:pt x="179" y="229"/>
                    </a:cubicBezTo>
                    <a:cubicBezTo>
                      <a:pt x="200" y="203"/>
                      <a:pt x="242" y="161"/>
                      <a:pt x="310" y="140"/>
                    </a:cubicBezTo>
                    <a:cubicBezTo>
                      <a:pt x="339" y="125"/>
                      <a:pt x="393" y="110"/>
                      <a:pt x="451" y="110"/>
                    </a:cubicBezTo>
                    <a:close/>
                    <a:moveTo>
                      <a:pt x="453" y="0"/>
                    </a:moveTo>
                    <a:cubicBezTo>
                      <a:pt x="380" y="0"/>
                      <a:pt x="311" y="15"/>
                      <a:pt x="263" y="30"/>
                    </a:cubicBezTo>
                    <a:cubicBezTo>
                      <a:pt x="179" y="72"/>
                      <a:pt x="111" y="119"/>
                      <a:pt x="90" y="161"/>
                    </a:cubicBezTo>
                    <a:cubicBezTo>
                      <a:pt x="48" y="250"/>
                      <a:pt x="22" y="334"/>
                      <a:pt x="22" y="465"/>
                    </a:cubicBezTo>
                    <a:cubicBezTo>
                      <a:pt x="22" y="533"/>
                      <a:pt x="22" y="554"/>
                      <a:pt x="1" y="575"/>
                    </a:cubicBezTo>
                    <a:cubicBezTo>
                      <a:pt x="1" y="596"/>
                      <a:pt x="22" y="622"/>
                      <a:pt x="22" y="643"/>
                    </a:cubicBezTo>
                    <a:cubicBezTo>
                      <a:pt x="48" y="664"/>
                      <a:pt x="69" y="664"/>
                      <a:pt x="90" y="664"/>
                    </a:cubicBezTo>
                    <a:cubicBezTo>
                      <a:pt x="116" y="681"/>
                      <a:pt x="148" y="688"/>
                      <a:pt x="175" y="688"/>
                    </a:cubicBezTo>
                    <a:cubicBezTo>
                      <a:pt x="212" y="688"/>
                      <a:pt x="242" y="676"/>
                      <a:pt x="242" y="664"/>
                    </a:cubicBezTo>
                    <a:lnTo>
                      <a:pt x="242" y="685"/>
                    </a:lnTo>
                    <a:cubicBezTo>
                      <a:pt x="313" y="653"/>
                      <a:pt x="384" y="641"/>
                      <a:pt x="449" y="641"/>
                    </a:cubicBezTo>
                    <a:cubicBezTo>
                      <a:pt x="566" y="641"/>
                      <a:pt x="666" y="679"/>
                      <a:pt x="723" y="705"/>
                    </a:cubicBezTo>
                    <a:cubicBezTo>
                      <a:pt x="759" y="733"/>
                      <a:pt x="790" y="744"/>
                      <a:pt x="822" y="744"/>
                    </a:cubicBezTo>
                    <a:cubicBezTo>
                      <a:pt x="845" y="744"/>
                      <a:pt x="869" y="738"/>
                      <a:pt x="896" y="726"/>
                    </a:cubicBezTo>
                    <a:cubicBezTo>
                      <a:pt x="938" y="705"/>
                      <a:pt x="985" y="664"/>
                      <a:pt x="1006" y="622"/>
                    </a:cubicBezTo>
                    <a:cubicBezTo>
                      <a:pt x="1027" y="575"/>
                      <a:pt x="1048" y="491"/>
                      <a:pt x="1069" y="423"/>
                    </a:cubicBezTo>
                    <a:cubicBezTo>
                      <a:pt x="1095" y="360"/>
                      <a:pt x="1116" y="271"/>
                      <a:pt x="1048" y="203"/>
                    </a:cubicBezTo>
                    <a:cubicBezTo>
                      <a:pt x="1006" y="140"/>
                      <a:pt x="938" y="119"/>
                      <a:pt x="854" y="72"/>
                    </a:cubicBezTo>
                    <a:cubicBezTo>
                      <a:pt x="744" y="51"/>
                      <a:pt x="655" y="30"/>
                      <a:pt x="545" y="9"/>
                    </a:cubicBezTo>
                    <a:cubicBezTo>
                      <a:pt x="515" y="3"/>
                      <a:pt x="484" y="0"/>
                      <a:pt x="453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Google Shape;692;p33"/>
              <p:cNvSpPr/>
              <p:nvPr/>
            </p:nvSpPr>
            <p:spPr>
              <a:xfrm>
                <a:off x="1609656" y="1843391"/>
                <a:ext cx="72820" cy="54253"/>
              </a:xfrm>
              <a:custGeom>
                <a:avLst/>
                <a:gdLst/>
                <a:ahLst/>
                <a:cxnLst/>
                <a:rect l="l" t="t" r="r" b="b"/>
                <a:pathLst>
                  <a:path w="855" h="637" extrusionOk="0">
                    <a:moveTo>
                      <a:pt x="199" y="1"/>
                    </a:moveTo>
                    <a:cubicBezTo>
                      <a:pt x="69" y="1"/>
                      <a:pt x="48" y="90"/>
                      <a:pt x="48" y="90"/>
                    </a:cubicBezTo>
                    <a:cubicBezTo>
                      <a:pt x="21" y="221"/>
                      <a:pt x="0" y="420"/>
                      <a:pt x="21" y="482"/>
                    </a:cubicBezTo>
                    <a:cubicBezTo>
                      <a:pt x="41" y="511"/>
                      <a:pt x="72" y="519"/>
                      <a:pt x="112" y="519"/>
                    </a:cubicBezTo>
                    <a:cubicBezTo>
                      <a:pt x="168" y="519"/>
                      <a:pt x="242" y="503"/>
                      <a:pt x="330" y="503"/>
                    </a:cubicBezTo>
                    <a:cubicBezTo>
                      <a:pt x="482" y="524"/>
                      <a:pt x="592" y="592"/>
                      <a:pt x="655" y="634"/>
                    </a:cubicBezTo>
                    <a:cubicBezTo>
                      <a:pt x="659" y="636"/>
                      <a:pt x="663" y="636"/>
                      <a:pt x="666" y="636"/>
                    </a:cubicBezTo>
                    <a:cubicBezTo>
                      <a:pt x="728" y="636"/>
                      <a:pt x="767" y="476"/>
                      <a:pt x="807" y="372"/>
                    </a:cubicBezTo>
                    <a:cubicBezTo>
                      <a:pt x="833" y="289"/>
                      <a:pt x="854" y="200"/>
                      <a:pt x="765" y="158"/>
                    </a:cubicBezTo>
                    <a:cubicBezTo>
                      <a:pt x="676" y="90"/>
                      <a:pt x="309" y="1"/>
                      <a:pt x="19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Google Shape;693;p33"/>
              <p:cNvSpPr/>
              <p:nvPr/>
            </p:nvSpPr>
            <p:spPr>
              <a:xfrm>
                <a:off x="1606079" y="1838026"/>
                <a:ext cx="79889" cy="64218"/>
              </a:xfrm>
              <a:custGeom>
                <a:avLst/>
                <a:gdLst/>
                <a:ahLst/>
                <a:cxnLst/>
                <a:rect l="l" t="t" r="r" b="b"/>
                <a:pathLst>
                  <a:path w="938" h="754" extrusionOk="0">
                    <a:moveTo>
                      <a:pt x="241" y="132"/>
                    </a:moveTo>
                    <a:cubicBezTo>
                      <a:pt x="262" y="132"/>
                      <a:pt x="393" y="153"/>
                      <a:pt x="524" y="174"/>
                    </a:cubicBezTo>
                    <a:cubicBezTo>
                      <a:pt x="587" y="195"/>
                      <a:pt x="634" y="195"/>
                      <a:pt x="676" y="221"/>
                    </a:cubicBezTo>
                    <a:cubicBezTo>
                      <a:pt x="744" y="242"/>
                      <a:pt x="786" y="263"/>
                      <a:pt x="786" y="263"/>
                    </a:cubicBezTo>
                    <a:cubicBezTo>
                      <a:pt x="807" y="284"/>
                      <a:pt x="828" y="284"/>
                      <a:pt x="828" y="305"/>
                    </a:cubicBezTo>
                    <a:cubicBezTo>
                      <a:pt x="828" y="326"/>
                      <a:pt x="807" y="373"/>
                      <a:pt x="786" y="435"/>
                    </a:cubicBezTo>
                    <a:cubicBezTo>
                      <a:pt x="765" y="483"/>
                      <a:pt x="744" y="545"/>
                      <a:pt x="718" y="587"/>
                    </a:cubicBezTo>
                    <a:cubicBezTo>
                      <a:pt x="718" y="614"/>
                      <a:pt x="697" y="635"/>
                      <a:pt x="697" y="635"/>
                    </a:cubicBezTo>
                    <a:cubicBezTo>
                      <a:pt x="655" y="614"/>
                      <a:pt x="545" y="525"/>
                      <a:pt x="372" y="525"/>
                    </a:cubicBezTo>
                    <a:lnTo>
                      <a:pt x="131" y="525"/>
                    </a:lnTo>
                    <a:lnTo>
                      <a:pt x="131" y="504"/>
                    </a:lnTo>
                    <a:cubicBezTo>
                      <a:pt x="111" y="504"/>
                      <a:pt x="111" y="435"/>
                      <a:pt x="111" y="373"/>
                    </a:cubicBezTo>
                    <a:cubicBezTo>
                      <a:pt x="111" y="305"/>
                      <a:pt x="131" y="242"/>
                      <a:pt x="131" y="153"/>
                    </a:cubicBezTo>
                    <a:lnTo>
                      <a:pt x="152" y="153"/>
                    </a:lnTo>
                    <a:cubicBezTo>
                      <a:pt x="173" y="132"/>
                      <a:pt x="194" y="132"/>
                      <a:pt x="241" y="132"/>
                    </a:cubicBezTo>
                    <a:close/>
                    <a:moveTo>
                      <a:pt x="241" y="1"/>
                    </a:moveTo>
                    <a:cubicBezTo>
                      <a:pt x="152" y="1"/>
                      <a:pt x="111" y="43"/>
                      <a:pt x="90" y="64"/>
                    </a:cubicBezTo>
                    <a:cubicBezTo>
                      <a:pt x="42" y="90"/>
                      <a:pt x="21" y="132"/>
                      <a:pt x="21" y="132"/>
                    </a:cubicBezTo>
                    <a:cubicBezTo>
                      <a:pt x="21" y="195"/>
                      <a:pt x="1" y="284"/>
                      <a:pt x="1" y="373"/>
                    </a:cubicBezTo>
                    <a:cubicBezTo>
                      <a:pt x="1" y="435"/>
                      <a:pt x="1" y="504"/>
                      <a:pt x="21" y="566"/>
                    </a:cubicBezTo>
                    <a:cubicBezTo>
                      <a:pt x="42" y="587"/>
                      <a:pt x="63" y="614"/>
                      <a:pt x="90" y="635"/>
                    </a:cubicBezTo>
                    <a:lnTo>
                      <a:pt x="372" y="635"/>
                    </a:lnTo>
                    <a:cubicBezTo>
                      <a:pt x="503" y="635"/>
                      <a:pt x="587" y="697"/>
                      <a:pt x="676" y="744"/>
                    </a:cubicBezTo>
                    <a:cubicBezTo>
                      <a:pt x="682" y="750"/>
                      <a:pt x="690" y="753"/>
                      <a:pt x="700" y="753"/>
                    </a:cubicBezTo>
                    <a:cubicBezTo>
                      <a:pt x="724" y="753"/>
                      <a:pt x="756" y="737"/>
                      <a:pt x="786" y="718"/>
                    </a:cubicBezTo>
                    <a:cubicBezTo>
                      <a:pt x="807" y="697"/>
                      <a:pt x="807" y="676"/>
                      <a:pt x="828" y="635"/>
                    </a:cubicBezTo>
                    <a:cubicBezTo>
                      <a:pt x="849" y="587"/>
                      <a:pt x="875" y="525"/>
                      <a:pt x="896" y="456"/>
                    </a:cubicBezTo>
                    <a:cubicBezTo>
                      <a:pt x="917" y="415"/>
                      <a:pt x="938" y="373"/>
                      <a:pt x="938" y="305"/>
                    </a:cubicBezTo>
                    <a:cubicBezTo>
                      <a:pt x="938" y="263"/>
                      <a:pt x="896" y="195"/>
                      <a:pt x="849" y="153"/>
                    </a:cubicBezTo>
                    <a:cubicBezTo>
                      <a:pt x="807" y="153"/>
                      <a:pt x="765" y="132"/>
                      <a:pt x="718" y="111"/>
                    </a:cubicBezTo>
                    <a:cubicBezTo>
                      <a:pt x="676" y="90"/>
                      <a:pt x="613" y="90"/>
                      <a:pt x="545" y="64"/>
                    </a:cubicBezTo>
                    <a:cubicBezTo>
                      <a:pt x="414" y="43"/>
                      <a:pt x="304" y="1"/>
                      <a:pt x="241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Google Shape;694;p33"/>
              <p:cNvSpPr/>
              <p:nvPr/>
            </p:nvSpPr>
            <p:spPr>
              <a:xfrm>
                <a:off x="1903298" y="837529"/>
                <a:ext cx="122723" cy="120168"/>
              </a:xfrm>
              <a:custGeom>
                <a:avLst/>
                <a:gdLst/>
                <a:ahLst/>
                <a:cxnLst/>
                <a:rect l="l" t="t" r="r" b="b"/>
                <a:pathLst>
                  <a:path w="1441" h="1411" extrusionOk="0">
                    <a:moveTo>
                      <a:pt x="687" y="1"/>
                    </a:moveTo>
                    <a:cubicBezTo>
                      <a:pt x="646" y="1"/>
                      <a:pt x="607" y="12"/>
                      <a:pt x="572" y="38"/>
                    </a:cubicBezTo>
                    <a:lnTo>
                      <a:pt x="90" y="368"/>
                    </a:lnTo>
                    <a:cubicBezTo>
                      <a:pt x="69" y="368"/>
                      <a:pt x="69" y="368"/>
                      <a:pt x="69" y="389"/>
                    </a:cubicBezTo>
                    <a:cubicBezTo>
                      <a:pt x="1" y="431"/>
                      <a:pt x="1" y="541"/>
                      <a:pt x="69" y="583"/>
                    </a:cubicBezTo>
                    <a:lnTo>
                      <a:pt x="834" y="1369"/>
                    </a:lnTo>
                    <a:lnTo>
                      <a:pt x="854" y="1369"/>
                    </a:lnTo>
                    <a:cubicBezTo>
                      <a:pt x="881" y="1398"/>
                      <a:pt x="913" y="1410"/>
                      <a:pt x="945" y="1410"/>
                    </a:cubicBezTo>
                    <a:cubicBezTo>
                      <a:pt x="989" y="1410"/>
                      <a:pt x="1035" y="1387"/>
                      <a:pt x="1074" y="1348"/>
                    </a:cubicBezTo>
                    <a:lnTo>
                      <a:pt x="1378" y="866"/>
                    </a:lnTo>
                    <a:cubicBezTo>
                      <a:pt x="1441" y="782"/>
                      <a:pt x="1441" y="651"/>
                      <a:pt x="1357" y="583"/>
                    </a:cubicBezTo>
                    <a:lnTo>
                      <a:pt x="854" y="59"/>
                    </a:lnTo>
                    <a:cubicBezTo>
                      <a:pt x="803" y="23"/>
                      <a:pt x="744" y="1"/>
                      <a:pt x="687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Google Shape;695;p33"/>
              <p:cNvSpPr/>
              <p:nvPr/>
            </p:nvSpPr>
            <p:spPr>
              <a:xfrm>
                <a:off x="1898017" y="832334"/>
                <a:ext cx="133879" cy="129791"/>
              </a:xfrm>
              <a:custGeom>
                <a:avLst/>
                <a:gdLst/>
                <a:ahLst/>
                <a:cxnLst/>
                <a:rect l="l" t="t" r="r" b="b"/>
                <a:pathLst>
                  <a:path w="1572" h="1524" extrusionOk="0">
                    <a:moveTo>
                      <a:pt x="749" y="113"/>
                    </a:moveTo>
                    <a:cubicBezTo>
                      <a:pt x="792" y="113"/>
                      <a:pt x="836" y="129"/>
                      <a:pt x="875" y="168"/>
                    </a:cubicBezTo>
                    <a:lnTo>
                      <a:pt x="1372" y="665"/>
                    </a:lnTo>
                    <a:cubicBezTo>
                      <a:pt x="1440" y="733"/>
                      <a:pt x="1440" y="822"/>
                      <a:pt x="1398" y="885"/>
                    </a:cubicBezTo>
                    <a:lnTo>
                      <a:pt x="1068" y="1367"/>
                    </a:lnTo>
                    <a:cubicBezTo>
                      <a:pt x="1055" y="1393"/>
                      <a:pt x="1024" y="1411"/>
                      <a:pt x="993" y="1411"/>
                    </a:cubicBezTo>
                    <a:cubicBezTo>
                      <a:pt x="973" y="1411"/>
                      <a:pt x="953" y="1404"/>
                      <a:pt x="937" y="1388"/>
                    </a:cubicBezTo>
                    <a:lnTo>
                      <a:pt x="173" y="623"/>
                    </a:lnTo>
                    <a:cubicBezTo>
                      <a:pt x="131" y="581"/>
                      <a:pt x="131" y="492"/>
                      <a:pt x="173" y="471"/>
                    </a:cubicBezTo>
                    <a:lnTo>
                      <a:pt x="655" y="141"/>
                    </a:lnTo>
                    <a:cubicBezTo>
                      <a:pt x="682" y="123"/>
                      <a:pt x="715" y="113"/>
                      <a:pt x="749" y="113"/>
                    </a:cubicBezTo>
                    <a:close/>
                    <a:moveTo>
                      <a:pt x="750" y="0"/>
                    </a:moveTo>
                    <a:cubicBezTo>
                      <a:pt x="692" y="0"/>
                      <a:pt x="635" y="18"/>
                      <a:pt x="587" y="58"/>
                    </a:cubicBezTo>
                    <a:lnTo>
                      <a:pt x="110" y="382"/>
                    </a:lnTo>
                    <a:cubicBezTo>
                      <a:pt x="0" y="450"/>
                      <a:pt x="0" y="602"/>
                      <a:pt x="89" y="691"/>
                    </a:cubicBezTo>
                    <a:lnTo>
                      <a:pt x="848" y="1451"/>
                    </a:lnTo>
                    <a:cubicBezTo>
                      <a:pt x="889" y="1500"/>
                      <a:pt x="942" y="1523"/>
                      <a:pt x="996" y="1523"/>
                    </a:cubicBezTo>
                    <a:cubicBezTo>
                      <a:pt x="1062" y="1523"/>
                      <a:pt x="1130" y="1490"/>
                      <a:pt x="1178" y="1430"/>
                    </a:cubicBezTo>
                    <a:lnTo>
                      <a:pt x="1503" y="953"/>
                    </a:lnTo>
                    <a:cubicBezTo>
                      <a:pt x="1571" y="843"/>
                      <a:pt x="1550" y="691"/>
                      <a:pt x="1461" y="602"/>
                    </a:cubicBezTo>
                    <a:lnTo>
                      <a:pt x="958" y="79"/>
                    </a:lnTo>
                    <a:cubicBezTo>
                      <a:pt x="897" y="29"/>
                      <a:pt x="823" y="0"/>
                      <a:pt x="750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Google Shape;696;p33"/>
              <p:cNvSpPr/>
              <p:nvPr/>
            </p:nvSpPr>
            <p:spPr>
              <a:xfrm>
                <a:off x="1998339" y="998658"/>
                <a:ext cx="78096" cy="117783"/>
              </a:xfrm>
              <a:custGeom>
                <a:avLst/>
                <a:gdLst/>
                <a:ahLst/>
                <a:cxnLst/>
                <a:rect l="l" t="t" r="r" b="b"/>
                <a:pathLst>
                  <a:path w="917" h="1383" extrusionOk="0">
                    <a:moveTo>
                      <a:pt x="152" y="0"/>
                    </a:moveTo>
                    <a:cubicBezTo>
                      <a:pt x="63" y="0"/>
                      <a:pt x="0" y="68"/>
                      <a:pt x="0" y="152"/>
                    </a:cubicBezTo>
                    <a:lnTo>
                      <a:pt x="0" y="1226"/>
                    </a:lnTo>
                    <a:lnTo>
                      <a:pt x="0" y="1268"/>
                    </a:lnTo>
                    <a:cubicBezTo>
                      <a:pt x="18" y="1342"/>
                      <a:pt x="68" y="1383"/>
                      <a:pt x="132" y="1383"/>
                    </a:cubicBezTo>
                    <a:cubicBezTo>
                      <a:pt x="145" y="1383"/>
                      <a:pt x="159" y="1381"/>
                      <a:pt x="173" y="1378"/>
                    </a:cubicBezTo>
                    <a:lnTo>
                      <a:pt x="744" y="1268"/>
                    </a:lnTo>
                    <a:cubicBezTo>
                      <a:pt x="849" y="1247"/>
                      <a:pt x="917" y="1158"/>
                      <a:pt x="917" y="1048"/>
                    </a:cubicBezTo>
                    <a:lnTo>
                      <a:pt x="917" y="330"/>
                    </a:lnTo>
                    <a:cubicBezTo>
                      <a:pt x="917" y="220"/>
                      <a:pt x="849" y="131"/>
                      <a:pt x="744" y="110"/>
                    </a:cubicBezTo>
                    <a:lnTo>
                      <a:pt x="173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Google Shape;697;p33"/>
              <p:cNvSpPr/>
              <p:nvPr/>
            </p:nvSpPr>
            <p:spPr>
              <a:xfrm>
                <a:off x="1992548" y="993037"/>
                <a:ext cx="89253" cy="128599"/>
              </a:xfrm>
              <a:custGeom>
                <a:avLst/>
                <a:gdLst/>
                <a:ahLst/>
                <a:cxnLst/>
                <a:rect l="l" t="t" r="r" b="b"/>
                <a:pathLst>
                  <a:path w="1048" h="1510" extrusionOk="0">
                    <a:moveTo>
                      <a:pt x="241" y="113"/>
                    </a:moveTo>
                    <a:lnTo>
                      <a:pt x="812" y="218"/>
                    </a:lnTo>
                    <a:cubicBezTo>
                      <a:pt x="875" y="244"/>
                      <a:pt x="943" y="307"/>
                      <a:pt x="943" y="396"/>
                    </a:cubicBezTo>
                    <a:lnTo>
                      <a:pt x="943" y="1114"/>
                    </a:lnTo>
                    <a:cubicBezTo>
                      <a:pt x="943" y="1203"/>
                      <a:pt x="875" y="1266"/>
                      <a:pt x="812" y="1292"/>
                    </a:cubicBezTo>
                    <a:lnTo>
                      <a:pt x="241" y="1397"/>
                    </a:lnTo>
                    <a:cubicBezTo>
                      <a:pt x="178" y="1397"/>
                      <a:pt x="110" y="1355"/>
                      <a:pt x="110" y="1292"/>
                    </a:cubicBezTo>
                    <a:lnTo>
                      <a:pt x="110" y="218"/>
                    </a:lnTo>
                    <a:cubicBezTo>
                      <a:pt x="110" y="155"/>
                      <a:pt x="178" y="113"/>
                      <a:pt x="241" y="113"/>
                    </a:cubicBezTo>
                    <a:close/>
                    <a:moveTo>
                      <a:pt x="228" y="1"/>
                    </a:moveTo>
                    <a:cubicBezTo>
                      <a:pt x="110" y="1"/>
                      <a:pt x="0" y="99"/>
                      <a:pt x="0" y="218"/>
                    </a:cubicBezTo>
                    <a:lnTo>
                      <a:pt x="0" y="1292"/>
                    </a:lnTo>
                    <a:cubicBezTo>
                      <a:pt x="0" y="1411"/>
                      <a:pt x="110" y="1509"/>
                      <a:pt x="228" y="1509"/>
                    </a:cubicBezTo>
                    <a:cubicBezTo>
                      <a:pt x="239" y="1509"/>
                      <a:pt x="251" y="1508"/>
                      <a:pt x="262" y="1507"/>
                    </a:cubicBezTo>
                    <a:lnTo>
                      <a:pt x="833" y="1397"/>
                    </a:lnTo>
                    <a:cubicBezTo>
                      <a:pt x="964" y="1376"/>
                      <a:pt x="1048" y="1245"/>
                      <a:pt x="1048" y="1114"/>
                    </a:cubicBezTo>
                    <a:lnTo>
                      <a:pt x="1048" y="396"/>
                    </a:lnTo>
                    <a:cubicBezTo>
                      <a:pt x="1048" y="265"/>
                      <a:pt x="964" y="155"/>
                      <a:pt x="833" y="113"/>
                    </a:cubicBezTo>
                    <a:lnTo>
                      <a:pt x="262" y="4"/>
                    </a:lnTo>
                    <a:cubicBezTo>
                      <a:pt x="251" y="2"/>
                      <a:pt x="239" y="1"/>
                      <a:pt x="228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Google Shape;698;p33"/>
              <p:cNvSpPr/>
              <p:nvPr/>
            </p:nvSpPr>
            <p:spPr>
              <a:xfrm>
                <a:off x="1903298" y="1157998"/>
                <a:ext cx="122723" cy="119146"/>
              </a:xfrm>
              <a:custGeom>
                <a:avLst/>
                <a:gdLst/>
                <a:ahLst/>
                <a:cxnLst/>
                <a:rect l="l" t="t" r="r" b="b"/>
                <a:pathLst>
                  <a:path w="1441" h="1399" extrusionOk="0">
                    <a:moveTo>
                      <a:pt x="941" y="0"/>
                    </a:moveTo>
                    <a:cubicBezTo>
                      <a:pt x="903" y="0"/>
                      <a:pt x="865" y="17"/>
                      <a:pt x="834" y="51"/>
                    </a:cubicBezTo>
                    <a:lnTo>
                      <a:pt x="69" y="816"/>
                    </a:lnTo>
                    <a:cubicBezTo>
                      <a:pt x="48" y="816"/>
                      <a:pt x="48" y="816"/>
                      <a:pt x="48" y="837"/>
                    </a:cubicBezTo>
                    <a:cubicBezTo>
                      <a:pt x="1" y="900"/>
                      <a:pt x="1" y="989"/>
                      <a:pt x="90" y="1057"/>
                    </a:cubicBezTo>
                    <a:lnTo>
                      <a:pt x="572" y="1361"/>
                    </a:lnTo>
                    <a:cubicBezTo>
                      <a:pt x="607" y="1387"/>
                      <a:pt x="646" y="1398"/>
                      <a:pt x="687" y="1398"/>
                    </a:cubicBezTo>
                    <a:cubicBezTo>
                      <a:pt x="744" y="1398"/>
                      <a:pt x="803" y="1376"/>
                      <a:pt x="854" y="1340"/>
                    </a:cubicBezTo>
                    <a:lnTo>
                      <a:pt x="1357" y="837"/>
                    </a:lnTo>
                    <a:cubicBezTo>
                      <a:pt x="1441" y="748"/>
                      <a:pt x="1441" y="638"/>
                      <a:pt x="1378" y="554"/>
                    </a:cubicBezTo>
                    <a:lnTo>
                      <a:pt x="1074" y="72"/>
                    </a:lnTo>
                    <a:lnTo>
                      <a:pt x="1048" y="51"/>
                    </a:lnTo>
                    <a:cubicBezTo>
                      <a:pt x="1017" y="17"/>
                      <a:pt x="979" y="0"/>
                      <a:pt x="94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Google Shape;699;p33"/>
              <p:cNvSpPr/>
              <p:nvPr/>
            </p:nvSpPr>
            <p:spPr>
              <a:xfrm>
                <a:off x="1898017" y="1153314"/>
                <a:ext cx="133879" cy="129025"/>
              </a:xfrm>
              <a:custGeom>
                <a:avLst/>
                <a:gdLst/>
                <a:ahLst/>
                <a:cxnLst/>
                <a:rect l="l" t="t" r="r" b="b"/>
                <a:pathLst>
                  <a:path w="1572" h="1515" extrusionOk="0">
                    <a:moveTo>
                      <a:pt x="993" y="104"/>
                    </a:moveTo>
                    <a:cubicBezTo>
                      <a:pt x="1024" y="104"/>
                      <a:pt x="1055" y="122"/>
                      <a:pt x="1068" y="148"/>
                    </a:cubicBezTo>
                    <a:lnTo>
                      <a:pt x="1398" y="630"/>
                    </a:lnTo>
                    <a:cubicBezTo>
                      <a:pt x="1440" y="693"/>
                      <a:pt x="1440" y="782"/>
                      <a:pt x="1372" y="850"/>
                    </a:cubicBezTo>
                    <a:lnTo>
                      <a:pt x="875" y="1347"/>
                    </a:lnTo>
                    <a:cubicBezTo>
                      <a:pt x="836" y="1386"/>
                      <a:pt x="792" y="1402"/>
                      <a:pt x="749" y="1402"/>
                    </a:cubicBezTo>
                    <a:cubicBezTo>
                      <a:pt x="715" y="1402"/>
                      <a:pt x="682" y="1392"/>
                      <a:pt x="655" y="1374"/>
                    </a:cubicBezTo>
                    <a:lnTo>
                      <a:pt x="173" y="1044"/>
                    </a:lnTo>
                    <a:cubicBezTo>
                      <a:pt x="131" y="1023"/>
                      <a:pt x="110" y="955"/>
                      <a:pt x="152" y="913"/>
                    </a:cubicBezTo>
                    <a:lnTo>
                      <a:pt x="937" y="127"/>
                    </a:lnTo>
                    <a:cubicBezTo>
                      <a:pt x="953" y="111"/>
                      <a:pt x="973" y="104"/>
                      <a:pt x="993" y="104"/>
                    </a:cubicBezTo>
                    <a:close/>
                    <a:moveTo>
                      <a:pt x="1004" y="0"/>
                    </a:moveTo>
                    <a:cubicBezTo>
                      <a:pt x="947" y="0"/>
                      <a:pt x="891" y="22"/>
                      <a:pt x="848" y="64"/>
                    </a:cubicBezTo>
                    <a:lnTo>
                      <a:pt x="89" y="824"/>
                    </a:lnTo>
                    <a:cubicBezTo>
                      <a:pt x="0" y="913"/>
                      <a:pt x="0" y="1065"/>
                      <a:pt x="110" y="1154"/>
                    </a:cubicBezTo>
                    <a:lnTo>
                      <a:pt x="587" y="1457"/>
                    </a:lnTo>
                    <a:cubicBezTo>
                      <a:pt x="635" y="1497"/>
                      <a:pt x="692" y="1515"/>
                      <a:pt x="750" y="1515"/>
                    </a:cubicBezTo>
                    <a:cubicBezTo>
                      <a:pt x="823" y="1515"/>
                      <a:pt x="897" y="1486"/>
                      <a:pt x="958" y="1436"/>
                    </a:cubicBezTo>
                    <a:lnTo>
                      <a:pt x="1461" y="913"/>
                    </a:lnTo>
                    <a:cubicBezTo>
                      <a:pt x="1550" y="824"/>
                      <a:pt x="1571" y="672"/>
                      <a:pt x="1482" y="562"/>
                    </a:cubicBezTo>
                    <a:lnTo>
                      <a:pt x="1178" y="85"/>
                    </a:lnTo>
                    <a:cubicBezTo>
                      <a:pt x="1131" y="27"/>
                      <a:pt x="1067" y="0"/>
                      <a:pt x="1004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Google Shape;700;p33"/>
              <p:cNvSpPr/>
              <p:nvPr/>
            </p:nvSpPr>
            <p:spPr>
              <a:xfrm>
                <a:off x="1743702" y="1251507"/>
                <a:ext cx="119146" cy="78181"/>
              </a:xfrm>
              <a:custGeom>
                <a:avLst/>
                <a:gdLst/>
                <a:ahLst/>
                <a:cxnLst/>
                <a:rect l="l" t="t" r="r" b="b"/>
                <a:pathLst>
                  <a:path w="1399" h="918" extrusionOk="0">
                    <a:moveTo>
                      <a:pt x="131" y="1"/>
                    </a:moveTo>
                    <a:cubicBezTo>
                      <a:pt x="68" y="1"/>
                      <a:pt x="0" y="90"/>
                      <a:pt x="21" y="174"/>
                    </a:cubicBezTo>
                    <a:lnTo>
                      <a:pt x="131" y="744"/>
                    </a:lnTo>
                    <a:cubicBezTo>
                      <a:pt x="152" y="849"/>
                      <a:pt x="241" y="917"/>
                      <a:pt x="351" y="917"/>
                    </a:cubicBezTo>
                    <a:lnTo>
                      <a:pt x="1068" y="917"/>
                    </a:lnTo>
                    <a:cubicBezTo>
                      <a:pt x="1178" y="917"/>
                      <a:pt x="1267" y="849"/>
                      <a:pt x="1288" y="744"/>
                    </a:cubicBezTo>
                    <a:lnTo>
                      <a:pt x="1398" y="174"/>
                    </a:lnTo>
                    <a:lnTo>
                      <a:pt x="1398" y="153"/>
                    </a:lnTo>
                    <a:cubicBezTo>
                      <a:pt x="1398" y="64"/>
                      <a:pt x="1330" y="1"/>
                      <a:pt x="124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Google Shape;701;p33"/>
              <p:cNvSpPr/>
              <p:nvPr/>
            </p:nvSpPr>
            <p:spPr>
              <a:xfrm>
                <a:off x="1738337" y="1245716"/>
                <a:ext cx="131665" cy="89253"/>
              </a:xfrm>
              <a:custGeom>
                <a:avLst/>
                <a:gdLst/>
                <a:ahLst/>
                <a:cxnLst/>
                <a:rect l="l" t="t" r="r" b="b"/>
                <a:pathLst>
                  <a:path w="1546" h="1048" extrusionOk="0">
                    <a:moveTo>
                      <a:pt x="1309" y="111"/>
                    </a:moveTo>
                    <a:cubicBezTo>
                      <a:pt x="1372" y="111"/>
                      <a:pt x="1414" y="179"/>
                      <a:pt x="1414" y="221"/>
                    </a:cubicBezTo>
                    <a:lnTo>
                      <a:pt x="1309" y="786"/>
                    </a:lnTo>
                    <a:cubicBezTo>
                      <a:pt x="1283" y="875"/>
                      <a:pt x="1220" y="943"/>
                      <a:pt x="1131" y="943"/>
                    </a:cubicBezTo>
                    <a:lnTo>
                      <a:pt x="414" y="943"/>
                    </a:lnTo>
                    <a:cubicBezTo>
                      <a:pt x="325" y="943"/>
                      <a:pt x="262" y="875"/>
                      <a:pt x="236" y="786"/>
                    </a:cubicBezTo>
                    <a:lnTo>
                      <a:pt x="131" y="221"/>
                    </a:lnTo>
                    <a:cubicBezTo>
                      <a:pt x="131" y="179"/>
                      <a:pt x="173" y="111"/>
                      <a:pt x="236" y="111"/>
                    </a:cubicBezTo>
                    <a:close/>
                    <a:moveTo>
                      <a:pt x="236" y="1"/>
                    </a:moveTo>
                    <a:cubicBezTo>
                      <a:pt x="105" y="1"/>
                      <a:pt x="0" y="132"/>
                      <a:pt x="21" y="242"/>
                    </a:cubicBezTo>
                    <a:lnTo>
                      <a:pt x="131" y="812"/>
                    </a:lnTo>
                    <a:cubicBezTo>
                      <a:pt x="173" y="943"/>
                      <a:pt x="283" y="1048"/>
                      <a:pt x="414" y="1048"/>
                    </a:cubicBezTo>
                    <a:lnTo>
                      <a:pt x="1131" y="1048"/>
                    </a:lnTo>
                    <a:cubicBezTo>
                      <a:pt x="1262" y="1048"/>
                      <a:pt x="1393" y="943"/>
                      <a:pt x="1414" y="812"/>
                    </a:cubicBezTo>
                    <a:lnTo>
                      <a:pt x="1524" y="242"/>
                    </a:lnTo>
                    <a:cubicBezTo>
                      <a:pt x="1545" y="132"/>
                      <a:pt x="1440" y="1"/>
                      <a:pt x="1309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Google Shape;702;p33"/>
              <p:cNvSpPr/>
              <p:nvPr/>
            </p:nvSpPr>
            <p:spPr>
              <a:xfrm>
                <a:off x="1582233" y="1157913"/>
                <a:ext cx="122723" cy="119231"/>
              </a:xfrm>
              <a:custGeom>
                <a:avLst/>
                <a:gdLst/>
                <a:ahLst/>
                <a:cxnLst/>
                <a:rect l="l" t="t" r="r" b="b"/>
                <a:pathLst>
                  <a:path w="1441" h="1400" extrusionOk="0">
                    <a:moveTo>
                      <a:pt x="499" y="0"/>
                    </a:moveTo>
                    <a:cubicBezTo>
                      <a:pt x="457" y="0"/>
                      <a:pt x="417" y="22"/>
                      <a:pt x="393" y="73"/>
                    </a:cubicBezTo>
                    <a:lnTo>
                      <a:pt x="63" y="534"/>
                    </a:lnTo>
                    <a:cubicBezTo>
                      <a:pt x="0" y="639"/>
                      <a:pt x="21" y="749"/>
                      <a:pt x="84" y="838"/>
                    </a:cubicBezTo>
                    <a:lnTo>
                      <a:pt x="608" y="1341"/>
                    </a:lnTo>
                    <a:cubicBezTo>
                      <a:pt x="647" y="1377"/>
                      <a:pt x="708" y="1399"/>
                      <a:pt x="769" y="1399"/>
                    </a:cubicBezTo>
                    <a:cubicBezTo>
                      <a:pt x="812" y="1399"/>
                      <a:pt x="855" y="1388"/>
                      <a:pt x="891" y="1362"/>
                    </a:cubicBezTo>
                    <a:lnTo>
                      <a:pt x="1372" y="1032"/>
                    </a:lnTo>
                    <a:lnTo>
                      <a:pt x="1393" y="1032"/>
                    </a:lnTo>
                    <a:cubicBezTo>
                      <a:pt x="1440" y="969"/>
                      <a:pt x="1440" y="859"/>
                      <a:pt x="1393" y="817"/>
                    </a:cubicBezTo>
                    <a:lnTo>
                      <a:pt x="608" y="52"/>
                    </a:lnTo>
                    <a:cubicBezTo>
                      <a:pt x="608" y="31"/>
                      <a:pt x="608" y="31"/>
                      <a:pt x="587" y="31"/>
                    </a:cubicBezTo>
                    <a:cubicBezTo>
                      <a:pt x="560" y="12"/>
                      <a:pt x="529" y="0"/>
                      <a:pt x="49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Google Shape;703;p33"/>
              <p:cNvSpPr/>
              <p:nvPr/>
            </p:nvSpPr>
            <p:spPr>
              <a:xfrm>
                <a:off x="1576442" y="1152547"/>
                <a:ext cx="135668" cy="129791"/>
              </a:xfrm>
              <a:custGeom>
                <a:avLst/>
                <a:gdLst/>
                <a:ahLst/>
                <a:cxnLst/>
                <a:rect l="l" t="t" r="r" b="b"/>
                <a:pathLst>
                  <a:path w="1593" h="1524" extrusionOk="0">
                    <a:moveTo>
                      <a:pt x="593" y="113"/>
                    </a:moveTo>
                    <a:cubicBezTo>
                      <a:pt x="616" y="113"/>
                      <a:pt x="639" y="120"/>
                      <a:pt x="655" y="136"/>
                    </a:cubicBezTo>
                    <a:lnTo>
                      <a:pt x="1419" y="901"/>
                    </a:lnTo>
                    <a:cubicBezTo>
                      <a:pt x="1461" y="943"/>
                      <a:pt x="1440" y="1032"/>
                      <a:pt x="1398" y="1053"/>
                    </a:cubicBezTo>
                    <a:lnTo>
                      <a:pt x="917" y="1383"/>
                    </a:lnTo>
                    <a:cubicBezTo>
                      <a:pt x="889" y="1401"/>
                      <a:pt x="856" y="1411"/>
                      <a:pt x="823" y="1411"/>
                    </a:cubicBezTo>
                    <a:cubicBezTo>
                      <a:pt x="780" y="1411"/>
                      <a:pt x="735" y="1395"/>
                      <a:pt x="697" y="1356"/>
                    </a:cubicBezTo>
                    <a:lnTo>
                      <a:pt x="199" y="859"/>
                    </a:lnTo>
                    <a:cubicBezTo>
                      <a:pt x="131" y="791"/>
                      <a:pt x="131" y="702"/>
                      <a:pt x="173" y="639"/>
                    </a:cubicBezTo>
                    <a:lnTo>
                      <a:pt x="503" y="157"/>
                    </a:lnTo>
                    <a:cubicBezTo>
                      <a:pt x="516" y="131"/>
                      <a:pt x="555" y="113"/>
                      <a:pt x="593" y="113"/>
                    </a:cubicBezTo>
                    <a:close/>
                    <a:moveTo>
                      <a:pt x="577" y="1"/>
                    </a:moveTo>
                    <a:cubicBezTo>
                      <a:pt x="514" y="1"/>
                      <a:pt x="451" y="34"/>
                      <a:pt x="414" y="94"/>
                    </a:cubicBezTo>
                    <a:lnTo>
                      <a:pt x="89" y="571"/>
                    </a:lnTo>
                    <a:cubicBezTo>
                      <a:pt x="0" y="681"/>
                      <a:pt x="21" y="833"/>
                      <a:pt x="110" y="922"/>
                    </a:cubicBezTo>
                    <a:lnTo>
                      <a:pt x="634" y="1445"/>
                    </a:lnTo>
                    <a:cubicBezTo>
                      <a:pt x="684" y="1495"/>
                      <a:pt x="753" y="1524"/>
                      <a:pt x="823" y="1524"/>
                    </a:cubicBezTo>
                    <a:cubicBezTo>
                      <a:pt x="879" y="1524"/>
                      <a:pt x="936" y="1506"/>
                      <a:pt x="985" y="1466"/>
                    </a:cubicBezTo>
                    <a:lnTo>
                      <a:pt x="1461" y="1163"/>
                    </a:lnTo>
                    <a:cubicBezTo>
                      <a:pt x="1571" y="1074"/>
                      <a:pt x="1592" y="922"/>
                      <a:pt x="1482" y="833"/>
                    </a:cubicBezTo>
                    <a:lnTo>
                      <a:pt x="723" y="73"/>
                    </a:lnTo>
                    <a:cubicBezTo>
                      <a:pt x="683" y="24"/>
                      <a:pt x="629" y="1"/>
                      <a:pt x="577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Google Shape;704;p33"/>
              <p:cNvSpPr/>
              <p:nvPr/>
            </p:nvSpPr>
            <p:spPr>
              <a:xfrm>
                <a:off x="1531817" y="998317"/>
                <a:ext cx="79885" cy="117698"/>
              </a:xfrm>
              <a:custGeom>
                <a:avLst/>
                <a:gdLst/>
                <a:ahLst/>
                <a:cxnLst/>
                <a:rect l="l" t="t" r="r" b="b"/>
                <a:pathLst>
                  <a:path w="938" h="1382" extrusionOk="0">
                    <a:moveTo>
                      <a:pt x="776" y="0"/>
                    </a:moveTo>
                    <a:cubicBezTo>
                      <a:pt x="765" y="0"/>
                      <a:pt x="755" y="2"/>
                      <a:pt x="744" y="4"/>
                    </a:cubicBezTo>
                    <a:lnTo>
                      <a:pt x="173" y="114"/>
                    </a:lnTo>
                    <a:cubicBezTo>
                      <a:pt x="69" y="135"/>
                      <a:pt x="1" y="224"/>
                      <a:pt x="1" y="334"/>
                    </a:cubicBezTo>
                    <a:lnTo>
                      <a:pt x="1" y="1052"/>
                    </a:lnTo>
                    <a:cubicBezTo>
                      <a:pt x="1" y="1162"/>
                      <a:pt x="69" y="1251"/>
                      <a:pt x="173" y="1272"/>
                    </a:cubicBezTo>
                    <a:lnTo>
                      <a:pt x="744" y="1382"/>
                    </a:lnTo>
                    <a:lnTo>
                      <a:pt x="786" y="1382"/>
                    </a:lnTo>
                    <a:cubicBezTo>
                      <a:pt x="854" y="1382"/>
                      <a:pt x="938" y="1314"/>
                      <a:pt x="938" y="1230"/>
                    </a:cubicBezTo>
                    <a:lnTo>
                      <a:pt x="938" y="156"/>
                    </a:lnTo>
                    <a:cubicBezTo>
                      <a:pt x="938" y="135"/>
                      <a:pt x="938" y="135"/>
                      <a:pt x="917" y="114"/>
                    </a:cubicBezTo>
                    <a:cubicBezTo>
                      <a:pt x="917" y="59"/>
                      <a:pt x="849" y="0"/>
                      <a:pt x="77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Google Shape;705;p33"/>
              <p:cNvSpPr/>
              <p:nvPr/>
            </p:nvSpPr>
            <p:spPr>
              <a:xfrm>
                <a:off x="1526452" y="993037"/>
                <a:ext cx="89338" cy="128599"/>
              </a:xfrm>
              <a:custGeom>
                <a:avLst/>
                <a:gdLst/>
                <a:ahLst/>
                <a:cxnLst/>
                <a:rect l="l" t="t" r="r" b="b"/>
                <a:pathLst>
                  <a:path w="1049" h="1510" extrusionOk="0">
                    <a:moveTo>
                      <a:pt x="828" y="113"/>
                    </a:moveTo>
                    <a:cubicBezTo>
                      <a:pt x="891" y="113"/>
                      <a:pt x="938" y="155"/>
                      <a:pt x="938" y="218"/>
                    </a:cubicBezTo>
                    <a:lnTo>
                      <a:pt x="938" y="1292"/>
                    </a:lnTo>
                    <a:cubicBezTo>
                      <a:pt x="938" y="1355"/>
                      <a:pt x="891" y="1397"/>
                      <a:pt x="828" y="1397"/>
                    </a:cubicBezTo>
                    <a:lnTo>
                      <a:pt x="263" y="1292"/>
                    </a:lnTo>
                    <a:cubicBezTo>
                      <a:pt x="174" y="1266"/>
                      <a:pt x="132" y="1203"/>
                      <a:pt x="132" y="1114"/>
                    </a:cubicBezTo>
                    <a:lnTo>
                      <a:pt x="132" y="396"/>
                    </a:lnTo>
                    <a:cubicBezTo>
                      <a:pt x="132" y="307"/>
                      <a:pt x="174" y="244"/>
                      <a:pt x="263" y="218"/>
                    </a:cubicBezTo>
                    <a:lnTo>
                      <a:pt x="828" y="113"/>
                    </a:lnTo>
                    <a:close/>
                    <a:moveTo>
                      <a:pt x="841" y="1"/>
                    </a:moveTo>
                    <a:cubicBezTo>
                      <a:pt x="830" y="1"/>
                      <a:pt x="818" y="2"/>
                      <a:pt x="807" y="4"/>
                    </a:cubicBezTo>
                    <a:lnTo>
                      <a:pt x="236" y="113"/>
                    </a:lnTo>
                    <a:cubicBezTo>
                      <a:pt x="105" y="134"/>
                      <a:pt x="1" y="265"/>
                      <a:pt x="1" y="396"/>
                    </a:cubicBezTo>
                    <a:lnTo>
                      <a:pt x="1" y="1114"/>
                    </a:lnTo>
                    <a:cubicBezTo>
                      <a:pt x="1" y="1245"/>
                      <a:pt x="105" y="1376"/>
                      <a:pt x="236" y="1397"/>
                    </a:cubicBezTo>
                    <a:lnTo>
                      <a:pt x="807" y="1507"/>
                    </a:lnTo>
                    <a:cubicBezTo>
                      <a:pt x="818" y="1508"/>
                      <a:pt x="830" y="1509"/>
                      <a:pt x="841" y="1509"/>
                    </a:cubicBezTo>
                    <a:cubicBezTo>
                      <a:pt x="956" y="1509"/>
                      <a:pt x="1048" y="1411"/>
                      <a:pt x="1048" y="1292"/>
                    </a:cubicBezTo>
                    <a:lnTo>
                      <a:pt x="1048" y="218"/>
                    </a:lnTo>
                    <a:cubicBezTo>
                      <a:pt x="1048" y="99"/>
                      <a:pt x="956" y="1"/>
                      <a:pt x="841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Google Shape;706;p33"/>
              <p:cNvSpPr/>
              <p:nvPr/>
            </p:nvSpPr>
            <p:spPr>
              <a:xfrm>
                <a:off x="1582233" y="837529"/>
                <a:ext cx="124511" cy="119146"/>
              </a:xfrm>
              <a:custGeom>
                <a:avLst/>
                <a:gdLst/>
                <a:ahLst/>
                <a:cxnLst/>
                <a:rect l="l" t="t" r="r" b="b"/>
                <a:pathLst>
                  <a:path w="1462" h="1399" extrusionOk="0">
                    <a:moveTo>
                      <a:pt x="769" y="1"/>
                    </a:moveTo>
                    <a:cubicBezTo>
                      <a:pt x="708" y="1"/>
                      <a:pt x="647" y="23"/>
                      <a:pt x="608" y="59"/>
                    </a:cubicBezTo>
                    <a:lnTo>
                      <a:pt x="84" y="562"/>
                    </a:lnTo>
                    <a:cubicBezTo>
                      <a:pt x="21" y="651"/>
                      <a:pt x="0" y="761"/>
                      <a:pt x="63" y="866"/>
                    </a:cubicBezTo>
                    <a:lnTo>
                      <a:pt x="393" y="1327"/>
                    </a:lnTo>
                    <a:cubicBezTo>
                      <a:pt x="393" y="1348"/>
                      <a:pt x="393" y="1348"/>
                      <a:pt x="414" y="1348"/>
                    </a:cubicBezTo>
                    <a:cubicBezTo>
                      <a:pt x="435" y="1382"/>
                      <a:pt x="473" y="1399"/>
                      <a:pt x="514" y="1399"/>
                    </a:cubicBezTo>
                    <a:cubicBezTo>
                      <a:pt x="554" y="1399"/>
                      <a:pt x="597" y="1382"/>
                      <a:pt x="629" y="1348"/>
                    </a:cubicBezTo>
                    <a:lnTo>
                      <a:pt x="1393" y="583"/>
                    </a:lnTo>
                    <a:lnTo>
                      <a:pt x="1414" y="562"/>
                    </a:lnTo>
                    <a:cubicBezTo>
                      <a:pt x="1461" y="499"/>
                      <a:pt x="1440" y="410"/>
                      <a:pt x="1372" y="368"/>
                    </a:cubicBezTo>
                    <a:lnTo>
                      <a:pt x="891" y="38"/>
                    </a:lnTo>
                    <a:cubicBezTo>
                      <a:pt x="855" y="12"/>
                      <a:pt x="812" y="1"/>
                      <a:pt x="76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Google Shape;707;p33"/>
              <p:cNvSpPr/>
              <p:nvPr/>
            </p:nvSpPr>
            <p:spPr>
              <a:xfrm>
                <a:off x="1576442" y="832334"/>
                <a:ext cx="135668" cy="129791"/>
              </a:xfrm>
              <a:custGeom>
                <a:avLst/>
                <a:gdLst/>
                <a:ahLst/>
                <a:cxnLst/>
                <a:rect l="l" t="t" r="r" b="b"/>
                <a:pathLst>
                  <a:path w="1593" h="1524" extrusionOk="0">
                    <a:moveTo>
                      <a:pt x="823" y="113"/>
                    </a:moveTo>
                    <a:cubicBezTo>
                      <a:pt x="856" y="113"/>
                      <a:pt x="889" y="123"/>
                      <a:pt x="917" y="141"/>
                    </a:cubicBezTo>
                    <a:lnTo>
                      <a:pt x="1398" y="471"/>
                    </a:lnTo>
                    <a:cubicBezTo>
                      <a:pt x="1461" y="492"/>
                      <a:pt x="1461" y="581"/>
                      <a:pt x="1419" y="623"/>
                    </a:cubicBezTo>
                    <a:lnTo>
                      <a:pt x="655" y="1388"/>
                    </a:lnTo>
                    <a:cubicBezTo>
                      <a:pt x="639" y="1404"/>
                      <a:pt x="619" y="1411"/>
                      <a:pt x="598" y="1411"/>
                    </a:cubicBezTo>
                    <a:cubicBezTo>
                      <a:pt x="565" y="1411"/>
                      <a:pt x="529" y="1393"/>
                      <a:pt x="503" y="1367"/>
                    </a:cubicBezTo>
                    <a:lnTo>
                      <a:pt x="173" y="885"/>
                    </a:lnTo>
                    <a:cubicBezTo>
                      <a:pt x="131" y="822"/>
                      <a:pt x="152" y="733"/>
                      <a:pt x="199" y="665"/>
                    </a:cubicBezTo>
                    <a:lnTo>
                      <a:pt x="697" y="168"/>
                    </a:lnTo>
                    <a:cubicBezTo>
                      <a:pt x="735" y="129"/>
                      <a:pt x="780" y="113"/>
                      <a:pt x="823" y="113"/>
                    </a:cubicBezTo>
                    <a:close/>
                    <a:moveTo>
                      <a:pt x="823" y="0"/>
                    </a:moveTo>
                    <a:cubicBezTo>
                      <a:pt x="753" y="0"/>
                      <a:pt x="684" y="29"/>
                      <a:pt x="634" y="79"/>
                    </a:cubicBezTo>
                    <a:lnTo>
                      <a:pt x="110" y="602"/>
                    </a:lnTo>
                    <a:cubicBezTo>
                      <a:pt x="21" y="691"/>
                      <a:pt x="0" y="843"/>
                      <a:pt x="89" y="953"/>
                    </a:cubicBezTo>
                    <a:lnTo>
                      <a:pt x="414" y="1430"/>
                    </a:lnTo>
                    <a:cubicBezTo>
                      <a:pt x="451" y="1490"/>
                      <a:pt x="514" y="1523"/>
                      <a:pt x="577" y="1523"/>
                    </a:cubicBezTo>
                    <a:cubicBezTo>
                      <a:pt x="629" y="1523"/>
                      <a:pt x="683" y="1500"/>
                      <a:pt x="723" y="1451"/>
                    </a:cubicBezTo>
                    <a:lnTo>
                      <a:pt x="1508" y="691"/>
                    </a:lnTo>
                    <a:cubicBezTo>
                      <a:pt x="1592" y="602"/>
                      <a:pt x="1571" y="450"/>
                      <a:pt x="1461" y="361"/>
                    </a:cubicBezTo>
                    <a:lnTo>
                      <a:pt x="985" y="58"/>
                    </a:lnTo>
                    <a:cubicBezTo>
                      <a:pt x="936" y="18"/>
                      <a:pt x="879" y="0"/>
                      <a:pt x="823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Google Shape;708;p33"/>
              <p:cNvSpPr/>
              <p:nvPr/>
            </p:nvSpPr>
            <p:spPr>
              <a:xfrm>
                <a:off x="1591176" y="842554"/>
                <a:ext cx="427784" cy="427784"/>
              </a:xfrm>
              <a:custGeom>
                <a:avLst/>
                <a:gdLst/>
                <a:ahLst/>
                <a:cxnLst/>
                <a:rect l="l" t="t" r="r" b="b"/>
                <a:pathLst>
                  <a:path w="5023" h="5023" extrusionOk="0">
                    <a:moveTo>
                      <a:pt x="2514" y="1200"/>
                    </a:moveTo>
                    <a:cubicBezTo>
                      <a:pt x="3231" y="1200"/>
                      <a:pt x="3823" y="1791"/>
                      <a:pt x="3823" y="2509"/>
                    </a:cubicBezTo>
                    <a:cubicBezTo>
                      <a:pt x="3823" y="3232"/>
                      <a:pt x="3231" y="3818"/>
                      <a:pt x="2514" y="3818"/>
                    </a:cubicBezTo>
                    <a:cubicBezTo>
                      <a:pt x="1791" y="3818"/>
                      <a:pt x="1205" y="3232"/>
                      <a:pt x="1205" y="2509"/>
                    </a:cubicBezTo>
                    <a:cubicBezTo>
                      <a:pt x="1205" y="1791"/>
                      <a:pt x="1791" y="1200"/>
                      <a:pt x="2514" y="1200"/>
                    </a:cubicBezTo>
                    <a:close/>
                    <a:moveTo>
                      <a:pt x="2514" y="0"/>
                    </a:moveTo>
                    <a:cubicBezTo>
                      <a:pt x="1115" y="0"/>
                      <a:pt x="0" y="1137"/>
                      <a:pt x="0" y="2509"/>
                    </a:cubicBezTo>
                    <a:cubicBezTo>
                      <a:pt x="0" y="3886"/>
                      <a:pt x="1115" y="5023"/>
                      <a:pt x="2514" y="5023"/>
                    </a:cubicBezTo>
                    <a:cubicBezTo>
                      <a:pt x="3886" y="5023"/>
                      <a:pt x="5022" y="3886"/>
                      <a:pt x="5022" y="2509"/>
                    </a:cubicBezTo>
                    <a:cubicBezTo>
                      <a:pt x="5022" y="1137"/>
                      <a:pt x="3886" y="0"/>
                      <a:pt x="251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Google Shape;709;p33"/>
              <p:cNvSpPr/>
              <p:nvPr/>
            </p:nvSpPr>
            <p:spPr>
              <a:xfrm>
                <a:off x="1585810" y="838977"/>
                <a:ext cx="436726" cy="434938"/>
              </a:xfrm>
              <a:custGeom>
                <a:avLst/>
                <a:gdLst/>
                <a:ahLst/>
                <a:cxnLst/>
                <a:rect l="l" t="t" r="r" b="b"/>
                <a:pathLst>
                  <a:path w="5128" h="5107" extrusionOk="0">
                    <a:moveTo>
                      <a:pt x="2577" y="1310"/>
                    </a:moveTo>
                    <a:cubicBezTo>
                      <a:pt x="3273" y="1310"/>
                      <a:pt x="3818" y="1854"/>
                      <a:pt x="3818" y="2551"/>
                    </a:cubicBezTo>
                    <a:cubicBezTo>
                      <a:pt x="3818" y="3253"/>
                      <a:pt x="3273" y="3797"/>
                      <a:pt x="2577" y="3797"/>
                    </a:cubicBezTo>
                    <a:cubicBezTo>
                      <a:pt x="1875" y="3797"/>
                      <a:pt x="1309" y="3253"/>
                      <a:pt x="1309" y="2551"/>
                    </a:cubicBezTo>
                    <a:cubicBezTo>
                      <a:pt x="1309" y="1854"/>
                      <a:pt x="1875" y="1310"/>
                      <a:pt x="2577" y="1310"/>
                    </a:cubicBezTo>
                    <a:close/>
                    <a:moveTo>
                      <a:pt x="2577" y="1179"/>
                    </a:moveTo>
                    <a:cubicBezTo>
                      <a:pt x="1812" y="1179"/>
                      <a:pt x="1199" y="1792"/>
                      <a:pt x="1199" y="2551"/>
                    </a:cubicBezTo>
                    <a:cubicBezTo>
                      <a:pt x="1199" y="3316"/>
                      <a:pt x="1812" y="3928"/>
                      <a:pt x="2577" y="3928"/>
                    </a:cubicBezTo>
                    <a:cubicBezTo>
                      <a:pt x="3315" y="3928"/>
                      <a:pt x="3928" y="3316"/>
                      <a:pt x="3928" y="2551"/>
                    </a:cubicBezTo>
                    <a:cubicBezTo>
                      <a:pt x="3928" y="1792"/>
                      <a:pt x="3315" y="1179"/>
                      <a:pt x="2577" y="1179"/>
                    </a:cubicBezTo>
                    <a:close/>
                    <a:moveTo>
                      <a:pt x="2577" y="111"/>
                    </a:moveTo>
                    <a:cubicBezTo>
                      <a:pt x="3928" y="111"/>
                      <a:pt x="5017" y="1200"/>
                      <a:pt x="5017" y="2551"/>
                    </a:cubicBezTo>
                    <a:cubicBezTo>
                      <a:pt x="5017" y="3907"/>
                      <a:pt x="3928" y="4997"/>
                      <a:pt x="2577" y="4997"/>
                    </a:cubicBezTo>
                    <a:cubicBezTo>
                      <a:pt x="1220" y="4997"/>
                      <a:pt x="131" y="3907"/>
                      <a:pt x="131" y="2551"/>
                    </a:cubicBezTo>
                    <a:cubicBezTo>
                      <a:pt x="131" y="1200"/>
                      <a:pt x="1220" y="111"/>
                      <a:pt x="2577" y="111"/>
                    </a:cubicBezTo>
                    <a:close/>
                    <a:moveTo>
                      <a:pt x="2577" y="1"/>
                    </a:moveTo>
                    <a:cubicBezTo>
                      <a:pt x="1158" y="1"/>
                      <a:pt x="0" y="1137"/>
                      <a:pt x="0" y="2551"/>
                    </a:cubicBezTo>
                    <a:cubicBezTo>
                      <a:pt x="0" y="3970"/>
                      <a:pt x="1158" y="5107"/>
                      <a:pt x="2577" y="5107"/>
                    </a:cubicBezTo>
                    <a:cubicBezTo>
                      <a:pt x="3991" y="5107"/>
                      <a:pt x="5127" y="3970"/>
                      <a:pt x="5127" y="2551"/>
                    </a:cubicBezTo>
                    <a:cubicBezTo>
                      <a:pt x="5127" y="1137"/>
                      <a:pt x="3991" y="1"/>
                      <a:pt x="2577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Google Shape;710;p33"/>
              <p:cNvSpPr/>
              <p:nvPr/>
            </p:nvSpPr>
            <p:spPr>
              <a:xfrm>
                <a:off x="1678553" y="929931"/>
                <a:ext cx="251152" cy="253025"/>
              </a:xfrm>
              <a:custGeom>
                <a:avLst/>
                <a:gdLst/>
                <a:ahLst/>
                <a:cxnLst/>
                <a:rect l="l" t="t" r="r" b="b"/>
                <a:pathLst>
                  <a:path w="2949" h="2971" extrusionOk="0">
                    <a:moveTo>
                      <a:pt x="1488" y="174"/>
                    </a:moveTo>
                    <a:cubicBezTo>
                      <a:pt x="2205" y="174"/>
                      <a:pt x="2797" y="765"/>
                      <a:pt x="2797" y="1483"/>
                    </a:cubicBezTo>
                    <a:cubicBezTo>
                      <a:pt x="2797" y="2206"/>
                      <a:pt x="2205" y="2792"/>
                      <a:pt x="1488" y="2792"/>
                    </a:cubicBezTo>
                    <a:cubicBezTo>
                      <a:pt x="765" y="2792"/>
                      <a:pt x="179" y="2206"/>
                      <a:pt x="179" y="1483"/>
                    </a:cubicBezTo>
                    <a:cubicBezTo>
                      <a:pt x="179" y="765"/>
                      <a:pt x="765" y="174"/>
                      <a:pt x="1488" y="174"/>
                    </a:cubicBezTo>
                    <a:close/>
                    <a:moveTo>
                      <a:pt x="1488" y="1"/>
                    </a:moveTo>
                    <a:cubicBezTo>
                      <a:pt x="655" y="1"/>
                      <a:pt x="0" y="676"/>
                      <a:pt x="0" y="1483"/>
                    </a:cubicBezTo>
                    <a:cubicBezTo>
                      <a:pt x="0" y="2295"/>
                      <a:pt x="655" y="2970"/>
                      <a:pt x="1488" y="2970"/>
                    </a:cubicBezTo>
                    <a:cubicBezTo>
                      <a:pt x="2294" y="2970"/>
                      <a:pt x="2949" y="2295"/>
                      <a:pt x="2949" y="1483"/>
                    </a:cubicBezTo>
                    <a:cubicBezTo>
                      <a:pt x="2949" y="676"/>
                      <a:pt x="2294" y="1"/>
                      <a:pt x="1488" y="1"/>
                    </a:cubicBezTo>
                    <a:close/>
                  </a:path>
                </a:pathLst>
              </a:custGeom>
              <a:solidFill>
                <a:srgbClr val="356B9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Google Shape;711;p33"/>
              <p:cNvSpPr/>
              <p:nvPr/>
            </p:nvSpPr>
            <p:spPr>
              <a:xfrm>
                <a:off x="1673187" y="926354"/>
                <a:ext cx="261882" cy="260179"/>
              </a:xfrm>
              <a:custGeom>
                <a:avLst/>
                <a:gdLst/>
                <a:ahLst/>
                <a:cxnLst/>
                <a:rect l="l" t="t" r="r" b="b"/>
                <a:pathLst>
                  <a:path w="3075" h="3055" extrusionOk="0">
                    <a:moveTo>
                      <a:pt x="1551" y="284"/>
                    </a:moveTo>
                    <a:cubicBezTo>
                      <a:pt x="2247" y="284"/>
                      <a:pt x="2792" y="828"/>
                      <a:pt x="2792" y="1525"/>
                    </a:cubicBezTo>
                    <a:cubicBezTo>
                      <a:pt x="2792" y="2227"/>
                      <a:pt x="2247" y="2771"/>
                      <a:pt x="1551" y="2771"/>
                    </a:cubicBezTo>
                    <a:cubicBezTo>
                      <a:pt x="849" y="2771"/>
                      <a:pt x="283" y="2227"/>
                      <a:pt x="283" y="1525"/>
                    </a:cubicBezTo>
                    <a:cubicBezTo>
                      <a:pt x="283" y="828"/>
                      <a:pt x="849" y="284"/>
                      <a:pt x="1551" y="284"/>
                    </a:cubicBezTo>
                    <a:close/>
                    <a:moveTo>
                      <a:pt x="1551" y="153"/>
                    </a:moveTo>
                    <a:cubicBezTo>
                      <a:pt x="786" y="153"/>
                      <a:pt x="173" y="766"/>
                      <a:pt x="173" y="1525"/>
                    </a:cubicBezTo>
                    <a:cubicBezTo>
                      <a:pt x="173" y="2290"/>
                      <a:pt x="786" y="2902"/>
                      <a:pt x="1551" y="2902"/>
                    </a:cubicBezTo>
                    <a:cubicBezTo>
                      <a:pt x="2289" y="2902"/>
                      <a:pt x="2902" y="2290"/>
                      <a:pt x="2902" y="1525"/>
                    </a:cubicBezTo>
                    <a:cubicBezTo>
                      <a:pt x="2902" y="766"/>
                      <a:pt x="2289" y="153"/>
                      <a:pt x="1551" y="153"/>
                    </a:cubicBezTo>
                    <a:close/>
                    <a:moveTo>
                      <a:pt x="1551" y="111"/>
                    </a:moveTo>
                    <a:cubicBezTo>
                      <a:pt x="2336" y="111"/>
                      <a:pt x="2965" y="739"/>
                      <a:pt x="2965" y="1525"/>
                    </a:cubicBezTo>
                    <a:cubicBezTo>
                      <a:pt x="2965" y="2310"/>
                      <a:pt x="2336" y="2944"/>
                      <a:pt x="1551" y="2944"/>
                    </a:cubicBezTo>
                    <a:cubicBezTo>
                      <a:pt x="765" y="2944"/>
                      <a:pt x="132" y="2310"/>
                      <a:pt x="132" y="1525"/>
                    </a:cubicBezTo>
                    <a:cubicBezTo>
                      <a:pt x="132" y="739"/>
                      <a:pt x="765" y="111"/>
                      <a:pt x="1551" y="111"/>
                    </a:cubicBezTo>
                    <a:close/>
                    <a:moveTo>
                      <a:pt x="1551" y="1"/>
                    </a:moveTo>
                    <a:cubicBezTo>
                      <a:pt x="697" y="1"/>
                      <a:pt x="1" y="677"/>
                      <a:pt x="1" y="1525"/>
                    </a:cubicBezTo>
                    <a:cubicBezTo>
                      <a:pt x="1" y="2379"/>
                      <a:pt x="697" y="3054"/>
                      <a:pt x="1551" y="3054"/>
                    </a:cubicBezTo>
                    <a:cubicBezTo>
                      <a:pt x="2399" y="3054"/>
                      <a:pt x="3075" y="2379"/>
                      <a:pt x="3075" y="1525"/>
                    </a:cubicBezTo>
                    <a:cubicBezTo>
                      <a:pt x="3075" y="677"/>
                      <a:pt x="2399" y="1"/>
                      <a:pt x="1551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Google Shape;712;p33"/>
              <p:cNvSpPr/>
              <p:nvPr/>
            </p:nvSpPr>
            <p:spPr>
              <a:xfrm>
                <a:off x="3428214" y="1460427"/>
                <a:ext cx="119231" cy="79885"/>
              </a:xfrm>
              <a:custGeom>
                <a:avLst/>
                <a:gdLst/>
                <a:ahLst/>
                <a:cxnLst/>
                <a:rect l="l" t="t" r="r" b="b"/>
                <a:pathLst>
                  <a:path w="1400" h="938" extrusionOk="0">
                    <a:moveTo>
                      <a:pt x="331" y="0"/>
                    </a:moveTo>
                    <a:cubicBezTo>
                      <a:pt x="221" y="0"/>
                      <a:pt x="132" y="84"/>
                      <a:pt x="111" y="194"/>
                    </a:cubicBezTo>
                    <a:lnTo>
                      <a:pt x="1" y="765"/>
                    </a:lnTo>
                    <a:lnTo>
                      <a:pt x="1" y="786"/>
                    </a:lnTo>
                    <a:cubicBezTo>
                      <a:pt x="1" y="870"/>
                      <a:pt x="69" y="938"/>
                      <a:pt x="158" y="938"/>
                    </a:cubicBezTo>
                    <a:lnTo>
                      <a:pt x="1268" y="938"/>
                    </a:lnTo>
                    <a:cubicBezTo>
                      <a:pt x="1357" y="917"/>
                      <a:pt x="1399" y="828"/>
                      <a:pt x="1378" y="765"/>
                    </a:cubicBezTo>
                    <a:lnTo>
                      <a:pt x="1268" y="194"/>
                    </a:lnTo>
                    <a:cubicBezTo>
                      <a:pt x="1247" y="84"/>
                      <a:pt x="1158" y="0"/>
                      <a:pt x="104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Google Shape;713;p33"/>
              <p:cNvSpPr/>
              <p:nvPr/>
            </p:nvSpPr>
            <p:spPr>
              <a:xfrm>
                <a:off x="3421145" y="1456425"/>
                <a:ext cx="132091" cy="89253"/>
              </a:xfrm>
              <a:custGeom>
                <a:avLst/>
                <a:gdLst/>
                <a:ahLst/>
                <a:cxnLst/>
                <a:rect l="l" t="t" r="r" b="b"/>
                <a:pathLst>
                  <a:path w="1551" h="1048" extrusionOk="0">
                    <a:moveTo>
                      <a:pt x="1131" y="110"/>
                    </a:moveTo>
                    <a:cubicBezTo>
                      <a:pt x="1220" y="110"/>
                      <a:pt x="1288" y="178"/>
                      <a:pt x="1309" y="241"/>
                    </a:cubicBezTo>
                    <a:lnTo>
                      <a:pt x="1419" y="812"/>
                    </a:lnTo>
                    <a:cubicBezTo>
                      <a:pt x="1419" y="875"/>
                      <a:pt x="1372" y="917"/>
                      <a:pt x="1309" y="917"/>
                    </a:cubicBezTo>
                    <a:lnTo>
                      <a:pt x="241" y="917"/>
                    </a:lnTo>
                    <a:cubicBezTo>
                      <a:pt x="173" y="917"/>
                      <a:pt x="131" y="875"/>
                      <a:pt x="131" y="812"/>
                    </a:cubicBezTo>
                    <a:lnTo>
                      <a:pt x="241" y="241"/>
                    </a:lnTo>
                    <a:cubicBezTo>
                      <a:pt x="262" y="178"/>
                      <a:pt x="325" y="110"/>
                      <a:pt x="414" y="110"/>
                    </a:cubicBezTo>
                    <a:close/>
                    <a:moveTo>
                      <a:pt x="414" y="0"/>
                    </a:moveTo>
                    <a:cubicBezTo>
                      <a:pt x="283" y="0"/>
                      <a:pt x="173" y="89"/>
                      <a:pt x="131" y="220"/>
                    </a:cubicBezTo>
                    <a:lnTo>
                      <a:pt x="21" y="786"/>
                    </a:lnTo>
                    <a:cubicBezTo>
                      <a:pt x="0" y="917"/>
                      <a:pt x="110" y="1048"/>
                      <a:pt x="241" y="1048"/>
                    </a:cubicBezTo>
                    <a:lnTo>
                      <a:pt x="1309" y="1048"/>
                    </a:lnTo>
                    <a:cubicBezTo>
                      <a:pt x="1440" y="1048"/>
                      <a:pt x="1550" y="917"/>
                      <a:pt x="1524" y="786"/>
                    </a:cubicBezTo>
                    <a:lnTo>
                      <a:pt x="1419" y="220"/>
                    </a:lnTo>
                    <a:cubicBezTo>
                      <a:pt x="1393" y="89"/>
                      <a:pt x="1262" y="0"/>
                      <a:pt x="1131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Google Shape;714;p33"/>
              <p:cNvSpPr/>
              <p:nvPr/>
            </p:nvSpPr>
            <p:spPr>
              <a:xfrm>
                <a:off x="3426425" y="1926951"/>
                <a:ext cx="119231" cy="79885"/>
              </a:xfrm>
              <a:custGeom>
                <a:avLst/>
                <a:gdLst/>
                <a:ahLst/>
                <a:cxnLst/>
                <a:rect l="l" t="t" r="r" b="b"/>
                <a:pathLst>
                  <a:path w="1400" h="938" extrusionOk="0">
                    <a:moveTo>
                      <a:pt x="132" y="0"/>
                    </a:moveTo>
                    <a:cubicBezTo>
                      <a:pt x="48" y="21"/>
                      <a:pt x="1" y="105"/>
                      <a:pt x="22" y="173"/>
                    </a:cubicBezTo>
                    <a:lnTo>
                      <a:pt x="132" y="739"/>
                    </a:lnTo>
                    <a:cubicBezTo>
                      <a:pt x="153" y="849"/>
                      <a:pt x="242" y="938"/>
                      <a:pt x="352" y="938"/>
                    </a:cubicBezTo>
                    <a:lnTo>
                      <a:pt x="1069" y="938"/>
                    </a:lnTo>
                    <a:cubicBezTo>
                      <a:pt x="1179" y="938"/>
                      <a:pt x="1268" y="849"/>
                      <a:pt x="1289" y="739"/>
                    </a:cubicBezTo>
                    <a:lnTo>
                      <a:pt x="1399" y="173"/>
                    </a:lnTo>
                    <a:lnTo>
                      <a:pt x="1399" y="152"/>
                    </a:lnTo>
                    <a:cubicBezTo>
                      <a:pt x="1399" y="63"/>
                      <a:pt x="1331" y="0"/>
                      <a:pt x="124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Google Shape;715;p33"/>
              <p:cNvSpPr/>
              <p:nvPr/>
            </p:nvSpPr>
            <p:spPr>
              <a:xfrm>
                <a:off x="3421145" y="1921160"/>
                <a:ext cx="132091" cy="89253"/>
              </a:xfrm>
              <a:custGeom>
                <a:avLst/>
                <a:gdLst/>
                <a:ahLst/>
                <a:cxnLst/>
                <a:rect l="l" t="t" r="r" b="b"/>
                <a:pathLst>
                  <a:path w="1551" h="1048" extrusionOk="0">
                    <a:moveTo>
                      <a:pt x="1309" y="131"/>
                    </a:moveTo>
                    <a:cubicBezTo>
                      <a:pt x="1372" y="131"/>
                      <a:pt x="1419" y="173"/>
                      <a:pt x="1419" y="241"/>
                    </a:cubicBezTo>
                    <a:lnTo>
                      <a:pt x="1309" y="807"/>
                    </a:lnTo>
                    <a:cubicBezTo>
                      <a:pt x="1288" y="875"/>
                      <a:pt x="1220" y="937"/>
                      <a:pt x="1131" y="937"/>
                    </a:cubicBezTo>
                    <a:lnTo>
                      <a:pt x="414" y="937"/>
                    </a:lnTo>
                    <a:cubicBezTo>
                      <a:pt x="325" y="937"/>
                      <a:pt x="262" y="875"/>
                      <a:pt x="241" y="807"/>
                    </a:cubicBezTo>
                    <a:lnTo>
                      <a:pt x="131" y="241"/>
                    </a:lnTo>
                    <a:cubicBezTo>
                      <a:pt x="131" y="173"/>
                      <a:pt x="173" y="131"/>
                      <a:pt x="241" y="131"/>
                    </a:cubicBezTo>
                    <a:close/>
                    <a:moveTo>
                      <a:pt x="241" y="0"/>
                    </a:moveTo>
                    <a:cubicBezTo>
                      <a:pt x="110" y="0"/>
                      <a:pt x="0" y="131"/>
                      <a:pt x="21" y="262"/>
                    </a:cubicBezTo>
                    <a:lnTo>
                      <a:pt x="131" y="828"/>
                    </a:lnTo>
                    <a:cubicBezTo>
                      <a:pt x="152" y="958"/>
                      <a:pt x="283" y="1047"/>
                      <a:pt x="414" y="1047"/>
                    </a:cubicBezTo>
                    <a:lnTo>
                      <a:pt x="1131" y="1047"/>
                    </a:lnTo>
                    <a:cubicBezTo>
                      <a:pt x="1262" y="1047"/>
                      <a:pt x="1372" y="958"/>
                      <a:pt x="1419" y="828"/>
                    </a:cubicBezTo>
                    <a:lnTo>
                      <a:pt x="1524" y="262"/>
                    </a:lnTo>
                    <a:cubicBezTo>
                      <a:pt x="1550" y="131"/>
                      <a:pt x="1440" y="0"/>
                      <a:pt x="1309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Google Shape;716;p33"/>
              <p:cNvSpPr/>
              <p:nvPr/>
            </p:nvSpPr>
            <p:spPr>
              <a:xfrm>
                <a:off x="3265042" y="1833697"/>
                <a:ext cx="122723" cy="119742"/>
              </a:xfrm>
              <a:custGeom>
                <a:avLst/>
                <a:gdLst/>
                <a:ahLst/>
                <a:cxnLst/>
                <a:rect l="l" t="t" r="r" b="b"/>
                <a:pathLst>
                  <a:path w="1441" h="1406" extrusionOk="0">
                    <a:moveTo>
                      <a:pt x="515" y="0"/>
                    </a:moveTo>
                    <a:cubicBezTo>
                      <a:pt x="468" y="0"/>
                      <a:pt x="420" y="24"/>
                      <a:pt x="393" y="69"/>
                    </a:cubicBezTo>
                    <a:lnTo>
                      <a:pt x="63" y="545"/>
                    </a:lnTo>
                    <a:cubicBezTo>
                      <a:pt x="0" y="634"/>
                      <a:pt x="21" y="765"/>
                      <a:pt x="84" y="833"/>
                    </a:cubicBezTo>
                    <a:lnTo>
                      <a:pt x="587" y="1331"/>
                    </a:lnTo>
                    <a:cubicBezTo>
                      <a:pt x="639" y="1384"/>
                      <a:pt x="700" y="1405"/>
                      <a:pt x="757" y="1405"/>
                    </a:cubicBezTo>
                    <a:cubicBezTo>
                      <a:pt x="797" y="1405"/>
                      <a:pt x="835" y="1395"/>
                      <a:pt x="869" y="1378"/>
                    </a:cubicBezTo>
                    <a:lnTo>
                      <a:pt x="1351" y="1048"/>
                    </a:lnTo>
                    <a:cubicBezTo>
                      <a:pt x="1372" y="1048"/>
                      <a:pt x="1372" y="1027"/>
                      <a:pt x="1372" y="1027"/>
                    </a:cubicBezTo>
                    <a:cubicBezTo>
                      <a:pt x="1440" y="964"/>
                      <a:pt x="1440" y="875"/>
                      <a:pt x="1372" y="807"/>
                    </a:cubicBezTo>
                    <a:lnTo>
                      <a:pt x="608" y="48"/>
                    </a:lnTo>
                    <a:cubicBezTo>
                      <a:pt x="608" y="48"/>
                      <a:pt x="608" y="22"/>
                      <a:pt x="587" y="22"/>
                    </a:cubicBezTo>
                    <a:cubicBezTo>
                      <a:pt x="565" y="7"/>
                      <a:pt x="540" y="0"/>
                      <a:pt x="51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Google Shape;717;p33"/>
              <p:cNvSpPr/>
              <p:nvPr/>
            </p:nvSpPr>
            <p:spPr>
              <a:xfrm>
                <a:off x="3259251" y="1829354"/>
                <a:ext cx="135668" cy="129280"/>
              </a:xfrm>
              <a:custGeom>
                <a:avLst/>
                <a:gdLst/>
                <a:ahLst/>
                <a:cxnLst/>
                <a:rect l="l" t="t" r="r" b="b"/>
                <a:pathLst>
                  <a:path w="1593" h="1518" extrusionOk="0">
                    <a:moveTo>
                      <a:pt x="560" y="109"/>
                    </a:moveTo>
                    <a:cubicBezTo>
                      <a:pt x="585" y="109"/>
                      <a:pt x="613" y="120"/>
                      <a:pt x="634" y="141"/>
                    </a:cubicBezTo>
                    <a:lnTo>
                      <a:pt x="1419" y="905"/>
                    </a:lnTo>
                    <a:cubicBezTo>
                      <a:pt x="1461" y="947"/>
                      <a:pt x="1440" y="1015"/>
                      <a:pt x="1398" y="1057"/>
                    </a:cubicBezTo>
                    <a:lnTo>
                      <a:pt x="917" y="1361"/>
                    </a:lnTo>
                    <a:cubicBezTo>
                      <a:pt x="888" y="1392"/>
                      <a:pt x="854" y="1404"/>
                      <a:pt x="819" y="1404"/>
                    </a:cubicBezTo>
                    <a:cubicBezTo>
                      <a:pt x="778" y="1404"/>
                      <a:pt x="736" y="1387"/>
                      <a:pt x="702" y="1361"/>
                    </a:cubicBezTo>
                    <a:lnTo>
                      <a:pt x="702" y="1340"/>
                    </a:lnTo>
                    <a:lnTo>
                      <a:pt x="199" y="837"/>
                    </a:lnTo>
                    <a:cubicBezTo>
                      <a:pt x="131" y="795"/>
                      <a:pt x="131" y="685"/>
                      <a:pt x="178" y="622"/>
                    </a:cubicBezTo>
                    <a:lnTo>
                      <a:pt x="503" y="141"/>
                    </a:lnTo>
                    <a:cubicBezTo>
                      <a:pt x="513" y="120"/>
                      <a:pt x="536" y="109"/>
                      <a:pt x="560" y="109"/>
                    </a:cubicBezTo>
                    <a:close/>
                    <a:moveTo>
                      <a:pt x="589" y="0"/>
                    </a:moveTo>
                    <a:cubicBezTo>
                      <a:pt x="519" y="0"/>
                      <a:pt x="445" y="34"/>
                      <a:pt x="393" y="99"/>
                    </a:cubicBezTo>
                    <a:lnTo>
                      <a:pt x="89" y="554"/>
                    </a:lnTo>
                    <a:cubicBezTo>
                      <a:pt x="0" y="685"/>
                      <a:pt x="21" y="816"/>
                      <a:pt x="110" y="926"/>
                    </a:cubicBezTo>
                    <a:lnTo>
                      <a:pt x="634" y="1429"/>
                    </a:lnTo>
                    <a:lnTo>
                      <a:pt x="634" y="1450"/>
                    </a:lnTo>
                    <a:lnTo>
                      <a:pt x="653" y="1450"/>
                    </a:lnTo>
                    <a:cubicBezTo>
                      <a:pt x="700" y="1497"/>
                      <a:pt x="762" y="1518"/>
                      <a:pt x="824" y="1518"/>
                    </a:cubicBezTo>
                    <a:cubicBezTo>
                      <a:pt x="880" y="1518"/>
                      <a:pt x="936" y="1501"/>
                      <a:pt x="985" y="1471"/>
                    </a:cubicBezTo>
                    <a:lnTo>
                      <a:pt x="1461" y="1146"/>
                    </a:lnTo>
                    <a:cubicBezTo>
                      <a:pt x="1571" y="1078"/>
                      <a:pt x="1592" y="905"/>
                      <a:pt x="1487" y="816"/>
                    </a:cubicBezTo>
                    <a:lnTo>
                      <a:pt x="723" y="52"/>
                    </a:lnTo>
                    <a:cubicBezTo>
                      <a:pt x="686" y="17"/>
                      <a:pt x="639" y="0"/>
                      <a:pt x="589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Google Shape;718;p33"/>
              <p:cNvSpPr/>
              <p:nvPr/>
            </p:nvSpPr>
            <p:spPr>
              <a:xfrm>
                <a:off x="3214625" y="1673676"/>
                <a:ext cx="78096" cy="119572"/>
              </a:xfrm>
              <a:custGeom>
                <a:avLst/>
                <a:gdLst/>
                <a:ahLst/>
                <a:cxnLst/>
                <a:rect l="l" t="t" r="r" b="b"/>
                <a:pathLst>
                  <a:path w="917" h="1404" extrusionOk="0">
                    <a:moveTo>
                      <a:pt x="779" y="1"/>
                    </a:moveTo>
                    <a:cubicBezTo>
                      <a:pt x="767" y="1"/>
                      <a:pt x="756" y="2"/>
                      <a:pt x="744" y="5"/>
                    </a:cubicBezTo>
                    <a:lnTo>
                      <a:pt x="178" y="115"/>
                    </a:lnTo>
                    <a:cubicBezTo>
                      <a:pt x="68" y="136"/>
                      <a:pt x="0" y="225"/>
                      <a:pt x="0" y="330"/>
                    </a:cubicBezTo>
                    <a:lnTo>
                      <a:pt x="0" y="1052"/>
                    </a:lnTo>
                    <a:cubicBezTo>
                      <a:pt x="0" y="1162"/>
                      <a:pt x="68" y="1272"/>
                      <a:pt x="178" y="1293"/>
                    </a:cubicBezTo>
                    <a:lnTo>
                      <a:pt x="744" y="1403"/>
                    </a:lnTo>
                    <a:lnTo>
                      <a:pt x="765" y="1403"/>
                    </a:lnTo>
                    <a:cubicBezTo>
                      <a:pt x="854" y="1403"/>
                      <a:pt x="917" y="1335"/>
                      <a:pt x="917" y="1246"/>
                    </a:cubicBezTo>
                    <a:lnTo>
                      <a:pt x="917" y="157"/>
                    </a:lnTo>
                    <a:lnTo>
                      <a:pt x="917" y="136"/>
                    </a:lnTo>
                    <a:cubicBezTo>
                      <a:pt x="917" y="58"/>
                      <a:pt x="854" y="1"/>
                      <a:pt x="77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Google Shape;719;p33"/>
              <p:cNvSpPr/>
              <p:nvPr/>
            </p:nvSpPr>
            <p:spPr>
              <a:xfrm>
                <a:off x="3209260" y="1670099"/>
                <a:ext cx="89253" cy="126981"/>
              </a:xfrm>
              <a:custGeom>
                <a:avLst/>
                <a:gdLst/>
                <a:ahLst/>
                <a:cxnLst/>
                <a:rect l="l" t="t" r="r" b="b"/>
                <a:pathLst>
                  <a:path w="1048" h="1491" extrusionOk="0">
                    <a:moveTo>
                      <a:pt x="850" y="105"/>
                    </a:moveTo>
                    <a:cubicBezTo>
                      <a:pt x="890" y="105"/>
                      <a:pt x="938" y="146"/>
                      <a:pt x="938" y="199"/>
                    </a:cubicBezTo>
                    <a:lnTo>
                      <a:pt x="938" y="1288"/>
                    </a:lnTo>
                    <a:cubicBezTo>
                      <a:pt x="938" y="1344"/>
                      <a:pt x="892" y="1382"/>
                      <a:pt x="852" y="1382"/>
                    </a:cubicBezTo>
                    <a:cubicBezTo>
                      <a:pt x="844" y="1382"/>
                      <a:pt x="835" y="1381"/>
                      <a:pt x="828" y="1377"/>
                    </a:cubicBezTo>
                    <a:lnTo>
                      <a:pt x="262" y="1267"/>
                    </a:lnTo>
                    <a:cubicBezTo>
                      <a:pt x="173" y="1246"/>
                      <a:pt x="111" y="1183"/>
                      <a:pt x="111" y="1094"/>
                    </a:cubicBezTo>
                    <a:lnTo>
                      <a:pt x="111" y="372"/>
                    </a:lnTo>
                    <a:cubicBezTo>
                      <a:pt x="111" y="309"/>
                      <a:pt x="173" y="241"/>
                      <a:pt x="262" y="220"/>
                    </a:cubicBezTo>
                    <a:lnTo>
                      <a:pt x="828" y="110"/>
                    </a:lnTo>
                    <a:cubicBezTo>
                      <a:pt x="835" y="106"/>
                      <a:pt x="842" y="105"/>
                      <a:pt x="850" y="105"/>
                    </a:cubicBezTo>
                    <a:close/>
                    <a:moveTo>
                      <a:pt x="847" y="0"/>
                    </a:moveTo>
                    <a:cubicBezTo>
                      <a:pt x="833" y="0"/>
                      <a:pt x="820" y="2"/>
                      <a:pt x="807" y="5"/>
                    </a:cubicBezTo>
                    <a:lnTo>
                      <a:pt x="241" y="110"/>
                    </a:lnTo>
                    <a:cubicBezTo>
                      <a:pt x="111" y="136"/>
                      <a:pt x="1" y="241"/>
                      <a:pt x="1" y="372"/>
                    </a:cubicBezTo>
                    <a:lnTo>
                      <a:pt x="1" y="1094"/>
                    </a:lnTo>
                    <a:cubicBezTo>
                      <a:pt x="1" y="1246"/>
                      <a:pt x="111" y="1356"/>
                      <a:pt x="241" y="1377"/>
                    </a:cubicBezTo>
                    <a:lnTo>
                      <a:pt x="807" y="1487"/>
                    </a:lnTo>
                    <a:cubicBezTo>
                      <a:pt x="818" y="1489"/>
                      <a:pt x="829" y="1490"/>
                      <a:pt x="840" y="1490"/>
                    </a:cubicBezTo>
                    <a:cubicBezTo>
                      <a:pt x="941" y="1490"/>
                      <a:pt x="1048" y="1406"/>
                      <a:pt x="1048" y="1288"/>
                    </a:cubicBezTo>
                    <a:lnTo>
                      <a:pt x="1048" y="199"/>
                    </a:lnTo>
                    <a:cubicBezTo>
                      <a:pt x="1048" y="83"/>
                      <a:pt x="946" y="0"/>
                      <a:pt x="847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Google Shape;720;p33"/>
              <p:cNvSpPr/>
              <p:nvPr/>
            </p:nvSpPr>
            <p:spPr>
              <a:xfrm>
                <a:off x="3265042" y="1513484"/>
                <a:ext cx="124511" cy="120083"/>
              </a:xfrm>
              <a:custGeom>
                <a:avLst/>
                <a:gdLst/>
                <a:ahLst/>
                <a:cxnLst/>
                <a:rect l="l" t="t" r="r" b="b"/>
                <a:pathLst>
                  <a:path w="1462" h="1410" extrusionOk="0">
                    <a:moveTo>
                      <a:pt x="758" y="1"/>
                    </a:moveTo>
                    <a:cubicBezTo>
                      <a:pt x="697" y="1"/>
                      <a:pt x="638" y="22"/>
                      <a:pt x="587" y="74"/>
                    </a:cubicBezTo>
                    <a:lnTo>
                      <a:pt x="84" y="577"/>
                    </a:lnTo>
                    <a:cubicBezTo>
                      <a:pt x="21" y="639"/>
                      <a:pt x="0" y="770"/>
                      <a:pt x="63" y="859"/>
                    </a:cubicBezTo>
                    <a:lnTo>
                      <a:pt x="393" y="1341"/>
                    </a:lnTo>
                    <a:lnTo>
                      <a:pt x="393" y="1362"/>
                    </a:lnTo>
                    <a:cubicBezTo>
                      <a:pt x="424" y="1394"/>
                      <a:pt x="468" y="1409"/>
                      <a:pt x="508" y="1409"/>
                    </a:cubicBezTo>
                    <a:cubicBezTo>
                      <a:pt x="549" y="1409"/>
                      <a:pt x="587" y="1394"/>
                      <a:pt x="608" y="1362"/>
                    </a:cubicBezTo>
                    <a:lnTo>
                      <a:pt x="1393" y="598"/>
                    </a:lnTo>
                    <a:lnTo>
                      <a:pt x="1393" y="577"/>
                    </a:lnTo>
                    <a:cubicBezTo>
                      <a:pt x="1461" y="509"/>
                      <a:pt x="1440" y="404"/>
                      <a:pt x="1351" y="357"/>
                    </a:cubicBezTo>
                    <a:lnTo>
                      <a:pt x="896" y="32"/>
                    </a:lnTo>
                    <a:cubicBezTo>
                      <a:pt x="849" y="12"/>
                      <a:pt x="803" y="1"/>
                      <a:pt x="75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Google Shape;721;p33"/>
              <p:cNvSpPr/>
              <p:nvPr/>
            </p:nvSpPr>
            <p:spPr>
              <a:xfrm>
                <a:off x="3259251" y="1508545"/>
                <a:ext cx="135668" cy="129280"/>
              </a:xfrm>
              <a:custGeom>
                <a:avLst/>
                <a:gdLst/>
                <a:ahLst/>
                <a:cxnLst/>
                <a:rect l="l" t="t" r="r" b="b"/>
                <a:pathLst>
                  <a:path w="1593" h="1518" extrusionOk="0">
                    <a:moveTo>
                      <a:pt x="836" y="109"/>
                    </a:moveTo>
                    <a:cubicBezTo>
                      <a:pt x="865" y="109"/>
                      <a:pt x="893" y="116"/>
                      <a:pt x="917" y="132"/>
                    </a:cubicBezTo>
                    <a:lnTo>
                      <a:pt x="1398" y="462"/>
                    </a:lnTo>
                    <a:cubicBezTo>
                      <a:pt x="1440" y="504"/>
                      <a:pt x="1461" y="567"/>
                      <a:pt x="1419" y="614"/>
                    </a:cubicBezTo>
                    <a:lnTo>
                      <a:pt x="655" y="1378"/>
                    </a:lnTo>
                    <a:cubicBezTo>
                      <a:pt x="636" y="1397"/>
                      <a:pt x="609" y="1407"/>
                      <a:pt x="582" y="1407"/>
                    </a:cubicBezTo>
                    <a:cubicBezTo>
                      <a:pt x="548" y="1407"/>
                      <a:pt x="515" y="1390"/>
                      <a:pt x="503" y="1352"/>
                    </a:cubicBezTo>
                    <a:lnTo>
                      <a:pt x="178" y="896"/>
                    </a:lnTo>
                    <a:cubicBezTo>
                      <a:pt x="131" y="807"/>
                      <a:pt x="131" y="724"/>
                      <a:pt x="199" y="677"/>
                    </a:cubicBezTo>
                    <a:lnTo>
                      <a:pt x="702" y="153"/>
                    </a:lnTo>
                    <a:cubicBezTo>
                      <a:pt x="741" y="127"/>
                      <a:pt x="789" y="109"/>
                      <a:pt x="836" y="109"/>
                    </a:cubicBezTo>
                    <a:close/>
                    <a:moveTo>
                      <a:pt x="828" y="0"/>
                    </a:moveTo>
                    <a:cubicBezTo>
                      <a:pt x="756" y="0"/>
                      <a:pt x="684" y="27"/>
                      <a:pt x="634" y="90"/>
                    </a:cubicBezTo>
                    <a:lnTo>
                      <a:pt x="131" y="567"/>
                    </a:lnTo>
                    <a:lnTo>
                      <a:pt x="110" y="593"/>
                    </a:lnTo>
                    <a:cubicBezTo>
                      <a:pt x="21" y="677"/>
                      <a:pt x="0" y="828"/>
                      <a:pt x="89" y="938"/>
                    </a:cubicBezTo>
                    <a:lnTo>
                      <a:pt x="393" y="1420"/>
                    </a:lnTo>
                    <a:cubicBezTo>
                      <a:pt x="444" y="1484"/>
                      <a:pt x="517" y="1518"/>
                      <a:pt x="586" y="1518"/>
                    </a:cubicBezTo>
                    <a:cubicBezTo>
                      <a:pt x="637" y="1518"/>
                      <a:pt x="685" y="1500"/>
                      <a:pt x="723" y="1462"/>
                    </a:cubicBezTo>
                    <a:lnTo>
                      <a:pt x="1487" y="697"/>
                    </a:lnTo>
                    <a:cubicBezTo>
                      <a:pt x="1592" y="593"/>
                      <a:pt x="1571" y="436"/>
                      <a:pt x="1461" y="373"/>
                    </a:cubicBezTo>
                    <a:lnTo>
                      <a:pt x="985" y="43"/>
                    </a:lnTo>
                    <a:cubicBezTo>
                      <a:pt x="937" y="16"/>
                      <a:pt x="882" y="0"/>
                      <a:pt x="828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Google Shape;722;p33"/>
              <p:cNvSpPr/>
              <p:nvPr/>
            </p:nvSpPr>
            <p:spPr>
              <a:xfrm>
                <a:off x="3274410" y="1519701"/>
                <a:ext cx="425570" cy="425570"/>
              </a:xfrm>
              <a:custGeom>
                <a:avLst/>
                <a:gdLst/>
                <a:ahLst/>
                <a:cxnLst/>
                <a:rect l="l" t="t" r="r" b="b"/>
                <a:pathLst>
                  <a:path w="4997" h="4997" extrusionOk="0">
                    <a:moveTo>
                      <a:pt x="2509" y="1179"/>
                    </a:moveTo>
                    <a:cubicBezTo>
                      <a:pt x="3226" y="1179"/>
                      <a:pt x="3818" y="1771"/>
                      <a:pt x="3818" y="2488"/>
                    </a:cubicBezTo>
                    <a:cubicBezTo>
                      <a:pt x="3818" y="3232"/>
                      <a:pt x="3226" y="3819"/>
                      <a:pt x="2509" y="3819"/>
                    </a:cubicBezTo>
                    <a:cubicBezTo>
                      <a:pt x="1765" y="3819"/>
                      <a:pt x="1178" y="3232"/>
                      <a:pt x="1178" y="2488"/>
                    </a:cubicBezTo>
                    <a:cubicBezTo>
                      <a:pt x="1178" y="1771"/>
                      <a:pt x="1765" y="1179"/>
                      <a:pt x="2509" y="1179"/>
                    </a:cubicBezTo>
                    <a:close/>
                    <a:moveTo>
                      <a:pt x="2509" y="1"/>
                    </a:moveTo>
                    <a:cubicBezTo>
                      <a:pt x="1110" y="1"/>
                      <a:pt x="0" y="1116"/>
                      <a:pt x="0" y="2488"/>
                    </a:cubicBezTo>
                    <a:cubicBezTo>
                      <a:pt x="0" y="3887"/>
                      <a:pt x="1110" y="4997"/>
                      <a:pt x="2509" y="4997"/>
                    </a:cubicBezTo>
                    <a:cubicBezTo>
                      <a:pt x="3881" y="4997"/>
                      <a:pt x="4996" y="3887"/>
                      <a:pt x="4996" y="2488"/>
                    </a:cubicBezTo>
                    <a:cubicBezTo>
                      <a:pt x="4996" y="1116"/>
                      <a:pt x="3881" y="1"/>
                      <a:pt x="250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Google Shape;723;p33"/>
              <p:cNvSpPr/>
              <p:nvPr/>
            </p:nvSpPr>
            <p:spPr>
              <a:xfrm>
                <a:off x="3268619" y="1514421"/>
                <a:ext cx="436641" cy="436641"/>
              </a:xfrm>
              <a:custGeom>
                <a:avLst/>
                <a:gdLst/>
                <a:ahLst/>
                <a:cxnLst/>
                <a:rect l="l" t="t" r="r" b="b"/>
                <a:pathLst>
                  <a:path w="5127" h="5127" extrusionOk="0">
                    <a:moveTo>
                      <a:pt x="2577" y="1309"/>
                    </a:moveTo>
                    <a:cubicBezTo>
                      <a:pt x="3252" y="1309"/>
                      <a:pt x="3818" y="1875"/>
                      <a:pt x="3818" y="2550"/>
                    </a:cubicBezTo>
                    <a:cubicBezTo>
                      <a:pt x="3818" y="3247"/>
                      <a:pt x="3252" y="3818"/>
                      <a:pt x="2577" y="3818"/>
                    </a:cubicBezTo>
                    <a:cubicBezTo>
                      <a:pt x="1875" y="3818"/>
                      <a:pt x="1309" y="3247"/>
                      <a:pt x="1309" y="2550"/>
                    </a:cubicBezTo>
                    <a:cubicBezTo>
                      <a:pt x="1309" y="1875"/>
                      <a:pt x="1875" y="1309"/>
                      <a:pt x="2577" y="1309"/>
                    </a:cubicBezTo>
                    <a:close/>
                    <a:moveTo>
                      <a:pt x="2577" y="1199"/>
                    </a:moveTo>
                    <a:cubicBezTo>
                      <a:pt x="1812" y="1199"/>
                      <a:pt x="1199" y="1807"/>
                      <a:pt x="1199" y="2550"/>
                    </a:cubicBezTo>
                    <a:cubicBezTo>
                      <a:pt x="1199" y="3315"/>
                      <a:pt x="1812" y="3928"/>
                      <a:pt x="2577" y="3928"/>
                    </a:cubicBezTo>
                    <a:cubicBezTo>
                      <a:pt x="3315" y="3928"/>
                      <a:pt x="3928" y="3315"/>
                      <a:pt x="3928" y="2550"/>
                    </a:cubicBezTo>
                    <a:cubicBezTo>
                      <a:pt x="3928" y="1807"/>
                      <a:pt x="3315" y="1199"/>
                      <a:pt x="2577" y="1199"/>
                    </a:cubicBezTo>
                    <a:close/>
                    <a:moveTo>
                      <a:pt x="2577" y="105"/>
                    </a:moveTo>
                    <a:cubicBezTo>
                      <a:pt x="3928" y="105"/>
                      <a:pt x="5017" y="1199"/>
                      <a:pt x="5017" y="2550"/>
                    </a:cubicBezTo>
                    <a:cubicBezTo>
                      <a:pt x="5017" y="3902"/>
                      <a:pt x="3928" y="5017"/>
                      <a:pt x="2577" y="5017"/>
                    </a:cubicBezTo>
                    <a:cubicBezTo>
                      <a:pt x="1220" y="5017"/>
                      <a:pt x="110" y="3902"/>
                      <a:pt x="110" y="2550"/>
                    </a:cubicBezTo>
                    <a:cubicBezTo>
                      <a:pt x="110" y="1199"/>
                      <a:pt x="1220" y="105"/>
                      <a:pt x="2577" y="105"/>
                    </a:cubicBezTo>
                    <a:close/>
                    <a:moveTo>
                      <a:pt x="2577" y="0"/>
                    </a:moveTo>
                    <a:cubicBezTo>
                      <a:pt x="1157" y="0"/>
                      <a:pt x="0" y="1152"/>
                      <a:pt x="0" y="2550"/>
                    </a:cubicBezTo>
                    <a:cubicBezTo>
                      <a:pt x="0" y="3970"/>
                      <a:pt x="1157" y="5127"/>
                      <a:pt x="2577" y="5127"/>
                    </a:cubicBezTo>
                    <a:cubicBezTo>
                      <a:pt x="3970" y="5127"/>
                      <a:pt x="5127" y="3970"/>
                      <a:pt x="5127" y="2550"/>
                    </a:cubicBezTo>
                    <a:cubicBezTo>
                      <a:pt x="5127" y="1152"/>
                      <a:pt x="3970" y="0"/>
                      <a:pt x="2577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Google Shape;724;p33"/>
              <p:cNvSpPr/>
              <p:nvPr/>
            </p:nvSpPr>
            <p:spPr>
              <a:xfrm>
                <a:off x="3361361" y="1607163"/>
                <a:ext cx="251152" cy="250726"/>
              </a:xfrm>
              <a:custGeom>
                <a:avLst/>
                <a:gdLst/>
                <a:ahLst/>
                <a:cxnLst/>
                <a:rect l="l" t="t" r="r" b="b"/>
                <a:pathLst>
                  <a:path w="2949" h="2944" extrusionOk="0">
                    <a:moveTo>
                      <a:pt x="1488" y="152"/>
                    </a:moveTo>
                    <a:cubicBezTo>
                      <a:pt x="2205" y="152"/>
                      <a:pt x="2797" y="744"/>
                      <a:pt x="2797" y="1461"/>
                    </a:cubicBezTo>
                    <a:cubicBezTo>
                      <a:pt x="2797" y="2205"/>
                      <a:pt x="2205" y="2792"/>
                      <a:pt x="1488" y="2792"/>
                    </a:cubicBezTo>
                    <a:cubicBezTo>
                      <a:pt x="744" y="2792"/>
                      <a:pt x="157" y="2205"/>
                      <a:pt x="157" y="1461"/>
                    </a:cubicBezTo>
                    <a:cubicBezTo>
                      <a:pt x="157" y="744"/>
                      <a:pt x="744" y="152"/>
                      <a:pt x="1488" y="152"/>
                    </a:cubicBezTo>
                    <a:close/>
                    <a:moveTo>
                      <a:pt x="1488" y="0"/>
                    </a:moveTo>
                    <a:cubicBezTo>
                      <a:pt x="655" y="0"/>
                      <a:pt x="0" y="655"/>
                      <a:pt x="0" y="1461"/>
                    </a:cubicBezTo>
                    <a:cubicBezTo>
                      <a:pt x="0" y="2289"/>
                      <a:pt x="655" y="2943"/>
                      <a:pt x="1488" y="2943"/>
                    </a:cubicBezTo>
                    <a:cubicBezTo>
                      <a:pt x="2294" y="2943"/>
                      <a:pt x="2949" y="2289"/>
                      <a:pt x="2949" y="1461"/>
                    </a:cubicBezTo>
                    <a:cubicBezTo>
                      <a:pt x="2949" y="655"/>
                      <a:pt x="2294" y="0"/>
                      <a:pt x="148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Google Shape;725;p33"/>
              <p:cNvSpPr/>
              <p:nvPr/>
            </p:nvSpPr>
            <p:spPr>
              <a:xfrm>
                <a:off x="3355996" y="1601815"/>
                <a:ext cx="261882" cy="262308"/>
              </a:xfrm>
              <a:custGeom>
                <a:avLst/>
                <a:gdLst/>
                <a:ahLst/>
                <a:cxnLst/>
                <a:rect l="l" t="t" r="r" b="b"/>
                <a:pathLst>
                  <a:path w="3075" h="3080" extrusionOk="0">
                    <a:moveTo>
                      <a:pt x="1551" y="288"/>
                    </a:moveTo>
                    <a:cubicBezTo>
                      <a:pt x="2226" y="288"/>
                      <a:pt x="2792" y="854"/>
                      <a:pt x="2792" y="1529"/>
                    </a:cubicBezTo>
                    <a:cubicBezTo>
                      <a:pt x="2792" y="2226"/>
                      <a:pt x="2226" y="2797"/>
                      <a:pt x="1551" y="2797"/>
                    </a:cubicBezTo>
                    <a:cubicBezTo>
                      <a:pt x="849" y="2797"/>
                      <a:pt x="283" y="2226"/>
                      <a:pt x="283" y="1529"/>
                    </a:cubicBezTo>
                    <a:cubicBezTo>
                      <a:pt x="283" y="854"/>
                      <a:pt x="849" y="288"/>
                      <a:pt x="1551" y="288"/>
                    </a:cubicBezTo>
                    <a:close/>
                    <a:moveTo>
                      <a:pt x="1551" y="178"/>
                    </a:moveTo>
                    <a:cubicBezTo>
                      <a:pt x="786" y="178"/>
                      <a:pt x="173" y="786"/>
                      <a:pt x="173" y="1529"/>
                    </a:cubicBezTo>
                    <a:cubicBezTo>
                      <a:pt x="173" y="2294"/>
                      <a:pt x="786" y="2907"/>
                      <a:pt x="1551" y="2907"/>
                    </a:cubicBezTo>
                    <a:cubicBezTo>
                      <a:pt x="2289" y="2907"/>
                      <a:pt x="2902" y="2294"/>
                      <a:pt x="2902" y="1529"/>
                    </a:cubicBezTo>
                    <a:cubicBezTo>
                      <a:pt x="2902" y="786"/>
                      <a:pt x="2289" y="178"/>
                      <a:pt x="1551" y="178"/>
                    </a:cubicBezTo>
                    <a:close/>
                    <a:moveTo>
                      <a:pt x="1551" y="110"/>
                    </a:moveTo>
                    <a:cubicBezTo>
                      <a:pt x="2336" y="110"/>
                      <a:pt x="2970" y="744"/>
                      <a:pt x="2970" y="1529"/>
                    </a:cubicBezTo>
                    <a:cubicBezTo>
                      <a:pt x="2970" y="2336"/>
                      <a:pt x="2336" y="2970"/>
                      <a:pt x="1551" y="2970"/>
                    </a:cubicBezTo>
                    <a:cubicBezTo>
                      <a:pt x="765" y="2970"/>
                      <a:pt x="110" y="2336"/>
                      <a:pt x="110" y="1529"/>
                    </a:cubicBezTo>
                    <a:cubicBezTo>
                      <a:pt x="110" y="744"/>
                      <a:pt x="765" y="110"/>
                      <a:pt x="1551" y="110"/>
                    </a:cubicBezTo>
                    <a:close/>
                    <a:moveTo>
                      <a:pt x="1551" y="0"/>
                    </a:moveTo>
                    <a:cubicBezTo>
                      <a:pt x="697" y="0"/>
                      <a:pt x="0" y="702"/>
                      <a:pt x="0" y="1529"/>
                    </a:cubicBezTo>
                    <a:cubicBezTo>
                      <a:pt x="0" y="2383"/>
                      <a:pt x="697" y="3080"/>
                      <a:pt x="1551" y="3080"/>
                    </a:cubicBezTo>
                    <a:cubicBezTo>
                      <a:pt x="2378" y="3080"/>
                      <a:pt x="3075" y="2383"/>
                      <a:pt x="3075" y="1529"/>
                    </a:cubicBezTo>
                    <a:cubicBezTo>
                      <a:pt x="3075" y="702"/>
                      <a:pt x="2378" y="0"/>
                      <a:pt x="1551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D76B65B3-36EE-A0D0-C76A-42F966681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33">
            <a:extLst>
              <a:ext uri="{FF2B5EF4-FFF2-40B4-BE49-F238E27FC236}">
                <a16:creationId xmlns:a16="http://schemas.microsoft.com/office/drawing/2014/main" id="{BE274D05-6AEC-07EA-DBC6-DA585008ED6B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4378711" y="1213000"/>
            <a:ext cx="4052063" cy="278735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 dirty="0"/>
              <a:t>R A G</a:t>
            </a:r>
            <a:br>
              <a:rPr lang="en" sz="5000" dirty="0"/>
            </a:br>
            <a:endParaRPr sz="4800" b="0" i="1" dirty="0"/>
          </a:p>
        </p:txBody>
      </p:sp>
      <p:sp>
        <p:nvSpPr>
          <p:cNvPr id="536" name="Google Shape;536;p33">
            <a:extLst>
              <a:ext uri="{FF2B5EF4-FFF2-40B4-BE49-F238E27FC236}">
                <a16:creationId xmlns:a16="http://schemas.microsoft.com/office/drawing/2014/main" id="{BD35ADB3-6C8B-E9BB-CD4B-CAB8336E3C0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378711" y="2802673"/>
            <a:ext cx="4052064" cy="119767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dirty="0"/>
              <a:t> Retrieval    Augmented     Generation</a:t>
            </a:r>
            <a:endParaRPr dirty="0"/>
          </a:p>
        </p:txBody>
      </p:sp>
      <p:grpSp>
        <p:nvGrpSpPr>
          <p:cNvPr id="537" name="Google Shape;537;p33">
            <a:extLst>
              <a:ext uri="{FF2B5EF4-FFF2-40B4-BE49-F238E27FC236}">
                <a16:creationId xmlns:a16="http://schemas.microsoft.com/office/drawing/2014/main" id="{260E510E-4FF3-767B-DC01-415630B07962}"/>
              </a:ext>
            </a:extLst>
          </p:cNvPr>
          <p:cNvGrpSpPr/>
          <p:nvPr/>
        </p:nvGrpSpPr>
        <p:grpSpPr>
          <a:xfrm>
            <a:off x="556725" y="779703"/>
            <a:ext cx="3208310" cy="3653947"/>
            <a:chOff x="556725" y="779703"/>
            <a:chExt cx="3208310" cy="3653947"/>
          </a:xfrm>
        </p:grpSpPr>
        <p:sp>
          <p:nvSpPr>
            <p:cNvPr id="538" name="Google Shape;538;p33">
              <a:extLst>
                <a:ext uri="{FF2B5EF4-FFF2-40B4-BE49-F238E27FC236}">
                  <a16:creationId xmlns:a16="http://schemas.microsoft.com/office/drawing/2014/main" id="{A7828DA0-477F-DFBB-28C4-15BCE84A2772}"/>
                </a:ext>
              </a:extLst>
            </p:cNvPr>
            <p:cNvSpPr/>
            <p:nvPr/>
          </p:nvSpPr>
          <p:spPr>
            <a:xfrm>
              <a:off x="1745491" y="784984"/>
              <a:ext cx="119146" cy="78181"/>
            </a:xfrm>
            <a:custGeom>
              <a:avLst/>
              <a:gdLst/>
              <a:ahLst/>
              <a:cxnLst/>
              <a:rect l="l" t="t" r="r" b="b"/>
              <a:pathLst>
                <a:path w="1399" h="918" extrusionOk="0">
                  <a:moveTo>
                    <a:pt x="330" y="1"/>
                  </a:moveTo>
                  <a:cubicBezTo>
                    <a:pt x="220" y="1"/>
                    <a:pt x="131" y="69"/>
                    <a:pt x="110" y="174"/>
                  </a:cubicBezTo>
                  <a:lnTo>
                    <a:pt x="0" y="745"/>
                  </a:lnTo>
                  <a:lnTo>
                    <a:pt x="0" y="765"/>
                  </a:lnTo>
                  <a:cubicBezTo>
                    <a:pt x="0" y="854"/>
                    <a:pt x="68" y="917"/>
                    <a:pt x="152" y="917"/>
                  </a:cubicBezTo>
                  <a:lnTo>
                    <a:pt x="1267" y="917"/>
                  </a:lnTo>
                  <a:cubicBezTo>
                    <a:pt x="1356" y="917"/>
                    <a:pt x="1398" y="828"/>
                    <a:pt x="1377" y="745"/>
                  </a:cubicBezTo>
                  <a:lnTo>
                    <a:pt x="1267" y="174"/>
                  </a:lnTo>
                  <a:cubicBezTo>
                    <a:pt x="1246" y="69"/>
                    <a:pt x="1157" y="1"/>
                    <a:pt x="104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33">
              <a:extLst>
                <a:ext uri="{FF2B5EF4-FFF2-40B4-BE49-F238E27FC236}">
                  <a16:creationId xmlns:a16="http://schemas.microsoft.com/office/drawing/2014/main" id="{931A02A8-E965-0CD5-A95A-63FCDFED7951}"/>
                </a:ext>
              </a:extLst>
            </p:cNvPr>
            <p:cNvSpPr/>
            <p:nvPr/>
          </p:nvSpPr>
          <p:spPr>
            <a:xfrm>
              <a:off x="1738337" y="779703"/>
              <a:ext cx="131665" cy="89253"/>
            </a:xfrm>
            <a:custGeom>
              <a:avLst/>
              <a:gdLst/>
              <a:ahLst/>
              <a:cxnLst/>
              <a:rect l="l" t="t" r="r" b="b"/>
              <a:pathLst>
                <a:path w="1546" h="1048" extrusionOk="0">
                  <a:moveTo>
                    <a:pt x="1131" y="105"/>
                  </a:moveTo>
                  <a:cubicBezTo>
                    <a:pt x="1220" y="105"/>
                    <a:pt x="1283" y="173"/>
                    <a:pt x="1309" y="262"/>
                  </a:cubicBezTo>
                  <a:lnTo>
                    <a:pt x="1414" y="827"/>
                  </a:lnTo>
                  <a:cubicBezTo>
                    <a:pt x="1414" y="869"/>
                    <a:pt x="1372" y="937"/>
                    <a:pt x="1330" y="937"/>
                  </a:cubicBezTo>
                  <a:lnTo>
                    <a:pt x="236" y="937"/>
                  </a:lnTo>
                  <a:cubicBezTo>
                    <a:pt x="173" y="937"/>
                    <a:pt x="131" y="869"/>
                    <a:pt x="152" y="827"/>
                  </a:cubicBezTo>
                  <a:lnTo>
                    <a:pt x="262" y="262"/>
                  </a:lnTo>
                  <a:cubicBezTo>
                    <a:pt x="262" y="173"/>
                    <a:pt x="346" y="105"/>
                    <a:pt x="414" y="105"/>
                  </a:cubicBezTo>
                  <a:close/>
                  <a:moveTo>
                    <a:pt x="414" y="0"/>
                  </a:moveTo>
                  <a:cubicBezTo>
                    <a:pt x="283" y="0"/>
                    <a:pt x="173" y="105"/>
                    <a:pt x="152" y="236"/>
                  </a:cubicBezTo>
                  <a:lnTo>
                    <a:pt x="21" y="807"/>
                  </a:lnTo>
                  <a:cubicBezTo>
                    <a:pt x="0" y="937"/>
                    <a:pt x="105" y="1047"/>
                    <a:pt x="236" y="1047"/>
                  </a:cubicBezTo>
                  <a:lnTo>
                    <a:pt x="1330" y="1047"/>
                  </a:lnTo>
                  <a:cubicBezTo>
                    <a:pt x="1461" y="1047"/>
                    <a:pt x="1545" y="937"/>
                    <a:pt x="1524" y="807"/>
                  </a:cubicBezTo>
                  <a:lnTo>
                    <a:pt x="1414" y="236"/>
                  </a:lnTo>
                  <a:cubicBezTo>
                    <a:pt x="1393" y="105"/>
                    <a:pt x="1262" y="0"/>
                    <a:pt x="1131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33">
              <a:extLst>
                <a:ext uri="{FF2B5EF4-FFF2-40B4-BE49-F238E27FC236}">
                  <a16:creationId xmlns:a16="http://schemas.microsoft.com/office/drawing/2014/main" id="{FF4B46C1-B0A4-92DA-123A-49C9B35184AC}"/>
                </a:ext>
              </a:extLst>
            </p:cNvPr>
            <p:cNvSpPr/>
            <p:nvPr/>
          </p:nvSpPr>
          <p:spPr>
            <a:xfrm>
              <a:off x="3586532" y="1513484"/>
              <a:ext cx="122808" cy="119657"/>
            </a:xfrm>
            <a:custGeom>
              <a:avLst/>
              <a:gdLst/>
              <a:ahLst/>
              <a:cxnLst/>
              <a:rect l="l" t="t" r="r" b="b"/>
              <a:pathLst>
                <a:path w="1442" h="1405" extrusionOk="0">
                  <a:moveTo>
                    <a:pt x="685" y="1"/>
                  </a:moveTo>
                  <a:cubicBezTo>
                    <a:pt x="644" y="1"/>
                    <a:pt x="604" y="12"/>
                    <a:pt x="567" y="32"/>
                  </a:cubicBezTo>
                  <a:lnTo>
                    <a:pt x="85" y="357"/>
                  </a:lnTo>
                  <a:cubicBezTo>
                    <a:pt x="64" y="357"/>
                    <a:pt x="64" y="378"/>
                    <a:pt x="64" y="378"/>
                  </a:cubicBezTo>
                  <a:cubicBezTo>
                    <a:pt x="1" y="446"/>
                    <a:pt x="1" y="535"/>
                    <a:pt x="64" y="598"/>
                  </a:cubicBezTo>
                  <a:lnTo>
                    <a:pt x="828" y="1362"/>
                  </a:lnTo>
                  <a:cubicBezTo>
                    <a:pt x="828" y="1362"/>
                    <a:pt x="828" y="1383"/>
                    <a:pt x="849" y="1383"/>
                  </a:cubicBezTo>
                  <a:cubicBezTo>
                    <a:pt x="873" y="1398"/>
                    <a:pt x="900" y="1405"/>
                    <a:pt x="925" y="1405"/>
                  </a:cubicBezTo>
                  <a:cubicBezTo>
                    <a:pt x="972" y="1405"/>
                    <a:pt x="1018" y="1382"/>
                    <a:pt x="1048" y="1341"/>
                  </a:cubicBezTo>
                  <a:lnTo>
                    <a:pt x="1373" y="859"/>
                  </a:lnTo>
                  <a:cubicBezTo>
                    <a:pt x="1441" y="770"/>
                    <a:pt x="1415" y="666"/>
                    <a:pt x="1352" y="577"/>
                  </a:cubicBezTo>
                  <a:lnTo>
                    <a:pt x="849" y="74"/>
                  </a:lnTo>
                  <a:cubicBezTo>
                    <a:pt x="798" y="22"/>
                    <a:pt x="741" y="1"/>
                    <a:pt x="68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33">
              <a:extLst>
                <a:ext uri="{FF2B5EF4-FFF2-40B4-BE49-F238E27FC236}">
                  <a16:creationId xmlns:a16="http://schemas.microsoft.com/office/drawing/2014/main" id="{77900F69-CD90-8676-74F4-6DEA8B51AC5B}"/>
                </a:ext>
              </a:extLst>
            </p:cNvPr>
            <p:cNvSpPr/>
            <p:nvPr/>
          </p:nvSpPr>
          <p:spPr>
            <a:xfrm>
              <a:off x="3578952" y="1508545"/>
              <a:ext cx="135668" cy="129280"/>
            </a:xfrm>
            <a:custGeom>
              <a:avLst/>
              <a:gdLst/>
              <a:ahLst/>
              <a:cxnLst/>
              <a:rect l="l" t="t" r="r" b="b"/>
              <a:pathLst>
                <a:path w="1593" h="1518" extrusionOk="0">
                  <a:moveTo>
                    <a:pt x="775" y="113"/>
                  </a:moveTo>
                  <a:cubicBezTo>
                    <a:pt x="817" y="113"/>
                    <a:pt x="859" y="130"/>
                    <a:pt x="896" y="153"/>
                  </a:cubicBezTo>
                  <a:lnTo>
                    <a:pt x="896" y="174"/>
                  </a:lnTo>
                  <a:lnTo>
                    <a:pt x="1399" y="677"/>
                  </a:lnTo>
                  <a:cubicBezTo>
                    <a:pt x="1462" y="724"/>
                    <a:pt x="1462" y="828"/>
                    <a:pt x="1420" y="896"/>
                  </a:cubicBezTo>
                  <a:lnTo>
                    <a:pt x="1090" y="1378"/>
                  </a:lnTo>
                  <a:cubicBezTo>
                    <a:pt x="1080" y="1399"/>
                    <a:pt x="1059" y="1410"/>
                    <a:pt x="1035" y="1410"/>
                  </a:cubicBezTo>
                  <a:cubicBezTo>
                    <a:pt x="1010" y="1410"/>
                    <a:pt x="983" y="1399"/>
                    <a:pt x="959" y="1378"/>
                  </a:cubicBezTo>
                  <a:lnTo>
                    <a:pt x="174" y="614"/>
                  </a:lnTo>
                  <a:cubicBezTo>
                    <a:pt x="132" y="567"/>
                    <a:pt x="153" y="504"/>
                    <a:pt x="195" y="462"/>
                  </a:cubicBezTo>
                  <a:lnTo>
                    <a:pt x="676" y="153"/>
                  </a:lnTo>
                  <a:cubicBezTo>
                    <a:pt x="707" y="124"/>
                    <a:pt x="741" y="113"/>
                    <a:pt x="775" y="113"/>
                  </a:cubicBezTo>
                  <a:close/>
                  <a:moveTo>
                    <a:pt x="768" y="0"/>
                  </a:moveTo>
                  <a:cubicBezTo>
                    <a:pt x="714" y="0"/>
                    <a:pt x="659" y="16"/>
                    <a:pt x="614" y="43"/>
                  </a:cubicBezTo>
                  <a:lnTo>
                    <a:pt x="132" y="373"/>
                  </a:lnTo>
                  <a:cubicBezTo>
                    <a:pt x="22" y="436"/>
                    <a:pt x="1" y="614"/>
                    <a:pt x="111" y="697"/>
                  </a:cubicBezTo>
                  <a:lnTo>
                    <a:pt x="875" y="1462"/>
                  </a:lnTo>
                  <a:cubicBezTo>
                    <a:pt x="911" y="1500"/>
                    <a:pt x="958" y="1518"/>
                    <a:pt x="1008" y="1518"/>
                  </a:cubicBezTo>
                  <a:cubicBezTo>
                    <a:pt x="1076" y="1518"/>
                    <a:pt x="1149" y="1484"/>
                    <a:pt x="1200" y="1420"/>
                  </a:cubicBezTo>
                  <a:lnTo>
                    <a:pt x="1504" y="959"/>
                  </a:lnTo>
                  <a:cubicBezTo>
                    <a:pt x="1593" y="828"/>
                    <a:pt x="1572" y="697"/>
                    <a:pt x="1483" y="593"/>
                  </a:cubicBezTo>
                  <a:lnTo>
                    <a:pt x="959" y="90"/>
                  </a:lnTo>
                  <a:lnTo>
                    <a:pt x="959" y="69"/>
                  </a:lnTo>
                  <a:lnTo>
                    <a:pt x="941" y="69"/>
                  </a:lnTo>
                  <a:cubicBezTo>
                    <a:pt x="894" y="21"/>
                    <a:pt x="831" y="0"/>
                    <a:pt x="768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33">
              <a:extLst>
                <a:ext uri="{FF2B5EF4-FFF2-40B4-BE49-F238E27FC236}">
                  <a16:creationId xmlns:a16="http://schemas.microsoft.com/office/drawing/2014/main" id="{3C96A4D0-3496-090F-BE6B-300C7BB380C8}"/>
                </a:ext>
              </a:extLst>
            </p:cNvPr>
            <p:cNvSpPr/>
            <p:nvPr/>
          </p:nvSpPr>
          <p:spPr>
            <a:xfrm>
              <a:off x="3681148" y="1674016"/>
              <a:ext cx="78096" cy="119486"/>
            </a:xfrm>
            <a:custGeom>
              <a:avLst/>
              <a:gdLst/>
              <a:ahLst/>
              <a:cxnLst/>
              <a:rect l="l" t="t" r="r" b="b"/>
              <a:pathLst>
                <a:path w="917" h="1403" extrusionOk="0">
                  <a:moveTo>
                    <a:pt x="152" y="1"/>
                  </a:moveTo>
                  <a:cubicBezTo>
                    <a:pt x="68" y="1"/>
                    <a:pt x="0" y="64"/>
                    <a:pt x="0" y="153"/>
                  </a:cubicBezTo>
                  <a:lnTo>
                    <a:pt x="0" y="1242"/>
                  </a:lnTo>
                  <a:lnTo>
                    <a:pt x="0" y="1268"/>
                  </a:lnTo>
                  <a:cubicBezTo>
                    <a:pt x="0" y="1342"/>
                    <a:pt x="69" y="1403"/>
                    <a:pt x="142" y="1403"/>
                  </a:cubicBezTo>
                  <a:cubicBezTo>
                    <a:pt x="152" y="1403"/>
                    <a:pt x="163" y="1402"/>
                    <a:pt x="173" y="1399"/>
                  </a:cubicBezTo>
                  <a:lnTo>
                    <a:pt x="744" y="1289"/>
                  </a:lnTo>
                  <a:cubicBezTo>
                    <a:pt x="854" y="1268"/>
                    <a:pt x="917" y="1179"/>
                    <a:pt x="917" y="1069"/>
                  </a:cubicBezTo>
                  <a:lnTo>
                    <a:pt x="917" y="352"/>
                  </a:lnTo>
                  <a:cubicBezTo>
                    <a:pt x="917" y="242"/>
                    <a:pt x="854" y="132"/>
                    <a:pt x="744" y="111"/>
                  </a:cubicBezTo>
                  <a:lnTo>
                    <a:pt x="1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33">
              <a:extLst>
                <a:ext uri="{FF2B5EF4-FFF2-40B4-BE49-F238E27FC236}">
                  <a16:creationId xmlns:a16="http://schemas.microsoft.com/office/drawing/2014/main" id="{AEEB9623-80A9-0031-0CA6-428302423FE9}"/>
                </a:ext>
              </a:extLst>
            </p:cNvPr>
            <p:cNvSpPr/>
            <p:nvPr/>
          </p:nvSpPr>
          <p:spPr>
            <a:xfrm>
              <a:off x="3675782" y="1670099"/>
              <a:ext cx="89253" cy="126981"/>
            </a:xfrm>
            <a:custGeom>
              <a:avLst/>
              <a:gdLst/>
              <a:ahLst/>
              <a:cxnLst/>
              <a:rect l="l" t="t" r="r" b="b"/>
              <a:pathLst>
                <a:path w="1048" h="1491" extrusionOk="0">
                  <a:moveTo>
                    <a:pt x="193" y="105"/>
                  </a:moveTo>
                  <a:cubicBezTo>
                    <a:pt x="201" y="105"/>
                    <a:pt x="208" y="106"/>
                    <a:pt x="215" y="110"/>
                  </a:cubicBezTo>
                  <a:lnTo>
                    <a:pt x="786" y="220"/>
                  </a:lnTo>
                  <a:cubicBezTo>
                    <a:pt x="870" y="241"/>
                    <a:pt x="938" y="309"/>
                    <a:pt x="938" y="398"/>
                  </a:cubicBezTo>
                  <a:lnTo>
                    <a:pt x="938" y="1115"/>
                  </a:lnTo>
                  <a:cubicBezTo>
                    <a:pt x="938" y="1183"/>
                    <a:pt x="870" y="1246"/>
                    <a:pt x="786" y="1267"/>
                  </a:cubicBezTo>
                  <a:lnTo>
                    <a:pt x="215" y="1377"/>
                  </a:lnTo>
                  <a:cubicBezTo>
                    <a:pt x="208" y="1381"/>
                    <a:pt x="200" y="1382"/>
                    <a:pt x="191" y="1382"/>
                  </a:cubicBezTo>
                  <a:cubicBezTo>
                    <a:pt x="151" y="1382"/>
                    <a:pt x="105" y="1344"/>
                    <a:pt x="105" y="1288"/>
                  </a:cubicBezTo>
                  <a:lnTo>
                    <a:pt x="105" y="199"/>
                  </a:lnTo>
                  <a:cubicBezTo>
                    <a:pt x="105" y="146"/>
                    <a:pt x="153" y="105"/>
                    <a:pt x="193" y="105"/>
                  </a:cubicBezTo>
                  <a:close/>
                  <a:moveTo>
                    <a:pt x="198" y="0"/>
                  </a:moveTo>
                  <a:cubicBezTo>
                    <a:pt x="102" y="0"/>
                    <a:pt x="0" y="83"/>
                    <a:pt x="0" y="199"/>
                  </a:cubicBezTo>
                  <a:lnTo>
                    <a:pt x="0" y="1288"/>
                  </a:lnTo>
                  <a:cubicBezTo>
                    <a:pt x="0" y="1406"/>
                    <a:pt x="107" y="1490"/>
                    <a:pt x="205" y="1490"/>
                  </a:cubicBezTo>
                  <a:cubicBezTo>
                    <a:pt x="215" y="1490"/>
                    <a:pt x="226" y="1489"/>
                    <a:pt x="236" y="1487"/>
                  </a:cubicBezTo>
                  <a:lnTo>
                    <a:pt x="807" y="1377"/>
                  </a:lnTo>
                  <a:cubicBezTo>
                    <a:pt x="938" y="1356"/>
                    <a:pt x="1048" y="1246"/>
                    <a:pt x="1048" y="1115"/>
                  </a:cubicBezTo>
                  <a:lnTo>
                    <a:pt x="1048" y="398"/>
                  </a:lnTo>
                  <a:cubicBezTo>
                    <a:pt x="1048" y="241"/>
                    <a:pt x="938" y="136"/>
                    <a:pt x="807" y="110"/>
                  </a:cubicBezTo>
                  <a:lnTo>
                    <a:pt x="236" y="5"/>
                  </a:lnTo>
                  <a:cubicBezTo>
                    <a:pt x="224" y="2"/>
                    <a:pt x="211" y="0"/>
                    <a:pt x="198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33">
              <a:extLst>
                <a:ext uri="{FF2B5EF4-FFF2-40B4-BE49-F238E27FC236}">
                  <a16:creationId xmlns:a16="http://schemas.microsoft.com/office/drawing/2014/main" id="{8888A7C0-8FDA-28C8-1A44-C6FFA9701C44}"/>
                </a:ext>
              </a:extLst>
            </p:cNvPr>
            <p:cNvSpPr/>
            <p:nvPr/>
          </p:nvSpPr>
          <p:spPr>
            <a:xfrm>
              <a:off x="3584317" y="1833357"/>
              <a:ext cx="125022" cy="120083"/>
            </a:xfrm>
            <a:custGeom>
              <a:avLst/>
              <a:gdLst/>
              <a:ahLst/>
              <a:cxnLst/>
              <a:rect l="l" t="t" r="r" b="b"/>
              <a:pathLst>
                <a:path w="1468" h="1410" extrusionOk="0">
                  <a:moveTo>
                    <a:pt x="955" y="1"/>
                  </a:moveTo>
                  <a:cubicBezTo>
                    <a:pt x="913" y="1"/>
                    <a:pt x="875" y="18"/>
                    <a:pt x="854" y="52"/>
                  </a:cubicBezTo>
                  <a:lnTo>
                    <a:pt x="69" y="811"/>
                  </a:lnTo>
                  <a:lnTo>
                    <a:pt x="69" y="837"/>
                  </a:lnTo>
                  <a:cubicBezTo>
                    <a:pt x="1" y="900"/>
                    <a:pt x="27" y="1010"/>
                    <a:pt x="111" y="1052"/>
                  </a:cubicBezTo>
                  <a:lnTo>
                    <a:pt x="572" y="1382"/>
                  </a:lnTo>
                  <a:cubicBezTo>
                    <a:pt x="616" y="1399"/>
                    <a:pt x="660" y="1409"/>
                    <a:pt x="701" y="1409"/>
                  </a:cubicBezTo>
                  <a:cubicBezTo>
                    <a:pt x="761" y="1409"/>
                    <a:pt x="814" y="1388"/>
                    <a:pt x="854" y="1335"/>
                  </a:cubicBezTo>
                  <a:lnTo>
                    <a:pt x="1378" y="837"/>
                  </a:lnTo>
                  <a:cubicBezTo>
                    <a:pt x="1441" y="769"/>
                    <a:pt x="1467" y="638"/>
                    <a:pt x="1399" y="549"/>
                  </a:cubicBezTo>
                  <a:lnTo>
                    <a:pt x="1074" y="73"/>
                  </a:lnTo>
                  <a:lnTo>
                    <a:pt x="1074" y="52"/>
                  </a:lnTo>
                  <a:cubicBezTo>
                    <a:pt x="1040" y="18"/>
                    <a:pt x="996" y="1"/>
                    <a:pt x="9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33">
              <a:extLst>
                <a:ext uri="{FF2B5EF4-FFF2-40B4-BE49-F238E27FC236}">
                  <a16:creationId xmlns:a16="http://schemas.microsoft.com/office/drawing/2014/main" id="{BDF725C2-DB11-A018-B1F7-A62D0CCB48B3}"/>
                </a:ext>
              </a:extLst>
            </p:cNvPr>
            <p:cNvSpPr/>
            <p:nvPr/>
          </p:nvSpPr>
          <p:spPr>
            <a:xfrm>
              <a:off x="3578952" y="1829354"/>
              <a:ext cx="135668" cy="129280"/>
            </a:xfrm>
            <a:custGeom>
              <a:avLst/>
              <a:gdLst/>
              <a:ahLst/>
              <a:cxnLst/>
              <a:rect l="l" t="t" r="r" b="b"/>
              <a:pathLst>
                <a:path w="1593" h="1518" extrusionOk="0">
                  <a:moveTo>
                    <a:pt x="1013" y="111"/>
                  </a:moveTo>
                  <a:cubicBezTo>
                    <a:pt x="1047" y="111"/>
                    <a:pt x="1079" y="127"/>
                    <a:pt x="1090" y="162"/>
                  </a:cubicBezTo>
                  <a:lnTo>
                    <a:pt x="1420" y="622"/>
                  </a:lnTo>
                  <a:cubicBezTo>
                    <a:pt x="1462" y="706"/>
                    <a:pt x="1462" y="795"/>
                    <a:pt x="1399" y="837"/>
                  </a:cubicBezTo>
                  <a:lnTo>
                    <a:pt x="896" y="1361"/>
                  </a:lnTo>
                  <a:cubicBezTo>
                    <a:pt x="855" y="1389"/>
                    <a:pt x="808" y="1408"/>
                    <a:pt x="762" y="1408"/>
                  </a:cubicBezTo>
                  <a:cubicBezTo>
                    <a:pt x="733" y="1408"/>
                    <a:pt x="703" y="1400"/>
                    <a:pt x="676" y="1382"/>
                  </a:cubicBezTo>
                  <a:lnTo>
                    <a:pt x="195" y="1057"/>
                  </a:lnTo>
                  <a:cubicBezTo>
                    <a:pt x="153" y="1015"/>
                    <a:pt x="132" y="947"/>
                    <a:pt x="174" y="905"/>
                  </a:cubicBezTo>
                  <a:lnTo>
                    <a:pt x="938" y="141"/>
                  </a:lnTo>
                  <a:cubicBezTo>
                    <a:pt x="957" y="122"/>
                    <a:pt x="986" y="111"/>
                    <a:pt x="1013" y="111"/>
                  </a:cubicBezTo>
                  <a:close/>
                  <a:moveTo>
                    <a:pt x="1005" y="0"/>
                  </a:moveTo>
                  <a:cubicBezTo>
                    <a:pt x="956" y="0"/>
                    <a:pt x="910" y="17"/>
                    <a:pt x="875" y="52"/>
                  </a:cubicBezTo>
                  <a:lnTo>
                    <a:pt x="111" y="816"/>
                  </a:lnTo>
                  <a:cubicBezTo>
                    <a:pt x="1" y="926"/>
                    <a:pt x="22" y="1078"/>
                    <a:pt x="132" y="1146"/>
                  </a:cubicBezTo>
                  <a:lnTo>
                    <a:pt x="614" y="1471"/>
                  </a:lnTo>
                  <a:cubicBezTo>
                    <a:pt x="660" y="1501"/>
                    <a:pt x="716" y="1518"/>
                    <a:pt x="772" y="1518"/>
                  </a:cubicBezTo>
                  <a:cubicBezTo>
                    <a:pt x="843" y="1518"/>
                    <a:pt x="912" y="1491"/>
                    <a:pt x="959" y="1429"/>
                  </a:cubicBezTo>
                  <a:lnTo>
                    <a:pt x="1462" y="947"/>
                  </a:lnTo>
                  <a:lnTo>
                    <a:pt x="1483" y="926"/>
                  </a:lnTo>
                  <a:cubicBezTo>
                    <a:pt x="1572" y="837"/>
                    <a:pt x="1593" y="685"/>
                    <a:pt x="1504" y="575"/>
                  </a:cubicBezTo>
                  <a:lnTo>
                    <a:pt x="1200" y="99"/>
                  </a:lnTo>
                  <a:cubicBezTo>
                    <a:pt x="1148" y="34"/>
                    <a:pt x="1074" y="0"/>
                    <a:pt x="1005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46" name="Google Shape;546;p33">
              <a:extLst>
                <a:ext uri="{FF2B5EF4-FFF2-40B4-BE49-F238E27FC236}">
                  <a16:creationId xmlns:a16="http://schemas.microsoft.com/office/drawing/2014/main" id="{E82D4B1E-4550-D02C-AD25-6936CCE96D54}"/>
                </a:ext>
              </a:extLst>
            </p:cNvPr>
            <p:cNvGrpSpPr/>
            <p:nvPr/>
          </p:nvGrpSpPr>
          <p:grpSpPr>
            <a:xfrm>
              <a:off x="556725" y="832334"/>
              <a:ext cx="3148535" cy="3601316"/>
              <a:chOff x="556725" y="832334"/>
              <a:chExt cx="3148535" cy="3601316"/>
            </a:xfrm>
          </p:grpSpPr>
          <p:sp>
            <p:nvSpPr>
              <p:cNvPr id="547" name="Google Shape;547;p33">
                <a:extLst>
                  <a:ext uri="{FF2B5EF4-FFF2-40B4-BE49-F238E27FC236}">
                    <a16:creationId xmlns:a16="http://schemas.microsoft.com/office/drawing/2014/main" id="{4DFE1FE6-CB47-9D8B-36B3-E8D1E0739A7F}"/>
                  </a:ext>
                </a:extLst>
              </p:cNvPr>
              <p:cNvSpPr/>
              <p:nvPr/>
            </p:nvSpPr>
            <p:spPr>
              <a:xfrm>
                <a:off x="556725" y="3838150"/>
                <a:ext cx="2424600" cy="595500"/>
              </a:xfrm>
              <a:prstGeom prst="ellipse">
                <a:avLst/>
              </a:prstGeom>
              <a:solidFill>
                <a:srgbClr val="3E285A">
                  <a:alpha val="138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Google Shape;548;p33">
                <a:extLst>
                  <a:ext uri="{FF2B5EF4-FFF2-40B4-BE49-F238E27FC236}">
                    <a16:creationId xmlns:a16="http://schemas.microsoft.com/office/drawing/2014/main" id="{47CAF06E-47B6-5745-01CD-7F3DEEE9BE12}"/>
                  </a:ext>
                </a:extLst>
              </p:cNvPr>
              <p:cNvSpPr/>
              <p:nvPr/>
            </p:nvSpPr>
            <p:spPr>
              <a:xfrm>
                <a:off x="914763" y="3436131"/>
                <a:ext cx="371597" cy="620974"/>
              </a:xfrm>
              <a:custGeom>
                <a:avLst/>
                <a:gdLst/>
                <a:ahLst/>
                <a:cxnLst/>
                <a:rect l="l" t="t" r="r" b="b"/>
                <a:pathLst>
                  <a:path w="4363" h="7291" extrusionOk="0">
                    <a:moveTo>
                      <a:pt x="0" y="1"/>
                    </a:moveTo>
                    <a:lnTo>
                      <a:pt x="0" y="6332"/>
                    </a:lnTo>
                    <a:lnTo>
                      <a:pt x="4363" y="7290"/>
                    </a:lnTo>
                    <a:lnTo>
                      <a:pt x="4363" y="48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Google Shape;549;p33">
                <a:extLst>
                  <a:ext uri="{FF2B5EF4-FFF2-40B4-BE49-F238E27FC236}">
                    <a16:creationId xmlns:a16="http://schemas.microsoft.com/office/drawing/2014/main" id="{87F4B5E0-D687-DD3F-F061-F2B20B2240E4}"/>
                  </a:ext>
                </a:extLst>
              </p:cNvPr>
              <p:cNvSpPr/>
              <p:nvPr/>
            </p:nvSpPr>
            <p:spPr>
              <a:xfrm>
                <a:off x="908972" y="3430765"/>
                <a:ext cx="383180" cy="631706"/>
              </a:xfrm>
              <a:custGeom>
                <a:avLst/>
                <a:gdLst/>
                <a:ahLst/>
                <a:cxnLst/>
                <a:rect l="l" t="t" r="r" b="b"/>
                <a:pathLst>
                  <a:path w="4499" h="7417" extrusionOk="0">
                    <a:moveTo>
                      <a:pt x="131" y="132"/>
                    </a:moveTo>
                    <a:lnTo>
                      <a:pt x="4389" y="608"/>
                    </a:lnTo>
                    <a:lnTo>
                      <a:pt x="4389" y="7285"/>
                    </a:lnTo>
                    <a:lnTo>
                      <a:pt x="131" y="6348"/>
                    </a:lnTo>
                    <a:lnTo>
                      <a:pt x="131" y="132"/>
                    </a:lnTo>
                    <a:close/>
                    <a:moveTo>
                      <a:pt x="0" y="1"/>
                    </a:moveTo>
                    <a:lnTo>
                      <a:pt x="0" y="64"/>
                    </a:lnTo>
                    <a:lnTo>
                      <a:pt x="0" y="6437"/>
                    </a:lnTo>
                    <a:lnTo>
                      <a:pt x="4499" y="7416"/>
                    </a:lnTo>
                    <a:lnTo>
                      <a:pt x="4499" y="50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Google Shape;550;p33">
                <a:extLst>
                  <a:ext uri="{FF2B5EF4-FFF2-40B4-BE49-F238E27FC236}">
                    <a16:creationId xmlns:a16="http://schemas.microsoft.com/office/drawing/2014/main" id="{1280F7C7-FD96-547E-7BFE-ABC47024A5F8}"/>
                  </a:ext>
                </a:extLst>
              </p:cNvPr>
              <p:cNvSpPr/>
              <p:nvPr/>
            </p:nvSpPr>
            <p:spPr>
              <a:xfrm>
                <a:off x="1286270" y="3335802"/>
                <a:ext cx="530013" cy="721305"/>
              </a:xfrm>
              <a:custGeom>
                <a:avLst/>
                <a:gdLst/>
                <a:ahLst/>
                <a:cxnLst/>
                <a:rect l="l" t="t" r="r" b="b"/>
                <a:pathLst>
                  <a:path w="6223" h="8469" extrusionOk="0">
                    <a:moveTo>
                      <a:pt x="6222" y="0"/>
                    </a:moveTo>
                    <a:lnTo>
                      <a:pt x="1" y="1661"/>
                    </a:lnTo>
                    <a:lnTo>
                      <a:pt x="22" y="8468"/>
                    </a:lnTo>
                    <a:lnTo>
                      <a:pt x="6222" y="6725"/>
                    </a:lnTo>
                    <a:lnTo>
                      <a:pt x="622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Google Shape;551;p33">
                <a:extLst>
                  <a:ext uri="{FF2B5EF4-FFF2-40B4-BE49-F238E27FC236}">
                    <a16:creationId xmlns:a16="http://schemas.microsoft.com/office/drawing/2014/main" id="{EB9570FA-ECFD-C24E-7338-0D8EED02AF62}"/>
                  </a:ext>
                </a:extLst>
              </p:cNvPr>
              <p:cNvSpPr/>
              <p:nvPr/>
            </p:nvSpPr>
            <p:spPr>
              <a:xfrm>
                <a:off x="1282693" y="3328648"/>
                <a:ext cx="537167" cy="736039"/>
              </a:xfrm>
              <a:custGeom>
                <a:avLst/>
                <a:gdLst/>
                <a:ahLst/>
                <a:cxnLst/>
                <a:rect l="l" t="t" r="r" b="b"/>
                <a:pathLst>
                  <a:path w="6307" h="8642" extrusionOk="0">
                    <a:moveTo>
                      <a:pt x="6196" y="152"/>
                    </a:moveTo>
                    <a:lnTo>
                      <a:pt x="6196" y="6761"/>
                    </a:lnTo>
                    <a:lnTo>
                      <a:pt x="132" y="8484"/>
                    </a:lnTo>
                    <a:lnTo>
                      <a:pt x="111" y="1786"/>
                    </a:lnTo>
                    <a:lnTo>
                      <a:pt x="6196" y="152"/>
                    </a:lnTo>
                    <a:close/>
                    <a:moveTo>
                      <a:pt x="6306" y="1"/>
                    </a:moveTo>
                    <a:lnTo>
                      <a:pt x="1" y="1703"/>
                    </a:lnTo>
                    <a:lnTo>
                      <a:pt x="1" y="1745"/>
                    </a:lnTo>
                    <a:lnTo>
                      <a:pt x="1" y="8642"/>
                    </a:lnTo>
                    <a:lnTo>
                      <a:pt x="6306" y="6850"/>
                    </a:lnTo>
                    <a:lnTo>
                      <a:pt x="6306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Google Shape;552;p33">
                <a:extLst>
                  <a:ext uri="{FF2B5EF4-FFF2-40B4-BE49-F238E27FC236}">
                    <a16:creationId xmlns:a16="http://schemas.microsoft.com/office/drawing/2014/main" id="{C5D7DA7A-B9BB-890B-EF10-45B0077BB325}"/>
                  </a:ext>
                </a:extLst>
              </p:cNvPr>
              <p:cNvSpPr/>
              <p:nvPr/>
            </p:nvSpPr>
            <p:spPr>
              <a:xfrm>
                <a:off x="914763" y="3287597"/>
                <a:ext cx="901524" cy="189674"/>
              </a:xfrm>
              <a:custGeom>
                <a:avLst/>
                <a:gdLst/>
                <a:ahLst/>
                <a:cxnLst/>
                <a:rect l="l" t="t" r="r" b="b"/>
                <a:pathLst>
                  <a:path w="10585" h="2227" extrusionOk="0">
                    <a:moveTo>
                      <a:pt x="6656" y="1"/>
                    </a:moveTo>
                    <a:lnTo>
                      <a:pt x="0" y="1745"/>
                    </a:lnTo>
                    <a:lnTo>
                      <a:pt x="4363" y="2227"/>
                    </a:lnTo>
                    <a:lnTo>
                      <a:pt x="10584" y="566"/>
                    </a:lnTo>
                    <a:lnTo>
                      <a:pt x="665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Google Shape;553;p33">
                <a:extLst>
                  <a:ext uri="{FF2B5EF4-FFF2-40B4-BE49-F238E27FC236}">
                    <a16:creationId xmlns:a16="http://schemas.microsoft.com/office/drawing/2014/main" id="{64F4AF06-34C8-D959-4D45-C9C3C1C5891C}"/>
                  </a:ext>
                </a:extLst>
              </p:cNvPr>
              <p:cNvSpPr/>
              <p:nvPr/>
            </p:nvSpPr>
            <p:spPr>
              <a:xfrm>
                <a:off x="912975" y="3281805"/>
                <a:ext cx="905102" cy="200831"/>
              </a:xfrm>
              <a:custGeom>
                <a:avLst/>
                <a:gdLst/>
                <a:ahLst/>
                <a:cxnLst/>
                <a:rect l="l" t="t" r="r" b="b"/>
                <a:pathLst>
                  <a:path w="10627" h="2358" extrusionOk="0">
                    <a:moveTo>
                      <a:pt x="6677" y="111"/>
                    </a:moveTo>
                    <a:lnTo>
                      <a:pt x="10322" y="634"/>
                    </a:lnTo>
                    <a:lnTo>
                      <a:pt x="4384" y="2253"/>
                    </a:lnTo>
                    <a:lnTo>
                      <a:pt x="325" y="1792"/>
                    </a:lnTo>
                    <a:lnTo>
                      <a:pt x="6677" y="111"/>
                    </a:lnTo>
                    <a:close/>
                    <a:moveTo>
                      <a:pt x="6657" y="1"/>
                    </a:moveTo>
                    <a:lnTo>
                      <a:pt x="0" y="1750"/>
                    </a:lnTo>
                    <a:lnTo>
                      <a:pt x="21" y="1860"/>
                    </a:lnTo>
                    <a:lnTo>
                      <a:pt x="4384" y="2357"/>
                    </a:lnTo>
                    <a:lnTo>
                      <a:pt x="10626" y="682"/>
                    </a:lnTo>
                    <a:lnTo>
                      <a:pt x="10605" y="572"/>
                    </a:lnTo>
                    <a:lnTo>
                      <a:pt x="6657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Google Shape;554;p33">
                <a:extLst>
                  <a:ext uri="{FF2B5EF4-FFF2-40B4-BE49-F238E27FC236}">
                    <a16:creationId xmlns:a16="http://schemas.microsoft.com/office/drawing/2014/main" id="{DC71DC52-0234-86C1-20C6-CEDDDAE19B7D}"/>
                  </a:ext>
                </a:extLst>
              </p:cNvPr>
              <p:cNvSpPr/>
              <p:nvPr/>
            </p:nvSpPr>
            <p:spPr>
              <a:xfrm>
                <a:off x="1877257" y="4176077"/>
                <a:ext cx="585714" cy="105866"/>
              </a:xfrm>
              <a:custGeom>
                <a:avLst/>
                <a:gdLst/>
                <a:ahLst/>
                <a:cxnLst/>
                <a:rect l="l" t="t" r="r" b="b"/>
                <a:pathLst>
                  <a:path w="6877" h="1243" extrusionOk="0">
                    <a:moveTo>
                      <a:pt x="22" y="1"/>
                    </a:moveTo>
                    <a:lnTo>
                      <a:pt x="22" y="1"/>
                    </a:lnTo>
                    <a:cubicBezTo>
                      <a:pt x="22" y="1"/>
                      <a:pt x="1" y="394"/>
                      <a:pt x="131" y="524"/>
                    </a:cubicBezTo>
                    <a:cubicBezTo>
                      <a:pt x="262" y="655"/>
                      <a:pt x="1750" y="1111"/>
                      <a:pt x="1964" y="1111"/>
                    </a:cubicBezTo>
                    <a:cubicBezTo>
                      <a:pt x="2163" y="1111"/>
                      <a:pt x="2184" y="828"/>
                      <a:pt x="2294" y="828"/>
                    </a:cubicBezTo>
                    <a:cubicBezTo>
                      <a:pt x="2422" y="828"/>
                      <a:pt x="4253" y="1243"/>
                      <a:pt x="5192" y="1243"/>
                    </a:cubicBezTo>
                    <a:cubicBezTo>
                      <a:pt x="5215" y="1243"/>
                      <a:pt x="5237" y="1242"/>
                      <a:pt x="5258" y="1242"/>
                    </a:cubicBezTo>
                    <a:cubicBezTo>
                      <a:pt x="6201" y="1221"/>
                      <a:pt x="6484" y="938"/>
                      <a:pt x="6678" y="718"/>
                    </a:cubicBezTo>
                    <a:cubicBezTo>
                      <a:pt x="6856" y="524"/>
                      <a:pt x="6877" y="236"/>
                      <a:pt x="6877" y="236"/>
                    </a:cubicBezTo>
                    <a:lnTo>
                      <a:pt x="2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Google Shape;555;p33">
                <a:extLst>
                  <a:ext uri="{FF2B5EF4-FFF2-40B4-BE49-F238E27FC236}">
                    <a16:creationId xmlns:a16="http://schemas.microsoft.com/office/drawing/2014/main" id="{A8CFC865-774C-1267-065C-1845FE779999}"/>
                  </a:ext>
                </a:extLst>
              </p:cNvPr>
              <p:cNvSpPr/>
              <p:nvPr/>
            </p:nvSpPr>
            <p:spPr>
              <a:xfrm>
                <a:off x="1873680" y="4170285"/>
                <a:ext cx="594657" cy="117364"/>
              </a:xfrm>
              <a:custGeom>
                <a:avLst/>
                <a:gdLst/>
                <a:ahLst/>
                <a:cxnLst/>
                <a:rect l="l" t="t" r="r" b="b"/>
                <a:pathLst>
                  <a:path w="6982" h="1378" extrusionOk="0">
                    <a:moveTo>
                      <a:pt x="132" y="111"/>
                    </a:moveTo>
                    <a:lnTo>
                      <a:pt x="6830" y="352"/>
                    </a:lnTo>
                    <a:cubicBezTo>
                      <a:pt x="6830" y="414"/>
                      <a:pt x="6830" y="592"/>
                      <a:pt x="6678" y="744"/>
                    </a:cubicBezTo>
                    <a:cubicBezTo>
                      <a:pt x="6589" y="854"/>
                      <a:pt x="6458" y="985"/>
                      <a:pt x="6264" y="1069"/>
                    </a:cubicBezTo>
                    <a:cubicBezTo>
                      <a:pt x="6065" y="1179"/>
                      <a:pt x="5761" y="1247"/>
                      <a:pt x="5300" y="1268"/>
                    </a:cubicBezTo>
                    <a:cubicBezTo>
                      <a:pt x="4845" y="1268"/>
                      <a:pt x="4148" y="1158"/>
                      <a:pt x="3536" y="1048"/>
                    </a:cubicBezTo>
                    <a:cubicBezTo>
                      <a:pt x="3232" y="1006"/>
                      <a:pt x="2944" y="938"/>
                      <a:pt x="2729" y="896"/>
                    </a:cubicBezTo>
                    <a:cubicBezTo>
                      <a:pt x="2640" y="896"/>
                      <a:pt x="2551" y="875"/>
                      <a:pt x="2488" y="854"/>
                    </a:cubicBezTo>
                    <a:cubicBezTo>
                      <a:pt x="2399" y="854"/>
                      <a:pt x="2378" y="828"/>
                      <a:pt x="2336" y="828"/>
                    </a:cubicBezTo>
                    <a:cubicBezTo>
                      <a:pt x="2289" y="828"/>
                      <a:pt x="2247" y="875"/>
                      <a:pt x="2226" y="896"/>
                    </a:cubicBezTo>
                    <a:cubicBezTo>
                      <a:pt x="2205" y="938"/>
                      <a:pt x="2184" y="959"/>
                      <a:pt x="2158" y="1006"/>
                    </a:cubicBezTo>
                    <a:cubicBezTo>
                      <a:pt x="2137" y="1027"/>
                      <a:pt x="2116" y="1069"/>
                      <a:pt x="2095" y="1090"/>
                    </a:cubicBezTo>
                    <a:cubicBezTo>
                      <a:pt x="2074" y="1116"/>
                      <a:pt x="2054" y="1116"/>
                      <a:pt x="2006" y="1116"/>
                    </a:cubicBezTo>
                    <a:lnTo>
                      <a:pt x="1875" y="1116"/>
                    </a:lnTo>
                    <a:cubicBezTo>
                      <a:pt x="1813" y="1090"/>
                      <a:pt x="1745" y="1069"/>
                      <a:pt x="1661" y="1048"/>
                    </a:cubicBezTo>
                    <a:cubicBezTo>
                      <a:pt x="1483" y="1006"/>
                      <a:pt x="1289" y="938"/>
                      <a:pt x="1069" y="875"/>
                    </a:cubicBezTo>
                    <a:cubicBezTo>
                      <a:pt x="875" y="807"/>
                      <a:pt x="676" y="744"/>
                      <a:pt x="503" y="697"/>
                    </a:cubicBezTo>
                    <a:cubicBezTo>
                      <a:pt x="435" y="655"/>
                      <a:pt x="352" y="634"/>
                      <a:pt x="304" y="613"/>
                    </a:cubicBezTo>
                    <a:cubicBezTo>
                      <a:pt x="263" y="592"/>
                      <a:pt x="221" y="566"/>
                      <a:pt x="221" y="545"/>
                    </a:cubicBezTo>
                    <a:cubicBezTo>
                      <a:pt x="173" y="503"/>
                      <a:pt x="132" y="393"/>
                      <a:pt x="132" y="263"/>
                    </a:cubicBezTo>
                    <a:lnTo>
                      <a:pt x="132" y="111"/>
                    </a:lnTo>
                    <a:close/>
                    <a:moveTo>
                      <a:pt x="22" y="1"/>
                    </a:moveTo>
                    <a:lnTo>
                      <a:pt x="22" y="43"/>
                    </a:lnTo>
                    <a:cubicBezTo>
                      <a:pt x="22" y="43"/>
                      <a:pt x="1" y="153"/>
                      <a:pt x="22" y="283"/>
                    </a:cubicBezTo>
                    <a:cubicBezTo>
                      <a:pt x="22" y="414"/>
                      <a:pt x="43" y="545"/>
                      <a:pt x="132" y="634"/>
                    </a:cubicBezTo>
                    <a:cubicBezTo>
                      <a:pt x="173" y="655"/>
                      <a:pt x="194" y="676"/>
                      <a:pt x="263" y="697"/>
                    </a:cubicBezTo>
                    <a:cubicBezTo>
                      <a:pt x="304" y="744"/>
                      <a:pt x="393" y="765"/>
                      <a:pt x="456" y="786"/>
                    </a:cubicBezTo>
                    <a:cubicBezTo>
                      <a:pt x="634" y="854"/>
                      <a:pt x="828" y="917"/>
                      <a:pt x="1048" y="985"/>
                    </a:cubicBezTo>
                    <a:cubicBezTo>
                      <a:pt x="1242" y="1048"/>
                      <a:pt x="1462" y="1116"/>
                      <a:pt x="1635" y="1158"/>
                    </a:cubicBezTo>
                    <a:cubicBezTo>
                      <a:pt x="1724" y="1179"/>
                      <a:pt x="1792" y="1200"/>
                      <a:pt x="1855" y="1221"/>
                    </a:cubicBezTo>
                    <a:cubicBezTo>
                      <a:pt x="1923" y="1221"/>
                      <a:pt x="1965" y="1247"/>
                      <a:pt x="2006" y="1247"/>
                    </a:cubicBezTo>
                    <a:cubicBezTo>
                      <a:pt x="2074" y="1221"/>
                      <a:pt x="2116" y="1200"/>
                      <a:pt x="2158" y="1179"/>
                    </a:cubicBezTo>
                    <a:cubicBezTo>
                      <a:pt x="2205" y="1137"/>
                      <a:pt x="2226" y="1090"/>
                      <a:pt x="2247" y="1069"/>
                    </a:cubicBezTo>
                    <a:cubicBezTo>
                      <a:pt x="2289" y="1027"/>
                      <a:pt x="2289" y="985"/>
                      <a:pt x="2315" y="959"/>
                    </a:cubicBezTo>
                    <a:lnTo>
                      <a:pt x="2336" y="938"/>
                    </a:lnTo>
                    <a:cubicBezTo>
                      <a:pt x="2336" y="938"/>
                      <a:pt x="2399" y="959"/>
                      <a:pt x="2467" y="959"/>
                    </a:cubicBezTo>
                    <a:cubicBezTo>
                      <a:pt x="2530" y="985"/>
                      <a:pt x="2619" y="1006"/>
                      <a:pt x="2708" y="1027"/>
                    </a:cubicBezTo>
                    <a:cubicBezTo>
                      <a:pt x="2923" y="1048"/>
                      <a:pt x="3206" y="1116"/>
                      <a:pt x="3515" y="1158"/>
                    </a:cubicBezTo>
                    <a:cubicBezTo>
                      <a:pt x="4122" y="1268"/>
                      <a:pt x="4845" y="1378"/>
                      <a:pt x="5300" y="1378"/>
                    </a:cubicBezTo>
                    <a:cubicBezTo>
                      <a:pt x="5782" y="1352"/>
                      <a:pt x="6086" y="1289"/>
                      <a:pt x="6306" y="1179"/>
                    </a:cubicBezTo>
                    <a:cubicBezTo>
                      <a:pt x="6547" y="1069"/>
                      <a:pt x="6657" y="938"/>
                      <a:pt x="6767" y="828"/>
                    </a:cubicBezTo>
                    <a:cubicBezTo>
                      <a:pt x="6961" y="592"/>
                      <a:pt x="6981" y="304"/>
                      <a:pt x="6981" y="304"/>
                    </a:cubicBezTo>
                    <a:lnTo>
                      <a:pt x="6981" y="242"/>
                    </a:lnTo>
                    <a:lnTo>
                      <a:pt x="22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Google Shape;556;p33">
                <a:extLst>
                  <a:ext uri="{FF2B5EF4-FFF2-40B4-BE49-F238E27FC236}">
                    <a16:creationId xmlns:a16="http://schemas.microsoft.com/office/drawing/2014/main" id="{19241A07-A2EC-829C-3E7D-35FE3F8FF5C2}"/>
                  </a:ext>
                </a:extLst>
              </p:cNvPr>
              <p:cNvSpPr/>
              <p:nvPr/>
            </p:nvSpPr>
            <p:spPr>
              <a:xfrm>
                <a:off x="1860734" y="3956341"/>
                <a:ext cx="607603" cy="308571"/>
              </a:xfrm>
              <a:custGeom>
                <a:avLst/>
                <a:gdLst/>
                <a:ahLst/>
                <a:cxnLst/>
                <a:rect l="l" t="t" r="r" b="b"/>
                <a:pathLst>
                  <a:path w="7134" h="3623" extrusionOk="0">
                    <a:moveTo>
                      <a:pt x="1008" y="1"/>
                    </a:moveTo>
                    <a:cubicBezTo>
                      <a:pt x="811" y="1"/>
                      <a:pt x="562" y="52"/>
                      <a:pt x="373" y="266"/>
                    </a:cubicBezTo>
                    <a:cubicBezTo>
                      <a:pt x="1" y="680"/>
                      <a:pt x="153" y="2293"/>
                      <a:pt x="216" y="2555"/>
                    </a:cubicBezTo>
                    <a:cubicBezTo>
                      <a:pt x="281" y="2830"/>
                      <a:pt x="1816" y="3238"/>
                      <a:pt x="2201" y="3238"/>
                    </a:cubicBezTo>
                    <a:cubicBezTo>
                      <a:pt x="2219" y="3238"/>
                      <a:pt x="2235" y="3237"/>
                      <a:pt x="2247" y="3235"/>
                    </a:cubicBezTo>
                    <a:cubicBezTo>
                      <a:pt x="2370" y="3204"/>
                      <a:pt x="2444" y="3187"/>
                      <a:pt x="2515" y="3187"/>
                    </a:cubicBezTo>
                    <a:cubicBezTo>
                      <a:pt x="2596" y="3187"/>
                      <a:pt x="2673" y="3209"/>
                      <a:pt x="2813" y="3256"/>
                    </a:cubicBezTo>
                    <a:cubicBezTo>
                      <a:pt x="3042" y="3329"/>
                      <a:pt x="4567" y="3622"/>
                      <a:pt x="5575" y="3622"/>
                    </a:cubicBezTo>
                    <a:cubicBezTo>
                      <a:pt x="5721" y="3622"/>
                      <a:pt x="5857" y="3616"/>
                      <a:pt x="5976" y="3602"/>
                    </a:cubicBezTo>
                    <a:cubicBezTo>
                      <a:pt x="6919" y="3497"/>
                      <a:pt x="7023" y="2947"/>
                      <a:pt x="7071" y="2712"/>
                    </a:cubicBezTo>
                    <a:cubicBezTo>
                      <a:pt x="7133" y="2471"/>
                      <a:pt x="7133" y="1769"/>
                      <a:pt x="6830" y="1465"/>
                    </a:cubicBezTo>
                    <a:cubicBezTo>
                      <a:pt x="6547" y="1162"/>
                      <a:pt x="4887" y="659"/>
                      <a:pt x="4536" y="528"/>
                    </a:cubicBezTo>
                    <a:cubicBezTo>
                      <a:pt x="4190" y="376"/>
                      <a:pt x="4122" y="329"/>
                      <a:pt x="3709" y="135"/>
                    </a:cubicBezTo>
                    <a:cubicBezTo>
                      <a:pt x="3522" y="41"/>
                      <a:pt x="3010" y="16"/>
                      <a:pt x="2509" y="16"/>
                    </a:cubicBezTo>
                    <a:cubicBezTo>
                      <a:pt x="1954" y="16"/>
                      <a:pt x="1411" y="46"/>
                      <a:pt x="1331" y="46"/>
                    </a:cubicBezTo>
                    <a:cubicBezTo>
                      <a:pt x="1331" y="46"/>
                      <a:pt x="1193" y="1"/>
                      <a:pt x="100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Google Shape;557;p33">
                <a:extLst>
                  <a:ext uri="{FF2B5EF4-FFF2-40B4-BE49-F238E27FC236}">
                    <a16:creationId xmlns:a16="http://schemas.microsoft.com/office/drawing/2014/main" id="{D6965602-F513-518C-8FB1-6C5B37428C05}"/>
                  </a:ext>
                </a:extLst>
              </p:cNvPr>
              <p:cNvSpPr/>
              <p:nvPr/>
            </p:nvSpPr>
            <p:spPr>
              <a:xfrm>
                <a:off x="1866100" y="3950891"/>
                <a:ext cx="606240" cy="319217"/>
              </a:xfrm>
              <a:custGeom>
                <a:avLst/>
                <a:gdLst/>
                <a:ahLst/>
                <a:cxnLst/>
                <a:rect l="l" t="t" r="r" b="b"/>
                <a:pathLst>
                  <a:path w="7118" h="3748" extrusionOk="0">
                    <a:moveTo>
                      <a:pt x="938" y="110"/>
                    </a:moveTo>
                    <a:cubicBezTo>
                      <a:pt x="1116" y="110"/>
                      <a:pt x="1247" y="178"/>
                      <a:pt x="1247" y="178"/>
                    </a:cubicBezTo>
                    <a:lnTo>
                      <a:pt x="1268" y="178"/>
                    </a:lnTo>
                    <a:cubicBezTo>
                      <a:pt x="1357" y="157"/>
                      <a:pt x="1834" y="131"/>
                      <a:pt x="2357" y="131"/>
                    </a:cubicBezTo>
                    <a:cubicBezTo>
                      <a:pt x="2619" y="131"/>
                      <a:pt x="2902" y="131"/>
                      <a:pt x="3122" y="157"/>
                    </a:cubicBezTo>
                    <a:cubicBezTo>
                      <a:pt x="3342" y="178"/>
                      <a:pt x="3536" y="199"/>
                      <a:pt x="3625" y="241"/>
                    </a:cubicBezTo>
                    <a:cubicBezTo>
                      <a:pt x="4017" y="440"/>
                      <a:pt x="4106" y="482"/>
                      <a:pt x="4452" y="634"/>
                    </a:cubicBezTo>
                    <a:cubicBezTo>
                      <a:pt x="4630" y="702"/>
                      <a:pt x="5128" y="875"/>
                      <a:pt x="5630" y="1047"/>
                    </a:cubicBezTo>
                    <a:cubicBezTo>
                      <a:pt x="5871" y="1137"/>
                      <a:pt x="6112" y="1246"/>
                      <a:pt x="6306" y="1336"/>
                    </a:cubicBezTo>
                    <a:cubicBezTo>
                      <a:pt x="6526" y="1419"/>
                      <a:pt x="6678" y="1508"/>
                      <a:pt x="6725" y="1571"/>
                    </a:cubicBezTo>
                    <a:cubicBezTo>
                      <a:pt x="6856" y="1702"/>
                      <a:pt x="6940" y="1943"/>
                      <a:pt x="6960" y="2184"/>
                    </a:cubicBezTo>
                    <a:cubicBezTo>
                      <a:pt x="7008" y="2425"/>
                      <a:pt x="6987" y="2645"/>
                      <a:pt x="6960" y="2749"/>
                    </a:cubicBezTo>
                    <a:cubicBezTo>
                      <a:pt x="6940" y="2880"/>
                      <a:pt x="6898" y="3058"/>
                      <a:pt x="6746" y="3231"/>
                    </a:cubicBezTo>
                    <a:cubicBezTo>
                      <a:pt x="6615" y="3404"/>
                      <a:pt x="6374" y="3561"/>
                      <a:pt x="5913" y="3624"/>
                    </a:cubicBezTo>
                    <a:cubicBezTo>
                      <a:pt x="5814" y="3633"/>
                      <a:pt x="5702" y="3637"/>
                      <a:pt x="5581" y="3637"/>
                    </a:cubicBezTo>
                    <a:cubicBezTo>
                      <a:pt x="5146" y="3637"/>
                      <a:pt x="4592" y="3584"/>
                      <a:pt x="4080" y="3514"/>
                    </a:cubicBezTo>
                    <a:cubicBezTo>
                      <a:pt x="3776" y="3472"/>
                      <a:pt x="3473" y="3404"/>
                      <a:pt x="3232" y="3362"/>
                    </a:cubicBezTo>
                    <a:cubicBezTo>
                      <a:pt x="2991" y="3320"/>
                      <a:pt x="2818" y="3273"/>
                      <a:pt x="2771" y="3252"/>
                    </a:cubicBezTo>
                    <a:cubicBezTo>
                      <a:pt x="2640" y="3210"/>
                      <a:pt x="2559" y="3195"/>
                      <a:pt x="2475" y="3195"/>
                    </a:cubicBezTo>
                    <a:cubicBezTo>
                      <a:pt x="2391" y="3195"/>
                      <a:pt x="2305" y="3210"/>
                      <a:pt x="2163" y="3231"/>
                    </a:cubicBezTo>
                    <a:lnTo>
                      <a:pt x="2012" y="3231"/>
                    </a:lnTo>
                    <a:cubicBezTo>
                      <a:pt x="1944" y="3231"/>
                      <a:pt x="1855" y="3210"/>
                      <a:pt x="1771" y="3189"/>
                    </a:cubicBezTo>
                    <a:cubicBezTo>
                      <a:pt x="1572" y="3168"/>
                      <a:pt x="1331" y="3100"/>
                      <a:pt x="1095" y="3038"/>
                    </a:cubicBezTo>
                    <a:cubicBezTo>
                      <a:pt x="875" y="2969"/>
                      <a:pt x="655" y="2880"/>
                      <a:pt x="482" y="2797"/>
                    </a:cubicBezTo>
                    <a:cubicBezTo>
                      <a:pt x="393" y="2776"/>
                      <a:pt x="331" y="2729"/>
                      <a:pt x="283" y="2687"/>
                    </a:cubicBezTo>
                    <a:cubicBezTo>
                      <a:pt x="242" y="2666"/>
                      <a:pt x="221" y="2619"/>
                      <a:pt x="200" y="2619"/>
                    </a:cubicBezTo>
                    <a:cubicBezTo>
                      <a:pt x="179" y="2488"/>
                      <a:pt x="132" y="2011"/>
                      <a:pt x="132" y="1529"/>
                    </a:cubicBezTo>
                    <a:cubicBezTo>
                      <a:pt x="132" y="1288"/>
                      <a:pt x="132" y="1027"/>
                      <a:pt x="179" y="833"/>
                    </a:cubicBezTo>
                    <a:cubicBezTo>
                      <a:pt x="200" y="613"/>
                      <a:pt x="262" y="440"/>
                      <a:pt x="352" y="351"/>
                    </a:cubicBezTo>
                    <a:cubicBezTo>
                      <a:pt x="524" y="178"/>
                      <a:pt x="744" y="110"/>
                      <a:pt x="938" y="110"/>
                    </a:cubicBezTo>
                    <a:close/>
                    <a:moveTo>
                      <a:pt x="917" y="0"/>
                    </a:moveTo>
                    <a:cubicBezTo>
                      <a:pt x="723" y="0"/>
                      <a:pt x="462" y="68"/>
                      <a:pt x="262" y="288"/>
                    </a:cubicBezTo>
                    <a:cubicBezTo>
                      <a:pt x="153" y="393"/>
                      <a:pt x="90" y="592"/>
                      <a:pt x="69" y="812"/>
                    </a:cubicBezTo>
                    <a:cubicBezTo>
                      <a:pt x="22" y="1027"/>
                      <a:pt x="1" y="1288"/>
                      <a:pt x="1" y="1529"/>
                    </a:cubicBezTo>
                    <a:cubicBezTo>
                      <a:pt x="1" y="2011"/>
                      <a:pt x="69" y="2488"/>
                      <a:pt x="90" y="2645"/>
                    </a:cubicBezTo>
                    <a:cubicBezTo>
                      <a:pt x="111" y="2708"/>
                      <a:pt x="153" y="2749"/>
                      <a:pt x="221" y="2797"/>
                    </a:cubicBezTo>
                    <a:cubicBezTo>
                      <a:pt x="262" y="2818"/>
                      <a:pt x="352" y="2859"/>
                      <a:pt x="441" y="2907"/>
                    </a:cubicBezTo>
                    <a:cubicBezTo>
                      <a:pt x="613" y="2990"/>
                      <a:pt x="833" y="3079"/>
                      <a:pt x="1069" y="3142"/>
                    </a:cubicBezTo>
                    <a:cubicBezTo>
                      <a:pt x="1310" y="3210"/>
                      <a:pt x="1551" y="3273"/>
                      <a:pt x="1750" y="3299"/>
                    </a:cubicBezTo>
                    <a:cubicBezTo>
                      <a:pt x="1834" y="3320"/>
                      <a:pt x="1923" y="3341"/>
                      <a:pt x="2012" y="3341"/>
                    </a:cubicBezTo>
                    <a:cubicBezTo>
                      <a:pt x="2043" y="3352"/>
                      <a:pt x="2076" y="3357"/>
                      <a:pt x="2106" y="3357"/>
                    </a:cubicBezTo>
                    <a:cubicBezTo>
                      <a:pt x="2136" y="3357"/>
                      <a:pt x="2163" y="3352"/>
                      <a:pt x="2184" y="3341"/>
                    </a:cubicBezTo>
                    <a:cubicBezTo>
                      <a:pt x="2329" y="3320"/>
                      <a:pt x="2399" y="3303"/>
                      <a:pt x="2469" y="3303"/>
                    </a:cubicBezTo>
                    <a:cubicBezTo>
                      <a:pt x="2535" y="3303"/>
                      <a:pt x="2601" y="3319"/>
                      <a:pt x="2729" y="3362"/>
                    </a:cubicBezTo>
                    <a:cubicBezTo>
                      <a:pt x="2818" y="3404"/>
                      <a:pt x="2970" y="3430"/>
                      <a:pt x="3211" y="3472"/>
                    </a:cubicBezTo>
                    <a:cubicBezTo>
                      <a:pt x="3452" y="3535"/>
                      <a:pt x="3756" y="3582"/>
                      <a:pt x="4080" y="3624"/>
                    </a:cubicBezTo>
                    <a:cubicBezTo>
                      <a:pt x="4576" y="3694"/>
                      <a:pt x="5126" y="3747"/>
                      <a:pt x="5570" y="3747"/>
                    </a:cubicBezTo>
                    <a:cubicBezTo>
                      <a:pt x="5694" y="3747"/>
                      <a:pt x="5809" y="3743"/>
                      <a:pt x="5913" y="3734"/>
                    </a:cubicBezTo>
                    <a:cubicBezTo>
                      <a:pt x="6395" y="3666"/>
                      <a:pt x="6678" y="3493"/>
                      <a:pt x="6830" y="3299"/>
                    </a:cubicBezTo>
                    <a:cubicBezTo>
                      <a:pt x="7008" y="3100"/>
                      <a:pt x="7050" y="2907"/>
                      <a:pt x="7070" y="2776"/>
                    </a:cubicBezTo>
                    <a:cubicBezTo>
                      <a:pt x="7091" y="2645"/>
                      <a:pt x="7118" y="2425"/>
                      <a:pt x="7070" y="2163"/>
                    </a:cubicBezTo>
                    <a:cubicBezTo>
                      <a:pt x="7050" y="1922"/>
                      <a:pt x="6960" y="1660"/>
                      <a:pt x="6809" y="1487"/>
                    </a:cubicBezTo>
                    <a:cubicBezTo>
                      <a:pt x="6725" y="1398"/>
                      <a:pt x="6568" y="1309"/>
                      <a:pt x="6374" y="1226"/>
                    </a:cubicBezTo>
                    <a:cubicBezTo>
                      <a:pt x="6154" y="1137"/>
                      <a:pt x="5913" y="1027"/>
                      <a:pt x="5651" y="943"/>
                    </a:cubicBezTo>
                    <a:cubicBezTo>
                      <a:pt x="5175" y="765"/>
                      <a:pt x="4651" y="592"/>
                      <a:pt x="4499" y="524"/>
                    </a:cubicBezTo>
                    <a:cubicBezTo>
                      <a:pt x="4148" y="393"/>
                      <a:pt x="4080" y="330"/>
                      <a:pt x="3666" y="157"/>
                    </a:cubicBezTo>
                    <a:cubicBezTo>
                      <a:pt x="3557" y="89"/>
                      <a:pt x="3363" y="68"/>
                      <a:pt x="3122" y="47"/>
                    </a:cubicBezTo>
                    <a:cubicBezTo>
                      <a:pt x="2902" y="26"/>
                      <a:pt x="2619" y="26"/>
                      <a:pt x="2357" y="26"/>
                    </a:cubicBezTo>
                    <a:cubicBezTo>
                      <a:pt x="1834" y="26"/>
                      <a:pt x="1357" y="47"/>
                      <a:pt x="1268" y="68"/>
                    </a:cubicBezTo>
                    <a:cubicBezTo>
                      <a:pt x="1268" y="47"/>
                      <a:pt x="1116" y="0"/>
                      <a:pt x="917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Google Shape;558;p33">
                <a:extLst>
                  <a:ext uri="{FF2B5EF4-FFF2-40B4-BE49-F238E27FC236}">
                    <a16:creationId xmlns:a16="http://schemas.microsoft.com/office/drawing/2014/main" id="{71020C07-F3A6-1E50-4FF2-EA6D5F2CFA59}"/>
                  </a:ext>
                </a:extLst>
              </p:cNvPr>
              <p:cNvSpPr/>
              <p:nvPr/>
            </p:nvSpPr>
            <p:spPr>
              <a:xfrm>
                <a:off x="1884837" y="3895105"/>
                <a:ext cx="282424" cy="168637"/>
              </a:xfrm>
              <a:custGeom>
                <a:avLst/>
                <a:gdLst/>
                <a:ahLst/>
                <a:cxnLst/>
                <a:rect l="l" t="t" r="r" b="b"/>
                <a:pathLst>
                  <a:path w="3316" h="1980" extrusionOk="0">
                    <a:moveTo>
                      <a:pt x="3316" y="0"/>
                    </a:moveTo>
                    <a:lnTo>
                      <a:pt x="111" y="131"/>
                    </a:lnTo>
                    <a:lnTo>
                      <a:pt x="1" y="1268"/>
                    </a:lnTo>
                    <a:cubicBezTo>
                      <a:pt x="1" y="1268"/>
                      <a:pt x="173" y="1661"/>
                      <a:pt x="676" y="1901"/>
                    </a:cubicBezTo>
                    <a:cubicBezTo>
                      <a:pt x="797" y="1957"/>
                      <a:pt x="924" y="1980"/>
                      <a:pt x="1054" y="1980"/>
                    </a:cubicBezTo>
                    <a:cubicBezTo>
                      <a:pt x="1441" y="1980"/>
                      <a:pt x="1860" y="1774"/>
                      <a:pt x="2268" y="1598"/>
                    </a:cubicBezTo>
                    <a:cubicBezTo>
                      <a:pt x="2714" y="1393"/>
                      <a:pt x="3100" y="1377"/>
                      <a:pt x="3204" y="1377"/>
                    </a:cubicBezTo>
                    <a:cubicBezTo>
                      <a:pt x="3222" y="1377"/>
                      <a:pt x="3232" y="1378"/>
                      <a:pt x="3232" y="1378"/>
                    </a:cubicBezTo>
                    <a:lnTo>
                      <a:pt x="3316" y="0"/>
                    </a:lnTo>
                    <a:close/>
                  </a:path>
                </a:pathLst>
              </a:custGeom>
              <a:solidFill>
                <a:srgbClr val="FFEBD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Google Shape;559;p33">
                <a:extLst>
                  <a:ext uri="{FF2B5EF4-FFF2-40B4-BE49-F238E27FC236}">
                    <a16:creationId xmlns:a16="http://schemas.microsoft.com/office/drawing/2014/main" id="{5F34CDCB-F61F-0C25-F43F-0D641FA5A2CD}"/>
                  </a:ext>
                </a:extLst>
              </p:cNvPr>
              <p:cNvSpPr/>
              <p:nvPr/>
            </p:nvSpPr>
            <p:spPr>
              <a:xfrm>
                <a:off x="1881260" y="3891528"/>
                <a:ext cx="291792" cy="176387"/>
              </a:xfrm>
              <a:custGeom>
                <a:avLst/>
                <a:gdLst/>
                <a:ahLst/>
                <a:cxnLst/>
                <a:rect l="l" t="t" r="r" b="b"/>
                <a:pathLst>
                  <a:path w="3426" h="2071" extrusionOk="0">
                    <a:moveTo>
                      <a:pt x="3295" y="111"/>
                    </a:moveTo>
                    <a:lnTo>
                      <a:pt x="3227" y="1378"/>
                    </a:lnTo>
                    <a:cubicBezTo>
                      <a:pt x="3143" y="1378"/>
                      <a:pt x="2771" y="1378"/>
                      <a:pt x="2289" y="1593"/>
                    </a:cubicBezTo>
                    <a:cubicBezTo>
                      <a:pt x="2027" y="1703"/>
                      <a:pt x="1745" y="1834"/>
                      <a:pt x="1483" y="1902"/>
                    </a:cubicBezTo>
                    <a:cubicBezTo>
                      <a:pt x="1354" y="1933"/>
                      <a:pt x="1225" y="1953"/>
                      <a:pt x="1101" y="1953"/>
                    </a:cubicBezTo>
                    <a:cubicBezTo>
                      <a:pt x="973" y="1953"/>
                      <a:pt x="851" y="1931"/>
                      <a:pt x="739" y="1875"/>
                    </a:cubicBezTo>
                    <a:cubicBezTo>
                      <a:pt x="263" y="1661"/>
                      <a:pt x="105" y="1310"/>
                      <a:pt x="105" y="1289"/>
                    </a:cubicBezTo>
                    <a:lnTo>
                      <a:pt x="194" y="241"/>
                    </a:lnTo>
                    <a:lnTo>
                      <a:pt x="3295" y="111"/>
                    </a:lnTo>
                    <a:close/>
                    <a:moveTo>
                      <a:pt x="3358" y="1"/>
                    </a:moveTo>
                    <a:lnTo>
                      <a:pt x="84" y="132"/>
                    </a:lnTo>
                    <a:lnTo>
                      <a:pt x="1" y="1310"/>
                    </a:lnTo>
                    <a:lnTo>
                      <a:pt x="1" y="1331"/>
                    </a:lnTo>
                    <a:cubicBezTo>
                      <a:pt x="1" y="1331"/>
                      <a:pt x="174" y="1744"/>
                      <a:pt x="697" y="1985"/>
                    </a:cubicBezTo>
                    <a:cubicBezTo>
                      <a:pt x="835" y="2043"/>
                      <a:pt x="979" y="2071"/>
                      <a:pt x="1122" y="2071"/>
                    </a:cubicBezTo>
                    <a:cubicBezTo>
                      <a:pt x="1251" y="2071"/>
                      <a:pt x="1380" y="2049"/>
                      <a:pt x="1504" y="2006"/>
                    </a:cubicBezTo>
                    <a:cubicBezTo>
                      <a:pt x="1786" y="1943"/>
                      <a:pt x="2069" y="1813"/>
                      <a:pt x="2331" y="1682"/>
                    </a:cubicBezTo>
                    <a:cubicBezTo>
                      <a:pt x="2771" y="1497"/>
                      <a:pt x="3137" y="1482"/>
                      <a:pt x="3243" y="1482"/>
                    </a:cubicBezTo>
                    <a:cubicBezTo>
                      <a:pt x="3263" y="1482"/>
                      <a:pt x="3274" y="1483"/>
                      <a:pt x="3274" y="1483"/>
                    </a:cubicBezTo>
                    <a:lnTo>
                      <a:pt x="3337" y="1483"/>
                    </a:lnTo>
                    <a:lnTo>
                      <a:pt x="3426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Google Shape;560;p33">
                <a:extLst>
                  <a:ext uri="{FF2B5EF4-FFF2-40B4-BE49-F238E27FC236}">
                    <a16:creationId xmlns:a16="http://schemas.microsoft.com/office/drawing/2014/main" id="{92BDCE77-D29D-F64E-8222-686AFC094B72}"/>
                  </a:ext>
                </a:extLst>
              </p:cNvPr>
              <p:cNvSpPr/>
              <p:nvPr/>
            </p:nvSpPr>
            <p:spPr>
              <a:xfrm>
                <a:off x="1427650" y="4240805"/>
                <a:ext cx="583500" cy="155350"/>
              </a:xfrm>
              <a:custGeom>
                <a:avLst/>
                <a:gdLst/>
                <a:ahLst/>
                <a:cxnLst/>
                <a:rect l="l" t="t" r="r" b="b"/>
                <a:pathLst>
                  <a:path w="6851" h="1824" extrusionOk="0">
                    <a:moveTo>
                      <a:pt x="64" y="0"/>
                    </a:moveTo>
                    <a:cubicBezTo>
                      <a:pt x="64" y="0"/>
                      <a:pt x="1" y="393"/>
                      <a:pt x="111" y="550"/>
                    </a:cubicBezTo>
                    <a:cubicBezTo>
                      <a:pt x="242" y="681"/>
                      <a:pt x="1661" y="1309"/>
                      <a:pt x="1876" y="1309"/>
                    </a:cubicBezTo>
                    <a:cubicBezTo>
                      <a:pt x="1885" y="1310"/>
                      <a:pt x="1894" y="1311"/>
                      <a:pt x="1903" y="1311"/>
                    </a:cubicBezTo>
                    <a:cubicBezTo>
                      <a:pt x="2090" y="1311"/>
                      <a:pt x="2138" y="1072"/>
                      <a:pt x="2233" y="1072"/>
                    </a:cubicBezTo>
                    <a:cubicBezTo>
                      <a:pt x="2238" y="1072"/>
                      <a:pt x="2243" y="1073"/>
                      <a:pt x="2247" y="1074"/>
                    </a:cubicBezTo>
                    <a:cubicBezTo>
                      <a:pt x="2357" y="1074"/>
                      <a:pt x="4211" y="1728"/>
                      <a:pt x="5149" y="1812"/>
                    </a:cubicBezTo>
                    <a:cubicBezTo>
                      <a:pt x="5250" y="1820"/>
                      <a:pt x="5344" y="1823"/>
                      <a:pt x="5431" y="1823"/>
                    </a:cubicBezTo>
                    <a:cubicBezTo>
                      <a:pt x="6137" y="1823"/>
                      <a:pt x="6419" y="1596"/>
                      <a:pt x="6610" y="1419"/>
                    </a:cubicBezTo>
                    <a:cubicBezTo>
                      <a:pt x="6809" y="1246"/>
                      <a:pt x="6851" y="964"/>
                      <a:pt x="6851" y="964"/>
                    </a:cubicBezTo>
                    <a:lnTo>
                      <a:pt x="64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Google Shape;561;p33">
                <a:extLst>
                  <a:ext uri="{FF2B5EF4-FFF2-40B4-BE49-F238E27FC236}">
                    <a16:creationId xmlns:a16="http://schemas.microsoft.com/office/drawing/2014/main" id="{D84D5330-E275-0BDB-4FF9-BAC2A94668B0}"/>
                  </a:ext>
                </a:extLst>
              </p:cNvPr>
              <p:cNvSpPr/>
              <p:nvPr/>
            </p:nvSpPr>
            <p:spPr>
              <a:xfrm>
                <a:off x="1427650" y="4235439"/>
                <a:ext cx="589291" cy="165145"/>
              </a:xfrm>
              <a:custGeom>
                <a:avLst/>
                <a:gdLst/>
                <a:ahLst/>
                <a:cxnLst/>
                <a:rect l="l" t="t" r="r" b="b"/>
                <a:pathLst>
                  <a:path w="6919" h="1939" extrusionOk="0">
                    <a:moveTo>
                      <a:pt x="132" y="131"/>
                    </a:moveTo>
                    <a:lnTo>
                      <a:pt x="6767" y="1090"/>
                    </a:lnTo>
                    <a:cubicBezTo>
                      <a:pt x="6767" y="1137"/>
                      <a:pt x="6720" y="1309"/>
                      <a:pt x="6568" y="1461"/>
                    </a:cubicBezTo>
                    <a:cubicBezTo>
                      <a:pt x="6458" y="1550"/>
                      <a:pt x="6327" y="1660"/>
                      <a:pt x="6133" y="1723"/>
                    </a:cubicBezTo>
                    <a:cubicBezTo>
                      <a:pt x="5972" y="1789"/>
                      <a:pt x="5765" y="1829"/>
                      <a:pt x="5484" y="1829"/>
                    </a:cubicBezTo>
                    <a:cubicBezTo>
                      <a:pt x="5382" y="1829"/>
                      <a:pt x="5271" y="1823"/>
                      <a:pt x="5149" y="1812"/>
                    </a:cubicBezTo>
                    <a:cubicBezTo>
                      <a:pt x="4693" y="1765"/>
                      <a:pt x="3991" y="1592"/>
                      <a:pt x="3405" y="1419"/>
                    </a:cubicBezTo>
                    <a:cubicBezTo>
                      <a:pt x="3101" y="1330"/>
                      <a:pt x="2839" y="1241"/>
                      <a:pt x="2640" y="1179"/>
                    </a:cubicBezTo>
                    <a:cubicBezTo>
                      <a:pt x="2530" y="1158"/>
                      <a:pt x="2446" y="1137"/>
                      <a:pt x="2378" y="1110"/>
                    </a:cubicBezTo>
                    <a:cubicBezTo>
                      <a:pt x="2315" y="1090"/>
                      <a:pt x="2289" y="1069"/>
                      <a:pt x="2247" y="1069"/>
                    </a:cubicBezTo>
                    <a:cubicBezTo>
                      <a:pt x="2206" y="1069"/>
                      <a:pt x="2158" y="1090"/>
                      <a:pt x="2116" y="1137"/>
                    </a:cubicBezTo>
                    <a:cubicBezTo>
                      <a:pt x="2096" y="1158"/>
                      <a:pt x="2075" y="1179"/>
                      <a:pt x="2054" y="1220"/>
                    </a:cubicBezTo>
                    <a:cubicBezTo>
                      <a:pt x="2027" y="1241"/>
                      <a:pt x="2007" y="1289"/>
                      <a:pt x="1965" y="1289"/>
                    </a:cubicBezTo>
                    <a:cubicBezTo>
                      <a:pt x="1944" y="1309"/>
                      <a:pt x="1923" y="1330"/>
                      <a:pt x="1876" y="1330"/>
                    </a:cubicBezTo>
                    <a:cubicBezTo>
                      <a:pt x="1855" y="1330"/>
                      <a:pt x="1813" y="1309"/>
                      <a:pt x="1766" y="1289"/>
                    </a:cubicBezTo>
                    <a:cubicBezTo>
                      <a:pt x="1703" y="1268"/>
                      <a:pt x="1635" y="1241"/>
                      <a:pt x="1551" y="1220"/>
                    </a:cubicBezTo>
                    <a:cubicBezTo>
                      <a:pt x="1373" y="1158"/>
                      <a:pt x="1179" y="1069"/>
                      <a:pt x="980" y="980"/>
                    </a:cubicBezTo>
                    <a:cubicBezTo>
                      <a:pt x="786" y="896"/>
                      <a:pt x="587" y="807"/>
                      <a:pt x="435" y="744"/>
                    </a:cubicBezTo>
                    <a:cubicBezTo>
                      <a:pt x="373" y="697"/>
                      <a:pt x="305" y="655"/>
                      <a:pt x="242" y="634"/>
                    </a:cubicBezTo>
                    <a:cubicBezTo>
                      <a:pt x="195" y="587"/>
                      <a:pt x="174" y="566"/>
                      <a:pt x="153" y="566"/>
                    </a:cubicBezTo>
                    <a:cubicBezTo>
                      <a:pt x="132" y="524"/>
                      <a:pt x="111" y="393"/>
                      <a:pt x="111" y="283"/>
                    </a:cubicBezTo>
                    <a:cubicBezTo>
                      <a:pt x="111" y="194"/>
                      <a:pt x="111" y="152"/>
                      <a:pt x="132" y="131"/>
                    </a:cubicBezTo>
                    <a:close/>
                    <a:moveTo>
                      <a:pt x="22" y="0"/>
                    </a:moveTo>
                    <a:lnTo>
                      <a:pt x="22" y="42"/>
                    </a:lnTo>
                    <a:cubicBezTo>
                      <a:pt x="22" y="42"/>
                      <a:pt x="1" y="152"/>
                      <a:pt x="1" y="283"/>
                    </a:cubicBezTo>
                    <a:cubicBezTo>
                      <a:pt x="1" y="393"/>
                      <a:pt x="1" y="545"/>
                      <a:pt x="90" y="634"/>
                    </a:cubicBezTo>
                    <a:cubicBezTo>
                      <a:pt x="111" y="676"/>
                      <a:pt x="132" y="697"/>
                      <a:pt x="195" y="718"/>
                    </a:cubicBezTo>
                    <a:cubicBezTo>
                      <a:pt x="242" y="765"/>
                      <a:pt x="305" y="786"/>
                      <a:pt x="394" y="828"/>
                    </a:cubicBezTo>
                    <a:cubicBezTo>
                      <a:pt x="545" y="917"/>
                      <a:pt x="744" y="1006"/>
                      <a:pt x="938" y="1090"/>
                    </a:cubicBezTo>
                    <a:cubicBezTo>
                      <a:pt x="1137" y="1179"/>
                      <a:pt x="1331" y="1268"/>
                      <a:pt x="1504" y="1330"/>
                    </a:cubicBezTo>
                    <a:cubicBezTo>
                      <a:pt x="1593" y="1351"/>
                      <a:pt x="1661" y="1372"/>
                      <a:pt x="1724" y="1399"/>
                    </a:cubicBezTo>
                    <a:cubicBezTo>
                      <a:pt x="1792" y="1419"/>
                      <a:pt x="1834" y="1440"/>
                      <a:pt x="1876" y="1440"/>
                    </a:cubicBezTo>
                    <a:cubicBezTo>
                      <a:pt x="1944" y="1440"/>
                      <a:pt x="1986" y="1419"/>
                      <a:pt x="2027" y="1399"/>
                    </a:cubicBezTo>
                    <a:cubicBezTo>
                      <a:pt x="2075" y="1351"/>
                      <a:pt x="2116" y="1330"/>
                      <a:pt x="2137" y="1289"/>
                    </a:cubicBezTo>
                    <a:cubicBezTo>
                      <a:pt x="2158" y="1268"/>
                      <a:pt x="2185" y="1220"/>
                      <a:pt x="2206" y="1200"/>
                    </a:cubicBezTo>
                    <a:cubicBezTo>
                      <a:pt x="2226" y="1179"/>
                      <a:pt x="2226" y="1179"/>
                      <a:pt x="2247" y="1179"/>
                    </a:cubicBezTo>
                    <a:cubicBezTo>
                      <a:pt x="2226" y="1179"/>
                      <a:pt x="2289" y="1200"/>
                      <a:pt x="2357" y="1220"/>
                    </a:cubicBezTo>
                    <a:cubicBezTo>
                      <a:pt x="2399" y="1241"/>
                      <a:pt x="2488" y="1268"/>
                      <a:pt x="2598" y="1289"/>
                    </a:cubicBezTo>
                    <a:cubicBezTo>
                      <a:pt x="2792" y="1351"/>
                      <a:pt x="3075" y="1440"/>
                      <a:pt x="3384" y="1529"/>
                    </a:cubicBezTo>
                    <a:cubicBezTo>
                      <a:pt x="3970" y="1702"/>
                      <a:pt x="4672" y="1875"/>
                      <a:pt x="5149" y="1922"/>
                    </a:cubicBezTo>
                    <a:cubicBezTo>
                      <a:pt x="5271" y="1933"/>
                      <a:pt x="5384" y="1939"/>
                      <a:pt x="5487" y="1939"/>
                    </a:cubicBezTo>
                    <a:cubicBezTo>
                      <a:pt x="5774" y="1939"/>
                      <a:pt x="5993" y="1899"/>
                      <a:pt x="6154" y="1833"/>
                    </a:cubicBezTo>
                    <a:cubicBezTo>
                      <a:pt x="6395" y="1744"/>
                      <a:pt x="6547" y="1634"/>
                      <a:pt x="6636" y="1529"/>
                    </a:cubicBezTo>
                    <a:cubicBezTo>
                      <a:pt x="6851" y="1330"/>
                      <a:pt x="6919" y="1048"/>
                      <a:pt x="6919" y="1048"/>
                    </a:cubicBezTo>
                    <a:lnTo>
                      <a:pt x="6919" y="980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Google Shape;562;p33">
                <a:extLst>
                  <a:ext uri="{FF2B5EF4-FFF2-40B4-BE49-F238E27FC236}">
                    <a16:creationId xmlns:a16="http://schemas.microsoft.com/office/drawing/2014/main" id="{871D3DF6-BC0E-C313-F76B-A1E32E02225D}"/>
                  </a:ext>
                </a:extLst>
              </p:cNvPr>
              <p:cNvSpPr/>
              <p:nvPr/>
            </p:nvSpPr>
            <p:spPr>
              <a:xfrm>
                <a:off x="1431228" y="4028905"/>
                <a:ext cx="595083" cy="351582"/>
              </a:xfrm>
              <a:custGeom>
                <a:avLst/>
                <a:gdLst/>
                <a:ahLst/>
                <a:cxnLst/>
                <a:rect l="l" t="t" r="r" b="b"/>
                <a:pathLst>
                  <a:path w="6987" h="4128" extrusionOk="0">
                    <a:moveTo>
                      <a:pt x="961" y="0"/>
                    </a:moveTo>
                    <a:cubicBezTo>
                      <a:pt x="788" y="0"/>
                      <a:pt x="588" y="45"/>
                      <a:pt x="414" y="200"/>
                    </a:cubicBezTo>
                    <a:cubicBezTo>
                      <a:pt x="1" y="571"/>
                      <a:pt x="1" y="2184"/>
                      <a:pt x="22" y="2467"/>
                    </a:cubicBezTo>
                    <a:cubicBezTo>
                      <a:pt x="47" y="2741"/>
                      <a:pt x="1580" y="3344"/>
                      <a:pt x="1934" y="3344"/>
                    </a:cubicBezTo>
                    <a:cubicBezTo>
                      <a:pt x="1945" y="3344"/>
                      <a:pt x="1956" y="3343"/>
                      <a:pt x="1965" y="3342"/>
                    </a:cubicBezTo>
                    <a:cubicBezTo>
                      <a:pt x="2050" y="3335"/>
                      <a:pt x="2115" y="3331"/>
                      <a:pt x="2169" y="3331"/>
                    </a:cubicBezTo>
                    <a:cubicBezTo>
                      <a:pt x="2294" y="3331"/>
                      <a:pt x="2368" y="3354"/>
                      <a:pt x="2535" y="3431"/>
                    </a:cubicBezTo>
                    <a:cubicBezTo>
                      <a:pt x="2767" y="3559"/>
                      <a:pt x="4626" y="4128"/>
                      <a:pt x="5580" y="4128"/>
                    </a:cubicBezTo>
                    <a:cubicBezTo>
                      <a:pt x="5597" y="4128"/>
                      <a:pt x="5614" y="4128"/>
                      <a:pt x="5630" y="4127"/>
                    </a:cubicBezTo>
                    <a:cubicBezTo>
                      <a:pt x="6594" y="4127"/>
                      <a:pt x="6767" y="3583"/>
                      <a:pt x="6830" y="3342"/>
                    </a:cubicBezTo>
                    <a:cubicBezTo>
                      <a:pt x="6919" y="3122"/>
                      <a:pt x="6987" y="2425"/>
                      <a:pt x="6725" y="2095"/>
                    </a:cubicBezTo>
                    <a:cubicBezTo>
                      <a:pt x="6463" y="1750"/>
                      <a:pt x="4866" y="1074"/>
                      <a:pt x="4541" y="896"/>
                    </a:cubicBezTo>
                    <a:cubicBezTo>
                      <a:pt x="4211" y="723"/>
                      <a:pt x="4148" y="655"/>
                      <a:pt x="3756" y="440"/>
                    </a:cubicBezTo>
                    <a:cubicBezTo>
                      <a:pt x="3384" y="200"/>
                      <a:pt x="1551" y="90"/>
                      <a:pt x="1399" y="90"/>
                    </a:cubicBezTo>
                    <a:cubicBezTo>
                      <a:pt x="1399" y="90"/>
                      <a:pt x="1206" y="0"/>
                      <a:pt x="96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Google Shape;563;p33">
                <a:extLst>
                  <a:ext uri="{FF2B5EF4-FFF2-40B4-BE49-F238E27FC236}">
                    <a16:creationId xmlns:a16="http://schemas.microsoft.com/office/drawing/2014/main" id="{42C1EE16-A724-76B8-9BDE-242EFB7F3D5D}"/>
                  </a:ext>
                </a:extLst>
              </p:cNvPr>
              <p:cNvSpPr/>
              <p:nvPr/>
            </p:nvSpPr>
            <p:spPr>
              <a:xfrm>
                <a:off x="1427650" y="4024817"/>
                <a:ext cx="596446" cy="361036"/>
              </a:xfrm>
              <a:custGeom>
                <a:avLst/>
                <a:gdLst/>
                <a:ahLst/>
                <a:cxnLst/>
                <a:rect l="l" t="t" r="r" b="b"/>
                <a:pathLst>
                  <a:path w="7003" h="4239" extrusionOk="0">
                    <a:moveTo>
                      <a:pt x="993" y="110"/>
                    </a:moveTo>
                    <a:cubicBezTo>
                      <a:pt x="1033" y="110"/>
                      <a:pt x="1073" y="112"/>
                      <a:pt x="1111" y="117"/>
                    </a:cubicBezTo>
                    <a:cubicBezTo>
                      <a:pt x="1289" y="138"/>
                      <a:pt x="1420" y="206"/>
                      <a:pt x="1420" y="206"/>
                    </a:cubicBezTo>
                    <a:lnTo>
                      <a:pt x="1441" y="206"/>
                    </a:lnTo>
                    <a:cubicBezTo>
                      <a:pt x="1504" y="206"/>
                      <a:pt x="2007" y="227"/>
                      <a:pt x="2530" y="289"/>
                    </a:cubicBezTo>
                    <a:cubicBezTo>
                      <a:pt x="2792" y="310"/>
                      <a:pt x="3054" y="337"/>
                      <a:pt x="3274" y="378"/>
                    </a:cubicBezTo>
                    <a:cubicBezTo>
                      <a:pt x="3515" y="420"/>
                      <a:pt x="3688" y="488"/>
                      <a:pt x="3777" y="530"/>
                    </a:cubicBezTo>
                    <a:cubicBezTo>
                      <a:pt x="4148" y="771"/>
                      <a:pt x="4232" y="813"/>
                      <a:pt x="4562" y="991"/>
                    </a:cubicBezTo>
                    <a:cubicBezTo>
                      <a:pt x="4735" y="1096"/>
                      <a:pt x="5196" y="1295"/>
                      <a:pt x="5672" y="1536"/>
                    </a:cubicBezTo>
                    <a:cubicBezTo>
                      <a:pt x="5913" y="1667"/>
                      <a:pt x="6154" y="1777"/>
                      <a:pt x="6327" y="1881"/>
                    </a:cubicBezTo>
                    <a:cubicBezTo>
                      <a:pt x="6526" y="1991"/>
                      <a:pt x="6678" y="2101"/>
                      <a:pt x="6720" y="2170"/>
                    </a:cubicBezTo>
                    <a:cubicBezTo>
                      <a:pt x="6830" y="2321"/>
                      <a:pt x="6872" y="2583"/>
                      <a:pt x="6898" y="2824"/>
                    </a:cubicBezTo>
                    <a:cubicBezTo>
                      <a:pt x="6898" y="3039"/>
                      <a:pt x="6851" y="3280"/>
                      <a:pt x="6830" y="3369"/>
                    </a:cubicBezTo>
                    <a:cubicBezTo>
                      <a:pt x="6788" y="3500"/>
                      <a:pt x="6720" y="3673"/>
                      <a:pt x="6568" y="3824"/>
                    </a:cubicBezTo>
                    <a:cubicBezTo>
                      <a:pt x="6395" y="3976"/>
                      <a:pt x="6154" y="4133"/>
                      <a:pt x="5672" y="4133"/>
                    </a:cubicBezTo>
                    <a:cubicBezTo>
                      <a:pt x="5238" y="4133"/>
                      <a:pt x="4515" y="3976"/>
                      <a:pt x="3887" y="3824"/>
                    </a:cubicBezTo>
                    <a:cubicBezTo>
                      <a:pt x="3578" y="3741"/>
                      <a:pt x="3274" y="3652"/>
                      <a:pt x="3054" y="3583"/>
                    </a:cubicBezTo>
                    <a:cubicBezTo>
                      <a:pt x="2813" y="3521"/>
                      <a:pt x="2661" y="3453"/>
                      <a:pt x="2598" y="3432"/>
                    </a:cubicBezTo>
                    <a:cubicBezTo>
                      <a:pt x="2436" y="3358"/>
                      <a:pt x="2343" y="3333"/>
                      <a:pt x="2220" y="3333"/>
                    </a:cubicBezTo>
                    <a:cubicBezTo>
                      <a:pt x="2160" y="3333"/>
                      <a:pt x="2092" y="3339"/>
                      <a:pt x="2007" y="3348"/>
                    </a:cubicBezTo>
                    <a:cubicBezTo>
                      <a:pt x="1986" y="3348"/>
                      <a:pt x="1923" y="3348"/>
                      <a:pt x="1855" y="3322"/>
                    </a:cubicBezTo>
                    <a:cubicBezTo>
                      <a:pt x="1792" y="3301"/>
                      <a:pt x="1703" y="3280"/>
                      <a:pt x="1614" y="3259"/>
                    </a:cubicBezTo>
                    <a:cubicBezTo>
                      <a:pt x="1420" y="3191"/>
                      <a:pt x="1179" y="3107"/>
                      <a:pt x="959" y="3018"/>
                    </a:cubicBezTo>
                    <a:cubicBezTo>
                      <a:pt x="744" y="2929"/>
                      <a:pt x="524" y="2824"/>
                      <a:pt x="373" y="2735"/>
                    </a:cubicBezTo>
                    <a:cubicBezTo>
                      <a:pt x="284" y="2693"/>
                      <a:pt x="221" y="2646"/>
                      <a:pt x="174" y="2604"/>
                    </a:cubicBezTo>
                    <a:cubicBezTo>
                      <a:pt x="132" y="2562"/>
                      <a:pt x="132" y="2515"/>
                      <a:pt x="132" y="2515"/>
                    </a:cubicBezTo>
                    <a:cubicBezTo>
                      <a:pt x="111" y="2384"/>
                      <a:pt x="111" y="1908"/>
                      <a:pt x="153" y="1426"/>
                    </a:cubicBezTo>
                    <a:cubicBezTo>
                      <a:pt x="174" y="1185"/>
                      <a:pt x="221" y="944"/>
                      <a:pt x="284" y="729"/>
                    </a:cubicBezTo>
                    <a:cubicBezTo>
                      <a:pt x="325" y="530"/>
                      <a:pt x="414" y="378"/>
                      <a:pt x="504" y="289"/>
                    </a:cubicBezTo>
                    <a:cubicBezTo>
                      <a:pt x="659" y="151"/>
                      <a:pt x="831" y="110"/>
                      <a:pt x="993" y="110"/>
                    </a:cubicBezTo>
                    <a:close/>
                    <a:moveTo>
                      <a:pt x="993" y="0"/>
                    </a:moveTo>
                    <a:cubicBezTo>
                      <a:pt x="819" y="0"/>
                      <a:pt x="613" y="45"/>
                      <a:pt x="435" y="206"/>
                    </a:cubicBezTo>
                    <a:cubicBezTo>
                      <a:pt x="305" y="310"/>
                      <a:pt x="242" y="488"/>
                      <a:pt x="174" y="703"/>
                    </a:cubicBezTo>
                    <a:cubicBezTo>
                      <a:pt x="111" y="923"/>
                      <a:pt x="64" y="1164"/>
                      <a:pt x="43" y="1405"/>
                    </a:cubicBezTo>
                    <a:cubicBezTo>
                      <a:pt x="1" y="1908"/>
                      <a:pt x="1" y="2363"/>
                      <a:pt x="1" y="2536"/>
                    </a:cubicBezTo>
                    <a:cubicBezTo>
                      <a:pt x="22" y="2583"/>
                      <a:pt x="64" y="2646"/>
                      <a:pt x="111" y="2693"/>
                    </a:cubicBezTo>
                    <a:cubicBezTo>
                      <a:pt x="153" y="2735"/>
                      <a:pt x="242" y="2777"/>
                      <a:pt x="305" y="2824"/>
                    </a:cubicBezTo>
                    <a:cubicBezTo>
                      <a:pt x="483" y="2929"/>
                      <a:pt x="697" y="3039"/>
                      <a:pt x="917" y="3128"/>
                    </a:cubicBezTo>
                    <a:cubicBezTo>
                      <a:pt x="1158" y="3217"/>
                      <a:pt x="1373" y="3301"/>
                      <a:pt x="1572" y="3369"/>
                    </a:cubicBezTo>
                    <a:cubicBezTo>
                      <a:pt x="1682" y="3390"/>
                      <a:pt x="1766" y="3411"/>
                      <a:pt x="1834" y="3432"/>
                    </a:cubicBezTo>
                    <a:cubicBezTo>
                      <a:pt x="1897" y="3453"/>
                      <a:pt x="1965" y="3453"/>
                      <a:pt x="2007" y="3453"/>
                    </a:cubicBezTo>
                    <a:cubicBezTo>
                      <a:pt x="2112" y="3445"/>
                      <a:pt x="2181" y="3437"/>
                      <a:pt x="2239" y="3437"/>
                    </a:cubicBezTo>
                    <a:cubicBezTo>
                      <a:pt x="2338" y="3437"/>
                      <a:pt x="2403" y="3459"/>
                      <a:pt x="2551" y="3542"/>
                    </a:cubicBezTo>
                    <a:cubicBezTo>
                      <a:pt x="2619" y="3563"/>
                      <a:pt x="2792" y="3631"/>
                      <a:pt x="3012" y="3693"/>
                    </a:cubicBezTo>
                    <a:cubicBezTo>
                      <a:pt x="3253" y="3762"/>
                      <a:pt x="3536" y="3845"/>
                      <a:pt x="3860" y="3934"/>
                    </a:cubicBezTo>
                    <a:cubicBezTo>
                      <a:pt x="4494" y="4086"/>
                      <a:pt x="5196" y="4238"/>
                      <a:pt x="5693" y="4238"/>
                    </a:cubicBezTo>
                    <a:cubicBezTo>
                      <a:pt x="6175" y="4238"/>
                      <a:pt x="6458" y="4086"/>
                      <a:pt x="6636" y="3913"/>
                    </a:cubicBezTo>
                    <a:cubicBezTo>
                      <a:pt x="6830" y="3741"/>
                      <a:pt x="6898" y="3521"/>
                      <a:pt x="6940" y="3411"/>
                    </a:cubicBezTo>
                    <a:cubicBezTo>
                      <a:pt x="6961" y="3280"/>
                      <a:pt x="7003" y="3060"/>
                      <a:pt x="7003" y="2798"/>
                    </a:cubicBezTo>
                    <a:cubicBezTo>
                      <a:pt x="7003" y="2562"/>
                      <a:pt x="6961" y="2300"/>
                      <a:pt x="6809" y="2101"/>
                    </a:cubicBezTo>
                    <a:cubicBezTo>
                      <a:pt x="6741" y="2012"/>
                      <a:pt x="6589" y="1908"/>
                      <a:pt x="6395" y="1798"/>
                    </a:cubicBezTo>
                    <a:cubicBezTo>
                      <a:pt x="6196" y="1667"/>
                      <a:pt x="5955" y="1557"/>
                      <a:pt x="5719" y="1426"/>
                    </a:cubicBezTo>
                    <a:cubicBezTo>
                      <a:pt x="5259" y="1206"/>
                      <a:pt x="4756" y="991"/>
                      <a:pt x="4604" y="902"/>
                    </a:cubicBezTo>
                    <a:cubicBezTo>
                      <a:pt x="4279" y="729"/>
                      <a:pt x="4211" y="661"/>
                      <a:pt x="3839" y="420"/>
                    </a:cubicBezTo>
                    <a:cubicBezTo>
                      <a:pt x="3729" y="358"/>
                      <a:pt x="3536" y="310"/>
                      <a:pt x="3295" y="269"/>
                    </a:cubicBezTo>
                    <a:cubicBezTo>
                      <a:pt x="3075" y="227"/>
                      <a:pt x="2813" y="206"/>
                      <a:pt x="2551" y="159"/>
                    </a:cubicBezTo>
                    <a:cubicBezTo>
                      <a:pt x="2027" y="117"/>
                      <a:pt x="1530" y="96"/>
                      <a:pt x="1462" y="96"/>
                    </a:cubicBezTo>
                    <a:cubicBezTo>
                      <a:pt x="1441" y="75"/>
                      <a:pt x="1310" y="28"/>
                      <a:pt x="1111" y="7"/>
                    </a:cubicBezTo>
                    <a:cubicBezTo>
                      <a:pt x="1074" y="3"/>
                      <a:pt x="1035" y="0"/>
                      <a:pt x="993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Google Shape;564;p33">
                <a:extLst>
                  <a:ext uri="{FF2B5EF4-FFF2-40B4-BE49-F238E27FC236}">
                    <a16:creationId xmlns:a16="http://schemas.microsoft.com/office/drawing/2014/main" id="{B5320B0D-D440-44E5-0B7A-1398DEA55DD2}"/>
                  </a:ext>
                </a:extLst>
              </p:cNvPr>
              <p:cNvSpPr/>
              <p:nvPr/>
            </p:nvSpPr>
            <p:spPr>
              <a:xfrm>
                <a:off x="1496382" y="3966051"/>
                <a:ext cx="275269" cy="175706"/>
              </a:xfrm>
              <a:custGeom>
                <a:avLst/>
                <a:gdLst/>
                <a:ahLst/>
                <a:cxnLst/>
                <a:rect l="l" t="t" r="r" b="b"/>
                <a:pathLst>
                  <a:path w="3232" h="2063" extrusionOk="0">
                    <a:moveTo>
                      <a:pt x="372" y="0"/>
                    </a:moveTo>
                    <a:lnTo>
                      <a:pt x="0" y="1131"/>
                    </a:lnTo>
                    <a:cubicBezTo>
                      <a:pt x="0" y="1131"/>
                      <a:pt x="199" y="1571"/>
                      <a:pt x="1090" y="1896"/>
                    </a:cubicBezTo>
                    <a:cubicBezTo>
                      <a:pt x="1436" y="2023"/>
                      <a:pt x="1798" y="2063"/>
                      <a:pt x="2113" y="2063"/>
                    </a:cubicBezTo>
                    <a:cubicBezTo>
                      <a:pt x="2612" y="2063"/>
                      <a:pt x="2991" y="1964"/>
                      <a:pt x="2991" y="1964"/>
                    </a:cubicBezTo>
                    <a:lnTo>
                      <a:pt x="3231" y="828"/>
                    </a:lnTo>
                    <a:lnTo>
                      <a:pt x="372" y="0"/>
                    </a:lnTo>
                    <a:close/>
                  </a:path>
                </a:pathLst>
              </a:custGeom>
              <a:solidFill>
                <a:srgbClr val="FFEBD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Google Shape;565;p33">
                <a:extLst>
                  <a:ext uri="{FF2B5EF4-FFF2-40B4-BE49-F238E27FC236}">
                    <a16:creationId xmlns:a16="http://schemas.microsoft.com/office/drawing/2014/main" id="{FDF27A60-22E7-7D87-BD66-8C780949D22A}"/>
                  </a:ext>
                </a:extLst>
              </p:cNvPr>
              <p:cNvSpPr/>
              <p:nvPr/>
            </p:nvSpPr>
            <p:spPr>
              <a:xfrm>
                <a:off x="1492805" y="3960259"/>
                <a:ext cx="284212" cy="186948"/>
              </a:xfrm>
              <a:custGeom>
                <a:avLst/>
                <a:gdLst/>
                <a:ahLst/>
                <a:cxnLst/>
                <a:rect l="l" t="t" r="r" b="b"/>
                <a:pathLst>
                  <a:path w="3337" h="2195" extrusionOk="0">
                    <a:moveTo>
                      <a:pt x="456" y="131"/>
                    </a:moveTo>
                    <a:lnTo>
                      <a:pt x="3205" y="937"/>
                    </a:lnTo>
                    <a:lnTo>
                      <a:pt x="2991" y="1985"/>
                    </a:lnTo>
                    <a:cubicBezTo>
                      <a:pt x="2950" y="2000"/>
                      <a:pt x="2609" y="2083"/>
                      <a:pt x="2160" y="2083"/>
                    </a:cubicBezTo>
                    <a:cubicBezTo>
                      <a:pt x="1855" y="2083"/>
                      <a:pt x="1501" y="2045"/>
                      <a:pt x="1158" y="1922"/>
                    </a:cubicBezTo>
                    <a:cubicBezTo>
                      <a:pt x="718" y="1770"/>
                      <a:pt x="456" y="1571"/>
                      <a:pt x="304" y="1419"/>
                    </a:cubicBezTo>
                    <a:cubicBezTo>
                      <a:pt x="152" y="1288"/>
                      <a:pt x="110" y="1199"/>
                      <a:pt x="110" y="1199"/>
                    </a:cubicBezTo>
                    <a:lnTo>
                      <a:pt x="456" y="131"/>
                    </a:lnTo>
                    <a:close/>
                    <a:moveTo>
                      <a:pt x="372" y="0"/>
                    </a:moveTo>
                    <a:lnTo>
                      <a:pt x="372" y="47"/>
                    </a:lnTo>
                    <a:lnTo>
                      <a:pt x="0" y="1199"/>
                    </a:lnTo>
                    <a:lnTo>
                      <a:pt x="0" y="1226"/>
                    </a:lnTo>
                    <a:cubicBezTo>
                      <a:pt x="0" y="1226"/>
                      <a:pt x="42" y="1356"/>
                      <a:pt x="215" y="1508"/>
                    </a:cubicBezTo>
                    <a:cubicBezTo>
                      <a:pt x="372" y="1660"/>
                      <a:pt x="655" y="1854"/>
                      <a:pt x="1111" y="2032"/>
                    </a:cubicBezTo>
                    <a:cubicBezTo>
                      <a:pt x="1461" y="2156"/>
                      <a:pt x="1825" y="2195"/>
                      <a:pt x="2141" y="2195"/>
                    </a:cubicBezTo>
                    <a:cubicBezTo>
                      <a:pt x="2649" y="2195"/>
                      <a:pt x="3033" y="2095"/>
                      <a:pt x="3033" y="2095"/>
                    </a:cubicBezTo>
                    <a:lnTo>
                      <a:pt x="3074" y="2074"/>
                    </a:lnTo>
                    <a:lnTo>
                      <a:pt x="3336" y="854"/>
                    </a:lnTo>
                    <a:lnTo>
                      <a:pt x="372" y="0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Google Shape;566;p33">
                <a:extLst>
                  <a:ext uri="{FF2B5EF4-FFF2-40B4-BE49-F238E27FC236}">
                    <a16:creationId xmlns:a16="http://schemas.microsoft.com/office/drawing/2014/main" id="{CA848682-DA1E-EF6B-FDD3-6EFCEC2394CC}"/>
                  </a:ext>
                </a:extLst>
              </p:cNvPr>
              <p:cNvSpPr/>
              <p:nvPr/>
            </p:nvSpPr>
            <p:spPr>
              <a:xfrm>
                <a:off x="2072634" y="3968521"/>
                <a:ext cx="390334" cy="194273"/>
              </a:xfrm>
              <a:custGeom>
                <a:avLst/>
                <a:gdLst/>
                <a:ahLst/>
                <a:cxnLst/>
                <a:rect l="l" t="t" r="r" b="b"/>
                <a:pathLst>
                  <a:path w="4583" h="2281" extrusionOk="0">
                    <a:moveTo>
                      <a:pt x="978" y="1"/>
                    </a:moveTo>
                    <a:cubicBezTo>
                      <a:pt x="637" y="1"/>
                      <a:pt x="301" y="130"/>
                      <a:pt x="194" y="474"/>
                    </a:cubicBezTo>
                    <a:cubicBezTo>
                      <a:pt x="0" y="1060"/>
                      <a:pt x="477" y="1542"/>
                      <a:pt x="938" y="1736"/>
                    </a:cubicBezTo>
                    <a:cubicBezTo>
                      <a:pt x="1372" y="1956"/>
                      <a:pt x="3095" y="2260"/>
                      <a:pt x="3577" y="2281"/>
                    </a:cubicBezTo>
                    <a:cubicBezTo>
                      <a:pt x="4080" y="2281"/>
                      <a:pt x="4583" y="1825"/>
                      <a:pt x="4363" y="1411"/>
                    </a:cubicBezTo>
                    <a:cubicBezTo>
                      <a:pt x="4143" y="998"/>
                      <a:pt x="2488" y="537"/>
                      <a:pt x="2247" y="427"/>
                    </a:cubicBezTo>
                    <a:cubicBezTo>
                      <a:pt x="1985" y="296"/>
                      <a:pt x="1592" y="144"/>
                      <a:pt x="1592" y="144"/>
                    </a:cubicBezTo>
                    <a:cubicBezTo>
                      <a:pt x="1428" y="57"/>
                      <a:pt x="1202" y="1"/>
                      <a:pt x="97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Google Shape;567;p33">
                <a:extLst>
                  <a:ext uri="{FF2B5EF4-FFF2-40B4-BE49-F238E27FC236}">
                    <a16:creationId xmlns:a16="http://schemas.microsoft.com/office/drawing/2014/main" id="{106853E9-3B8A-9593-3B88-BE37E0BFD046}"/>
                  </a:ext>
                </a:extLst>
              </p:cNvPr>
              <p:cNvSpPr/>
              <p:nvPr/>
            </p:nvSpPr>
            <p:spPr>
              <a:xfrm>
                <a:off x="1336690" y="2795237"/>
                <a:ext cx="957226" cy="114936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3495" extrusionOk="0">
                    <a:moveTo>
                      <a:pt x="3729" y="0"/>
                    </a:moveTo>
                    <a:lnTo>
                      <a:pt x="456" y="241"/>
                    </a:lnTo>
                    <a:cubicBezTo>
                      <a:pt x="456" y="241"/>
                      <a:pt x="0" y="2310"/>
                      <a:pt x="1132" y="3818"/>
                    </a:cubicBezTo>
                    <a:cubicBezTo>
                      <a:pt x="2268" y="5300"/>
                      <a:pt x="2467" y="5300"/>
                      <a:pt x="3666" y="6740"/>
                    </a:cubicBezTo>
                    <a:cubicBezTo>
                      <a:pt x="4866" y="8180"/>
                      <a:pt x="5258" y="13203"/>
                      <a:pt x="5258" y="13203"/>
                    </a:cubicBezTo>
                    <a:cubicBezTo>
                      <a:pt x="6169" y="13418"/>
                      <a:pt x="7028" y="13494"/>
                      <a:pt x="7788" y="13494"/>
                    </a:cubicBezTo>
                    <a:cubicBezTo>
                      <a:pt x="9630" y="13494"/>
                      <a:pt x="10888" y="13045"/>
                      <a:pt x="10888" y="13045"/>
                    </a:cubicBezTo>
                    <a:cubicBezTo>
                      <a:pt x="10888" y="13045"/>
                      <a:pt x="11239" y="8097"/>
                      <a:pt x="10013" y="5106"/>
                    </a:cubicBezTo>
                    <a:cubicBezTo>
                      <a:pt x="8772" y="2137"/>
                      <a:pt x="5258" y="2268"/>
                      <a:pt x="4342" y="2095"/>
                    </a:cubicBezTo>
                    <a:cubicBezTo>
                      <a:pt x="3425" y="1917"/>
                      <a:pt x="3729" y="0"/>
                      <a:pt x="372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Google Shape;568;p33">
                <a:extLst>
                  <a:ext uri="{FF2B5EF4-FFF2-40B4-BE49-F238E27FC236}">
                    <a16:creationId xmlns:a16="http://schemas.microsoft.com/office/drawing/2014/main" id="{F223FFBC-2C22-6DEB-E15B-BB2E30F7A084}"/>
                  </a:ext>
                </a:extLst>
              </p:cNvPr>
              <p:cNvSpPr/>
              <p:nvPr/>
            </p:nvSpPr>
            <p:spPr>
              <a:xfrm>
                <a:off x="2076212" y="3963666"/>
                <a:ext cx="382754" cy="204919"/>
              </a:xfrm>
              <a:custGeom>
                <a:avLst/>
                <a:gdLst/>
                <a:ahLst/>
                <a:cxnLst/>
                <a:rect l="l" t="t" r="r" b="b"/>
                <a:pathLst>
                  <a:path w="4494" h="2406" extrusionOk="0">
                    <a:moveTo>
                      <a:pt x="942" y="123"/>
                    </a:moveTo>
                    <a:cubicBezTo>
                      <a:pt x="1155" y="123"/>
                      <a:pt x="1374" y="183"/>
                      <a:pt x="1529" y="269"/>
                    </a:cubicBezTo>
                    <a:cubicBezTo>
                      <a:pt x="1529" y="269"/>
                      <a:pt x="1922" y="421"/>
                      <a:pt x="2184" y="531"/>
                    </a:cubicBezTo>
                    <a:cubicBezTo>
                      <a:pt x="2247" y="573"/>
                      <a:pt x="2399" y="615"/>
                      <a:pt x="2577" y="683"/>
                    </a:cubicBezTo>
                    <a:cubicBezTo>
                      <a:pt x="2771" y="746"/>
                      <a:pt x="3011" y="835"/>
                      <a:pt x="3252" y="924"/>
                    </a:cubicBezTo>
                    <a:cubicBezTo>
                      <a:pt x="3493" y="1007"/>
                      <a:pt x="3708" y="1096"/>
                      <a:pt x="3907" y="1206"/>
                    </a:cubicBezTo>
                    <a:cubicBezTo>
                      <a:pt x="4080" y="1316"/>
                      <a:pt x="4232" y="1400"/>
                      <a:pt x="4279" y="1489"/>
                    </a:cubicBezTo>
                    <a:cubicBezTo>
                      <a:pt x="4363" y="1683"/>
                      <a:pt x="4300" y="1861"/>
                      <a:pt x="4148" y="2013"/>
                    </a:cubicBezTo>
                    <a:cubicBezTo>
                      <a:pt x="4028" y="2172"/>
                      <a:pt x="3815" y="2277"/>
                      <a:pt x="3594" y="2277"/>
                    </a:cubicBezTo>
                    <a:cubicBezTo>
                      <a:pt x="3575" y="2277"/>
                      <a:pt x="3555" y="2277"/>
                      <a:pt x="3535" y="2275"/>
                    </a:cubicBezTo>
                    <a:cubicBezTo>
                      <a:pt x="3294" y="2275"/>
                      <a:pt x="2750" y="2186"/>
                      <a:pt x="2205" y="2076"/>
                    </a:cubicBezTo>
                    <a:cubicBezTo>
                      <a:pt x="1660" y="1971"/>
                      <a:pt x="1116" y="1840"/>
                      <a:pt x="917" y="1751"/>
                    </a:cubicBezTo>
                    <a:cubicBezTo>
                      <a:pt x="697" y="1641"/>
                      <a:pt x="482" y="1489"/>
                      <a:pt x="330" y="1269"/>
                    </a:cubicBezTo>
                    <a:cubicBezTo>
                      <a:pt x="173" y="1076"/>
                      <a:pt x="110" y="835"/>
                      <a:pt x="199" y="552"/>
                    </a:cubicBezTo>
                    <a:cubicBezTo>
                      <a:pt x="283" y="290"/>
                      <a:pt x="503" y="159"/>
                      <a:pt x="765" y="138"/>
                    </a:cubicBezTo>
                    <a:cubicBezTo>
                      <a:pt x="822" y="128"/>
                      <a:pt x="882" y="123"/>
                      <a:pt x="942" y="123"/>
                    </a:cubicBezTo>
                    <a:close/>
                    <a:moveTo>
                      <a:pt x="916" y="0"/>
                    </a:moveTo>
                    <a:cubicBezTo>
                      <a:pt x="865" y="0"/>
                      <a:pt x="815" y="3"/>
                      <a:pt x="765" y="7"/>
                    </a:cubicBezTo>
                    <a:cubicBezTo>
                      <a:pt x="461" y="49"/>
                      <a:pt x="199" y="201"/>
                      <a:pt x="89" y="531"/>
                    </a:cubicBezTo>
                    <a:cubicBezTo>
                      <a:pt x="0" y="835"/>
                      <a:pt x="68" y="1117"/>
                      <a:pt x="241" y="1337"/>
                    </a:cubicBezTo>
                    <a:cubicBezTo>
                      <a:pt x="393" y="1578"/>
                      <a:pt x="634" y="1751"/>
                      <a:pt x="875" y="1861"/>
                    </a:cubicBezTo>
                    <a:cubicBezTo>
                      <a:pt x="1116" y="1971"/>
                      <a:pt x="1639" y="2102"/>
                      <a:pt x="2184" y="2186"/>
                    </a:cubicBezTo>
                    <a:cubicBezTo>
                      <a:pt x="2729" y="2296"/>
                      <a:pt x="3273" y="2385"/>
                      <a:pt x="3535" y="2406"/>
                    </a:cubicBezTo>
                    <a:cubicBezTo>
                      <a:pt x="3797" y="2406"/>
                      <a:pt x="4059" y="2275"/>
                      <a:pt x="4232" y="2102"/>
                    </a:cubicBezTo>
                    <a:cubicBezTo>
                      <a:pt x="4410" y="1924"/>
                      <a:pt x="4493" y="1662"/>
                      <a:pt x="4363" y="1447"/>
                    </a:cubicBezTo>
                    <a:cubicBezTo>
                      <a:pt x="4300" y="1316"/>
                      <a:pt x="4148" y="1206"/>
                      <a:pt x="3949" y="1096"/>
                    </a:cubicBezTo>
                    <a:cubicBezTo>
                      <a:pt x="3755" y="1007"/>
                      <a:pt x="3535" y="897"/>
                      <a:pt x="3294" y="814"/>
                    </a:cubicBezTo>
                    <a:cubicBezTo>
                      <a:pt x="3053" y="725"/>
                      <a:pt x="2818" y="636"/>
                      <a:pt x="2619" y="573"/>
                    </a:cubicBezTo>
                    <a:cubicBezTo>
                      <a:pt x="2425" y="505"/>
                      <a:pt x="2268" y="463"/>
                      <a:pt x="2226" y="421"/>
                    </a:cubicBezTo>
                    <a:cubicBezTo>
                      <a:pt x="1964" y="311"/>
                      <a:pt x="1571" y="159"/>
                      <a:pt x="1571" y="159"/>
                    </a:cubicBezTo>
                    <a:cubicBezTo>
                      <a:pt x="1390" y="51"/>
                      <a:pt x="1152" y="0"/>
                      <a:pt x="916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Google Shape;569;p33">
                <a:extLst>
                  <a:ext uri="{FF2B5EF4-FFF2-40B4-BE49-F238E27FC236}">
                    <a16:creationId xmlns:a16="http://schemas.microsoft.com/office/drawing/2014/main" id="{4DF67A14-D1A9-11B5-D393-D7E9151DFADF}"/>
                  </a:ext>
                </a:extLst>
              </p:cNvPr>
              <p:cNvSpPr/>
              <p:nvPr/>
            </p:nvSpPr>
            <p:spPr>
              <a:xfrm>
                <a:off x="1330899" y="2789445"/>
                <a:ext cx="944280" cy="1158993"/>
              </a:xfrm>
              <a:custGeom>
                <a:avLst/>
                <a:gdLst/>
                <a:ahLst/>
                <a:cxnLst/>
                <a:rect l="l" t="t" r="r" b="b"/>
                <a:pathLst>
                  <a:path w="11087" h="13608" extrusionOk="0">
                    <a:moveTo>
                      <a:pt x="3734" y="131"/>
                    </a:moveTo>
                    <a:cubicBezTo>
                      <a:pt x="3734" y="178"/>
                      <a:pt x="3666" y="571"/>
                      <a:pt x="3687" y="1048"/>
                    </a:cubicBezTo>
                    <a:cubicBezTo>
                      <a:pt x="3713" y="1309"/>
                      <a:pt x="3755" y="1571"/>
                      <a:pt x="3865" y="1791"/>
                    </a:cubicBezTo>
                    <a:cubicBezTo>
                      <a:pt x="3975" y="2011"/>
                      <a:pt x="4148" y="2184"/>
                      <a:pt x="4389" y="2226"/>
                    </a:cubicBezTo>
                    <a:cubicBezTo>
                      <a:pt x="5347" y="2404"/>
                      <a:pt x="8819" y="2247"/>
                      <a:pt x="10019" y="5195"/>
                    </a:cubicBezTo>
                    <a:cubicBezTo>
                      <a:pt x="10626" y="6677"/>
                      <a:pt x="10846" y="8662"/>
                      <a:pt x="10914" y="10280"/>
                    </a:cubicBezTo>
                    <a:cubicBezTo>
                      <a:pt x="10977" y="11851"/>
                      <a:pt x="10888" y="13030"/>
                      <a:pt x="10888" y="13072"/>
                    </a:cubicBezTo>
                    <a:cubicBezTo>
                      <a:pt x="10844" y="13086"/>
                      <a:pt x="9650" y="13504"/>
                      <a:pt x="7872" y="13504"/>
                    </a:cubicBezTo>
                    <a:cubicBezTo>
                      <a:pt x="7126" y="13504"/>
                      <a:pt x="6278" y="13431"/>
                      <a:pt x="5368" y="13223"/>
                    </a:cubicBezTo>
                    <a:cubicBezTo>
                      <a:pt x="5368" y="13181"/>
                      <a:pt x="5284" y="11982"/>
                      <a:pt x="5023" y="10563"/>
                    </a:cubicBezTo>
                    <a:cubicBezTo>
                      <a:pt x="4782" y="9144"/>
                      <a:pt x="4389" y="7531"/>
                      <a:pt x="3776" y="6766"/>
                    </a:cubicBezTo>
                    <a:cubicBezTo>
                      <a:pt x="2577" y="5326"/>
                      <a:pt x="2378" y="5347"/>
                      <a:pt x="1247" y="3844"/>
                    </a:cubicBezTo>
                    <a:cubicBezTo>
                      <a:pt x="152" y="2378"/>
                      <a:pt x="571" y="440"/>
                      <a:pt x="592" y="372"/>
                    </a:cubicBezTo>
                    <a:lnTo>
                      <a:pt x="3734" y="131"/>
                    </a:lnTo>
                    <a:close/>
                    <a:moveTo>
                      <a:pt x="3865" y="0"/>
                    </a:moveTo>
                    <a:lnTo>
                      <a:pt x="482" y="262"/>
                    </a:lnTo>
                    <a:lnTo>
                      <a:pt x="482" y="309"/>
                    </a:lnTo>
                    <a:cubicBezTo>
                      <a:pt x="482" y="309"/>
                      <a:pt x="0" y="2378"/>
                      <a:pt x="1158" y="3907"/>
                    </a:cubicBezTo>
                    <a:cubicBezTo>
                      <a:pt x="2294" y="5415"/>
                      <a:pt x="2488" y="5389"/>
                      <a:pt x="3687" y="6855"/>
                    </a:cubicBezTo>
                    <a:cubicBezTo>
                      <a:pt x="4279" y="7552"/>
                      <a:pt x="4672" y="9165"/>
                      <a:pt x="4913" y="10584"/>
                    </a:cubicBezTo>
                    <a:cubicBezTo>
                      <a:pt x="5174" y="12024"/>
                      <a:pt x="5258" y="13271"/>
                      <a:pt x="5258" y="13271"/>
                    </a:cubicBezTo>
                    <a:lnTo>
                      <a:pt x="5258" y="13312"/>
                    </a:lnTo>
                    <a:lnTo>
                      <a:pt x="5305" y="13312"/>
                    </a:lnTo>
                    <a:cubicBezTo>
                      <a:pt x="6233" y="13531"/>
                      <a:pt x="7103" y="13608"/>
                      <a:pt x="7869" y="13608"/>
                    </a:cubicBezTo>
                    <a:cubicBezTo>
                      <a:pt x="9714" y="13608"/>
                      <a:pt x="10956" y="13161"/>
                      <a:pt x="10956" y="13161"/>
                    </a:cubicBezTo>
                    <a:lnTo>
                      <a:pt x="10998" y="13161"/>
                    </a:lnTo>
                    <a:lnTo>
                      <a:pt x="10998" y="13113"/>
                    </a:lnTo>
                    <a:cubicBezTo>
                      <a:pt x="10998" y="13113"/>
                      <a:pt x="11087" y="11872"/>
                      <a:pt x="11019" y="10259"/>
                    </a:cubicBezTo>
                    <a:cubicBezTo>
                      <a:pt x="10956" y="8641"/>
                      <a:pt x="10736" y="6656"/>
                      <a:pt x="10129" y="5153"/>
                    </a:cubicBezTo>
                    <a:cubicBezTo>
                      <a:pt x="8882" y="2142"/>
                      <a:pt x="5305" y="2273"/>
                      <a:pt x="4410" y="2095"/>
                    </a:cubicBezTo>
                    <a:cubicBezTo>
                      <a:pt x="4190" y="2074"/>
                      <a:pt x="4059" y="1943"/>
                      <a:pt x="3975" y="1749"/>
                    </a:cubicBezTo>
                    <a:cubicBezTo>
                      <a:pt x="3865" y="1550"/>
                      <a:pt x="3818" y="1288"/>
                      <a:pt x="3797" y="1048"/>
                    </a:cubicBezTo>
                    <a:cubicBezTo>
                      <a:pt x="3776" y="545"/>
                      <a:pt x="3844" y="68"/>
                      <a:pt x="3844" y="68"/>
                    </a:cubicBezTo>
                    <a:lnTo>
                      <a:pt x="3865" y="0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Google Shape;570;p33">
                <a:extLst>
                  <a:ext uri="{FF2B5EF4-FFF2-40B4-BE49-F238E27FC236}">
                    <a16:creationId xmlns:a16="http://schemas.microsoft.com/office/drawing/2014/main" id="{0D2DA1C3-1F44-9FDF-14AB-19687F9B1A4B}"/>
                  </a:ext>
                </a:extLst>
              </p:cNvPr>
              <p:cNvSpPr/>
              <p:nvPr/>
            </p:nvSpPr>
            <p:spPr>
              <a:xfrm>
                <a:off x="1104349" y="2878617"/>
                <a:ext cx="921965" cy="1183948"/>
              </a:xfrm>
              <a:custGeom>
                <a:avLst/>
                <a:gdLst/>
                <a:ahLst/>
                <a:cxnLst/>
                <a:rect l="l" t="t" r="r" b="b"/>
                <a:pathLst>
                  <a:path w="10825" h="13901" extrusionOk="0">
                    <a:moveTo>
                      <a:pt x="4802" y="1"/>
                    </a:moveTo>
                    <a:lnTo>
                      <a:pt x="1026" y="545"/>
                    </a:lnTo>
                    <a:cubicBezTo>
                      <a:pt x="1026" y="545"/>
                      <a:pt x="63" y="1441"/>
                      <a:pt x="21" y="2949"/>
                    </a:cubicBezTo>
                    <a:cubicBezTo>
                      <a:pt x="0" y="4452"/>
                      <a:pt x="587" y="5829"/>
                      <a:pt x="2289" y="6133"/>
                    </a:cubicBezTo>
                    <a:cubicBezTo>
                      <a:pt x="2820" y="6234"/>
                      <a:pt x="3324" y="6270"/>
                      <a:pt x="3767" y="6270"/>
                    </a:cubicBezTo>
                    <a:cubicBezTo>
                      <a:pt x="4766" y="6270"/>
                      <a:pt x="5457" y="6091"/>
                      <a:pt x="5457" y="6091"/>
                    </a:cubicBezTo>
                    <a:lnTo>
                      <a:pt x="5457" y="6091"/>
                    </a:lnTo>
                    <a:lnTo>
                      <a:pt x="3556" y="12789"/>
                    </a:lnTo>
                    <a:cubicBezTo>
                      <a:pt x="3556" y="12789"/>
                      <a:pt x="4320" y="13507"/>
                      <a:pt x="6216" y="13836"/>
                    </a:cubicBezTo>
                    <a:cubicBezTo>
                      <a:pt x="6502" y="13882"/>
                      <a:pt x="6761" y="13901"/>
                      <a:pt x="6994" y="13901"/>
                    </a:cubicBezTo>
                    <a:cubicBezTo>
                      <a:pt x="8330" y="13901"/>
                      <a:pt x="8835" y="13271"/>
                      <a:pt x="8835" y="13271"/>
                    </a:cubicBezTo>
                    <a:cubicBezTo>
                      <a:pt x="8835" y="13271"/>
                      <a:pt x="10322" y="7421"/>
                      <a:pt x="10584" y="5546"/>
                    </a:cubicBezTo>
                    <a:cubicBezTo>
                      <a:pt x="10825" y="3666"/>
                      <a:pt x="10081" y="2425"/>
                      <a:pt x="8924" y="2142"/>
                    </a:cubicBezTo>
                    <a:cubicBezTo>
                      <a:pt x="7773" y="1861"/>
                      <a:pt x="5873" y="1440"/>
                      <a:pt x="5336" y="1440"/>
                    </a:cubicBezTo>
                    <a:cubicBezTo>
                      <a:pt x="5323" y="1440"/>
                      <a:pt x="5311" y="1440"/>
                      <a:pt x="5300" y="1441"/>
                    </a:cubicBezTo>
                    <a:cubicBezTo>
                      <a:pt x="5296" y="1441"/>
                      <a:pt x="5293" y="1441"/>
                      <a:pt x="5290" y="1441"/>
                    </a:cubicBezTo>
                    <a:cubicBezTo>
                      <a:pt x="4823" y="1441"/>
                      <a:pt x="4802" y="1"/>
                      <a:pt x="480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Google Shape;571;p33">
                <a:extLst>
                  <a:ext uri="{FF2B5EF4-FFF2-40B4-BE49-F238E27FC236}">
                    <a16:creationId xmlns:a16="http://schemas.microsoft.com/office/drawing/2014/main" id="{1F5B3144-A5E3-98F1-8A0C-8F7276CEDAB1}"/>
                  </a:ext>
                </a:extLst>
              </p:cNvPr>
              <p:cNvSpPr/>
              <p:nvPr/>
            </p:nvSpPr>
            <p:spPr>
              <a:xfrm>
                <a:off x="1100772" y="2873251"/>
                <a:ext cx="919751" cy="1194083"/>
              </a:xfrm>
              <a:custGeom>
                <a:avLst/>
                <a:gdLst/>
                <a:ahLst/>
                <a:cxnLst/>
                <a:rect l="l" t="t" r="r" b="b"/>
                <a:pathLst>
                  <a:path w="10799" h="14020" extrusionOk="0">
                    <a:moveTo>
                      <a:pt x="4797" y="132"/>
                    </a:moveTo>
                    <a:cubicBezTo>
                      <a:pt x="4797" y="194"/>
                      <a:pt x="4797" y="456"/>
                      <a:pt x="4865" y="807"/>
                    </a:cubicBezTo>
                    <a:cubicBezTo>
                      <a:pt x="4886" y="980"/>
                      <a:pt x="4949" y="1179"/>
                      <a:pt x="5017" y="1310"/>
                    </a:cubicBezTo>
                    <a:cubicBezTo>
                      <a:pt x="5059" y="1394"/>
                      <a:pt x="5106" y="1441"/>
                      <a:pt x="5148" y="1483"/>
                    </a:cubicBezTo>
                    <a:cubicBezTo>
                      <a:pt x="5211" y="1551"/>
                      <a:pt x="5279" y="1572"/>
                      <a:pt x="5342" y="1572"/>
                    </a:cubicBezTo>
                    <a:cubicBezTo>
                      <a:pt x="5362" y="1568"/>
                      <a:pt x="5386" y="1566"/>
                      <a:pt x="5413" y="1566"/>
                    </a:cubicBezTo>
                    <a:cubicBezTo>
                      <a:pt x="5534" y="1566"/>
                      <a:pt x="5720" y="1600"/>
                      <a:pt x="5934" y="1635"/>
                    </a:cubicBezTo>
                    <a:cubicBezTo>
                      <a:pt x="6195" y="1656"/>
                      <a:pt x="6520" y="1724"/>
                      <a:pt x="6871" y="1813"/>
                    </a:cubicBezTo>
                    <a:cubicBezTo>
                      <a:pt x="7567" y="1944"/>
                      <a:pt x="8353" y="2116"/>
                      <a:pt x="8945" y="2268"/>
                    </a:cubicBezTo>
                    <a:cubicBezTo>
                      <a:pt x="9510" y="2399"/>
                      <a:pt x="9971" y="2771"/>
                      <a:pt x="10275" y="3337"/>
                    </a:cubicBezTo>
                    <a:cubicBezTo>
                      <a:pt x="10558" y="3907"/>
                      <a:pt x="10689" y="4667"/>
                      <a:pt x="10558" y="5609"/>
                    </a:cubicBezTo>
                    <a:cubicBezTo>
                      <a:pt x="10317" y="7463"/>
                      <a:pt x="8856" y="13287"/>
                      <a:pt x="8835" y="13308"/>
                    </a:cubicBezTo>
                    <a:cubicBezTo>
                      <a:pt x="8835" y="13308"/>
                      <a:pt x="8683" y="13507"/>
                      <a:pt x="8269" y="13680"/>
                    </a:cubicBezTo>
                    <a:cubicBezTo>
                      <a:pt x="8000" y="13802"/>
                      <a:pt x="7607" y="13902"/>
                      <a:pt x="7084" y="13902"/>
                    </a:cubicBezTo>
                    <a:cubicBezTo>
                      <a:pt x="6845" y="13902"/>
                      <a:pt x="6579" y="13881"/>
                      <a:pt x="6284" y="13831"/>
                    </a:cubicBezTo>
                    <a:cubicBezTo>
                      <a:pt x="5321" y="13680"/>
                      <a:pt x="4666" y="13418"/>
                      <a:pt x="4232" y="13203"/>
                    </a:cubicBezTo>
                    <a:cubicBezTo>
                      <a:pt x="3839" y="12983"/>
                      <a:pt x="3687" y="12831"/>
                      <a:pt x="3666" y="12831"/>
                    </a:cubicBezTo>
                    <a:lnTo>
                      <a:pt x="5583" y="6065"/>
                    </a:lnTo>
                    <a:lnTo>
                      <a:pt x="5473" y="6086"/>
                    </a:lnTo>
                    <a:cubicBezTo>
                      <a:pt x="5473" y="6086"/>
                      <a:pt x="4760" y="6273"/>
                      <a:pt x="3737" y="6273"/>
                    </a:cubicBezTo>
                    <a:cubicBezTo>
                      <a:pt x="3320" y="6273"/>
                      <a:pt x="2850" y="6242"/>
                      <a:pt x="2357" y="6154"/>
                    </a:cubicBezTo>
                    <a:cubicBezTo>
                      <a:pt x="1503" y="5976"/>
                      <a:pt x="938" y="5583"/>
                      <a:pt x="587" y="5018"/>
                    </a:cubicBezTo>
                    <a:cubicBezTo>
                      <a:pt x="236" y="4452"/>
                      <a:pt x="105" y="3750"/>
                      <a:pt x="131" y="3012"/>
                    </a:cubicBezTo>
                    <a:cubicBezTo>
                      <a:pt x="173" y="1551"/>
                      <a:pt x="1068" y="697"/>
                      <a:pt x="1089" y="676"/>
                    </a:cubicBezTo>
                    <a:lnTo>
                      <a:pt x="4797" y="132"/>
                    </a:lnTo>
                    <a:close/>
                    <a:moveTo>
                      <a:pt x="4907" y="1"/>
                    </a:moveTo>
                    <a:lnTo>
                      <a:pt x="1021" y="566"/>
                    </a:lnTo>
                    <a:lnTo>
                      <a:pt x="1021" y="587"/>
                    </a:lnTo>
                    <a:cubicBezTo>
                      <a:pt x="1021" y="587"/>
                      <a:pt x="42" y="1483"/>
                      <a:pt x="21" y="3012"/>
                    </a:cubicBezTo>
                    <a:cubicBezTo>
                      <a:pt x="0" y="3777"/>
                      <a:pt x="131" y="4494"/>
                      <a:pt x="498" y="5086"/>
                    </a:cubicBezTo>
                    <a:cubicBezTo>
                      <a:pt x="869" y="5651"/>
                      <a:pt x="1461" y="6086"/>
                      <a:pt x="2331" y="6264"/>
                    </a:cubicBezTo>
                    <a:cubicBezTo>
                      <a:pt x="2842" y="6359"/>
                      <a:pt x="3322" y="6392"/>
                      <a:pt x="3744" y="6392"/>
                    </a:cubicBezTo>
                    <a:cubicBezTo>
                      <a:pt x="4674" y="6392"/>
                      <a:pt x="5326" y="6231"/>
                      <a:pt x="5431" y="6217"/>
                    </a:cubicBezTo>
                    <a:lnTo>
                      <a:pt x="5431" y="6217"/>
                    </a:lnTo>
                    <a:lnTo>
                      <a:pt x="3535" y="12852"/>
                    </a:lnTo>
                    <a:lnTo>
                      <a:pt x="3556" y="12873"/>
                    </a:lnTo>
                    <a:cubicBezTo>
                      <a:pt x="3556" y="12873"/>
                      <a:pt x="3750" y="13072"/>
                      <a:pt x="4190" y="13287"/>
                    </a:cubicBezTo>
                    <a:cubicBezTo>
                      <a:pt x="4624" y="13528"/>
                      <a:pt x="5300" y="13790"/>
                      <a:pt x="6258" y="13941"/>
                    </a:cubicBezTo>
                    <a:cubicBezTo>
                      <a:pt x="6559" y="13997"/>
                      <a:pt x="6832" y="14020"/>
                      <a:pt x="7077" y="14020"/>
                    </a:cubicBezTo>
                    <a:cubicBezTo>
                      <a:pt x="7618" y="14020"/>
                      <a:pt x="8026" y="13908"/>
                      <a:pt x="8311" y="13790"/>
                    </a:cubicBezTo>
                    <a:cubicBezTo>
                      <a:pt x="8746" y="13617"/>
                      <a:pt x="8924" y="13376"/>
                      <a:pt x="8924" y="13376"/>
                    </a:cubicBezTo>
                    <a:lnTo>
                      <a:pt x="8945" y="13376"/>
                    </a:lnTo>
                    <a:lnTo>
                      <a:pt x="8945" y="13355"/>
                    </a:lnTo>
                    <a:cubicBezTo>
                      <a:pt x="8945" y="13355"/>
                      <a:pt x="10427" y="7505"/>
                      <a:pt x="10668" y="5630"/>
                    </a:cubicBezTo>
                    <a:cubicBezTo>
                      <a:pt x="10799" y="4667"/>
                      <a:pt x="10668" y="3881"/>
                      <a:pt x="10364" y="3274"/>
                    </a:cubicBezTo>
                    <a:cubicBezTo>
                      <a:pt x="10055" y="2682"/>
                      <a:pt x="9578" y="2289"/>
                      <a:pt x="8966" y="2158"/>
                    </a:cubicBezTo>
                    <a:cubicBezTo>
                      <a:pt x="8379" y="2006"/>
                      <a:pt x="7594" y="1834"/>
                      <a:pt x="6892" y="1682"/>
                    </a:cubicBezTo>
                    <a:cubicBezTo>
                      <a:pt x="6546" y="1614"/>
                      <a:pt x="6216" y="1551"/>
                      <a:pt x="5954" y="1504"/>
                    </a:cubicBezTo>
                    <a:cubicBezTo>
                      <a:pt x="5672" y="1462"/>
                      <a:pt x="5473" y="1441"/>
                      <a:pt x="5342" y="1441"/>
                    </a:cubicBezTo>
                    <a:cubicBezTo>
                      <a:pt x="5331" y="1446"/>
                      <a:pt x="5320" y="1449"/>
                      <a:pt x="5309" y="1449"/>
                    </a:cubicBezTo>
                    <a:cubicBezTo>
                      <a:pt x="5277" y="1449"/>
                      <a:pt x="5246" y="1428"/>
                      <a:pt x="5211" y="1394"/>
                    </a:cubicBezTo>
                    <a:cubicBezTo>
                      <a:pt x="5190" y="1373"/>
                      <a:pt x="5148" y="1331"/>
                      <a:pt x="5127" y="1263"/>
                    </a:cubicBezTo>
                    <a:cubicBezTo>
                      <a:pt x="5059" y="1132"/>
                      <a:pt x="4996" y="959"/>
                      <a:pt x="4975" y="786"/>
                    </a:cubicBezTo>
                    <a:cubicBezTo>
                      <a:pt x="4907" y="435"/>
                      <a:pt x="4907" y="64"/>
                      <a:pt x="4907" y="64"/>
                    </a:cubicBezTo>
                    <a:lnTo>
                      <a:pt x="4907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Google Shape;572;p33">
                <a:extLst>
                  <a:ext uri="{FF2B5EF4-FFF2-40B4-BE49-F238E27FC236}">
                    <a16:creationId xmlns:a16="http://schemas.microsoft.com/office/drawing/2014/main" id="{D9E49FE1-A2F3-E5BC-BD39-67063B7D2D63}"/>
                  </a:ext>
                </a:extLst>
              </p:cNvPr>
              <p:cNvSpPr/>
              <p:nvPr/>
            </p:nvSpPr>
            <p:spPr>
              <a:xfrm>
                <a:off x="1639551" y="4063143"/>
                <a:ext cx="378155" cy="219398"/>
              </a:xfrm>
              <a:custGeom>
                <a:avLst/>
                <a:gdLst/>
                <a:ahLst/>
                <a:cxnLst/>
                <a:rect l="l" t="t" r="r" b="b"/>
                <a:pathLst>
                  <a:path w="4440" h="2576" extrusionOk="0">
                    <a:moveTo>
                      <a:pt x="927" y="1"/>
                    </a:moveTo>
                    <a:cubicBezTo>
                      <a:pt x="639" y="1"/>
                      <a:pt x="367" y="113"/>
                      <a:pt x="241" y="410"/>
                    </a:cubicBezTo>
                    <a:cubicBezTo>
                      <a:pt x="0" y="976"/>
                      <a:pt x="414" y="1500"/>
                      <a:pt x="828" y="1740"/>
                    </a:cubicBezTo>
                    <a:cubicBezTo>
                      <a:pt x="1268" y="2002"/>
                      <a:pt x="2922" y="2505"/>
                      <a:pt x="3404" y="2568"/>
                    </a:cubicBezTo>
                    <a:cubicBezTo>
                      <a:pt x="3441" y="2573"/>
                      <a:pt x="3477" y="2575"/>
                      <a:pt x="3514" y="2575"/>
                    </a:cubicBezTo>
                    <a:cubicBezTo>
                      <a:pt x="3982" y="2575"/>
                      <a:pt x="4439" y="2186"/>
                      <a:pt x="4279" y="1782"/>
                    </a:cubicBezTo>
                    <a:cubicBezTo>
                      <a:pt x="4101" y="1348"/>
                      <a:pt x="2509" y="714"/>
                      <a:pt x="2268" y="562"/>
                    </a:cubicBezTo>
                    <a:cubicBezTo>
                      <a:pt x="2053" y="431"/>
                      <a:pt x="1660" y="232"/>
                      <a:pt x="1660" y="232"/>
                    </a:cubicBezTo>
                    <a:cubicBezTo>
                      <a:pt x="1472" y="97"/>
                      <a:pt x="1193" y="1"/>
                      <a:pt x="927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Google Shape;573;p33">
                <a:extLst>
                  <a:ext uri="{FF2B5EF4-FFF2-40B4-BE49-F238E27FC236}">
                    <a16:creationId xmlns:a16="http://schemas.microsoft.com/office/drawing/2014/main" id="{4A727F19-8982-E009-3763-99F6F72C56F6}"/>
                  </a:ext>
                </a:extLst>
              </p:cNvPr>
              <p:cNvSpPr/>
              <p:nvPr/>
            </p:nvSpPr>
            <p:spPr>
              <a:xfrm>
                <a:off x="1643128" y="4058799"/>
                <a:ext cx="373811" cy="227745"/>
              </a:xfrm>
              <a:custGeom>
                <a:avLst/>
                <a:gdLst/>
                <a:ahLst/>
                <a:cxnLst/>
                <a:rect l="l" t="t" r="r" b="b"/>
                <a:pathLst>
                  <a:path w="4389" h="2674" extrusionOk="0">
                    <a:moveTo>
                      <a:pt x="854" y="110"/>
                    </a:moveTo>
                    <a:cubicBezTo>
                      <a:pt x="1116" y="110"/>
                      <a:pt x="1419" y="199"/>
                      <a:pt x="1592" y="330"/>
                    </a:cubicBezTo>
                    <a:cubicBezTo>
                      <a:pt x="1592" y="330"/>
                      <a:pt x="1985" y="524"/>
                      <a:pt x="2205" y="676"/>
                    </a:cubicBezTo>
                    <a:cubicBezTo>
                      <a:pt x="2273" y="723"/>
                      <a:pt x="2425" y="786"/>
                      <a:pt x="2598" y="854"/>
                    </a:cubicBezTo>
                    <a:cubicBezTo>
                      <a:pt x="2797" y="938"/>
                      <a:pt x="3011" y="1048"/>
                      <a:pt x="3231" y="1158"/>
                    </a:cubicBezTo>
                    <a:cubicBezTo>
                      <a:pt x="3451" y="1289"/>
                      <a:pt x="3687" y="1399"/>
                      <a:pt x="3865" y="1530"/>
                    </a:cubicBezTo>
                    <a:cubicBezTo>
                      <a:pt x="4038" y="1640"/>
                      <a:pt x="4148" y="1771"/>
                      <a:pt x="4190" y="1854"/>
                    </a:cubicBezTo>
                    <a:cubicBezTo>
                      <a:pt x="4258" y="2032"/>
                      <a:pt x="4190" y="2226"/>
                      <a:pt x="4017" y="2357"/>
                    </a:cubicBezTo>
                    <a:cubicBezTo>
                      <a:pt x="3883" y="2491"/>
                      <a:pt x="3663" y="2560"/>
                      <a:pt x="3463" y="2560"/>
                    </a:cubicBezTo>
                    <a:cubicBezTo>
                      <a:pt x="3436" y="2560"/>
                      <a:pt x="3409" y="2559"/>
                      <a:pt x="3383" y="2556"/>
                    </a:cubicBezTo>
                    <a:cubicBezTo>
                      <a:pt x="3142" y="2530"/>
                      <a:pt x="2598" y="2378"/>
                      <a:pt x="2074" y="2226"/>
                    </a:cubicBezTo>
                    <a:cubicBezTo>
                      <a:pt x="1550" y="2053"/>
                      <a:pt x="1027" y="1854"/>
                      <a:pt x="833" y="1744"/>
                    </a:cubicBezTo>
                    <a:cubicBezTo>
                      <a:pt x="613" y="1613"/>
                      <a:pt x="414" y="1441"/>
                      <a:pt x="283" y="1221"/>
                    </a:cubicBezTo>
                    <a:cubicBezTo>
                      <a:pt x="178" y="985"/>
                      <a:pt x="131" y="744"/>
                      <a:pt x="241" y="482"/>
                    </a:cubicBezTo>
                    <a:cubicBezTo>
                      <a:pt x="351" y="220"/>
                      <a:pt x="592" y="131"/>
                      <a:pt x="854" y="110"/>
                    </a:cubicBezTo>
                    <a:close/>
                    <a:moveTo>
                      <a:pt x="854" y="0"/>
                    </a:moveTo>
                    <a:cubicBezTo>
                      <a:pt x="545" y="0"/>
                      <a:pt x="262" y="131"/>
                      <a:pt x="131" y="435"/>
                    </a:cubicBezTo>
                    <a:cubicBezTo>
                      <a:pt x="0" y="744"/>
                      <a:pt x="68" y="1027"/>
                      <a:pt x="199" y="1268"/>
                    </a:cubicBezTo>
                    <a:cubicBezTo>
                      <a:pt x="330" y="1509"/>
                      <a:pt x="545" y="1702"/>
                      <a:pt x="765" y="1833"/>
                    </a:cubicBezTo>
                    <a:cubicBezTo>
                      <a:pt x="985" y="1964"/>
                      <a:pt x="1508" y="2163"/>
                      <a:pt x="2053" y="2336"/>
                    </a:cubicBezTo>
                    <a:cubicBezTo>
                      <a:pt x="2577" y="2488"/>
                      <a:pt x="3100" y="2640"/>
                      <a:pt x="3362" y="2661"/>
                    </a:cubicBezTo>
                    <a:cubicBezTo>
                      <a:pt x="3409" y="2669"/>
                      <a:pt x="3457" y="2673"/>
                      <a:pt x="3504" y="2673"/>
                    </a:cubicBezTo>
                    <a:cubicBezTo>
                      <a:pt x="3722" y="2673"/>
                      <a:pt x="3938" y="2588"/>
                      <a:pt x="4080" y="2446"/>
                    </a:cubicBezTo>
                    <a:cubicBezTo>
                      <a:pt x="4279" y="2294"/>
                      <a:pt x="4389" y="2053"/>
                      <a:pt x="4300" y="1812"/>
                    </a:cubicBezTo>
                    <a:cubicBezTo>
                      <a:pt x="4237" y="1681"/>
                      <a:pt x="4106" y="1551"/>
                      <a:pt x="3907" y="1420"/>
                    </a:cubicBezTo>
                    <a:cubicBezTo>
                      <a:pt x="3734" y="1310"/>
                      <a:pt x="3514" y="1179"/>
                      <a:pt x="3273" y="1069"/>
                    </a:cubicBezTo>
                    <a:cubicBezTo>
                      <a:pt x="3059" y="959"/>
                      <a:pt x="2839" y="854"/>
                      <a:pt x="2640" y="765"/>
                    </a:cubicBezTo>
                    <a:cubicBezTo>
                      <a:pt x="2467" y="676"/>
                      <a:pt x="2315" y="613"/>
                      <a:pt x="2273" y="566"/>
                    </a:cubicBezTo>
                    <a:cubicBezTo>
                      <a:pt x="2032" y="435"/>
                      <a:pt x="1660" y="241"/>
                      <a:pt x="1660" y="241"/>
                    </a:cubicBezTo>
                    <a:cubicBezTo>
                      <a:pt x="1440" y="89"/>
                      <a:pt x="1137" y="0"/>
                      <a:pt x="854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Google Shape;574;p33">
                <a:extLst>
                  <a:ext uri="{FF2B5EF4-FFF2-40B4-BE49-F238E27FC236}">
                    <a16:creationId xmlns:a16="http://schemas.microsoft.com/office/drawing/2014/main" id="{7950C11D-8D6D-0F85-6A88-EF156EAF6B0A}"/>
                  </a:ext>
                </a:extLst>
              </p:cNvPr>
              <p:cNvSpPr/>
              <p:nvPr/>
            </p:nvSpPr>
            <p:spPr>
              <a:xfrm>
                <a:off x="1901360" y="3100907"/>
                <a:ext cx="85681" cy="108762"/>
              </a:xfrm>
              <a:custGeom>
                <a:avLst/>
                <a:gdLst/>
                <a:ahLst/>
                <a:cxnLst/>
                <a:rect l="l" t="t" r="r" b="b"/>
                <a:pathLst>
                  <a:path w="1006" h="1277" extrusionOk="0">
                    <a:moveTo>
                      <a:pt x="67" y="0"/>
                    </a:moveTo>
                    <a:cubicBezTo>
                      <a:pt x="45" y="0"/>
                      <a:pt x="19" y="15"/>
                      <a:pt x="0" y="30"/>
                    </a:cubicBezTo>
                    <a:cubicBezTo>
                      <a:pt x="0" y="56"/>
                      <a:pt x="0" y="98"/>
                      <a:pt x="27" y="119"/>
                    </a:cubicBezTo>
                    <a:cubicBezTo>
                      <a:pt x="461" y="360"/>
                      <a:pt x="702" y="795"/>
                      <a:pt x="896" y="1234"/>
                    </a:cubicBezTo>
                    <a:cubicBezTo>
                      <a:pt x="896" y="1276"/>
                      <a:pt x="943" y="1276"/>
                      <a:pt x="964" y="1276"/>
                    </a:cubicBezTo>
                    <a:cubicBezTo>
                      <a:pt x="985" y="1255"/>
                      <a:pt x="1006" y="1234"/>
                      <a:pt x="985" y="1187"/>
                    </a:cubicBezTo>
                    <a:cubicBezTo>
                      <a:pt x="812" y="732"/>
                      <a:pt x="550" y="292"/>
                      <a:pt x="89" y="9"/>
                    </a:cubicBezTo>
                    <a:cubicBezTo>
                      <a:pt x="83" y="3"/>
                      <a:pt x="75" y="0"/>
                      <a:pt x="67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Google Shape;575;p33">
                <a:extLst>
                  <a:ext uri="{FF2B5EF4-FFF2-40B4-BE49-F238E27FC236}">
                    <a16:creationId xmlns:a16="http://schemas.microsoft.com/office/drawing/2014/main" id="{0BA80194-45F9-D9A4-C5B6-B61FE800F2D3}"/>
                  </a:ext>
                </a:extLst>
              </p:cNvPr>
              <p:cNvSpPr/>
              <p:nvPr/>
            </p:nvSpPr>
            <p:spPr>
              <a:xfrm>
                <a:off x="1975797" y="3219973"/>
                <a:ext cx="18823" cy="78867"/>
              </a:xfrm>
              <a:custGeom>
                <a:avLst/>
                <a:gdLst/>
                <a:ahLst/>
                <a:cxnLst/>
                <a:rect l="l" t="t" r="r" b="b"/>
                <a:pathLst>
                  <a:path w="221" h="926" extrusionOk="0">
                    <a:moveTo>
                      <a:pt x="68" y="1"/>
                    </a:moveTo>
                    <a:cubicBezTo>
                      <a:pt x="60" y="1"/>
                      <a:pt x="50" y="3"/>
                      <a:pt x="43" y="9"/>
                    </a:cubicBezTo>
                    <a:cubicBezTo>
                      <a:pt x="22" y="9"/>
                      <a:pt x="1" y="51"/>
                      <a:pt x="22" y="72"/>
                    </a:cubicBezTo>
                    <a:cubicBezTo>
                      <a:pt x="111" y="313"/>
                      <a:pt x="69" y="596"/>
                      <a:pt x="90" y="884"/>
                    </a:cubicBezTo>
                    <a:cubicBezTo>
                      <a:pt x="90" y="905"/>
                      <a:pt x="111" y="926"/>
                      <a:pt x="132" y="926"/>
                    </a:cubicBezTo>
                    <a:cubicBezTo>
                      <a:pt x="174" y="926"/>
                      <a:pt x="200" y="905"/>
                      <a:pt x="200" y="884"/>
                    </a:cubicBezTo>
                    <a:cubicBezTo>
                      <a:pt x="174" y="596"/>
                      <a:pt x="221" y="313"/>
                      <a:pt x="111" y="30"/>
                    </a:cubicBezTo>
                    <a:cubicBezTo>
                      <a:pt x="111" y="15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Google Shape;576;p33">
                <a:extLst>
                  <a:ext uri="{FF2B5EF4-FFF2-40B4-BE49-F238E27FC236}">
                    <a16:creationId xmlns:a16="http://schemas.microsoft.com/office/drawing/2014/main" id="{9E50D367-50EF-5859-1F3B-8C6D0C7E9A90}"/>
                  </a:ext>
                </a:extLst>
              </p:cNvPr>
              <p:cNvSpPr/>
              <p:nvPr/>
            </p:nvSpPr>
            <p:spPr>
              <a:xfrm>
                <a:off x="1975797" y="3086599"/>
                <a:ext cx="106292" cy="23422"/>
              </a:xfrm>
              <a:custGeom>
                <a:avLst/>
                <a:gdLst/>
                <a:ahLst/>
                <a:cxnLst/>
                <a:rect l="l" t="t" r="r" b="b"/>
                <a:pathLst>
                  <a:path w="1248" h="275" extrusionOk="0">
                    <a:moveTo>
                      <a:pt x="878" y="1"/>
                    </a:moveTo>
                    <a:cubicBezTo>
                      <a:pt x="588" y="1"/>
                      <a:pt x="316" y="60"/>
                      <a:pt x="43" y="156"/>
                    </a:cubicBezTo>
                    <a:cubicBezTo>
                      <a:pt x="1" y="177"/>
                      <a:pt x="1" y="198"/>
                      <a:pt x="1" y="245"/>
                    </a:cubicBezTo>
                    <a:cubicBezTo>
                      <a:pt x="16" y="260"/>
                      <a:pt x="31" y="275"/>
                      <a:pt x="55" y="275"/>
                    </a:cubicBezTo>
                    <a:cubicBezTo>
                      <a:pt x="65" y="275"/>
                      <a:pt x="76" y="272"/>
                      <a:pt x="90" y="266"/>
                    </a:cubicBezTo>
                    <a:cubicBezTo>
                      <a:pt x="342" y="170"/>
                      <a:pt x="598" y="108"/>
                      <a:pt x="870" y="108"/>
                    </a:cubicBezTo>
                    <a:cubicBezTo>
                      <a:pt x="971" y="108"/>
                      <a:pt x="1073" y="117"/>
                      <a:pt x="1179" y="135"/>
                    </a:cubicBezTo>
                    <a:cubicBezTo>
                      <a:pt x="1200" y="135"/>
                      <a:pt x="1247" y="114"/>
                      <a:pt x="1247" y="93"/>
                    </a:cubicBezTo>
                    <a:cubicBezTo>
                      <a:pt x="1247" y="46"/>
                      <a:pt x="1221" y="25"/>
                      <a:pt x="1200" y="25"/>
                    </a:cubicBezTo>
                    <a:cubicBezTo>
                      <a:pt x="1090" y="8"/>
                      <a:pt x="983" y="1"/>
                      <a:pt x="878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Google Shape;577;p33">
                <a:extLst>
                  <a:ext uri="{FF2B5EF4-FFF2-40B4-BE49-F238E27FC236}">
                    <a16:creationId xmlns:a16="http://schemas.microsoft.com/office/drawing/2014/main" id="{09A7A20A-8D17-008F-7B02-7A6C07D60B2B}"/>
                  </a:ext>
                </a:extLst>
              </p:cNvPr>
              <p:cNvSpPr/>
              <p:nvPr/>
            </p:nvSpPr>
            <p:spPr>
              <a:xfrm>
                <a:off x="1992746" y="3132590"/>
                <a:ext cx="38923" cy="101182"/>
              </a:xfrm>
              <a:custGeom>
                <a:avLst/>
                <a:gdLst/>
                <a:ahLst/>
                <a:cxnLst/>
                <a:rect l="l" t="t" r="r" b="b"/>
                <a:pathLst>
                  <a:path w="457" h="1188" extrusionOk="0">
                    <a:moveTo>
                      <a:pt x="54" y="0"/>
                    </a:moveTo>
                    <a:cubicBezTo>
                      <a:pt x="45" y="0"/>
                      <a:pt x="34" y="3"/>
                      <a:pt x="22" y="9"/>
                    </a:cubicBezTo>
                    <a:cubicBezTo>
                      <a:pt x="1" y="30"/>
                      <a:pt x="1" y="77"/>
                      <a:pt x="22" y="98"/>
                    </a:cubicBezTo>
                    <a:cubicBezTo>
                      <a:pt x="263" y="402"/>
                      <a:pt x="284" y="752"/>
                      <a:pt x="347" y="1145"/>
                    </a:cubicBezTo>
                    <a:cubicBezTo>
                      <a:pt x="347" y="1166"/>
                      <a:pt x="368" y="1187"/>
                      <a:pt x="415" y="1187"/>
                    </a:cubicBezTo>
                    <a:cubicBezTo>
                      <a:pt x="436" y="1187"/>
                      <a:pt x="457" y="1145"/>
                      <a:pt x="457" y="1124"/>
                    </a:cubicBezTo>
                    <a:cubicBezTo>
                      <a:pt x="394" y="752"/>
                      <a:pt x="368" y="360"/>
                      <a:pt x="106" y="30"/>
                    </a:cubicBezTo>
                    <a:cubicBezTo>
                      <a:pt x="91" y="15"/>
                      <a:pt x="76" y="0"/>
                      <a:pt x="54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Google Shape;578;p33">
                <a:extLst>
                  <a:ext uri="{FF2B5EF4-FFF2-40B4-BE49-F238E27FC236}">
                    <a16:creationId xmlns:a16="http://schemas.microsoft.com/office/drawing/2014/main" id="{D2584A7E-411E-DA12-DCBB-A0DF3F3BDBE3}"/>
                  </a:ext>
                </a:extLst>
              </p:cNvPr>
              <p:cNvSpPr/>
              <p:nvPr/>
            </p:nvSpPr>
            <p:spPr>
              <a:xfrm>
                <a:off x="1147104" y="2760062"/>
                <a:ext cx="620549" cy="204664"/>
              </a:xfrm>
              <a:custGeom>
                <a:avLst/>
                <a:gdLst/>
                <a:ahLst/>
                <a:cxnLst/>
                <a:rect l="l" t="t" r="r" b="b"/>
                <a:pathLst>
                  <a:path w="7286" h="2403" extrusionOk="0">
                    <a:moveTo>
                      <a:pt x="5489" y="1"/>
                    </a:moveTo>
                    <a:cubicBezTo>
                      <a:pt x="5252" y="1"/>
                      <a:pt x="4993" y="18"/>
                      <a:pt x="4714" y="62"/>
                    </a:cubicBezTo>
                    <a:cubicBezTo>
                      <a:pt x="3316" y="282"/>
                      <a:pt x="132" y="586"/>
                      <a:pt x="132" y="586"/>
                    </a:cubicBezTo>
                    <a:cubicBezTo>
                      <a:pt x="132" y="586"/>
                      <a:pt x="1" y="1702"/>
                      <a:pt x="43" y="2047"/>
                    </a:cubicBezTo>
                    <a:cubicBezTo>
                      <a:pt x="85" y="2377"/>
                      <a:pt x="587" y="2377"/>
                      <a:pt x="1917" y="2398"/>
                    </a:cubicBezTo>
                    <a:cubicBezTo>
                      <a:pt x="2008" y="2401"/>
                      <a:pt x="2109" y="2402"/>
                      <a:pt x="2219" y="2402"/>
                    </a:cubicBezTo>
                    <a:cubicBezTo>
                      <a:pt x="3743" y="2402"/>
                      <a:pt x="7011" y="2145"/>
                      <a:pt x="7133" y="1984"/>
                    </a:cubicBezTo>
                    <a:cubicBezTo>
                      <a:pt x="7264" y="1806"/>
                      <a:pt x="7285" y="1110"/>
                      <a:pt x="7023" y="282"/>
                    </a:cubicBezTo>
                    <a:cubicBezTo>
                      <a:pt x="7023" y="282"/>
                      <a:pt x="6437" y="1"/>
                      <a:pt x="548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Google Shape;579;p33">
                <a:extLst>
                  <a:ext uri="{FF2B5EF4-FFF2-40B4-BE49-F238E27FC236}">
                    <a16:creationId xmlns:a16="http://schemas.microsoft.com/office/drawing/2014/main" id="{0122588C-8463-2FE1-FA10-7FAF84E55992}"/>
                  </a:ext>
                </a:extLst>
              </p:cNvPr>
              <p:cNvSpPr/>
              <p:nvPr/>
            </p:nvSpPr>
            <p:spPr>
              <a:xfrm>
                <a:off x="1143101" y="2755292"/>
                <a:ext cx="624552" cy="214884"/>
              </a:xfrm>
              <a:custGeom>
                <a:avLst/>
                <a:gdLst/>
                <a:ahLst/>
                <a:cxnLst/>
                <a:rect l="l" t="t" r="r" b="b"/>
                <a:pathLst>
                  <a:path w="7333" h="2523" extrusionOk="0">
                    <a:moveTo>
                      <a:pt x="5698" y="118"/>
                    </a:moveTo>
                    <a:cubicBezTo>
                      <a:pt x="6526" y="139"/>
                      <a:pt x="7008" y="380"/>
                      <a:pt x="7029" y="380"/>
                    </a:cubicBezTo>
                    <a:cubicBezTo>
                      <a:pt x="7139" y="773"/>
                      <a:pt x="7201" y="1145"/>
                      <a:pt x="7201" y="1428"/>
                    </a:cubicBezTo>
                    <a:cubicBezTo>
                      <a:pt x="7228" y="1579"/>
                      <a:pt x="7201" y="1710"/>
                      <a:pt x="7201" y="1799"/>
                    </a:cubicBezTo>
                    <a:cubicBezTo>
                      <a:pt x="7180" y="1909"/>
                      <a:pt x="7159" y="1972"/>
                      <a:pt x="7139" y="2019"/>
                    </a:cubicBezTo>
                    <a:cubicBezTo>
                      <a:pt x="7139" y="2011"/>
                      <a:pt x="7136" y="2008"/>
                      <a:pt x="7132" y="2008"/>
                    </a:cubicBezTo>
                    <a:cubicBezTo>
                      <a:pt x="7125" y="2008"/>
                      <a:pt x="7111" y="2019"/>
                      <a:pt x="7097" y="2019"/>
                    </a:cubicBezTo>
                    <a:cubicBezTo>
                      <a:pt x="7070" y="2040"/>
                      <a:pt x="7029" y="2040"/>
                      <a:pt x="6966" y="2061"/>
                    </a:cubicBezTo>
                    <a:cubicBezTo>
                      <a:pt x="6856" y="2082"/>
                      <a:pt x="6678" y="2103"/>
                      <a:pt x="6484" y="2124"/>
                    </a:cubicBezTo>
                    <a:cubicBezTo>
                      <a:pt x="6112" y="2192"/>
                      <a:pt x="5588" y="2234"/>
                      <a:pt x="5023" y="2281"/>
                    </a:cubicBezTo>
                    <a:cubicBezTo>
                      <a:pt x="4046" y="2355"/>
                      <a:pt x="2956" y="2416"/>
                      <a:pt x="2261" y="2416"/>
                    </a:cubicBezTo>
                    <a:cubicBezTo>
                      <a:pt x="2162" y="2416"/>
                      <a:pt x="2072" y="2415"/>
                      <a:pt x="1991" y="2412"/>
                    </a:cubicBezTo>
                    <a:cubicBezTo>
                      <a:pt x="1310" y="2386"/>
                      <a:pt x="854" y="2386"/>
                      <a:pt x="551" y="2344"/>
                    </a:cubicBezTo>
                    <a:cubicBezTo>
                      <a:pt x="420" y="2323"/>
                      <a:pt x="310" y="2281"/>
                      <a:pt x="242" y="2234"/>
                    </a:cubicBezTo>
                    <a:cubicBezTo>
                      <a:pt x="179" y="2192"/>
                      <a:pt x="158" y="2150"/>
                      <a:pt x="132" y="2082"/>
                    </a:cubicBezTo>
                    <a:cubicBezTo>
                      <a:pt x="111" y="1930"/>
                      <a:pt x="132" y="1559"/>
                      <a:pt x="179" y="1255"/>
                    </a:cubicBezTo>
                    <a:cubicBezTo>
                      <a:pt x="200" y="946"/>
                      <a:pt x="221" y="731"/>
                      <a:pt x="221" y="684"/>
                    </a:cubicBezTo>
                    <a:cubicBezTo>
                      <a:pt x="289" y="684"/>
                      <a:pt x="3384" y="401"/>
                      <a:pt x="4761" y="186"/>
                    </a:cubicBezTo>
                    <a:cubicBezTo>
                      <a:pt x="5107" y="118"/>
                      <a:pt x="5437" y="118"/>
                      <a:pt x="5698" y="118"/>
                    </a:cubicBezTo>
                    <a:close/>
                    <a:moveTo>
                      <a:pt x="5502" y="1"/>
                    </a:moveTo>
                    <a:cubicBezTo>
                      <a:pt x="5273" y="1"/>
                      <a:pt x="5022" y="25"/>
                      <a:pt x="4761" y="76"/>
                    </a:cubicBezTo>
                    <a:cubicBezTo>
                      <a:pt x="3363" y="291"/>
                      <a:pt x="179" y="579"/>
                      <a:pt x="179" y="579"/>
                    </a:cubicBezTo>
                    <a:lnTo>
                      <a:pt x="111" y="600"/>
                    </a:lnTo>
                    <a:lnTo>
                      <a:pt x="111" y="642"/>
                    </a:lnTo>
                    <a:cubicBezTo>
                      <a:pt x="111" y="642"/>
                      <a:pt x="90" y="904"/>
                      <a:pt x="48" y="1234"/>
                    </a:cubicBezTo>
                    <a:cubicBezTo>
                      <a:pt x="27" y="1559"/>
                      <a:pt x="1" y="1909"/>
                      <a:pt x="27" y="2103"/>
                    </a:cubicBezTo>
                    <a:cubicBezTo>
                      <a:pt x="48" y="2192"/>
                      <a:pt x="90" y="2281"/>
                      <a:pt x="179" y="2344"/>
                    </a:cubicBezTo>
                    <a:cubicBezTo>
                      <a:pt x="262" y="2386"/>
                      <a:pt x="372" y="2433"/>
                      <a:pt x="551" y="2454"/>
                    </a:cubicBezTo>
                    <a:cubicBezTo>
                      <a:pt x="854" y="2496"/>
                      <a:pt x="1310" y="2496"/>
                      <a:pt x="1964" y="2517"/>
                    </a:cubicBezTo>
                    <a:cubicBezTo>
                      <a:pt x="2065" y="2521"/>
                      <a:pt x="2178" y="2523"/>
                      <a:pt x="2301" y="2523"/>
                    </a:cubicBezTo>
                    <a:cubicBezTo>
                      <a:pt x="3014" y="2523"/>
                      <a:pt x="4075" y="2462"/>
                      <a:pt x="5044" y="2386"/>
                    </a:cubicBezTo>
                    <a:cubicBezTo>
                      <a:pt x="5588" y="2344"/>
                      <a:pt x="6112" y="2302"/>
                      <a:pt x="6505" y="2234"/>
                    </a:cubicBezTo>
                    <a:cubicBezTo>
                      <a:pt x="6704" y="2213"/>
                      <a:pt x="6877" y="2192"/>
                      <a:pt x="6987" y="2171"/>
                    </a:cubicBezTo>
                    <a:cubicBezTo>
                      <a:pt x="7050" y="2150"/>
                      <a:pt x="7097" y="2150"/>
                      <a:pt x="7139" y="2124"/>
                    </a:cubicBezTo>
                    <a:cubicBezTo>
                      <a:pt x="7180" y="2124"/>
                      <a:pt x="7201" y="2103"/>
                      <a:pt x="7228" y="2082"/>
                    </a:cubicBezTo>
                    <a:cubicBezTo>
                      <a:pt x="7269" y="2019"/>
                      <a:pt x="7290" y="1930"/>
                      <a:pt x="7311" y="1820"/>
                    </a:cubicBezTo>
                    <a:cubicBezTo>
                      <a:pt x="7332" y="1710"/>
                      <a:pt x="7332" y="1579"/>
                      <a:pt x="7332" y="1428"/>
                    </a:cubicBezTo>
                    <a:cubicBezTo>
                      <a:pt x="7311" y="1124"/>
                      <a:pt x="7269" y="731"/>
                      <a:pt x="7139" y="317"/>
                    </a:cubicBezTo>
                    <a:lnTo>
                      <a:pt x="7118" y="291"/>
                    </a:lnTo>
                    <a:lnTo>
                      <a:pt x="7097" y="291"/>
                    </a:lnTo>
                    <a:cubicBezTo>
                      <a:pt x="7097" y="291"/>
                      <a:pt x="6573" y="29"/>
                      <a:pt x="5719" y="8"/>
                    </a:cubicBezTo>
                    <a:cubicBezTo>
                      <a:pt x="5650" y="3"/>
                      <a:pt x="5577" y="1"/>
                      <a:pt x="5502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Google Shape;580;p33">
                <a:extLst>
                  <a:ext uri="{FF2B5EF4-FFF2-40B4-BE49-F238E27FC236}">
                    <a16:creationId xmlns:a16="http://schemas.microsoft.com/office/drawing/2014/main" id="{44566746-008D-737D-C641-E85582D853E4}"/>
                  </a:ext>
                </a:extLst>
              </p:cNvPr>
              <p:cNvSpPr/>
              <p:nvPr/>
            </p:nvSpPr>
            <p:spPr>
              <a:xfrm>
                <a:off x="1230766" y="1096491"/>
                <a:ext cx="2248867" cy="2399609"/>
              </a:xfrm>
              <a:custGeom>
                <a:avLst/>
                <a:gdLst/>
                <a:ahLst/>
                <a:cxnLst/>
                <a:rect l="l" t="t" r="r" b="b"/>
                <a:pathLst>
                  <a:path w="26406" h="28176" extrusionOk="0">
                    <a:moveTo>
                      <a:pt x="6960" y="0"/>
                    </a:moveTo>
                    <a:lnTo>
                      <a:pt x="1" y="28175"/>
                    </a:lnTo>
                    <a:lnTo>
                      <a:pt x="21540" y="28175"/>
                    </a:lnTo>
                    <a:lnTo>
                      <a:pt x="2640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Google Shape;581;p33">
                <a:extLst>
                  <a:ext uri="{FF2B5EF4-FFF2-40B4-BE49-F238E27FC236}">
                    <a16:creationId xmlns:a16="http://schemas.microsoft.com/office/drawing/2014/main" id="{F883EEC3-AE67-21D4-1AAD-13D5CA02B894}"/>
                  </a:ext>
                </a:extLst>
              </p:cNvPr>
              <p:cNvSpPr/>
              <p:nvPr/>
            </p:nvSpPr>
            <p:spPr>
              <a:xfrm>
                <a:off x="1225401" y="1091126"/>
                <a:ext cx="2259513" cy="2408466"/>
              </a:xfrm>
              <a:custGeom>
                <a:avLst/>
                <a:gdLst/>
                <a:ahLst/>
                <a:cxnLst/>
                <a:rect l="l" t="t" r="r" b="b"/>
                <a:pathLst>
                  <a:path w="26531" h="28280" extrusionOk="0">
                    <a:moveTo>
                      <a:pt x="26400" y="132"/>
                    </a:moveTo>
                    <a:lnTo>
                      <a:pt x="21556" y="28170"/>
                    </a:lnTo>
                    <a:lnTo>
                      <a:pt x="153" y="28170"/>
                    </a:lnTo>
                    <a:lnTo>
                      <a:pt x="7071" y="132"/>
                    </a:lnTo>
                    <a:close/>
                    <a:moveTo>
                      <a:pt x="6982" y="1"/>
                    </a:moveTo>
                    <a:lnTo>
                      <a:pt x="6961" y="42"/>
                    </a:lnTo>
                    <a:lnTo>
                      <a:pt x="1" y="28280"/>
                    </a:lnTo>
                    <a:lnTo>
                      <a:pt x="21645" y="28280"/>
                    </a:lnTo>
                    <a:lnTo>
                      <a:pt x="26531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Google Shape;582;p33">
                <a:extLst>
                  <a:ext uri="{FF2B5EF4-FFF2-40B4-BE49-F238E27FC236}">
                    <a16:creationId xmlns:a16="http://schemas.microsoft.com/office/drawing/2014/main" id="{B16133F5-AEF4-E4F4-D5D2-56635ECB5159}"/>
                  </a:ext>
                </a:extLst>
              </p:cNvPr>
              <p:cNvSpPr/>
              <p:nvPr/>
            </p:nvSpPr>
            <p:spPr>
              <a:xfrm>
                <a:off x="1905597" y="1163344"/>
                <a:ext cx="1445506" cy="65236"/>
              </a:xfrm>
              <a:custGeom>
                <a:avLst/>
                <a:gdLst/>
                <a:ahLst/>
                <a:cxnLst/>
                <a:rect l="l" t="t" r="r" b="b"/>
                <a:pathLst>
                  <a:path w="16973" h="766" extrusionOk="0">
                    <a:moveTo>
                      <a:pt x="173" y="1"/>
                    </a:moveTo>
                    <a:lnTo>
                      <a:pt x="0" y="766"/>
                    </a:lnTo>
                    <a:lnTo>
                      <a:pt x="16842" y="766"/>
                    </a:lnTo>
                    <a:lnTo>
                      <a:pt x="1697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Google Shape;583;p33">
                <a:extLst>
                  <a:ext uri="{FF2B5EF4-FFF2-40B4-BE49-F238E27FC236}">
                    <a16:creationId xmlns:a16="http://schemas.microsoft.com/office/drawing/2014/main" id="{2435D7A4-BC4A-B766-8C97-49F487104AB4}"/>
                  </a:ext>
                </a:extLst>
              </p:cNvPr>
              <p:cNvSpPr/>
              <p:nvPr/>
            </p:nvSpPr>
            <p:spPr>
              <a:xfrm>
                <a:off x="1899721" y="1159852"/>
                <a:ext cx="1457173" cy="72731"/>
              </a:xfrm>
              <a:custGeom>
                <a:avLst/>
                <a:gdLst/>
                <a:ahLst/>
                <a:cxnLst/>
                <a:rect l="l" t="t" r="r" b="b"/>
                <a:pathLst>
                  <a:path w="17110" h="854" extrusionOk="0">
                    <a:moveTo>
                      <a:pt x="16979" y="110"/>
                    </a:moveTo>
                    <a:lnTo>
                      <a:pt x="16869" y="744"/>
                    </a:lnTo>
                    <a:lnTo>
                      <a:pt x="132" y="744"/>
                    </a:lnTo>
                    <a:lnTo>
                      <a:pt x="284" y="110"/>
                    </a:lnTo>
                    <a:close/>
                    <a:moveTo>
                      <a:pt x="200" y="0"/>
                    </a:moveTo>
                    <a:lnTo>
                      <a:pt x="200" y="42"/>
                    </a:lnTo>
                    <a:lnTo>
                      <a:pt x="1" y="854"/>
                    </a:lnTo>
                    <a:lnTo>
                      <a:pt x="16958" y="854"/>
                    </a:lnTo>
                    <a:lnTo>
                      <a:pt x="17110" y="0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Google Shape;584;p33">
                <a:extLst>
                  <a:ext uri="{FF2B5EF4-FFF2-40B4-BE49-F238E27FC236}">
                    <a16:creationId xmlns:a16="http://schemas.microsoft.com/office/drawing/2014/main" id="{D4333E47-9CFF-044A-7F7F-12445F5C00BB}"/>
                  </a:ext>
                </a:extLst>
              </p:cNvPr>
              <p:cNvSpPr/>
              <p:nvPr/>
            </p:nvSpPr>
            <p:spPr>
              <a:xfrm>
                <a:off x="1881070" y="1267754"/>
                <a:ext cx="1451808" cy="65151"/>
              </a:xfrm>
              <a:custGeom>
                <a:avLst/>
                <a:gdLst/>
                <a:ahLst/>
                <a:cxnLst/>
                <a:rect l="l" t="t" r="r" b="b"/>
                <a:pathLst>
                  <a:path w="17047" h="765" extrusionOk="0">
                    <a:moveTo>
                      <a:pt x="178" y="0"/>
                    </a:moveTo>
                    <a:lnTo>
                      <a:pt x="0" y="765"/>
                    </a:lnTo>
                    <a:lnTo>
                      <a:pt x="16915" y="765"/>
                    </a:lnTo>
                    <a:lnTo>
                      <a:pt x="1704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Google Shape;585;p33">
                <a:extLst>
                  <a:ext uri="{FF2B5EF4-FFF2-40B4-BE49-F238E27FC236}">
                    <a16:creationId xmlns:a16="http://schemas.microsoft.com/office/drawing/2014/main" id="{5B0E987A-772C-F388-8F78-ABC2ACE04842}"/>
                  </a:ext>
                </a:extLst>
              </p:cNvPr>
              <p:cNvSpPr/>
              <p:nvPr/>
            </p:nvSpPr>
            <p:spPr>
              <a:xfrm>
                <a:off x="1873916" y="1261963"/>
                <a:ext cx="1464242" cy="74519"/>
              </a:xfrm>
              <a:custGeom>
                <a:avLst/>
                <a:gdLst/>
                <a:ahLst/>
                <a:cxnLst/>
                <a:rect l="l" t="t" r="r" b="b"/>
                <a:pathLst>
                  <a:path w="17193" h="875" extrusionOk="0">
                    <a:moveTo>
                      <a:pt x="17062" y="110"/>
                    </a:moveTo>
                    <a:lnTo>
                      <a:pt x="16952" y="765"/>
                    </a:lnTo>
                    <a:lnTo>
                      <a:pt x="152" y="765"/>
                    </a:lnTo>
                    <a:lnTo>
                      <a:pt x="304" y="110"/>
                    </a:lnTo>
                    <a:close/>
                    <a:moveTo>
                      <a:pt x="215" y="0"/>
                    </a:moveTo>
                    <a:lnTo>
                      <a:pt x="215" y="47"/>
                    </a:lnTo>
                    <a:lnTo>
                      <a:pt x="0" y="875"/>
                    </a:lnTo>
                    <a:lnTo>
                      <a:pt x="17041" y="875"/>
                    </a:lnTo>
                    <a:lnTo>
                      <a:pt x="17193" y="0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Google Shape;586;p33">
                <a:extLst>
                  <a:ext uri="{FF2B5EF4-FFF2-40B4-BE49-F238E27FC236}">
                    <a16:creationId xmlns:a16="http://schemas.microsoft.com/office/drawing/2014/main" id="{6F2F3F83-CDF5-0DA9-C7D8-4BF1E6141471}"/>
                  </a:ext>
                </a:extLst>
              </p:cNvPr>
              <p:cNvSpPr/>
              <p:nvPr/>
            </p:nvSpPr>
            <p:spPr>
              <a:xfrm>
                <a:off x="1855181" y="1371653"/>
                <a:ext cx="1458962" cy="65236"/>
              </a:xfrm>
              <a:custGeom>
                <a:avLst/>
                <a:gdLst/>
                <a:ahLst/>
                <a:cxnLst/>
                <a:rect l="l" t="t" r="r" b="b"/>
                <a:pathLst>
                  <a:path w="17131" h="766" extrusionOk="0">
                    <a:moveTo>
                      <a:pt x="199" y="1"/>
                    </a:moveTo>
                    <a:lnTo>
                      <a:pt x="0" y="765"/>
                    </a:lnTo>
                    <a:lnTo>
                      <a:pt x="16999" y="765"/>
                    </a:lnTo>
                    <a:lnTo>
                      <a:pt x="1713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Google Shape;587;p33">
                <a:extLst>
                  <a:ext uri="{FF2B5EF4-FFF2-40B4-BE49-F238E27FC236}">
                    <a16:creationId xmlns:a16="http://schemas.microsoft.com/office/drawing/2014/main" id="{EAA7BA19-0266-8D03-0148-DE09CF095163}"/>
                  </a:ext>
                </a:extLst>
              </p:cNvPr>
              <p:cNvSpPr/>
              <p:nvPr/>
            </p:nvSpPr>
            <p:spPr>
              <a:xfrm>
                <a:off x="1849815" y="1366288"/>
                <a:ext cx="1469607" cy="74179"/>
              </a:xfrm>
              <a:custGeom>
                <a:avLst/>
                <a:gdLst/>
                <a:ahLst/>
                <a:cxnLst/>
                <a:rect l="l" t="t" r="r" b="b"/>
                <a:pathLst>
                  <a:path w="17256" h="871" extrusionOk="0">
                    <a:moveTo>
                      <a:pt x="17125" y="106"/>
                    </a:moveTo>
                    <a:lnTo>
                      <a:pt x="17020" y="760"/>
                    </a:lnTo>
                    <a:lnTo>
                      <a:pt x="131" y="760"/>
                    </a:lnTo>
                    <a:lnTo>
                      <a:pt x="304" y="106"/>
                    </a:lnTo>
                    <a:close/>
                    <a:moveTo>
                      <a:pt x="215" y="1"/>
                    </a:moveTo>
                    <a:lnTo>
                      <a:pt x="194" y="43"/>
                    </a:lnTo>
                    <a:lnTo>
                      <a:pt x="0" y="870"/>
                    </a:lnTo>
                    <a:lnTo>
                      <a:pt x="17104" y="870"/>
                    </a:lnTo>
                    <a:lnTo>
                      <a:pt x="17256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Google Shape;588;p33">
                <a:extLst>
                  <a:ext uri="{FF2B5EF4-FFF2-40B4-BE49-F238E27FC236}">
                    <a16:creationId xmlns:a16="http://schemas.microsoft.com/office/drawing/2014/main" id="{D1E8C195-9088-0D77-B560-216C343BE281}"/>
                  </a:ext>
                </a:extLst>
              </p:cNvPr>
              <p:cNvSpPr/>
              <p:nvPr/>
            </p:nvSpPr>
            <p:spPr>
              <a:xfrm>
                <a:off x="1829291" y="1475552"/>
                <a:ext cx="832318" cy="65236"/>
              </a:xfrm>
              <a:custGeom>
                <a:avLst/>
                <a:gdLst/>
                <a:ahLst/>
                <a:cxnLst/>
                <a:rect l="l" t="t" r="r" b="b"/>
                <a:pathLst>
                  <a:path w="9773" h="766" extrusionOk="0">
                    <a:moveTo>
                      <a:pt x="194" y="1"/>
                    </a:moveTo>
                    <a:lnTo>
                      <a:pt x="1" y="765"/>
                    </a:lnTo>
                    <a:lnTo>
                      <a:pt x="9621" y="765"/>
                    </a:lnTo>
                    <a:lnTo>
                      <a:pt x="977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Google Shape;589;p33">
                <a:extLst>
                  <a:ext uri="{FF2B5EF4-FFF2-40B4-BE49-F238E27FC236}">
                    <a16:creationId xmlns:a16="http://schemas.microsoft.com/office/drawing/2014/main" id="{2EBA421D-537E-5FD3-436C-50DECB1A753F}"/>
                  </a:ext>
                </a:extLst>
              </p:cNvPr>
              <p:cNvSpPr/>
              <p:nvPr/>
            </p:nvSpPr>
            <p:spPr>
              <a:xfrm>
                <a:off x="1823500" y="1470187"/>
                <a:ext cx="845688" cy="76393"/>
              </a:xfrm>
              <a:custGeom>
                <a:avLst/>
                <a:gdLst/>
                <a:ahLst/>
                <a:cxnLst/>
                <a:rect l="l" t="t" r="r" b="b"/>
                <a:pathLst>
                  <a:path w="9930" h="897" extrusionOk="0">
                    <a:moveTo>
                      <a:pt x="9778" y="111"/>
                    </a:moveTo>
                    <a:lnTo>
                      <a:pt x="9647" y="787"/>
                    </a:lnTo>
                    <a:lnTo>
                      <a:pt x="152" y="787"/>
                    </a:lnTo>
                    <a:lnTo>
                      <a:pt x="309" y="111"/>
                    </a:lnTo>
                    <a:close/>
                    <a:moveTo>
                      <a:pt x="220" y="1"/>
                    </a:moveTo>
                    <a:lnTo>
                      <a:pt x="199" y="43"/>
                    </a:lnTo>
                    <a:lnTo>
                      <a:pt x="0" y="896"/>
                    </a:lnTo>
                    <a:lnTo>
                      <a:pt x="9736" y="896"/>
                    </a:lnTo>
                    <a:lnTo>
                      <a:pt x="9930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Google Shape;590;p33">
                <a:extLst>
                  <a:ext uri="{FF2B5EF4-FFF2-40B4-BE49-F238E27FC236}">
                    <a16:creationId xmlns:a16="http://schemas.microsoft.com/office/drawing/2014/main" id="{FA7D8729-7A82-11A3-CB1B-7980B0911504}"/>
                  </a:ext>
                </a:extLst>
              </p:cNvPr>
              <p:cNvSpPr/>
              <p:nvPr/>
            </p:nvSpPr>
            <p:spPr>
              <a:xfrm>
                <a:off x="1805190" y="1581750"/>
                <a:ext cx="1471907" cy="66940"/>
              </a:xfrm>
              <a:custGeom>
                <a:avLst/>
                <a:gdLst/>
                <a:ahLst/>
                <a:cxnLst/>
                <a:rect l="l" t="t" r="r" b="b"/>
                <a:pathLst>
                  <a:path w="17283" h="786" extrusionOk="0">
                    <a:moveTo>
                      <a:pt x="174" y="0"/>
                    </a:moveTo>
                    <a:lnTo>
                      <a:pt x="1" y="786"/>
                    </a:lnTo>
                    <a:lnTo>
                      <a:pt x="17152" y="786"/>
                    </a:lnTo>
                    <a:lnTo>
                      <a:pt x="1728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Google Shape;591;p33">
                <a:extLst>
                  <a:ext uri="{FF2B5EF4-FFF2-40B4-BE49-F238E27FC236}">
                    <a16:creationId xmlns:a16="http://schemas.microsoft.com/office/drawing/2014/main" id="{232307AB-D073-8EAD-33BD-3BA9756E4E85}"/>
                  </a:ext>
                </a:extLst>
              </p:cNvPr>
              <p:cNvSpPr/>
              <p:nvPr/>
            </p:nvSpPr>
            <p:spPr>
              <a:xfrm>
                <a:off x="1797610" y="1575959"/>
                <a:ext cx="1484852" cy="76308"/>
              </a:xfrm>
              <a:custGeom>
                <a:avLst/>
                <a:gdLst/>
                <a:ahLst/>
                <a:cxnLst/>
                <a:rect l="l" t="t" r="r" b="b"/>
                <a:pathLst>
                  <a:path w="17435" h="896" extrusionOk="0">
                    <a:moveTo>
                      <a:pt x="17303" y="110"/>
                    </a:moveTo>
                    <a:lnTo>
                      <a:pt x="17173" y="786"/>
                    </a:lnTo>
                    <a:lnTo>
                      <a:pt x="153" y="786"/>
                    </a:lnTo>
                    <a:lnTo>
                      <a:pt x="304" y="110"/>
                    </a:lnTo>
                    <a:close/>
                    <a:moveTo>
                      <a:pt x="221" y="0"/>
                    </a:moveTo>
                    <a:lnTo>
                      <a:pt x="221" y="47"/>
                    </a:lnTo>
                    <a:lnTo>
                      <a:pt x="1" y="896"/>
                    </a:lnTo>
                    <a:lnTo>
                      <a:pt x="17282" y="896"/>
                    </a:lnTo>
                    <a:lnTo>
                      <a:pt x="17434" y="0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Google Shape;592;p33">
                <a:extLst>
                  <a:ext uri="{FF2B5EF4-FFF2-40B4-BE49-F238E27FC236}">
                    <a16:creationId xmlns:a16="http://schemas.microsoft.com/office/drawing/2014/main" id="{E4D78907-8B2B-4464-E530-B63F959A6438}"/>
                  </a:ext>
                </a:extLst>
              </p:cNvPr>
              <p:cNvSpPr/>
              <p:nvPr/>
            </p:nvSpPr>
            <p:spPr>
              <a:xfrm>
                <a:off x="1778875" y="1687438"/>
                <a:ext cx="1479486" cy="66940"/>
              </a:xfrm>
              <a:custGeom>
                <a:avLst/>
                <a:gdLst/>
                <a:ahLst/>
                <a:cxnLst/>
                <a:rect l="l" t="t" r="r" b="b"/>
                <a:pathLst>
                  <a:path w="17372" h="786" extrusionOk="0">
                    <a:moveTo>
                      <a:pt x="179" y="0"/>
                    </a:moveTo>
                    <a:lnTo>
                      <a:pt x="1" y="786"/>
                    </a:lnTo>
                    <a:lnTo>
                      <a:pt x="17220" y="786"/>
                    </a:lnTo>
                    <a:lnTo>
                      <a:pt x="1737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Google Shape;593;p33">
                <a:extLst>
                  <a:ext uri="{FF2B5EF4-FFF2-40B4-BE49-F238E27FC236}">
                    <a16:creationId xmlns:a16="http://schemas.microsoft.com/office/drawing/2014/main" id="{1A880BF4-DF53-9243-65F6-F09B3D5ABBD1}"/>
                  </a:ext>
                </a:extLst>
              </p:cNvPr>
              <p:cNvSpPr/>
              <p:nvPr/>
            </p:nvSpPr>
            <p:spPr>
              <a:xfrm>
                <a:off x="1771721" y="1683861"/>
                <a:ext cx="1492006" cy="76308"/>
              </a:xfrm>
              <a:custGeom>
                <a:avLst/>
                <a:gdLst/>
                <a:ahLst/>
                <a:cxnLst/>
                <a:rect l="l" t="t" r="r" b="b"/>
                <a:pathLst>
                  <a:path w="17519" h="896" extrusionOk="0">
                    <a:moveTo>
                      <a:pt x="17387" y="110"/>
                    </a:moveTo>
                    <a:lnTo>
                      <a:pt x="17257" y="786"/>
                    </a:lnTo>
                    <a:lnTo>
                      <a:pt x="153" y="786"/>
                    </a:lnTo>
                    <a:lnTo>
                      <a:pt x="305" y="110"/>
                    </a:lnTo>
                    <a:close/>
                    <a:moveTo>
                      <a:pt x="216" y="0"/>
                    </a:moveTo>
                    <a:lnTo>
                      <a:pt x="216" y="42"/>
                    </a:lnTo>
                    <a:lnTo>
                      <a:pt x="1" y="896"/>
                    </a:lnTo>
                    <a:lnTo>
                      <a:pt x="17367" y="896"/>
                    </a:lnTo>
                    <a:lnTo>
                      <a:pt x="17518" y="0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Google Shape;594;p33">
                <a:extLst>
                  <a:ext uri="{FF2B5EF4-FFF2-40B4-BE49-F238E27FC236}">
                    <a16:creationId xmlns:a16="http://schemas.microsoft.com/office/drawing/2014/main" id="{FC4483EC-2ACA-FD3A-49C5-BF28B61D6F08}"/>
                  </a:ext>
                </a:extLst>
              </p:cNvPr>
              <p:cNvSpPr/>
              <p:nvPr/>
            </p:nvSpPr>
            <p:spPr>
              <a:xfrm>
                <a:off x="1751282" y="1795339"/>
                <a:ext cx="1486555" cy="68813"/>
              </a:xfrm>
              <a:custGeom>
                <a:avLst/>
                <a:gdLst/>
                <a:ahLst/>
                <a:cxnLst/>
                <a:rect l="l" t="t" r="r" b="b"/>
                <a:pathLst>
                  <a:path w="17455" h="808" extrusionOk="0">
                    <a:moveTo>
                      <a:pt x="194" y="1"/>
                    </a:moveTo>
                    <a:lnTo>
                      <a:pt x="0" y="807"/>
                    </a:lnTo>
                    <a:lnTo>
                      <a:pt x="17324" y="807"/>
                    </a:lnTo>
                    <a:lnTo>
                      <a:pt x="17455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Google Shape;595;p33">
                <a:extLst>
                  <a:ext uri="{FF2B5EF4-FFF2-40B4-BE49-F238E27FC236}">
                    <a16:creationId xmlns:a16="http://schemas.microsoft.com/office/drawing/2014/main" id="{73541DE0-F234-453C-9A9F-B9B7C5F581D9}"/>
                  </a:ext>
                </a:extLst>
              </p:cNvPr>
              <p:cNvSpPr/>
              <p:nvPr/>
            </p:nvSpPr>
            <p:spPr>
              <a:xfrm>
                <a:off x="1745491" y="1791762"/>
                <a:ext cx="1499926" cy="76393"/>
              </a:xfrm>
              <a:custGeom>
                <a:avLst/>
                <a:gdLst/>
                <a:ahLst/>
                <a:cxnLst/>
                <a:rect l="l" t="t" r="r" b="b"/>
                <a:pathLst>
                  <a:path w="17612" h="897" extrusionOk="0">
                    <a:moveTo>
                      <a:pt x="17460" y="111"/>
                    </a:moveTo>
                    <a:lnTo>
                      <a:pt x="17350" y="786"/>
                    </a:lnTo>
                    <a:lnTo>
                      <a:pt x="152" y="786"/>
                    </a:lnTo>
                    <a:lnTo>
                      <a:pt x="309" y="111"/>
                    </a:lnTo>
                    <a:close/>
                    <a:moveTo>
                      <a:pt x="220" y="1"/>
                    </a:moveTo>
                    <a:lnTo>
                      <a:pt x="220" y="43"/>
                    </a:lnTo>
                    <a:lnTo>
                      <a:pt x="0" y="896"/>
                    </a:lnTo>
                    <a:lnTo>
                      <a:pt x="17434" y="896"/>
                    </a:lnTo>
                    <a:lnTo>
                      <a:pt x="17612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Google Shape;596;p33">
                <a:extLst>
                  <a:ext uri="{FF2B5EF4-FFF2-40B4-BE49-F238E27FC236}">
                    <a16:creationId xmlns:a16="http://schemas.microsoft.com/office/drawing/2014/main" id="{B2D8B79B-7A6C-F926-539F-4BDB5204B0E4}"/>
                  </a:ext>
                </a:extLst>
              </p:cNvPr>
              <p:cNvSpPr/>
              <p:nvPr/>
            </p:nvSpPr>
            <p:spPr>
              <a:xfrm>
                <a:off x="1724966" y="1905029"/>
                <a:ext cx="1291698" cy="68813"/>
              </a:xfrm>
              <a:custGeom>
                <a:avLst/>
                <a:gdLst/>
                <a:ahLst/>
                <a:cxnLst/>
                <a:rect l="l" t="t" r="r" b="b"/>
                <a:pathLst>
                  <a:path w="15167" h="808" extrusionOk="0">
                    <a:moveTo>
                      <a:pt x="199" y="1"/>
                    </a:moveTo>
                    <a:lnTo>
                      <a:pt x="0" y="807"/>
                    </a:lnTo>
                    <a:lnTo>
                      <a:pt x="15014" y="807"/>
                    </a:lnTo>
                    <a:lnTo>
                      <a:pt x="1516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Google Shape;597;p33">
                <a:extLst>
                  <a:ext uri="{FF2B5EF4-FFF2-40B4-BE49-F238E27FC236}">
                    <a16:creationId xmlns:a16="http://schemas.microsoft.com/office/drawing/2014/main" id="{DFD7146B-E4AC-5D13-D0FE-C2658DAACF58}"/>
                  </a:ext>
                </a:extLst>
              </p:cNvPr>
              <p:cNvSpPr/>
              <p:nvPr/>
            </p:nvSpPr>
            <p:spPr>
              <a:xfrm>
                <a:off x="1719601" y="1899238"/>
                <a:ext cx="1302854" cy="78181"/>
              </a:xfrm>
              <a:custGeom>
                <a:avLst/>
                <a:gdLst/>
                <a:ahLst/>
                <a:cxnLst/>
                <a:rect l="l" t="t" r="r" b="b"/>
                <a:pathLst>
                  <a:path w="15298" h="918" extrusionOk="0">
                    <a:moveTo>
                      <a:pt x="15166" y="111"/>
                    </a:moveTo>
                    <a:lnTo>
                      <a:pt x="15035" y="813"/>
                    </a:lnTo>
                    <a:lnTo>
                      <a:pt x="152" y="813"/>
                    </a:lnTo>
                    <a:lnTo>
                      <a:pt x="304" y="111"/>
                    </a:lnTo>
                    <a:close/>
                    <a:moveTo>
                      <a:pt x="220" y="1"/>
                    </a:moveTo>
                    <a:lnTo>
                      <a:pt x="220" y="48"/>
                    </a:lnTo>
                    <a:lnTo>
                      <a:pt x="0" y="917"/>
                    </a:lnTo>
                    <a:lnTo>
                      <a:pt x="15145" y="917"/>
                    </a:lnTo>
                    <a:lnTo>
                      <a:pt x="15297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Google Shape;598;p33">
                <a:extLst>
                  <a:ext uri="{FF2B5EF4-FFF2-40B4-BE49-F238E27FC236}">
                    <a16:creationId xmlns:a16="http://schemas.microsoft.com/office/drawing/2014/main" id="{A17A12D4-3295-83F9-71C9-43029DDD3DC8}"/>
                  </a:ext>
                </a:extLst>
              </p:cNvPr>
              <p:cNvSpPr/>
              <p:nvPr/>
            </p:nvSpPr>
            <p:spPr>
              <a:xfrm>
                <a:off x="1699077" y="2014804"/>
                <a:ext cx="1501714" cy="68728"/>
              </a:xfrm>
              <a:custGeom>
                <a:avLst/>
                <a:gdLst/>
                <a:ahLst/>
                <a:cxnLst/>
                <a:rect l="l" t="t" r="r" b="b"/>
                <a:pathLst>
                  <a:path w="17633" h="807" extrusionOk="0">
                    <a:moveTo>
                      <a:pt x="199" y="0"/>
                    </a:moveTo>
                    <a:lnTo>
                      <a:pt x="0" y="807"/>
                    </a:lnTo>
                    <a:lnTo>
                      <a:pt x="17481" y="807"/>
                    </a:lnTo>
                    <a:lnTo>
                      <a:pt x="1763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Google Shape;599;p33">
                <a:extLst>
                  <a:ext uri="{FF2B5EF4-FFF2-40B4-BE49-F238E27FC236}">
                    <a16:creationId xmlns:a16="http://schemas.microsoft.com/office/drawing/2014/main" id="{241ADC2C-E29C-D0A5-5607-94C777664BF9}"/>
                  </a:ext>
                </a:extLst>
              </p:cNvPr>
              <p:cNvSpPr/>
              <p:nvPr/>
            </p:nvSpPr>
            <p:spPr>
              <a:xfrm>
                <a:off x="1693712" y="2009013"/>
                <a:ext cx="1512445" cy="79885"/>
              </a:xfrm>
              <a:custGeom>
                <a:avLst/>
                <a:gdLst/>
                <a:ahLst/>
                <a:cxnLst/>
                <a:rect l="l" t="t" r="r" b="b"/>
                <a:pathLst>
                  <a:path w="17759" h="938" extrusionOk="0">
                    <a:moveTo>
                      <a:pt x="17607" y="110"/>
                    </a:moveTo>
                    <a:lnTo>
                      <a:pt x="17497" y="807"/>
                    </a:lnTo>
                    <a:lnTo>
                      <a:pt x="131" y="807"/>
                    </a:lnTo>
                    <a:lnTo>
                      <a:pt x="304" y="110"/>
                    </a:lnTo>
                    <a:close/>
                    <a:moveTo>
                      <a:pt x="215" y="0"/>
                    </a:moveTo>
                    <a:lnTo>
                      <a:pt x="194" y="47"/>
                    </a:lnTo>
                    <a:lnTo>
                      <a:pt x="1" y="938"/>
                    </a:lnTo>
                    <a:lnTo>
                      <a:pt x="17586" y="938"/>
                    </a:lnTo>
                    <a:lnTo>
                      <a:pt x="17759" y="0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Google Shape;600;p33">
                <a:extLst>
                  <a:ext uri="{FF2B5EF4-FFF2-40B4-BE49-F238E27FC236}">
                    <a16:creationId xmlns:a16="http://schemas.microsoft.com/office/drawing/2014/main" id="{0C0EA815-F99E-4678-A229-06FA5E28835A}"/>
                  </a:ext>
                </a:extLst>
              </p:cNvPr>
              <p:cNvSpPr/>
              <p:nvPr/>
            </p:nvSpPr>
            <p:spPr>
              <a:xfrm>
                <a:off x="1671399" y="2124494"/>
                <a:ext cx="1508953" cy="70517"/>
              </a:xfrm>
              <a:custGeom>
                <a:avLst/>
                <a:gdLst/>
                <a:ahLst/>
                <a:cxnLst/>
                <a:rect l="l" t="t" r="r" b="b"/>
                <a:pathLst>
                  <a:path w="17718" h="828" extrusionOk="0">
                    <a:moveTo>
                      <a:pt x="194" y="1"/>
                    </a:moveTo>
                    <a:lnTo>
                      <a:pt x="1" y="828"/>
                    </a:lnTo>
                    <a:lnTo>
                      <a:pt x="17565" y="828"/>
                    </a:lnTo>
                    <a:lnTo>
                      <a:pt x="1771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Google Shape;601;p33">
                <a:extLst>
                  <a:ext uri="{FF2B5EF4-FFF2-40B4-BE49-F238E27FC236}">
                    <a16:creationId xmlns:a16="http://schemas.microsoft.com/office/drawing/2014/main" id="{1CE4C33C-CE94-DE4A-819B-9E3EB51663C9}"/>
                  </a:ext>
                </a:extLst>
              </p:cNvPr>
              <p:cNvSpPr/>
              <p:nvPr/>
            </p:nvSpPr>
            <p:spPr>
              <a:xfrm>
                <a:off x="1665608" y="2120492"/>
                <a:ext cx="1520025" cy="79885"/>
              </a:xfrm>
              <a:custGeom>
                <a:avLst/>
                <a:gdLst/>
                <a:ahLst/>
                <a:cxnLst/>
                <a:rect l="l" t="t" r="r" b="b"/>
                <a:pathLst>
                  <a:path w="17848" h="938" extrusionOk="0">
                    <a:moveTo>
                      <a:pt x="17717" y="110"/>
                    </a:moveTo>
                    <a:lnTo>
                      <a:pt x="17586" y="807"/>
                    </a:lnTo>
                    <a:lnTo>
                      <a:pt x="152" y="807"/>
                    </a:lnTo>
                    <a:lnTo>
                      <a:pt x="331" y="110"/>
                    </a:lnTo>
                    <a:close/>
                    <a:moveTo>
                      <a:pt x="221" y="0"/>
                    </a:moveTo>
                    <a:lnTo>
                      <a:pt x="221" y="48"/>
                    </a:lnTo>
                    <a:lnTo>
                      <a:pt x="1" y="938"/>
                    </a:lnTo>
                    <a:lnTo>
                      <a:pt x="17675" y="938"/>
                    </a:lnTo>
                    <a:lnTo>
                      <a:pt x="17848" y="0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Google Shape;602;p33">
                <a:extLst>
                  <a:ext uri="{FF2B5EF4-FFF2-40B4-BE49-F238E27FC236}">
                    <a16:creationId xmlns:a16="http://schemas.microsoft.com/office/drawing/2014/main" id="{AB0C8FA9-632F-3939-D46A-A5F2DA06895E}"/>
                  </a:ext>
                </a:extLst>
              </p:cNvPr>
              <p:cNvSpPr/>
              <p:nvPr/>
            </p:nvSpPr>
            <p:spPr>
              <a:xfrm>
                <a:off x="1645084" y="2237761"/>
                <a:ext cx="1514745" cy="70602"/>
              </a:xfrm>
              <a:custGeom>
                <a:avLst/>
                <a:gdLst/>
                <a:ahLst/>
                <a:cxnLst/>
                <a:rect l="l" t="t" r="r" b="b"/>
                <a:pathLst>
                  <a:path w="17786" h="829" extrusionOk="0">
                    <a:moveTo>
                      <a:pt x="200" y="1"/>
                    </a:moveTo>
                    <a:lnTo>
                      <a:pt x="1" y="828"/>
                    </a:lnTo>
                    <a:lnTo>
                      <a:pt x="17633" y="828"/>
                    </a:lnTo>
                    <a:lnTo>
                      <a:pt x="1778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Google Shape;603;p33">
                <a:extLst>
                  <a:ext uri="{FF2B5EF4-FFF2-40B4-BE49-F238E27FC236}">
                    <a16:creationId xmlns:a16="http://schemas.microsoft.com/office/drawing/2014/main" id="{6BDFDDF2-3E9C-CD81-0AC6-4FC79698C585}"/>
                  </a:ext>
                </a:extLst>
              </p:cNvPr>
              <p:cNvSpPr/>
              <p:nvPr/>
            </p:nvSpPr>
            <p:spPr>
              <a:xfrm>
                <a:off x="1637930" y="2231970"/>
                <a:ext cx="1527690" cy="79970"/>
              </a:xfrm>
              <a:custGeom>
                <a:avLst/>
                <a:gdLst/>
                <a:ahLst/>
                <a:cxnLst/>
                <a:rect l="l" t="t" r="r" b="b"/>
                <a:pathLst>
                  <a:path w="17938" h="939" extrusionOk="0">
                    <a:moveTo>
                      <a:pt x="17806" y="111"/>
                    </a:moveTo>
                    <a:lnTo>
                      <a:pt x="17675" y="833"/>
                    </a:lnTo>
                    <a:lnTo>
                      <a:pt x="153" y="833"/>
                    </a:lnTo>
                    <a:lnTo>
                      <a:pt x="326" y="111"/>
                    </a:lnTo>
                    <a:close/>
                    <a:moveTo>
                      <a:pt x="237" y="1"/>
                    </a:moveTo>
                    <a:lnTo>
                      <a:pt x="216" y="48"/>
                    </a:lnTo>
                    <a:lnTo>
                      <a:pt x="1" y="938"/>
                    </a:lnTo>
                    <a:lnTo>
                      <a:pt x="17780" y="938"/>
                    </a:lnTo>
                    <a:lnTo>
                      <a:pt x="17937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Google Shape;604;p33">
                <a:extLst>
                  <a:ext uri="{FF2B5EF4-FFF2-40B4-BE49-F238E27FC236}">
                    <a16:creationId xmlns:a16="http://schemas.microsoft.com/office/drawing/2014/main" id="{9C7B2D88-7E8B-1FF2-E748-7D0A6A7C634C}"/>
                  </a:ext>
                </a:extLst>
              </p:cNvPr>
              <p:cNvSpPr/>
              <p:nvPr/>
            </p:nvSpPr>
            <p:spPr>
              <a:xfrm>
                <a:off x="1617491" y="2349240"/>
                <a:ext cx="919697" cy="72390"/>
              </a:xfrm>
              <a:custGeom>
                <a:avLst/>
                <a:gdLst/>
                <a:ahLst/>
                <a:cxnLst/>
                <a:rect l="l" t="t" r="r" b="b"/>
                <a:pathLst>
                  <a:path w="10799" h="850" extrusionOk="0">
                    <a:moveTo>
                      <a:pt x="194" y="1"/>
                    </a:moveTo>
                    <a:lnTo>
                      <a:pt x="0" y="849"/>
                    </a:lnTo>
                    <a:lnTo>
                      <a:pt x="10626" y="849"/>
                    </a:lnTo>
                    <a:lnTo>
                      <a:pt x="1079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Google Shape;605;p33">
                <a:extLst>
                  <a:ext uri="{FF2B5EF4-FFF2-40B4-BE49-F238E27FC236}">
                    <a16:creationId xmlns:a16="http://schemas.microsoft.com/office/drawing/2014/main" id="{F8CFA958-36FE-D2C2-A8A8-66B32DA7ADA1}"/>
                  </a:ext>
                </a:extLst>
              </p:cNvPr>
              <p:cNvSpPr/>
              <p:nvPr/>
            </p:nvSpPr>
            <p:spPr>
              <a:xfrm>
                <a:off x="1611615" y="2345237"/>
                <a:ext cx="931364" cy="80396"/>
              </a:xfrm>
              <a:custGeom>
                <a:avLst/>
                <a:gdLst/>
                <a:ahLst/>
                <a:cxnLst/>
                <a:rect l="l" t="t" r="r" b="b"/>
                <a:pathLst>
                  <a:path w="10936" h="944" extrusionOk="0">
                    <a:moveTo>
                      <a:pt x="10805" y="111"/>
                    </a:moveTo>
                    <a:lnTo>
                      <a:pt x="10653" y="833"/>
                    </a:lnTo>
                    <a:lnTo>
                      <a:pt x="132" y="833"/>
                    </a:lnTo>
                    <a:lnTo>
                      <a:pt x="310" y="111"/>
                    </a:lnTo>
                    <a:close/>
                    <a:moveTo>
                      <a:pt x="221" y="1"/>
                    </a:moveTo>
                    <a:lnTo>
                      <a:pt x="221" y="48"/>
                    </a:lnTo>
                    <a:lnTo>
                      <a:pt x="1" y="943"/>
                    </a:lnTo>
                    <a:lnTo>
                      <a:pt x="10737" y="943"/>
                    </a:lnTo>
                    <a:lnTo>
                      <a:pt x="10936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Google Shape;606;p33">
                <a:extLst>
                  <a:ext uri="{FF2B5EF4-FFF2-40B4-BE49-F238E27FC236}">
                    <a16:creationId xmlns:a16="http://schemas.microsoft.com/office/drawing/2014/main" id="{2BD74396-2CDA-913C-6736-CD794526E3D1}"/>
                  </a:ext>
                </a:extLst>
              </p:cNvPr>
              <p:cNvSpPr/>
              <p:nvPr/>
            </p:nvSpPr>
            <p:spPr>
              <a:xfrm>
                <a:off x="1589387" y="2464380"/>
                <a:ext cx="1531607" cy="72731"/>
              </a:xfrm>
              <a:custGeom>
                <a:avLst/>
                <a:gdLst/>
                <a:ahLst/>
                <a:cxnLst/>
                <a:rect l="l" t="t" r="r" b="b"/>
                <a:pathLst>
                  <a:path w="17984" h="854" extrusionOk="0">
                    <a:moveTo>
                      <a:pt x="199" y="0"/>
                    </a:moveTo>
                    <a:lnTo>
                      <a:pt x="0" y="854"/>
                    </a:lnTo>
                    <a:lnTo>
                      <a:pt x="17826" y="854"/>
                    </a:lnTo>
                    <a:lnTo>
                      <a:pt x="1798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" name="Google Shape;607;p33">
                <a:extLst>
                  <a:ext uri="{FF2B5EF4-FFF2-40B4-BE49-F238E27FC236}">
                    <a16:creationId xmlns:a16="http://schemas.microsoft.com/office/drawing/2014/main" id="{95CF8A99-3C94-EC61-1B97-8F72587784F2}"/>
                  </a:ext>
                </a:extLst>
              </p:cNvPr>
              <p:cNvSpPr/>
              <p:nvPr/>
            </p:nvSpPr>
            <p:spPr>
              <a:xfrm>
                <a:off x="1584022" y="2459015"/>
                <a:ext cx="1542338" cy="81673"/>
              </a:xfrm>
              <a:custGeom>
                <a:avLst/>
                <a:gdLst/>
                <a:ahLst/>
                <a:cxnLst/>
                <a:rect l="l" t="t" r="r" b="b"/>
                <a:pathLst>
                  <a:path w="18110" h="959" extrusionOk="0">
                    <a:moveTo>
                      <a:pt x="17958" y="105"/>
                    </a:moveTo>
                    <a:lnTo>
                      <a:pt x="17827" y="849"/>
                    </a:lnTo>
                    <a:lnTo>
                      <a:pt x="131" y="849"/>
                    </a:lnTo>
                    <a:lnTo>
                      <a:pt x="304" y="105"/>
                    </a:lnTo>
                    <a:close/>
                    <a:moveTo>
                      <a:pt x="215" y="0"/>
                    </a:moveTo>
                    <a:lnTo>
                      <a:pt x="215" y="42"/>
                    </a:lnTo>
                    <a:lnTo>
                      <a:pt x="0" y="959"/>
                    </a:lnTo>
                    <a:lnTo>
                      <a:pt x="17937" y="959"/>
                    </a:lnTo>
                    <a:lnTo>
                      <a:pt x="18109" y="0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Google Shape;608;p33">
                <a:extLst>
                  <a:ext uri="{FF2B5EF4-FFF2-40B4-BE49-F238E27FC236}">
                    <a16:creationId xmlns:a16="http://schemas.microsoft.com/office/drawing/2014/main" id="{F67EB715-F7B1-4D37-CC33-35BEEC13B0AF}"/>
                  </a:ext>
                </a:extLst>
              </p:cNvPr>
              <p:cNvSpPr/>
              <p:nvPr/>
            </p:nvSpPr>
            <p:spPr>
              <a:xfrm>
                <a:off x="1561709" y="2579435"/>
                <a:ext cx="1536973" cy="72731"/>
              </a:xfrm>
              <a:custGeom>
                <a:avLst/>
                <a:gdLst/>
                <a:ahLst/>
                <a:cxnLst/>
                <a:rect l="l" t="t" r="r" b="b"/>
                <a:pathLst>
                  <a:path w="18047" h="854" extrusionOk="0">
                    <a:moveTo>
                      <a:pt x="194" y="0"/>
                    </a:moveTo>
                    <a:lnTo>
                      <a:pt x="0" y="854"/>
                    </a:lnTo>
                    <a:lnTo>
                      <a:pt x="17916" y="854"/>
                    </a:lnTo>
                    <a:lnTo>
                      <a:pt x="1804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609;p33">
                <a:extLst>
                  <a:ext uri="{FF2B5EF4-FFF2-40B4-BE49-F238E27FC236}">
                    <a16:creationId xmlns:a16="http://schemas.microsoft.com/office/drawing/2014/main" id="{DC0ABF36-489A-43F9-D70E-F11151432E0C}"/>
                  </a:ext>
                </a:extLst>
              </p:cNvPr>
              <p:cNvSpPr/>
              <p:nvPr/>
            </p:nvSpPr>
            <p:spPr>
              <a:xfrm>
                <a:off x="1555918" y="2574070"/>
                <a:ext cx="1549918" cy="81673"/>
              </a:xfrm>
              <a:custGeom>
                <a:avLst/>
                <a:gdLst/>
                <a:ahLst/>
                <a:cxnLst/>
                <a:rect l="l" t="t" r="r" b="b"/>
                <a:pathLst>
                  <a:path w="18199" h="959" extrusionOk="0">
                    <a:moveTo>
                      <a:pt x="18047" y="110"/>
                    </a:moveTo>
                    <a:lnTo>
                      <a:pt x="17916" y="849"/>
                    </a:lnTo>
                    <a:lnTo>
                      <a:pt x="131" y="849"/>
                    </a:lnTo>
                    <a:lnTo>
                      <a:pt x="330" y="110"/>
                    </a:lnTo>
                    <a:close/>
                    <a:moveTo>
                      <a:pt x="220" y="0"/>
                    </a:moveTo>
                    <a:lnTo>
                      <a:pt x="220" y="42"/>
                    </a:lnTo>
                    <a:lnTo>
                      <a:pt x="0" y="959"/>
                    </a:lnTo>
                    <a:lnTo>
                      <a:pt x="18026" y="959"/>
                    </a:lnTo>
                    <a:lnTo>
                      <a:pt x="18199" y="0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Google Shape;610;p33">
                <a:extLst>
                  <a:ext uri="{FF2B5EF4-FFF2-40B4-BE49-F238E27FC236}">
                    <a16:creationId xmlns:a16="http://schemas.microsoft.com/office/drawing/2014/main" id="{3EAE2450-FB61-9028-2974-B503AA985C7F}"/>
                  </a:ext>
                </a:extLst>
              </p:cNvPr>
              <p:cNvSpPr/>
              <p:nvPr/>
            </p:nvSpPr>
            <p:spPr>
              <a:xfrm>
                <a:off x="1533605" y="2694917"/>
                <a:ext cx="1544552" cy="74094"/>
              </a:xfrm>
              <a:custGeom>
                <a:avLst/>
                <a:gdLst/>
                <a:ahLst/>
                <a:cxnLst/>
                <a:rect l="l" t="t" r="r" b="b"/>
                <a:pathLst>
                  <a:path w="18136" h="870" extrusionOk="0">
                    <a:moveTo>
                      <a:pt x="199" y="1"/>
                    </a:moveTo>
                    <a:lnTo>
                      <a:pt x="0" y="870"/>
                    </a:lnTo>
                    <a:lnTo>
                      <a:pt x="17984" y="870"/>
                    </a:lnTo>
                    <a:lnTo>
                      <a:pt x="1813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Google Shape;611;p33">
                <a:extLst>
                  <a:ext uri="{FF2B5EF4-FFF2-40B4-BE49-F238E27FC236}">
                    <a16:creationId xmlns:a16="http://schemas.microsoft.com/office/drawing/2014/main" id="{30863F85-99EB-1A23-B1A5-FAE70950EF0D}"/>
                  </a:ext>
                </a:extLst>
              </p:cNvPr>
              <p:cNvSpPr/>
              <p:nvPr/>
            </p:nvSpPr>
            <p:spPr>
              <a:xfrm>
                <a:off x="1528240" y="2690914"/>
                <a:ext cx="1555283" cy="82184"/>
              </a:xfrm>
              <a:custGeom>
                <a:avLst/>
                <a:gdLst/>
                <a:ahLst/>
                <a:cxnLst/>
                <a:rect l="l" t="t" r="r" b="b"/>
                <a:pathLst>
                  <a:path w="18262" h="965" extrusionOk="0">
                    <a:moveTo>
                      <a:pt x="18131" y="110"/>
                    </a:moveTo>
                    <a:lnTo>
                      <a:pt x="18000" y="854"/>
                    </a:lnTo>
                    <a:lnTo>
                      <a:pt x="132" y="854"/>
                    </a:lnTo>
                    <a:lnTo>
                      <a:pt x="304" y="110"/>
                    </a:lnTo>
                    <a:close/>
                    <a:moveTo>
                      <a:pt x="215" y="0"/>
                    </a:moveTo>
                    <a:lnTo>
                      <a:pt x="215" y="48"/>
                    </a:lnTo>
                    <a:lnTo>
                      <a:pt x="1" y="964"/>
                    </a:lnTo>
                    <a:lnTo>
                      <a:pt x="18110" y="964"/>
                    </a:lnTo>
                    <a:lnTo>
                      <a:pt x="18262" y="0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Google Shape;612;p33">
                <a:extLst>
                  <a:ext uri="{FF2B5EF4-FFF2-40B4-BE49-F238E27FC236}">
                    <a16:creationId xmlns:a16="http://schemas.microsoft.com/office/drawing/2014/main" id="{984672AD-5B1F-CB5F-E5FC-4DEEFFE8A4D6}"/>
                  </a:ext>
                </a:extLst>
              </p:cNvPr>
              <p:cNvSpPr/>
              <p:nvPr/>
            </p:nvSpPr>
            <p:spPr>
              <a:xfrm>
                <a:off x="1504139" y="2813549"/>
                <a:ext cx="1553495" cy="72816"/>
              </a:xfrm>
              <a:custGeom>
                <a:avLst/>
                <a:gdLst/>
                <a:ahLst/>
                <a:cxnLst/>
                <a:rect l="l" t="t" r="r" b="b"/>
                <a:pathLst>
                  <a:path w="18241" h="855" extrusionOk="0">
                    <a:moveTo>
                      <a:pt x="216" y="1"/>
                    </a:moveTo>
                    <a:lnTo>
                      <a:pt x="1" y="854"/>
                    </a:lnTo>
                    <a:lnTo>
                      <a:pt x="18089" y="854"/>
                    </a:lnTo>
                    <a:lnTo>
                      <a:pt x="1824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Google Shape;613;p33">
                <a:extLst>
                  <a:ext uri="{FF2B5EF4-FFF2-40B4-BE49-F238E27FC236}">
                    <a16:creationId xmlns:a16="http://schemas.microsoft.com/office/drawing/2014/main" id="{825E502E-6391-B1A0-45E1-CC5CA751E032}"/>
                  </a:ext>
                </a:extLst>
              </p:cNvPr>
              <p:cNvSpPr/>
              <p:nvPr/>
            </p:nvSpPr>
            <p:spPr>
              <a:xfrm>
                <a:off x="1498348" y="2808183"/>
                <a:ext cx="1564651" cy="83547"/>
              </a:xfrm>
              <a:custGeom>
                <a:avLst/>
                <a:gdLst/>
                <a:ahLst/>
                <a:cxnLst/>
                <a:rect l="l" t="t" r="r" b="b"/>
                <a:pathLst>
                  <a:path w="18372" h="981" extrusionOk="0">
                    <a:moveTo>
                      <a:pt x="18241" y="111"/>
                    </a:moveTo>
                    <a:lnTo>
                      <a:pt x="18110" y="875"/>
                    </a:lnTo>
                    <a:lnTo>
                      <a:pt x="153" y="875"/>
                    </a:lnTo>
                    <a:lnTo>
                      <a:pt x="331" y="111"/>
                    </a:lnTo>
                    <a:close/>
                    <a:moveTo>
                      <a:pt x="242" y="1"/>
                    </a:moveTo>
                    <a:lnTo>
                      <a:pt x="242" y="43"/>
                    </a:lnTo>
                    <a:lnTo>
                      <a:pt x="1" y="980"/>
                    </a:lnTo>
                    <a:lnTo>
                      <a:pt x="18199" y="980"/>
                    </a:lnTo>
                    <a:lnTo>
                      <a:pt x="18372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Google Shape;614;p33">
                <a:extLst>
                  <a:ext uri="{FF2B5EF4-FFF2-40B4-BE49-F238E27FC236}">
                    <a16:creationId xmlns:a16="http://schemas.microsoft.com/office/drawing/2014/main" id="{64981086-E5E5-CA40-22DC-09AF0178A568}"/>
                  </a:ext>
                </a:extLst>
              </p:cNvPr>
              <p:cNvSpPr/>
              <p:nvPr/>
            </p:nvSpPr>
            <p:spPr>
              <a:xfrm>
                <a:off x="1476035" y="2930818"/>
                <a:ext cx="804724" cy="76393"/>
              </a:xfrm>
              <a:custGeom>
                <a:avLst/>
                <a:gdLst/>
                <a:ahLst/>
                <a:cxnLst/>
                <a:rect l="l" t="t" r="r" b="b"/>
                <a:pathLst>
                  <a:path w="9449" h="897" extrusionOk="0">
                    <a:moveTo>
                      <a:pt x="221" y="1"/>
                    </a:moveTo>
                    <a:lnTo>
                      <a:pt x="1" y="896"/>
                    </a:lnTo>
                    <a:lnTo>
                      <a:pt x="9255" y="896"/>
                    </a:lnTo>
                    <a:lnTo>
                      <a:pt x="944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Google Shape;615;p33">
                <a:extLst>
                  <a:ext uri="{FF2B5EF4-FFF2-40B4-BE49-F238E27FC236}">
                    <a16:creationId xmlns:a16="http://schemas.microsoft.com/office/drawing/2014/main" id="{1B16810D-6865-A703-2867-E97F40499EDC}"/>
                  </a:ext>
                </a:extLst>
              </p:cNvPr>
              <p:cNvSpPr/>
              <p:nvPr/>
            </p:nvSpPr>
            <p:spPr>
              <a:xfrm>
                <a:off x="1470755" y="2927241"/>
                <a:ext cx="815796" cy="83547"/>
              </a:xfrm>
              <a:custGeom>
                <a:avLst/>
                <a:gdLst/>
                <a:ahLst/>
                <a:cxnLst/>
                <a:rect l="l" t="t" r="r" b="b"/>
                <a:pathLst>
                  <a:path w="9579" h="981" extrusionOk="0">
                    <a:moveTo>
                      <a:pt x="9426" y="106"/>
                    </a:moveTo>
                    <a:lnTo>
                      <a:pt x="9269" y="870"/>
                    </a:lnTo>
                    <a:lnTo>
                      <a:pt x="131" y="870"/>
                    </a:lnTo>
                    <a:lnTo>
                      <a:pt x="325" y="106"/>
                    </a:lnTo>
                    <a:close/>
                    <a:moveTo>
                      <a:pt x="236" y="1"/>
                    </a:moveTo>
                    <a:lnTo>
                      <a:pt x="215" y="43"/>
                    </a:lnTo>
                    <a:lnTo>
                      <a:pt x="0" y="980"/>
                    </a:lnTo>
                    <a:lnTo>
                      <a:pt x="9358" y="980"/>
                    </a:lnTo>
                    <a:lnTo>
                      <a:pt x="9578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Google Shape;616;p33">
                <a:extLst>
                  <a:ext uri="{FF2B5EF4-FFF2-40B4-BE49-F238E27FC236}">
                    <a16:creationId xmlns:a16="http://schemas.microsoft.com/office/drawing/2014/main" id="{AC736049-6C91-28D6-C862-AC8C12BB9CFC}"/>
                  </a:ext>
                </a:extLst>
              </p:cNvPr>
              <p:cNvSpPr/>
              <p:nvPr/>
            </p:nvSpPr>
            <p:spPr>
              <a:xfrm>
                <a:off x="1446228" y="3051750"/>
                <a:ext cx="1568654" cy="74094"/>
              </a:xfrm>
              <a:custGeom>
                <a:avLst/>
                <a:gdLst/>
                <a:ahLst/>
                <a:cxnLst/>
                <a:rect l="l" t="t" r="r" b="b"/>
                <a:pathLst>
                  <a:path w="18419" h="870" extrusionOk="0">
                    <a:moveTo>
                      <a:pt x="220" y="0"/>
                    </a:moveTo>
                    <a:lnTo>
                      <a:pt x="0" y="869"/>
                    </a:lnTo>
                    <a:lnTo>
                      <a:pt x="18266" y="869"/>
                    </a:lnTo>
                    <a:lnTo>
                      <a:pt x="1841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Google Shape;617;p33">
                <a:extLst>
                  <a:ext uri="{FF2B5EF4-FFF2-40B4-BE49-F238E27FC236}">
                    <a16:creationId xmlns:a16="http://schemas.microsoft.com/office/drawing/2014/main" id="{99CF4D47-FE5B-BFBE-1502-91936F6149BD}"/>
                  </a:ext>
                </a:extLst>
              </p:cNvPr>
              <p:cNvSpPr/>
              <p:nvPr/>
            </p:nvSpPr>
            <p:spPr>
              <a:xfrm>
                <a:off x="1440863" y="3045959"/>
                <a:ext cx="1579811" cy="85676"/>
              </a:xfrm>
              <a:custGeom>
                <a:avLst/>
                <a:gdLst/>
                <a:ahLst/>
                <a:cxnLst/>
                <a:rect l="l" t="t" r="r" b="b"/>
                <a:pathLst>
                  <a:path w="18550" h="1006" extrusionOk="0">
                    <a:moveTo>
                      <a:pt x="18418" y="110"/>
                    </a:moveTo>
                    <a:lnTo>
                      <a:pt x="18287" y="896"/>
                    </a:lnTo>
                    <a:lnTo>
                      <a:pt x="152" y="896"/>
                    </a:lnTo>
                    <a:lnTo>
                      <a:pt x="325" y="110"/>
                    </a:lnTo>
                    <a:close/>
                    <a:moveTo>
                      <a:pt x="241" y="0"/>
                    </a:moveTo>
                    <a:lnTo>
                      <a:pt x="241" y="47"/>
                    </a:lnTo>
                    <a:lnTo>
                      <a:pt x="0" y="1005"/>
                    </a:lnTo>
                    <a:lnTo>
                      <a:pt x="18371" y="1005"/>
                    </a:lnTo>
                    <a:lnTo>
                      <a:pt x="18549" y="0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Google Shape;618;p33">
                <a:extLst>
                  <a:ext uri="{FF2B5EF4-FFF2-40B4-BE49-F238E27FC236}">
                    <a16:creationId xmlns:a16="http://schemas.microsoft.com/office/drawing/2014/main" id="{9BF01851-5875-4302-D057-9026D4A16E40}"/>
                  </a:ext>
                </a:extLst>
              </p:cNvPr>
              <p:cNvSpPr/>
              <p:nvPr/>
            </p:nvSpPr>
            <p:spPr>
              <a:xfrm>
                <a:off x="1416762" y="3172596"/>
                <a:ext cx="1577596" cy="75882"/>
              </a:xfrm>
              <a:custGeom>
                <a:avLst/>
                <a:gdLst/>
                <a:ahLst/>
                <a:cxnLst/>
                <a:rect l="l" t="t" r="r" b="b"/>
                <a:pathLst>
                  <a:path w="18524" h="891" extrusionOk="0">
                    <a:moveTo>
                      <a:pt x="215" y="0"/>
                    </a:moveTo>
                    <a:lnTo>
                      <a:pt x="0" y="891"/>
                    </a:lnTo>
                    <a:lnTo>
                      <a:pt x="18350" y="891"/>
                    </a:lnTo>
                    <a:lnTo>
                      <a:pt x="1852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Google Shape;619;p33">
                <a:extLst>
                  <a:ext uri="{FF2B5EF4-FFF2-40B4-BE49-F238E27FC236}">
                    <a16:creationId xmlns:a16="http://schemas.microsoft.com/office/drawing/2014/main" id="{702BC0AE-28A7-FABC-0A91-19FCC2CAB169}"/>
                  </a:ext>
                </a:extLst>
              </p:cNvPr>
              <p:cNvSpPr/>
              <p:nvPr/>
            </p:nvSpPr>
            <p:spPr>
              <a:xfrm>
                <a:off x="1410971" y="3166805"/>
                <a:ext cx="1589179" cy="87464"/>
              </a:xfrm>
              <a:custGeom>
                <a:avLst/>
                <a:gdLst/>
                <a:ahLst/>
                <a:cxnLst/>
                <a:rect l="l" t="t" r="r" b="b"/>
                <a:pathLst>
                  <a:path w="18660" h="1027" extrusionOk="0">
                    <a:moveTo>
                      <a:pt x="18528" y="131"/>
                    </a:moveTo>
                    <a:lnTo>
                      <a:pt x="18377" y="896"/>
                    </a:lnTo>
                    <a:lnTo>
                      <a:pt x="152" y="896"/>
                    </a:lnTo>
                    <a:lnTo>
                      <a:pt x="330" y="131"/>
                    </a:lnTo>
                    <a:close/>
                    <a:moveTo>
                      <a:pt x="241" y="0"/>
                    </a:moveTo>
                    <a:lnTo>
                      <a:pt x="241" y="42"/>
                    </a:lnTo>
                    <a:lnTo>
                      <a:pt x="0" y="1027"/>
                    </a:lnTo>
                    <a:lnTo>
                      <a:pt x="18481" y="1027"/>
                    </a:lnTo>
                    <a:lnTo>
                      <a:pt x="18659" y="0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Google Shape;620;p33">
                <a:extLst>
                  <a:ext uri="{FF2B5EF4-FFF2-40B4-BE49-F238E27FC236}">
                    <a16:creationId xmlns:a16="http://schemas.microsoft.com/office/drawing/2014/main" id="{55EBBDA3-22A9-FB13-0C7C-D1692CC14DE7}"/>
                  </a:ext>
                </a:extLst>
              </p:cNvPr>
              <p:cNvSpPr/>
              <p:nvPr/>
            </p:nvSpPr>
            <p:spPr>
              <a:xfrm>
                <a:off x="1386870" y="3295231"/>
                <a:ext cx="1585176" cy="75882"/>
              </a:xfrm>
              <a:custGeom>
                <a:avLst/>
                <a:gdLst/>
                <a:ahLst/>
                <a:cxnLst/>
                <a:rect l="l" t="t" r="r" b="b"/>
                <a:pathLst>
                  <a:path w="18613" h="891" extrusionOk="0">
                    <a:moveTo>
                      <a:pt x="241" y="0"/>
                    </a:moveTo>
                    <a:lnTo>
                      <a:pt x="1" y="891"/>
                    </a:lnTo>
                    <a:lnTo>
                      <a:pt x="18461" y="891"/>
                    </a:lnTo>
                    <a:lnTo>
                      <a:pt x="1861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Google Shape;621;p33">
                <a:extLst>
                  <a:ext uri="{FF2B5EF4-FFF2-40B4-BE49-F238E27FC236}">
                    <a16:creationId xmlns:a16="http://schemas.microsoft.com/office/drawing/2014/main" id="{FF208F22-7067-41D2-1937-4C4C2FB31DEA}"/>
                  </a:ext>
                </a:extLst>
              </p:cNvPr>
              <p:cNvSpPr/>
              <p:nvPr/>
            </p:nvSpPr>
            <p:spPr>
              <a:xfrm>
                <a:off x="1381504" y="3289440"/>
                <a:ext cx="1596333" cy="87464"/>
              </a:xfrm>
              <a:custGeom>
                <a:avLst/>
                <a:gdLst/>
                <a:ahLst/>
                <a:cxnLst/>
                <a:rect l="l" t="t" r="r" b="b"/>
                <a:pathLst>
                  <a:path w="18744" h="1027" extrusionOk="0">
                    <a:moveTo>
                      <a:pt x="18613" y="110"/>
                    </a:moveTo>
                    <a:lnTo>
                      <a:pt x="18482" y="896"/>
                    </a:lnTo>
                    <a:lnTo>
                      <a:pt x="153" y="896"/>
                    </a:lnTo>
                    <a:lnTo>
                      <a:pt x="346" y="110"/>
                    </a:lnTo>
                    <a:close/>
                    <a:moveTo>
                      <a:pt x="236" y="0"/>
                    </a:moveTo>
                    <a:lnTo>
                      <a:pt x="236" y="42"/>
                    </a:lnTo>
                    <a:lnTo>
                      <a:pt x="1" y="1027"/>
                    </a:lnTo>
                    <a:lnTo>
                      <a:pt x="18565" y="1027"/>
                    </a:lnTo>
                    <a:lnTo>
                      <a:pt x="18744" y="0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Google Shape;622;p33">
                <a:extLst>
                  <a:ext uri="{FF2B5EF4-FFF2-40B4-BE49-F238E27FC236}">
                    <a16:creationId xmlns:a16="http://schemas.microsoft.com/office/drawing/2014/main" id="{1F22D6D4-9BF5-F5BD-35EB-EFE048B2784E}"/>
                  </a:ext>
                </a:extLst>
              </p:cNvPr>
              <p:cNvSpPr/>
              <p:nvPr/>
            </p:nvSpPr>
            <p:spPr>
              <a:xfrm>
                <a:off x="1593390" y="1951443"/>
                <a:ext cx="53569" cy="196135"/>
              </a:xfrm>
              <a:custGeom>
                <a:avLst/>
                <a:gdLst/>
                <a:ahLst/>
                <a:cxnLst/>
                <a:rect l="l" t="t" r="r" b="b"/>
                <a:pathLst>
                  <a:path w="629" h="2303" extrusionOk="0">
                    <a:moveTo>
                      <a:pt x="566" y="1"/>
                    </a:moveTo>
                    <a:cubicBezTo>
                      <a:pt x="545" y="1"/>
                      <a:pt x="498" y="22"/>
                      <a:pt x="498" y="43"/>
                    </a:cubicBezTo>
                    <a:lnTo>
                      <a:pt x="0" y="2226"/>
                    </a:lnTo>
                    <a:cubicBezTo>
                      <a:pt x="0" y="2268"/>
                      <a:pt x="0" y="2294"/>
                      <a:pt x="42" y="2294"/>
                    </a:cubicBezTo>
                    <a:cubicBezTo>
                      <a:pt x="48" y="2300"/>
                      <a:pt x="55" y="2302"/>
                      <a:pt x="62" y="2302"/>
                    </a:cubicBezTo>
                    <a:cubicBezTo>
                      <a:pt x="82" y="2302"/>
                      <a:pt x="105" y="2282"/>
                      <a:pt x="105" y="2247"/>
                    </a:cubicBezTo>
                    <a:lnTo>
                      <a:pt x="608" y="69"/>
                    </a:lnTo>
                    <a:cubicBezTo>
                      <a:pt x="629" y="43"/>
                      <a:pt x="608" y="1"/>
                      <a:pt x="566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Google Shape;623;p33">
                <a:extLst>
                  <a:ext uri="{FF2B5EF4-FFF2-40B4-BE49-F238E27FC236}">
                    <a16:creationId xmlns:a16="http://schemas.microsoft.com/office/drawing/2014/main" id="{B46A7794-E5B6-D538-988D-87C49270406D}"/>
                  </a:ext>
                </a:extLst>
              </p:cNvPr>
              <p:cNvSpPr/>
              <p:nvPr/>
            </p:nvSpPr>
            <p:spPr>
              <a:xfrm>
                <a:off x="1972306" y="1752431"/>
                <a:ext cx="492453" cy="652573"/>
              </a:xfrm>
              <a:custGeom>
                <a:avLst/>
                <a:gdLst/>
                <a:ahLst/>
                <a:cxnLst/>
                <a:rect l="l" t="t" r="r" b="b"/>
                <a:pathLst>
                  <a:path w="5782" h="7662" extrusionOk="0">
                    <a:moveTo>
                      <a:pt x="5520" y="0"/>
                    </a:moveTo>
                    <a:cubicBezTo>
                      <a:pt x="5321" y="0"/>
                      <a:pt x="5059" y="351"/>
                      <a:pt x="4451" y="896"/>
                    </a:cubicBezTo>
                    <a:cubicBezTo>
                      <a:pt x="4142" y="1179"/>
                      <a:pt x="3839" y="1509"/>
                      <a:pt x="3598" y="1791"/>
                    </a:cubicBezTo>
                    <a:cubicBezTo>
                      <a:pt x="3619" y="1749"/>
                      <a:pt x="3645" y="1702"/>
                      <a:pt x="3645" y="1640"/>
                    </a:cubicBezTo>
                    <a:cubicBezTo>
                      <a:pt x="3661" y="1422"/>
                      <a:pt x="3497" y="1266"/>
                      <a:pt x="3361" y="1266"/>
                    </a:cubicBezTo>
                    <a:cubicBezTo>
                      <a:pt x="3320" y="1266"/>
                      <a:pt x="3282" y="1280"/>
                      <a:pt x="3252" y="1310"/>
                    </a:cubicBezTo>
                    <a:cubicBezTo>
                      <a:pt x="3121" y="1440"/>
                      <a:pt x="2901" y="1619"/>
                      <a:pt x="2529" y="1833"/>
                    </a:cubicBezTo>
                    <a:cubicBezTo>
                      <a:pt x="2137" y="2032"/>
                      <a:pt x="1985" y="2357"/>
                      <a:pt x="1812" y="2729"/>
                    </a:cubicBezTo>
                    <a:cubicBezTo>
                      <a:pt x="1655" y="3101"/>
                      <a:pt x="1634" y="3321"/>
                      <a:pt x="1482" y="3645"/>
                    </a:cubicBezTo>
                    <a:cubicBezTo>
                      <a:pt x="1288" y="3886"/>
                      <a:pt x="848" y="4389"/>
                      <a:pt x="608" y="4583"/>
                    </a:cubicBezTo>
                    <a:cubicBezTo>
                      <a:pt x="262" y="4824"/>
                      <a:pt x="0" y="4735"/>
                      <a:pt x="283" y="5436"/>
                    </a:cubicBezTo>
                    <a:cubicBezTo>
                      <a:pt x="566" y="6133"/>
                      <a:pt x="869" y="6656"/>
                      <a:pt x="1393" y="7117"/>
                    </a:cubicBezTo>
                    <a:cubicBezTo>
                      <a:pt x="1896" y="7552"/>
                      <a:pt x="2509" y="7662"/>
                      <a:pt x="2509" y="7662"/>
                    </a:cubicBezTo>
                    <a:cubicBezTo>
                      <a:pt x="2509" y="7662"/>
                      <a:pt x="3053" y="7222"/>
                      <a:pt x="3446" y="6855"/>
                    </a:cubicBezTo>
                    <a:cubicBezTo>
                      <a:pt x="3708" y="6615"/>
                      <a:pt x="3949" y="6264"/>
                      <a:pt x="4080" y="6070"/>
                    </a:cubicBezTo>
                    <a:cubicBezTo>
                      <a:pt x="4320" y="6002"/>
                      <a:pt x="4603" y="5850"/>
                      <a:pt x="4907" y="5588"/>
                    </a:cubicBezTo>
                    <a:cubicBezTo>
                      <a:pt x="5389" y="5195"/>
                      <a:pt x="5520" y="4892"/>
                      <a:pt x="5347" y="4389"/>
                    </a:cubicBezTo>
                    <a:cubicBezTo>
                      <a:pt x="5190" y="3865"/>
                      <a:pt x="4645" y="3163"/>
                      <a:pt x="4514" y="2949"/>
                    </a:cubicBezTo>
                    <a:cubicBezTo>
                      <a:pt x="4383" y="2729"/>
                      <a:pt x="4755" y="2378"/>
                      <a:pt x="4907" y="2184"/>
                    </a:cubicBezTo>
                    <a:cubicBezTo>
                      <a:pt x="5085" y="2011"/>
                      <a:pt x="5562" y="1268"/>
                      <a:pt x="5672" y="854"/>
                    </a:cubicBezTo>
                    <a:cubicBezTo>
                      <a:pt x="5782" y="414"/>
                      <a:pt x="5761" y="131"/>
                      <a:pt x="5583" y="21"/>
                    </a:cubicBezTo>
                    <a:cubicBezTo>
                      <a:pt x="5562" y="21"/>
                      <a:pt x="5541" y="0"/>
                      <a:pt x="5520" y="0"/>
                    </a:cubicBezTo>
                    <a:close/>
                  </a:path>
                </a:pathLst>
              </a:custGeom>
              <a:solidFill>
                <a:srgbClr val="FFEBD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Google Shape;624;p33">
                <a:extLst>
                  <a:ext uri="{FF2B5EF4-FFF2-40B4-BE49-F238E27FC236}">
                    <a16:creationId xmlns:a16="http://schemas.microsoft.com/office/drawing/2014/main" id="{7FF1A0F4-9529-1BF6-8A1D-EB0EDC1A9C61}"/>
                  </a:ext>
                </a:extLst>
              </p:cNvPr>
              <p:cNvSpPr/>
              <p:nvPr/>
            </p:nvSpPr>
            <p:spPr>
              <a:xfrm>
                <a:off x="2271504" y="1748854"/>
                <a:ext cx="195039" cy="527713"/>
              </a:xfrm>
              <a:custGeom>
                <a:avLst/>
                <a:gdLst/>
                <a:ahLst/>
                <a:cxnLst/>
                <a:rect l="l" t="t" r="r" b="b"/>
                <a:pathLst>
                  <a:path w="2290" h="6196" extrusionOk="0">
                    <a:moveTo>
                      <a:pt x="2007" y="0"/>
                    </a:moveTo>
                    <a:cubicBezTo>
                      <a:pt x="1965" y="0"/>
                      <a:pt x="1918" y="0"/>
                      <a:pt x="1897" y="21"/>
                    </a:cubicBezTo>
                    <a:cubicBezTo>
                      <a:pt x="1808" y="42"/>
                      <a:pt x="1745" y="110"/>
                      <a:pt x="1656" y="173"/>
                    </a:cubicBezTo>
                    <a:cubicBezTo>
                      <a:pt x="1483" y="351"/>
                      <a:pt x="1242" y="587"/>
                      <a:pt x="891" y="917"/>
                    </a:cubicBezTo>
                    <a:cubicBezTo>
                      <a:pt x="608" y="1158"/>
                      <a:pt x="347" y="1462"/>
                      <a:pt x="132" y="1723"/>
                    </a:cubicBezTo>
                    <a:cubicBezTo>
                      <a:pt x="132" y="1723"/>
                      <a:pt x="85" y="1854"/>
                      <a:pt x="1" y="2053"/>
                    </a:cubicBezTo>
                    <a:cubicBezTo>
                      <a:pt x="237" y="1744"/>
                      <a:pt x="608" y="1331"/>
                      <a:pt x="980" y="980"/>
                    </a:cubicBezTo>
                    <a:cubicBezTo>
                      <a:pt x="1331" y="676"/>
                      <a:pt x="1572" y="414"/>
                      <a:pt x="1724" y="262"/>
                    </a:cubicBezTo>
                    <a:cubicBezTo>
                      <a:pt x="1808" y="194"/>
                      <a:pt x="1876" y="152"/>
                      <a:pt x="1939" y="131"/>
                    </a:cubicBezTo>
                    <a:cubicBezTo>
                      <a:pt x="1986" y="110"/>
                      <a:pt x="2007" y="110"/>
                      <a:pt x="2028" y="110"/>
                    </a:cubicBezTo>
                    <a:cubicBezTo>
                      <a:pt x="2117" y="173"/>
                      <a:pt x="2159" y="241"/>
                      <a:pt x="2159" y="372"/>
                    </a:cubicBezTo>
                    <a:cubicBezTo>
                      <a:pt x="2180" y="503"/>
                      <a:pt x="2159" y="676"/>
                      <a:pt x="2096" y="875"/>
                    </a:cubicBezTo>
                    <a:cubicBezTo>
                      <a:pt x="1986" y="1289"/>
                      <a:pt x="1504" y="2027"/>
                      <a:pt x="1352" y="2205"/>
                    </a:cubicBezTo>
                    <a:cubicBezTo>
                      <a:pt x="1284" y="2289"/>
                      <a:pt x="1132" y="2420"/>
                      <a:pt x="1048" y="2577"/>
                    </a:cubicBezTo>
                    <a:cubicBezTo>
                      <a:pt x="1001" y="2640"/>
                      <a:pt x="959" y="2729"/>
                      <a:pt x="938" y="2792"/>
                    </a:cubicBezTo>
                    <a:cubicBezTo>
                      <a:pt x="917" y="2881"/>
                      <a:pt x="917" y="2944"/>
                      <a:pt x="959" y="3033"/>
                    </a:cubicBezTo>
                    <a:cubicBezTo>
                      <a:pt x="1022" y="3143"/>
                      <a:pt x="1200" y="3363"/>
                      <a:pt x="1352" y="3624"/>
                    </a:cubicBezTo>
                    <a:cubicBezTo>
                      <a:pt x="1525" y="3907"/>
                      <a:pt x="1703" y="4190"/>
                      <a:pt x="1787" y="4452"/>
                    </a:cubicBezTo>
                    <a:cubicBezTo>
                      <a:pt x="1855" y="4693"/>
                      <a:pt x="1876" y="4886"/>
                      <a:pt x="1808" y="5065"/>
                    </a:cubicBezTo>
                    <a:cubicBezTo>
                      <a:pt x="1745" y="5237"/>
                      <a:pt x="1593" y="5389"/>
                      <a:pt x="1352" y="5588"/>
                    </a:cubicBezTo>
                    <a:cubicBezTo>
                      <a:pt x="1069" y="5824"/>
                      <a:pt x="787" y="6002"/>
                      <a:pt x="546" y="6065"/>
                    </a:cubicBezTo>
                    <a:lnTo>
                      <a:pt x="546" y="6086"/>
                    </a:lnTo>
                    <a:lnTo>
                      <a:pt x="478" y="6196"/>
                    </a:lnTo>
                    <a:cubicBezTo>
                      <a:pt x="760" y="6133"/>
                      <a:pt x="1090" y="5955"/>
                      <a:pt x="1441" y="5672"/>
                    </a:cubicBezTo>
                    <a:cubicBezTo>
                      <a:pt x="1677" y="5478"/>
                      <a:pt x="1834" y="5300"/>
                      <a:pt x="1897" y="5085"/>
                    </a:cubicBezTo>
                    <a:cubicBezTo>
                      <a:pt x="1986" y="4886"/>
                      <a:pt x="1986" y="4672"/>
                      <a:pt x="1897" y="4410"/>
                    </a:cubicBezTo>
                    <a:cubicBezTo>
                      <a:pt x="1808" y="4148"/>
                      <a:pt x="1635" y="3839"/>
                      <a:pt x="1462" y="3577"/>
                    </a:cubicBezTo>
                    <a:cubicBezTo>
                      <a:pt x="1284" y="3294"/>
                      <a:pt x="1111" y="3075"/>
                      <a:pt x="1048" y="2970"/>
                    </a:cubicBezTo>
                    <a:cubicBezTo>
                      <a:pt x="1022" y="2923"/>
                      <a:pt x="1022" y="2881"/>
                      <a:pt x="1048" y="2813"/>
                    </a:cubicBezTo>
                    <a:cubicBezTo>
                      <a:pt x="1048" y="2771"/>
                      <a:pt x="1090" y="2708"/>
                      <a:pt x="1132" y="2640"/>
                    </a:cubicBezTo>
                    <a:cubicBezTo>
                      <a:pt x="1221" y="2509"/>
                      <a:pt x="1352" y="2357"/>
                      <a:pt x="1441" y="2268"/>
                    </a:cubicBezTo>
                    <a:cubicBezTo>
                      <a:pt x="1614" y="2074"/>
                      <a:pt x="2096" y="1352"/>
                      <a:pt x="2200" y="917"/>
                    </a:cubicBezTo>
                    <a:cubicBezTo>
                      <a:pt x="2269" y="697"/>
                      <a:pt x="2290" y="503"/>
                      <a:pt x="2269" y="351"/>
                    </a:cubicBezTo>
                    <a:cubicBezTo>
                      <a:pt x="2269" y="220"/>
                      <a:pt x="2200" y="89"/>
                      <a:pt x="2096" y="21"/>
                    </a:cubicBezTo>
                    <a:cubicBezTo>
                      <a:pt x="2070" y="0"/>
                      <a:pt x="2028" y="0"/>
                      <a:pt x="2007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Google Shape;625;p33">
                <a:extLst>
                  <a:ext uri="{FF2B5EF4-FFF2-40B4-BE49-F238E27FC236}">
                    <a16:creationId xmlns:a16="http://schemas.microsoft.com/office/drawing/2014/main" id="{B54DB3A9-927F-B853-7FD0-4C14D084A115}"/>
                  </a:ext>
                </a:extLst>
              </p:cNvPr>
              <p:cNvSpPr/>
              <p:nvPr/>
            </p:nvSpPr>
            <p:spPr>
              <a:xfrm>
                <a:off x="1981674" y="2044134"/>
                <a:ext cx="349282" cy="366231"/>
              </a:xfrm>
              <a:custGeom>
                <a:avLst/>
                <a:gdLst/>
                <a:ahLst/>
                <a:cxnLst/>
                <a:rect l="l" t="t" r="r" b="b"/>
                <a:pathLst>
                  <a:path w="4101" h="4300" extrusionOk="0">
                    <a:moveTo>
                      <a:pt x="1482" y="0"/>
                    </a:moveTo>
                    <a:lnTo>
                      <a:pt x="1440" y="47"/>
                    </a:lnTo>
                    <a:cubicBezTo>
                      <a:pt x="1440" y="47"/>
                      <a:pt x="1283" y="241"/>
                      <a:pt x="1068" y="482"/>
                    </a:cubicBezTo>
                    <a:cubicBezTo>
                      <a:pt x="869" y="723"/>
                      <a:pt x="607" y="985"/>
                      <a:pt x="456" y="1095"/>
                    </a:cubicBezTo>
                    <a:cubicBezTo>
                      <a:pt x="304" y="1226"/>
                      <a:pt x="152" y="1247"/>
                      <a:pt x="63" y="1378"/>
                    </a:cubicBezTo>
                    <a:cubicBezTo>
                      <a:pt x="21" y="1440"/>
                      <a:pt x="0" y="1509"/>
                      <a:pt x="0" y="1618"/>
                    </a:cubicBezTo>
                    <a:cubicBezTo>
                      <a:pt x="21" y="1728"/>
                      <a:pt x="42" y="1859"/>
                      <a:pt x="131" y="2032"/>
                    </a:cubicBezTo>
                    <a:cubicBezTo>
                      <a:pt x="414" y="2729"/>
                      <a:pt x="717" y="3273"/>
                      <a:pt x="1241" y="3734"/>
                    </a:cubicBezTo>
                    <a:cubicBezTo>
                      <a:pt x="1765" y="4190"/>
                      <a:pt x="2399" y="4300"/>
                      <a:pt x="2399" y="4300"/>
                    </a:cubicBezTo>
                    <a:lnTo>
                      <a:pt x="2419" y="4300"/>
                    </a:lnTo>
                    <a:lnTo>
                      <a:pt x="2440" y="4279"/>
                    </a:lnTo>
                    <a:cubicBezTo>
                      <a:pt x="2440" y="4279"/>
                      <a:pt x="2964" y="3844"/>
                      <a:pt x="3357" y="3472"/>
                    </a:cubicBezTo>
                    <a:cubicBezTo>
                      <a:pt x="3771" y="3101"/>
                      <a:pt x="4101" y="2556"/>
                      <a:pt x="4101" y="2556"/>
                    </a:cubicBezTo>
                    <a:lnTo>
                      <a:pt x="4101" y="2535"/>
                    </a:lnTo>
                    <a:lnTo>
                      <a:pt x="3928" y="2598"/>
                    </a:lnTo>
                    <a:cubicBezTo>
                      <a:pt x="3839" y="2729"/>
                      <a:pt x="3598" y="3121"/>
                      <a:pt x="3294" y="3383"/>
                    </a:cubicBezTo>
                    <a:cubicBezTo>
                      <a:pt x="2922" y="3734"/>
                      <a:pt x="2399" y="4148"/>
                      <a:pt x="2378" y="4169"/>
                    </a:cubicBezTo>
                    <a:cubicBezTo>
                      <a:pt x="2357" y="4169"/>
                      <a:pt x="1807" y="4059"/>
                      <a:pt x="1330" y="3645"/>
                    </a:cubicBezTo>
                    <a:cubicBezTo>
                      <a:pt x="827" y="3190"/>
                      <a:pt x="498" y="2666"/>
                      <a:pt x="236" y="1990"/>
                    </a:cubicBezTo>
                    <a:cubicBezTo>
                      <a:pt x="152" y="1812"/>
                      <a:pt x="131" y="1681"/>
                      <a:pt x="105" y="1598"/>
                    </a:cubicBezTo>
                    <a:cubicBezTo>
                      <a:pt x="105" y="1509"/>
                      <a:pt x="131" y="1467"/>
                      <a:pt x="152" y="1440"/>
                    </a:cubicBezTo>
                    <a:cubicBezTo>
                      <a:pt x="194" y="1378"/>
                      <a:pt x="346" y="1336"/>
                      <a:pt x="524" y="1205"/>
                    </a:cubicBezTo>
                    <a:cubicBezTo>
                      <a:pt x="697" y="1074"/>
                      <a:pt x="958" y="812"/>
                      <a:pt x="1152" y="571"/>
                    </a:cubicBezTo>
                    <a:cubicBezTo>
                      <a:pt x="1241" y="461"/>
                      <a:pt x="1309" y="393"/>
                      <a:pt x="1351" y="330"/>
                    </a:cubicBezTo>
                    <a:lnTo>
                      <a:pt x="1393" y="262"/>
                    </a:lnTo>
                    <a:cubicBezTo>
                      <a:pt x="1440" y="220"/>
                      <a:pt x="1482" y="178"/>
                      <a:pt x="1482" y="157"/>
                    </a:cubicBezTo>
                    <a:lnTo>
                      <a:pt x="1503" y="26"/>
                    </a:lnTo>
                    <a:lnTo>
                      <a:pt x="1482" y="0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Google Shape;626;p33">
                <a:extLst>
                  <a:ext uri="{FF2B5EF4-FFF2-40B4-BE49-F238E27FC236}">
                    <a16:creationId xmlns:a16="http://schemas.microsoft.com/office/drawing/2014/main" id="{A83F24ED-8A94-F122-A827-D1867123C795}"/>
                  </a:ext>
                </a:extLst>
              </p:cNvPr>
              <p:cNvSpPr/>
              <p:nvPr/>
            </p:nvSpPr>
            <p:spPr>
              <a:xfrm>
                <a:off x="1533345" y="2170780"/>
                <a:ext cx="617397" cy="401236"/>
              </a:xfrm>
              <a:custGeom>
                <a:avLst/>
                <a:gdLst/>
                <a:ahLst/>
                <a:cxnLst/>
                <a:rect l="l" t="t" r="r" b="b"/>
                <a:pathLst>
                  <a:path w="7249" h="4711" extrusionOk="0">
                    <a:moveTo>
                      <a:pt x="5395" y="1"/>
                    </a:moveTo>
                    <a:cubicBezTo>
                      <a:pt x="5395" y="1"/>
                      <a:pt x="5086" y="372"/>
                      <a:pt x="3798" y="739"/>
                    </a:cubicBezTo>
                    <a:cubicBezTo>
                      <a:pt x="2536" y="1111"/>
                      <a:pt x="917" y="1111"/>
                      <a:pt x="917" y="1111"/>
                    </a:cubicBezTo>
                    <a:cubicBezTo>
                      <a:pt x="917" y="1111"/>
                      <a:pt x="1" y="1703"/>
                      <a:pt x="111" y="3054"/>
                    </a:cubicBezTo>
                    <a:cubicBezTo>
                      <a:pt x="200" y="4384"/>
                      <a:pt x="1158" y="4646"/>
                      <a:pt x="1467" y="4693"/>
                    </a:cubicBezTo>
                    <a:cubicBezTo>
                      <a:pt x="1539" y="4703"/>
                      <a:pt x="1695" y="4710"/>
                      <a:pt x="1909" y="4710"/>
                    </a:cubicBezTo>
                    <a:cubicBezTo>
                      <a:pt x="2600" y="4710"/>
                      <a:pt x="3903" y="4632"/>
                      <a:pt x="5002" y="4300"/>
                    </a:cubicBezTo>
                    <a:cubicBezTo>
                      <a:pt x="6416" y="3860"/>
                      <a:pt x="7249" y="3143"/>
                      <a:pt x="7249" y="3143"/>
                    </a:cubicBezTo>
                    <a:lnTo>
                      <a:pt x="539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Google Shape;627;p33">
                <a:extLst>
                  <a:ext uri="{FF2B5EF4-FFF2-40B4-BE49-F238E27FC236}">
                    <a16:creationId xmlns:a16="http://schemas.microsoft.com/office/drawing/2014/main" id="{1AAE63DE-8622-2160-6692-6825073B168E}"/>
                  </a:ext>
                </a:extLst>
              </p:cNvPr>
              <p:cNvSpPr/>
              <p:nvPr/>
            </p:nvSpPr>
            <p:spPr>
              <a:xfrm>
                <a:off x="1529853" y="2163200"/>
                <a:ext cx="628044" cy="413841"/>
              </a:xfrm>
              <a:custGeom>
                <a:avLst/>
                <a:gdLst/>
                <a:ahLst/>
                <a:cxnLst/>
                <a:rect l="l" t="t" r="r" b="b"/>
                <a:pathLst>
                  <a:path w="7374" h="4859" extrusionOk="0">
                    <a:moveTo>
                      <a:pt x="5410" y="173"/>
                    </a:moveTo>
                    <a:lnTo>
                      <a:pt x="7222" y="3211"/>
                    </a:lnTo>
                    <a:cubicBezTo>
                      <a:pt x="7180" y="3253"/>
                      <a:pt x="6394" y="3907"/>
                      <a:pt x="5017" y="4321"/>
                    </a:cubicBezTo>
                    <a:cubicBezTo>
                      <a:pt x="4320" y="4541"/>
                      <a:pt x="3514" y="4651"/>
                      <a:pt x="2859" y="4714"/>
                    </a:cubicBezTo>
                    <a:cubicBezTo>
                      <a:pt x="2464" y="4738"/>
                      <a:pt x="2120" y="4748"/>
                      <a:pt x="1877" y="4748"/>
                    </a:cubicBezTo>
                    <a:cubicBezTo>
                      <a:pt x="1705" y="4748"/>
                      <a:pt x="1583" y="4743"/>
                      <a:pt x="1529" y="4735"/>
                    </a:cubicBezTo>
                    <a:cubicBezTo>
                      <a:pt x="1377" y="4714"/>
                      <a:pt x="1068" y="4625"/>
                      <a:pt x="786" y="4410"/>
                    </a:cubicBezTo>
                    <a:cubicBezTo>
                      <a:pt x="503" y="4169"/>
                      <a:pt x="241" y="3797"/>
                      <a:pt x="199" y="3143"/>
                    </a:cubicBezTo>
                    <a:cubicBezTo>
                      <a:pt x="110" y="1833"/>
                      <a:pt x="958" y="1268"/>
                      <a:pt x="985" y="1247"/>
                    </a:cubicBezTo>
                    <a:cubicBezTo>
                      <a:pt x="1026" y="1247"/>
                      <a:pt x="2598" y="1247"/>
                      <a:pt x="3865" y="875"/>
                    </a:cubicBezTo>
                    <a:cubicBezTo>
                      <a:pt x="4493" y="697"/>
                      <a:pt x="4912" y="503"/>
                      <a:pt x="5148" y="372"/>
                    </a:cubicBezTo>
                    <a:cubicBezTo>
                      <a:pt x="5347" y="262"/>
                      <a:pt x="5389" y="200"/>
                      <a:pt x="5410" y="173"/>
                    </a:cubicBezTo>
                    <a:close/>
                    <a:moveTo>
                      <a:pt x="5436" y="1"/>
                    </a:moveTo>
                    <a:lnTo>
                      <a:pt x="5389" y="69"/>
                    </a:lnTo>
                    <a:cubicBezTo>
                      <a:pt x="5389" y="69"/>
                      <a:pt x="5326" y="131"/>
                      <a:pt x="5085" y="283"/>
                    </a:cubicBezTo>
                    <a:cubicBezTo>
                      <a:pt x="4865" y="414"/>
                      <a:pt x="4472" y="592"/>
                      <a:pt x="3839" y="765"/>
                    </a:cubicBezTo>
                    <a:cubicBezTo>
                      <a:pt x="2577" y="1137"/>
                      <a:pt x="958" y="1137"/>
                      <a:pt x="958" y="1137"/>
                    </a:cubicBezTo>
                    <a:lnTo>
                      <a:pt x="937" y="1137"/>
                    </a:lnTo>
                    <a:lnTo>
                      <a:pt x="937" y="1158"/>
                    </a:lnTo>
                    <a:cubicBezTo>
                      <a:pt x="937" y="1158"/>
                      <a:pt x="0" y="1771"/>
                      <a:pt x="89" y="3143"/>
                    </a:cubicBezTo>
                    <a:cubicBezTo>
                      <a:pt x="131" y="3818"/>
                      <a:pt x="414" y="4258"/>
                      <a:pt x="723" y="4494"/>
                    </a:cubicBezTo>
                    <a:cubicBezTo>
                      <a:pt x="1006" y="4735"/>
                      <a:pt x="1351" y="4824"/>
                      <a:pt x="1508" y="4845"/>
                    </a:cubicBezTo>
                    <a:cubicBezTo>
                      <a:pt x="1580" y="4853"/>
                      <a:pt x="1708" y="4858"/>
                      <a:pt x="1882" y="4858"/>
                    </a:cubicBezTo>
                    <a:cubicBezTo>
                      <a:pt x="2127" y="4858"/>
                      <a:pt x="2464" y="4848"/>
                      <a:pt x="2859" y="4824"/>
                    </a:cubicBezTo>
                    <a:cubicBezTo>
                      <a:pt x="3535" y="4782"/>
                      <a:pt x="4341" y="4651"/>
                      <a:pt x="5064" y="4431"/>
                    </a:cubicBezTo>
                    <a:cubicBezTo>
                      <a:pt x="6504" y="3996"/>
                      <a:pt x="7332" y="3253"/>
                      <a:pt x="7332" y="3253"/>
                    </a:cubicBezTo>
                    <a:lnTo>
                      <a:pt x="7374" y="3232"/>
                    </a:lnTo>
                    <a:lnTo>
                      <a:pt x="5436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Google Shape;628;p33">
                <a:extLst>
                  <a:ext uri="{FF2B5EF4-FFF2-40B4-BE49-F238E27FC236}">
                    <a16:creationId xmlns:a16="http://schemas.microsoft.com/office/drawing/2014/main" id="{A8A708A8-8E29-FBA9-A3ED-199D46728ABA}"/>
                  </a:ext>
                </a:extLst>
              </p:cNvPr>
              <p:cNvSpPr/>
              <p:nvPr/>
            </p:nvSpPr>
            <p:spPr>
              <a:xfrm>
                <a:off x="1907151" y="2140374"/>
                <a:ext cx="308741" cy="349282"/>
              </a:xfrm>
              <a:custGeom>
                <a:avLst/>
                <a:gdLst/>
                <a:ahLst/>
                <a:cxnLst/>
                <a:rect l="l" t="t" r="r" b="b"/>
                <a:pathLst>
                  <a:path w="3625" h="4101" extrusionOk="0">
                    <a:moveTo>
                      <a:pt x="1294" y="0"/>
                    </a:moveTo>
                    <a:cubicBezTo>
                      <a:pt x="1119" y="0"/>
                      <a:pt x="821" y="288"/>
                      <a:pt x="503" y="399"/>
                    </a:cubicBezTo>
                    <a:cubicBezTo>
                      <a:pt x="131" y="530"/>
                      <a:pt x="0" y="965"/>
                      <a:pt x="220" y="1405"/>
                    </a:cubicBezTo>
                    <a:cubicBezTo>
                      <a:pt x="435" y="1819"/>
                      <a:pt x="1833" y="3845"/>
                      <a:pt x="2027" y="4002"/>
                    </a:cubicBezTo>
                    <a:cubicBezTo>
                      <a:pt x="2110" y="4063"/>
                      <a:pt x="2168" y="4101"/>
                      <a:pt x="2242" y="4101"/>
                    </a:cubicBezTo>
                    <a:cubicBezTo>
                      <a:pt x="2326" y="4101"/>
                      <a:pt x="2432" y="4052"/>
                      <a:pt x="2619" y="3934"/>
                    </a:cubicBezTo>
                    <a:cubicBezTo>
                      <a:pt x="2944" y="3714"/>
                      <a:pt x="3404" y="3322"/>
                      <a:pt x="3514" y="3170"/>
                    </a:cubicBezTo>
                    <a:cubicBezTo>
                      <a:pt x="3624" y="2997"/>
                      <a:pt x="3624" y="2866"/>
                      <a:pt x="3624" y="2866"/>
                    </a:cubicBezTo>
                    <a:lnTo>
                      <a:pt x="3624" y="2866"/>
                    </a:lnTo>
                    <a:cubicBezTo>
                      <a:pt x="3624" y="2866"/>
                      <a:pt x="3582" y="2941"/>
                      <a:pt x="3502" y="2941"/>
                    </a:cubicBezTo>
                    <a:cubicBezTo>
                      <a:pt x="3453" y="2941"/>
                      <a:pt x="3391" y="2913"/>
                      <a:pt x="3315" y="2824"/>
                    </a:cubicBezTo>
                    <a:cubicBezTo>
                      <a:pt x="3122" y="2604"/>
                      <a:pt x="1833" y="1054"/>
                      <a:pt x="1572" y="619"/>
                    </a:cubicBezTo>
                    <a:cubicBezTo>
                      <a:pt x="1331" y="206"/>
                      <a:pt x="1373" y="28"/>
                      <a:pt x="1373" y="28"/>
                    </a:cubicBezTo>
                    <a:cubicBezTo>
                      <a:pt x="1350" y="9"/>
                      <a:pt x="1324" y="0"/>
                      <a:pt x="129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Google Shape;629;p33">
                <a:extLst>
                  <a:ext uri="{FF2B5EF4-FFF2-40B4-BE49-F238E27FC236}">
                    <a16:creationId xmlns:a16="http://schemas.microsoft.com/office/drawing/2014/main" id="{F92FB410-249A-5188-F542-5DE99173EF08}"/>
                  </a:ext>
                </a:extLst>
              </p:cNvPr>
              <p:cNvSpPr/>
              <p:nvPr/>
            </p:nvSpPr>
            <p:spPr>
              <a:xfrm>
                <a:off x="1908940" y="2136201"/>
                <a:ext cx="312318" cy="358055"/>
              </a:xfrm>
              <a:custGeom>
                <a:avLst/>
                <a:gdLst/>
                <a:ahLst/>
                <a:cxnLst/>
                <a:rect l="l" t="t" r="r" b="b"/>
                <a:pathLst>
                  <a:path w="3667" h="4204" extrusionOk="0">
                    <a:moveTo>
                      <a:pt x="1259" y="112"/>
                    </a:moveTo>
                    <a:cubicBezTo>
                      <a:pt x="1279" y="112"/>
                      <a:pt x="1289" y="124"/>
                      <a:pt x="1289" y="124"/>
                    </a:cubicBezTo>
                    <a:cubicBezTo>
                      <a:pt x="1310" y="145"/>
                      <a:pt x="1310" y="187"/>
                      <a:pt x="1310" y="229"/>
                    </a:cubicBezTo>
                    <a:cubicBezTo>
                      <a:pt x="1331" y="338"/>
                      <a:pt x="1399" y="490"/>
                      <a:pt x="1509" y="689"/>
                    </a:cubicBezTo>
                    <a:cubicBezTo>
                      <a:pt x="1640" y="930"/>
                      <a:pt x="2032" y="1407"/>
                      <a:pt x="2399" y="1889"/>
                    </a:cubicBezTo>
                    <a:cubicBezTo>
                      <a:pt x="2771" y="2349"/>
                      <a:pt x="3143" y="2805"/>
                      <a:pt x="3253" y="2915"/>
                    </a:cubicBezTo>
                    <a:cubicBezTo>
                      <a:pt x="3294" y="2978"/>
                      <a:pt x="3362" y="3025"/>
                      <a:pt x="3404" y="3025"/>
                    </a:cubicBezTo>
                    <a:cubicBezTo>
                      <a:pt x="3425" y="3036"/>
                      <a:pt x="3442" y="3041"/>
                      <a:pt x="3457" y="3041"/>
                    </a:cubicBezTo>
                    <a:cubicBezTo>
                      <a:pt x="3471" y="3041"/>
                      <a:pt x="3483" y="3036"/>
                      <a:pt x="3493" y="3025"/>
                    </a:cubicBezTo>
                    <a:lnTo>
                      <a:pt x="3493" y="3025"/>
                    </a:lnTo>
                    <a:cubicBezTo>
                      <a:pt x="3493" y="3088"/>
                      <a:pt x="3493" y="3109"/>
                      <a:pt x="3446" y="3177"/>
                    </a:cubicBezTo>
                    <a:cubicBezTo>
                      <a:pt x="3404" y="3240"/>
                      <a:pt x="3273" y="3397"/>
                      <a:pt x="3101" y="3528"/>
                    </a:cubicBezTo>
                    <a:cubicBezTo>
                      <a:pt x="2923" y="3680"/>
                      <a:pt x="2729" y="3811"/>
                      <a:pt x="2556" y="3921"/>
                    </a:cubicBezTo>
                    <a:cubicBezTo>
                      <a:pt x="2399" y="4025"/>
                      <a:pt x="2294" y="4093"/>
                      <a:pt x="2226" y="4093"/>
                    </a:cubicBezTo>
                    <a:cubicBezTo>
                      <a:pt x="2184" y="4093"/>
                      <a:pt x="2137" y="4072"/>
                      <a:pt x="2032" y="4004"/>
                    </a:cubicBezTo>
                    <a:cubicBezTo>
                      <a:pt x="2032" y="3983"/>
                      <a:pt x="1985" y="3941"/>
                      <a:pt x="1922" y="3873"/>
                    </a:cubicBezTo>
                    <a:cubicBezTo>
                      <a:pt x="1875" y="3811"/>
                      <a:pt x="1791" y="3701"/>
                      <a:pt x="1723" y="3591"/>
                    </a:cubicBezTo>
                    <a:cubicBezTo>
                      <a:pt x="1551" y="3397"/>
                      <a:pt x="1352" y="3109"/>
                      <a:pt x="1158" y="2826"/>
                    </a:cubicBezTo>
                    <a:cubicBezTo>
                      <a:pt x="765" y="2239"/>
                      <a:pt x="351" y="1627"/>
                      <a:pt x="241" y="1433"/>
                    </a:cubicBezTo>
                    <a:cubicBezTo>
                      <a:pt x="131" y="1213"/>
                      <a:pt x="131" y="1014"/>
                      <a:pt x="173" y="862"/>
                    </a:cubicBezTo>
                    <a:cubicBezTo>
                      <a:pt x="220" y="689"/>
                      <a:pt x="330" y="558"/>
                      <a:pt x="503" y="490"/>
                    </a:cubicBezTo>
                    <a:cubicBezTo>
                      <a:pt x="697" y="428"/>
                      <a:pt x="875" y="297"/>
                      <a:pt x="1027" y="208"/>
                    </a:cubicBezTo>
                    <a:cubicBezTo>
                      <a:pt x="1116" y="166"/>
                      <a:pt x="1179" y="124"/>
                      <a:pt x="1221" y="124"/>
                    </a:cubicBezTo>
                    <a:cubicBezTo>
                      <a:pt x="1236" y="115"/>
                      <a:pt x="1249" y="112"/>
                      <a:pt x="1259" y="112"/>
                    </a:cubicBezTo>
                    <a:close/>
                    <a:moveTo>
                      <a:pt x="1282" y="0"/>
                    </a:moveTo>
                    <a:cubicBezTo>
                      <a:pt x="1255" y="0"/>
                      <a:pt x="1228" y="5"/>
                      <a:pt x="1200" y="14"/>
                    </a:cubicBezTo>
                    <a:cubicBezTo>
                      <a:pt x="1116" y="35"/>
                      <a:pt x="1048" y="56"/>
                      <a:pt x="985" y="124"/>
                    </a:cubicBezTo>
                    <a:cubicBezTo>
                      <a:pt x="828" y="208"/>
                      <a:pt x="634" y="318"/>
                      <a:pt x="461" y="407"/>
                    </a:cubicBezTo>
                    <a:cubicBezTo>
                      <a:pt x="262" y="469"/>
                      <a:pt x="131" y="621"/>
                      <a:pt x="68" y="820"/>
                    </a:cubicBezTo>
                    <a:cubicBezTo>
                      <a:pt x="0" y="1014"/>
                      <a:pt x="21" y="1255"/>
                      <a:pt x="152" y="1475"/>
                    </a:cubicBezTo>
                    <a:cubicBezTo>
                      <a:pt x="262" y="1695"/>
                      <a:pt x="655" y="2302"/>
                      <a:pt x="1069" y="2873"/>
                    </a:cubicBezTo>
                    <a:cubicBezTo>
                      <a:pt x="1268" y="3177"/>
                      <a:pt x="1461" y="3460"/>
                      <a:pt x="1613" y="3680"/>
                    </a:cubicBezTo>
                    <a:cubicBezTo>
                      <a:pt x="1702" y="3790"/>
                      <a:pt x="1770" y="3873"/>
                      <a:pt x="1833" y="3941"/>
                    </a:cubicBezTo>
                    <a:cubicBezTo>
                      <a:pt x="1901" y="4004"/>
                      <a:pt x="1922" y="4051"/>
                      <a:pt x="1964" y="4093"/>
                    </a:cubicBezTo>
                    <a:cubicBezTo>
                      <a:pt x="2074" y="4156"/>
                      <a:pt x="2137" y="4203"/>
                      <a:pt x="2247" y="4203"/>
                    </a:cubicBezTo>
                    <a:cubicBezTo>
                      <a:pt x="2357" y="4203"/>
                      <a:pt x="2446" y="4135"/>
                      <a:pt x="2619" y="4025"/>
                    </a:cubicBezTo>
                    <a:cubicBezTo>
                      <a:pt x="2792" y="3921"/>
                      <a:pt x="2991" y="3763"/>
                      <a:pt x="3163" y="3612"/>
                    </a:cubicBezTo>
                    <a:cubicBezTo>
                      <a:pt x="3342" y="3460"/>
                      <a:pt x="3493" y="3329"/>
                      <a:pt x="3535" y="3240"/>
                    </a:cubicBezTo>
                    <a:cubicBezTo>
                      <a:pt x="3645" y="3088"/>
                      <a:pt x="3645" y="2957"/>
                      <a:pt x="3645" y="2936"/>
                    </a:cubicBezTo>
                    <a:lnTo>
                      <a:pt x="3666" y="2915"/>
                    </a:lnTo>
                    <a:lnTo>
                      <a:pt x="3556" y="2873"/>
                    </a:lnTo>
                    <a:cubicBezTo>
                      <a:pt x="3556" y="2873"/>
                      <a:pt x="3535" y="2915"/>
                      <a:pt x="3493" y="2936"/>
                    </a:cubicBezTo>
                    <a:lnTo>
                      <a:pt x="3446" y="2936"/>
                    </a:lnTo>
                    <a:cubicBezTo>
                      <a:pt x="3404" y="2915"/>
                      <a:pt x="3383" y="2894"/>
                      <a:pt x="3342" y="2847"/>
                    </a:cubicBezTo>
                    <a:cubicBezTo>
                      <a:pt x="3232" y="2716"/>
                      <a:pt x="2860" y="2281"/>
                      <a:pt x="2488" y="1800"/>
                    </a:cubicBezTo>
                    <a:cubicBezTo>
                      <a:pt x="2116" y="1344"/>
                      <a:pt x="1723" y="841"/>
                      <a:pt x="1613" y="647"/>
                    </a:cubicBezTo>
                    <a:cubicBezTo>
                      <a:pt x="1482" y="428"/>
                      <a:pt x="1441" y="297"/>
                      <a:pt x="1420" y="208"/>
                    </a:cubicBezTo>
                    <a:lnTo>
                      <a:pt x="1420" y="98"/>
                    </a:lnTo>
                    <a:lnTo>
                      <a:pt x="1420" y="56"/>
                    </a:lnTo>
                    <a:lnTo>
                      <a:pt x="1399" y="35"/>
                    </a:lnTo>
                    <a:cubicBezTo>
                      <a:pt x="1359" y="10"/>
                      <a:pt x="1321" y="0"/>
                      <a:pt x="1282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Google Shape;630;p33">
                <a:extLst>
                  <a:ext uri="{FF2B5EF4-FFF2-40B4-BE49-F238E27FC236}">
                    <a16:creationId xmlns:a16="http://schemas.microsoft.com/office/drawing/2014/main" id="{A1D9052D-C6F1-3215-7FB1-4855A065F5C0}"/>
                  </a:ext>
                </a:extLst>
              </p:cNvPr>
              <p:cNvSpPr/>
              <p:nvPr/>
            </p:nvSpPr>
            <p:spPr>
              <a:xfrm>
                <a:off x="2093160" y="1854548"/>
                <a:ext cx="194954" cy="286427"/>
              </a:xfrm>
              <a:custGeom>
                <a:avLst/>
                <a:gdLst/>
                <a:ahLst/>
                <a:cxnLst/>
                <a:rect l="l" t="t" r="r" b="b"/>
                <a:pathLst>
                  <a:path w="2289" h="3363" extrusionOk="0">
                    <a:moveTo>
                      <a:pt x="1938" y="1"/>
                    </a:moveTo>
                    <a:cubicBezTo>
                      <a:pt x="1896" y="1"/>
                      <a:pt x="1833" y="27"/>
                      <a:pt x="1786" y="69"/>
                    </a:cubicBezTo>
                    <a:cubicBezTo>
                      <a:pt x="1676" y="200"/>
                      <a:pt x="1461" y="372"/>
                      <a:pt x="1069" y="592"/>
                    </a:cubicBezTo>
                    <a:cubicBezTo>
                      <a:pt x="676" y="812"/>
                      <a:pt x="524" y="1137"/>
                      <a:pt x="346" y="1509"/>
                    </a:cubicBezTo>
                    <a:cubicBezTo>
                      <a:pt x="173" y="1902"/>
                      <a:pt x="152" y="2122"/>
                      <a:pt x="0" y="2467"/>
                    </a:cubicBezTo>
                    <a:lnTo>
                      <a:pt x="0" y="2488"/>
                    </a:lnTo>
                    <a:cubicBezTo>
                      <a:pt x="0" y="2488"/>
                      <a:pt x="0" y="2535"/>
                      <a:pt x="21" y="2577"/>
                    </a:cubicBezTo>
                    <a:lnTo>
                      <a:pt x="105" y="2467"/>
                    </a:lnTo>
                    <a:cubicBezTo>
                      <a:pt x="262" y="2142"/>
                      <a:pt x="283" y="1923"/>
                      <a:pt x="456" y="1551"/>
                    </a:cubicBezTo>
                    <a:cubicBezTo>
                      <a:pt x="608" y="1179"/>
                      <a:pt x="760" y="875"/>
                      <a:pt x="1131" y="681"/>
                    </a:cubicBezTo>
                    <a:cubicBezTo>
                      <a:pt x="1524" y="461"/>
                      <a:pt x="1744" y="289"/>
                      <a:pt x="1875" y="158"/>
                    </a:cubicBezTo>
                    <a:cubicBezTo>
                      <a:pt x="1890" y="139"/>
                      <a:pt x="1905" y="123"/>
                      <a:pt x="1929" y="123"/>
                    </a:cubicBezTo>
                    <a:cubicBezTo>
                      <a:pt x="1939" y="123"/>
                      <a:pt x="1951" y="126"/>
                      <a:pt x="1964" y="132"/>
                    </a:cubicBezTo>
                    <a:cubicBezTo>
                      <a:pt x="1985" y="132"/>
                      <a:pt x="2027" y="132"/>
                      <a:pt x="2048" y="158"/>
                    </a:cubicBezTo>
                    <a:cubicBezTo>
                      <a:pt x="2116" y="221"/>
                      <a:pt x="2179" y="310"/>
                      <a:pt x="2158" y="441"/>
                    </a:cubicBezTo>
                    <a:cubicBezTo>
                      <a:pt x="2158" y="571"/>
                      <a:pt x="2095" y="681"/>
                      <a:pt x="2027" y="812"/>
                    </a:cubicBezTo>
                    <a:cubicBezTo>
                      <a:pt x="1964" y="943"/>
                      <a:pt x="1875" y="1074"/>
                      <a:pt x="1833" y="1247"/>
                    </a:cubicBezTo>
                    <a:cubicBezTo>
                      <a:pt x="1744" y="1572"/>
                      <a:pt x="1786" y="1881"/>
                      <a:pt x="1702" y="2425"/>
                    </a:cubicBezTo>
                    <a:cubicBezTo>
                      <a:pt x="1655" y="2708"/>
                      <a:pt x="1634" y="2991"/>
                      <a:pt x="1524" y="3211"/>
                    </a:cubicBezTo>
                    <a:cubicBezTo>
                      <a:pt x="1503" y="3253"/>
                      <a:pt x="1482" y="3321"/>
                      <a:pt x="1440" y="3363"/>
                    </a:cubicBezTo>
                    <a:cubicBezTo>
                      <a:pt x="1545" y="3342"/>
                      <a:pt x="1634" y="3253"/>
                      <a:pt x="1634" y="3253"/>
                    </a:cubicBezTo>
                    <a:cubicBezTo>
                      <a:pt x="1744" y="3012"/>
                      <a:pt x="1786" y="2729"/>
                      <a:pt x="1833" y="2446"/>
                    </a:cubicBezTo>
                    <a:cubicBezTo>
                      <a:pt x="1917" y="1881"/>
                      <a:pt x="1854" y="1572"/>
                      <a:pt x="1938" y="1268"/>
                    </a:cubicBezTo>
                    <a:cubicBezTo>
                      <a:pt x="1985" y="1116"/>
                      <a:pt x="2048" y="985"/>
                      <a:pt x="2116" y="875"/>
                    </a:cubicBezTo>
                    <a:cubicBezTo>
                      <a:pt x="2200" y="744"/>
                      <a:pt x="2268" y="613"/>
                      <a:pt x="2268" y="441"/>
                    </a:cubicBezTo>
                    <a:cubicBezTo>
                      <a:pt x="2289" y="289"/>
                      <a:pt x="2226" y="158"/>
                      <a:pt x="2116" y="69"/>
                    </a:cubicBezTo>
                    <a:cubicBezTo>
                      <a:pt x="2069" y="48"/>
                      <a:pt x="2027" y="27"/>
                      <a:pt x="1964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Google Shape;631;p33">
                <a:extLst>
                  <a:ext uri="{FF2B5EF4-FFF2-40B4-BE49-F238E27FC236}">
                    <a16:creationId xmlns:a16="http://schemas.microsoft.com/office/drawing/2014/main" id="{027A9648-F61F-25A5-F5C4-F8194DBDF92A}"/>
                  </a:ext>
                </a:extLst>
              </p:cNvPr>
              <p:cNvSpPr/>
              <p:nvPr/>
            </p:nvSpPr>
            <p:spPr>
              <a:xfrm>
                <a:off x="2421827" y="2018242"/>
                <a:ext cx="117449" cy="163782"/>
              </a:xfrm>
              <a:custGeom>
                <a:avLst/>
                <a:gdLst/>
                <a:ahLst/>
                <a:cxnLst/>
                <a:rect l="l" t="t" r="r" b="b"/>
                <a:pathLst>
                  <a:path w="1379" h="1923" extrusionOk="0">
                    <a:moveTo>
                      <a:pt x="938" y="1"/>
                    </a:moveTo>
                    <a:cubicBezTo>
                      <a:pt x="938" y="1"/>
                      <a:pt x="676" y="200"/>
                      <a:pt x="415" y="592"/>
                    </a:cubicBezTo>
                    <a:cubicBezTo>
                      <a:pt x="153" y="959"/>
                      <a:pt x="132" y="985"/>
                      <a:pt x="69" y="1310"/>
                    </a:cubicBezTo>
                    <a:cubicBezTo>
                      <a:pt x="1" y="1640"/>
                      <a:pt x="263" y="1922"/>
                      <a:pt x="483" y="1922"/>
                    </a:cubicBezTo>
                    <a:cubicBezTo>
                      <a:pt x="697" y="1922"/>
                      <a:pt x="1179" y="1158"/>
                      <a:pt x="1289" y="807"/>
                    </a:cubicBezTo>
                    <a:cubicBezTo>
                      <a:pt x="1378" y="461"/>
                      <a:pt x="1289" y="304"/>
                      <a:pt x="938" y="1"/>
                    </a:cubicBezTo>
                    <a:close/>
                  </a:path>
                </a:pathLst>
              </a:custGeom>
              <a:solidFill>
                <a:srgbClr val="FFEBD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" name="Google Shape;632;p33">
                <a:extLst>
                  <a:ext uri="{FF2B5EF4-FFF2-40B4-BE49-F238E27FC236}">
                    <a16:creationId xmlns:a16="http://schemas.microsoft.com/office/drawing/2014/main" id="{05F6DDCC-808C-0F1E-6E41-3E1F6C57511C}"/>
                  </a:ext>
                </a:extLst>
              </p:cNvPr>
              <p:cNvSpPr/>
              <p:nvPr/>
            </p:nvSpPr>
            <p:spPr>
              <a:xfrm>
                <a:off x="2420038" y="2012877"/>
                <a:ext cx="121027" cy="172725"/>
              </a:xfrm>
              <a:custGeom>
                <a:avLst/>
                <a:gdLst/>
                <a:ahLst/>
                <a:cxnLst/>
                <a:rect l="l" t="t" r="r" b="b"/>
                <a:pathLst>
                  <a:path w="1421" h="2028" extrusionOk="0">
                    <a:moveTo>
                      <a:pt x="959" y="153"/>
                    </a:moveTo>
                    <a:cubicBezTo>
                      <a:pt x="1090" y="283"/>
                      <a:pt x="1200" y="393"/>
                      <a:pt x="1242" y="477"/>
                    </a:cubicBezTo>
                    <a:cubicBezTo>
                      <a:pt x="1289" y="587"/>
                      <a:pt x="1289" y="697"/>
                      <a:pt x="1242" y="870"/>
                    </a:cubicBezTo>
                    <a:cubicBezTo>
                      <a:pt x="1200" y="1022"/>
                      <a:pt x="1069" y="1310"/>
                      <a:pt x="917" y="1525"/>
                    </a:cubicBezTo>
                    <a:cubicBezTo>
                      <a:pt x="828" y="1635"/>
                      <a:pt x="745" y="1745"/>
                      <a:pt x="676" y="1807"/>
                    </a:cubicBezTo>
                    <a:cubicBezTo>
                      <a:pt x="587" y="1896"/>
                      <a:pt x="525" y="1917"/>
                      <a:pt x="504" y="1917"/>
                    </a:cubicBezTo>
                    <a:cubicBezTo>
                      <a:pt x="415" y="1917"/>
                      <a:pt x="305" y="1876"/>
                      <a:pt x="242" y="1766"/>
                    </a:cubicBezTo>
                    <a:cubicBezTo>
                      <a:pt x="153" y="1677"/>
                      <a:pt x="111" y="1546"/>
                      <a:pt x="153" y="1394"/>
                    </a:cubicBezTo>
                    <a:cubicBezTo>
                      <a:pt x="221" y="1069"/>
                      <a:pt x="221" y="1069"/>
                      <a:pt x="483" y="676"/>
                    </a:cubicBezTo>
                    <a:cubicBezTo>
                      <a:pt x="718" y="325"/>
                      <a:pt x="938" y="174"/>
                      <a:pt x="959" y="153"/>
                    </a:cubicBezTo>
                    <a:close/>
                    <a:moveTo>
                      <a:pt x="959" y="1"/>
                    </a:moveTo>
                    <a:lnTo>
                      <a:pt x="938" y="22"/>
                    </a:lnTo>
                    <a:cubicBezTo>
                      <a:pt x="938" y="22"/>
                      <a:pt x="655" y="215"/>
                      <a:pt x="394" y="608"/>
                    </a:cubicBezTo>
                    <a:cubicBezTo>
                      <a:pt x="132" y="1001"/>
                      <a:pt x="111" y="1048"/>
                      <a:pt x="22" y="1373"/>
                    </a:cubicBezTo>
                    <a:cubicBezTo>
                      <a:pt x="1" y="1546"/>
                      <a:pt x="43" y="1724"/>
                      <a:pt x="132" y="1834"/>
                    </a:cubicBezTo>
                    <a:cubicBezTo>
                      <a:pt x="242" y="1965"/>
                      <a:pt x="373" y="2027"/>
                      <a:pt x="504" y="2027"/>
                    </a:cubicBezTo>
                    <a:cubicBezTo>
                      <a:pt x="587" y="2027"/>
                      <a:pt x="676" y="1985"/>
                      <a:pt x="745" y="1896"/>
                    </a:cubicBezTo>
                    <a:cubicBezTo>
                      <a:pt x="828" y="1807"/>
                      <a:pt x="917" y="1703"/>
                      <a:pt x="1006" y="1593"/>
                    </a:cubicBezTo>
                    <a:cubicBezTo>
                      <a:pt x="1158" y="1352"/>
                      <a:pt x="1310" y="1090"/>
                      <a:pt x="1352" y="891"/>
                    </a:cubicBezTo>
                    <a:cubicBezTo>
                      <a:pt x="1399" y="718"/>
                      <a:pt x="1420" y="566"/>
                      <a:pt x="1352" y="435"/>
                    </a:cubicBezTo>
                    <a:cubicBezTo>
                      <a:pt x="1289" y="304"/>
                      <a:pt x="1179" y="174"/>
                      <a:pt x="1006" y="22"/>
                    </a:cubicBezTo>
                    <a:lnTo>
                      <a:pt x="959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" name="Google Shape;633;p33">
                <a:extLst>
                  <a:ext uri="{FF2B5EF4-FFF2-40B4-BE49-F238E27FC236}">
                    <a16:creationId xmlns:a16="http://schemas.microsoft.com/office/drawing/2014/main" id="{E433AAEC-CA7C-CE9F-F35F-6B75EFDC5B12}"/>
                  </a:ext>
                </a:extLst>
              </p:cNvPr>
              <p:cNvSpPr/>
              <p:nvPr/>
            </p:nvSpPr>
            <p:spPr>
              <a:xfrm>
                <a:off x="2379072" y="1946019"/>
                <a:ext cx="130310" cy="182179"/>
              </a:xfrm>
              <a:custGeom>
                <a:avLst/>
                <a:gdLst/>
                <a:ahLst/>
                <a:cxnLst/>
                <a:rect l="l" t="t" r="r" b="b"/>
                <a:pathLst>
                  <a:path w="1530" h="2139" extrusionOk="0">
                    <a:moveTo>
                      <a:pt x="1047" y="0"/>
                    </a:moveTo>
                    <a:cubicBezTo>
                      <a:pt x="1047" y="0"/>
                      <a:pt x="613" y="608"/>
                      <a:pt x="440" y="938"/>
                    </a:cubicBezTo>
                    <a:cubicBezTo>
                      <a:pt x="262" y="1241"/>
                      <a:pt x="0" y="1461"/>
                      <a:pt x="262" y="1896"/>
                    </a:cubicBezTo>
                    <a:cubicBezTo>
                      <a:pt x="351" y="2067"/>
                      <a:pt x="458" y="2138"/>
                      <a:pt x="570" y="2138"/>
                    </a:cubicBezTo>
                    <a:cubicBezTo>
                      <a:pt x="760" y="2138"/>
                      <a:pt x="964" y="1932"/>
                      <a:pt x="1116" y="1655"/>
                    </a:cubicBezTo>
                    <a:cubicBezTo>
                      <a:pt x="1330" y="1241"/>
                      <a:pt x="1508" y="979"/>
                      <a:pt x="1508" y="697"/>
                    </a:cubicBezTo>
                    <a:cubicBezTo>
                      <a:pt x="1529" y="435"/>
                      <a:pt x="1356" y="194"/>
                      <a:pt x="1047" y="0"/>
                    </a:cubicBezTo>
                    <a:close/>
                  </a:path>
                </a:pathLst>
              </a:custGeom>
              <a:solidFill>
                <a:srgbClr val="FFEBD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Google Shape;634;p33">
                <a:extLst>
                  <a:ext uri="{FF2B5EF4-FFF2-40B4-BE49-F238E27FC236}">
                    <a16:creationId xmlns:a16="http://schemas.microsoft.com/office/drawing/2014/main" id="{84C348BA-3696-A286-D467-E9747BD3D99A}"/>
                  </a:ext>
                </a:extLst>
              </p:cNvPr>
              <p:cNvSpPr/>
              <p:nvPr/>
            </p:nvSpPr>
            <p:spPr>
              <a:xfrm>
                <a:off x="2384864" y="1940228"/>
                <a:ext cx="128096" cy="192314"/>
              </a:xfrm>
              <a:custGeom>
                <a:avLst/>
                <a:gdLst/>
                <a:ahLst/>
                <a:cxnLst/>
                <a:rect l="l" t="t" r="r" b="b"/>
                <a:pathLst>
                  <a:path w="1504" h="2258" extrusionOk="0">
                    <a:moveTo>
                      <a:pt x="979" y="152"/>
                    </a:moveTo>
                    <a:cubicBezTo>
                      <a:pt x="1262" y="351"/>
                      <a:pt x="1393" y="524"/>
                      <a:pt x="1393" y="765"/>
                    </a:cubicBezTo>
                    <a:cubicBezTo>
                      <a:pt x="1393" y="1027"/>
                      <a:pt x="1220" y="1288"/>
                      <a:pt x="979" y="1702"/>
                    </a:cubicBezTo>
                    <a:cubicBezTo>
                      <a:pt x="869" y="1901"/>
                      <a:pt x="718" y="2074"/>
                      <a:pt x="608" y="2116"/>
                    </a:cubicBezTo>
                    <a:cubicBezTo>
                      <a:pt x="572" y="2143"/>
                      <a:pt x="534" y="2154"/>
                      <a:pt x="496" y="2154"/>
                    </a:cubicBezTo>
                    <a:cubicBezTo>
                      <a:pt x="469" y="2154"/>
                      <a:pt x="441" y="2148"/>
                      <a:pt x="414" y="2137"/>
                    </a:cubicBezTo>
                    <a:cubicBezTo>
                      <a:pt x="372" y="2116"/>
                      <a:pt x="304" y="2053"/>
                      <a:pt x="241" y="1943"/>
                    </a:cubicBezTo>
                    <a:cubicBezTo>
                      <a:pt x="131" y="1744"/>
                      <a:pt x="131" y="1592"/>
                      <a:pt x="173" y="1461"/>
                    </a:cubicBezTo>
                    <a:cubicBezTo>
                      <a:pt x="215" y="1330"/>
                      <a:pt x="325" y="1178"/>
                      <a:pt x="414" y="1027"/>
                    </a:cubicBezTo>
                    <a:cubicBezTo>
                      <a:pt x="566" y="723"/>
                      <a:pt x="938" y="220"/>
                      <a:pt x="979" y="152"/>
                    </a:cubicBezTo>
                    <a:close/>
                    <a:moveTo>
                      <a:pt x="959" y="0"/>
                    </a:moveTo>
                    <a:lnTo>
                      <a:pt x="917" y="42"/>
                    </a:lnTo>
                    <a:cubicBezTo>
                      <a:pt x="917" y="42"/>
                      <a:pt x="503" y="634"/>
                      <a:pt x="304" y="958"/>
                    </a:cubicBezTo>
                    <a:cubicBezTo>
                      <a:pt x="215" y="1136"/>
                      <a:pt x="131" y="1267"/>
                      <a:pt x="63" y="1419"/>
                    </a:cubicBezTo>
                    <a:cubicBezTo>
                      <a:pt x="0" y="1592"/>
                      <a:pt x="21" y="1770"/>
                      <a:pt x="152" y="2006"/>
                    </a:cubicBezTo>
                    <a:cubicBezTo>
                      <a:pt x="215" y="2116"/>
                      <a:pt x="283" y="2205"/>
                      <a:pt x="372" y="2226"/>
                    </a:cubicBezTo>
                    <a:cubicBezTo>
                      <a:pt x="414" y="2247"/>
                      <a:pt x="462" y="2257"/>
                      <a:pt x="511" y="2257"/>
                    </a:cubicBezTo>
                    <a:cubicBezTo>
                      <a:pt x="561" y="2257"/>
                      <a:pt x="610" y="2247"/>
                      <a:pt x="655" y="2226"/>
                    </a:cubicBezTo>
                    <a:cubicBezTo>
                      <a:pt x="807" y="2163"/>
                      <a:pt x="959" y="1985"/>
                      <a:pt x="1089" y="1770"/>
                    </a:cubicBezTo>
                    <a:cubicBezTo>
                      <a:pt x="1330" y="1330"/>
                      <a:pt x="1503" y="1068"/>
                      <a:pt x="1503" y="765"/>
                    </a:cubicBezTo>
                    <a:cubicBezTo>
                      <a:pt x="1503" y="482"/>
                      <a:pt x="1330" y="241"/>
                      <a:pt x="1000" y="21"/>
                    </a:cubicBezTo>
                    <a:lnTo>
                      <a:pt x="959" y="0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Google Shape;635;p33">
                <a:extLst>
                  <a:ext uri="{FF2B5EF4-FFF2-40B4-BE49-F238E27FC236}">
                    <a16:creationId xmlns:a16="http://schemas.microsoft.com/office/drawing/2014/main" id="{EDABF625-973A-0245-2790-E0F87576005F}"/>
                  </a:ext>
                </a:extLst>
              </p:cNvPr>
              <p:cNvSpPr/>
              <p:nvPr/>
            </p:nvSpPr>
            <p:spPr>
              <a:xfrm>
                <a:off x="2340235" y="1867920"/>
                <a:ext cx="141042" cy="199383"/>
              </a:xfrm>
              <a:custGeom>
                <a:avLst/>
                <a:gdLst/>
                <a:ahLst/>
                <a:cxnLst/>
                <a:rect l="l" t="t" r="r" b="b"/>
                <a:pathLst>
                  <a:path w="1656" h="2341" extrusionOk="0">
                    <a:moveTo>
                      <a:pt x="1090" y="1"/>
                    </a:moveTo>
                    <a:cubicBezTo>
                      <a:pt x="1090" y="1"/>
                      <a:pt x="849" y="153"/>
                      <a:pt x="608" y="456"/>
                    </a:cubicBezTo>
                    <a:cubicBezTo>
                      <a:pt x="346" y="786"/>
                      <a:pt x="283" y="1069"/>
                      <a:pt x="152" y="1394"/>
                    </a:cubicBezTo>
                    <a:cubicBezTo>
                      <a:pt x="0" y="1724"/>
                      <a:pt x="131" y="1965"/>
                      <a:pt x="325" y="2226"/>
                    </a:cubicBezTo>
                    <a:cubicBezTo>
                      <a:pt x="379" y="2306"/>
                      <a:pt x="443" y="2341"/>
                      <a:pt x="513" y="2341"/>
                    </a:cubicBezTo>
                    <a:cubicBezTo>
                      <a:pt x="673" y="2341"/>
                      <a:pt x="865" y="2156"/>
                      <a:pt x="1048" y="1896"/>
                    </a:cubicBezTo>
                    <a:cubicBezTo>
                      <a:pt x="1289" y="1525"/>
                      <a:pt x="1634" y="1153"/>
                      <a:pt x="1634" y="786"/>
                    </a:cubicBezTo>
                    <a:cubicBezTo>
                      <a:pt x="1655" y="435"/>
                      <a:pt x="1503" y="215"/>
                      <a:pt x="1090" y="1"/>
                    </a:cubicBezTo>
                    <a:close/>
                  </a:path>
                </a:pathLst>
              </a:custGeom>
              <a:solidFill>
                <a:srgbClr val="FFEBD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Google Shape;636;p33">
                <a:extLst>
                  <a:ext uri="{FF2B5EF4-FFF2-40B4-BE49-F238E27FC236}">
                    <a16:creationId xmlns:a16="http://schemas.microsoft.com/office/drawing/2014/main" id="{0F2DC66D-4956-DF9A-9426-97F64AB7C851}"/>
                  </a:ext>
                </a:extLst>
              </p:cNvPr>
              <p:cNvSpPr/>
              <p:nvPr/>
            </p:nvSpPr>
            <p:spPr>
              <a:xfrm>
                <a:off x="2340235" y="1862128"/>
                <a:ext cx="145045" cy="209092"/>
              </a:xfrm>
              <a:custGeom>
                <a:avLst/>
                <a:gdLst/>
                <a:ahLst/>
                <a:cxnLst/>
                <a:rect l="l" t="t" r="r" b="b"/>
                <a:pathLst>
                  <a:path w="1703" h="2455" extrusionOk="0">
                    <a:moveTo>
                      <a:pt x="1090" y="132"/>
                    </a:moveTo>
                    <a:cubicBezTo>
                      <a:pt x="1263" y="242"/>
                      <a:pt x="1393" y="331"/>
                      <a:pt x="1483" y="435"/>
                    </a:cubicBezTo>
                    <a:cubicBezTo>
                      <a:pt x="1572" y="566"/>
                      <a:pt x="1592" y="676"/>
                      <a:pt x="1592" y="854"/>
                    </a:cubicBezTo>
                    <a:cubicBezTo>
                      <a:pt x="1572" y="1179"/>
                      <a:pt x="1242" y="1551"/>
                      <a:pt x="1001" y="1923"/>
                    </a:cubicBezTo>
                    <a:cubicBezTo>
                      <a:pt x="870" y="2116"/>
                      <a:pt x="739" y="2247"/>
                      <a:pt x="634" y="2315"/>
                    </a:cubicBezTo>
                    <a:cubicBezTo>
                      <a:pt x="586" y="2330"/>
                      <a:pt x="551" y="2345"/>
                      <a:pt x="518" y="2345"/>
                    </a:cubicBezTo>
                    <a:cubicBezTo>
                      <a:pt x="504" y="2345"/>
                      <a:pt x="491" y="2342"/>
                      <a:pt x="477" y="2336"/>
                    </a:cubicBezTo>
                    <a:cubicBezTo>
                      <a:pt x="435" y="2336"/>
                      <a:pt x="393" y="2315"/>
                      <a:pt x="372" y="2247"/>
                    </a:cubicBezTo>
                    <a:cubicBezTo>
                      <a:pt x="283" y="2116"/>
                      <a:pt x="194" y="2006"/>
                      <a:pt x="152" y="1875"/>
                    </a:cubicBezTo>
                    <a:cubicBezTo>
                      <a:pt x="131" y="1771"/>
                      <a:pt x="131" y="1640"/>
                      <a:pt x="194" y="1483"/>
                    </a:cubicBezTo>
                    <a:cubicBezTo>
                      <a:pt x="346" y="1137"/>
                      <a:pt x="393" y="896"/>
                      <a:pt x="655" y="566"/>
                    </a:cubicBezTo>
                    <a:cubicBezTo>
                      <a:pt x="870" y="262"/>
                      <a:pt x="1069" y="152"/>
                      <a:pt x="1090" y="132"/>
                    </a:cubicBezTo>
                    <a:close/>
                    <a:moveTo>
                      <a:pt x="1069" y="1"/>
                    </a:moveTo>
                    <a:lnTo>
                      <a:pt x="1048" y="22"/>
                    </a:lnTo>
                    <a:cubicBezTo>
                      <a:pt x="1048" y="22"/>
                      <a:pt x="807" y="173"/>
                      <a:pt x="566" y="503"/>
                    </a:cubicBezTo>
                    <a:cubicBezTo>
                      <a:pt x="304" y="828"/>
                      <a:pt x="241" y="1116"/>
                      <a:pt x="84" y="1441"/>
                    </a:cubicBezTo>
                    <a:cubicBezTo>
                      <a:pt x="21" y="1614"/>
                      <a:pt x="0" y="1771"/>
                      <a:pt x="42" y="1923"/>
                    </a:cubicBezTo>
                    <a:cubicBezTo>
                      <a:pt x="84" y="2053"/>
                      <a:pt x="173" y="2184"/>
                      <a:pt x="262" y="2315"/>
                    </a:cubicBezTo>
                    <a:cubicBezTo>
                      <a:pt x="325" y="2399"/>
                      <a:pt x="393" y="2446"/>
                      <a:pt x="456" y="2446"/>
                    </a:cubicBezTo>
                    <a:cubicBezTo>
                      <a:pt x="476" y="2452"/>
                      <a:pt x="497" y="2455"/>
                      <a:pt x="519" y="2455"/>
                    </a:cubicBezTo>
                    <a:cubicBezTo>
                      <a:pt x="572" y="2455"/>
                      <a:pt x="628" y="2440"/>
                      <a:pt x="676" y="2425"/>
                    </a:cubicBezTo>
                    <a:cubicBezTo>
                      <a:pt x="828" y="2336"/>
                      <a:pt x="959" y="2184"/>
                      <a:pt x="1090" y="1985"/>
                    </a:cubicBezTo>
                    <a:cubicBezTo>
                      <a:pt x="1331" y="1614"/>
                      <a:pt x="1682" y="1247"/>
                      <a:pt x="1702" y="854"/>
                    </a:cubicBezTo>
                    <a:cubicBezTo>
                      <a:pt x="1702" y="676"/>
                      <a:pt x="1655" y="503"/>
                      <a:pt x="1572" y="372"/>
                    </a:cubicBezTo>
                    <a:cubicBezTo>
                      <a:pt x="1462" y="242"/>
                      <a:pt x="1331" y="132"/>
                      <a:pt x="1111" y="22"/>
                    </a:cubicBezTo>
                    <a:lnTo>
                      <a:pt x="1069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Google Shape;637;p33">
                <a:extLst>
                  <a:ext uri="{FF2B5EF4-FFF2-40B4-BE49-F238E27FC236}">
                    <a16:creationId xmlns:a16="http://schemas.microsoft.com/office/drawing/2014/main" id="{49AAE76A-616A-F5B7-D644-692EA4DFB559}"/>
                  </a:ext>
                </a:extLst>
              </p:cNvPr>
              <p:cNvSpPr/>
              <p:nvPr/>
            </p:nvSpPr>
            <p:spPr>
              <a:xfrm>
                <a:off x="1031615" y="2202633"/>
                <a:ext cx="758354" cy="758780"/>
              </a:xfrm>
              <a:custGeom>
                <a:avLst/>
                <a:gdLst/>
                <a:ahLst/>
                <a:cxnLst/>
                <a:rect l="l" t="t" r="r" b="b"/>
                <a:pathLst>
                  <a:path w="8904" h="8909" extrusionOk="0">
                    <a:moveTo>
                      <a:pt x="1517" y="0"/>
                    </a:moveTo>
                    <a:cubicBezTo>
                      <a:pt x="1174" y="0"/>
                      <a:pt x="1088" y="135"/>
                      <a:pt x="786" y="606"/>
                    </a:cubicBezTo>
                    <a:cubicBezTo>
                      <a:pt x="330" y="1350"/>
                      <a:pt x="0" y="4581"/>
                      <a:pt x="419" y="6497"/>
                    </a:cubicBezTo>
                    <a:cubicBezTo>
                      <a:pt x="854" y="8419"/>
                      <a:pt x="1226" y="8723"/>
                      <a:pt x="2708" y="8875"/>
                    </a:cubicBezTo>
                    <a:cubicBezTo>
                      <a:pt x="2968" y="8898"/>
                      <a:pt x="3317" y="8909"/>
                      <a:pt x="3716" y="8909"/>
                    </a:cubicBezTo>
                    <a:cubicBezTo>
                      <a:pt x="5597" y="8909"/>
                      <a:pt x="8601" y="8668"/>
                      <a:pt x="8709" y="8309"/>
                    </a:cubicBezTo>
                    <a:cubicBezTo>
                      <a:pt x="8861" y="7875"/>
                      <a:pt x="8903" y="7021"/>
                      <a:pt x="8359" y="5780"/>
                    </a:cubicBezTo>
                    <a:cubicBezTo>
                      <a:pt x="7814" y="4513"/>
                      <a:pt x="7641" y="4078"/>
                      <a:pt x="7683" y="2983"/>
                    </a:cubicBezTo>
                    <a:cubicBezTo>
                      <a:pt x="7751" y="1915"/>
                      <a:pt x="7814" y="784"/>
                      <a:pt x="6856" y="391"/>
                    </a:cubicBezTo>
                    <a:cubicBezTo>
                      <a:pt x="6856" y="391"/>
                      <a:pt x="3472" y="192"/>
                      <a:pt x="2336" y="82"/>
                    </a:cubicBezTo>
                    <a:cubicBezTo>
                      <a:pt x="1947" y="37"/>
                      <a:pt x="1697" y="0"/>
                      <a:pt x="151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Google Shape;638;p33">
                <a:extLst>
                  <a:ext uri="{FF2B5EF4-FFF2-40B4-BE49-F238E27FC236}">
                    <a16:creationId xmlns:a16="http://schemas.microsoft.com/office/drawing/2014/main" id="{646D8996-BFC3-62B3-1847-D29768EA4717}"/>
                  </a:ext>
                </a:extLst>
              </p:cNvPr>
              <p:cNvSpPr/>
              <p:nvPr/>
            </p:nvSpPr>
            <p:spPr>
              <a:xfrm>
                <a:off x="1042772" y="2197608"/>
                <a:ext cx="752988" cy="769341"/>
              </a:xfrm>
              <a:custGeom>
                <a:avLst/>
                <a:gdLst/>
                <a:ahLst/>
                <a:cxnLst/>
                <a:rect l="l" t="t" r="r" b="b"/>
                <a:pathLst>
                  <a:path w="8841" h="9033" extrusionOk="0">
                    <a:moveTo>
                      <a:pt x="1373" y="124"/>
                    </a:moveTo>
                    <a:cubicBezTo>
                      <a:pt x="1544" y="124"/>
                      <a:pt x="1803" y="155"/>
                      <a:pt x="2205" y="188"/>
                    </a:cubicBezTo>
                    <a:cubicBezTo>
                      <a:pt x="3341" y="293"/>
                      <a:pt x="6704" y="513"/>
                      <a:pt x="6725" y="513"/>
                    </a:cubicBezTo>
                    <a:cubicBezTo>
                      <a:pt x="7159" y="686"/>
                      <a:pt x="7379" y="1058"/>
                      <a:pt x="7463" y="1518"/>
                    </a:cubicBezTo>
                    <a:cubicBezTo>
                      <a:pt x="7552" y="1953"/>
                      <a:pt x="7531" y="2519"/>
                      <a:pt x="7510" y="3042"/>
                    </a:cubicBezTo>
                    <a:cubicBezTo>
                      <a:pt x="7442" y="4137"/>
                      <a:pt x="7641" y="4593"/>
                      <a:pt x="8186" y="5860"/>
                    </a:cubicBezTo>
                    <a:cubicBezTo>
                      <a:pt x="8709" y="7101"/>
                      <a:pt x="8688" y="7934"/>
                      <a:pt x="8536" y="8347"/>
                    </a:cubicBezTo>
                    <a:cubicBezTo>
                      <a:pt x="8536" y="8368"/>
                      <a:pt x="8510" y="8389"/>
                      <a:pt x="8489" y="8410"/>
                    </a:cubicBezTo>
                    <a:cubicBezTo>
                      <a:pt x="8447" y="8436"/>
                      <a:pt x="8406" y="8457"/>
                      <a:pt x="8337" y="8478"/>
                    </a:cubicBezTo>
                    <a:cubicBezTo>
                      <a:pt x="8186" y="8520"/>
                      <a:pt x="8013" y="8567"/>
                      <a:pt x="7793" y="8609"/>
                    </a:cubicBezTo>
                    <a:cubicBezTo>
                      <a:pt x="7332" y="8698"/>
                      <a:pt x="6725" y="8761"/>
                      <a:pt x="6070" y="8829"/>
                    </a:cubicBezTo>
                    <a:cubicBezTo>
                      <a:pt x="5271" y="8881"/>
                      <a:pt x="4405" y="8919"/>
                      <a:pt x="3685" y="8919"/>
                    </a:cubicBezTo>
                    <a:cubicBezTo>
                      <a:pt x="3245" y="8919"/>
                      <a:pt x="2859" y="8905"/>
                      <a:pt x="2577" y="8871"/>
                    </a:cubicBezTo>
                    <a:cubicBezTo>
                      <a:pt x="1833" y="8803"/>
                      <a:pt x="1399" y="8698"/>
                      <a:pt x="1074" y="8368"/>
                    </a:cubicBezTo>
                    <a:cubicBezTo>
                      <a:pt x="744" y="8044"/>
                      <a:pt x="550" y="7494"/>
                      <a:pt x="351" y="6535"/>
                    </a:cubicBezTo>
                    <a:cubicBezTo>
                      <a:pt x="131" y="5598"/>
                      <a:pt x="110" y="4310"/>
                      <a:pt x="199" y="3173"/>
                    </a:cubicBezTo>
                    <a:cubicBezTo>
                      <a:pt x="241" y="2608"/>
                      <a:pt x="330" y="2084"/>
                      <a:pt x="419" y="1649"/>
                    </a:cubicBezTo>
                    <a:cubicBezTo>
                      <a:pt x="503" y="1210"/>
                      <a:pt x="592" y="864"/>
                      <a:pt x="702" y="712"/>
                    </a:cubicBezTo>
                    <a:cubicBezTo>
                      <a:pt x="812" y="513"/>
                      <a:pt x="896" y="382"/>
                      <a:pt x="985" y="293"/>
                    </a:cubicBezTo>
                    <a:cubicBezTo>
                      <a:pt x="1048" y="209"/>
                      <a:pt x="1116" y="162"/>
                      <a:pt x="1205" y="141"/>
                    </a:cubicBezTo>
                    <a:cubicBezTo>
                      <a:pt x="1249" y="129"/>
                      <a:pt x="1304" y="124"/>
                      <a:pt x="1373" y="124"/>
                    </a:cubicBezTo>
                    <a:close/>
                    <a:moveTo>
                      <a:pt x="1411" y="0"/>
                    </a:moveTo>
                    <a:cubicBezTo>
                      <a:pt x="1314" y="0"/>
                      <a:pt x="1233" y="10"/>
                      <a:pt x="1158" y="31"/>
                    </a:cubicBezTo>
                    <a:cubicBezTo>
                      <a:pt x="1048" y="78"/>
                      <a:pt x="964" y="120"/>
                      <a:pt x="896" y="230"/>
                    </a:cubicBezTo>
                    <a:cubicBezTo>
                      <a:pt x="812" y="340"/>
                      <a:pt x="723" y="471"/>
                      <a:pt x="613" y="644"/>
                    </a:cubicBezTo>
                    <a:cubicBezTo>
                      <a:pt x="482" y="843"/>
                      <a:pt x="393" y="1189"/>
                      <a:pt x="288" y="1628"/>
                    </a:cubicBezTo>
                    <a:cubicBezTo>
                      <a:pt x="199" y="2063"/>
                      <a:pt x="131" y="2587"/>
                      <a:pt x="89" y="3152"/>
                    </a:cubicBezTo>
                    <a:cubicBezTo>
                      <a:pt x="0" y="4310"/>
                      <a:pt x="27" y="5598"/>
                      <a:pt x="241" y="6577"/>
                    </a:cubicBezTo>
                    <a:cubicBezTo>
                      <a:pt x="440" y="7541"/>
                      <a:pt x="634" y="8107"/>
                      <a:pt x="985" y="8457"/>
                    </a:cubicBezTo>
                    <a:cubicBezTo>
                      <a:pt x="1336" y="8803"/>
                      <a:pt x="1812" y="8913"/>
                      <a:pt x="2556" y="9002"/>
                    </a:cubicBezTo>
                    <a:cubicBezTo>
                      <a:pt x="2808" y="9023"/>
                      <a:pt x="3136" y="9032"/>
                      <a:pt x="3510" y="9032"/>
                    </a:cubicBezTo>
                    <a:cubicBezTo>
                      <a:pt x="4268" y="9032"/>
                      <a:pt x="5214" y="8994"/>
                      <a:pt x="6091" y="8934"/>
                    </a:cubicBezTo>
                    <a:cubicBezTo>
                      <a:pt x="6745" y="8871"/>
                      <a:pt x="7332" y="8803"/>
                      <a:pt x="7793" y="8719"/>
                    </a:cubicBezTo>
                    <a:cubicBezTo>
                      <a:pt x="8034" y="8672"/>
                      <a:pt x="8228" y="8630"/>
                      <a:pt x="8358" y="8588"/>
                    </a:cubicBezTo>
                    <a:cubicBezTo>
                      <a:pt x="8447" y="8567"/>
                      <a:pt x="8489" y="8520"/>
                      <a:pt x="8536" y="8499"/>
                    </a:cubicBezTo>
                    <a:cubicBezTo>
                      <a:pt x="8578" y="8478"/>
                      <a:pt x="8620" y="8436"/>
                      <a:pt x="8641" y="8389"/>
                    </a:cubicBezTo>
                    <a:cubicBezTo>
                      <a:pt x="8798" y="7934"/>
                      <a:pt x="8840" y="7080"/>
                      <a:pt x="8296" y="5818"/>
                    </a:cubicBezTo>
                    <a:cubicBezTo>
                      <a:pt x="7751" y="4551"/>
                      <a:pt x="7573" y="4137"/>
                      <a:pt x="7620" y="3069"/>
                    </a:cubicBezTo>
                    <a:cubicBezTo>
                      <a:pt x="7641" y="2519"/>
                      <a:pt x="7662" y="1953"/>
                      <a:pt x="7573" y="1471"/>
                    </a:cubicBezTo>
                    <a:cubicBezTo>
                      <a:pt x="7489" y="1016"/>
                      <a:pt x="7248" y="602"/>
                      <a:pt x="6745" y="403"/>
                    </a:cubicBezTo>
                    <a:lnTo>
                      <a:pt x="6725" y="403"/>
                    </a:lnTo>
                    <a:cubicBezTo>
                      <a:pt x="6725" y="403"/>
                      <a:pt x="3341" y="188"/>
                      <a:pt x="2205" y="78"/>
                    </a:cubicBezTo>
                    <a:cubicBezTo>
                      <a:pt x="1834" y="34"/>
                      <a:pt x="1594" y="0"/>
                      <a:pt x="1411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Google Shape;639;p33">
                <a:extLst>
                  <a:ext uri="{FF2B5EF4-FFF2-40B4-BE49-F238E27FC236}">
                    <a16:creationId xmlns:a16="http://schemas.microsoft.com/office/drawing/2014/main" id="{C6C7F4B3-72DD-8CA9-E0F4-F1B60BB25F33}"/>
                  </a:ext>
                </a:extLst>
              </p:cNvPr>
              <p:cNvSpPr/>
              <p:nvPr/>
            </p:nvSpPr>
            <p:spPr>
              <a:xfrm>
                <a:off x="1118998" y="2069770"/>
                <a:ext cx="535379" cy="319388"/>
              </a:xfrm>
              <a:custGeom>
                <a:avLst/>
                <a:gdLst/>
                <a:ahLst/>
                <a:cxnLst/>
                <a:rect l="l" t="t" r="r" b="b"/>
                <a:pathLst>
                  <a:path w="6286" h="3750" extrusionOk="0">
                    <a:moveTo>
                      <a:pt x="1108" y="0"/>
                    </a:moveTo>
                    <a:cubicBezTo>
                      <a:pt x="909" y="0"/>
                      <a:pt x="745" y="32"/>
                      <a:pt x="614" y="118"/>
                    </a:cubicBezTo>
                    <a:cubicBezTo>
                      <a:pt x="310" y="333"/>
                      <a:pt x="90" y="1056"/>
                      <a:pt x="48" y="1380"/>
                    </a:cubicBezTo>
                    <a:cubicBezTo>
                      <a:pt x="1" y="1731"/>
                      <a:pt x="90" y="1951"/>
                      <a:pt x="504" y="2082"/>
                    </a:cubicBezTo>
                    <a:cubicBezTo>
                      <a:pt x="938" y="2234"/>
                      <a:pt x="1902" y="2475"/>
                      <a:pt x="2577" y="2758"/>
                    </a:cubicBezTo>
                    <a:cubicBezTo>
                      <a:pt x="3232" y="3040"/>
                      <a:pt x="3819" y="3475"/>
                      <a:pt x="4128" y="3653"/>
                    </a:cubicBezTo>
                    <a:cubicBezTo>
                      <a:pt x="4243" y="3719"/>
                      <a:pt x="4337" y="3750"/>
                      <a:pt x="4418" y="3750"/>
                    </a:cubicBezTo>
                    <a:cubicBezTo>
                      <a:pt x="4551" y="3750"/>
                      <a:pt x="4651" y="3668"/>
                      <a:pt x="4761" y="3522"/>
                    </a:cubicBezTo>
                    <a:cubicBezTo>
                      <a:pt x="4934" y="3281"/>
                      <a:pt x="5416" y="2669"/>
                      <a:pt x="5850" y="2234"/>
                    </a:cubicBezTo>
                    <a:cubicBezTo>
                      <a:pt x="6285" y="1820"/>
                      <a:pt x="6285" y="1621"/>
                      <a:pt x="6264" y="1380"/>
                    </a:cubicBezTo>
                    <a:cubicBezTo>
                      <a:pt x="6243" y="1118"/>
                      <a:pt x="5678" y="878"/>
                      <a:pt x="5238" y="726"/>
                    </a:cubicBezTo>
                    <a:cubicBezTo>
                      <a:pt x="4824" y="574"/>
                      <a:pt x="3473" y="249"/>
                      <a:pt x="2949" y="118"/>
                    </a:cubicBezTo>
                    <a:cubicBezTo>
                      <a:pt x="2782" y="82"/>
                      <a:pt x="2629" y="69"/>
                      <a:pt x="2499" y="69"/>
                    </a:cubicBezTo>
                    <a:cubicBezTo>
                      <a:pt x="2240" y="69"/>
                      <a:pt x="2075" y="118"/>
                      <a:pt x="2075" y="118"/>
                    </a:cubicBezTo>
                    <a:cubicBezTo>
                      <a:pt x="1691" y="56"/>
                      <a:pt x="1370" y="0"/>
                      <a:pt x="110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Google Shape;640;p33">
                <a:extLst>
                  <a:ext uri="{FF2B5EF4-FFF2-40B4-BE49-F238E27FC236}">
                    <a16:creationId xmlns:a16="http://schemas.microsoft.com/office/drawing/2014/main" id="{62EF4C56-2903-254F-2635-B2B4EC18B3C9}"/>
                  </a:ext>
                </a:extLst>
              </p:cNvPr>
              <p:cNvSpPr/>
              <p:nvPr/>
            </p:nvSpPr>
            <p:spPr>
              <a:xfrm>
                <a:off x="1115421" y="2064659"/>
                <a:ext cx="544747" cy="329693"/>
              </a:xfrm>
              <a:custGeom>
                <a:avLst/>
                <a:gdLst/>
                <a:ahLst/>
                <a:cxnLst/>
                <a:rect l="l" t="t" r="r" b="b"/>
                <a:pathLst>
                  <a:path w="6396" h="3871" extrusionOk="0">
                    <a:moveTo>
                      <a:pt x="1242" y="110"/>
                    </a:moveTo>
                    <a:cubicBezTo>
                      <a:pt x="1462" y="131"/>
                      <a:pt x="1766" y="178"/>
                      <a:pt x="2096" y="241"/>
                    </a:cubicBezTo>
                    <a:lnTo>
                      <a:pt x="2159" y="241"/>
                    </a:lnTo>
                    <a:lnTo>
                      <a:pt x="2159" y="220"/>
                    </a:lnTo>
                    <a:cubicBezTo>
                      <a:pt x="2201" y="220"/>
                      <a:pt x="2333" y="186"/>
                      <a:pt x="2536" y="186"/>
                    </a:cubicBezTo>
                    <a:cubicBezTo>
                      <a:pt x="2662" y="186"/>
                      <a:pt x="2815" y="199"/>
                      <a:pt x="2991" y="241"/>
                    </a:cubicBezTo>
                    <a:cubicBezTo>
                      <a:pt x="3494" y="351"/>
                      <a:pt x="4866" y="676"/>
                      <a:pt x="5259" y="833"/>
                    </a:cubicBezTo>
                    <a:cubicBezTo>
                      <a:pt x="5479" y="917"/>
                      <a:pt x="5720" y="1027"/>
                      <a:pt x="5913" y="1116"/>
                    </a:cubicBezTo>
                    <a:cubicBezTo>
                      <a:pt x="6023" y="1178"/>
                      <a:pt x="6112" y="1226"/>
                      <a:pt x="6154" y="1288"/>
                    </a:cubicBezTo>
                    <a:cubicBezTo>
                      <a:pt x="6217" y="1330"/>
                      <a:pt x="6243" y="1398"/>
                      <a:pt x="6264" y="1440"/>
                    </a:cubicBezTo>
                    <a:cubicBezTo>
                      <a:pt x="6264" y="1571"/>
                      <a:pt x="6264" y="1660"/>
                      <a:pt x="6217" y="1770"/>
                    </a:cubicBezTo>
                    <a:cubicBezTo>
                      <a:pt x="6175" y="1901"/>
                      <a:pt x="6065" y="2053"/>
                      <a:pt x="5851" y="2273"/>
                    </a:cubicBezTo>
                    <a:cubicBezTo>
                      <a:pt x="5411" y="2708"/>
                      <a:pt x="4934" y="3320"/>
                      <a:pt x="4756" y="3556"/>
                    </a:cubicBezTo>
                    <a:cubicBezTo>
                      <a:pt x="4672" y="3666"/>
                      <a:pt x="4604" y="3734"/>
                      <a:pt x="4515" y="3755"/>
                    </a:cubicBezTo>
                    <a:cubicBezTo>
                      <a:pt x="4496" y="3760"/>
                      <a:pt x="4476" y="3763"/>
                      <a:pt x="4455" y="3763"/>
                    </a:cubicBezTo>
                    <a:cubicBezTo>
                      <a:pt x="4386" y="3763"/>
                      <a:pt x="4307" y="3734"/>
                      <a:pt x="4190" y="3666"/>
                    </a:cubicBezTo>
                    <a:cubicBezTo>
                      <a:pt x="3908" y="3493"/>
                      <a:pt x="3316" y="3059"/>
                      <a:pt x="2640" y="2771"/>
                    </a:cubicBezTo>
                    <a:cubicBezTo>
                      <a:pt x="1965" y="2488"/>
                      <a:pt x="980" y="2226"/>
                      <a:pt x="567" y="2095"/>
                    </a:cubicBezTo>
                    <a:cubicBezTo>
                      <a:pt x="373" y="2032"/>
                      <a:pt x="263" y="1943"/>
                      <a:pt x="195" y="1833"/>
                    </a:cubicBezTo>
                    <a:cubicBezTo>
                      <a:pt x="132" y="1749"/>
                      <a:pt x="132" y="1618"/>
                      <a:pt x="153" y="1461"/>
                    </a:cubicBezTo>
                    <a:cubicBezTo>
                      <a:pt x="174" y="1288"/>
                      <a:pt x="242" y="1027"/>
                      <a:pt x="326" y="786"/>
                    </a:cubicBezTo>
                    <a:cubicBezTo>
                      <a:pt x="415" y="545"/>
                      <a:pt x="546" y="330"/>
                      <a:pt x="677" y="241"/>
                    </a:cubicBezTo>
                    <a:cubicBezTo>
                      <a:pt x="807" y="131"/>
                      <a:pt x="1006" y="110"/>
                      <a:pt x="1242" y="110"/>
                    </a:cubicBezTo>
                    <a:close/>
                    <a:moveTo>
                      <a:pt x="1242" y="0"/>
                    </a:moveTo>
                    <a:cubicBezTo>
                      <a:pt x="980" y="0"/>
                      <a:pt x="786" y="21"/>
                      <a:pt x="614" y="131"/>
                    </a:cubicBezTo>
                    <a:cubicBezTo>
                      <a:pt x="436" y="262"/>
                      <a:pt x="305" y="503"/>
                      <a:pt x="221" y="744"/>
                    </a:cubicBezTo>
                    <a:cubicBezTo>
                      <a:pt x="132" y="1006"/>
                      <a:pt x="64" y="1268"/>
                      <a:pt x="43" y="1440"/>
                    </a:cubicBezTo>
                    <a:cubicBezTo>
                      <a:pt x="1" y="1618"/>
                      <a:pt x="22" y="1770"/>
                      <a:pt x="111" y="1901"/>
                    </a:cubicBezTo>
                    <a:cubicBezTo>
                      <a:pt x="174" y="2032"/>
                      <a:pt x="326" y="2116"/>
                      <a:pt x="546" y="2205"/>
                    </a:cubicBezTo>
                    <a:cubicBezTo>
                      <a:pt x="959" y="2336"/>
                      <a:pt x="1944" y="2598"/>
                      <a:pt x="2598" y="2880"/>
                    </a:cubicBezTo>
                    <a:cubicBezTo>
                      <a:pt x="3253" y="3142"/>
                      <a:pt x="3819" y="3582"/>
                      <a:pt x="4122" y="3755"/>
                    </a:cubicBezTo>
                    <a:cubicBezTo>
                      <a:pt x="4270" y="3829"/>
                      <a:pt x="4385" y="3870"/>
                      <a:pt x="4483" y="3870"/>
                    </a:cubicBezTo>
                    <a:cubicBezTo>
                      <a:pt x="4503" y="3870"/>
                      <a:pt x="4523" y="3869"/>
                      <a:pt x="4541" y="3865"/>
                    </a:cubicBezTo>
                    <a:cubicBezTo>
                      <a:pt x="4672" y="3844"/>
                      <a:pt x="4756" y="3755"/>
                      <a:pt x="4845" y="3624"/>
                    </a:cubicBezTo>
                    <a:cubicBezTo>
                      <a:pt x="5018" y="3383"/>
                      <a:pt x="5500" y="2771"/>
                      <a:pt x="5934" y="2336"/>
                    </a:cubicBezTo>
                    <a:cubicBezTo>
                      <a:pt x="6154" y="2116"/>
                      <a:pt x="6264" y="1964"/>
                      <a:pt x="6327" y="1812"/>
                    </a:cubicBezTo>
                    <a:cubicBezTo>
                      <a:pt x="6395" y="1681"/>
                      <a:pt x="6374" y="1550"/>
                      <a:pt x="6374" y="1419"/>
                    </a:cubicBezTo>
                    <a:cubicBezTo>
                      <a:pt x="6348" y="1330"/>
                      <a:pt x="6306" y="1268"/>
                      <a:pt x="6243" y="1199"/>
                    </a:cubicBezTo>
                    <a:cubicBezTo>
                      <a:pt x="6175" y="1137"/>
                      <a:pt x="6086" y="1069"/>
                      <a:pt x="5981" y="1027"/>
                    </a:cubicBezTo>
                    <a:cubicBezTo>
                      <a:pt x="5782" y="917"/>
                      <a:pt x="5521" y="807"/>
                      <a:pt x="5301" y="744"/>
                    </a:cubicBezTo>
                    <a:cubicBezTo>
                      <a:pt x="4866" y="571"/>
                      <a:pt x="3536" y="241"/>
                      <a:pt x="3012" y="131"/>
                    </a:cubicBezTo>
                    <a:cubicBezTo>
                      <a:pt x="2817" y="82"/>
                      <a:pt x="2645" y="67"/>
                      <a:pt x="2506" y="67"/>
                    </a:cubicBezTo>
                    <a:cubicBezTo>
                      <a:pt x="2273" y="67"/>
                      <a:pt x="2130" y="110"/>
                      <a:pt x="2117" y="110"/>
                    </a:cubicBezTo>
                    <a:cubicBezTo>
                      <a:pt x="1766" y="68"/>
                      <a:pt x="1483" y="21"/>
                      <a:pt x="1242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Google Shape;641;p33">
                <a:extLst>
                  <a:ext uri="{FF2B5EF4-FFF2-40B4-BE49-F238E27FC236}">
                    <a16:creationId xmlns:a16="http://schemas.microsoft.com/office/drawing/2014/main" id="{121AA055-1464-5747-7B2B-AD5ED57221A3}"/>
                  </a:ext>
                </a:extLst>
              </p:cNvPr>
              <p:cNvSpPr/>
              <p:nvPr/>
            </p:nvSpPr>
            <p:spPr>
              <a:xfrm>
                <a:off x="1225204" y="2086974"/>
                <a:ext cx="343916" cy="234217"/>
              </a:xfrm>
              <a:custGeom>
                <a:avLst/>
                <a:gdLst/>
                <a:ahLst/>
                <a:cxnLst/>
                <a:rect l="l" t="t" r="r" b="b"/>
                <a:pathLst>
                  <a:path w="4038" h="2750" extrusionOk="0">
                    <a:moveTo>
                      <a:pt x="1440" y="0"/>
                    </a:moveTo>
                    <a:cubicBezTo>
                      <a:pt x="1440" y="0"/>
                      <a:pt x="807" y="89"/>
                      <a:pt x="435" y="110"/>
                    </a:cubicBezTo>
                    <a:cubicBezTo>
                      <a:pt x="84" y="152"/>
                      <a:pt x="0" y="262"/>
                      <a:pt x="173" y="503"/>
                    </a:cubicBezTo>
                    <a:cubicBezTo>
                      <a:pt x="325" y="765"/>
                      <a:pt x="566" y="875"/>
                      <a:pt x="1131" y="1267"/>
                    </a:cubicBezTo>
                    <a:cubicBezTo>
                      <a:pt x="1681" y="1660"/>
                      <a:pt x="2812" y="2467"/>
                      <a:pt x="2901" y="2577"/>
                    </a:cubicBezTo>
                    <a:cubicBezTo>
                      <a:pt x="2991" y="2687"/>
                      <a:pt x="3032" y="2749"/>
                      <a:pt x="3032" y="2749"/>
                    </a:cubicBezTo>
                    <a:cubicBezTo>
                      <a:pt x="3032" y="2749"/>
                      <a:pt x="3666" y="1964"/>
                      <a:pt x="3860" y="1550"/>
                    </a:cubicBezTo>
                    <a:cubicBezTo>
                      <a:pt x="4038" y="1115"/>
                      <a:pt x="3970" y="896"/>
                      <a:pt x="3776" y="765"/>
                    </a:cubicBezTo>
                    <a:cubicBezTo>
                      <a:pt x="3577" y="634"/>
                      <a:pt x="2551" y="283"/>
                      <a:pt x="2116" y="131"/>
                    </a:cubicBezTo>
                    <a:cubicBezTo>
                      <a:pt x="1681" y="0"/>
                      <a:pt x="1440" y="0"/>
                      <a:pt x="144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Google Shape;642;p33">
                <a:extLst>
                  <a:ext uri="{FF2B5EF4-FFF2-40B4-BE49-F238E27FC236}">
                    <a16:creationId xmlns:a16="http://schemas.microsoft.com/office/drawing/2014/main" id="{F356ECE0-D55D-D6B5-1F83-82B1430AC344}"/>
                  </a:ext>
                </a:extLst>
              </p:cNvPr>
              <p:cNvSpPr/>
              <p:nvPr/>
            </p:nvSpPr>
            <p:spPr>
              <a:xfrm>
                <a:off x="1226993" y="2081608"/>
                <a:ext cx="342128" cy="247163"/>
              </a:xfrm>
              <a:custGeom>
                <a:avLst/>
                <a:gdLst/>
                <a:ahLst/>
                <a:cxnLst/>
                <a:rect l="l" t="t" r="r" b="b"/>
                <a:pathLst>
                  <a:path w="4017" h="2902" extrusionOk="0">
                    <a:moveTo>
                      <a:pt x="1419" y="110"/>
                    </a:moveTo>
                    <a:cubicBezTo>
                      <a:pt x="1440" y="110"/>
                      <a:pt x="1660" y="110"/>
                      <a:pt x="2074" y="262"/>
                    </a:cubicBezTo>
                    <a:cubicBezTo>
                      <a:pt x="2289" y="325"/>
                      <a:pt x="2661" y="456"/>
                      <a:pt x="2990" y="566"/>
                    </a:cubicBezTo>
                    <a:cubicBezTo>
                      <a:pt x="3163" y="634"/>
                      <a:pt x="3315" y="697"/>
                      <a:pt x="3446" y="739"/>
                    </a:cubicBezTo>
                    <a:cubicBezTo>
                      <a:pt x="3577" y="807"/>
                      <a:pt x="3687" y="849"/>
                      <a:pt x="3708" y="870"/>
                    </a:cubicBezTo>
                    <a:cubicBezTo>
                      <a:pt x="3818" y="938"/>
                      <a:pt x="3860" y="1000"/>
                      <a:pt x="3886" y="1110"/>
                    </a:cubicBezTo>
                    <a:cubicBezTo>
                      <a:pt x="3907" y="1220"/>
                      <a:pt x="3886" y="1372"/>
                      <a:pt x="3797" y="1571"/>
                    </a:cubicBezTo>
                    <a:cubicBezTo>
                      <a:pt x="3687" y="1786"/>
                      <a:pt x="3493" y="2074"/>
                      <a:pt x="3315" y="2336"/>
                    </a:cubicBezTo>
                    <a:cubicBezTo>
                      <a:pt x="3163" y="2551"/>
                      <a:pt x="3053" y="2681"/>
                      <a:pt x="3011" y="2702"/>
                    </a:cubicBezTo>
                    <a:cubicBezTo>
                      <a:pt x="2990" y="2681"/>
                      <a:pt x="2990" y="2681"/>
                      <a:pt x="2922" y="2598"/>
                    </a:cubicBezTo>
                    <a:cubicBezTo>
                      <a:pt x="2901" y="2572"/>
                      <a:pt x="2880" y="2551"/>
                      <a:pt x="2839" y="2530"/>
                    </a:cubicBezTo>
                    <a:cubicBezTo>
                      <a:pt x="2791" y="2488"/>
                      <a:pt x="2750" y="2441"/>
                      <a:pt x="2681" y="2399"/>
                    </a:cubicBezTo>
                    <a:cubicBezTo>
                      <a:pt x="2551" y="2310"/>
                      <a:pt x="2378" y="2179"/>
                      <a:pt x="2205" y="2048"/>
                    </a:cubicBezTo>
                    <a:cubicBezTo>
                      <a:pt x="1833" y="1786"/>
                      <a:pt x="1419" y="1482"/>
                      <a:pt x="1137" y="1288"/>
                    </a:cubicBezTo>
                    <a:cubicBezTo>
                      <a:pt x="587" y="896"/>
                      <a:pt x="351" y="786"/>
                      <a:pt x="194" y="545"/>
                    </a:cubicBezTo>
                    <a:cubicBezTo>
                      <a:pt x="152" y="477"/>
                      <a:pt x="131" y="435"/>
                      <a:pt x="110" y="393"/>
                    </a:cubicBezTo>
                    <a:cubicBezTo>
                      <a:pt x="110" y="372"/>
                      <a:pt x="110" y="346"/>
                      <a:pt x="131" y="325"/>
                    </a:cubicBezTo>
                    <a:cubicBezTo>
                      <a:pt x="152" y="304"/>
                      <a:pt x="262" y="262"/>
                      <a:pt x="435" y="241"/>
                    </a:cubicBezTo>
                    <a:cubicBezTo>
                      <a:pt x="786" y="194"/>
                      <a:pt x="1419" y="110"/>
                      <a:pt x="1419" y="110"/>
                    </a:cubicBezTo>
                    <a:close/>
                    <a:moveTo>
                      <a:pt x="1419" y="0"/>
                    </a:moveTo>
                    <a:cubicBezTo>
                      <a:pt x="1419" y="0"/>
                      <a:pt x="786" y="84"/>
                      <a:pt x="414" y="131"/>
                    </a:cubicBezTo>
                    <a:cubicBezTo>
                      <a:pt x="241" y="131"/>
                      <a:pt x="110" y="173"/>
                      <a:pt x="42" y="262"/>
                    </a:cubicBezTo>
                    <a:cubicBezTo>
                      <a:pt x="0" y="304"/>
                      <a:pt x="0" y="372"/>
                      <a:pt x="0" y="435"/>
                    </a:cubicBezTo>
                    <a:cubicBezTo>
                      <a:pt x="21" y="477"/>
                      <a:pt x="42" y="545"/>
                      <a:pt x="89" y="608"/>
                    </a:cubicBezTo>
                    <a:cubicBezTo>
                      <a:pt x="283" y="870"/>
                      <a:pt x="524" y="979"/>
                      <a:pt x="1069" y="1372"/>
                    </a:cubicBezTo>
                    <a:cubicBezTo>
                      <a:pt x="1351" y="1571"/>
                      <a:pt x="1765" y="1875"/>
                      <a:pt x="2137" y="2137"/>
                    </a:cubicBezTo>
                    <a:cubicBezTo>
                      <a:pt x="2315" y="2268"/>
                      <a:pt x="2488" y="2399"/>
                      <a:pt x="2619" y="2488"/>
                    </a:cubicBezTo>
                    <a:cubicBezTo>
                      <a:pt x="2661" y="2551"/>
                      <a:pt x="2729" y="2572"/>
                      <a:pt x="2770" y="2619"/>
                    </a:cubicBezTo>
                    <a:cubicBezTo>
                      <a:pt x="2812" y="2640"/>
                      <a:pt x="2839" y="2681"/>
                      <a:pt x="2839" y="2681"/>
                    </a:cubicBezTo>
                    <a:cubicBezTo>
                      <a:pt x="2922" y="2791"/>
                      <a:pt x="2970" y="2833"/>
                      <a:pt x="2970" y="2833"/>
                    </a:cubicBezTo>
                    <a:lnTo>
                      <a:pt x="3011" y="2901"/>
                    </a:lnTo>
                    <a:lnTo>
                      <a:pt x="3053" y="2833"/>
                    </a:lnTo>
                    <a:cubicBezTo>
                      <a:pt x="3053" y="2833"/>
                      <a:pt x="3231" y="2640"/>
                      <a:pt x="3404" y="2399"/>
                    </a:cubicBezTo>
                    <a:cubicBezTo>
                      <a:pt x="3577" y="2137"/>
                      <a:pt x="3797" y="1854"/>
                      <a:pt x="3886" y="1634"/>
                    </a:cubicBezTo>
                    <a:cubicBezTo>
                      <a:pt x="3991" y="1419"/>
                      <a:pt x="4017" y="1241"/>
                      <a:pt x="3991" y="1089"/>
                    </a:cubicBezTo>
                    <a:cubicBezTo>
                      <a:pt x="3970" y="959"/>
                      <a:pt x="3886" y="849"/>
                      <a:pt x="3776" y="786"/>
                    </a:cubicBezTo>
                    <a:cubicBezTo>
                      <a:pt x="3729" y="739"/>
                      <a:pt x="3624" y="697"/>
                      <a:pt x="3493" y="634"/>
                    </a:cubicBezTo>
                    <a:cubicBezTo>
                      <a:pt x="3362" y="587"/>
                      <a:pt x="3205" y="524"/>
                      <a:pt x="3032" y="456"/>
                    </a:cubicBezTo>
                    <a:cubicBezTo>
                      <a:pt x="2708" y="346"/>
                      <a:pt x="2336" y="215"/>
                      <a:pt x="2116" y="152"/>
                    </a:cubicBezTo>
                    <a:cubicBezTo>
                      <a:pt x="1681" y="0"/>
                      <a:pt x="1419" y="0"/>
                      <a:pt x="1419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Google Shape;643;p33">
                <a:extLst>
                  <a:ext uri="{FF2B5EF4-FFF2-40B4-BE49-F238E27FC236}">
                    <a16:creationId xmlns:a16="http://schemas.microsoft.com/office/drawing/2014/main" id="{CAA6118E-86AD-BEAB-2389-D173E094E680}"/>
                  </a:ext>
                </a:extLst>
              </p:cNvPr>
              <p:cNvSpPr/>
              <p:nvPr/>
            </p:nvSpPr>
            <p:spPr>
              <a:xfrm>
                <a:off x="1351424" y="2215408"/>
                <a:ext cx="186096" cy="105781"/>
              </a:xfrm>
              <a:custGeom>
                <a:avLst/>
                <a:gdLst/>
                <a:ahLst/>
                <a:cxnLst/>
                <a:rect l="l" t="t" r="r" b="b"/>
                <a:pathLst>
                  <a:path w="2185" h="1242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566" y="414"/>
                      <a:pt x="1351" y="980"/>
                      <a:pt x="1419" y="1069"/>
                    </a:cubicBezTo>
                    <a:cubicBezTo>
                      <a:pt x="1509" y="1179"/>
                      <a:pt x="1550" y="1241"/>
                      <a:pt x="1550" y="1241"/>
                    </a:cubicBezTo>
                    <a:cubicBezTo>
                      <a:pt x="1550" y="1241"/>
                      <a:pt x="1922" y="786"/>
                      <a:pt x="2184" y="372"/>
                    </a:cubicBezTo>
                    <a:cubicBezTo>
                      <a:pt x="2032" y="325"/>
                      <a:pt x="1854" y="283"/>
                      <a:pt x="1639" y="215"/>
                    </a:cubicBezTo>
                    <a:cubicBezTo>
                      <a:pt x="1179" y="110"/>
                      <a:pt x="482" y="42"/>
                      <a:pt x="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Google Shape;644;p33">
                <a:extLst>
                  <a:ext uri="{FF2B5EF4-FFF2-40B4-BE49-F238E27FC236}">
                    <a16:creationId xmlns:a16="http://schemas.microsoft.com/office/drawing/2014/main" id="{3242F17C-1EED-7FEF-D896-A803E79D2080}"/>
                  </a:ext>
                </a:extLst>
              </p:cNvPr>
              <p:cNvSpPr/>
              <p:nvPr/>
            </p:nvSpPr>
            <p:spPr>
              <a:xfrm>
                <a:off x="1332687" y="2209617"/>
                <a:ext cx="211903" cy="119153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1399" extrusionOk="0">
                    <a:moveTo>
                      <a:pt x="419" y="152"/>
                    </a:moveTo>
                    <a:cubicBezTo>
                      <a:pt x="875" y="199"/>
                      <a:pt x="1440" y="262"/>
                      <a:pt x="1859" y="351"/>
                    </a:cubicBezTo>
                    <a:cubicBezTo>
                      <a:pt x="2032" y="393"/>
                      <a:pt x="2184" y="440"/>
                      <a:pt x="2315" y="482"/>
                    </a:cubicBezTo>
                    <a:cubicBezTo>
                      <a:pt x="2074" y="833"/>
                      <a:pt x="1812" y="1158"/>
                      <a:pt x="1770" y="1199"/>
                    </a:cubicBezTo>
                    <a:cubicBezTo>
                      <a:pt x="1749" y="1178"/>
                      <a:pt x="1749" y="1178"/>
                      <a:pt x="1681" y="1095"/>
                    </a:cubicBezTo>
                    <a:cubicBezTo>
                      <a:pt x="1660" y="1069"/>
                      <a:pt x="1598" y="1027"/>
                      <a:pt x="1509" y="938"/>
                    </a:cubicBezTo>
                    <a:cubicBezTo>
                      <a:pt x="1399" y="875"/>
                      <a:pt x="1289" y="786"/>
                      <a:pt x="1158" y="676"/>
                    </a:cubicBezTo>
                    <a:cubicBezTo>
                      <a:pt x="917" y="524"/>
                      <a:pt x="655" y="330"/>
                      <a:pt x="419" y="152"/>
                    </a:cubicBezTo>
                    <a:close/>
                    <a:moveTo>
                      <a:pt x="0" y="0"/>
                    </a:moveTo>
                    <a:lnTo>
                      <a:pt x="178" y="131"/>
                    </a:lnTo>
                    <a:cubicBezTo>
                      <a:pt x="461" y="330"/>
                      <a:pt x="812" y="571"/>
                      <a:pt x="1074" y="786"/>
                    </a:cubicBezTo>
                    <a:cubicBezTo>
                      <a:pt x="1226" y="875"/>
                      <a:pt x="1336" y="964"/>
                      <a:pt x="1440" y="1048"/>
                    </a:cubicBezTo>
                    <a:cubicBezTo>
                      <a:pt x="1529" y="1116"/>
                      <a:pt x="1598" y="1158"/>
                      <a:pt x="1598" y="1178"/>
                    </a:cubicBezTo>
                    <a:cubicBezTo>
                      <a:pt x="1681" y="1288"/>
                      <a:pt x="1729" y="1330"/>
                      <a:pt x="1729" y="1330"/>
                    </a:cubicBezTo>
                    <a:lnTo>
                      <a:pt x="1770" y="1398"/>
                    </a:lnTo>
                    <a:lnTo>
                      <a:pt x="1812" y="1330"/>
                    </a:lnTo>
                    <a:cubicBezTo>
                      <a:pt x="1812" y="1330"/>
                      <a:pt x="2184" y="875"/>
                      <a:pt x="2446" y="482"/>
                    </a:cubicBezTo>
                    <a:lnTo>
                      <a:pt x="2488" y="414"/>
                    </a:lnTo>
                    <a:lnTo>
                      <a:pt x="2425" y="393"/>
                    </a:lnTo>
                    <a:cubicBezTo>
                      <a:pt x="2273" y="351"/>
                      <a:pt x="2095" y="283"/>
                      <a:pt x="1880" y="241"/>
                    </a:cubicBezTo>
                    <a:cubicBezTo>
                      <a:pt x="1399" y="131"/>
                      <a:pt x="723" y="68"/>
                      <a:pt x="220" y="2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" name="Google Shape;645;p33">
                <a:extLst>
                  <a:ext uri="{FF2B5EF4-FFF2-40B4-BE49-F238E27FC236}">
                    <a16:creationId xmlns:a16="http://schemas.microsoft.com/office/drawing/2014/main" id="{0BF88261-CABC-0C04-1BF7-BB5D2C49BFB5}"/>
                  </a:ext>
                </a:extLst>
              </p:cNvPr>
              <p:cNvSpPr/>
              <p:nvPr/>
            </p:nvSpPr>
            <p:spPr>
              <a:xfrm>
                <a:off x="1288059" y="2086974"/>
                <a:ext cx="200831" cy="181582"/>
              </a:xfrm>
              <a:custGeom>
                <a:avLst/>
                <a:gdLst/>
                <a:ahLst/>
                <a:cxnLst/>
                <a:rect l="l" t="t" r="r" b="b"/>
                <a:pathLst>
                  <a:path w="2358" h="2132" extrusionOk="0">
                    <a:moveTo>
                      <a:pt x="702" y="0"/>
                    </a:moveTo>
                    <a:cubicBezTo>
                      <a:pt x="592" y="199"/>
                      <a:pt x="352" y="634"/>
                      <a:pt x="200" y="833"/>
                    </a:cubicBezTo>
                    <a:cubicBezTo>
                      <a:pt x="132" y="937"/>
                      <a:pt x="69" y="985"/>
                      <a:pt x="1" y="1006"/>
                    </a:cubicBezTo>
                    <a:cubicBezTo>
                      <a:pt x="111" y="1068"/>
                      <a:pt x="242" y="1157"/>
                      <a:pt x="393" y="1267"/>
                    </a:cubicBezTo>
                    <a:cubicBezTo>
                      <a:pt x="681" y="1487"/>
                      <a:pt x="1158" y="1812"/>
                      <a:pt x="1551" y="2095"/>
                    </a:cubicBezTo>
                    <a:cubicBezTo>
                      <a:pt x="1572" y="2095"/>
                      <a:pt x="1598" y="2116"/>
                      <a:pt x="1619" y="2116"/>
                    </a:cubicBezTo>
                    <a:cubicBezTo>
                      <a:pt x="1702" y="2127"/>
                      <a:pt x="1777" y="2132"/>
                      <a:pt x="1845" y="2132"/>
                    </a:cubicBezTo>
                    <a:cubicBezTo>
                      <a:pt x="2193" y="2132"/>
                      <a:pt x="2357" y="2011"/>
                      <a:pt x="2357" y="2011"/>
                    </a:cubicBezTo>
                    <a:cubicBezTo>
                      <a:pt x="2357" y="2011"/>
                      <a:pt x="2122" y="1660"/>
                      <a:pt x="2095" y="1440"/>
                    </a:cubicBezTo>
                    <a:cubicBezTo>
                      <a:pt x="2074" y="1246"/>
                      <a:pt x="2095" y="1136"/>
                      <a:pt x="2315" y="723"/>
                    </a:cubicBezTo>
                    <a:lnTo>
                      <a:pt x="2294" y="702"/>
                    </a:lnTo>
                    <a:cubicBezTo>
                      <a:pt x="2294" y="702"/>
                      <a:pt x="1902" y="524"/>
                      <a:pt x="1467" y="330"/>
                    </a:cubicBezTo>
                    <a:cubicBezTo>
                      <a:pt x="1247" y="241"/>
                      <a:pt x="1074" y="110"/>
                      <a:pt x="943" y="21"/>
                    </a:cubicBezTo>
                    <a:cubicBezTo>
                      <a:pt x="786" y="0"/>
                      <a:pt x="702" y="0"/>
                      <a:pt x="702" y="0"/>
                    </a:cubicBezTo>
                    <a:close/>
                  </a:path>
                </a:pathLst>
              </a:custGeom>
              <a:solidFill>
                <a:srgbClr val="FFEBD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Google Shape;646;p33">
                <a:extLst>
                  <a:ext uri="{FF2B5EF4-FFF2-40B4-BE49-F238E27FC236}">
                    <a16:creationId xmlns:a16="http://schemas.microsoft.com/office/drawing/2014/main" id="{EE9E16A4-C98C-FDA6-CF67-94326A55E46F}"/>
                  </a:ext>
                </a:extLst>
              </p:cNvPr>
              <p:cNvSpPr/>
              <p:nvPr/>
            </p:nvSpPr>
            <p:spPr>
              <a:xfrm>
                <a:off x="1279116" y="2081608"/>
                <a:ext cx="217354" cy="191547"/>
              </a:xfrm>
              <a:custGeom>
                <a:avLst/>
                <a:gdLst/>
                <a:ahLst/>
                <a:cxnLst/>
                <a:rect l="l" t="t" r="r" b="b"/>
                <a:pathLst>
                  <a:path w="2552" h="2249" extrusionOk="0">
                    <a:moveTo>
                      <a:pt x="828" y="110"/>
                    </a:moveTo>
                    <a:cubicBezTo>
                      <a:pt x="828" y="110"/>
                      <a:pt x="891" y="110"/>
                      <a:pt x="1022" y="131"/>
                    </a:cubicBezTo>
                    <a:cubicBezTo>
                      <a:pt x="1153" y="241"/>
                      <a:pt x="1331" y="346"/>
                      <a:pt x="1546" y="435"/>
                    </a:cubicBezTo>
                    <a:cubicBezTo>
                      <a:pt x="1965" y="634"/>
                      <a:pt x="2358" y="807"/>
                      <a:pt x="2358" y="807"/>
                    </a:cubicBezTo>
                    <a:cubicBezTo>
                      <a:pt x="2268" y="979"/>
                      <a:pt x="2200" y="1110"/>
                      <a:pt x="2158" y="1220"/>
                    </a:cubicBezTo>
                    <a:cubicBezTo>
                      <a:pt x="2138" y="1330"/>
                      <a:pt x="2138" y="1419"/>
                      <a:pt x="2158" y="1503"/>
                    </a:cubicBezTo>
                    <a:cubicBezTo>
                      <a:pt x="2158" y="1634"/>
                      <a:pt x="2227" y="1765"/>
                      <a:pt x="2289" y="1896"/>
                    </a:cubicBezTo>
                    <a:cubicBezTo>
                      <a:pt x="2331" y="1985"/>
                      <a:pt x="2358" y="2006"/>
                      <a:pt x="2378" y="2048"/>
                    </a:cubicBezTo>
                    <a:cubicBezTo>
                      <a:pt x="2358" y="2048"/>
                      <a:pt x="2358" y="2074"/>
                      <a:pt x="2268" y="2095"/>
                    </a:cubicBezTo>
                    <a:cubicBezTo>
                      <a:pt x="2193" y="2109"/>
                      <a:pt x="2087" y="2134"/>
                      <a:pt x="1943" y="2134"/>
                    </a:cubicBezTo>
                    <a:cubicBezTo>
                      <a:pt x="1878" y="2134"/>
                      <a:pt x="1805" y="2129"/>
                      <a:pt x="1724" y="2116"/>
                    </a:cubicBezTo>
                    <a:lnTo>
                      <a:pt x="1677" y="2116"/>
                    </a:lnTo>
                    <a:cubicBezTo>
                      <a:pt x="1284" y="1833"/>
                      <a:pt x="828" y="1503"/>
                      <a:pt x="525" y="1288"/>
                    </a:cubicBezTo>
                    <a:cubicBezTo>
                      <a:pt x="415" y="1199"/>
                      <a:pt x="305" y="1131"/>
                      <a:pt x="216" y="1069"/>
                    </a:cubicBezTo>
                    <a:cubicBezTo>
                      <a:pt x="263" y="1048"/>
                      <a:pt x="305" y="1000"/>
                      <a:pt x="347" y="938"/>
                    </a:cubicBezTo>
                    <a:cubicBezTo>
                      <a:pt x="498" y="718"/>
                      <a:pt x="718" y="325"/>
                      <a:pt x="828" y="110"/>
                    </a:cubicBezTo>
                    <a:close/>
                    <a:moveTo>
                      <a:pt x="786" y="0"/>
                    </a:moveTo>
                    <a:lnTo>
                      <a:pt x="760" y="21"/>
                    </a:lnTo>
                    <a:lnTo>
                      <a:pt x="739" y="42"/>
                    </a:lnTo>
                    <a:cubicBezTo>
                      <a:pt x="629" y="241"/>
                      <a:pt x="415" y="655"/>
                      <a:pt x="263" y="870"/>
                    </a:cubicBezTo>
                    <a:cubicBezTo>
                      <a:pt x="195" y="959"/>
                      <a:pt x="153" y="1000"/>
                      <a:pt x="85" y="1027"/>
                    </a:cubicBezTo>
                    <a:lnTo>
                      <a:pt x="1" y="1048"/>
                    </a:lnTo>
                    <a:lnTo>
                      <a:pt x="85" y="1110"/>
                    </a:lnTo>
                    <a:cubicBezTo>
                      <a:pt x="195" y="1199"/>
                      <a:pt x="305" y="1262"/>
                      <a:pt x="457" y="1372"/>
                    </a:cubicBezTo>
                    <a:cubicBezTo>
                      <a:pt x="760" y="1592"/>
                      <a:pt x="1221" y="1917"/>
                      <a:pt x="1614" y="2205"/>
                    </a:cubicBezTo>
                    <a:lnTo>
                      <a:pt x="1635" y="2226"/>
                    </a:lnTo>
                    <a:lnTo>
                      <a:pt x="1724" y="2226"/>
                    </a:lnTo>
                    <a:cubicBezTo>
                      <a:pt x="1824" y="2242"/>
                      <a:pt x="1914" y="2249"/>
                      <a:pt x="1993" y="2249"/>
                    </a:cubicBezTo>
                    <a:cubicBezTo>
                      <a:pt x="2121" y="2249"/>
                      <a:pt x="2221" y="2231"/>
                      <a:pt x="2289" y="2205"/>
                    </a:cubicBezTo>
                    <a:cubicBezTo>
                      <a:pt x="2420" y="2158"/>
                      <a:pt x="2509" y="2116"/>
                      <a:pt x="2509" y="2116"/>
                    </a:cubicBezTo>
                    <a:lnTo>
                      <a:pt x="2551" y="2074"/>
                    </a:lnTo>
                    <a:lnTo>
                      <a:pt x="2509" y="2027"/>
                    </a:lnTo>
                    <a:cubicBezTo>
                      <a:pt x="2509" y="2027"/>
                      <a:pt x="2462" y="1943"/>
                      <a:pt x="2399" y="1833"/>
                    </a:cubicBezTo>
                    <a:cubicBezTo>
                      <a:pt x="2331" y="1723"/>
                      <a:pt x="2268" y="1592"/>
                      <a:pt x="2268" y="1503"/>
                    </a:cubicBezTo>
                    <a:cubicBezTo>
                      <a:pt x="2248" y="1393"/>
                      <a:pt x="2248" y="1330"/>
                      <a:pt x="2268" y="1241"/>
                    </a:cubicBezTo>
                    <a:cubicBezTo>
                      <a:pt x="2310" y="1158"/>
                      <a:pt x="2358" y="1027"/>
                      <a:pt x="2488" y="828"/>
                    </a:cubicBezTo>
                    <a:lnTo>
                      <a:pt x="2509" y="765"/>
                    </a:lnTo>
                    <a:lnTo>
                      <a:pt x="2420" y="718"/>
                    </a:lnTo>
                    <a:cubicBezTo>
                      <a:pt x="2420" y="718"/>
                      <a:pt x="2028" y="524"/>
                      <a:pt x="1593" y="346"/>
                    </a:cubicBezTo>
                    <a:cubicBezTo>
                      <a:pt x="1373" y="241"/>
                      <a:pt x="1200" y="131"/>
                      <a:pt x="1069" y="42"/>
                    </a:cubicBezTo>
                    <a:lnTo>
                      <a:pt x="1069" y="21"/>
                    </a:lnTo>
                    <a:lnTo>
                      <a:pt x="1048" y="21"/>
                    </a:lnTo>
                    <a:cubicBezTo>
                      <a:pt x="891" y="0"/>
                      <a:pt x="807" y="0"/>
                      <a:pt x="807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Google Shape;647;p33">
                <a:extLst>
                  <a:ext uri="{FF2B5EF4-FFF2-40B4-BE49-F238E27FC236}">
                    <a16:creationId xmlns:a16="http://schemas.microsoft.com/office/drawing/2014/main" id="{5CE97BAF-2856-D58E-9772-9216D78AE25C}"/>
                  </a:ext>
                </a:extLst>
              </p:cNvPr>
              <p:cNvSpPr/>
              <p:nvPr/>
            </p:nvSpPr>
            <p:spPr>
              <a:xfrm>
                <a:off x="1371950" y="2671742"/>
                <a:ext cx="377388" cy="253381"/>
              </a:xfrm>
              <a:custGeom>
                <a:avLst/>
                <a:gdLst/>
                <a:ahLst/>
                <a:cxnLst/>
                <a:rect l="l" t="t" r="r" b="b"/>
                <a:pathLst>
                  <a:path w="4431" h="2975" extrusionOk="0">
                    <a:moveTo>
                      <a:pt x="3510" y="1"/>
                    </a:moveTo>
                    <a:cubicBezTo>
                      <a:pt x="3444" y="1"/>
                      <a:pt x="3372" y="4"/>
                      <a:pt x="3294" y="10"/>
                    </a:cubicBezTo>
                    <a:lnTo>
                      <a:pt x="3231" y="10"/>
                    </a:lnTo>
                    <a:cubicBezTo>
                      <a:pt x="3231" y="10"/>
                      <a:pt x="2074" y="293"/>
                      <a:pt x="1268" y="382"/>
                    </a:cubicBezTo>
                    <a:cubicBezTo>
                      <a:pt x="1092" y="400"/>
                      <a:pt x="945" y="405"/>
                      <a:pt x="822" y="405"/>
                    </a:cubicBezTo>
                    <a:cubicBezTo>
                      <a:pt x="660" y="405"/>
                      <a:pt x="538" y="396"/>
                      <a:pt x="444" y="396"/>
                    </a:cubicBezTo>
                    <a:cubicBezTo>
                      <a:pt x="278" y="396"/>
                      <a:pt x="197" y="424"/>
                      <a:pt x="131" y="576"/>
                    </a:cubicBezTo>
                    <a:cubicBezTo>
                      <a:pt x="0" y="858"/>
                      <a:pt x="152" y="1429"/>
                      <a:pt x="173" y="2168"/>
                    </a:cubicBezTo>
                    <a:cubicBezTo>
                      <a:pt x="194" y="2911"/>
                      <a:pt x="393" y="2974"/>
                      <a:pt x="896" y="2974"/>
                    </a:cubicBezTo>
                    <a:cubicBezTo>
                      <a:pt x="1398" y="2974"/>
                      <a:pt x="3928" y="2780"/>
                      <a:pt x="4190" y="2560"/>
                    </a:cubicBezTo>
                    <a:cubicBezTo>
                      <a:pt x="4431" y="2367"/>
                      <a:pt x="4169" y="1450"/>
                      <a:pt x="4148" y="775"/>
                    </a:cubicBezTo>
                    <a:cubicBezTo>
                      <a:pt x="4125" y="162"/>
                      <a:pt x="3959" y="1"/>
                      <a:pt x="351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Google Shape;648;p33">
                <a:extLst>
                  <a:ext uri="{FF2B5EF4-FFF2-40B4-BE49-F238E27FC236}">
                    <a16:creationId xmlns:a16="http://schemas.microsoft.com/office/drawing/2014/main" id="{2C8323B4-9E29-19AE-89AA-645DDC138AD4}"/>
                  </a:ext>
                </a:extLst>
              </p:cNvPr>
              <p:cNvSpPr/>
              <p:nvPr/>
            </p:nvSpPr>
            <p:spPr>
              <a:xfrm>
                <a:off x="1371950" y="2666206"/>
                <a:ext cx="369808" cy="263516"/>
              </a:xfrm>
              <a:custGeom>
                <a:avLst/>
                <a:gdLst/>
                <a:ahLst/>
                <a:cxnLst/>
                <a:rect l="l" t="t" r="r" b="b"/>
                <a:pathLst>
                  <a:path w="4342" h="3094" extrusionOk="0">
                    <a:moveTo>
                      <a:pt x="3481" y="110"/>
                    </a:moveTo>
                    <a:cubicBezTo>
                      <a:pt x="3682" y="110"/>
                      <a:pt x="3821" y="141"/>
                      <a:pt x="3907" y="227"/>
                    </a:cubicBezTo>
                    <a:cubicBezTo>
                      <a:pt x="4017" y="316"/>
                      <a:pt x="4080" y="489"/>
                      <a:pt x="4080" y="840"/>
                    </a:cubicBezTo>
                    <a:cubicBezTo>
                      <a:pt x="4080" y="1185"/>
                      <a:pt x="4169" y="1578"/>
                      <a:pt x="4211" y="1908"/>
                    </a:cubicBezTo>
                    <a:cubicBezTo>
                      <a:pt x="4232" y="2081"/>
                      <a:pt x="4232" y="2233"/>
                      <a:pt x="4232" y="2364"/>
                    </a:cubicBezTo>
                    <a:cubicBezTo>
                      <a:pt x="4211" y="2474"/>
                      <a:pt x="4190" y="2563"/>
                      <a:pt x="4148" y="2584"/>
                    </a:cubicBezTo>
                    <a:cubicBezTo>
                      <a:pt x="4122" y="2605"/>
                      <a:pt x="4059" y="2625"/>
                      <a:pt x="3970" y="2646"/>
                    </a:cubicBezTo>
                    <a:cubicBezTo>
                      <a:pt x="3886" y="2694"/>
                      <a:pt x="3776" y="2715"/>
                      <a:pt x="3624" y="2735"/>
                    </a:cubicBezTo>
                    <a:cubicBezTo>
                      <a:pt x="3336" y="2777"/>
                      <a:pt x="2990" y="2824"/>
                      <a:pt x="2640" y="2866"/>
                    </a:cubicBezTo>
                    <a:cubicBezTo>
                      <a:pt x="1896" y="2934"/>
                      <a:pt x="1137" y="2976"/>
                      <a:pt x="896" y="2976"/>
                    </a:cubicBezTo>
                    <a:cubicBezTo>
                      <a:pt x="634" y="2976"/>
                      <a:pt x="482" y="2955"/>
                      <a:pt x="393" y="2866"/>
                    </a:cubicBezTo>
                    <a:cubicBezTo>
                      <a:pt x="304" y="2777"/>
                      <a:pt x="241" y="2584"/>
                      <a:pt x="220" y="2233"/>
                    </a:cubicBezTo>
                    <a:cubicBezTo>
                      <a:pt x="220" y="1861"/>
                      <a:pt x="173" y="1536"/>
                      <a:pt x="152" y="1274"/>
                    </a:cubicBezTo>
                    <a:cubicBezTo>
                      <a:pt x="131" y="992"/>
                      <a:pt x="131" y="793"/>
                      <a:pt x="194" y="662"/>
                    </a:cubicBezTo>
                    <a:cubicBezTo>
                      <a:pt x="220" y="599"/>
                      <a:pt x="241" y="552"/>
                      <a:pt x="283" y="531"/>
                    </a:cubicBezTo>
                    <a:cubicBezTo>
                      <a:pt x="325" y="531"/>
                      <a:pt x="372" y="510"/>
                      <a:pt x="456" y="510"/>
                    </a:cubicBezTo>
                    <a:cubicBezTo>
                      <a:pt x="561" y="510"/>
                      <a:pt x="712" y="519"/>
                      <a:pt x="917" y="519"/>
                    </a:cubicBezTo>
                    <a:cubicBezTo>
                      <a:pt x="1020" y="519"/>
                      <a:pt x="1137" y="517"/>
                      <a:pt x="1268" y="510"/>
                    </a:cubicBezTo>
                    <a:cubicBezTo>
                      <a:pt x="2074" y="421"/>
                      <a:pt x="3205" y="138"/>
                      <a:pt x="3231" y="117"/>
                    </a:cubicBezTo>
                    <a:lnTo>
                      <a:pt x="3294" y="117"/>
                    </a:lnTo>
                    <a:cubicBezTo>
                      <a:pt x="3362" y="112"/>
                      <a:pt x="3424" y="110"/>
                      <a:pt x="3481" y="110"/>
                    </a:cubicBezTo>
                    <a:close/>
                    <a:moveTo>
                      <a:pt x="3477" y="0"/>
                    </a:moveTo>
                    <a:cubicBezTo>
                      <a:pt x="3420" y="0"/>
                      <a:pt x="3359" y="3"/>
                      <a:pt x="3294" y="7"/>
                    </a:cubicBezTo>
                    <a:lnTo>
                      <a:pt x="3205" y="7"/>
                    </a:lnTo>
                    <a:cubicBezTo>
                      <a:pt x="3205" y="7"/>
                      <a:pt x="2053" y="316"/>
                      <a:pt x="1268" y="379"/>
                    </a:cubicBezTo>
                    <a:cubicBezTo>
                      <a:pt x="1071" y="400"/>
                      <a:pt x="913" y="405"/>
                      <a:pt x="781" y="405"/>
                    </a:cubicBezTo>
                    <a:cubicBezTo>
                      <a:pt x="650" y="405"/>
                      <a:pt x="545" y="400"/>
                      <a:pt x="456" y="400"/>
                    </a:cubicBezTo>
                    <a:cubicBezTo>
                      <a:pt x="372" y="400"/>
                      <a:pt x="283" y="400"/>
                      <a:pt x="241" y="447"/>
                    </a:cubicBezTo>
                    <a:cubicBezTo>
                      <a:pt x="173" y="468"/>
                      <a:pt x="131" y="531"/>
                      <a:pt x="89" y="620"/>
                    </a:cubicBezTo>
                    <a:cubicBezTo>
                      <a:pt x="0" y="772"/>
                      <a:pt x="21" y="1013"/>
                      <a:pt x="42" y="1274"/>
                    </a:cubicBezTo>
                    <a:cubicBezTo>
                      <a:pt x="63" y="1557"/>
                      <a:pt x="110" y="1861"/>
                      <a:pt x="110" y="2233"/>
                    </a:cubicBezTo>
                    <a:cubicBezTo>
                      <a:pt x="131" y="2605"/>
                      <a:pt x="173" y="2824"/>
                      <a:pt x="304" y="2955"/>
                    </a:cubicBezTo>
                    <a:cubicBezTo>
                      <a:pt x="407" y="3058"/>
                      <a:pt x="552" y="3093"/>
                      <a:pt x="737" y="3093"/>
                    </a:cubicBezTo>
                    <a:cubicBezTo>
                      <a:pt x="787" y="3093"/>
                      <a:pt x="840" y="3091"/>
                      <a:pt x="896" y="3086"/>
                    </a:cubicBezTo>
                    <a:cubicBezTo>
                      <a:pt x="1158" y="3086"/>
                      <a:pt x="1922" y="3039"/>
                      <a:pt x="2640" y="2976"/>
                    </a:cubicBezTo>
                    <a:cubicBezTo>
                      <a:pt x="3011" y="2934"/>
                      <a:pt x="3362" y="2887"/>
                      <a:pt x="3645" y="2845"/>
                    </a:cubicBezTo>
                    <a:cubicBezTo>
                      <a:pt x="3797" y="2824"/>
                      <a:pt x="3907" y="2804"/>
                      <a:pt x="4017" y="2756"/>
                    </a:cubicBezTo>
                    <a:cubicBezTo>
                      <a:pt x="4101" y="2735"/>
                      <a:pt x="4169" y="2715"/>
                      <a:pt x="4211" y="2673"/>
                    </a:cubicBezTo>
                    <a:cubicBezTo>
                      <a:pt x="4300" y="2605"/>
                      <a:pt x="4321" y="2495"/>
                      <a:pt x="4342" y="2364"/>
                    </a:cubicBezTo>
                    <a:cubicBezTo>
                      <a:pt x="4342" y="2233"/>
                      <a:pt x="4342" y="2081"/>
                      <a:pt x="4321" y="1908"/>
                    </a:cubicBezTo>
                    <a:cubicBezTo>
                      <a:pt x="4279" y="1557"/>
                      <a:pt x="4211" y="1164"/>
                      <a:pt x="4190" y="840"/>
                    </a:cubicBezTo>
                    <a:cubicBezTo>
                      <a:pt x="4190" y="468"/>
                      <a:pt x="4122" y="248"/>
                      <a:pt x="3970" y="138"/>
                    </a:cubicBezTo>
                    <a:cubicBezTo>
                      <a:pt x="3850" y="35"/>
                      <a:pt x="3689" y="0"/>
                      <a:pt x="3477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Google Shape;649;p33">
                <a:extLst>
                  <a:ext uri="{FF2B5EF4-FFF2-40B4-BE49-F238E27FC236}">
                    <a16:creationId xmlns:a16="http://schemas.microsoft.com/office/drawing/2014/main" id="{3B1CD45F-43D7-3F5D-7389-147D5011ED52}"/>
                  </a:ext>
                </a:extLst>
              </p:cNvPr>
              <p:cNvSpPr/>
              <p:nvPr/>
            </p:nvSpPr>
            <p:spPr>
              <a:xfrm>
                <a:off x="1883049" y="3010628"/>
                <a:ext cx="514853" cy="57660"/>
              </a:xfrm>
              <a:custGeom>
                <a:avLst/>
                <a:gdLst/>
                <a:ahLst/>
                <a:cxnLst/>
                <a:rect l="l" t="t" r="r" b="b"/>
                <a:pathLst>
                  <a:path w="6045" h="677" extrusionOk="0">
                    <a:moveTo>
                      <a:pt x="43" y="1"/>
                    </a:moveTo>
                    <a:cubicBezTo>
                      <a:pt x="43" y="1"/>
                      <a:pt x="22" y="22"/>
                      <a:pt x="22" y="43"/>
                    </a:cubicBezTo>
                    <a:lnTo>
                      <a:pt x="1" y="393"/>
                    </a:lnTo>
                    <a:cubicBezTo>
                      <a:pt x="1" y="414"/>
                      <a:pt x="22" y="435"/>
                      <a:pt x="43" y="435"/>
                    </a:cubicBezTo>
                    <a:lnTo>
                      <a:pt x="6002" y="676"/>
                    </a:lnTo>
                    <a:cubicBezTo>
                      <a:pt x="6023" y="676"/>
                      <a:pt x="6023" y="676"/>
                      <a:pt x="6023" y="655"/>
                    </a:cubicBezTo>
                    <a:lnTo>
                      <a:pt x="6044" y="283"/>
                    </a:lnTo>
                    <a:cubicBezTo>
                      <a:pt x="6044" y="263"/>
                      <a:pt x="6023" y="263"/>
                      <a:pt x="6023" y="263"/>
                    </a:cubicBezTo>
                    <a:lnTo>
                      <a:pt x="4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Google Shape;650;p33">
                <a:extLst>
                  <a:ext uri="{FF2B5EF4-FFF2-40B4-BE49-F238E27FC236}">
                    <a16:creationId xmlns:a16="http://schemas.microsoft.com/office/drawing/2014/main" id="{9C08A67E-E197-4D51-E2F0-6A1C150448BA}"/>
                  </a:ext>
                </a:extLst>
              </p:cNvPr>
              <p:cNvSpPr/>
              <p:nvPr/>
            </p:nvSpPr>
            <p:spPr>
              <a:xfrm>
                <a:off x="1879046" y="3007051"/>
                <a:ext cx="524136" cy="67029"/>
              </a:xfrm>
              <a:custGeom>
                <a:avLst/>
                <a:gdLst/>
                <a:ahLst/>
                <a:cxnLst/>
                <a:rect l="l" t="t" r="r" b="b"/>
                <a:pathLst>
                  <a:path w="6154" h="787" extrusionOk="0">
                    <a:moveTo>
                      <a:pt x="131" y="111"/>
                    </a:moveTo>
                    <a:lnTo>
                      <a:pt x="6023" y="346"/>
                    </a:lnTo>
                    <a:lnTo>
                      <a:pt x="6023" y="676"/>
                    </a:lnTo>
                    <a:lnTo>
                      <a:pt x="110" y="415"/>
                    </a:lnTo>
                    <a:lnTo>
                      <a:pt x="131" y="111"/>
                    </a:lnTo>
                    <a:close/>
                    <a:moveTo>
                      <a:pt x="110" y="1"/>
                    </a:moveTo>
                    <a:cubicBezTo>
                      <a:pt x="48" y="1"/>
                      <a:pt x="1" y="22"/>
                      <a:pt x="1" y="85"/>
                    </a:cubicBezTo>
                    <a:lnTo>
                      <a:pt x="1" y="435"/>
                    </a:lnTo>
                    <a:cubicBezTo>
                      <a:pt x="1" y="477"/>
                      <a:pt x="27" y="524"/>
                      <a:pt x="90" y="545"/>
                    </a:cubicBezTo>
                    <a:lnTo>
                      <a:pt x="6049" y="786"/>
                    </a:lnTo>
                    <a:cubicBezTo>
                      <a:pt x="6091" y="786"/>
                      <a:pt x="6133" y="739"/>
                      <a:pt x="6133" y="697"/>
                    </a:cubicBezTo>
                    <a:lnTo>
                      <a:pt x="6154" y="325"/>
                    </a:lnTo>
                    <a:cubicBezTo>
                      <a:pt x="6154" y="284"/>
                      <a:pt x="6112" y="242"/>
                      <a:pt x="6070" y="242"/>
                    </a:cubicBezTo>
                    <a:lnTo>
                      <a:pt x="110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Google Shape;651;p33">
                <a:extLst>
                  <a:ext uri="{FF2B5EF4-FFF2-40B4-BE49-F238E27FC236}">
                    <a16:creationId xmlns:a16="http://schemas.microsoft.com/office/drawing/2014/main" id="{A0A92FB9-FEC5-4CB3-5530-22C756D8F150}"/>
                  </a:ext>
                </a:extLst>
              </p:cNvPr>
              <p:cNvSpPr/>
              <p:nvPr/>
            </p:nvSpPr>
            <p:spPr>
              <a:xfrm>
                <a:off x="1884837" y="3032942"/>
                <a:ext cx="514767" cy="35346"/>
              </a:xfrm>
              <a:custGeom>
                <a:avLst/>
                <a:gdLst/>
                <a:ahLst/>
                <a:cxnLst/>
                <a:rect l="l" t="t" r="r" b="b"/>
                <a:pathLst>
                  <a:path w="6044" h="415" extrusionOk="0">
                    <a:moveTo>
                      <a:pt x="42" y="1"/>
                    </a:moveTo>
                    <a:cubicBezTo>
                      <a:pt x="22" y="1"/>
                      <a:pt x="1" y="1"/>
                      <a:pt x="1" y="21"/>
                    </a:cubicBezTo>
                    <a:lnTo>
                      <a:pt x="1" y="393"/>
                    </a:lnTo>
                    <a:cubicBezTo>
                      <a:pt x="1" y="414"/>
                      <a:pt x="22" y="414"/>
                      <a:pt x="42" y="414"/>
                    </a:cubicBezTo>
                    <a:lnTo>
                      <a:pt x="6002" y="414"/>
                    </a:lnTo>
                    <a:cubicBezTo>
                      <a:pt x="6023" y="414"/>
                      <a:pt x="6044" y="414"/>
                      <a:pt x="6044" y="393"/>
                    </a:cubicBezTo>
                    <a:lnTo>
                      <a:pt x="6044" y="21"/>
                    </a:lnTo>
                    <a:cubicBezTo>
                      <a:pt x="6044" y="1"/>
                      <a:pt x="6023" y="1"/>
                      <a:pt x="600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Google Shape;652;p33">
                <a:extLst>
                  <a:ext uri="{FF2B5EF4-FFF2-40B4-BE49-F238E27FC236}">
                    <a16:creationId xmlns:a16="http://schemas.microsoft.com/office/drawing/2014/main" id="{2846ECB3-ABF6-3219-FA8D-505130C5A65D}"/>
                  </a:ext>
                </a:extLst>
              </p:cNvPr>
              <p:cNvSpPr/>
              <p:nvPr/>
            </p:nvSpPr>
            <p:spPr>
              <a:xfrm>
                <a:off x="1881260" y="3027577"/>
                <a:ext cx="521922" cy="46503"/>
              </a:xfrm>
              <a:custGeom>
                <a:avLst/>
                <a:gdLst/>
                <a:ahLst/>
                <a:cxnLst/>
                <a:rect l="l" t="t" r="r" b="b"/>
                <a:pathLst>
                  <a:path w="6128" h="546" extrusionOk="0">
                    <a:moveTo>
                      <a:pt x="6023" y="105"/>
                    </a:moveTo>
                    <a:lnTo>
                      <a:pt x="6023" y="435"/>
                    </a:lnTo>
                    <a:lnTo>
                      <a:pt x="105" y="435"/>
                    </a:lnTo>
                    <a:lnTo>
                      <a:pt x="105" y="105"/>
                    </a:lnTo>
                    <a:close/>
                    <a:moveTo>
                      <a:pt x="84" y="1"/>
                    </a:moveTo>
                    <a:cubicBezTo>
                      <a:pt x="43" y="1"/>
                      <a:pt x="1" y="43"/>
                      <a:pt x="1" y="84"/>
                    </a:cubicBezTo>
                    <a:lnTo>
                      <a:pt x="1" y="456"/>
                    </a:lnTo>
                    <a:cubicBezTo>
                      <a:pt x="1" y="498"/>
                      <a:pt x="43" y="545"/>
                      <a:pt x="84" y="545"/>
                    </a:cubicBezTo>
                    <a:lnTo>
                      <a:pt x="6044" y="545"/>
                    </a:lnTo>
                    <a:cubicBezTo>
                      <a:pt x="6086" y="545"/>
                      <a:pt x="6128" y="498"/>
                      <a:pt x="6128" y="456"/>
                    </a:cubicBezTo>
                    <a:lnTo>
                      <a:pt x="6128" y="84"/>
                    </a:lnTo>
                    <a:cubicBezTo>
                      <a:pt x="6128" y="43"/>
                      <a:pt x="6086" y="1"/>
                      <a:pt x="6044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Google Shape;653;p33">
                <a:extLst>
                  <a:ext uri="{FF2B5EF4-FFF2-40B4-BE49-F238E27FC236}">
                    <a16:creationId xmlns:a16="http://schemas.microsoft.com/office/drawing/2014/main" id="{8FA2B60A-CEAE-F4F8-8651-2AD57C56B4C0}"/>
                  </a:ext>
                </a:extLst>
              </p:cNvPr>
              <p:cNvSpPr/>
              <p:nvPr/>
            </p:nvSpPr>
            <p:spPr>
              <a:xfrm>
                <a:off x="1427650" y="3010628"/>
                <a:ext cx="514853" cy="57660"/>
              </a:xfrm>
              <a:custGeom>
                <a:avLst/>
                <a:gdLst/>
                <a:ahLst/>
                <a:cxnLst/>
                <a:rect l="l" t="t" r="r" b="b"/>
                <a:pathLst>
                  <a:path w="6045" h="677" extrusionOk="0">
                    <a:moveTo>
                      <a:pt x="64" y="1"/>
                    </a:moveTo>
                    <a:cubicBezTo>
                      <a:pt x="43" y="1"/>
                      <a:pt x="22" y="22"/>
                      <a:pt x="22" y="43"/>
                    </a:cubicBezTo>
                    <a:lnTo>
                      <a:pt x="1" y="393"/>
                    </a:lnTo>
                    <a:cubicBezTo>
                      <a:pt x="1" y="414"/>
                      <a:pt x="22" y="435"/>
                      <a:pt x="43" y="435"/>
                    </a:cubicBezTo>
                    <a:lnTo>
                      <a:pt x="6002" y="676"/>
                    </a:lnTo>
                    <a:cubicBezTo>
                      <a:pt x="6023" y="676"/>
                      <a:pt x="6023" y="676"/>
                      <a:pt x="6023" y="655"/>
                    </a:cubicBezTo>
                    <a:lnTo>
                      <a:pt x="6044" y="283"/>
                    </a:lnTo>
                    <a:cubicBezTo>
                      <a:pt x="6044" y="263"/>
                      <a:pt x="6023" y="263"/>
                      <a:pt x="6023" y="263"/>
                    </a:cubicBezTo>
                    <a:lnTo>
                      <a:pt x="6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Google Shape;654;p33">
                <a:extLst>
                  <a:ext uri="{FF2B5EF4-FFF2-40B4-BE49-F238E27FC236}">
                    <a16:creationId xmlns:a16="http://schemas.microsoft.com/office/drawing/2014/main" id="{C74BD8F8-9EB0-87D4-E08F-8C2BBFD7AACE}"/>
                  </a:ext>
                </a:extLst>
              </p:cNvPr>
              <p:cNvSpPr/>
              <p:nvPr/>
            </p:nvSpPr>
            <p:spPr>
              <a:xfrm>
                <a:off x="1424073" y="3007051"/>
                <a:ext cx="524221" cy="67029"/>
              </a:xfrm>
              <a:custGeom>
                <a:avLst/>
                <a:gdLst/>
                <a:ahLst/>
                <a:cxnLst/>
                <a:rect l="l" t="t" r="r" b="b"/>
                <a:pathLst>
                  <a:path w="6155" h="787" extrusionOk="0">
                    <a:moveTo>
                      <a:pt x="132" y="111"/>
                    </a:moveTo>
                    <a:lnTo>
                      <a:pt x="6023" y="346"/>
                    </a:lnTo>
                    <a:lnTo>
                      <a:pt x="6023" y="676"/>
                    </a:lnTo>
                    <a:lnTo>
                      <a:pt x="106" y="415"/>
                    </a:lnTo>
                    <a:lnTo>
                      <a:pt x="132" y="111"/>
                    </a:lnTo>
                    <a:close/>
                    <a:moveTo>
                      <a:pt x="106" y="1"/>
                    </a:moveTo>
                    <a:cubicBezTo>
                      <a:pt x="43" y="1"/>
                      <a:pt x="22" y="22"/>
                      <a:pt x="1" y="64"/>
                    </a:cubicBezTo>
                    <a:lnTo>
                      <a:pt x="1" y="435"/>
                    </a:lnTo>
                    <a:cubicBezTo>
                      <a:pt x="1" y="477"/>
                      <a:pt x="22" y="524"/>
                      <a:pt x="85" y="524"/>
                    </a:cubicBezTo>
                    <a:lnTo>
                      <a:pt x="6044" y="786"/>
                    </a:lnTo>
                    <a:cubicBezTo>
                      <a:pt x="6086" y="786"/>
                      <a:pt x="6128" y="739"/>
                      <a:pt x="6128" y="697"/>
                    </a:cubicBezTo>
                    <a:lnTo>
                      <a:pt x="6154" y="325"/>
                    </a:lnTo>
                    <a:cubicBezTo>
                      <a:pt x="6154" y="284"/>
                      <a:pt x="6107" y="242"/>
                      <a:pt x="6065" y="242"/>
                    </a:cubicBezTo>
                    <a:lnTo>
                      <a:pt x="106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Google Shape;655;p33">
                <a:extLst>
                  <a:ext uri="{FF2B5EF4-FFF2-40B4-BE49-F238E27FC236}">
                    <a16:creationId xmlns:a16="http://schemas.microsoft.com/office/drawing/2014/main" id="{34CF30AD-E4B4-788C-B223-805C3B8BB7F8}"/>
                  </a:ext>
                </a:extLst>
              </p:cNvPr>
              <p:cNvSpPr/>
              <p:nvPr/>
            </p:nvSpPr>
            <p:spPr>
              <a:xfrm>
                <a:off x="1429439" y="3010628"/>
                <a:ext cx="968468" cy="22400"/>
              </a:xfrm>
              <a:custGeom>
                <a:avLst/>
                <a:gdLst/>
                <a:ahLst/>
                <a:cxnLst/>
                <a:rect l="l" t="t" r="r" b="b"/>
                <a:pathLst>
                  <a:path w="11371" h="263" extrusionOk="0">
                    <a:moveTo>
                      <a:pt x="1" y="1"/>
                    </a:moveTo>
                    <a:lnTo>
                      <a:pt x="6023" y="263"/>
                    </a:lnTo>
                    <a:lnTo>
                      <a:pt x="11370" y="263"/>
                    </a:lnTo>
                    <a:lnTo>
                      <a:pt x="534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Google Shape;656;p33">
                <a:extLst>
                  <a:ext uri="{FF2B5EF4-FFF2-40B4-BE49-F238E27FC236}">
                    <a16:creationId xmlns:a16="http://schemas.microsoft.com/office/drawing/2014/main" id="{AB66F244-4EFE-B331-49C5-AA402A8A2CD1}"/>
                  </a:ext>
                </a:extLst>
              </p:cNvPr>
              <p:cNvSpPr/>
              <p:nvPr/>
            </p:nvSpPr>
            <p:spPr>
              <a:xfrm>
                <a:off x="1429439" y="3007618"/>
                <a:ext cx="968468" cy="29554"/>
              </a:xfrm>
              <a:custGeom>
                <a:avLst/>
                <a:gdLst/>
                <a:ahLst/>
                <a:cxnLst/>
                <a:rect l="l" t="t" r="r" b="b"/>
                <a:pathLst>
                  <a:path w="11371" h="347" extrusionOk="0">
                    <a:moveTo>
                      <a:pt x="5348" y="111"/>
                    </a:moveTo>
                    <a:lnTo>
                      <a:pt x="8663" y="242"/>
                    </a:lnTo>
                    <a:lnTo>
                      <a:pt x="6023" y="242"/>
                    </a:lnTo>
                    <a:lnTo>
                      <a:pt x="2729" y="111"/>
                    </a:lnTo>
                    <a:close/>
                    <a:moveTo>
                      <a:pt x="1" y="1"/>
                    </a:moveTo>
                    <a:lnTo>
                      <a:pt x="1" y="111"/>
                    </a:lnTo>
                    <a:lnTo>
                      <a:pt x="22" y="111"/>
                    </a:lnTo>
                    <a:lnTo>
                      <a:pt x="6023" y="346"/>
                    </a:lnTo>
                    <a:lnTo>
                      <a:pt x="11370" y="346"/>
                    </a:lnTo>
                    <a:lnTo>
                      <a:pt x="11370" y="242"/>
                    </a:lnTo>
                    <a:lnTo>
                      <a:pt x="5348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Google Shape;657;p33">
                <a:extLst>
                  <a:ext uri="{FF2B5EF4-FFF2-40B4-BE49-F238E27FC236}">
                    <a16:creationId xmlns:a16="http://schemas.microsoft.com/office/drawing/2014/main" id="{1679D4F2-2F3A-0E2D-B2D1-BEC25C4BBE2C}"/>
                  </a:ext>
                </a:extLst>
              </p:cNvPr>
              <p:cNvSpPr/>
              <p:nvPr/>
            </p:nvSpPr>
            <p:spPr>
              <a:xfrm>
                <a:off x="1908940" y="2592705"/>
                <a:ext cx="256532" cy="475589"/>
              </a:xfrm>
              <a:custGeom>
                <a:avLst/>
                <a:gdLst/>
                <a:ahLst/>
                <a:cxnLst/>
                <a:rect l="l" t="t" r="r" b="b"/>
                <a:pathLst>
                  <a:path w="3012" h="5584" extrusionOk="0">
                    <a:moveTo>
                      <a:pt x="2661" y="1"/>
                    </a:moveTo>
                    <a:cubicBezTo>
                      <a:pt x="2640" y="1"/>
                      <a:pt x="2619" y="1"/>
                      <a:pt x="2619" y="22"/>
                    </a:cubicBezTo>
                    <a:lnTo>
                      <a:pt x="0" y="5369"/>
                    </a:lnTo>
                    <a:cubicBezTo>
                      <a:pt x="0" y="5389"/>
                      <a:pt x="0" y="5410"/>
                      <a:pt x="21" y="5410"/>
                    </a:cubicBezTo>
                    <a:lnTo>
                      <a:pt x="351" y="5583"/>
                    </a:lnTo>
                    <a:cubicBezTo>
                      <a:pt x="372" y="5583"/>
                      <a:pt x="393" y="5583"/>
                      <a:pt x="393" y="5562"/>
                    </a:cubicBezTo>
                    <a:lnTo>
                      <a:pt x="2991" y="194"/>
                    </a:lnTo>
                    <a:cubicBezTo>
                      <a:pt x="3012" y="174"/>
                      <a:pt x="3012" y="174"/>
                      <a:pt x="2991" y="153"/>
                    </a:cubicBezTo>
                    <a:lnTo>
                      <a:pt x="266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Google Shape;658;p33">
                <a:extLst>
                  <a:ext uri="{FF2B5EF4-FFF2-40B4-BE49-F238E27FC236}">
                    <a16:creationId xmlns:a16="http://schemas.microsoft.com/office/drawing/2014/main" id="{D49B99F3-0C96-977E-13BB-AAD1CEEA5629}"/>
                  </a:ext>
                </a:extLst>
              </p:cNvPr>
              <p:cNvSpPr/>
              <p:nvPr/>
            </p:nvSpPr>
            <p:spPr>
              <a:xfrm>
                <a:off x="1903574" y="2587510"/>
                <a:ext cx="267689" cy="485469"/>
              </a:xfrm>
              <a:custGeom>
                <a:avLst/>
                <a:gdLst/>
                <a:ahLst/>
                <a:cxnLst/>
                <a:rect l="l" t="t" r="r" b="b"/>
                <a:pathLst>
                  <a:path w="3143" h="5700" extrusionOk="0">
                    <a:moveTo>
                      <a:pt x="2724" y="125"/>
                    </a:moveTo>
                    <a:lnTo>
                      <a:pt x="3012" y="255"/>
                    </a:lnTo>
                    <a:lnTo>
                      <a:pt x="414" y="5581"/>
                    </a:lnTo>
                    <a:lnTo>
                      <a:pt x="131" y="5450"/>
                    </a:lnTo>
                    <a:lnTo>
                      <a:pt x="2724" y="125"/>
                    </a:lnTo>
                    <a:close/>
                    <a:moveTo>
                      <a:pt x="2687" y="1"/>
                    </a:moveTo>
                    <a:cubicBezTo>
                      <a:pt x="2658" y="1"/>
                      <a:pt x="2631" y="11"/>
                      <a:pt x="2619" y="36"/>
                    </a:cubicBezTo>
                    <a:lnTo>
                      <a:pt x="22" y="5403"/>
                    </a:lnTo>
                    <a:cubicBezTo>
                      <a:pt x="1" y="5450"/>
                      <a:pt x="22" y="5513"/>
                      <a:pt x="63" y="5534"/>
                    </a:cubicBezTo>
                    <a:lnTo>
                      <a:pt x="393" y="5691"/>
                    </a:lnTo>
                    <a:cubicBezTo>
                      <a:pt x="404" y="5697"/>
                      <a:pt x="415" y="5700"/>
                      <a:pt x="426" y="5700"/>
                    </a:cubicBezTo>
                    <a:cubicBezTo>
                      <a:pt x="456" y="5700"/>
                      <a:pt x="483" y="5679"/>
                      <a:pt x="498" y="5644"/>
                    </a:cubicBezTo>
                    <a:lnTo>
                      <a:pt x="3117" y="276"/>
                    </a:lnTo>
                    <a:cubicBezTo>
                      <a:pt x="3143" y="235"/>
                      <a:pt x="3117" y="193"/>
                      <a:pt x="3075" y="166"/>
                    </a:cubicBezTo>
                    <a:lnTo>
                      <a:pt x="2750" y="15"/>
                    </a:lnTo>
                    <a:cubicBezTo>
                      <a:pt x="2730" y="6"/>
                      <a:pt x="2708" y="1"/>
                      <a:pt x="2687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Google Shape;659;p33">
                <a:extLst>
                  <a:ext uri="{FF2B5EF4-FFF2-40B4-BE49-F238E27FC236}">
                    <a16:creationId xmlns:a16="http://schemas.microsoft.com/office/drawing/2014/main" id="{DAA84B33-6468-07EA-AA65-547A6C4AF8C4}"/>
                  </a:ext>
                </a:extLst>
              </p:cNvPr>
              <p:cNvSpPr/>
              <p:nvPr/>
            </p:nvSpPr>
            <p:spPr>
              <a:xfrm>
                <a:off x="2364338" y="2592705"/>
                <a:ext cx="256532" cy="475589"/>
              </a:xfrm>
              <a:custGeom>
                <a:avLst/>
                <a:gdLst/>
                <a:ahLst/>
                <a:cxnLst/>
                <a:rect l="l" t="t" r="r" b="b"/>
                <a:pathLst>
                  <a:path w="3012" h="5584" extrusionOk="0">
                    <a:moveTo>
                      <a:pt x="2661" y="1"/>
                    </a:moveTo>
                    <a:cubicBezTo>
                      <a:pt x="2640" y="1"/>
                      <a:pt x="2640" y="1"/>
                      <a:pt x="2619" y="22"/>
                    </a:cubicBezTo>
                    <a:lnTo>
                      <a:pt x="21" y="5369"/>
                    </a:lnTo>
                    <a:cubicBezTo>
                      <a:pt x="0" y="5389"/>
                      <a:pt x="21" y="5410"/>
                      <a:pt x="21" y="5410"/>
                    </a:cubicBezTo>
                    <a:lnTo>
                      <a:pt x="372" y="5583"/>
                    </a:lnTo>
                    <a:cubicBezTo>
                      <a:pt x="372" y="5583"/>
                      <a:pt x="393" y="5583"/>
                      <a:pt x="393" y="5562"/>
                    </a:cubicBezTo>
                    <a:lnTo>
                      <a:pt x="3011" y="194"/>
                    </a:lnTo>
                    <a:cubicBezTo>
                      <a:pt x="3011" y="174"/>
                      <a:pt x="3011" y="174"/>
                      <a:pt x="2991" y="153"/>
                    </a:cubicBezTo>
                    <a:lnTo>
                      <a:pt x="266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Google Shape;660;p33">
                <a:extLst>
                  <a:ext uri="{FF2B5EF4-FFF2-40B4-BE49-F238E27FC236}">
                    <a16:creationId xmlns:a16="http://schemas.microsoft.com/office/drawing/2014/main" id="{F08C2A3F-F34C-5128-7811-F4F10976B705}"/>
                  </a:ext>
                </a:extLst>
              </p:cNvPr>
              <p:cNvSpPr/>
              <p:nvPr/>
            </p:nvSpPr>
            <p:spPr>
              <a:xfrm>
                <a:off x="2358546" y="2587510"/>
                <a:ext cx="267689" cy="485469"/>
              </a:xfrm>
              <a:custGeom>
                <a:avLst/>
                <a:gdLst/>
                <a:ahLst/>
                <a:cxnLst/>
                <a:rect l="l" t="t" r="r" b="b"/>
                <a:pathLst>
                  <a:path w="3143" h="5700" extrusionOk="0">
                    <a:moveTo>
                      <a:pt x="2729" y="125"/>
                    </a:moveTo>
                    <a:lnTo>
                      <a:pt x="3011" y="255"/>
                    </a:lnTo>
                    <a:lnTo>
                      <a:pt x="440" y="5581"/>
                    </a:lnTo>
                    <a:lnTo>
                      <a:pt x="157" y="5450"/>
                    </a:lnTo>
                    <a:lnTo>
                      <a:pt x="2729" y="125"/>
                    </a:lnTo>
                    <a:close/>
                    <a:moveTo>
                      <a:pt x="2699" y="1"/>
                    </a:moveTo>
                    <a:cubicBezTo>
                      <a:pt x="2677" y="1"/>
                      <a:pt x="2657" y="11"/>
                      <a:pt x="2645" y="36"/>
                    </a:cubicBezTo>
                    <a:lnTo>
                      <a:pt x="26" y="5403"/>
                    </a:lnTo>
                    <a:cubicBezTo>
                      <a:pt x="0" y="5450"/>
                      <a:pt x="26" y="5513"/>
                      <a:pt x="68" y="5534"/>
                    </a:cubicBezTo>
                    <a:lnTo>
                      <a:pt x="393" y="5691"/>
                    </a:lnTo>
                    <a:cubicBezTo>
                      <a:pt x="405" y="5697"/>
                      <a:pt x="419" y="5700"/>
                      <a:pt x="432" y="5700"/>
                    </a:cubicBezTo>
                    <a:cubicBezTo>
                      <a:pt x="470" y="5700"/>
                      <a:pt x="508" y="5679"/>
                      <a:pt x="524" y="5644"/>
                    </a:cubicBezTo>
                    <a:lnTo>
                      <a:pt x="3121" y="276"/>
                    </a:lnTo>
                    <a:cubicBezTo>
                      <a:pt x="3142" y="235"/>
                      <a:pt x="3121" y="193"/>
                      <a:pt x="3079" y="166"/>
                    </a:cubicBezTo>
                    <a:lnTo>
                      <a:pt x="2750" y="15"/>
                    </a:lnTo>
                    <a:cubicBezTo>
                      <a:pt x="2732" y="6"/>
                      <a:pt x="2715" y="1"/>
                      <a:pt x="2699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Google Shape;661;p33">
                <a:extLst>
                  <a:ext uri="{FF2B5EF4-FFF2-40B4-BE49-F238E27FC236}">
                    <a16:creationId xmlns:a16="http://schemas.microsoft.com/office/drawing/2014/main" id="{B14AFD82-31AE-532A-0010-E38373D50F83}"/>
                  </a:ext>
                </a:extLst>
              </p:cNvPr>
              <p:cNvSpPr/>
              <p:nvPr/>
            </p:nvSpPr>
            <p:spPr>
              <a:xfrm>
                <a:off x="2131912" y="2590491"/>
                <a:ext cx="490750" cy="17034"/>
              </a:xfrm>
              <a:custGeom>
                <a:avLst/>
                <a:gdLst/>
                <a:ahLst/>
                <a:cxnLst/>
                <a:rect l="l" t="t" r="r" b="b"/>
                <a:pathLst>
                  <a:path w="5762" h="200" extrusionOk="0">
                    <a:moveTo>
                      <a:pt x="1" y="1"/>
                    </a:moveTo>
                    <a:lnTo>
                      <a:pt x="394" y="200"/>
                    </a:lnTo>
                    <a:lnTo>
                      <a:pt x="5761" y="200"/>
                    </a:lnTo>
                    <a:lnTo>
                      <a:pt x="536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Google Shape;662;p33">
                <a:extLst>
                  <a:ext uri="{FF2B5EF4-FFF2-40B4-BE49-F238E27FC236}">
                    <a16:creationId xmlns:a16="http://schemas.microsoft.com/office/drawing/2014/main" id="{FAB3BD14-6EFC-A028-7496-71A2F4227F98}"/>
                  </a:ext>
                </a:extLst>
              </p:cNvPr>
              <p:cNvSpPr/>
              <p:nvPr/>
            </p:nvSpPr>
            <p:spPr>
              <a:xfrm>
                <a:off x="2130123" y="2586914"/>
                <a:ext cx="494327" cy="25977"/>
              </a:xfrm>
              <a:custGeom>
                <a:avLst/>
                <a:gdLst/>
                <a:ahLst/>
                <a:cxnLst/>
                <a:rect l="l" t="t" r="r" b="b"/>
                <a:pathLst>
                  <a:path w="5804" h="305" extrusionOk="0">
                    <a:moveTo>
                      <a:pt x="5369" y="111"/>
                    </a:moveTo>
                    <a:lnTo>
                      <a:pt x="5521" y="173"/>
                    </a:lnTo>
                    <a:lnTo>
                      <a:pt x="436" y="173"/>
                    </a:lnTo>
                    <a:lnTo>
                      <a:pt x="284" y="111"/>
                    </a:lnTo>
                    <a:close/>
                    <a:moveTo>
                      <a:pt x="22" y="1"/>
                    </a:moveTo>
                    <a:lnTo>
                      <a:pt x="1" y="111"/>
                    </a:lnTo>
                    <a:lnTo>
                      <a:pt x="415" y="304"/>
                    </a:lnTo>
                    <a:lnTo>
                      <a:pt x="5782" y="304"/>
                    </a:lnTo>
                    <a:lnTo>
                      <a:pt x="5803" y="200"/>
                    </a:lnTo>
                    <a:lnTo>
                      <a:pt x="5390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Google Shape;663;p33">
                <a:extLst>
                  <a:ext uri="{FF2B5EF4-FFF2-40B4-BE49-F238E27FC236}">
                    <a16:creationId xmlns:a16="http://schemas.microsoft.com/office/drawing/2014/main" id="{2CFD61D3-B42E-654F-75E8-2AFF05114737}"/>
                  </a:ext>
                </a:extLst>
              </p:cNvPr>
              <p:cNvSpPr/>
              <p:nvPr/>
            </p:nvSpPr>
            <p:spPr>
              <a:xfrm>
                <a:off x="1940623" y="2607440"/>
                <a:ext cx="682041" cy="460855"/>
              </a:xfrm>
              <a:custGeom>
                <a:avLst/>
                <a:gdLst/>
                <a:ahLst/>
                <a:cxnLst/>
                <a:rect l="l" t="t" r="r" b="b"/>
                <a:pathLst>
                  <a:path w="8008" h="5411" extrusionOk="0">
                    <a:moveTo>
                      <a:pt x="2640" y="1"/>
                    </a:moveTo>
                    <a:lnTo>
                      <a:pt x="0" y="5410"/>
                    </a:lnTo>
                    <a:lnTo>
                      <a:pt x="5347" y="5410"/>
                    </a:lnTo>
                    <a:lnTo>
                      <a:pt x="8007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Google Shape;664;p33">
                <a:extLst>
                  <a:ext uri="{FF2B5EF4-FFF2-40B4-BE49-F238E27FC236}">
                    <a16:creationId xmlns:a16="http://schemas.microsoft.com/office/drawing/2014/main" id="{B0902E73-70C3-6C7D-18B5-44239B07E6BC}"/>
                  </a:ext>
                </a:extLst>
              </p:cNvPr>
              <p:cNvSpPr/>
              <p:nvPr/>
            </p:nvSpPr>
            <p:spPr>
              <a:xfrm>
                <a:off x="1933043" y="2601648"/>
                <a:ext cx="697202" cy="472438"/>
              </a:xfrm>
              <a:custGeom>
                <a:avLst/>
                <a:gdLst/>
                <a:ahLst/>
                <a:cxnLst/>
                <a:rect l="l" t="t" r="r" b="b"/>
                <a:pathLst>
                  <a:path w="8186" h="5547" extrusionOk="0">
                    <a:moveTo>
                      <a:pt x="7986" y="131"/>
                    </a:moveTo>
                    <a:lnTo>
                      <a:pt x="5415" y="5436"/>
                    </a:lnTo>
                    <a:lnTo>
                      <a:pt x="178" y="5436"/>
                    </a:lnTo>
                    <a:lnTo>
                      <a:pt x="2771" y="131"/>
                    </a:lnTo>
                    <a:close/>
                    <a:moveTo>
                      <a:pt x="2687" y="0"/>
                    </a:moveTo>
                    <a:lnTo>
                      <a:pt x="0" y="5546"/>
                    </a:lnTo>
                    <a:lnTo>
                      <a:pt x="5478" y="5546"/>
                    </a:lnTo>
                    <a:lnTo>
                      <a:pt x="8185" y="0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Google Shape;665;p33">
                <a:extLst>
                  <a:ext uri="{FF2B5EF4-FFF2-40B4-BE49-F238E27FC236}">
                    <a16:creationId xmlns:a16="http://schemas.microsoft.com/office/drawing/2014/main" id="{FB6E375E-DB6E-8071-8489-544E02A4E7C2}"/>
                  </a:ext>
                </a:extLst>
              </p:cNvPr>
              <p:cNvSpPr/>
              <p:nvPr/>
            </p:nvSpPr>
            <p:spPr>
              <a:xfrm>
                <a:off x="1533345" y="2748223"/>
                <a:ext cx="260620" cy="104418"/>
              </a:xfrm>
              <a:custGeom>
                <a:avLst/>
                <a:gdLst/>
                <a:ahLst/>
                <a:cxnLst/>
                <a:rect l="l" t="t" r="r" b="b"/>
                <a:pathLst>
                  <a:path w="3060" h="1226" extrusionOk="0">
                    <a:moveTo>
                      <a:pt x="958" y="0"/>
                    </a:moveTo>
                    <a:cubicBezTo>
                      <a:pt x="472" y="0"/>
                      <a:pt x="158" y="159"/>
                      <a:pt x="158" y="159"/>
                    </a:cubicBezTo>
                    <a:cubicBezTo>
                      <a:pt x="158" y="159"/>
                      <a:pt x="1" y="374"/>
                      <a:pt x="48" y="683"/>
                    </a:cubicBezTo>
                    <a:cubicBezTo>
                      <a:pt x="90" y="987"/>
                      <a:pt x="200" y="1055"/>
                      <a:pt x="766" y="1186"/>
                    </a:cubicBezTo>
                    <a:cubicBezTo>
                      <a:pt x="884" y="1213"/>
                      <a:pt x="1034" y="1225"/>
                      <a:pt x="1199" y="1225"/>
                    </a:cubicBezTo>
                    <a:cubicBezTo>
                      <a:pt x="1825" y="1225"/>
                      <a:pt x="2665" y="1051"/>
                      <a:pt x="2839" y="877"/>
                    </a:cubicBezTo>
                    <a:cubicBezTo>
                      <a:pt x="3059" y="636"/>
                      <a:pt x="2860" y="29"/>
                      <a:pt x="2557" y="8"/>
                    </a:cubicBezTo>
                    <a:cubicBezTo>
                      <a:pt x="2500" y="3"/>
                      <a:pt x="2439" y="1"/>
                      <a:pt x="2374" y="1"/>
                    </a:cubicBezTo>
                    <a:cubicBezTo>
                      <a:pt x="2150" y="1"/>
                      <a:pt x="1873" y="22"/>
                      <a:pt x="1558" y="22"/>
                    </a:cubicBezTo>
                    <a:cubicBezTo>
                      <a:pt x="1424" y="22"/>
                      <a:pt x="1284" y="18"/>
                      <a:pt x="1137" y="8"/>
                    </a:cubicBezTo>
                    <a:cubicBezTo>
                      <a:pt x="1075" y="3"/>
                      <a:pt x="1015" y="0"/>
                      <a:pt x="958" y="0"/>
                    </a:cubicBezTo>
                    <a:close/>
                  </a:path>
                </a:pathLst>
              </a:custGeom>
              <a:solidFill>
                <a:srgbClr val="FFEBD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Google Shape;666;p33">
                <a:extLst>
                  <a:ext uri="{FF2B5EF4-FFF2-40B4-BE49-F238E27FC236}">
                    <a16:creationId xmlns:a16="http://schemas.microsoft.com/office/drawing/2014/main" id="{EA6FF37D-B1CA-EE07-9AA0-943232D3783F}"/>
                  </a:ext>
                </a:extLst>
              </p:cNvPr>
              <p:cNvSpPr/>
              <p:nvPr/>
            </p:nvSpPr>
            <p:spPr>
              <a:xfrm>
                <a:off x="1528065" y="2742602"/>
                <a:ext cx="261898" cy="115405"/>
              </a:xfrm>
              <a:custGeom>
                <a:avLst/>
                <a:gdLst/>
                <a:ahLst/>
                <a:cxnLst/>
                <a:rect l="l" t="t" r="r" b="b"/>
                <a:pathLst>
                  <a:path w="3075" h="1355" extrusionOk="0">
                    <a:moveTo>
                      <a:pt x="1025" y="109"/>
                    </a:moveTo>
                    <a:cubicBezTo>
                      <a:pt x="1080" y="109"/>
                      <a:pt x="1139" y="111"/>
                      <a:pt x="1199" y="116"/>
                    </a:cubicBezTo>
                    <a:cubicBezTo>
                      <a:pt x="1417" y="138"/>
                      <a:pt x="1621" y="144"/>
                      <a:pt x="1806" y="144"/>
                    </a:cubicBezTo>
                    <a:cubicBezTo>
                      <a:pt x="2063" y="144"/>
                      <a:pt x="2285" y="132"/>
                      <a:pt x="2463" y="132"/>
                    </a:cubicBezTo>
                    <a:cubicBezTo>
                      <a:pt x="2520" y="132"/>
                      <a:pt x="2571" y="133"/>
                      <a:pt x="2619" y="136"/>
                    </a:cubicBezTo>
                    <a:cubicBezTo>
                      <a:pt x="2660" y="136"/>
                      <a:pt x="2729" y="157"/>
                      <a:pt x="2791" y="225"/>
                    </a:cubicBezTo>
                    <a:cubicBezTo>
                      <a:pt x="2838" y="267"/>
                      <a:pt x="2880" y="356"/>
                      <a:pt x="2901" y="440"/>
                    </a:cubicBezTo>
                    <a:cubicBezTo>
                      <a:pt x="2969" y="618"/>
                      <a:pt x="2943" y="812"/>
                      <a:pt x="2880" y="901"/>
                    </a:cubicBezTo>
                    <a:cubicBezTo>
                      <a:pt x="2838" y="943"/>
                      <a:pt x="2708" y="1011"/>
                      <a:pt x="2550" y="1053"/>
                    </a:cubicBezTo>
                    <a:cubicBezTo>
                      <a:pt x="2399" y="1095"/>
                      <a:pt x="2205" y="1142"/>
                      <a:pt x="1985" y="1184"/>
                    </a:cubicBezTo>
                    <a:cubicBezTo>
                      <a:pt x="1747" y="1223"/>
                      <a:pt x="1493" y="1247"/>
                      <a:pt x="1271" y="1247"/>
                    </a:cubicBezTo>
                    <a:cubicBezTo>
                      <a:pt x="1107" y="1247"/>
                      <a:pt x="960" y="1234"/>
                      <a:pt x="848" y="1205"/>
                    </a:cubicBezTo>
                    <a:cubicBezTo>
                      <a:pt x="566" y="1142"/>
                      <a:pt x="393" y="1074"/>
                      <a:pt x="304" y="1011"/>
                    </a:cubicBezTo>
                    <a:cubicBezTo>
                      <a:pt x="220" y="943"/>
                      <a:pt x="194" y="880"/>
                      <a:pt x="173" y="728"/>
                    </a:cubicBezTo>
                    <a:cubicBezTo>
                      <a:pt x="110" y="466"/>
                      <a:pt x="262" y="267"/>
                      <a:pt x="262" y="267"/>
                    </a:cubicBezTo>
                    <a:cubicBezTo>
                      <a:pt x="281" y="249"/>
                      <a:pt x="562" y="109"/>
                      <a:pt x="1025" y="109"/>
                    </a:cubicBezTo>
                    <a:close/>
                    <a:moveTo>
                      <a:pt x="1041" y="0"/>
                    </a:moveTo>
                    <a:cubicBezTo>
                      <a:pt x="520" y="0"/>
                      <a:pt x="194" y="178"/>
                      <a:pt x="194" y="178"/>
                    </a:cubicBezTo>
                    <a:lnTo>
                      <a:pt x="173" y="178"/>
                    </a:lnTo>
                    <a:cubicBezTo>
                      <a:pt x="173" y="178"/>
                      <a:pt x="0" y="419"/>
                      <a:pt x="42" y="749"/>
                    </a:cubicBezTo>
                    <a:cubicBezTo>
                      <a:pt x="89" y="901"/>
                      <a:pt x="131" y="1032"/>
                      <a:pt x="241" y="1095"/>
                    </a:cubicBezTo>
                    <a:cubicBezTo>
                      <a:pt x="351" y="1184"/>
                      <a:pt x="524" y="1252"/>
                      <a:pt x="807" y="1315"/>
                    </a:cubicBezTo>
                    <a:cubicBezTo>
                      <a:pt x="932" y="1343"/>
                      <a:pt x="1088" y="1355"/>
                      <a:pt x="1257" y="1355"/>
                    </a:cubicBezTo>
                    <a:cubicBezTo>
                      <a:pt x="1497" y="1355"/>
                      <a:pt x="1763" y="1331"/>
                      <a:pt x="2006" y="1294"/>
                    </a:cubicBezTo>
                    <a:cubicBezTo>
                      <a:pt x="2226" y="1252"/>
                      <a:pt x="2420" y="1205"/>
                      <a:pt x="2598" y="1163"/>
                    </a:cubicBezTo>
                    <a:cubicBezTo>
                      <a:pt x="2749" y="1121"/>
                      <a:pt x="2880" y="1053"/>
                      <a:pt x="2943" y="990"/>
                    </a:cubicBezTo>
                    <a:cubicBezTo>
                      <a:pt x="3074" y="833"/>
                      <a:pt x="3074" y="597"/>
                      <a:pt x="3011" y="398"/>
                    </a:cubicBezTo>
                    <a:cubicBezTo>
                      <a:pt x="2990" y="309"/>
                      <a:pt x="2922" y="225"/>
                      <a:pt x="2859" y="136"/>
                    </a:cubicBezTo>
                    <a:cubicBezTo>
                      <a:pt x="2791" y="74"/>
                      <a:pt x="2708" y="26"/>
                      <a:pt x="2619" y="6"/>
                    </a:cubicBezTo>
                    <a:cubicBezTo>
                      <a:pt x="2399" y="6"/>
                      <a:pt x="2104" y="36"/>
                      <a:pt x="1757" y="36"/>
                    </a:cubicBezTo>
                    <a:cubicBezTo>
                      <a:pt x="1583" y="36"/>
                      <a:pt x="1397" y="28"/>
                      <a:pt x="1199" y="6"/>
                    </a:cubicBezTo>
                    <a:cubicBezTo>
                      <a:pt x="1145" y="2"/>
                      <a:pt x="1092" y="0"/>
                      <a:pt x="1041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Google Shape;667;p33">
                <a:extLst>
                  <a:ext uri="{FF2B5EF4-FFF2-40B4-BE49-F238E27FC236}">
                    <a16:creationId xmlns:a16="http://schemas.microsoft.com/office/drawing/2014/main" id="{CB437188-6F0E-7FFC-B104-96DCCC9FD17F}"/>
                  </a:ext>
                </a:extLst>
              </p:cNvPr>
              <p:cNvSpPr/>
              <p:nvPr/>
            </p:nvSpPr>
            <p:spPr>
              <a:xfrm>
                <a:off x="879503" y="2206125"/>
                <a:ext cx="446120" cy="754691"/>
              </a:xfrm>
              <a:custGeom>
                <a:avLst/>
                <a:gdLst/>
                <a:ahLst/>
                <a:cxnLst/>
                <a:rect l="l" t="t" r="r" b="b"/>
                <a:pathLst>
                  <a:path w="5238" h="8861" extrusionOk="0">
                    <a:moveTo>
                      <a:pt x="2648" y="1"/>
                    </a:moveTo>
                    <a:cubicBezTo>
                      <a:pt x="1953" y="1"/>
                      <a:pt x="841" y="1226"/>
                      <a:pt x="435" y="2838"/>
                    </a:cubicBezTo>
                    <a:cubicBezTo>
                      <a:pt x="1" y="4561"/>
                      <a:pt x="739" y="6938"/>
                      <a:pt x="2048" y="7897"/>
                    </a:cubicBezTo>
                    <a:cubicBezTo>
                      <a:pt x="3357" y="8860"/>
                      <a:pt x="3928" y="8860"/>
                      <a:pt x="3928" y="8860"/>
                    </a:cubicBezTo>
                    <a:lnTo>
                      <a:pt x="5238" y="5891"/>
                    </a:lnTo>
                    <a:cubicBezTo>
                      <a:pt x="5238" y="5891"/>
                      <a:pt x="4143" y="5367"/>
                      <a:pt x="3729" y="4644"/>
                    </a:cubicBezTo>
                    <a:cubicBezTo>
                      <a:pt x="3316" y="3927"/>
                      <a:pt x="3515" y="2136"/>
                      <a:pt x="3646" y="1570"/>
                    </a:cubicBezTo>
                    <a:cubicBezTo>
                      <a:pt x="3776" y="979"/>
                      <a:pt x="3488" y="219"/>
                      <a:pt x="2792" y="20"/>
                    </a:cubicBezTo>
                    <a:cubicBezTo>
                      <a:pt x="2747" y="7"/>
                      <a:pt x="2699" y="1"/>
                      <a:pt x="264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Google Shape;668;p33">
                <a:extLst>
                  <a:ext uri="{FF2B5EF4-FFF2-40B4-BE49-F238E27FC236}">
                    <a16:creationId xmlns:a16="http://schemas.microsoft.com/office/drawing/2014/main" id="{DCA51A01-94CB-F718-9E49-80EDA5E53CEF}"/>
                  </a:ext>
                </a:extLst>
              </p:cNvPr>
              <p:cNvSpPr/>
              <p:nvPr/>
            </p:nvSpPr>
            <p:spPr>
              <a:xfrm>
                <a:off x="890661" y="2200929"/>
                <a:ext cx="438540" cy="763464"/>
              </a:xfrm>
              <a:custGeom>
                <a:avLst/>
                <a:gdLst/>
                <a:ahLst/>
                <a:cxnLst/>
                <a:rect l="l" t="t" r="r" b="b"/>
                <a:pathLst>
                  <a:path w="5149" h="8964" extrusionOk="0">
                    <a:moveTo>
                      <a:pt x="2519" y="108"/>
                    </a:moveTo>
                    <a:cubicBezTo>
                      <a:pt x="2562" y="108"/>
                      <a:pt x="2602" y="113"/>
                      <a:pt x="2640" y="123"/>
                    </a:cubicBezTo>
                    <a:cubicBezTo>
                      <a:pt x="2944" y="212"/>
                      <a:pt x="3185" y="453"/>
                      <a:pt x="3316" y="736"/>
                    </a:cubicBezTo>
                    <a:cubicBezTo>
                      <a:pt x="3446" y="998"/>
                      <a:pt x="3488" y="1328"/>
                      <a:pt x="3425" y="1610"/>
                    </a:cubicBezTo>
                    <a:cubicBezTo>
                      <a:pt x="3357" y="1893"/>
                      <a:pt x="3274" y="2480"/>
                      <a:pt x="3274" y="3092"/>
                    </a:cubicBezTo>
                    <a:cubicBezTo>
                      <a:pt x="3253" y="3726"/>
                      <a:pt x="3316" y="4360"/>
                      <a:pt x="3535" y="4732"/>
                    </a:cubicBezTo>
                    <a:cubicBezTo>
                      <a:pt x="3750" y="5098"/>
                      <a:pt x="4122" y="5428"/>
                      <a:pt x="4452" y="5648"/>
                    </a:cubicBezTo>
                    <a:cubicBezTo>
                      <a:pt x="4735" y="5863"/>
                      <a:pt x="4955" y="5952"/>
                      <a:pt x="4997" y="5973"/>
                    </a:cubicBezTo>
                    <a:lnTo>
                      <a:pt x="3729" y="8853"/>
                    </a:lnTo>
                    <a:cubicBezTo>
                      <a:pt x="3708" y="8853"/>
                      <a:pt x="3708" y="8853"/>
                      <a:pt x="3666" y="8832"/>
                    </a:cubicBezTo>
                    <a:cubicBezTo>
                      <a:pt x="3598" y="8832"/>
                      <a:pt x="3488" y="8790"/>
                      <a:pt x="3336" y="8743"/>
                    </a:cubicBezTo>
                    <a:cubicBezTo>
                      <a:pt x="3033" y="8612"/>
                      <a:pt x="2572" y="8371"/>
                      <a:pt x="1917" y="7895"/>
                    </a:cubicBezTo>
                    <a:cubicBezTo>
                      <a:pt x="1289" y="7434"/>
                      <a:pt x="786" y="6606"/>
                      <a:pt x="477" y="5690"/>
                    </a:cubicBezTo>
                    <a:cubicBezTo>
                      <a:pt x="194" y="4774"/>
                      <a:pt x="131" y="3768"/>
                      <a:pt x="346" y="2920"/>
                    </a:cubicBezTo>
                    <a:cubicBezTo>
                      <a:pt x="545" y="2066"/>
                      <a:pt x="980" y="1328"/>
                      <a:pt x="1420" y="804"/>
                    </a:cubicBezTo>
                    <a:cubicBezTo>
                      <a:pt x="1634" y="563"/>
                      <a:pt x="1875" y="364"/>
                      <a:pt x="2074" y="254"/>
                    </a:cubicBezTo>
                    <a:cubicBezTo>
                      <a:pt x="2236" y="156"/>
                      <a:pt x="2388" y="108"/>
                      <a:pt x="2519" y="108"/>
                    </a:cubicBezTo>
                    <a:close/>
                    <a:moveTo>
                      <a:pt x="2509" y="1"/>
                    </a:moveTo>
                    <a:cubicBezTo>
                      <a:pt x="2356" y="1"/>
                      <a:pt x="2191" y="52"/>
                      <a:pt x="2027" y="149"/>
                    </a:cubicBezTo>
                    <a:cubicBezTo>
                      <a:pt x="1786" y="280"/>
                      <a:pt x="1551" y="474"/>
                      <a:pt x="1331" y="736"/>
                    </a:cubicBezTo>
                    <a:cubicBezTo>
                      <a:pt x="870" y="1260"/>
                      <a:pt x="456" y="2024"/>
                      <a:pt x="241" y="2873"/>
                    </a:cubicBezTo>
                    <a:cubicBezTo>
                      <a:pt x="1" y="3768"/>
                      <a:pt x="84" y="4794"/>
                      <a:pt x="393" y="5732"/>
                    </a:cubicBezTo>
                    <a:cubicBezTo>
                      <a:pt x="676" y="6669"/>
                      <a:pt x="1200" y="7502"/>
                      <a:pt x="1854" y="8005"/>
                    </a:cubicBezTo>
                    <a:cubicBezTo>
                      <a:pt x="2509" y="8481"/>
                      <a:pt x="2991" y="8722"/>
                      <a:pt x="3295" y="8832"/>
                    </a:cubicBezTo>
                    <a:cubicBezTo>
                      <a:pt x="3446" y="8895"/>
                      <a:pt x="3556" y="8942"/>
                      <a:pt x="3645" y="8942"/>
                    </a:cubicBezTo>
                    <a:cubicBezTo>
                      <a:pt x="3729" y="8963"/>
                      <a:pt x="3776" y="8963"/>
                      <a:pt x="3776" y="8963"/>
                    </a:cubicBezTo>
                    <a:lnTo>
                      <a:pt x="3797" y="8963"/>
                    </a:lnTo>
                    <a:lnTo>
                      <a:pt x="5148" y="5931"/>
                    </a:lnTo>
                    <a:lnTo>
                      <a:pt x="5086" y="5910"/>
                    </a:lnTo>
                    <a:cubicBezTo>
                      <a:pt x="5086" y="5910"/>
                      <a:pt x="4824" y="5779"/>
                      <a:pt x="4515" y="5559"/>
                    </a:cubicBezTo>
                    <a:cubicBezTo>
                      <a:pt x="4190" y="5339"/>
                      <a:pt x="3818" y="5035"/>
                      <a:pt x="3619" y="4684"/>
                    </a:cubicBezTo>
                    <a:cubicBezTo>
                      <a:pt x="3425" y="4339"/>
                      <a:pt x="3384" y="3705"/>
                      <a:pt x="3384" y="3113"/>
                    </a:cubicBezTo>
                    <a:cubicBezTo>
                      <a:pt x="3384" y="2506"/>
                      <a:pt x="3467" y="1914"/>
                      <a:pt x="3535" y="1631"/>
                    </a:cubicBezTo>
                    <a:cubicBezTo>
                      <a:pt x="3598" y="1328"/>
                      <a:pt x="3556" y="977"/>
                      <a:pt x="3425" y="673"/>
                    </a:cubicBezTo>
                    <a:cubicBezTo>
                      <a:pt x="3274" y="385"/>
                      <a:pt x="3012" y="123"/>
                      <a:pt x="2661" y="18"/>
                    </a:cubicBezTo>
                    <a:cubicBezTo>
                      <a:pt x="2612" y="6"/>
                      <a:pt x="2561" y="1"/>
                      <a:pt x="2509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Google Shape;669;p33">
                <a:extLst>
                  <a:ext uri="{FF2B5EF4-FFF2-40B4-BE49-F238E27FC236}">
                    <a16:creationId xmlns:a16="http://schemas.microsoft.com/office/drawing/2014/main" id="{251AB600-FB59-AA9B-908E-DC5C2A25E3D5}"/>
                  </a:ext>
                </a:extLst>
              </p:cNvPr>
              <p:cNvSpPr/>
              <p:nvPr/>
            </p:nvSpPr>
            <p:spPr>
              <a:xfrm>
                <a:off x="1044987" y="2600882"/>
                <a:ext cx="408646" cy="446376"/>
              </a:xfrm>
              <a:custGeom>
                <a:avLst/>
                <a:gdLst/>
                <a:ahLst/>
                <a:cxnLst/>
                <a:rect l="l" t="t" r="r" b="b"/>
                <a:pathLst>
                  <a:path w="4798" h="5241" extrusionOk="0">
                    <a:moveTo>
                      <a:pt x="2732" y="1"/>
                    </a:moveTo>
                    <a:cubicBezTo>
                      <a:pt x="2614" y="1"/>
                      <a:pt x="2485" y="52"/>
                      <a:pt x="2310" y="167"/>
                    </a:cubicBezTo>
                    <a:cubicBezTo>
                      <a:pt x="1875" y="449"/>
                      <a:pt x="1022" y="753"/>
                      <a:pt x="676" y="1256"/>
                    </a:cubicBezTo>
                    <a:cubicBezTo>
                      <a:pt x="325" y="1759"/>
                      <a:pt x="456" y="2628"/>
                      <a:pt x="236" y="3199"/>
                    </a:cubicBezTo>
                    <a:cubicBezTo>
                      <a:pt x="1" y="3764"/>
                      <a:pt x="84" y="4199"/>
                      <a:pt x="435" y="4419"/>
                    </a:cubicBezTo>
                    <a:cubicBezTo>
                      <a:pt x="807" y="4660"/>
                      <a:pt x="1331" y="4571"/>
                      <a:pt x="1786" y="4854"/>
                    </a:cubicBezTo>
                    <a:cubicBezTo>
                      <a:pt x="2146" y="5095"/>
                      <a:pt x="2451" y="5240"/>
                      <a:pt x="2693" y="5240"/>
                    </a:cubicBezTo>
                    <a:cubicBezTo>
                      <a:pt x="2760" y="5240"/>
                      <a:pt x="2823" y="5229"/>
                      <a:pt x="2881" y="5204"/>
                    </a:cubicBezTo>
                    <a:cubicBezTo>
                      <a:pt x="3143" y="5094"/>
                      <a:pt x="3467" y="4660"/>
                      <a:pt x="3771" y="4246"/>
                    </a:cubicBezTo>
                    <a:cubicBezTo>
                      <a:pt x="4059" y="3853"/>
                      <a:pt x="4253" y="3047"/>
                      <a:pt x="4384" y="2654"/>
                    </a:cubicBezTo>
                    <a:cubicBezTo>
                      <a:pt x="4515" y="2235"/>
                      <a:pt x="4452" y="1759"/>
                      <a:pt x="4452" y="1759"/>
                    </a:cubicBezTo>
                    <a:cubicBezTo>
                      <a:pt x="4452" y="1759"/>
                      <a:pt x="4798" y="1298"/>
                      <a:pt x="4405" y="994"/>
                    </a:cubicBezTo>
                    <a:cubicBezTo>
                      <a:pt x="4012" y="690"/>
                      <a:pt x="3729" y="643"/>
                      <a:pt x="3315" y="318"/>
                    </a:cubicBezTo>
                    <a:cubicBezTo>
                      <a:pt x="3066" y="120"/>
                      <a:pt x="2912" y="1"/>
                      <a:pt x="273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Google Shape;670;p33">
                <a:extLst>
                  <a:ext uri="{FF2B5EF4-FFF2-40B4-BE49-F238E27FC236}">
                    <a16:creationId xmlns:a16="http://schemas.microsoft.com/office/drawing/2014/main" id="{2A138DAB-36B4-A392-70B0-C3978A8AD551}"/>
                  </a:ext>
                </a:extLst>
              </p:cNvPr>
              <p:cNvSpPr/>
              <p:nvPr/>
            </p:nvSpPr>
            <p:spPr>
              <a:xfrm>
                <a:off x="1046775" y="2595857"/>
                <a:ext cx="395700" cy="455489"/>
              </a:xfrm>
              <a:custGeom>
                <a:avLst/>
                <a:gdLst/>
                <a:ahLst/>
                <a:cxnLst/>
                <a:rect l="l" t="t" r="r" b="b"/>
                <a:pathLst>
                  <a:path w="4646" h="5348" extrusionOk="0">
                    <a:moveTo>
                      <a:pt x="2693" y="121"/>
                    </a:moveTo>
                    <a:cubicBezTo>
                      <a:pt x="2727" y="121"/>
                      <a:pt x="2759" y="126"/>
                      <a:pt x="2792" y="137"/>
                    </a:cubicBezTo>
                    <a:cubicBezTo>
                      <a:pt x="2923" y="157"/>
                      <a:pt x="3054" y="246"/>
                      <a:pt x="3253" y="419"/>
                    </a:cubicBezTo>
                    <a:cubicBezTo>
                      <a:pt x="3666" y="749"/>
                      <a:pt x="3970" y="791"/>
                      <a:pt x="4342" y="1095"/>
                    </a:cubicBezTo>
                    <a:cubicBezTo>
                      <a:pt x="4515" y="1226"/>
                      <a:pt x="4536" y="1404"/>
                      <a:pt x="4494" y="1535"/>
                    </a:cubicBezTo>
                    <a:cubicBezTo>
                      <a:pt x="4473" y="1666"/>
                      <a:pt x="4384" y="1770"/>
                      <a:pt x="4384" y="1770"/>
                    </a:cubicBezTo>
                    <a:lnTo>
                      <a:pt x="4384" y="1797"/>
                    </a:lnTo>
                    <a:lnTo>
                      <a:pt x="4384" y="1818"/>
                    </a:lnTo>
                    <a:cubicBezTo>
                      <a:pt x="4384" y="1818"/>
                      <a:pt x="4431" y="2294"/>
                      <a:pt x="4321" y="2687"/>
                    </a:cubicBezTo>
                    <a:cubicBezTo>
                      <a:pt x="4190" y="3080"/>
                      <a:pt x="3991" y="3891"/>
                      <a:pt x="3708" y="4284"/>
                    </a:cubicBezTo>
                    <a:cubicBezTo>
                      <a:pt x="3556" y="4478"/>
                      <a:pt x="3404" y="4698"/>
                      <a:pt x="3253" y="4850"/>
                    </a:cubicBezTo>
                    <a:cubicBezTo>
                      <a:pt x="3095" y="5023"/>
                      <a:pt x="2944" y="5153"/>
                      <a:pt x="2834" y="5201"/>
                    </a:cubicBezTo>
                    <a:cubicBezTo>
                      <a:pt x="2786" y="5229"/>
                      <a:pt x="2728" y="5240"/>
                      <a:pt x="2663" y="5240"/>
                    </a:cubicBezTo>
                    <a:cubicBezTo>
                      <a:pt x="2584" y="5240"/>
                      <a:pt x="2494" y="5224"/>
                      <a:pt x="2399" y="5201"/>
                    </a:cubicBezTo>
                    <a:cubicBezTo>
                      <a:pt x="2226" y="5133"/>
                      <a:pt x="2027" y="5023"/>
                      <a:pt x="1786" y="4871"/>
                    </a:cubicBezTo>
                    <a:cubicBezTo>
                      <a:pt x="1551" y="4719"/>
                      <a:pt x="1310" y="4677"/>
                      <a:pt x="1069" y="4630"/>
                    </a:cubicBezTo>
                    <a:cubicBezTo>
                      <a:pt x="828" y="4588"/>
                      <a:pt x="608" y="4546"/>
                      <a:pt x="456" y="4436"/>
                    </a:cubicBezTo>
                    <a:cubicBezTo>
                      <a:pt x="283" y="4326"/>
                      <a:pt x="173" y="4174"/>
                      <a:pt x="152" y="3975"/>
                    </a:cubicBezTo>
                    <a:cubicBezTo>
                      <a:pt x="110" y="3781"/>
                      <a:pt x="152" y="3541"/>
                      <a:pt x="262" y="3279"/>
                    </a:cubicBezTo>
                    <a:cubicBezTo>
                      <a:pt x="393" y="2975"/>
                      <a:pt x="414" y="2624"/>
                      <a:pt x="456" y="2273"/>
                    </a:cubicBezTo>
                    <a:cubicBezTo>
                      <a:pt x="477" y="1928"/>
                      <a:pt x="545" y="1598"/>
                      <a:pt x="697" y="1357"/>
                    </a:cubicBezTo>
                    <a:cubicBezTo>
                      <a:pt x="870" y="1116"/>
                      <a:pt x="1158" y="901"/>
                      <a:pt x="1462" y="723"/>
                    </a:cubicBezTo>
                    <a:cubicBezTo>
                      <a:pt x="1765" y="550"/>
                      <a:pt x="2095" y="419"/>
                      <a:pt x="2310" y="267"/>
                    </a:cubicBezTo>
                    <a:cubicBezTo>
                      <a:pt x="2475" y="169"/>
                      <a:pt x="2590" y="121"/>
                      <a:pt x="2693" y="121"/>
                    </a:cubicBezTo>
                    <a:close/>
                    <a:moveTo>
                      <a:pt x="2739" y="1"/>
                    </a:moveTo>
                    <a:cubicBezTo>
                      <a:pt x="2605" y="1"/>
                      <a:pt x="2453" y="50"/>
                      <a:pt x="2268" y="178"/>
                    </a:cubicBezTo>
                    <a:cubicBezTo>
                      <a:pt x="2048" y="309"/>
                      <a:pt x="1723" y="461"/>
                      <a:pt x="1420" y="639"/>
                    </a:cubicBezTo>
                    <a:cubicBezTo>
                      <a:pt x="1090" y="812"/>
                      <a:pt x="807" y="1011"/>
                      <a:pt x="608" y="1294"/>
                    </a:cubicBezTo>
                    <a:cubicBezTo>
                      <a:pt x="435" y="1556"/>
                      <a:pt x="372" y="1901"/>
                      <a:pt x="325" y="2252"/>
                    </a:cubicBezTo>
                    <a:cubicBezTo>
                      <a:pt x="304" y="2603"/>
                      <a:pt x="262" y="2949"/>
                      <a:pt x="152" y="3237"/>
                    </a:cubicBezTo>
                    <a:cubicBezTo>
                      <a:pt x="42" y="3520"/>
                      <a:pt x="0" y="3781"/>
                      <a:pt x="42" y="3996"/>
                    </a:cubicBezTo>
                    <a:cubicBezTo>
                      <a:pt x="63" y="4216"/>
                      <a:pt x="194" y="4415"/>
                      <a:pt x="393" y="4546"/>
                    </a:cubicBezTo>
                    <a:cubicBezTo>
                      <a:pt x="587" y="4651"/>
                      <a:pt x="807" y="4698"/>
                      <a:pt x="1048" y="4740"/>
                    </a:cubicBezTo>
                    <a:cubicBezTo>
                      <a:pt x="1289" y="4782"/>
                      <a:pt x="1503" y="4829"/>
                      <a:pt x="1723" y="4960"/>
                    </a:cubicBezTo>
                    <a:cubicBezTo>
                      <a:pt x="1964" y="5112"/>
                      <a:pt x="2179" y="5243"/>
                      <a:pt x="2378" y="5284"/>
                    </a:cubicBezTo>
                    <a:cubicBezTo>
                      <a:pt x="2477" y="5324"/>
                      <a:pt x="2579" y="5347"/>
                      <a:pt x="2675" y="5347"/>
                    </a:cubicBezTo>
                    <a:cubicBezTo>
                      <a:pt x="2747" y="5347"/>
                      <a:pt x="2816" y="5334"/>
                      <a:pt x="2881" y="5305"/>
                    </a:cubicBezTo>
                    <a:cubicBezTo>
                      <a:pt x="3033" y="5243"/>
                      <a:pt x="3185" y="5112"/>
                      <a:pt x="3336" y="4939"/>
                    </a:cubicBezTo>
                    <a:cubicBezTo>
                      <a:pt x="3488" y="4761"/>
                      <a:pt x="3645" y="4546"/>
                      <a:pt x="3797" y="4347"/>
                    </a:cubicBezTo>
                    <a:cubicBezTo>
                      <a:pt x="4101" y="3933"/>
                      <a:pt x="4300" y="3127"/>
                      <a:pt x="4431" y="2713"/>
                    </a:cubicBezTo>
                    <a:cubicBezTo>
                      <a:pt x="4536" y="2294"/>
                      <a:pt x="4494" y="1839"/>
                      <a:pt x="4494" y="1818"/>
                    </a:cubicBezTo>
                    <a:cubicBezTo>
                      <a:pt x="4494" y="1818"/>
                      <a:pt x="4583" y="1708"/>
                      <a:pt x="4604" y="1556"/>
                    </a:cubicBezTo>
                    <a:cubicBezTo>
                      <a:pt x="4646" y="1404"/>
                      <a:pt x="4625" y="1163"/>
                      <a:pt x="4405" y="1011"/>
                    </a:cubicBezTo>
                    <a:cubicBezTo>
                      <a:pt x="4012" y="681"/>
                      <a:pt x="3729" y="639"/>
                      <a:pt x="3336" y="330"/>
                    </a:cubicBezTo>
                    <a:cubicBezTo>
                      <a:pt x="3122" y="157"/>
                      <a:pt x="2991" y="47"/>
                      <a:pt x="2813" y="6"/>
                    </a:cubicBezTo>
                    <a:cubicBezTo>
                      <a:pt x="2789" y="2"/>
                      <a:pt x="2764" y="1"/>
                      <a:pt x="2739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Google Shape;671;p33">
                <a:extLst>
                  <a:ext uri="{FF2B5EF4-FFF2-40B4-BE49-F238E27FC236}">
                    <a16:creationId xmlns:a16="http://schemas.microsoft.com/office/drawing/2014/main" id="{0606E7A2-909B-0792-9EF6-6FEAA3CFEE77}"/>
                  </a:ext>
                </a:extLst>
              </p:cNvPr>
              <p:cNvSpPr/>
              <p:nvPr/>
            </p:nvSpPr>
            <p:spPr>
              <a:xfrm>
                <a:off x="1249307" y="2741240"/>
                <a:ext cx="590995" cy="301161"/>
              </a:xfrm>
              <a:custGeom>
                <a:avLst/>
                <a:gdLst/>
                <a:ahLst/>
                <a:cxnLst/>
                <a:rect l="l" t="t" r="r" b="b"/>
                <a:pathLst>
                  <a:path w="6939" h="3536" extrusionOk="0">
                    <a:moveTo>
                      <a:pt x="1683" y="0"/>
                    </a:moveTo>
                    <a:cubicBezTo>
                      <a:pt x="1509" y="0"/>
                      <a:pt x="1297" y="25"/>
                      <a:pt x="1089" y="111"/>
                    </a:cubicBezTo>
                    <a:cubicBezTo>
                      <a:pt x="613" y="283"/>
                      <a:pt x="283" y="917"/>
                      <a:pt x="152" y="1682"/>
                    </a:cubicBezTo>
                    <a:cubicBezTo>
                      <a:pt x="0" y="2467"/>
                      <a:pt x="456" y="2708"/>
                      <a:pt x="456" y="2708"/>
                    </a:cubicBezTo>
                    <a:cubicBezTo>
                      <a:pt x="456" y="2708"/>
                      <a:pt x="1765" y="2970"/>
                      <a:pt x="1875" y="3012"/>
                    </a:cubicBezTo>
                    <a:cubicBezTo>
                      <a:pt x="1952" y="3048"/>
                      <a:pt x="2293" y="3105"/>
                      <a:pt x="2566" y="3105"/>
                    </a:cubicBezTo>
                    <a:cubicBezTo>
                      <a:pt x="2606" y="3105"/>
                      <a:pt x="2645" y="3104"/>
                      <a:pt x="2681" y="3101"/>
                    </a:cubicBezTo>
                    <a:cubicBezTo>
                      <a:pt x="2969" y="3054"/>
                      <a:pt x="3818" y="2970"/>
                      <a:pt x="3928" y="2970"/>
                    </a:cubicBezTo>
                    <a:cubicBezTo>
                      <a:pt x="4038" y="2991"/>
                      <a:pt x="4645" y="3012"/>
                      <a:pt x="5085" y="3232"/>
                    </a:cubicBezTo>
                    <a:cubicBezTo>
                      <a:pt x="5520" y="3426"/>
                      <a:pt x="5672" y="3515"/>
                      <a:pt x="5871" y="3536"/>
                    </a:cubicBezTo>
                    <a:cubicBezTo>
                      <a:pt x="6064" y="3536"/>
                      <a:pt x="6195" y="3363"/>
                      <a:pt x="6242" y="3295"/>
                    </a:cubicBezTo>
                    <a:cubicBezTo>
                      <a:pt x="6305" y="3206"/>
                      <a:pt x="6284" y="3075"/>
                      <a:pt x="6284" y="3075"/>
                    </a:cubicBezTo>
                    <a:cubicBezTo>
                      <a:pt x="6284" y="3075"/>
                      <a:pt x="6394" y="3012"/>
                      <a:pt x="6478" y="2923"/>
                    </a:cubicBezTo>
                    <a:cubicBezTo>
                      <a:pt x="6588" y="2813"/>
                      <a:pt x="6588" y="2708"/>
                      <a:pt x="6588" y="2708"/>
                    </a:cubicBezTo>
                    <a:cubicBezTo>
                      <a:pt x="6588" y="2708"/>
                      <a:pt x="6740" y="2577"/>
                      <a:pt x="6850" y="2399"/>
                    </a:cubicBezTo>
                    <a:cubicBezTo>
                      <a:pt x="6939" y="2205"/>
                      <a:pt x="6871" y="1834"/>
                      <a:pt x="6871" y="1834"/>
                    </a:cubicBezTo>
                    <a:cubicBezTo>
                      <a:pt x="6871" y="1834"/>
                      <a:pt x="6918" y="1792"/>
                      <a:pt x="6871" y="1572"/>
                    </a:cubicBezTo>
                    <a:cubicBezTo>
                      <a:pt x="6850" y="1352"/>
                      <a:pt x="6677" y="1006"/>
                      <a:pt x="6436" y="828"/>
                    </a:cubicBezTo>
                    <a:cubicBezTo>
                      <a:pt x="6174" y="634"/>
                      <a:pt x="5803" y="545"/>
                      <a:pt x="5499" y="482"/>
                    </a:cubicBezTo>
                    <a:cubicBezTo>
                      <a:pt x="5216" y="393"/>
                      <a:pt x="4776" y="393"/>
                      <a:pt x="4472" y="304"/>
                    </a:cubicBezTo>
                    <a:cubicBezTo>
                      <a:pt x="4190" y="241"/>
                      <a:pt x="3598" y="221"/>
                      <a:pt x="3142" y="173"/>
                    </a:cubicBezTo>
                    <a:cubicBezTo>
                      <a:pt x="2681" y="132"/>
                      <a:pt x="2074" y="42"/>
                      <a:pt x="2074" y="42"/>
                    </a:cubicBezTo>
                    <a:cubicBezTo>
                      <a:pt x="2074" y="42"/>
                      <a:pt x="1912" y="0"/>
                      <a:pt x="1683" y="0"/>
                    </a:cubicBezTo>
                    <a:close/>
                  </a:path>
                </a:pathLst>
              </a:custGeom>
              <a:solidFill>
                <a:srgbClr val="FFEBD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Google Shape;672;p33">
                <a:extLst>
                  <a:ext uri="{FF2B5EF4-FFF2-40B4-BE49-F238E27FC236}">
                    <a16:creationId xmlns:a16="http://schemas.microsoft.com/office/drawing/2014/main" id="{2417FCEF-4C3C-E74A-2A68-D3ACB86845D3}"/>
                  </a:ext>
                </a:extLst>
              </p:cNvPr>
              <p:cNvSpPr/>
              <p:nvPr/>
            </p:nvSpPr>
            <p:spPr>
              <a:xfrm>
                <a:off x="1251010" y="2736811"/>
                <a:ext cx="591080" cy="309252"/>
              </a:xfrm>
              <a:custGeom>
                <a:avLst/>
                <a:gdLst/>
                <a:ahLst/>
                <a:cxnLst/>
                <a:rect l="l" t="t" r="r" b="b"/>
                <a:pathLst>
                  <a:path w="6940" h="3631" extrusionOk="0">
                    <a:moveTo>
                      <a:pt x="1593" y="108"/>
                    </a:moveTo>
                    <a:cubicBezTo>
                      <a:pt x="1640" y="108"/>
                      <a:pt x="1684" y="111"/>
                      <a:pt x="1724" y="115"/>
                    </a:cubicBezTo>
                    <a:cubicBezTo>
                      <a:pt x="1902" y="115"/>
                      <a:pt x="2033" y="163"/>
                      <a:pt x="2033" y="163"/>
                    </a:cubicBezTo>
                    <a:lnTo>
                      <a:pt x="2054" y="163"/>
                    </a:lnTo>
                    <a:cubicBezTo>
                      <a:pt x="2054" y="163"/>
                      <a:pt x="2661" y="246"/>
                      <a:pt x="3122" y="273"/>
                    </a:cubicBezTo>
                    <a:cubicBezTo>
                      <a:pt x="3578" y="314"/>
                      <a:pt x="4170" y="356"/>
                      <a:pt x="4452" y="424"/>
                    </a:cubicBezTo>
                    <a:cubicBezTo>
                      <a:pt x="4756" y="487"/>
                      <a:pt x="5196" y="508"/>
                      <a:pt x="5479" y="576"/>
                    </a:cubicBezTo>
                    <a:cubicBezTo>
                      <a:pt x="5762" y="665"/>
                      <a:pt x="6133" y="749"/>
                      <a:pt x="6374" y="927"/>
                    </a:cubicBezTo>
                    <a:cubicBezTo>
                      <a:pt x="6615" y="1100"/>
                      <a:pt x="6788" y="1451"/>
                      <a:pt x="6809" y="1645"/>
                    </a:cubicBezTo>
                    <a:lnTo>
                      <a:pt x="6809" y="1817"/>
                    </a:lnTo>
                    <a:lnTo>
                      <a:pt x="6809" y="1844"/>
                    </a:lnTo>
                    <a:lnTo>
                      <a:pt x="6788" y="1865"/>
                    </a:lnTo>
                    <a:lnTo>
                      <a:pt x="6809" y="1886"/>
                    </a:lnTo>
                    <a:lnTo>
                      <a:pt x="6809" y="2079"/>
                    </a:lnTo>
                    <a:cubicBezTo>
                      <a:pt x="6830" y="2210"/>
                      <a:pt x="6809" y="2341"/>
                      <a:pt x="6767" y="2409"/>
                    </a:cubicBezTo>
                    <a:cubicBezTo>
                      <a:pt x="6678" y="2582"/>
                      <a:pt x="6526" y="2713"/>
                      <a:pt x="6526" y="2713"/>
                    </a:cubicBezTo>
                    <a:lnTo>
                      <a:pt x="6505" y="2734"/>
                    </a:lnTo>
                    <a:lnTo>
                      <a:pt x="6505" y="2760"/>
                    </a:lnTo>
                    <a:cubicBezTo>
                      <a:pt x="6505" y="2760"/>
                      <a:pt x="6505" y="2844"/>
                      <a:pt x="6437" y="2933"/>
                    </a:cubicBezTo>
                    <a:cubicBezTo>
                      <a:pt x="6327" y="3022"/>
                      <a:pt x="6243" y="3085"/>
                      <a:pt x="6243" y="3085"/>
                    </a:cubicBezTo>
                    <a:lnTo>
                      <a:pt x="6196" y="3106"/>
                    </a:lnTo>
                    <a:lnTo>
                      <a:pt x="6196" y="3127"/>
                    </a:lnTo>
                    <a:lnTo>
                      <a:pt x="6196" y="3195"/>
                    </a:lnTo>
                    <a:cubicBezTo>
                      <a:pt x="6196" y="3237"/>
                      <a:pt x="6196" y="3284"/>
                      <a:pt x="6175" y="3305"/>
                    </a:cubicBezTo>
                    <a:cubicBezTo>
                      <a:pt x="6117" y="3382"/>
                      <a:pt x="6019" y="3522"/>
                      <a:pt x="5884" y="3522"/>
                    </a:cubicBezTo>
                    <a:cubicBezTo>
                      <a:pt x="5873" y="3522"/>
                      <a:pt x="5862" y="3521"/>
                      <a:pt x="5851" y="3519"/>
                    </a:cubicBezTo>
                    <a:cubicBezTo>
                      <a:pt x="5673" y="3519"/>
                      <a:pt x="5521" y="3436"/>
                      <a:pt x="5086" y="3237"/>
                    </a:cubicBezTo>
                    <a:cubicBezTo>
                      <a:pt x="4866" y="3106"/>
                      <a:pt x="4604" y="3064"/>
                      <a:pt x="4363" y="3022"/>
                    </a:cubicBezTo>
                    <a:cubicBezTo>
                      <a:pt x="4149" y="2975"/>
                      <a:pt x="3950" y="2975"/>
                      <a:pt x="3908" y="2975"/>
                    </a:cubicBezTo>
                    <a:cubicBezTo>
                      <a:pt x="3894" y="2968"/>
                      <a:pt x="3877" y="2965"/>
                      <a:pt x="3856" y="2965"/>
                    </a:cubicBezTo>
                    <a:cubicBezTo>
                      <a:pt x="3816" y="2965"/>
                      <a:pt x="3761" y="2975"/>
                      <a:pt x="3688" y="2975"/>
                    </a:cubicBezTo>
                    <a:cubicBezTo>
                      <a:pt x="3604" y="2975"/>
                      <a:pt x="3473" y="2996"/>
                      <a:pt x="3342" y="3022"/>
                    </a:cubicBezTo>
                    <a:cubicBezTo>
                      <a:pt x="3080" y="3043"/>
                      <a:pt x="2792" y="3064"/>
                      <a:pt x="2640" y="3085"/>
                    </a:cubicBezTo>
                    <a:cubicBezTo>
                      <a:pt x="2602" y="3091"/>
                      <a:pt x="2560" y="3093"/>
                      <a:pt x="2516" y="3093"/>
                    </a:cubicBezTo>
                    <a:cubicBezTo>
                      <a:pt x="2410" y="3093"/>
                      <a:pt x="2292" y="3079"/>
                      <a:pt x="2185" y="3064"/>
                    </a:cubicBezTo>
                    <a:cubicBezTo>
                      <a:pt x="2033" y="3064"/>
                      <a:pt x="1902" y="3022"/>
                      <a:pt x="1876" y="2996"/>
                    </a:cubicBezTo>
                    <a:cubicBezTo>
                      <a:pt x="1855" y="2996"/>
                      <a:pt x="1813" y="2996"/>
                      <a:pt x="1771" y="2975"/>
                    </a:cubicBezTo>
                    <a:cubicBezTo>
                      <a:pt x="1724" y="2975"/>
                      <a:pt x="1661" y="2954"/>
                      <a:pt x="1593" y="2933"/>
                    </a:cubicBezTo>
                    <a:cubicBezTo>
                      <a:pt x="1462" y="2912"/>
                      <a:pt x="1289" y="2865"/>
                      <a:pt x="1116" y="2823"/>
                    </a:cubicBezTo>
                    <a:cubicBezTo>
                      <a:pt x="787" y="2760"/>
                      <a:pt x="483" y="2692"/>
                      <a:pt x="462" y="2692"/>
                    </a:cubicBezTo>
                    <a:cubicBezTo>
                      <a:pt x="462" y="2692"/>
                      <a:pt x="373" y="2650"/>
                      <a:pt x="284" y="2498"/>
                    </a:cubicBezTo>
                    <a:cubicBezTo>
                      <a:pt x="200" y="2367"/>
                      <a:pt x="111" y="2126"/>
                      <a:pt x="174" y="1755"/>
                    </a:cubicBezTo>
                    <a:cubicBezTo>
                      <a:pt x="305" y="990"/>
                      <a:pt x="635" y="377"/>
                      <a:pt x="1090" y="204"/>
                    </a:cubicBezTo>
                    <a:cubicBezTo>
                      <a:pt x="1259" y="136"/>
                      <a:pt x="1440" y="108"/>
                      <a:pt x="1593" y="108"/>
                    </a:cubicBezTo>
                    <a:close/>
                    <a:moveTo>
                      <a:pt x="1590" y="1"/>
                    </a:moveTo>
                    <a:cubicBezTo>
                      <a:pt x="1423" y="1"/>
                      <a:pt x="1230" y="31"/>
                      <a:pt x="1048" y="94"/>
                    </a:cubicBezTo>
                    <a:cubicBezTo>
                      <a:pt x="546" y="314"/>
                      <a:pt x="200" y="948"/>
                      <a:pt x="69" y="1734"/>
                    </a:cubicBezTo>
                    <a:cubicBezTo>
                      <a:pt x="1" y="2126"/>
                      <a:pt x="90" y="2409"/>
                      <a:pt x="174" y="2561"/>
                    </a:cubicBezTo>
                    <a:cubicBezTo>
                      <a:pt x="284" y="2734"/>
                      <a:pt x="415" y="2802"/>
                      <a:pt x="415" y="2802"/>
                    </a:cubicBezTo>
                    <a:lnTo>
                      <a:pt x="436" y="2802"/>
                    </a:lnTo>
                    <a:cubicBezTo>
                      <a:pt x="436" y="2802"/>
                      <a:pt x="766" y="2865"/>
                      <a:pt x="1090" y="2954"/>
                    </a:cubicBezTo>
                    <a:cubicBezTo>
                      <a:pt x="1268" y="2975"/>
                      <a:pt x="1441" y="3022"/>
                      <a:pt x="1572" y="3043"/>
                    </a:cubicBezTo>
                    <a:cubicBezTo>
                      <a:pt x="1640" y="3064"/>
                      <a:pt x="1703" y="3085"/>
                      <a:pt x="1745" y="3085"/>
                    </a:cubicBezTo>
                    <a:cubicBezTo>
                      <a:pt x="1792" y="3106"/>
                      <a:pt x="1834" y="3106"/>
                      <a:pt x="1834" y="3106"/>
                    </a:cubicBezTo>
                    <a:cubicBezTo>
                      <a:pt x="1902" y="3127"/>
                      <a:pt x="2007" y="3174"/>
                      <a:pt x="2185" y="3195"/>
                    </a:cubicBezTo>
                    <a:cubicBezTo>
                      <a:pt x="2286" y="3195"/>
                      <a:pt x="2397" y="3204"/>
                      <a:pt x="2504" y="3204"/>
                    </a:cubicBezTo>
                    <a:cubicBezTo>
                      <a:pt x="2558" y="3204"/>
                      <a:pt x="2611" y="3202"/>
                      <a:pt x="2661" y="3195"/>
                    </a:cubicBezTo>
                    <a:cubicBezTo>
                      <a:pt x="2792" y="3174"/>
                      <a:pt x="3080" y="3153"/>
                      <a:pt x="3342" y="3127"/>
                    </a:cubicBezTo>
                    <a:cubicBezTo>
                      <a:pt x="3473" y="3106"/>
                      <a:pt x="3604" y="3106"/>
                      <a:pt x="3709" y="3085"/>
                    </a:cubicBezTo>
                    <a:lnTo>
                      <a:pt x="3908" y="3085"/>
                    </a:lnTo>
                    <a:cubicBezTo>
                      <a:pt x="3971" y="3085"/>
                      <a:pt x="4128" y="3106"/>
                      <a:pt x="4363" y="3127"/>
                    </a:cubicBezTo>
                    <a:cubicBezTo>
                      <a:pt x="4583" y="3174"/>
                      <a:pt x="4824" y="3237"/>
                      <a:pt x="5044" y="3326"/>
                    </a:cubicBezTo>
                    <a:cubicBezTo>
                      <a:pt x="5479" y="3546"/>
                      <a:pt x="5631" y="3629"/>
                      <a:pt x="5851" y="3629"/>
                    </a:cubicBezTo>
                    <a:cubicBezTo>
                      <a:pt x="5861" y="3630"/>
                      <a:pt x="5872" y="3631"/>
                      <a:pt x="5883" y="3631"/>
                    </a:cubicBezTo>
                    <a:cubicBezTo>
                      <a:pt x="6081" y="3631"/>
                      <a:pt x="6225" y="3452"/>
                      <a:pt x="6264" y="3368"/>
                    </a:cubicBezTo>
                    <a:cubicBezTo>
                      <a:pt x="6306" y="3326"/>
                      <a:pt x="6306" y="3258"/>
                      <a:pt x="6327" y="3216"/>
                    </a:cubicBezTo>
                    <a:lnTo>
                      <a:pt x="6327" y="3153"/>
                    </a:lnTo>
                    <a:cubicBezTo>
                      <a:pt x="6353" y="3153"/>
                      <a:pt x="6416" y="3106"/>
                      <a:pt x="6505" y="3022"/>
                    </a:cubicBezTo>
                    <a:cubicBezTo>
                      <a:pt x="6615" y="2912"/>
                      <a:pt x="6615" y="2823"/>
                      <a:pt x="6615" y="2802"/>
                    </a:cubicBezTo>
                    <a:cubicBezTo>
                      <a:pt x="6615" y="2781"/>
                      <a:pt x="6788" y="2671"/>
                      <a:pt x="6877" y="2472"/>
                    </a:cubicBezTo>
                    <a:cubicBezTo>
                      <a:pt x="6940" y="2367"/>
                      <a:pt x="6940" y="2210"/>
                      <a:pt x="6940" y="2079"/>
                    </a:cubicBezTo>
                    <a:cubicBezTo>
                      <a:pt x="6919" y="1975"/>
                      <a:pt x="6919" y="1906"/>
                      <a:pt x="6919" y="1886"/>
                    </a:cubicBezTo>
                    <a:lnTo>
                      <a:pt x="6919" y="1844"/>
                    </a:lnTo>
                    <a:cubicBezTo>
                      <a:pt x="6940" y="1796"/>
                      <a:pt x="6940" y="1734"/>
                      <a:pt x="6919" y="1624"/>
                    </a:cubicBezTo>
                    <a:cubicBezTo>
                      <a:pt x="6898" y="1383"/>
                      <a:pt x="6720" y="1032"/>
                      <a:pt x="6437" y="838"/>
                    </a:cubicBezTo>
                    <a:cubicBezTo>
                      <a:pt x="6175" y="639"/>
                      <a:pt x="5783" y="555"/>
                      <a:pt x="5500" y="466"/>
                    </a:cubicBezTo>
                    <a:cubicBezTo>
                      <a:pt x="5196" y="403"/>
                      <a:pt x="4756" y="377"/>
                      <a:pt x="4473" y="314"/>
                    </a:cubicBezTo>
                    <a:cubicBezTo>
                      <a:pt x="4170" y="246"/>
                      <a:pt x="3578" y="204"/>
                      <a:pt x="3122" y="163"/>
                    </a:cubicBezTo>
                    <a:cubicBezTo>
                      <a:pt x="2661" y="115"/>
                      <a:pt x="2054" y="53"/>
                      <a:pt x="2054" y="53"/>
                    </a:cubicBezTo>
                    <a:cubicBezTo>
                      <a:pt x="2033" y="53"/>
                      <a:pt x="1923" y="11"/>
                      <a:pt x="1745" y="11"/>
                    </a:cubicBezTo>
                    <a:cubicBezTo>
                      <a:pt x="1697" y="4"/>
                      <a:pt x="1645" y="1"/>
                      <a:pt x="1590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Google Shape;673;p33">
                <a:extLst>
                  <a:ext uri="{FF2B5EF4-FFF2-40B4-BE49-F238E27FC236}">
                    <a16:creationId xmlns:a16="http://schemas.microsoft.com/office/drawing/2014/main" id="{7A6458C5-38B2-476D-71EC-988451B3007A}"/>
                  </a:ext>
                </a:extLst>
              </p:cNvPr>
              <p:cNvSpPr/>
              <p:nvPr/>
            </p:nvSpPr>
            <p:spPr>
              <a:xfrm>
                <a:off x="1600288" y="2890285"/>
                <a:ext cx="187885" cy="116427"/>
              </a:xfrm>
              <a:custGeom>
                <a:avLst/>
                <a:gdLst/>
                <a:ahLst/>
                <a:cxnLst/>
                <a:rect l="l" t="t" r="r" b="b"/>
                <a:pathLst>
                  <a:path w="2206" h="1367" extrusionOk="0">
                    <a:moveTo>
                      <a:pt x="281" y="0"/>
                    </a:moveTo>
                    <a:cubicBezTo>
                      <a:pt x="150" y="0"/>
                      <a:pt x="69" y="15"/>
                      <a:pt x="69" y="15"/>
                    </a:cubicBezTo>
                    <a:cubicBezTo>
                      <a:pt x="27" y="15"/>
                      <a:pt x="0" y="63"/>
                      <a:pt x="27" y="84"/>
                    </a:cubicBezTo>
                    <a:cubicBezTo>
                      <a:pt x="27" y="104"/>
                      <a:pt x="48" y="125"/>
                      <a:pt x="89" y="125"/>
                    </a:cubicBezTo>
                    <a:cubicBezTo>
                      <a:pt x="89" y="125"/>
                      <a:pt x="156" y="114"/>
                      <a:pt x="264" y="114"/>
                    </a:cubicBezTo>
                    <a:cubicBezTo>
                      <a:pt x="490" y="114"/>
                      <a:pt x="899" y="164"/>
                      <a:pt x="1268" y="476"/>
                    </a:cubicBezTo>
                    <a:cubicBezTo>
                      <a:pt x="1833" y="958"/>
                      <a:pt x="2095" y="1351"/>
                      <a:pt x="2095" y="1351"/>
                    </a:cubicBezTo>
                    <a:cubicBezTo>
                      <a:pt x="2095" y="1361"/>
                      <a:pt x="2107" y="1367"/>
                      <a:pt x="2121" y="1367"/>
                    </a:cubicBezTo>
                    <a:cubicBezTo>
                      <a:pt x="2136" y="1367"/>
                      <a:pt x="2153" y="1361"/>
                      <a:pt x="2163" y="1351"/>
                    </a:cubicBezTo>
                    <a:cubicBezTo>
                      <a:pt x="2184" y="1351"/>
                      <a:pt x="2205" y="1304"/>
                      <a:pt x="2184" y="1283"/>
                    </a:cubicBezTo>
                    <a:cubicBezTo>
                      <a:pt x="2184" y="1283"/>
                      <a:pt x="1922" y="890"/>
                      <a:pt x="1357" y="387"/>
                    </a:cubicBezTo>
                    <a:cubicBezTo>
                      <a:pt x="968" y="57"/>
                      <a:pt x="533" y="0"/>
                      <a:pt x="281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Google Shape;674;p33">
                <a:extLst>
                  <a:ext uri="{FF2B5EF4-FFF2-40B4-BE49-F238E27FC236}">
                    <a16:creationId xmlns:a16="http://schemas.microsoft.com/office/drawing/2014/main" id="{F462ADEB-F409-E20A-601C-9694F746E39B}"/>
                  </a:ext>
                </a:extLst>
              </p:cNvPr>
              <p:cNvSpPr/>
              <p:nvPr/>
            </p:nvSpPr>
            <p:spPr>
              <a:xfrm>
                <a:off x="1633759" y="2835777"/>
                <a:ext cx="180731" cy="137975"/>
              </a:xfrm>
              <a:custGeom>
                <a:avLst/>
                <a:gdLst/>
                <a:ahLst/>
                <a:cxnLst/>
                <a:rect l="l" t="t" r="r" b="b"/>
                <a:pathLst>
                  <a:path w="2122" h="1620" extrusionOk="0">
                    <a:moveTo>
                      <a:pt x="68" y="1"/>
                    </a:moveTo>
                    <a:cubicBezTo>
                      <a:pt x="47" y="1"/>
                      <a:pt x="0" y="27"/>
                      <a:pt x="0" y="69"/>
                    </a:cubicBezTo>
                    <a:cubicBezTo>
                      <a:pt x="0" y="90"/>
                      <a:pt x="26" y="111"/>
                      <a:pt x="68" y="111"/>
                    </a:cubicBezTo>
                    <a:cubicBezTo>
                      <a:pt x="68" y="111"/>
                      <a:pt x="964" y="179"/>
                      <a:pt x="1440" y="614"/>
                    </a:cubicBezTo>
                    <a:cubicBezTo>
                      <a:pt x="1922" y="1048"/>
                      <a:pt x="2011" y="1572"/>
                      <a:pt x="2011" y="1572"/>
                    </a:cubicBezTo>
                    <a:cubicBezTo>
                      <a:pt x="2011" y="1598"/>
                      <a:pt x="2032" y="1619"/>
                      <a:pt x="2074" y="1619"/>
                    </a:cubicBezTo>
                    <a:cubicBezTo>
                      <a:pt x="2095" y="1619"/>
                      <a:pt x="2121" y="1598"/>
                      <a:pt x="2121" y="1551"/>
                    </a:cubicBezTo>
                    <a:cubicBezTo>
                      <a:pt x="2121" y="1551"/>
                      <a:pt x="2032" y="1006"/>
                      <a:pt x="1508" y="525"/>
                    </a:cubicBezTo>
                    <a:cubicBezTo>
                      <a:pt x="985" y="48"/>
                      <a:pt x="68" y="1"/>
                      <a:pt x="68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Google Shape;675;p33">
                <a:extLst>
                  <a:ext uri="{FF2B5EF4-FFF2-40B4-BE49-F238E27FC236}">
                    <a16:creationId xmlns:a16="http://schemas.microsoft.com/office/drawing/2014/main" id="{F1796B81-6736-7CCB-3A1B-E4D21987BCA9}"/>
                  </a:ext>
                </a:extLst>
              </p:cNvPr>
              <p:cNvSpPr/>
              <p:nvPr/>
            </p:nvSpPr>
            <p:spPr>
              <a:xfrm>
                <a:off x="1680602" y="2806394"/>
                <a:ext cx="157905" cy="10041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179" extrusionOk="0">
                    <a:moveTo>
                      <a:pt x="63" y="0"/>
                    </a:moveTo>
                    <a:cubicBezTo>
                      <a:pt x="21" y="0"/>
                      <a:pt x="0" y="21"/>
                      <a:pt x="0" y="42"/>
                    </a:cubicBezTo>
                    <a:cubicBezTo>
                      <a:pt x="0" y="84"/>
                      <a:pt x="21" y="110"/>
                      <a:pt x="42" y="110"/>
                    </a:cubicBezTo>
                    <a:cubicBezTo>
                      <a:pt x="42" y="110"/>
                      <a:pt x="262" y="152"/>
                      <a:pt x="524" y="241"/>
                    </a:cubicBezTo>
                    <a:cubicBezTo>
                      <a:pt x="786" y="304"/>
                      <a:pt x="1110" y="435"/>
                      <a:pt x="1309" y="634"/>
                    </a:cubicBezTo>
                    <a:cubicBezTo>
                      <a:pt x="1524" y="849"/>
                      <a:pt x="1634" y="959"/>
                      <a:pt x="1702" y="1048"/>
                    </a:cubicBezTo>
                    <a:cubicBezTo>
                      <a:pt x="1723" y="1069"/>
                      <a:pt x="1744" y="1089"/>
                      <a:pt x="1744" y="1110"/>
                    </a:cubicBezTo>
                    <a:cubicBezTo>
                      <a:pt x="1744" y="1158"/>
                      <a:pt x="1765" y="1178"/>
                      <a:pt x="1807" y="1178"/>
                    </a:cubicBezTo>
                    <a:cubicBezTo>
                      <a:pt x="1833" y="1158"/>
                      <a:pt x="1854" y="1131"/>
                      <a:pt x="1854" y="1110"/>
                    </a:cubicBezTo>
                    <a:lnTo>
                      <a:pt x="1854" y="1089"/>
                    </a:lnTo>
                    <a:lnTo>
                      <a:pt x="1854" y="1069"/>
                    </a:lnTo>
                    <a:cubicBezTo>
                      <a:pt x="1833" y="1048"/>
                      <a:pt x="1807" y="1000"/>
                      <a:pt x="1786" y="979"/>
                    </a:cubicBezTo>
                    <a:cubicBezTo>
                      <a:pt x="1723" y="896"/>
                      <a:pt x="1613" y="765"/>
                      <a:pt x="1393" y="545"/>
                    </a:cubicBezTo>
                    <a:cubicBezTo>
                      <a:pt x="1152" y="346"/>
                      <a:pt x="828" y="194"/>
                      <a:pt x="545" y="131"/>
                    </a:cubicBezTo>
                    <a:cubicBezTo>
                      <a:pt x="283" y="42"/>
                      <a:pt x="63" y="0"/>
                      <a:pt x="63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Google Shape;676;p33">
                <a:extLst>
                  <a:ext uri="{FF2B5EF4-FFF2-40B4-BE49-F238E27FC236}">
                    <a16:creationId xmlns:a16="http://schemas.microsoft.com/office/drawing/2014/main" id="{E950EA4E-6763-A117-B897-B0D6AF3EF5ED}"/>
                  </a:ext>
                </a:extLst>
              </p:cNvPr>
              <p:cNvSpPr/>
              <p:nvPr/>
            </p:nvSpPr>
            <p:spPr>
              <a:xfrm>
                <a:off x="1169399" y="1419677"/>
                <a:ext cx="667307" cy="502673"/>
              </a:xfrm>
              <a:custGeom>
                <a:avLst/>
                <a:gdLst/>
                <a:ahLst/>
                <a:cxnLst/>
                <a:rect l="l" t="t" r="r" b="b"/>
                <a:pathLst>
                  <a:path w="7835" h="5902" extrusionOk="0">
                    <a:moveTo>
                      <a:pt x="3465" y="0"/>
                    </a:moveTo>
                    <a:cubicBezTo>
                      <a:pt x="3459" y="0"/>
                      <a:pt x="3453" y="0"/>
                      <a:pt x="3446" y="1"/>
                    </a:cubicBezTo>
                    <a:cubicBezTo>
                      <a:pt x="2488" y="1"/>
                      <a:pt x="1875" y="524"/>
                      <a:pt x="1634" y="786"/>
                    </a:cubicBezTo>
                    <a:cubicBezTo>
                      <a:pt x="1394" y="1027"/>
                      <a:pt x="1310" y="1247"/>
                      <a:pt x="1289" y="1441"/>
                    </a:cubicBezTo>
                    <a:cubicBezTo>
                      <a:pt x="1242" y="1661"/>
                      <a:pt x="1263" y="2163"/>
                      <a:pt x="1263" y="2163"/>
                    </a:cubicBezTo>
                    <a:cubicBezTo>
                      <a:pt x="1263" y="2163"/>
                      <a:pt x="1090" y="1640"/>
                      <a:pt x="959" y="1336"/>
                    </a:cubicBezTo>
                    <a:cubicBezTo>
                      <a:pt x="892" y="1178"/>
                      <a:pt x="814" y="1106"/>
                      <a:pt x="745" y="1106"/>
                    </a:cubicBezTo>
                    <a:cubicBezTo>
                      <a:pt x="678" y="1106"/>
                      <a:pt x="620" y="1171"/>
                      <a:pt x="587" y="1289"/>
                    </a:cubicBezTo>
                    <a:cubicBezTo>
                      <a:pt x="545" y="1551"/>
                      <a:pt x="938" y="1964"/>
                      <a:pt x="938" y="1964"/>
                    </a:cubicBezTo>
                    <a:cubicBezTo>
                      <a:pt x="938" y="1964"/>
                      <a:pt x="780" y="1892"/>
                      <a:pt x="583" y="1892"/>
                    </a:cubicBezTo>
                    <a:cubicBezTo>
                      <a:pt x="516" y="1892"/>
                      <a:pt x="444" y="1900"/>
                      <a:pt x="372" y="1923"/>
                    </a:cubicBezTo>
                    <a:cubicBezTo>
                      <a:pt x="84" y="2012"/>
                      <a:pt x="111" y="2184"/>
                      <a:pt x="325" y="2252"/>
                    </a:cubicBezTo>
                    <a:cubicBezTo>
                      <a:pt x="524" y="2294"/>
                      <a:pt x="1001" y="2315"/>
                      <a:pt x="1001" y="2315"/>
                    </a:cubicBezTo>
                    <a:cubicBezTo>
                      <a:pt x="1001" y="2315"/>
                      <a:pt x="393" y="2357"/>
                      <a:pt x="194" y="2687"/>
                    </a:cubicBezTo>
                    <a:cubicBezTo>
                      <a:pt x="1" y="3012"/>
                      <a:pt x="111" y="3300"/>
                      <a:pt x="241" y="3824"/>
                    </a:cubicBezTo>
                    <a:cubicBezTo>
                      <a:pt x="393" y="4368"/>
                      <a:pt x="765" y="5044"/>
                      <a:pt x="765" y="5044"/>
                    </a:cubicBezTo>
                    <a:cubicBezTo>
                      <a:pt x="765" y="5044"/>
                      <a:pt x="2048" y="5719"/>
                      <a:pt x="2551" y="5850"/>
                    </a:cubicBezTo>
                    <a:cubicBezTo>
                      <a:pt x="2699" y="5887"/>
                      <a:pt x="2873" y="5902"/>
                      <a:pt x="3053" y="5902"/>
                    </a:cubicBezTo>
                    <a:cubicBezTo>
                      <a:pt x="3508" y="5902"/>
                      <a:pt x="4005" y="5810"/>
                      <a:pt x="4253" y="5761"/>
                    </a:cubicBezTo>
                    <a:cubicBezTo>
                      <a:pt x="4583" y="5719"/>
                      <a:pt x="5824" y="5347"/>
                      <a:pt x="5824" y="5347"/>
                    </a:cubicBezTo>
                    <a:cubicBezTo>
                      <a:pt x="5824" y="5347"/>
                      <a:pt x="5836" y="5348"/>
                      <a:pt x="5859" y="5348"/>
                    </a:cubicBezTo>
                    <a:cubicBezTo>
                      <a:pt x="6027" y="5348"/>
                      <a:pt x="6766" y="5312"/>
                      <a:pt x="7264" y="4693"/>
                    </a:cubicBezTo>
                    <a:cubicBezTo>
                      <a:pt x="7835" y="3996"/>
                      <a:pt x="7657" y="3080"/>
                      <a:pt x="7180" y="2336"/>
                    </a:cubicBezTo>
                    <a:cubicBezTo>
                      <a:pt x="6722" y="1577"/>
                      <a:pt x="4435" y="0"/>
                      <a:pt x="346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Google Shape;677;p33">
                <a:extLst>
                  <a:ext uri="{FF2B5EF4-FFF2-40B4-BE49-F238E27FC236}">
                    <a16:creationId xmlns:a16="http://schemas.microsoft.com/office/drawing/2014/main" id="{B42ADE5A-9C19-4724-7960-3C9F307BBD28}"/>
                  </a:ext>
                </a:extLst>
              </p:cNvPr>
              <p:cNvSpPr/>
              <p:nvPr/>
            </p:nvSpPr>
            <p:spPr>
              <a:xfrm>
                <a:off x="1169418" y="1414311"/>
                <a:ext cx="653935" cy="513745"/>
              </a:xfrm>
              <a:custGeom>
                <a:avLst/>
                <a:gdLst/>
                <a:ahLst/>
                <a:cxnLst/>
                <a:rect l="l" t="t" r="r" b="b"/>
                <a:pathLst>
                  <a:path w="7678" h="6032" extrusionOk="0">
                    <a:moveTo>
                      <a:pt x="3426" y="111"/>
                    </a:moveTo>
                    <a:cubicBezTo>
                      <a:pt x="3666" y="111"/>
                      <a:pt x="3970" y="195"/>
                      <a:pt x="4342" y="373"/>
                    </a:cubicBezTo>
                    <a:cubicBezTo>
                      <a:pt x="4693" y="524"/>
                      <a:pt x="5086" y="744"/>
                      <a:pt x="5452" y="980"/>
                    </a:cubicBezTo>
                    <a:cubicBezTo>
                      <a:pt x="6217" y="1483"/>
                      <a:pt x="6919" y="2075"/>
                      <a:pt x="7133" y="2420"/>
                    </a:cubicBezTo>
                    <a:cubicBezTo>
                      <a:pt x="7353" y="2792"/>
                      <a:pt x="7505" y="3185"/>
                      <a:pt x="7547" y="3599"/>
                    </a:cubicBezTo>
                    <a:cubicBezTo>
                      <a:pt x="7573" y="3991"/>
                      <a:pt x="7484" y="4384"/>
                      <a:pt x="7201" y="4714"/>
                    </a:cubicBezTo>
                    <a:cubicBezTo>
                      <a:pt x="6740" y="5304"/>
                      <a:pt x="6057" y="5349"/>
                      <a:pt x="5859" y="5349"/>
                    </a:cubicBezTo>
                    <a:cubicBezTo>
                      <a:pt x="5823" y="5349"/>
                      <a:pt x="5803" y="5348"/>
                      <a:pt x="5803" y="5348"/>
                    </a:cubicBezTo>
                    <a:cubicBezTo>
                      <a:pt x="5803" y="5348"/>
                      <a:pt x="5478" y="5458"/>
                      <a:pt x="5128" y="5541"/>
                    </a:cubicBezTo>
                    <a:cubicBezTo>
                      <a:pt x="4777" y="5651"/>
                      <a:pt x="4384" y="5761"/>
                      <a:pt x="4232" y="5782"/>
                    </a:cubicBezTo>
                    <a:cubicBezTo>
                      <a:pt x="4059" y="5803"/>
                      <a:pt x="3776" y="5871"/>
                      <a:pt x="3446" y="5892"/>
                    </a:cubicBezTo>
                    <a:cubicBezTo>
                      <a:pt x="3295" y="5903"/>
                      <a:pt x="3136" y="5913"/>
                      <a:pt x="2986" y="5913"/>
                    </a:cubicBezTo>
                    <a:cubicBezTo>
                      <a:pt x="2835" y="5913"/>
                      <a:pt x="2692" y="5903"/>
                      <a:pt x="2572" y="5871"/>
                    </a:cubicBezTo>
                    <a:cubicBezTo>
                      <a:pt x="2310" y="5803"/>
                      <a:pt x="1854" y="5589"/>
                      <a:pt x="1483" y="5410"/>
                    </a:cubicBezTo>
                    <a:cubicBezTo>
                      <a:pt x="1111" y="5238"/>
                      <a:pt x="807" y="5065"/>
                      <a:pt x="786" y="5065"/>
                    </a:cubicBezTo>
                    <a:cubicBezTo>
                      <a:pt x="786" y="5039"/>
                      <a:pt x="414" y="4384"/>
                      <a:pt x="283" y="3887"/>
                    </a:cubicBezTo>
                    <a:cubicBezTo>
                      <a:pt x="215" y="3599"/>
                      <a:pt x="152" y="3405"/>
                      <a:pt x="132" y="3232"/>
                    </a:cubicBezTo>
                    <a:cubicBezTo>
                      <a:pt x="132" y="3054"/>
                      <a:pt x="132" y="2923"/>
                      <a:pt x="242" y="2771"/>
                    </a:cubicBezTo>
                    <a:cubicBezTo>
                      <a:pt x="325" y="2640"/>
                      <a:pt x="503" y="2530"/>
                      <a:pt x="676" y="2488"/>
                    </a:cubicBezTo>
                    <a:cubicBezTo>
                      <a:pt x="849" y="2446"/>
                      <a:pt x="1001" y="2420"/>
                      <a:pt x="1001" y="2420"/>
                    </a:cubicBezTo>
                    <a:lnTo>
                      <a:pt x="980" y="2315"/>
                    </a:lnTo>
                    <a:lnTo>
                      <a:pt x="739" y="2315"/>
                    </a:lnTo>
                    <a:cubicBezTo>
                      <a:pt x="587" y="2289"/>
                      <a:pt x="414" y="2268"/>
                      <a:pt x="325" y="2247"/>
                    </a:cubicBezTo>
                    <a:cubicBezTo>
                      <a:pt x="283" y="2247"/>
                      <a:pt x="242" y="2226"/>
                      <a:pt x="215" y="2206"/>
                    </a:cubicBezTo>
                    <a:lnTo>
                      <a:pt x="215" y="2158"/>
                    </a:lnTo>
                    <a:cubicBezTo>
                      <a:pt x="215" y="2137"/>
                      <a:pt x="262" y="2075"/>
                      <a:pt x="372" y="2027"/>
                    </a:cubicBezTo>
                    <a:cubicBezTo>
                      <a:pt x="431" y="2013"/>
                      <a:pt x="489" y="2008"/>
                      <a:pt x="544" y="2008"/>
                    </a:cubicBezTo>
                    <a:cubicBezTo>
                      <a:pt x="738" y="2008"/>
                      <a:pt x="896" y="2075"/>
                      <a:pt x="896" y="2075"/>
                    </a:cubicBezTo>
                    <a:lnTo>
                      <a:pt x="959" y="1986"/>
                    </a:lnTo>
                    <a:cubicBezTo>
                      <a:pt x="959" y="1986"/>
                      <a:pt x="870" y="1897"/>
                      <a:pt x="786" y="1766"/>
                    </a:cubicBezTo>
                    <a:cubicBezTo>
                      <a:pt x="697" y="1635"/>
                      <a:pt x="634" y="1462"/>
                      <a:pt x="634" y="1373"/>
                    </a:cubicBezTo>
                    <a:cubicBezTo>
                      <a:pt x="655" y="1310"/>
                      <a:pt x="676" y="1289"/>
                      <a:pt x="697" y="1268"/>
                    </a:cubicBezTo>
                    <a:cubicBezTo>
                      <a:pt x="697" y="1249"/>
                      <a:pt x="708" y="1233"/>
                      <a:pt x="722" y="1233"/>
                    </a:cubicBezTo>
                    <a:cubicBezTo>
                      <a:pt x="727" y="1233"/>
                      <a:pt x="733" y="1236"/>
                      <a:pt x="739" y="1242"/>
                    </a:cubicBezTo>
                    <a:cubicBezTo>
                      <a:pt x="739" y="1242"/>
                      <a:pt x="765" y="1242"/>
                      <a:pt x="807" y="1268"/>
                    </a:cubicBezTo>
                    <a:cubicBezTo>
                      <a:pt x="828" y="1310"/>
                      <a:pt x="870" y="1352"/>
                      <a:pt x="896" y="1420"/>
                    </a:cubicBezTo>
                    <a:cubicBezTo>
                      <a:pt x="1027" y="1724"/>
                      <a:pt x="1221" y="2247"/>
                      <a:pt x="1221" y="2247"/>
                    </a:cubicBezTo>
                    <a:lnTo>
                      <a:pt x="1331" y="2226"/>
                    </a:lnTo>
                    <a:cubicBezTo>
                      <a:pt x="1331" y="2226"/>
                      <a:pt x="1310" y="2096"/>
                      <a:pt x="1310" y="1944"/>
                    </a:cubicBezTo>
                    <a:cubicBezTo>
                      <a:pt x="1310" y="1792"/>
                      <a:pt x="1310" y="1614"/>
                      <a:pt x="1331" y="1530"/>
                    </a:cubicBezTo>
                    <a:cubicBezTo>
                      <a:pt x="1352" y="1331"/>
                      <a:pt x="1441" y="1137"/>
                      <a:pt x="1682" y="896"/>
                    </a:cubicBezTo>
                    <a:cubicBezTo>
                      <a:pt x="1917" y="634"/>
                      <a:pt x="2488" y="132"/>
                      <a:pt x="3426" y="111"/>
                    </a:cubicBezTo>
                    <a:close/>
                    <a:moveTo>
                      <a:pt x="3426" y="1"/>
                    </a:moveTo>
                    <a:cubicBezTo>
                      <a:pt x="2441" y="22"/>
                      <a:pt x="1834" y="545"/>
                      <a:pt x="1593" y="807"/>
                    </a:cubicBezTo>
                    <a:cubicBezTo>
                      <a:pt x="1352" y="1069"/>
                      <a:pt x="1242" y="1289"/>
                      <a:pt x="1221" y="1504"/>
                    </a:cubicBezTo>
                    <a:cubicBezTo>
                      <a:pt x="1200" y="1593"/>
                      <a:pt x="1200" y="1766"/>
                      <a:pt x="1200" y="1897"/>
                    </a:cubicBezTo>
                    <a:cubicBezTo>
                      <a:pt x="1132" y="1724"/>
                      <a:pt x="1090" y="1572"/>
                      <a:pt x="1001" y="1373"/>
                    </a:cubicBezTo>
                    <a:cubicBezTo>
                      <a:pt x="959" y="1310"/>
                      <a:pt x="938" y="1242"/>
                      <a:pt x="896" y="1200"/>
                    </a:cubicBezTo>
                    <a:cubicBezTo>
                      <a:pt x="849" y="1158"/>
                      <a:pt x="786" y="1111"/>
                      <a:pt x="739" y="1111"/>
                    </a:cubicBezTo>
                    <a:cubicBezTo>
                      <a:pt x="676" y="1111"/>
                      <a:pt x="634" y="1137"/>
                      <a:pt x="608" y="1179"/>
                    </a:cubicBezTo>
                    <a:cubicBezTo>
                      <a:pt x="566" y="1221"/>
                      <a:pt x="545" y="1289"/>
                      <a:pt x="524" y="1352"/>
                    </a:cubicBezTo>
                    <a:cubicBezTo>
                      <a:pt x="503" y="1504"/>
                      <a:pt x="587" y="1682"/>
                      <a:pt x="676" y="1813"/>
                    </a:cubicBezTo>
                    <a:cubicBezTo>
                      <a:pt x="718" y="1876"/>
                      <a:pt x="739" y="1876"/>
                      <a:pt x="765" y="1923"/>
                    </a:cubicBezTo>
                    <a:cubicBezTo>
                      <a:pt x="703" y="1908"/>
                      <a:pt x="627" y="1895"/>
                      <a:pt x="544" y="1895"/>
                    </a:cubicBezTo>
                    <a:cubicBezTo>
                      <a:pt x="481" y="1895"/>
                      <a:pt x="414" y="1902"/>
                      <a:pt x="346" y="1923"/>
                    </a:cubicBezTo>
                    <a:cubicBezTo>
                      <a:pt x="194" y="1965"/>
                      <a:pt x="111" y="2054"/>
                      <a:pt x="84" y="2158"/>
                    </a:cubicBezTo>
                    <a:cubicBezTo>
                      <a:pt x="84" y="2206"/>
                      <a:pt x="111" y="2247"/>
                      <a:pt x="152" y="2289"/>
                    </a:cubicBezTo>
                    <a:cubicBezTo>
                      <a:pt x="173" y="2315"/>
                      <a:pt x="242" y="2357"/>
                      <a:pt x="283" y="2357"/>
                    </a:cubicBezTo>
                    <a:cubicBezTo>
                      <a:pt x="372" y="2378"/>
                      <a:pt x="503" y="2399"/>
                      <a:pt x="608" y="2399"/>
                    </a:cubicBezTo>
                    <a:cubicBezTo>
                      <a:pt x="435" y="2467"/>
                      <a:pt x="242" y="2551"/>
                      <a:pt x="132" y="2708"/>
                    </a:cubicBezTo>
                    <a:cubicBezTo>
                      <a:pt x="22" y="2881"/>
                      <a:pt x="1" y="3054"/>
                      <a:pt x="22" y="3253"/>
                    </a:cubicBezTo>
                    <a:cubicBezTo>
                      <a:pt x="43" y="3426"/>
                      <a:pt x="111" y="3646"/>
                      <a:pt x="173" y="3908"/>
                    </a:cubicBezTo>
                    <a:cubicBezTo>
                      <a:pt x="325" y="4452"/>
                      <a:pt x="697" y="5128"/>
                      <a:pt x="697" y="5128"/>
                    </a:cubicBezTo>
                    <a:lnTo>
                      <a:pt x="697" y="5149"/>
                    </a:lnTo>
                    <a:lnTo>
                      <a:pt x="718" y="5149"/>
                    </a:lnTo>
                    <a:cubicBezTo>
                      <a:pt x="718" y="5149"/>
                      <a:pt x="1048" y="5327"/>
                      <a:pt x="1441" y="5520"/>
                    </a:cubicBezTo>
                    <a:cubicBezTo>
                      <a:pt x="1813" y="5693"/>
                      <a:pt x="2268" y="5913"/>
                      <a:pt x="2530" y="5981"/>
                    </a:cubicBezTo>
                    <a:cubicBezTo>
                      <a:pt x="2686" y="6016"/>
                      <a:pt x="2856" y="6031"/>
                      <a:pt x="3031" y="6031"/>
                    </a:cubicBezTo>
                    <a:cubicBezTo>
                      <a:pt x="3175" y="6031"/>
                      <a:pt x="3322" y="6021"/>
                      <a:pt x="3467" y="6002"/>
                    </a:cubicBezTo>
                    <a:cubicBezTo>
                      <a:pt x="3776" y="5981"/>
                      <a:pt x="4080" y="5913"/>
                      <a:pt x="4253" y="5892"/>
                    </a:cubicBezTo>
                    <a:cubicBezTo>
                      <a:pt x="4431" y="5871"/>
                      <a:pt x="4824" y="5761"/>
                      <a:pt x="5169" y="5651"/>
                    </a:cubicBezTo>
                    <a:cubicBezTo>
                      <a:pt x="5520" y="5562"/>
                      <a:pt x="5824" y="5458"/>
                      <a:pt x="5824" y="5458"/>
                    </a:cubicBezTo>
                    <a:cubicBezTo>
                      <a:pt x="5829" y="5458"/>
                      <a:pt x="5843" y="5458"/>
                      <a:pt x="5866" y="5458"/>
                    </a:cubicBezTo>
                    <a:cubicBezTo>
                      <a:pt x="6050" y="5458"/>
                      <a:pt x="6780" y="5425"/>
                      <a:pt x="7285" y="4803"/>
                    </a:cubicBezTo>
                    <a:cubicBezTo>
                      <a:pt x="7594" y="4431"/>
                      <a:pt x="7678" y="4017"/>
                      <a:pt x="7657" y="3578"/>
                    </a:cubicBezTo>
                    <a:cubicBezTo>
                      <a:pt x="7615" y="3164"/>
                      <a:pt x="7463" y="2750"/>
                      <a:pt x="7222" y="2357"/>
                    </a:cubicBezTo>
                    <a:cubicBezTo>
                      <a:pt x="6981" y="1965"/>
                      <a:pt x="6285" y="1399"/>
                      <a:pt x="5520" y="896"/>
                    </a:cubicBezTo>
                    <a:cubicBezTo>
                      <a:pt x="5148" y="655"/>
                      <a:pt x="4735" y="414"/>
                      <a:pt x="4384" y="263"/>
                    </a:cubicBezTo>
                    <a:cubicBezTo>
                      <a:pt x="4012" y="111"/>
                      <a:pt x="3687" y="1"/>
                      <a:pt x="3426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Google Shape;678;p33">
                <a:extLst>
                  <a:ext uri="{FF2B5EF4-FFF2-40B4-BE49-F238E27FC236}">
                    <a16:creationId xmlns:a16="http://schemas.microsoft.com/office/drawing/2014/main" id="{31D10AC8-8B68-813E-1661-A27A1CA31D66}"/>
                  </a:ext>
                </a:extLst>
              </p:cNvPr>
              <p:cNvSpPr/>
              <p:nvPr/>
            </p:nvSpPr>
            <p:spPr>
              <a:xfrm>
                <a:off x="1171548" y="1711806"/>
                <a:ext cx="538530" cy="447909"/>
              </a:xfrm>
              <a:custGeom>
                <a:avLst/>
                <a:gdLst/>
                <a:ahLst/>
                <a:cxnLst/>
                <a:rect l="l" t="t" r="r" b="b"/>
                <a:pathLst>
                  <a:path w="6323" h="5259" extrusionOk="0">
                    <a:moveTo>
                      <a:pt x="2704" y="1"/>
                    </a:moveTo>
                    <a:lnTo>
                      <a:pt x="2704" y="1"/>
                    </a:lnTo>
                    <a:cubicBezTo>
                      <a:pt x="2704" y="1"/>
                      <a:pt x="2374" y="263"/>
                      <a:pt x="2133" y="807"/>
                    </a:cubicBezTo>
                    <a:cubicBezTo>
                      <a:pt x="1919" y="1331"/>
                      <a:pt x="1809" y="1897"/>
                      <a:pt x="1809" y="1897"/>
                    </a:cubicBezTo>
                    <a:lnTo>
                      <a:pt x="1395" y="1897"/>
                    </a:lnTo>
                    <a:cubicBezTo>
                      <a:pt x="1395" y="1897"/>
                      <a:pt x="1369" y="1855"/>
                      <a:pt x="1369" y="1677"/>
                    </a:cubicBezTo>
                    <a:cubicBezTo>
                      <a:pt x="1348" y="1525"/>
                      <a:pt x="1285" y="1284"/>
                      <a:pt x="1107" y="1069"/>
                    </a:cubicBezTo>
                    <a:cubicBezTo>
                      <a:pt x="1029" y="945"/>
                      <a:pt x="922" y="845"/>
                      <a:pt x="789" y="845"/>
                    </a:cubicBezTo>
                    <a:cubicBezTo>
                      <a:pt x="664" y="845"/>
                      <a:pt x="515" y="935"/>
                      <a:pt x="347" y="1179"/>
                    </a:cubicBezTo>
                    <a:cubicBezTo>
                      <a:pt x="1" y="1650"/>
                      <a:pt x="145" y="2510"/>
                      <a:pt x="1159" y="2510"/>
                    </a:cubicBezTo>
                    <a:cubicBezTo>
                      <a:pt x="1171" y="2510"/>
                      <a:pt x="1183" y="2510"/>
                      <a:pt x="1196" y="2509"/>
                    </a:cubicBezTo>
                    <a:lnTo>
                      <a:pt x="1196" y="2509"/>
                    </a:lnTo>
                    <a:cubicBezTo>
                      <a:pt x="1107" y="3619"/>
                      <a:pt x="1981" y="4819"/>
                      <a:pt x="3270" y="5170"/>
                    </a:cubicBezTo>
                    <a:cubicBezTo>
                      <a:pt x="3495" y="5231"/>
                      <a:pt x="3708" y="5258"/>
                      <a:pt x="3908" y="5258"/>
                    </a:cubicBezTo>
                    <a:cubicBezTo>
                      <a:pt x="4850" y="5258"/>
                      <a:pt x="5487" y="4652"/>
                      <a:pt x="5647" y="4164"/>
                    </a:cubicBezTo>
                    <a:cubicBezTo>
                      <a:pt x="5820" y="3578"/>
                      <a:pt x="5715" y="3075"/>
                      <a:pt x="5867" y="2462"/>
                    </a:cubicBezTo>
                    <a:cubicBezTo>
                      <a:pt x="6019" y="1834"/>
                      <a:pt x="6323" y="1111"/>
                      <a:pt x="6323" y="1111"/>
                    </a:cubicBezTo>
                    <a:cubicBezTo>
                      <a:pt x="6302" y="891"/>
                      <a:pt x="5888" y="545"/>
                      <a:pt x="5888" y="545"/>
                    </a:cubicBezTo>
                    <a:cubicBezTo>
                      <a:pt x="5888" y="545"/>
                      <a:pt x="5799" y="807"/>
                      <a:pt x="5689" y="1001"/>
                    </a:cubicBezTo>
                    <a:cubicBezTo>
                      <a:pt x="5638" y="1098"/>
                      <a:pt x="5569" y="1158"/>
                      <a:pt x="5410" y="1158"/>
                    </a:cubicBezTo>
                    <a:cubicBezTo>
                      <a:pt x="5244" y="1158"/>
                      <a:pt x="4981" y="1093"/>
                      <a:pt x="4537" y="938"/>
                    </a:cubicBezTo>
                    <a:cubicBezTo>
                      <a:pt x="3641" y="655"/>
                      <a:pt x="2987" y="85"/>
                      <a:pt x="2987" y="85"/>
                    </a:cubicBezTo>
                    <a:cubicBezTo>
                      <a:pt x="2987" y="85"/>
                      <a:pt x="2966" y="132"/>
                      <a:pt x="2898" y="305"/>
                    </a:cubicBezTo>
                    <a:cubicBezTo>
                      <a:pt x="2852" y="432"/>
                      <a:pt x="2780" y="548"/>
                      <a:pt x="2701" y="548"/>
                    </a:cubicBezTo>
                    <a:cubicBezTo>
                      <a:pt x="2673" y="548"/>
                      <a:pt x="2644" y="533"/>
                      <a:pt x="2615" y="498"/>
                    </a:cubicBezTo>
                    <a:cubicBezTo>
                      <a:pt x="2505" y="346"/>
                      <a:pt x="2704" y="1"/>
                      <a:pt x="2704" y="1"/>
                    </a:cubicBezTo>
                    <a:close/>
                  </a:path>
                </a:pathLst>
              </a:custGeom>
              <a:solidFill>
                <a:srgbClr val="FFEBD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Google Shape;679;p33">
                <a:extLst>
                  <a:ext uri="{FF2B5EF4-FFF2-40B4-BE49-F238E27FC236}">
                    <a16:creationId xmlns:a16="http://schemas.microsoft.com/office/drawing/2014/main" id="{335EA11E-ACAA-8D6D-2014-663358D9005E}"/>
                  </a:ext>
                </a:extLst>
              </p:cNvPr>
              <p:cNvSpPr/>
              <p:nvPr/>
            </p:nvSpPr>
            <p:spPr>
              <a:xfrm>
                <a:off x="1174784" y="1707803"/>
                <a:ext cx="539296" cy="455574"/>
              </a:xfrm>
              <a:custGeom>
                <a:avLst/>
                <a:gdLst/>
                <a:ahLst/>
                <a:cxnLst/>
                <a:rect l="l" t="t" r="r" b="b"/>
                <a:pathLst>
                  <a:path w="6332" h="5349" extrusionOk="0">
                    <a:moveTo>
                      <a:pt x="2970" y="221"/>
                    </a:moveTo>
                    <a:cubicBezTo>
                      <a:pt x="3059" y="283"/>
                      <a:pt x="3624" y="765"/>
                      <a:pt x="4473" y="1048"/>
                    </a:cubicBezTo>
                    <a:cubicBezTo>
                      <a:pt x="4913" y="1200"/>
                      <a:pt x="5175" y="1268"/>
                      <a:pt x="5368" y="1268"/>
                    </a:cubicBezTo>
                    <a:cubicBezTo>
                      <a:pt x="5457" y="1268"/>
                      <a:pt x="5520" y="1247"/>
                      <a:pt x="5588" y="1200"/>
                    </a:cubicBezTo>
                    <a:cubicBezTo>
                      <a:pt x="5630" y="1179"/>
                      <a:pt x="5677" y="1137"/>
                      <a:pt x="5698" y="1069"/>
                    </a:cubicBezTo>
                    <a:cubicBezTo>
                      <a:pt x="5808" y="917"/>
                      <a:pt x="5850" y="765"/>
                      <a:pt x="5871" y="702"/>
                    </a:cubicBezTo>
                    <a:cubicBezTo>
                      <a:pt x="5913" y="723"/>
                      <a:pt x="5939" y="744"/>
                      <a:pt x="6023" y="833"/>
                    </a:cubicBezTo>
                    <a:cubicBezTo>
                      <a:pt x="6112" y="938"/>
                      <a:pt x="6222" y="1095"/>
                      <a:pt x="6222" y="1158"/>
                    </a:cubicBezTo>
                    <a:cubicBezTo>
                      <a:pt x="6201" y="1179"/>
                      <a:pt x="5913" y="1881"/>
                      <a:pt x="5761" y="2488"/>
                    </a:cubicBezTo>
                    <a:cubicBezTo>
                      <a:pt x="5630" y="3122"/>
                      <a:pt x="5740" y="3604"/>
                      <a:pt x="5546" y="4190"/>
                    </a:cubicBezTo>
                    <a:cubicBezTo>
                      <a:pt x="5400" y="4660"/>
                      <a:pt x="4786" y="5242"/>
                      <a:pt x="3879" y="5242"/>
                    </a:cubicBezTo>
                    <a:cubicBezTo>
                      <a:pt x="3683" y="5242"/>
                      <a:pt x="3474" y="5215"/>
                      <a:pt x="3253" y="5154"/>
                    </a:cubicBezTo>
                    <a:cubicBezTo>
                      <a:pt x="1985" y="4824"/>
                      <a:pt x="1137" y="3646"/>
                      <a:pt x="1200" y="2556"/>
                    </a:cubicBezTo>
                    <a:lnTo>
                      <a:pt x="1200" y="2488"/>
                    </a:lnTo>
                    <a:lnTo>
                      <a:pt x="1158" y="2509"/>
                    </a:lnTo>
                    <a:cubicBezTo>
                      <a:pt x="634" y="2509"/>
                      <a:pt x="372" y="2315"/>
                      <a:pt x="241" y="2054"/>
                    </a:cubicBezTo>
                    <a:cubicBezTo>
                      <a:pt x="131" y="1792"/>
                      <a:pt x="179" y="1488"/>
                      <a:pt x="351" y="1247"/>
                    </a:cubicBezTo>
                    <a:cubicBezTo>
                      <a:pt x="486" y="1052"/>
                      <a:pt x="621" y="960"/>
                      <a:pt x="726" y="960"/>
                    </a:cubicBezTo>
                    <a:cubicBezTo>
                      <a:pt x="740" y="960"/>
                      <a:pt x="753" y="961"/>
                      <a:pt x="765" y="964"/>
                    </a:cubicBezTo>
                    <a:cubicBezTo>
                      <a:pt x="854" y="964"/>
                      <a:pt x="964" y="1027"/>
                      <a:pt x="1027" y="1137"/>
                    </a:cubicBezTo>
                    <a:cubicBezTo>
                      <a:pt x="1200" y="1357"/>
                      <a:pt x="1268" y="1572"/>
                      <a:pt x="1268" y="1724"/>
                    </a:cubicBezTo>
                    <a:cubicBezTo>
                      <a:pt x="1289" y="1902"/>
                      <a:pt x="1289" y="1964"/>
                      <a:pt x="1289" y="1964"/>
                    </a:cubicBezTo>
                    <a:lnTo>
                      <a:pt x="1310" y="2012"/>
                    </a:lnTo>
                    <a:lnTo>
                      <a:pt x="1812" y="2012"/>
                    </a:lnTo>
                    <a:lnTo>
                      <a:pt x="1812" y="1964"/>
                    </a:lnTo>
                    <a:cubicBezTo>
                      <a:pt x="1812" y="1964"/>
                      <a:pt x="1922" y="1399"/>
                      <a:pt x="2163" y="875"/>
                    </a:cubicBezTo>
                    <a:cubicBezTo>
                      <a:pt x="2271" y="639"/>
                      <a:pt x="2399" y="449"/>
                      <a:pt x="2502" y="318"/>
                    </a:cubicBezTo>
                    <a:lnTo>
                      <a:pt x="2502" y="318"/>
                    </a:lnTo>
                    <a:cubicBezTo>
                      <a:pt x="2488" y="340"/>
                      <a:pt x="2488" y="375"/>
                      <a:pt x="2488" y="393"/>
                    </a:cubicBezTo>
                    <a:cubicBezTo>
                      <a:pt x="2467" y="462"/>
                      <a:pt x="2488" y="524"/>
                      <a:pt x="2535" y="592"/>
                    </a:cubicBezTo>
                    <a:cubicBezTo>
                      <a:pt x="2556" y="634"/>
                      <a:pt x="2598" y="655"/>
                      <a:pt x="2640" y="655"/>
                    </a:cubicBezTo>
                    <a:cubicBezTo>
                      <a:pt x="2687" y="655"/>
                      <a:pt x="2729" y="634"/>
                      <a:pt x="2771" y="613"/>
                    </a:cubicBezTo>
                    <a:cubicBezTo>
                      <a:pt x="2839" y="571"/>
                      <a:pt x="2881" y="482"/>
                      <a:pt x="2902" y="372"/>
                    </a:cubicBezTo>
                    <a:cubicBezTo>
                      <a:pt x="2949" y="263"/>
                      <a:pt x="2970" y="242"/>
                      <a:pt x="2970" y="221"/>
                    </a:cubicBezTo>
                    <a:close/>
                    <a:moveTo>
                      <a:pt x="2640" y="1"/>
                    </a:moveTo>
                    <a:cubicBezTo>
                      <a:pt x="2640" y="1"/>
                      <a:pt x="2294" y="283"/>
                      <a:pt x="2053" y="833"/>
                    </a:cubicBezTo>
                    <a:cubicBezTo>
                      <a:pt x="1833" y="1357"/>
                      <a:pt x="1723" y="1855"/>
                      <a:pt x="1723" y="1902"/>
                    </a:cubicBezTo>
                    <a:lnTo>
                      <a:pt x="1399" y="1902"/>
                    </a:lnTo>
                    <a:cubicBezTo>
                      <a:pt x="1399" y="1881"/>
                      <a:pt x="1399" y="1855"/>
                      <a:pt x="1378" y="1724"/>
                    </a:cubicBezTo>
                    <a:cubicBezTo>
                      <a:pt x="1378" y="1551"/>
                      <a:pt x="1289" y="1310"/>
                      <a:pt x="1116" y="1069"/>
                    </a:cubicBezTo>
                    <a:cubicBezTo>
                      <a:pt x="1027" y="964"/>
                      <a:pt x="917" y="854"/>
                      <a:pt x="765" y="833"/>
                    </a:cubicBezTo>
                    <a:cubicBezTo>
                      <a:pt x="613" y="833"/>
                      <a:pt x="440" y="938"/>
                      <a:pt x="241" y="1179"/>
                    </a:cubicBezTo>
                    <a:cubicBezTo>
                      <a:pt x="69" y="1441"/>
                      <a:pt x="0" y="1813"/>
                      <a:pt x="152" y="2095"/>
                    </a:cubicBezTo>
                    <a:cubicBezTo>
                      <a:pt x="283" y="2378"/>
                      <a:pt x="592" y="2598"/>
                      <a:pt x="1095" y="2598"/>
                    </a:cubicBezTo>
                    <a:cubicBezTo>
                      <a:pt x="1048" y="3735"/>
                      <a:pt x="1922" y="4934"/>
                      <a:pt x="3211" y="5259"/>
                    </a:cubicBezTo>
                    <a:cubicBezTo>
                      <a:pt x="3443" y="5321"/>
                      <a:pt x="3664" y="5349"/>
                      <a:pt x="3871" y="5349"/>
                    </a:cubicBezTo>
                    <a:cubicBezTo>
                      <a:pt x="4830" y="5349"/>
                      <a:pt x="5492" y="4754"/>
                      <a:pt x="5651" y="4237"/>
                    </a:cubicBezTo>
                    <a:cubicBezTo>
                      <a:pt x="5850" y="3625"/>
                      <a:pt x="5740" y="3122"/>
                      <a:pt x="5892" y="2509"/>
                    </a:cubicBezTo>
                    <a:cubicBezTo>
                      <a:pt x="6023" y="1902"/>
                      <a:pt x="6332" y="1179"/>
                      <a:pt x="6332" y="1179"/>
                    </a:cubicBezTo>
                    <a:lnTo>
                      <a:pt x="6332" y="1158"/>
                    </a:lnTo>
                    <a:cubicBezTo>
                      <a:pt x="6332" y="1027"/>
                      <a:pt x="6201" y="875"/>
                      <a:pt x="6112" y="765"/>
                    </a:cubicBezTo>
                    <a:cubicBezTo>
                      <a:pt x="6002" y="634"/>
                      <a:pt x="5892" y="545"/>
                      <a:pt x="5892" y="545"/>
                    </a:cubicBezTo>
                    <a:lnTo>
                      <a:pt x="5829" y="503"/>
                    </a:lnTo>
                    <a:lnTo>
                      <a:pt x="5808" y="571"/>
                    </a:lnTo>
                    <a:cubicBezTo>
                      <a:pt x="5808" y="571"/>
                      <a:pt x="5719" y="833"/>
                      <a:pt x="5609" y="1027"/>
                    </a:cubicBezTo>
                    <a:cubicBezTo>
                      <a:pt x="5588" y="1069"/>
                      <a:pt x="5567" y="1095"/>
                      <a:pt x="5520" y="1116"/>
                    </a:cubicBezTo>
                    <a:cubicBezTo>
                      <a:pt x="5499" y="1137"/>
                      <a:pt x="5436" y="1158"/>
                      <a:pt x="5368" y="1158"/>
                    </a:cubicBezTo>
                    <a:cubicBezTo>
                      <a:pt x="5216" y="1137"/>
                      <a:pt x="4955" y="1095"/>
                      <a:pt x="4499" y="938"/>
                    </a:cubicBezTo>
                    <a:cubicBezTo>
                      <a:pt x="3624" y="634"/>
                      <a:pt x="2991" y="90"/>
                      <a:pt x="2991" y="90"/>
                    </a:cubicBezTo>
                    <a:lnTo>
                      <a:pt x="2949" y="48"/>
                    </a:lnTo>
                    <a:lnTo>
                      <a:pt x="2902" y="111"/>
                    </a:lnTo>
                    <a:cubicBezTo>
                      <a:pt x="2902" y="111"/>
                      <a:pt x="2860" y="153"/>
                      <a:pt x="2797" y="331"/>
                    </a:cubicBezTo>
                    <a:cubicBezTo>
                      <a:pt x="2771" y="414"/>
                      <a:pt x="2729" y="503"/>
                      <a:pt x="2687" y="524"/>
                    </a:cubicBezTo>
                    <a:lnTo>
                      <a:pt x="2666" y="545"/>
                    </a:lnTo>
                    <a:cubicBezTo>
                      <a:pt x="2640" y="545"/>
                      <a:pt x="2640" y="545"/>
                      <a:pt x="2619" y="503"/>
                    </a:cubicBezTo>
                    <a:cubicBezTo>
                      <a:pt x="2598" y="503"/>
                      <a:pt x="2598" y="462"/>
                      <a:pt x="2598" y="414"/>
                    </a:cubicBezTo>
                    <a:cubicBezTo>
                      <a:pt x="2598" y="372"/>
                      <a:pt x="2619" y="310"/>
                      <a:pt x="2640" y="263"/>
                    </a:cubicBezTo>
                    <a:cubicBezTo>
                      <a:pt x="2666" y="153"/>
                      <a:pt x="2729" y="69"/>
                      <a:pt x="2729" y="69"/>
                    </a:cubicBezTo>
                    <a:lnTo>
                      <a:pt x="2640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Google Shape;680;p33">
                <a:extLst>
                  <a:ext uri="{FF2B5EF4-FFF2-40B4-BE49-F238E27FC236}">
                    <a16:creationId xmlns:a16="http://schemas.microsoft.com/office/drawing/2014/main" id="{C42A2874-66FE-37FD-1A31-B4BB7AF2625B}"/>
                  </a:ext>
                </a:extLst>
              </p:cNvPr>
              <p:cNvSpPr/>
              <p:nvPr/>
            </p:nvSpPr>
            <p:spPr>
              <a:xfrm>
                <a:off x="1223415" y="1838026"/>
                <a:ext cx="48206" cy="48291"/>
              </a:xfrm>
              <a:custGeom>
                <a:avLst/>
                <a:gdLst/>
                <a:ahLst/>
                <a:cxnLst/>
                <a:rect l="l" t="t" r="r" b="b"/>
                <a:pathLst>
                  <a:path w="566" h="567" extrusionOk="0">
                    <a:moveTo>
                      <a:pt x="283" y="111"/>
                    </a:moveTo>
                    <a:cubicBezTo>
                      <a:pt x="367" y="111"/>
                      <a:pt x="456" y="174"/>
                      <a:pt x="456" y="284"/>
                    </a:cubicBezTo>
                    <a:cubicBezTo>
                      <a:pt x="456" y="373"/>
                      <a:pt x="367" y="456"/>
                      <a:pt x="283" y="456"/>
                    </a:cubicBezTo>
                    <a:cubicBezTo>
                      <a:pt x="173" y="456"/>
                      <a:pt x="105" y="373"/>
                      <a:pt x="105" y="284"/>
                    </a:cubicBezTo>
                    <a:cubicBezTo>
                      <a:pt x="105" y="174"/>
                      <a:pt x="173" y="111"/>
                      <a:pt x="283" y="111"/>
                    </a:cubicBezTo>
                    <a:close/>
                    <a:moveTo>
                      <a:pt x="283" y="1"/>
                    </a:moveTo>
                    <a:cubicBezTo>
                      <a:pt x="131" y="1"/>
                      <a:pt x="0" y="132"/>
                      <a:pt x="0" y="284"/>
                    </a:cubicBezTo>
                    <a:cubicBezTo>
                      <a:pt x="0" y="435"/>
                      <a:pt x="131" y="566"/>
                      <a:pt x="283" y="566"/>
                    </a:cubicBezTo>
                    <a:cubicBezTo>
                      <a:pt x="435" y="566"/>
                      <a:pt x="566" y="435"/>
                      <a:pt x="566" y="284"/>
                    </a:cubicBezTo>
                    <a:cubicBezTo>
                      <a:pt x="566" y="132"/>
                      <a:pt x="435" y="1"/>
                      <a:pt x="283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Google Shape;681;p33">
                <a:extLst>
                  <a:ext uri="{FF2B5EF4-FFF2-40B4-BE49-F238E27FC236}">
                    <a16:creationId xmlns:a16="http://schemas.microsoft.com/office/drawing/2014/main" id="{160BEF91-55BE-EC77-C58E-573D9BD5EBAA}"/>
                  </a:ext>
                </a:extLst>
              </p:cNvPr>
              <p:cNvSpPr/>
              <p:nvPr/>
            </p:nvSpPr>
            <p:spPr>
              <a:xfrm>
                <a:off x="1453542" y="1904713"/>
                <a:ext cx="26403" cy="43352"/>
              </a:xfrm>
              <a:custGeom>
                <a:avLst/>
                <a:gdLst/>
                <a:ahLst/>
                <a:cxnLst/>
                <a:rect l="l" t="t" r="r" b="b"/>
                <a:pathLst>
                  <a:path w="310" h="509" extrusionOk="0">
                    <a:moveTo>
                      <a:pt x="157" y="1"/>
                    </a:moveTo>
                    <a:cubicBezTo>
                      <a:pt x="79" y="1"/>
                      <a:pt x="20" y="105"/>
                      <a:pt x="1" y="244"/>
                    </a:cubicBezTo>
                    <a:cubicBezTo>
                      <a:pt x="1" y="396"/>
                      <a:pt x="48" y="506"/>
                      <a:pt x="131" y="506"/>
                    </a:cubicBezTo>
                    <a:cubicBezTo>
                      <a:pt x="139" y="508"/>
                      <a:pt x="146" y="509"/>
                      <a:pt x="153" y="509"/>
                    </a:cubicBezTo>
                    <a:cubicBezTo>
                      <a:pt x="231" y="509"/>
                      <a:pt x="285" y="405"/>
                      <a:pt x="310" y="265"/>
                    </a:cubicBezTo>
                    <a:cubicBezTo>
                      <a:pt x="310" y="134"/>
                      <a:pt x="262" y="3"/>
                      <a:pt x="179" y="3"/>
                    </a:cubicBezTo>
                    <a:cubicBezTo>
                      <a:pt x="171" y="2"/>
                      <a:pt x="164" y="1"/>
                      <a:pt x="157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Google Shape;682;p33">
                <a:extLst>
                  <a:ext uri="{FF2B5EF4-FFF2-40B4-BE49-F238E27FC236}">
                    <a16:creationId xmlns:a16="http://schemas.microsoft.com/office/drawing/2014/main" id="{D40F7FC5-AFE1-A6F7-5F44-B75C632210DB}"/>
                  </a:ext>
                </a:extLst>
              </p:cNvPr>
              <p:cNvSpPr/>
              <p:nvPr/>
            </p:nvSpPr>
            <p:spPr>
              <a:xfrm>
                <a:off x="1626605" y="1919702"/>
                <a:ext cx="27765" cy="44629"/>
              </a:xfrm>
              <a:custGeom>
                <a:avLst/>
                <a:gdLst/>
                <a:ahLst/>
                <a:cxnLst/>
                <a:rect l="l" t="t" r="r" b="b"/>
                <a:pathLst>
                  <a:path w="326" h="524" extrusionOk="0">
                    <a:moveTo>
                      <a:pt x="194" y="0"/>
                    </a:moveTo>
                    <a:cubicBezTo>
                      <a:pt x="110" y="0"/>
                      <a:pt x="21" y="110"/>
                      <a:pt x="21" y="262"/>
                    </a:cubicBezTo>
                    <a:cubicBezTo>
                      <a:pt x="0" y="393"/>
                      <a:pt x="63" y="524"/>
                      <a:pt x="131" y="524"/>
                    </a:cubicBezTo>
                    <a:cubicBezTo>
                      <a:pt x="215" y="524"/>
                      <a:pt x="304" y="414"/>
                      <a:pt x="304" y="283"/>
                    </a:cubicBezTo>
                    <a:cubicBezTo>
                      <a:pt x="325" y="131"/>
                      <a:pt x="262" y="21"/>
                      <a:pt x="194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Google Shape;683;p33">
                <a:extLst>
                  <a:ext uri="{FF2B5EF4-FFF2-40B4-BE49-F238E27FC236}">
                    <a16:creationId xmlns:a16="http://schemas.microsoft.com/office/drawing/2014/main" id="{5C91C5B2-51BA-E5E2-341A-E78332039021}"/>
                  </a:ext>
                </a:extLst>
              </p:cNvPr>
              <p:cNvSpPr/>
              <p:nvPr/>
            </p:nvSpPr>
            <p:spPr>
              <a:xfrm>
                <a:off x="1587342" y="1930093"/>
                <a:ext cx="31768" cy="68392"/>
              </a:xfrm>
              <a:custGeom>
                <a:avLst/>
                <a:gdLst/>
                <a:ahLst/>
                <a:cxnLst/>
                <a:rect l="l" t="t" r="r" b="b"/>
                <a:pathLst>
                  <a:path w="373" h="803" extrusionOk="0">
                    <a:moveTo>
                      <a:pt x="112" y="1"/>
                    </a:moveTo>
                    <a:cubicBezTo>
                      <a:pt x="91" y="1"/>
                      <a:pt x="69" y="22"/>
                      <a:pt x="69" y="56"/>
                    </a:cubicBezTo>
                    <a:cubicBezTo>
                      <a:pt x="48" y="98"/>
                      <a:pt x="69" y="161"/>
                      <a:pt x="90" y="208"/>
                    </a:cubicBezTo>
                    <a:cubicBezTo>
                      <a:pt x="111" y="250"/>
                      <a:pt x="132" y="271"/>
                      <a:pt x="152" y="292"/>
                    </a:cubicBezTo>
                    <a:cubicBezTo>
                      <a:pt x="221" y="360"/>
                      <a:pt x="262" y="381"/>
                      <a:pt x="262" y="470"/>
                    </a:cubicBezTo>
                    <a:cubicBezTo>
                      <a:pt x="241" y="580"/>
                      <a:pt x="221" y="622"/>
                      <a:pt x="179" y="643"/>
                    </a:cubicBezTo>
                    <a:cubicBezTo>
                      <a:pt x="152" y="685"/>
                      <a:pt x="111" y="685"/>
                      <a:pt x="69" y="685"/>
                    </a:cubicBezTo>
                    <a:cubicBezTo>
                      <a:pt x="48" y="685"/>
                      <a:pt x="1" y="711"/>
                      <a:pt x="1" y="753"/>
                    </a:cubicBezTo>
                    <a:cubicBezTo>
                      <a:pt x="1" y="774"/>
                      <a:pt x="48" y="795"/>
                      <a:pt x="69" y="795"/>
                    </a:cubicBezTo>
                    <a:cubicBezTo>
                      <a:pt x="84" y="800"/>
                      <a:pt x="100" y="803"/>
                      <a:pt x="117" y="803"/>
                    </a:cubicBezTo>
                    <a:cubicBezTo>
                      <a:pt x="165" y="803"/>
                      <a:pt x="215" y="779"/>
                      <a:pt x="262" y="732"/>
                    </a:cubicBezTo>
                    <a:cubicBezTo>
                      <a:pt x="331" y="685"/>
                      <a:pt x="372" y="601"/>
                      <a:pt x="372" y="491"/>
                    </a:cubicBezTo>
                    <a:cubicBezTo>
                      <a:pt x="372" y="360"/>
                      <a:pt x="310" y="271"/>
                      <a:pt x="241" y="229"/>
                    </a:cubicBezTo>
                    <a:cubicBezTo>
                      <a:pt x="221" y="187"/>
                      <a:pt x="200" y="161"/>
                      <a:pt x="200" y="140"/>
                    </a:cubicBezTo>
                    <a:cubicBezTo>
                      <a:pt x="179" y="119"/>
                      <a:pt x="179" y="98"/>
                      <a:pt x="179" y="77"/>
                    </a:cubicBezTo>
                    <a:cubicBezTo>
                      <a:pt x="179" y="30"/>
                      <a:pt x="152" y="9"/>
                      <a:pt x="132" y="9"/>
                    </a:cubicBezTo>
                    <a:cubicBezTo>
                      <a:pt x="126" y="4"/>
                      <a:pt x="119" y="1"/>
                      <a:pt x="112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Google Shape;684;p33">
                <a:extLst>
                  <a:ext uri="{FF2B5EF4-FFF2-40B4-BE49-F238E27FC236}">
                    <a16:creationId xmlns:a16="http://schemas.microsoft.com/office/drawing/2014/main" id="{3C389A93-1E9E-3FA1-587B-2FBDFA2C779F}"/>
                  </a:ext>
                </a:extLst>
              </p:cNvPr>
              <p:cNvSpPr/>
              <p:nvPr/>
            </p:nvSpPr>
            <p:spPr>
              <a:xfrm>
                <a:off x="1473556" y="1989370"/>
                <a:ext cx="129033" cy="99479"/>
              </a:xfrm>
              <a:custGeom>
                <a:avLst/>
                <a:gdLst/>
                <a:ahLst/>
                <a:cxnLst/>
                <a:rect l="l" t="t" r="r" b="b"/>
                <a:pathLst>
                  <a:path w="1515" h="1168" extrusionOk="0">
                    <a:moveTo>
                      <a:pt x="475" y="0"/>
                    </a:moveTo>
                    <a:cubicBezTo>
                      <a:pt x="264" y="0"/>
                      <a:pt x="0" y="304"/>
                      <a:pt x="116" y="732"/>
                    </a:cubicBezTo>
                    <a:cubicBezTo>
                      <a:pt x="214" y="1027"/>
                      <a:pt x="525" y="1168"/>
                      <a:pt x="811" y="1168"/>
                    </a:cubicBezTo>
                    <a:cubicBezTo>
                      <a:pt x="972" y="1168"/>
                      <a:pt x="1125" y="1123"/>
                      <a:pt x="1227" y="1036"/>
                    </a:cubicBezTo>
                    <a:cubicBezTo>
                      <a:pt x="1515" y="800"/>
                      <a:pt x="1488" y="559"/>
                      <a:pt x="1405" y="470"/>
                    </a:cubicBezTo>
                    <a:cubicBezTo>
                      <a:pt x="1316" y="360"/>
                      <a:pt x="1143" y="340"/>
                      <a:pt x="1075" y="277"/>
                    </a:cubicBezTo>
                    <a:cubicBezTo>
                      <a:pt x="703" y="120"/>
                      <a:pt x="750" y="78"/>
                      <a:pt x="551" y="15"/>
                    </a:cubicBezTo>
                    <a:cubicBezTo>
                      <a:pt x="527" y="5"/>
                      <a:pt x="502" y="0"/>
                      <a:pt x="47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Google Shape;685;p33">
                <a:extLst>
                  <a:ext uri="{FF2B5EF4-FFF2-40B4-BE49-F238E27FC236}">
                    <a16:creationId xmlns:a16="http://schemas.microsoft.com/office/drawing/2014/main" id="{1A99B493-3C84-251C-27DC-FEE79430D501}"/>
                  </a:ext>
                </a:extLst>
              </p:cNvPr>
              <p:cNvSpPr/>
              <p:nvPr/>
            </p:nvSpPr>
            <p:spPr>
              <a:xfrm>
                <a:off x="1472279" y="1983749"/>
                <a:ext cx="135676" cy="110380"/>
              </a:xfrm>
              <a:custGeom>
                <a:avLst/>
                <a:gdLst/>
                <a:ahLst/>
                <a:cxnLst/>
                <a:rect l="l" t="t" r="r" b="b"/>
                <a:pathLst>
                  <a:path w="1593" h="1296" extrusionOk="0">
                    <a:moveTo>
                      <a:pt x="500" y="118"/>
                    </a:moveTo>
                    <a:cubicBezTo>
                      <a:pt x="515" y="118"/>
                      <a:pt x="530" y="119"/>
                      <a:pt x="545" y="123"/>
                    </a:cubicBezTo>
                    <a:cubicBezTo>
                      <a:pt x="634" y="165"/>
                      <a:pt x="676" y="186"/>
                      <a:pt x="744" y="233"/>
                    </a:cubicBezTo>
                    <a:cubicBezTo>
                      <a:pt x="786" y="254"/>
                      <a:pt x="875" y="317"/>
                      <a:pt x="1069" y="406"/>
                    </a:cubicBezTo>
                    <a:lnTo>
                      <a:pt x="1048" y="385"/>
                    </a:lnTo>
                    <a:lnTo>
                      <a:pt x="1048" y="385"/>
                    </a:lnTo>
                    <a:cubicBezTo>
                      <a:pt x="1111" y="426"/>
                      <a:pt x="1179" y="447"/>
                      <a:pt x="1221" y="474"/>
                    </a:cubicBezTo>
                    <a:cubicBezTo>
                      <a:pt x="1289" y="495"/>
                      <a:pt x="1352" y="536"/>
                      <a:pt x="1373" y="557"/>
                    </a:cubicBezTo>
                    <a:cubicBezTo>
                      <a:pt x="1441" y="625"/>
                      <a:pt x="1483" y="840"/>
                      <a:pt x="1200" y="1060"/>
                    </a:cubicBezTo>
                    <a:cubicBezTo>
                      <a:pt x="1118" y="1142"/>
                      <a:pt x="964" y="1186"/>
                      <a:pt x="810" y="1186"/>
                    </a:cubicBezTo>
                    <a:cubicBezTo>
                      <a:pt x="757" y="1186"/>
                      <a:pt x="705" y="1181"/>
                      <a:pt x="655" y="1170"/>
                    </a:cubicBezTo>
                    <a:cubicBezTo>
                      <a:pt x="435" y="1102"/>
                      <a:pt x="262" y="997"/>
                      <a:pt x="194" y="777"/>
                    </a:cubicBezTo>
                    <a:cubicBezTo>
                      <a:pt x="131" y="557"/>
                      <a:pt x="173" y="385"/>
                      <a:pt x="262" y="254"/>
                    </a:cubicBezTo>
                    <a:cubicBezTo>
                      <a:pt x="337" y="162"/>
                      <a:pt x="422" y="118"/>
                      <a:pt x="500" y="118"/>
                    </a:cubicBezTo>
                    <a:close/>
                    <a:moveTo>
                      <a:pt x="484" y="0"/>
                    </a:moveTo>
                    <a:cubicBezTo>
                      <a:pt x="375" y="0"/>
                      <a:pt x="261" y="65"/>
                      <a:pt x="173" y="186"/>
                    </a:cubicBezTo>
                    <a:cubicBezTo>
                      <a:pt x="63" y="343"/>
                      <a:pt x="0" y="557"/>
                      <a:pt x="90" y="798"/>
                    </a:cubicBezTo>
                    <a:cubicBezTo>
                      <a:pt x="152" y="1060"/>
                      <a:pt x="393" y="1212"/>
                      <a:pt x="634" y="1280"/>
                    </a:cubicBezTo>
                    <a:cubicBezTo>
                      <a:pt x="687" y="1291"/>
                      <a:pt x="744" y="1296"/>
                      <a:pt x="801" y="1296"/>
                    </a:cubicBezTo>
                    <a:cubicBezTo>
                      <a:pt x="974" y="1296"/>
                      <a:pt x="1155" y="1248"/>
                      <a:pt x="1289" y="1149"/>
                    </a:cubicBezTo>
                    <a:cubicBezTo>
                      <a:pt x="1592" y="908"/>
                      <a:pt x="1572" y="625"/>
                      <a:pt x="1462" y="495"/>
                    </a:cubicBezTo>
                    <a:cubicBezTo>
                      <a:pt x="1420" y="426"/>
                      <a:pt x="1352" y="406"/>
                      <a:pt x="1268" y="364"/>
                    </a:cubicBezTo>
                    <a:cubicBezTo>
                      <a:pt x="1200" y="343"/>
                      <a:pt x="1137" y="317"/>
                      <a:pt x="1111" y="296"/>
                    </a:cubicBezTo>
                    <a:cubicBezTo>
                      <a:pt x="938" y="212"/>
                      <a:pt x="849" y="165"/>
                      <a:pt x="807" y="123"/>
                    </a:cubicBezTo>
                    <a:cubicBezTo>
                      <a:pt x="744" y="102"/>
                      <a:pt x="697" y="55"/>
                      <a:pt x="566" y="13"/>
                    </a:cubicBezTo>
                    <a:cubicBezTo>
                      <a:pt x="539" y="4"/>
                      <a:pt x="512" y="0"/>
                      <a:pt x="484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Google Shape;686;p33">
                <a:extLst>
                  <a:ext uri="{FF2B5EF4-FFF2-40B4-BE49-F238E27FC236}">
                    <a16:creationId xmlns:a16="http://schemas.microsoft.com/office/drawing/2014/main" id="{9D3E473C-1778-FBEC-D81B-0D8427F7F5C9}"/>
                  </a:ext>
                </a:extLst>
              </p:cNvPr>
              <p:cNvSpPr/>
              <p:nvPr/>
            </p:nvSpPr>
            <p:spPr>
              <a:xfrm>
                <a:off x="1496382" y="1988348"/>
                <a:ext cx="91047" cy="51187"/>
              </a:xfrm>
              <a:custGeom>
                <a:avLst/>
                <a:gdLst/>
                <a:ahLst/>
                <a:cxnLst/>
                <a:rect l="l" t="t" r="r" b="b"/>
                <a:pathLst>
                  <a:path w="1069" h="601" extrusionOk="0">
                    <a:moveTo>
                      <a:pt x="220" y="1"/>
                    </a:moveTo>
                    <a:cubicBezTo>
                      <a:pt x="131" y="1"/>
                      <a:pt x="68" y="48"/>
                      <a:pt x="0" y="90"/>
                    </a:cubicBezTo>
                    <a:cubicBezTo>
                      <a:pt x="110" y="200"/>
                      <a:pt x="351" y="372"/>
                      <a:pt x="566" y="524"/>
                    </a:cubicBezTo>
                    <a:cubicBezTo>
                      <a:pt x="662" y="580"/>
                      <a:pt x="743" y="601"/>
                      <a:pt x="809" y="601"/>
                    </a:cubicBezTo>
                    <a:cubicBezTo>
                      <a:pt x="957" y="601"/>
                      <a:pt x="1033" y="498"/>
                      <a:pt x="1048" y="441"/>
                    </a:cubicBezTo>
                    <a:cubicBezTo>
                      <a:pt x="1069" y="441"/>
                      <a:pt x="1069" y="420"/>
                      <a:pt x="1069" y="420"/>
                    </a:cubicBezTo>
                    <a:cubicBezTo>
                      <a:pt x="985" y="352"/>
                      <a:pt x="875" y="331"/>
                      <a:pt x="807" y="289"/>
                    </a:cubicBezTo>
                    <a:cubicBezTo>
                      <a:pt x="435" y="132"/>
                      <a:pt x="482" y="90"/>
                      <a:pt x="283" y="27"/>
                    </a:cubicBezTo>
                    <a:cubicBezTo>
                      <a:pt x="262" y="1"/>
                      <a:pt x="241" y="1"/>
                      <a:pt x="22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Google Shape;687;p33">
                <a:extLst>
                  <a:ext uri="{FF2B5EF4-FFF2-40B4-BE49-F238E27FC236}">
                    <a16:creationId xmlns:a16="http://schemas.microsoft.com/office/drawing/2014/main" id="{002358ED-825E-B3F8-3E40-09291B124E29}"/>
                  </a:ext>
                </a:extLst>
              </p:cNvPr>
              <p:cNvSpPr/>
              <p:nvPr/>
            </p:nvSpPr>
            <p:spPr>
              <a:xfrm>
                <a:off x="1488802" y="1982983"/>
                <a:ext cx="104418" cy="61408"/>
              </a:xfrm>
              <a:custGeom>
                <a:avLst/>
                <a:gdLst/>
                <a:ahLst/>
                <a:cxnLst/>
                <a:rect l="l" t="t" r="r" b="b"/>
                <a:pathLst>
                  <a:path w="1226" h="721" extrusionOk="0">
                    <a:moveTo>
                      <a:pt x="351" y="132"/>
                    </a:moveTo>
                    <a:cubicBezTo>
                      <a:pt x="440" y="174"/>
                      <a:pt x="482" y="195"/>
                      <a:pt x="550" y="242"/>
                    </a:cubicBezTo>
                    <a:cubicBezTo>
                      <a:pt x="592" y="263"/>
                      <a:pt x="681" y="326"/>
                      <a:pt x="854" y="394"/>
                    </a:cubicBezTo>
                    <a:cubicBezTo>
                      <a:pt x="917" y="435"/>
                      <a:pt x="1006" y="456"/>
                      <a:pt x="1074" y="504"/>
                    </a:cubicBezTo>
                    <a:cubicBezTo>
                      <a:pt x="1048" y="525"/>
                      <a:pt x="1027" y="566"/>
                      <a:pt x="985" y="587"/>
                    </a:cubicBezTo>
                    <a:cubicBezTo>
                      <a:pt x="961" y="597"/>
                      <a:pt x="935" y="603"/>
                      <a:pt x="906" y="603"/>
                    </a:cubicBezTo>
                    <a:cubicBezTo>
                      <a:pt x="852" y="603"/>
                      <a:pt x="787" y="582"/>
                      <a:pt x="702" y="525"/>
                    </a:cubicBezTo>
                    <a:cubicBezTo>
                      <a:pt x="503" y="415"/>
                      <a:pt x="330" y="263"/>
                      <a:pt x="199" y="174"/>
                    </a:cubicBezTo>
                    <a:cubicBezTo>
                      <a:pt x="220" y="153"/>
                      <a:pt x="262" y="132"/>
                      <a:pt x="309" y="132"/>
                    </a:cubicBezTo>
                    <a:close/>
                    <a:moveTo>
                      <a:pt x="309" y="1"/>
                    </a:moveTo>
                    <a:cubicBezTo>
                      <a:pt x="220" y="1"/>
                      <a:pt x="110" y="43"/>
                      <a:pt x="47" y="132"/>
                    </a:cubicBezTo>
                    <a:lnTo>
                      <a:pt x="0" y="174"/>
                    </a:lnTo>
                    <a:lnTo>
                      <a:pt x="47" y="195"/>
                    </a:lnTo>
                    <a:cubicBezTo>
                      <a:pt x="178" y="305"/>
                      <a:pt x="419" y="483"/>
                      <a:pt x="634" y="634"/>
                    </a:cubicBezTo>
                    <a:cubicBezTo>
                      <a:pt x="735" y="690"/>
                      <a:pt x="827" y="721"/>
                      <a:pt x="910" y="721"/>
                    </a:cubicBezTo>
                    <a:cubicBezTo>
                      <a:pt x="951" y="721"/>
                      <a:pt x="990" y="713"/>
                      <a:pt x="1027" y="697"/>
                    </a:cubicBezTo>
                    <a:cubicBezTo>
                      <a:pt x="1116" y="655"/>
                      <a:pt x="1179" y="587"/>
                      <a:pt x="1205" y="545"/>
                    </a:cubicBezTo>
                    <a:lnTo>
                      <a:pt x="1205" y="504"/>
                    </a:lnTo>
                    <a:lnTo>
                      <a:pt x="1226" y="456"/>
                    </a:lnTo>
                    <a:lnTo>
                      <a:pt x="1179" y="435"/>
                    </a:lnTo>
                    <a:cubicBezTo>
                      <a:pt x="1095" y="373"/>
                      <a:pt x="964" y="326"/>
                      <a:pt x="917" y="305"/>
                    </a:cubicBezTo>
                    <a:cubicBezTo>
                      <a:pt x="744" y="221"/>
                      <a:pt x="655" y="174"/>
                      <a:pt x="613" y="132"/>
                    </a:cubicBezTo>
                    <a:cubicBezTo>
                      <a:pt x="550" y="111"/>
                      <a:pt x="503" y="64"/>
                      <a:pt x="372" y="22"/>
                    </a:cubicBezTo>
                    <a:cubicBezTo>
                      <a:pt x="351" y="22"/>
                      <a:pt x="330" y="1"/>
                      <a:pt x="309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Google Shape;688;p33">
                <a:extLst>
                  <a:ext uri="{FF2B5EF4-FFF2-40B4-BE49-F238E27FC236}">
                    <a16:creationId xmlns:a16="http://schemas.microsoft.com/office/drawing/2014/main" id="{370C4210-C23A-342D-CFEC-561C9E02FBDD}"/>
                  </a:ext>
                </a:extLst>
              </p:cNvPr>
              <p:cNvSpPr/>
              <p:nvPr/>
            </p:nvSpPr>
            <p:spPr>
              <a:xfrm>
                <a:off x="1483436" y="2040557"/>
                <a:ext cx="85681" cy="49143"/>
              </a:xfrm>
              <a:custGeom>
                <a:avLst/>
                <a:gdLst/>
                <a:ahLst/>
                <a:cxnLst/>
                <a:rect l="l" t="t" r="r" b="b"/>
                <a:pathLst>
                  <a:path w="1006" h="577" extrusionOk="0">
                    <a:moveTo>
                      <a:pt x="283" y="0"/>
                    </a:moveTo>
                    <a:cubicBezTo>
                      <a:pt x="173" y="0"/>
                      <a:pt x="89" y="21"/>
                      <a:pt x="0" y="42"/>
                    </a:cubicBezTo>
                    <a:cubicBezTo>
                      <a:pt x="0" y="68"/>
                      <a:pt x="21" y="110"/>
                      <a:pt x="21" y="131"/>
                    </a:cubicBezTo>
                    <a:cubicBezTo>
                      <a:pt x="118" y="436"/>
                      <a:pt x="428" y="576"/>
                      <a:pt x="716" y="576"/>
                    </a:cubicBezTo>
                    <a:cubicBezTo>
                      <a:pt x="819" y="576"/>
                      <a:pt x="919" y="558"/>
                      <a:pt x="1006" y="524"/>
                    </a:cubicBezTo>
                    <a:cubicBezTo>
                      <a:pt x="980" y="461"/>
                      <a:pt x="938" y="393"/>
                      <a:pt x="896" y="330"/>
                    </a:cubicBezTo>
                    <a:cubicBezTo>
                      <a:pt x="765" y="68"/>
                      <a:pt x="503" y="0"/>
                      <a:pt x="283" y="0"/>
                    </a:cubicBezTo>
                    <a:close/>
                  </a:path>
                </a:pathLst>
              </a:custGeom>
              <a:solidFill>
                <a:srgbClr val="FFB0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Google Shape;689;p33">
                <a:extLst>
                  <a:ext uri="{FF2B5EF4-FFF2-40B4-BE49-F238E27FC236}">
                    <a16:creationId xmlns:a16="http://schemas.microsoft.com/office/drawing/2014/main" id="{8DD72A9A-4D94-C0FC-BB07-9108F45F05B3}"/>
                  </a:ext>
                </a:extLst>
              </p:cNvPr>
              <p:cNvSpPr/>
              <p:nvPr/>
            </p:nvSpPr>
            <p:spPr>
              <a:xfrm>
                <a:off x="1477645" y="2035191"/>
                <a:ext cx="96838" cy="59619"/>
              </a:xfrm>
              <a:custGeom>
                <a:avLst/>
                <a:gdLst/>
                <a:ahLst/>
                <a:cxnLst/>
                <a:rect l="l" t="t" r="r" b="b"/>
                <a:pathLst>
                  <a:path w="1137" h="700" extrusionOk="0">
                    <a:moveTo>
                      <a:pt x="351" y="131"/>
                    </a:moveTo>
                    <a:cubicBezTo>
                      <a:pt x="571" y="131"/>
                      <a:pt x="786" y="194"/>
                      <a:pt x="917" y="414"/>
                    </a:cubicBezTo>
                    <a:cubicBezTo>
                      <a:pt x="943" y="456"/>
                      <a:pt x="964" y="498"/>
                      <a:pt x="985" y="524"/>
                    </a:cubicBezTo>
                    <a:cubicBezTo>
                      <a:pt x="891" y="550"/>
                      <a:pt x="797" y="568"/>
                      <a:pt x="702" y="568"/>
                    </a:cubicBezTo>
                    <a:cubicBezTo>
                      <a:pt x="643" y="568"/>
                      <a:pt x="584" y="561"/>
                      <a:pt x="524" y="545"/>
                    </a:cubicBezTo>
                    <a:cubicBezTo>
                      <a:pt x="351" y="477"/>
                      <a:pt x="199" y="367"/>
                      <a:pt x="131" y="173"/>
                    </a:cubicBezTo>
                    <a:lnTo>
                      <a:pt x="131" y="152"/>
                    </a:lnTo>
                    <a:cubicBezTo>
                      <a:pt x="199" y="131"/>
                      <a:pt x="262" y="131"/>
                      <a:pt x="351" y="131"/>
                    </a:cubicBezTo>
                    <a:close/>
                    <a:moveTo>
                      <a:pt x="351" y="1"/>
                    </a:moveTo>
                    <a:cubicBezTo>
                      <a:pt x="241" y="1"/>
                      <a:pt x="131" y="21"/>
                      <a:pt x="47" y="42"/>
                    </a:cubicBezTo>
                    <a:lnTo>
                      <a:pt x="0" y="63"/>
                    </a:lnTo>
                    <a:lnTo>
                      <a:pt x="0" y="105"/>
                    </a:lnTo>
                    <a:cubicBezTo>
                      <a:pt x="27" y="152"/>
                      <a:pt x="27" y="173"/>
                      <a:pt x="27" y="215"/>
                    </a:cubicBezTo>
                    <a:cubicBezTo>
                      <a:pt x="110" y="435"/>
                      <a:pt x="288" y="587"/>
                      <a:pt x="482" y="655"/>
                    </a:cubicBezTo>
                    <a:cubicBezTo>
                      <a:pt x="573" y="684"/>
                      <a:pt x="671" y="699"/>
                      <a:pt x="769" y="699"/>
                    </a:cubicBezTo>
                    <a:cubicBezTo>
                      <a:pt x="884" y="699"/>
                      <a:pt x="998" y="677"/>
                      <a:pt x="1095" y="629"/>
                    </a:cubicBezTo>
                    <a:lnTo>
                      <a:pt x="1137" y="608"/>
                    </a:lnTo>
                    <a:lnTo>
                      <a:pt x="1116" y="566"/>
                    </a:lnTo>
                    <a:cubicBezTo>
                      <a:pt x="1095" y="498"/>
                      <a:pt x="1074" y="435"/>
                      <a:pt x="1027" y="346"/>
                    </a:cubicBezTo>
                    <a:cubicBezTo>
                      <a:pt x="875" y="84"/>
                      <a:pt x="592" y="1"/>
                      <a:pt x="351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Google Shape;690;p33">
                <a:extLst>
                  <a:ext uri="{FF2B5EF4-FFF2-40B4-BE49-F238E27FC236}">
                    <a16:creationId xmlns:a16="http://schemas.microsoft.com/office/drawing/2014/main" id="{34C382CC-2CEA-9C53-0AB1-2B817BC7C266}"/>
                  </a:ext>
                </a:extLst>
              </p:cNvPr>
              <p:cNvSpPr/>
              <p:nvPr/>
            </p:nvSpPr>
            <p:spPr>
              <a:xfrm>
                <a:off x="1424073" y="1819033"/>
                <a:ext cx="89343" cy="54338"/>
              </a:xfrm>
              <a:custGeom>
                <a:avLst/>
                <a:gdLst/>
                <a:ahLst/>
                <a:cxnLst/>
                <a:rect l="l" t="t" r="r" b="b"/>
                <a:pathLst>
                  <a:path w="1049" h="638" extrusionOk="0">
                    <a:moveTo>
                      <a:pt x="440" y="1"/>
                    </a:moveTo>
                    <a:cubicBezTo>
                      <a:pt x="271" y="1"/>
                      <a:pt x="127" y="78"/>
                      <a:pt x="85" y="135"/>
                    </a:cubicBezTo>
                    <a:cubicBezTo>
                      <a:pt x="43" y="224"/>
                      <a:pt x="43" y="287"/>
                      <a:pt x="43" y="418"/>
                    </a:cubicBezTo>
                    <a:cubicBezTo>
                      <a:pt x="22" y="549"/>
                      <a:pt x="1" y="549"/>
                      <a:pt x="64" y="575"/>
                    </a:cubicBezTo>
                    <a:cubicBezTo>
                      <a:pt x="78" y="582"/>
                      <a:pt x="95" y="584"/>
                      <a:pt x="111" y="584"/>
                    </a:cubicBezTo>
                    <a:cubicBezTo>
                      <a:pt x="143" y="584"/>
                      <a:pt x="174" y="575"/>
                      <a:pt x="174" y="575"/>
                    </a:cubicBezTo>
                    <a:cubicBezTo>
                      <a:pt x="241" y="554"/>
                      <a:pt x="308" y="546"/>
                      <a:pt x="371" y="546"/>
                    </a:cubicBezTo>
                    <a:cubicBezTo>
                      <a:pt x="513" y="546"/>
                      <a:pt x="636" y="588"/>
                      <a:pt x="697" y="617"/>
                    </a:cubicBezTo>
                    <a:cubicBezTo>
                      <a:pt x="734" y="630"/>
                      <a:pt x="765" y="637"/>
                      <a:pt x="792" y="637"/>
                    </a:cubicBezTo>
                    <a:cubicBezTo>
                      <a:pt x="847" y="637"/>
                      <a:pt x="886" y="608"/>
                      <a:pt x="917" y="549"/>
                    </a:cubicBezTo>
                    <a:cubicBezTo>
                      <a:pt x="938" y="444"/>
                      <a:pt x="1048" y="266"/>
                      <a:pt x="959" y="203"/>
                    </a:cubicBezTo>
                    <a:cubicBezTo>
                      <a:pt x="891" y="114"/>
                      <a:pt x="697" y="51"/>
                      <a:pt x="498" y="4"/>
                    </a:cubicBezTo>
                    <a:cubicBezTo>
                      <a:pt x="479" y="2"/>
                      <a:pt x="459" y="1"/>
                      <a:pt x="44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Google Shape;691;p33">
                <a:extLst>
                  <a:ext uri="{FF2B5EF4-FFF2-40B4-BE49-F238E27FC236}">
                    <a16:creationId xmlns:a16="http://schemas.microsoft.com/office/drawing/2014/main" id="{5CF2D277-9352-12D1-2098-36FCF0D7E948}"/>
                  </a:ext>
                </a:extLst>
              </p:cNvPr>
              <p:cNvSpPr/>
              <p:nvPr/>
            </p:nvSpPr>
            <p:spPr>
              <a:xfrm>
                <a:off x="1420070" y="1815030"/>
                <a:ext cx="95135" cy="63452"/>
              </a:xfrm>
              <a:custGeom>
                <a:avLst/>
                <a:gdLst/>
                <a:ahLst/>
                <a:cxnLst/>
                <a:rect l="l" t="t" r="r" b="b"/>
                <a:pathLst>
                  <a:path w="1117" h="745" extrusionOk="0">
                    <a:moveTo>
                      <a:pt x="451" y="110"/>
                    </a:moveTo>
                    <a:cubicBezTo>
                      <a:pt x="475" y="110"/>
                      <a:pt x="500" y="113"/>
                      <a:pt x="524" y="119"/>
                    </a:cubicBezTo>
                    <a:cubicBezTo>
                      <a:pt x="634" y="140"/>
                      <a:pt x="723" y="161"/>
                      <a:pt x="807" y="182"/>
                    </a:cubicBezTo>
                    <a:cubicBezTo>
                      <a:pt x="875" y="203"/>
                      <a:pt x="938" y="250"/>
                      <a:pt x="964" y="271"/>
                    </a:cubicBezTo>
                    <a:cubicBezTo>
                      <a:pt x="985" y="292"/>
                      <a:pt x="985" y="334"/>
                      <a:pt x="964" y="402"/>
                    </a:cubicBezTo>
                    <a:cubicBezTo>
                      <a:pt x="964" y="444"/>
                      <a:pt x="917" y="512"/>
                      <a:pt x="896" y="575"/>
                    </a:cubicBezTo>
                    <a:cubicBezTo>
                      <a:pt x="875" y="596"/>
                      <a:pt x="875" y="622"/>
                      <a:pt x="854" y="622"/>
                    </a:cubicBezTo>
                    <a:cubicBezTo>
                      <a:pt x="844" y="632"/>
                      <a:pt x="832" y="637"/>
                      <a:pt x="818" y="637"/>
                    </a:cubicBezTo>
                    <a:cubicBezTo>
                      <a:pt x="803" y="637"/>
                      <a:pt x="786" y="632"/>
                      <a:pt x="765" y="622"/>
                    </a:cubicBezTo>
                    <a:cubicBezTo>
                      <a:pt x="693" y="577"/>
                      <a:pt x="575" y="534"/>
                      <a:pt x="435" y="534"/>
                    </a:cubicBezTo>
                    <a:cubicBezTo>
                      <a:pt x="362" y="534"/>
                      <a:pt x="282" y="546"/>
                      <a:pt x="200" y="575"/>
                    </a:cubicBezTo>
                    <a:lnTo>
                      <a:pt x="132" y="575"/>
                    </a:lnTo>
                    <a:lnTo>
                      <a:pt x="132" y="465"/>
                    </a:lnTo>
                    <a:cubicBezTo>
                      <a:pt x="132" y="360"/>
                      <a:pt x="153" y="292"/>
                      <a:pt x="179" y="229"/>
                    </a:cubicBezTo>
                    <a:cubicBezTo>
                      <a:pt x="200" y="203"/>
                      <a:pt x="242" y="161"/>
                      <a:pt x="310" y="140"/>
                    </a:cubicBezTo>
                    <a:cubicBezTo>
                      <a:pt x="339" y="125"/>
                      <a:pt x="393" y="110"/>
                      <a:pt x="451" y="110"/>
                    </a:cubicBezTo>
                    <a:close/>
                    <a:moveTo>
                      <a:pt x="453" y="0"/>
                    </a:moveTo>
                    <a:cubicBezTo>
                      <a:pt x="380" y="0"/>
                      <a:pt x="311" y="15"/>
                      <a:pt x="263" y="30"/>
                    </a:cubicBezTo>
                    <a:cubicBezTo>
                      <a:pt x="179" y="72"/>
                      <a:pt x="111" y="119"/>
                      <a:pt x="90" y="161"/>
                    </a:cubicBezTo>
                    <a:cubicBezTo>
                      <a:pt x="48" y="250"/>
                      <a:pt x="22" y="334"/>
                      <a:pt x="22" y="465"/>
                    </a:cubicBezTo>
                    <a:cubicBezTo>
                      <a:pt x="22" y="533"/>
                      <a:pt x="22" y="554"/>
                      <a:pt x="1" y="575"/>
                    </a:cubicBezTo>
                    <a:cubicBezTo>
                      <a:pt x="1" y="596"/>
                      <a:pt x="22" y="622"/>
                      <a:pt x="22" y="643"/>
                    </a:cubicBezTo>
                    <a:cubicBezTo>
                      <a:pt x="48" y="664"/>
                      <a:pt x="69" y="664"/>
                      <a:pt x="90" y="664"/>
                    </a:cubicBezTo>
                    <a:cubicBezTo>
                      <a:pt x="116" y="681"/>
                      <a:pt x="148" y="688"/>
                      <a:pt x="175" y="688"/>
                    </a:cubicBezTo>
                    <a:cubicBezTo>
                      <a:pt x="212" y="688"/>
                      <a:pt x="242" y="676"/>
                      <a:pt x="242" y="664"/>
                    </a:cubicBezTo>
                    <a:lnTo>
                      <a:pt x="242" y="685"/>
                    </a:lnTo>
                    <a:cubicBezTo>
                      <a:pt x="313" y="653"/>
                      <a:pt x="384" y="641"/>
                      <a:pt x="449" y="641"/>
                    </a:cubicBezTo>
                    <a:cubicBezTo>
                      <a:pt x="566" y="641"/>
                      <a:pt x="666" y="679"/>
                      <a:pt x="723" y="705"/>
                    </a:cubicBezTo>
                    <a:cubicBezTo>
                      <a:pt x="759" y="733"/>
                      <a:pt x="790" y="744"/>
                      <a:pt x="822" y="744"/>
                    </a:cubicBezTo>
                    <a:cubicBezTo>
                      <a:pt x="845" y="744"/>
                      <a:pt x="869" y="738"/>
                      <a:pt x="896" y="726"/>
                    </a:cubicBezTo>
                    <a:cubicBezTo>
                      <a:pt x="938" y="705"/>
                      <a:pt x="985" y="664"/>
                      <a:pt x="1006" y="622"/>
                    </a:cubicBezTo>
                    <a:cubicBezTo>
                      <a:pt x="1027" y="575"/>
                      <a:pt x="1048" y="491"/>
                      <a:pt x="1069" y="423"/>
                    </a:cubicBezTo>
                    <a:cubicBezTo>
                      <a:pt x="1095" y="360"/>
                      <a:pt x="1116" y="271"/>
                      <a:pt x="1048" y="203"/>
                    </a:cubicBezTo>
                    <a:cubicBezTo>
                      <a:pt x="1006" y="140"/>
                      <a:pt x="938" y="119"/>
                      <a:pt x="854" y="72"/>
                    </a:cubicBezTo>
                    <a:cubicBezTo>
                      <a:pt x="744" y="51"/>
                      <a:pt x="655" y="30"/>
                      <a:pt x="545" y="9"/>
                    </a:cubicBezTo>
                    <a:cubicBezTo>
                      <a:pt x="515" y="3"/>
                      <a:pt x="484" y="0"/>
                      <a:pt x="453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Google Shape;692;p33">
                <a:extLst>
                  <a:ext uri="{FF2B5EF4-FFF2-40B4-BE49-F238E27FC236}">
                    <a16:creationId xmlns:a16="http://schemas.microsoft.com/office/drawing/2014/main" id="{8B1263E1-B7D9-40C2-78F8-66B94F4E24CE}"/>
                  </a:ext>
                </a:extLst>
              </p:cNvPr>
              <p:cNvSpPr/>
              <p:nvPr/>
            </p:nvSpPr>
            <p:spPr>
              <a:xfrm>
                <a:off x="1609656" y="1843391"/>
                <a:ext cx="72820" cy="54253"/>
              </a:xfrm>
              <a:custGeom>
                <a:avLst/>
                <a:gdLst/>
                <a:ahLst/>
                <a:cxnLst/>
                <a:rect l="l" t="t" r="r" b="b"/>
                <a:pathLst>
                  <a:path w="855" h="637" extrusionOk="0">
                    <a:moveTo>
                      <a:pt x="199" y="1"/>
                    </a:moveTo>
                    <a:cubicBezTo>
                      <a:pt x="69" y="1"/>
                      <a:pt x="48" y="90"/>
                      <a:pt x="48" y="90"/>
                    </a:cubicBezTo>
                    <a:cubicBezTo>
                      <a:pt x="21" y="221"/>
                      <a:pt x="0" y="420"/>
                      <a:pt x="21" y="482"/>
                    </a:cubicBezTo>
                    <a:cubicBezTo>
                      <a:pt x="41" y="511"/>
                      <a:pt x="72" y="519"/>
                      <a:pt x="112" y="519"/>
                    </a:cubicBezTo>
                    <a:cubicBezTo>
                      <a:pt x="168" y="519"/>
                      <a:pt x="242" y="503"/>
                      <a:pt x="330" y="503"/>
                    </a:cubicBezTo>
                    <a:cubicBezTo>
                      <a:pt x="482" y="524"/>
                      <a:pt x="592" y="592"/>
                      <a:pt x="655" y="634"/>
                    </a:cubicBezTo>
                    <a:cubicBezTo>
                      <a:pt x="659" y="636"/>
                      <a:pt x="663" y="636"/>
                      <a:pt x="666" y="636"/>
                    </a:cubicBezTo>
                    <a:cubicBezTo>
                      <a:pt x="728" y="636"/>
                      <a:pt x="767" y="476"/>
                      <a:pt x="807" y="372"/>
                    </a:cubicBezTo>
                    <a:cubicBezTo>
                      <a:pt x="833" y="289"/>
                      <a:pt x="854" y="200"/>
                      <a:pt x="765" y="158"/>
                    </a:cubicBezTo>
                    <a:cubicBezTo>
                      <a:pt x="676" y="90"/>
                      <a:pt x="309" y="1"/>
                      <a:pt x="19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Google Shape;693;p33">
                <a:extLst>
                  <a:ext uri="{FF2B5EF4-FFF2-40B4-BE49-F238E27FC236}">
                    <a16:creationId xmlns:a16="http://schemas.microsoft.com/office/drawing/2014/main" id="{8FA3CC81-D3D2-3F49-62E7-B0816A0957C4}"/>
                  </a:ext>
                </a:extLst>
              </p:cNvPr>
              <p:cNvSpPr/>
              <p:nvPr/>
            </p:nvSpPr>
            <p:spPr>
              <a:xfrm>
                <a:off x="1606079" y="1838026"/>
                <a:ext cx="79889" cy="64218"/>
              </a:xfrm>
              <a:custGeom>
                <a:avLst/>
                <a:gdLst/>
                <a:ahLst/>
                <a:cxnLst/>
                <a:rect l="l" t="t" r="r" b="b"/>
                <a:pathLst>
                  <a:path w="938" h="754" extrusionOk="0">
                    <a:moveTo>
                      <a:pt x="241" y="132"/>
                    </a:moveTo>
                    <a:cubicBezTo>
                      <a:pt x="262" y="132"/>
                      <a:pt x="393" y="153"/>
                      <a:pt x="524" y="174"/>
                    </a:cubicBezTo>
                    <a:cubicBezTo>
                      <a:pt x="587" y="195"/>
                      <a:pt x="634" y="195"/>
                      <a:pt x="676" y="221"/>
                    </a:cubicBezTo>
                    <a:cubicBezTo>
                      <a:pt x="744" y="242"/>
                      <a:pt x="786" y="263"/>
                      <a:pt x="786" y="263"/>
                    </a:cubicBezTo>
                    <a:cubicBezTo>
                      <a:pt x="807" y="284"/>
                      <a:pt x="828" y="284"/>
                      <a:pt x="828" y="305"/>
                    </a:cubicBezTo>
                    <a:cubicBezTo>
                      <a:pt x="828" y="326"/>
                      <a:pt x="807" y="373"/>
                      <a:pt x="786" y="435"/>
                    </a:cubicBezTo>
                    <a:cubicBezTo>
                      <a:pt x="765" y="483"/>
                      <a:pt x="744" y="545"/>
                      <a:pt x="718" y="587"/>
                    </a:cubicBezTo>
                    <a:cubicBezTo>
                      <a:pt x="718" y="614"/>
                      <a:pt x="697" y="635"/>
                      <a:pt x="697" y="635"/>
                    </a:cubicBezTo>
                    <a:cubicBezTo>
                      <a:pt x="655" y="614"/>
                      <a:pt x="545" y="525"/>
                      <a:pt x="372" y="525"/>
                    </a:cubicBezTo>
                    <a:lnTo>
                      <a:pt x="131" y="525"/>
                    </a:lnTo>
                    <a:lnTo>
                      <a:pt x="131" y="504"/>
                    </a:lnTo>
                    <a:cubicBezTo>
                      <a:pt x="111" y="504"/>
                      <a:pt x="111" y="435"/>
                      <a:pt x="111" y="373"/>
                    </a:cubicBezTo>
                    <a:cubicBezTo>
                      <a:pt x="111" y="305"/>
                      <a:pt x="131" y="242"/>
                      <a:pt x="131" y="153"/>
                    </a:cubicBezTo>
                    <a:lnTo>
                      <a:pt x="152" y="153"/>
                    </a:lnTo>
                    <a:cubicBezTo>
                      <a:pt x="173" y="132"/>
                      <a:pt x="194" y="132"/>
                      <a:pt x="241" y="132"/>
                    </a:cubicBezTo>
                    <a:close/>
                    <a:moveTo>
                      <a:pt x="241" y="1"/>
                    </a:moveTo>
                    <a:cubicBezTo>
                      <a:pt x="152" y="1"/>
                      <a:pt x="111" y="43"/>
                      <a:pt x="90" y="64"/>
                    </a:cubicBezTo>
                    <a:cubicBezTo>
                      <a:pt x="42" y="90"/>
                      <a:pt x="21" y="132"/>
                      <a:pt x="21" y="132"/>
                    </a:cubicBezTo>
                    <a:cubicBezTo>
                      <a:pt x="21" y="195"/>
                      <a:pt x="1" y="284"/>
                      <a:pt x="1" y="373"/>
                    </a:cubicBezTo>
                    <a:cubicBezTo>
                      <a:pt x="1" y="435"/>
                      <a:pt x="1" y="504"/>
                      <a:pt x="21" y="566"/>
                    </a:cubicBezTo>
                    <a:cubicBezTo>
                      <a:pt x="42" y="587"/>
                      <a:pt x="63" y="614"/>
                      <a:pt x="90" y="635"/>
                    </a:cubicBezTo>
                    <a:lnTo>
                      <a:pt x="372" y="635"/>
                    </a:lnTo>
                    <a:cubicBezTo>
                      <a:pt x="503" y="635"/>
                      <a:pt x="587" y="697"/>
                      <a:pt x="676" y="744"/>
                    </a:cubicBezTo>
                    <a:cubicBezTo>
                      <a:pt x="682" y="750"/>
                      <a:pt x="690" y="753"/>
                      <a:pt x="700" y="753"/>
                    </a:cubicBezTo>
                    <a:cubicBezTo>
                      <a:pt x="724" y="753"/>
                      <a:pt x="756" y="737"/>
                      <a:pt x="786" y="718"/>
                    </a:cubicBezTo>
                    <a:cubicBezTo>
                      <a:pt x="807" y="697"/>
                      <a:pt x="807" y="676"/>
                      <a:pt x="828" y="635"/>
                    </a:cubicBezTo>
                    <a:cubicBezTo>
                      <a:pt x="849" y="587"/>
                      <a:pt x="875" y="525"/>
                      <a:pt x="896" y="456"/>
                    </a:cubicBezTo>
                    <a:cubicBezTo>
                      <a:pt x="917" y="415"/>
                      <a:pt x="938" y="373"/>
                      <a:pt x="938" y="305"/>
                    </a:cubicBezTo>
                    <a:cubicBezTo>
                      <a:pt x="938" y="263"/>
                      <a:pt x="896" y="195"/>
                      <a:pt x="849" y="153"/>
                    </a:cubicBezTo>
                    <a:cubicBezTo>
                      <a:pt x="807" y="153"/>
                      <a:pt x="765" y="132"/>
                      <a:pt x="718" y="111"/>
                    </a:cubicBezTo>
                    <a:cubicBezTo>
                      <a:pt x="676" y="90"/>
                      <a:pt x="613" y="90"/>
                      <a:pt x="545" y="64"/>
                    </a:cubicBezTo>
                    <a:cubicBezTo>
                      <a:pt x="414" y="43"/>
                      <a:pt x="304" y="1"/>
                      <a:pt x="241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Google Shape;694;p33">
                <a:extLst>
                  <a:ext uri="{FF2B5EF4-FFF2-40B4-BE49-F238E27FC236}">
                    <a16:creationId xmlns:a16="http://schemas.microsoft.com/office/drawing/2014/main" id="{2654ED73-26E1-2900-151C-069F1AFC4BC1}"/>
                  </a:ext>
                </a:extLst>
              </p:cNvPr>
              <p:cNvSpPr/>
              <p:nvPr/>
            </p:nvSpPr>
            <p:spPr>
              <a:xfrm>
                <a:off x="1903298" y="837529"/>
                <a:ext cx="122723" cy="120168"/>
              </a:xfrm>
              <a:custGeom>
                <a:avLst/>
                <a:gdLst/>
                <a:ahLst/>
                <a:cxnLst/>
                <a:rect l="l" t="t" r="r" b="b"/>
                <a:pathLst>
                  <a:path w="1441" h="1411" extrusionOk="0">
                    <a:moveTo>
                      <a:pt x="687" y="1"/>
                    </a:moveTo>
                    <a:cubicBezTo>
                      <a:pt x="646" y="1"/>
                      <a:pt x="607" y="12"/>
                      <a:pt x="572" y="38"/>
                    </a:cubicBezTo>
                    <a:lnTo>
                      <a:pt x="90" y="368"/>
                    </a:lnTo>
                    <a:cubicBezTo>
                      <a:pt x="69" y="368"/>
                      <a:pt x="69" y="368"/>
                      <a:pt x="69" y="389"/>
                    </a:cubicBezTo>
                    <a:cubicBezTo>
                      <a:pt x="1" y="431"/>
                      <a:pt x="1" y="541"/>
                      <a:pt x="69" y="583"/>
                    </a:cubicBezTo>
                    <a:lnTo>
                      <a:pt x="834" y="1369"/>
                    </a:lnTo>
                    <a:lnTo>
                      <a:pt x="854" y="1369"/>
                    </a:lnTo>
                    <a:cubicBezTo>
                      <a:pt x="881" y="1398"/>
                      <a:pt x="913" y="1410"/>
                      <a:pt x="945" y="1410"/>
                    </a:cubicBezTo>
                    <a:cubicBezTo>
                      <a:pt x="989" y="1410"/>
                      <a:pt x="1035" y="1387"/>
                      <a:pt x="1074" y="1348"/>
                    </a:cubicBezTo>
                    <a:lnTo>
                      <a:pt x="1378" y="866"/>
                    </a:lnTo>
                    <a:cubicBezTo>
                      <a:pt x="1441" y="782"/>
                      <a:pt x="1441" y="651"/>
                      <a:pt x="1357" y="583"/>
                    </a:cubicBezTo>
                    <a:lnTo>
                      <a:pt x="854" y="59"/>
                    </a:lnTo>
                    <a:cubicBezTo>
                      <a:pt x="803" y="23"/>
                      <a:pt x="744" y="1"/>
                      <a:pt x="687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Google Shape;695;p33">
                <a:extLst>
                  <a:ext uri="{FF2B5EF4-FFF2-40B4-BE49-F238E27FC236}">
                    <a16:creationId xmlns:a16="http://schemas.microsoft.com/office/drawing/2014/main" id="{B533D82C-A795-315A-83A8-14362617FE01}"/>
                  </a:ext>
                </a:extLst>
              </p:cNvPr>
              <p:cNvSpPr/>
              <p:nvPr/>
            </p:nvSpPr>
            <p:spPr>
              <a:xfrm>
                <a:off x="1898017" y="832334"/>
                <a:ext cx="133879" cy="129791"/>
              </a:xfrm>
              <a:custGeom>
                <a:avLst/>
                <a:gdLst/>
                <a:ahLst/>
                <a:cxnLst/>
                <a:rect l="l" t="t" r="r" b="b"/>
                <a:pathLst>
                  <a:path w="1572" h="1524" extrusionOk="0">
                    <a:moveTo>
                      <a:pt x="749" y="113"/>
                    </a:moveTo>
                    <a:cubicBezTo>
                      <a:pt x="792" y="113"/>
                      <a:pt x="836" y="129"/>
                      <a:pt x="875" y="168"/>
                    </a:cubicBezTo>
                    <a:lnTo>
                      <a:pt x="1372" y="665"/>
                    </a:lnTo>
                    <a:cubicBezTo>
                      <a:pt x="1440" y="733"/>
                      <a:pt x="1440" y="822"/>
                      <a:pt x="1398" y="885"/>
                    </a:cubicBezTo>
                    <a:lnTo>
                      <a:pt x="1068" y="1367"/>
                    </a:lnTo>
                    <a:cubicBezTo>
                      <a:pt x="1055" y="1393"/>
                      <a:pt x="1024" y="1411"/>
                      <a:pt x="993" y="1411"/>
                    </a:cubicBezTo>
                    <a:cubicBezTo>
                      <a:pt x="973" y="1411"/>
                      <a:pt x="953" y="1404"/>
                      <a:pt x="937" y="1388"/>
                    </a:cubicBezTo>
                    <a:lnTo>
                      <a:pt x="173" y="623"/>
                    </a:lnTo>
                    <a:cubicBezTo>
                      <a:pt x="131" y="581"/>
                      <a:pt x="131" y="492"/>
                      <a:pt x="173" y="471"/>
                    </a:cubicBezTo>
                    <a:lnTo>
                      <a:pt x="655" y="141"/>
                    </a:lnTo>
                    <a:cubicBezTo>
                      <a:pt x="682" y="123"/>
                      <a:pt x="715" y="113"/>
                      <a:pt x="749" y="113"/>
                    </a:cubicBezTo>
                    <a:close/>
                    <a:moveTo>
                      <a:pt x="750" y="0"/>
                    </a:moveTo>
                    <a:cubicBezTo>
                      <a:pt x="692" y="0"/>
                      <a:pt x="635" y="18"/>
                      <a:pt x="587" y="58"/>
                    </a:cubicBezTo>
                    <a:lnTo>
                      <a:pt x="110" y="382"/>
                    </a:lnTo>
                    <a:cubicBezTo>
                      <a:pt x="0" y="450"/>
                      <a:pt x="0" y="602"/>
                      <a:pt x="89" y="691"/>
                    </a:cubicBezTo>
                    <a:lnTo>
                      <a:pt x="848" y="1451"/>
                    </a:lnTo>
                    <a:cubicBezTo>
                      <a:pt x="889" y="1500"/>
                      <a:pt x="942" y="1523"/>
                      <a:pt x="996" y="1523"/>
                    </a:cubicBezTo>
                    <a:cubicBezTo>
                      <a:pt x="1062" y="1523"/>
                      <a:pt x="1130" y="1490"/>
                      <a:pt x="1178" y="1430"/>
                    </a:cubicBezTo>
                    <a:lnTo>
                      <a:pt x="1503" y="953"/>
                    </a:lnTo>
                    <a:cubicBezTo>
                      <a:pt x="1571" y="843"/>
                      <a:pt x="1550" y="691"/>
                      <a:pt x="1461" y="602"/>
                    </a:cubicBezTo>
                    <a:lnTo>
                      <a:pt x="958" y="79"/>
                    </a:lnTo>
                    <a:cubicBezTo>
                      <a:pt x="897" y="29"/>
                      <a:pt x="823" y="0"/>
                      <a:pt x="750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Google Shape;696;p33">
                <a:extLst>
                  <a:ext uri="{FF2B5EF4-FFF2-40B4-BE49-F238E27FC236}">
                    <a16:creationId xmlns:a16="http://schemas.microsoft.com/office/drawing/2014/main" id="{A7FB8B97-E7E7-E70D-4DAA-F15F74CD0BAA}"/>
                  </a:ext>
                </a:extLst>
              </p:cNvPr>
              <p:cNvSpPr/>
              <p:nvPr/>
            </p:nvSpPr>
            <p:spPr>
              <a:xfrm>
                <a:off x="1998339" y="998658"/>
                <a:ext cx="78096" cy="117783"/>
              </a:xfrm>
              <a:custGeom>
                <a:avLst/>
                <a:gdLst/>
                <a:ahLst/>
                <a:cxnLst/>
                <a:rect l="l" t="t" r="r" b="b"/>
                <a:pathLst>
                  <a:path w="917" h="1383" extrusionOk="0">
                    <a:moveTo>
                      <a:pt x="152" y="0"/>
                    </a:moveTo>
                    <a:cubicBezTo>
                      <a:pt x="63" y="0"/>
                      <a:pt x="0" y="68"/>
                      <a:pt x="0" y="152"/>
                    </a:cubicBezTo>
                    <a:lnTo>
                      <a:pt x="0" y="1226"/>
                    </a:lnTo>
                    <a:lnTo>
                      <a:pt x="0" y="1268"/>
                    </a:lnTo>
                    <a:cubicBezTo>
                      <a:pt x="18" y="1342"/>
                      <a:pt x="68" y="1383"/>
                      <a:pt x="132" y="1383"/>
                    </a:cubicBezTo>
                    <a:cubicBezTo>
                      <a:pt x="145" y="1383"/>
                      <a:pt x="159" y="1381"/>
                      <a:pt x="173" y="1378"/>
                    </a:cubicBezTo>
                    <a:lnTo>
                      <a:pt x="744" y="1268"/>
                    </a:lnTo>
                    <a:cubicBezTo>
                      <a:pt x="849" y="1247"/>
                      <a:pt x="917" y="1158"/>
                      <a:pt x="917" y="1048"/>
                    </a:cubicBezTo>
                    <a:lnTo>
                      <a:pt x="917" y="330"/>
                    </a:lnTo>
                    <a:cubicBezTo>
                      <a:pt x="917" y="220"/>
                      <a:pt x="849" y="131"/>
                      <a:pt x="744" y="110"/>
                    </a:cubicBezTo>
                    <a:lnTo>
                      <a:pt x="173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Google Shape;697;p33">
                <a:extLst>
                  <a:ext uri="{FF2B5EF4-FFF2-40B4-BE49-F238E27FC236}">
                    <a16:creationId xmlns:a16="http://schemas.microsoft.com/office/drawing/2014/main" id="{EEE0AA84-D73A-9E5E-805A-BFAF53A26DA0}"/>
                  </a:ext>
                </a:extLst>
              </p:cNvPr>
              <p:cNvSpPr/>
              <p:nvPr/>
            </p:nvSpPr>
            <p:spPr>
              <a:xfrm>
                <a:off x="1992548" y="993037"/>
                <a:ext cx="89253" cy="128599"/>
              </a:xfrm>
              <a:custGeom>
                <a:avLst/>
                <a:gdLst/>
                <a:ahLst/>
                <a:cxnLst/>
                <a:rect l="l" t="t" r="r" b="b"/>
                <a:pathLst>
                  <a:path w="1048" h="1510" extrusionOk="0">
                    <a:moveTo>
                      <a:pt x="241" y="113"/>
                    </a:moveTo>
                    <a:lnTo>
                      <a:pt x="812" y="218"/>
                    </a:lnTo>
                    <a:cubicBezTo>
                      <a:pt x="875" y="244"/>
                      <a:pt x="943" y="307"/>
                      <a:pt x="943" y="396"/>
                    </a:cubicBezTo>
                    <a:lnTo>
                      <a:pt x="943" y="1114"/>
                    </a:lnTo>
                    <a:cubicBezTo>
                      <a:pt x="943" y="1203"/>
                      <a:pt x="875" y="1266"/>
                      <a:pt x="812" y="1292"/>
                    </a:cubicBezTo>
                    <a:lnTo>
                      <a:pt x="241" y="1397"/>
                    </a:lnTo>
                    <a:cubicBezTo>
                      <a:pt x="178" y="1397"/>
                      <a:pt x="110" y="1355"/>
                      <a:pt x="110" y="1292"/>
                    </a:cubicBezTo>
                    <a:lnTo>
                      <a:pt x="110" y="218"/>
                    </a:lnTo>
                    <a:cubicBezTo>
                      <a:pt x="110" y="155"/>
                      <a:pt x="178" y="113"/>
                      <a:pt x="241" y="113"/>
                    </a:cubicBezTo>
                    <a:close/>
                    <a:moveTo>
                      <a:pt x="228" y="1"/>
                    </a:moveTo>
                    <a:cubicBezTo>
                      <a:pt x="110" y="1"/>
                      <a:pt x="0" y="99"/>
                      <a:pt x="0" y="218"/>
                    </a:cubicBezTo>
                    <a:lnTo>
                      <a:pt x="0" y="1292"/>
                    </a:lnTo>
                    <a:cubicBezTo>
                      <a:pt x="0" y="1411"/>
                      <a:pt x="110" y="1509"/>
                      <a:pt x="228" y="1509"/>
                    </a:cubicBezTo>
                    <a:cubicBezTo>
                      <a:pt x="239" y="1509"/>
                      <a:pt x="251" y="1508"/>
                      <a:pt x="262" y="1507"/>
                    </a:cubicBezTo>
                    <a:lnTo>
                      <a:pt x="833" y="1397"/>
                    </a:lnTo>
                    <a:cubicBezTo>
                      <a:pt x="964" y="1376"/>
                      <a:pt x="1048" y="1245"/>
                      <a:pt x="1048" y="1114"/>
                    </a:cubicBezTo>
                    <a:lnTo>
                      <a:pt x="1048" y="396"/>
                    </a:lnTo>
                    <a:cubicBezTo>
                      <a:pt x="1048" y="265"/>
                      <a:pt x="964" y="155"/>
                      <a:pt x="833" y="113"/>
                    </a:cubicBezTo>
                    <a:lnTo>
                      <a:pt x="262" y="4"/>
                    </a:lnTo>
                    <a:cubicBezTo>
                      <a:pt x="251" y="2"/>
                      <a:pt x="239" y="1"/>
                      <a:pt x="228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Google Shape;698;p33">
                <a:extLst>
                  <a:ext uri="{FF2B5EF4-FFF2-40B4-BE49-F238E27FC236}">
                    <a16:creationId xmlns:a16="http://schemas.microsoft.com/office/drawing/2014/main" id="{24A618B4-A5AC-0A75-65BD-20E645864596}"/>
                  </a:ext>
                </a:extLst>
              </p:cNvPr>
              <p:cNvSpPr/>
              <p:nvPr/>
            </p:nvSpPr>
            <p:spPr>
              <a:xfrm>
                <a:off x="1903298" y="1157998"/>
                <a:ext cx="122723" cy="119146"/>
              </a:xfrm>
              <a:custGeom>
                <a:avLst/>
                <a:gdLst/>
                <a:ahLst/>
                <a:cxnLst/>
                <a:rect l="l" t="t" r="r" b="b"/>
                <a:pathLst>
                  <a:path w="1441" h="1399" extrusionOk="0">
                    <a:moveTo>
                      <a:pt x="941" y="0"/>
                    </a:moveTo>
                    <a:cubicBezTo>
                      <a:pt x="903" y="0"/>
                      <a:pt x="865" y="17"/>
                      <a:pt x="834" y="51"/>
                    </a:cubicBezTo>
                    <a:lnTo>
                      <a:pt x="69" y="816"/>
                    </a:lnTo>
                    <a:cubicBezTo>
                      <a:pt x="48" y="816"/>
                      <a:pt x="48" y="816"/>
                      <a:pt x="48" y="837"/>
                    </a:cubicBezTo>
                    <a:cubicBezTo>
                      <a:pt x="1" y="900"/>
                      <a:pt x="1" y="989"/>
                      <a:pt x="90" y="1057"/>
                    </a:cubicBezTo>
                    <a:lnTo>
                      <a:pt x="572" y="1361"/>
                    </a:lnTo>
                    <a:cubicBezTo>
                      <a:pt x="607" y="1387"/>
                      <a:pt x="646" y="1398"/>
                      <a:pt x="687" y="1398"/>
                    </a:cubicBezTo>
                    <a:cubicBezTo>
                      <a:pt x="744" y="1398"/>
                      <a:pt x="803" y="1376"/>
                      <a:pt x="854" y="1340"/>
                    </a:cubicBezTo>
                    <a:lnTo>
                      <a:pt x="1357" y="837"/>
                    </a:lnTo>
                    <a:cubicBezTo>
                      <a:pt x="1441" y="748"/>
                      <a:pt x="1441" y="638"/>
                      <a:pt x="1378" y="554"/>
                    </a:cubicBezTo>
                    <a:lnTo>
                      <a:pt x="1074" y="72"/>
                    </a:lnTo>
                    <a:lnTo>
                      <a:pt x="1048" y="51"/>
                    </a:lnTo>
                    <a:cubicBezTo>
                      <a:pt x="1017" y="17"/>
                      <a:pt x="979" y="0"/>
                      <a:pt x="94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Google Shape;699;p33">
                <a:extLst>
                  <a:ext uri="{FF2B5EF4-FFF2-40B4-BE49-F238E27FC236}">
                    <a16:creationId xmlns:a16="http://schemas.microsoft.com/office/drawing/2014/main" id="{51158D41-1729-05EC-DAB1-61365642C7A5}"/>
                  </a:ext>
                </a:extLst>
              </p:cNvPr>
              <p:cNvSpPr/>
              <p:nvPr/>
            </p:nvSpPr>
            <p:spPr>
              <a:xfrm>
                <a:off x="1898017" y="1153314"/>
                <a:ext cx="133879" cy="129025"/>
              </a:xfrm>
              <a:custGeom>
                <a:avLst/>
                <a:gdLst/>
                <a:ahLst/>
                <a:cxnLst/>
                <a:rect l="l" t="t" r="r" b="b"/>
                <a:pathLst>
                  <a:path w="1572" h="1515" extrusionOk="0">
                    <a:moveTo>
                      <a:pt x="993" y="104"/>
                    </a:moveTo>
                    <a:cubicBezTo>
                      <a:pt x="1024" y="104"/>
                      <a:pt x="1055" y="122"/>
                      <a:pt x="1068" y="148"/>
                    </a:cubicBezTo>
                    <a:lnTo>
                      <a:pt x="1398" y="630"/>
                    </a:lnTo>
                    <a:cubicBezTo>
                      <a:pt x="1440" y="693"/>
                      <a:pt x="1440" y="782"/>
                      <a:pt x="1372" y="850"/>
                    </a:cubicBezTo>
                    <a:lnTo>
                      <a:pt x="875" y="1347"/>
                    </a:lnTo>
                    <a:cubicBezTo>
                      <a:pt x="836" y="1386"/>
                      <a:pt x="792" y="1402"/>
                      <a:pt x="749" y="1402"/>
                    </a:cubicBezTo>
                    <a:cubicBezTo>
                      <a:pt x="715" y="1402"/>
                      <a:pt x="682" y="1392"/>
                      <a:pt x="655" y="1374"/>
                    </a:cubicBezTo>
                    <a:lnTo>
                      <a:pt x="173" y="1044"/>
                    </a:lnTo>
                    <a:cubicBezTo>
                      <a:pt x="131" y="1023"/>
                      <a:pt x="110" y="955"/>
                      <a:pt x="152" y="913"/>
                    </a:cubicBezTo>
                    <a:lnTo>
                      <a:pt x="937" y="127"/>
                    </a:lnTo>
                    <a:cubicBezTo>
                      <a:pt x="953" y="111"/>
                      <a:pt x="973" y="104"/>
                      <a:pt x="993" y="104"/>
                    </a:cubicBezTo>
                    <a:close/>
                    <a:moveTo>
                      <a:pt x="1004" y="0"/>
                    </a:moveTo>
                    <a:cubicBezTo>
                      <a:pt x="947" y="0"/>
                      <a:pt x="891" y="22"/>
                      <a:pt x="848" y="64"/>
                    </a:cubicBezTo>
                    <a:lnTo>
                      <a:pt x="89" y="824"/>
                    </a:lnTo>
                    <a:cubicBezTo>
                      <a:pt x="0" y="913"/>
                      <a:pt x="0" y="1065"/>
                      <a:pt x="110" y="1154"/>
                    </a:cubicBezTo>
                    <a:lnTo>
                      <a:pt x="587" y="1457"/>
                    </a:lnTo>
                    <a:cubicBezTo>
                      <a:pt x="635" y="1497"/>
                      <a:pt x="692" y="1515"/>
                      <a:pt x="750" y="1515"/>
                    </a:cubicBezTo>
                    <a:cubicBezTo>
                      <a:pt x="823" y="1515"/>
                      <a:pt x="897" y="1486"/>
                      <a:pt x="958" y="1436"/>
                    </a:cubicBezTo>
                    <a:lnTo>
                      <a:pt x="1461" y="913"/>
                    </a:lnTo>
                    <a:cubicBezTo>
                      <a:pt x="1550" y="824"/>
                      <a:pt x="1571" y="672"/>
                      <a:pt x="1482" y="562"/>
                    </a:cubicBezTo>
                    <a:lnTo>
                      <a:pt x="1178" y="85"/>
                    </a:lnTo>
                    <a:cubicBezTo>
                      <a:pt x="1131" y="27"/>
                      <a:pt x="1067" y="0"/>
                      <a:pt x="1004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Google Shape;700;p33">
                <a:extLst>
                  <a:ext uri="{FF2B5EF4-FFF2-40B4-BE49-F238E27FC236}">
                    <a16:creationId xmlns:a16="http://schemas.microsoft.com/office/drawing/2014/main" id="{D8487CD6-B4DF-8CD4-5324-50C1E71D0493}"/>
                  </a:ext>
                </a:extLst>
              </p:cNvPr>
              <p:cNvSpPr/>
              <p:nvPr/>
            </p:nvSpPr>
            <p:spPr>
              <a:xfrm>
                <a:off x="1743702" y="1251507"/>
                <a:ext cx="119146" cy="78181"/>
              </a:xfrm>
              <a:custGeom>
                <a:avLst/>
                <a:gdLst/>
                <a:ahLst/>
                <a:cxnLst/>
                <a:rect l="l" t="t" r="r" b="b"/>
                <a:pathLst>
                  <a:path w="1399" h="918" extrusionOk="0">
                    <a:moveTo>
                      <a:pt x="131" y="1"/>
                    </a:moveTo>
                    <a:cubicBezTo>
                      <a:pt x="68" y="1"/>
                      <a:pt x="0" y="90"/>
                      <a:pt x="21" y="174"/>
                    </a:cubicBezTo>
                    <a:lnTo>
                      <a:pt x="131" y="744"/>
                    </a:lnTo>
                    <a:cubicBezTo>
                      <a:pt x="152" y="849"/>
                      <a:pt x="241" y="917"/>
                      <a:pt x="351" y="917"/>
                    </a:cubicBezTo>
                    <a:lnTo>
                      <a:pt x="1068" y="917"/>
                    </a:lnTo>
                    <a:cubicBezTo>
                      <a:pt x="1178" y="917"/>
                      <a:pt x="1267" y="849"/>
                      <a:pt x="1288" y="744"/>
                    </a:cubicBezTo>
                    <a:lnTo>
                      <a:pt x="1398" y="174"/>
                    </a:lnTo>
                    <a:lnTo>
                      <a:pt x="1398" y="153"/>
                    </a:lnTo>
                    <a:cubicBezTo>
                      <a:pt x="1398" y="64"/>
                      <a:pt x="1330" y="1"/>
                      <a:pt x="124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Google Shape;701;p33">
                <a:extLst>
                  <a:ext uri="{FF2B5EF4-FFF2-40B4-BE49-F238E27FC236}">
                    <a16:creationId xmlns:a16="http://schemas.microsoft.com/office/drawing/2014/main" id="{4C006878-3A19-0FC1-3085-7AB93D6736DA}"/>
                  </a:ext>
                </a:extLst>
              </p:cNvPr>
              <p:cNvSpPr/>
              <p:nvPr/>
            </p:nvSpPr>
            <p:spPr>
              <a:xfrm>
                <a:off x="1738337" y="1245716"/>
                <a:ext cx="131665" cy="89253"/>
              </a:xfrm>
              <a:custGeom>
                <a:avLst/>
                <a:gdLst/>
                <a:ahLst/>
                <a:cxnLst/>
                <a:rect l="l" t="t" r="r" b="b"/>
                <a:pathLst>
                  <a:path w="1546" h="1048" extrusionOk="0">
                    <a:moveTo>
                      <a:pt x="1309" y="111"/>
                    </a:moveTo>
                    <a:cubicBezTo>
                      <a:pt x="1372" y="111"/>
                      <a:pt x="1414" y="179"/>
                      <a:pt x="1414" y="221"/>
                    </a:cubicBezTo>
                    <a:lnTo>
                      <a:pt x="1309" y="786"/>
                    </a:lnTo>
                    <a:cubicBezTo>
                      <a:pt x="1283" y="875"/>
                      <a:pt x="1220" y="943"/>
                      <a:pt x="1131" y="943"/>
                    </a:cubicBezTo>
                    <a:lnTo>
                      <a:pt x="414" y="943"/>
                    </a:lnTo>
                    <a:cubicBezTo>
                      <a:pt x="325" y="943"/>
                      <a:pt x="262" y="875"/>
                      <a:pt x="236" y="786"/>
                    </a:cubicBezTo>
                    <a:lnTo>
                      <a:pt x="131" y="221"/>
                    </a:lnTo>
                    <a:cubicBezTo>
                      <a:pt x="131" y="179"/>
                      <a:pt x="173" y="111"/>
                      <a:pt x="236" y="111"/>
                    </a:cubicBezTo>
                    <a:close/>
                    <a:moveTo>
                      <a:pt x="236" y="1"/>
                    </a:moveTo>
                    <a:cubicBezTo>
                      <a:pt x="105" y="1"/>
                      <a:pt x="0" y="132"/>
                      <a:pt x="21" y="242"/>
                    </a:cubicBezTo>
                    <a:lnTo>
                      <a:pt x="131" y="812"/>
                    </a:lnTo>
                    <a:cubicBezTo>
                      <a:pt x="173" y="943"/>
                      <a:pt x="283" y="1048"/>
                      <a:pt x="414" y="1048"/>
                    </a:cubicBezTo>
                    <a:lnTo>
                      <a:pt x="1131" y="1048"/>
                    </a:lnTo>
                    <a:cubicBezTo>
                      <a:pt x="1262" y="1048"/>
                      <a:pt x="1393" y="943"/>
                      <a:pt x="1414" y="812"/>
                    </a:cubicBezTo>
                    <a:lnTo>
                      <a:pt x="1524" y="242"/>
                    </a:lnTo>
                    <a:cubicBezTo>
                      <a:pt x="1545" y="132"/>
                      <a:pt x="1440" y="1"/>
                      <a:pt x="1309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Google Shape;702;p33">
                <a:extLst>
                  <a:ext uri="{FF2B5EF4-FFF2-40B4-BE49-F238E27FC236}">
                    <a16:creationId xmlns:a16="http://schemas.microsoft.com/office/drawing/2014/main" id="{B91D27E3-759D-6C48-537E-41D1B6202EC2}"/>
                  </a:ext>
                </a:extLst>
              </p:cNvPr>
              <p:cNvSpPr/>
              <p:nvPr/>
            </p:nvSpPr>
            <p:spPr>
              <a:xfrm>
                <a:off x="1582233" y="1157913"/>
                <a:ext cx="122723" cy="119231"/>
              </a:xfrm>
              <a:custGeom>
                <a:avLst/>
                <a:gdLst/>
                <a:ahLst/>
                <a:cxnLst/>
                <a:rect l="l" t="t" r="r" b="b"/>
                <a:pathLst>
                  <a:path w="1441" h="1400" extrusionOk="0">
                    <a:moveTo>
                      <a:pt x="499" y="0"/>
                    </a:moveTo>
                    <a:cubicBezTo>
                      <a:pt x="457" y="0"/>
                      <a:pt x="417" y="22"/>
                      <a:pt x="393" y="73"/>
                    </a:cubicBezTo>
                    <a:lnTo>
                      <a:pt x="63" y="534"/>
                    </a:lnTo>
                    <a:cubicBezTo>
                      <a:pt x="0" y="639"/>
                      <a:pt x="21" y="749"/>
                      <a:pt x="84" y="838"/>
                    </a:cubicBezTo>
                    <a:lnTo>
                      <a:pt x="608" y="1341"/>
                    </a:lnTo>
                    <a:cubicBezTo>
                      <a:pt x="647" y="1377"/>
                      <a:pt x="708" y="1399"/>
                      <a:pt x="769" y="1399"/>
                    </a:cubicBezTo>
                    <a:cubicBezTo>
                      <a:pt x="812" y="1399"/>
                      <a:pt x="855" y="1388"/>
                      <a:pt x="891" y="1362"/>
                    </a:cubicBezTo>
                    <a:lnTo>
                      <a:pt x="1372" y="1032"/>
                    </a:lnTo>
                    <a:lnTo>
                      <a:pt x="1393" y="1032"/>
                    </a:lnTo>
                    <a:cubicBezTo>
                      <a:pt x="1440" y="969"/>
                      <a:pt x="1440" y="859"/>
                      <a:pt x="1393" y="817"/>
                    </a:cubicBezTo>
                    <a:lnTo>
                      <a:pt x="608" y="52"/>
                    </a:lnTo>
                    <a:cubicBezTo>
                      <a:pt x="608" y="31"/>
                      <a:pt x="608" y="31"/>
                      <a:pt x="587" y="31"/>
                    </a:cubicBezTo>
                    <a:cubicBezTo>
                      <a:pt x="560" y="12"/>
                      <a:pt x="529" y="0"/>
                      <a:pt x="49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Google Shape;703;p33">
                <a:extLst>
                  <a:ext uri="{FF2B5EF4-FFF2-40B4-BE49-F238E27FC236}">
                    <a16:creationId xmlns:a16="http://schemas.microsoft.com/office/drawing/2014/main" id="{09BA8C75-42F3-FD0B-B834-B028BFA308E4}"/>
                  </a:ext>
                </a:extLst>
              </p:cNvPr>
              <p:cNvSpPr/>
              <p:nvPr/>
            </p:nvSpPr>
            <p:spPr>
              <a:xfrm>
                <a:off x="1576442" y="1152547"/>
                <a:ext cx="135668" cy="129791"/>
              </a:xfrm>
              <a:custGeom>
                <a:avLst/>
                <a:gdLst/>
                <a:ahLst/>
                <a:cxnLst/>
                <a:rect l="l" t="t" r="r" b="b"/>
                <a:pathLst>
                  <a:path w="1593" h="1524" extrusionOk="0">
                    <a:moveTo>
                      <a:pt x="593" y="113"/>
                    </a:moveTo>
                    <a:cubicBezTo>
                      <a:pt x="616" y="113"/>
                      <a:pt x="639" y="120"/>
                      <a:pt x="655" y="136"/>
                    </a:cubicBezTo>
                    <a:lnTo>
                      <a:pt x="1419" y="901"/>
                    </a:lnTo>
                    <a:cubicBezTo>
                      <a:pt x="1461" y="943"/>
                      <a:pt x="1440" y="1032"/>
                      <a:pt x="1398" y="1053"/>
                    </a:cubicBezTo>
                    <a:lnTo>
                      <a:pt x="917" y="1383"/>
                    </a:lnTo>
                    <a:cubicBezTo>
                      <a:pt x="889" y="1401"/>
                      <a:pt x="856" y="1411"/>
                      <a:pt x="823" y="1411"/>
                    </a:cubicBezTo>
                    <a:cubicBezTo>
                      <a:pt x="780" y="1411"/>
                      <a:pt x="735" y="1395"/>
                      <a:pt x="697" y="1356"/>
                    </a:cubicBezTo>
                    <a:lnTo>
                      <a:pt x="199" y="859"/>
                    </a:lnTo>
                    <a:cubicBezTo>
                      <a:pt x="131" y="791"/>
                      <a:pt x="131" y="702"/>
                      <a:pt x="173" y="639"/>
                    </a:cubicBezTo>
                    <a:lnTo>
                      <a:pt x="503" y="157"/>
                    </a:lnTo>
                    <a:cubicBezTo>
                      <a:pt x="516" y="131"/>
                      <a:pt x="555" y="113"/>
                      <a:pt x="593" y="113"/>
                    </a:cubicBezTo>
                    <a:close/>
                    <a:moveTo>
                      <a:pt x="577" y="1"/>
                    </a:moveTo>
                    <a:cubicBezTo>
                      <a:pt x="514" y="1"/>
                      <a:pt x="451" y="34"/>
                      <a:pt x="414" y="94"/>
                    </a:cubicBezTo>
                    <a:lnTo>
                      <a:pt x="89" y="571"/>
                    </a:lnTo>
                    <a:cubicBezTo>
                      <a:pt x="0" y="681"/>
                      <a:pt x="21" y="833"/>
                      <a:pt x="110" y="922"/>
                    </a:cubicBezTo>
                    <a:lnTo>
                      <a:pt x="634" y="1445"/>
                    </a:lnTo>
                    <a:cubicBezTo>
                      <a:pt x="684" y="1495"/>
                      <a:pt x="753" y="1524"/>
                      <a:pt x="823" y="1524"/>
                    </a:cubicBezTo>
                    <a:cubicBezTo>
                      <a:pt x="879" y="1524"/>
                      <a:pt x="936" y="1506"/>
                      <a:pt x="985" y="1466"/>
                    </a:cubicBezTo>
                    <a:lnTo>
                      <a:pt x="1461" y="1163"/>
                    </a:lnTo>
                    <a:cubicBezTo>
                      <a:pt x="1571" y="1074"/>
                      <a:pt x="1592" y="922"/>
                      <a:pt x="1482" y="833"/>
                    </a:cubicBezTo>
                    <a:lnTo>
                      <a:pt x="723" y="73"/>
                    </a:lnTo>
                    <a:cubicBezTo>
                      <a:pt x="683" y="24"/>
                      <a:pt x="629" y="1"/>
                      <a:pt x="577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Google Shape;704;p33">
                <a:extLst>
                  <a:ext uri="{FF2B5EF4-FFF2-40B4-BE49-F238E27FC236}">
                    <a16:creationId xmlns:a16="http://schemas.microsoft.com/office/drawing/2014/main" id="{392D94E4-DE4D-8EA9-D93B-7E3C041671E9}"/>
                  </a:ext>
                </a:extLst>
              </p:cNvPr>
              <p:cNvSpPr/>
              <p:nvPr/>
            </p:nvSpPr>
            <p:spPr>
              <a:xfrm>
                <a:off x="1531817" y="998317"/>
                <a:ext cx="79885" cy="117698"/>
              </a:xfrm>
              <a:custGeom>
                <a:avLst/>
                <a:gdLst/>
                <a:ahLst/>
                <a:cxnLst/>
                <a:rect l="l" t="t" r="r" b="b"/>
                <a:pathLst>
                  <a:path w="938" h="1382" extrusionOk="0">
                    <a:moveTo>
                      <a:pt x="776" y="0"/>
                    </a:moveTo>
                    <a:cubicBezTo>
                      <a:pt x="765" y="0"/>
                      <a:pt x="755" y="2"/>
                      <a:pt x="744" y="4"/>
                    </a:cubicBezTo>
                    <a:lnTo>
                      <a:pt x="173" y="114"/>
                    </a:lnTo>
                    <a:cubicBezTo>
                      <a:pt x="69" y="135"/>
                      <a:pt x="1" y="224"/>
                      <a:pt x="1" y="334"/>
                    </a:cubicBezTo>
                    <a:lnTo>
                      <a:pt x="1" y="1052"/>
                    </a:lnTo>
                    <a:cubicBezTo>
                      <a:pt x="1" y="1162"/>
                      <a:pt x="69" y="1251"/>
                      <a:pt x="173" y="1272"/>
                    </a:cubicBezTo>
                    <a:lnTo>
                      <a:pt x="744" y="1382"/>
                    </a:lnTo>
                    <a:lnTo>
                      <a:pt x="786" y="1382"/>
                    </a:lnTo>
                    <a:cubicBezTo>
                      <a:pt x="854" y="1382"/>
                      <a:pt x="938" y="1314"/>
                      <a:pt x="938" y="1230"/>
                    </a:cubicBezTo>
                    <a:lnTo>
                      <a:pt x="938" y="156"/>
                    </a:lnTo>
                    <a:cubicBezTo>
                      <a:pt x="938" y="135"/>
                      <a:pt x="938" y="135"/>
                      <a:pt x="917" y="114"/>
                    </a:cubicBezTo>
                    <a:cubicBezTo>
                      <a:pt x="917" y="59"/>
                      <a:pt x="849" y="0"/>
                      <a:pt x="77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Google Shape;705;p33">
                <a:extLst>
                  <a:ext uri="{FF2B5EF4-FFF2-40B4-BE49-F238E27FC236}">
                    <a16:creationId xmlns:a16="http://schemas.microsoft.com/office/drawing/2014/main" id="{CC0973C4-10B6-D91B-31EF-64B780A8019F}"/>
                  </a:ext>
                </a:extLst>
              </p:cNvPr>
              <p:cNvSpPr/>
              <p:nvPr/>
            </p:nvSpPr>
            <p:spPr>
              <a:xfrm>
                <a:off x="1526452" y="993037"/>
                <a:ext cx="89338" cy="128599"/>
              </a:xfrm>
              <a:custGeom>
                <a:avLst/>
                <a:gdLst/>
                <a:ahLst/>
                <a:cxnLst/>
                <a:rect l="l" t="t" r="r" b="b"/>
                <a:pathLst>
                  <a:path w="1049" h="1510" extrusionOk="0">
                    <a:moveTo>
                      <a:pt x="828" y="113"/>
                    </a:moveTo>
                    <a:cubicBezTo>
                      <a:pt x="891" y="113"/>
                      <a:pt x="938" y="155"/>
                      <a:pt x="938" y="218"/>
                    </a:cubicBezTo>
                    <a:lnTo>
                      <a:pt x="938" y="1292"/>
                    </a:lnTo>
                    <a:cubicBezTo>
                      <a:pt x="938" y="1355"/>
                      <a:pt x="891" y="1397"/>
                      <a:pt x="828" y="1397"/>
                    </a:cubicBezTo>
                    <a:lnTo>
                      <a:pt x="263" y="1292"/>
                    </a:lnTo>
                    <a:cubicBezTo>
                      <a:pt x="174" y="1266"/>
                      <a:pt x="132" y="1203"/>
                      <a:pt x="132" y="1114"/>
                    </a:cubicBezTo>
                    <a:lnTo>
                      <a:pt x="132" y="396"/>
                    </a:lnTo>
                    <a:cubicBezTo>
                      <a:pt x="132" y="307"/>
                      <a:pt x="174" y="244"/>
                      <a:pt x="263" y="218"/>
                    </a:cubicBezTo>
                    <a:lnTo>
                      <a:pt x="828" y="113"/>
                    </a:lnTo>
                    <a:close/>
                    <a:moveTo>
                      <a:pt x="841" y="1"/>
                    </a:moveTo>
                    <a:cubicBezTo>
                      <a:pt x="830" y="1"/>
                      <a:pt x="818" y="2"/>
                      <a:pt x="807" y="4"/>
                    </a:cubicBezTo>
                    <a:lnTo>
                      <a:pt x="236" y="113"/>
                    </a:lnTo>
                    <a:cubicBezTo>
                      <a:pt x="105" y="134"/>
                      <a:pt x="1" y="265"/>
                      <a:pt x="1" y="396"/>
                    </a:cubicBezTo>
                    <a:lnTo>
                      <a:pt x="1" y="1114"/>
                    </a:lnTo>
                    <a:cubicBezTo>
                      <a:pt x="1" y="1245"/>
                      <a:pt x="105" y="1376"/>
                      <a:pt x="236" y="1397"/>
                    </a:cubicBezTo>
                    <a:lnTo>
                      <a:pt x="807" y="1507"/>
                    </a:lnTo>
                    <a:cubicBezTo>
                      <a:pt x="818" y="1508"/>
                      <a:pt x="830" y="1509"/>
                      <a:pt x="841" y="1509"/>
                    </a:cubicBezTo>
                    <a:cubicBezTo>
                      <a:pt x="956" y="1509"/>
                      <a:pt x="1048" y="1411"/>
                      <a:pt x="1048" y="1292"/>
                    </a:cubicBezTo>
                    <a:lnTo>
                      <a:pt x="1048" y="218"/>
                    </a:lnTo>
                    <a:cubicBezTo>
                      <a:pt x="1048" y="99"/>
                      <a:pt x="956" y="1"/>
                      <a:pt x="841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Google Shape;706;p33">
                <a:extLst>
                  <a:ext uri="{FF2B5EF4-FFF2-40B4-BE49-F238E27FC236}">
                    <a16:creationId xmlns:a16="http://schemas.microsoft.com/office/drawing/2014/main" id="{5ECB13BA-8133-B7C1-E432-EB6024E92B87}"/>
                  </a:ext>
                </a:extLst>
              </p:cNvPr>
              <p:cNvSpPr/>
              <p:nvPr/>
            </p:nvSpPr>
            <p:spPr>
              <a:xfrm>
                <a:off x="1582233" y="837529"/>
                <a:ext cx="124511" cy="119146"/>
              </a:xfrm>
              <a:custGeom>
                <a:avLst/>
                <a:gdLst/>
                <a:ahLst/>
                <a:cxnLst/>
                <a:rect l="l" t="t" r="r" b="b"/>
                <a:pathLst>
                  <a:path w="1462" h="1399" extrusionOk="0">
                    <a:moveTo>
                      <a:pt x="769" y="1"/>
                    </a:moveTo>
                    <a:cubicBezTo>
                      <a:pt x="708" y="1"/>
                      <a:pt x="647" y="23"/>
                      <a:pt x="608" y="59"/>
                    </a:cubicBezTo>
                    <a:lnTo>
                      <a:pt x="84" y="562"/>
                    </a:lnTo>
                    <a:cubicBezTo>
                      <a:pt x="21" y="651"/>
                      <a:pt x="0" y="761"/>
                      <a:pt x="63" y="866"/>
                    </a:cubicBezTo>
                    <a:lnTo>
                      <a:pt x="393" y="1327"/>
                    </a:lnTo>
                    <a:cubicBezTo>
                      <a:pt x="393" y="1348"/>
                      <a:pt x="393" y="1348"/>
                      <a:pt x="414" y="1348"/>
                    </a:cubicBezTo>
                    <a:cubicBezTo>
                      <a:pt x="435" y="1382"/>
                      <a:pt x="473" y="1399"/>
                      <a:pt x="514" y="1399"/>
                    </a:cubicBezTo>
                    <a:cubicBezTo>
                      <a:pt x="554" y="1399"/>
                      <a:pt x="597" y="1382"/>
                      <a:pt x="629" y="1348"/>
                    </a:cubicBezTo>
                    <a:lnTo>
                      <a:pt x="1393" y="583"/>
                    </a:lnTo>
                    <a:lnTo>
                      <a:pt x="1414" y="562"/>
                    </a:lnTo>
                    <a:cubicBezTo>
                      <a:pt x="1461" y="499"/>
                      <a:pt x="1440" y="410"/>
                      <a:pt x="1372" y="368"/>
                    </a:cubicBezTo>
                    <a:lnTo>
                      <a:pt x="891" y="38"/>
                    </a:lnTo>
                    <a:cubicBezTo>
                      <a:pt x="855" y="12"/>
                      <a:pt x="812" y="1"/>
                      <a:pt x="76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Google Shape;707;p33">
                <a:extLst>
                  <a:ext uri="{FF2B5EF4-FFF2-40B4-BE49-F238E27FC236}">
                    <a16:creationId xmlns:a16="http://schemas.microsoft.com/office/drawing/2014/main" id="{89086941-E3FA-6B7C-7148-FF466A496D82}"/>
                  </a:ext>
                </a:extLst>
              </p:cNvPr>
              <p:cNvSpPr/>
              <p:nvPr/>
            </p:nvSpPr>
            <p:spPr>
              <a:xfrm>
                <a:off x="1576442" y="832334"/>
                <a:ext cx="135668" cy="129791"/>
              </a:xfrm>
              <a:custGeom>
                <a:avLst/>
                <a:gdLst/>
                <a:ahLst/>
                <a:cxnLst/>
                <a:rect l="l" t="t" r="r" b="b"/>
                <a:pathLst>
                  <a:path w="1593" h="1524" extrusionOk="0">
                    <a:moveTo>
                      <a:pt x="823" y="113"/>
                    </a:moveTo>
                    <a:cubicBezTo>
                      <a:pt x="856" y="113"/>
                      <a:pt x="889" y="123"/>
                      <a:pt x="917" y="141"/>
                    </a:cubicBezTo>
                    <a:lnTo>
                      <a:pt x="1398" y="471"/>
                    </a:lnTo>
                    <a:cubicBezTo>
                      <a:pt x="1461" y="492"/>
                      <a:pt x="1461" y="581"/>
                      <a:pt x="1419" y="623"/>
                    </a:cubicBezTo>
                    <a:lnTo>
                      <a:pt x="655" y="1388"/>
                    </a:lnTo>
                    <a:cubicBezTo>
                      <a:pt x="639" y="1404"/>
                      <a:pt x="619" y="1411"/>
                      <a:pt x="598" y="1411"/>
                    </a:cubicBezTo>
                    <a:cubicBezTo>
                      <a:pt x="565" y="1411"/>
                      <a:pt x="529" y="1393"/>
                      <a:pt x="503" y="1367"/>
                    </a:cubicBezTo>
                    <a:lnTo>
                      <a:pt x="173" y="885"/>
                    </a:lnTo>
                    <a:cubicBezTo>
                      <a:pt x="131" y="822"/>
                      <a:pt x="152" y="733"/>
                      <a:pt x="199" y="665"/>
                    </a:cubicBezTo>
                    <a:lnTo>
                      <a:pt x="697" y="168"/>
                    </a:lnTo>
                    <a:cubicBezTo>
                      <a:pt x="735" y="129"/>
                      <a:pt x="780" y="113"/>
                      <a:pt x="823" y="113"/>
                    </a:cubicBezTo>
                    <a:close/>
                    <a:moveTo>
                      <a:pt x="823" y="0"/>
                    </a:moveTo>
                    <a:cubicBezTo>
                      <a:pt x="753" y="0"/>
                      <a:pt x="684" y="29"/>
                      <a:pt x="634" y="79"/>
                    </a:cubicBezTo>
                    <a:lnTo>
                      <a:pt x="110" y="602"/>
                    </a:lnTo>
                    <a:cubicBezTo>
                      <a:pt x="21" y="691"/>
                      <a:pt x="0" y="843"/>
                      <a:pt x="89" y="953"/>
                    </a:cubicBezTo>
                    <a:lnTo>
                      <a:pt x="414" y="1430"/>
                    </a:lnTo>
                    <a:cubicBezTo>
                      <a:pt x="451" y="1490"/>
                      <a:pt x="514" y="1523"/>
                      <a:pt x="577" y="1523"/>
                    </a:cubicBezTo>
                    <a:cubicBezTo>
                      <a:pt x="629" y="1523"/>
                      <a:pt x="683" y="1500"/>
                      <a:pt x="723" y="1451"/>
                    </a:cubicBezTo>
                    <a:lnTo>
                      <a:pt x="1508" y="691"/>
                    </a:lnTo>
                    <a:cubicBezTo>
                      <a:pt x="1592" y="602"/>
                      <a:pt x="1571" y="450"/>
                      <a:pt x="1461" y="361"/>
                    </a:cubicBezTo>
                    <a:lnTo>
                      <a:pt x="985" y="58"/>
                    </a:lnTo>
                    <a:cubicBezTo>
                      <a:pt x="936" y="18"/>
                      <a:pt x="879" y="0"/>
                      <a:pt x="823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Google Shape;708;p33">
                <a:extLst>
                  <a:ext uri="{FF2B5EF4-FFF2-40B4-BE49-F238E27FC236}">
                    <a16:creationId xmlns:a16="http://schemas.microsoft.com/office/drawing/2014/main" id="{9B787AC9-5646-F426-FF3C-369B9510E15E}"/>
                  </a:ext>
                </a:extLst>
              </p:cNvPr>
              <p:cNvSpPr/>
              <p:nvPr/>
            </p:nvSpPr>
            <p:spPr>
              <a:xfrm>
                <a:off x="1591176" y="842554"/>
                <a:ext cx="427784" cy="427784"/>
              </a:xfrm>
              <a:custGeom>
                <a:avLst/>
                <a:gdLst/>
                <a:ahLst/>
                <a:cxnLst/>
                <a:rect l="l" t="t" r="r" b="b"/>
                <a:pathLst>
                  <a:path w="5023" h="5023" extrusionOk="0">
                    <a:moveTo>
                      <a:pt x="2514" y="1200"/>
                    </a:moveTo>
                    <a:cubicBezTo>
                      <a:pt x="3231" y="1200"/>
                      <a:pt x="3823" y="1791"/>
                      <a:pt x="3823" y="2509"/>
                    </a:cubicBezTo>
                    <a:cubicBezTo>
                      <a:pt x="3823" y="3232"/>
                      <a:pt x="3231" y="3818"/>
                      <a:pt x="2514" y="3818"/>
                    </a:cubicBezTo>
                    <a:cubicBezTo>
                      <a:pt x="1791" y="3818"/>
                      <a:pt x="1205" y="3232"/>
                      <a:pt x="1205" y="2509"/>
                    </a:cubicBezTo>
                    <a:cubicBezTo>
                      <a:pt x="1205" y="1791"/>
                      <a:pt x="1791" y="1200"/>
                      <a:pt x="2514" y="1200"/>
                    </a:cubicBezTo>
                    <a:close/>
                    <a:moveTo>
                      <a:pt x="2514" y="0"/>
                    </a:moveTo>
                    <a:cubicBezTo>
                      <a:pt x="1115" y="0"/>
                      <a:pt x="0" y="1137"/>
                      <a:pt x="0" y="2509"/>
                    </a:cubicBezTo>
                    <a:cubicBezTo>
                      <a:pt x="0" y="3886"/>
                      <a:pt x="1115" y="5023"/>
                      <a:pt x="2514" y="5023"/>
                    </a:cubicBezTo>
                    <a:cubicBezTo>
                      <a:pt x="3886" y="5023"/>
                      <a:pt x="5022" y="3886"/>
                      <a:pt x="5022" y="2509"/>
                    </a:cubicBezTo>
                    <a:cubicBezTo>
                      <a:pt x="5022" y="1137"/>
                      <a:pt x="3886" y="0"/>
                      <a:pt x="251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Google Shape;709;p33">
                <a:extLst>
                  <a:ext uri="{FF2B5EF4-FFF2-40B4-BE49-F238E27FC236}">
                    <a16:creationId xmlns:a16="http://schemas.microsoft.com/office/drawing/2014/main" id="{9814F976-3414-1551-4338-60FC3D8900C5}"/>
                  </a:ext>
                </a:extLst>
              </p:cNvPr>
              <p:cNvSpPr/>
              <p:nvPr/>
            </p:nvSpPr>
            <p:spPr>
              <a:xfrm>
                <a:off x="1585810" y="838977"/>
                <a:ext cx="436726" cy="434938"/>
              </a:xfrm>
              <a:custGeom>
                <a:avLst/>
                <a:gdLst/>
                <a:ahLst/>
                <a:cxnLst/>
                <a:rect l="l" t="t" r="r" b="b"/>
                <a:pathLst>
                  <a:path w="5128" h="5107" extrusionOk="0">
                    <a:moveTo>
                      <a:pt x="2577" y="1310"/>
                    </a:moveTo>
                    <a:cubicBezTo>
                      <a:pt x="3273" y="1310"/>
                      <a:pt x="3818" y="1854"/>
                      <a:pt x="3818" y="2551"/>
                    </a:cubicBezTo>
                    <a:cubicBezTo>
                      <a:pt x="3818" y="3253"/>
                      <a:pt x="3273" y="3797"/>
                      <a:pt x="2577" y="3797"/>
                    </a:cubicBezTo>
                    <a:cubicBezTo>
                      <a:pt x="1875" y="3797"/>
                      <a:pt x="1309" y="3253"/>
                      <a:pt x="1309" y="2551"/>
                    </a:cubicBezTo>
                    <a:cubicBezTo>
                      <a:pt x="1309" y="1854"/>
                      <a:pt x="1875" y="1310"/>
                      <a:pt x="2577" y="1310"/>
                    </a:cubicBezTo>
                    <a:close/>
                    <a:moveTo>
                      <a:pt x="2577" y="1179"/>
                    </a:moveTo>
                    <a:cubicBezTo>
                      <a:pt x="1812" y="1179"/>
                      <a:pt x="1199" y="1792"/>
                      <a:pt x="1199" y="2551"/>
                    </a:cubicBezTo>
                    <a:cubicBezTo>
                      <a:pt x="1199" y="3316"/>
                      <a:pt x="1812" y="3928"/>
                      <a:pt x="2577" y="3928"/>
                    </a:cubicBezTo>
                    <a:cubicBezTo>
                      <a:pt x="3315" y="3928"/>
                      <a:pt x="3928" y="3316"/>
                      <a:pt x="3928" y="2551"/>
                    </a:cubicBezTo>
                    <a:cubicBezTo>
                      <a:pt x="3928" y="1792"/>
                      <a:pt x="3315" y="1179"/>
                      <a:pt x="2577" y="1179"/>
                    </a:cubicBezTo>
                    <a:close/>
                    <a:moveTo>
                      <a:pt x="2577" y="111"/>
                    </a:moveTo>
                    <a:cubicBezTo>
                      <a:pt x="3928" y="111"/>
                      <a:pt x="5017" y="1200"/>
                      <a:pt x="5017" y="2551"/>
                    </a:cubicBezTo>
                    <a:cubicBezTo>
                      <a:pt x="5017" y="3907"/>
                      <a:pt x="3928" y="4997"/>
                      <a:pt x="2577" y="4997"/>
                    </a:cubicBezTo>
                    <a:cubicBezTo>
                      <a:pt x="1220" y="4997"/>
                      <a:pt x="131" y="3907"/>
                      <a:pt x="131" y="2551"/>
                    </a:cubicBezTo>
                    <a:cubicBezTo>
                      <a:pt x="131" y="1200"/>
                      <a:pt x="1220" y="111"/>
                      <a:pt x="2577" y="111"/>
                    </a:cubicBezTo>
                    <a:close/>
                    <a:moveTo>
                      <a:pt x="2577" y="1"/>
                    </a:moveTo>
                    <a:cubicBezTo>
                      <a:pt x="1158" y="1"/>
                      <a:pt x="0" y="1137"/>
                      <a:pt x="0" y="2551"/>
                    </a:cubicBezTo>
                    <a:cubicBezTo>
                      <a:pt x="0" y="3970"/>
                      <a:pt x="1158" y="5107"/>
                      <a:pt x="2577" y="5107"/>
                    </a:cubicBezTo>
                    <a:cubicBezTo>
                      <a:pt x="3991" y="5107"/>
                      <a:pt x="5127" y="3970"/>
                      <a:pt x="5127" y="2551"/>
                    </a:cubicBezTo>
                    <a:cubicBezTo>
                      <a:pt x="5127" y="1137"/>
                      <a:pt x="3991" y="1"/>
                      <a:pt x="2577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Google Shape;710;p33">
                <a:extLst>
                  <a:ext uri="{FF2B5EF4-FFF2-40B4-BE49-F238E27FC236}">
                    <a16:creationId xmlns:a16="http://schemas.microsoft.com/office/drawing/2014/main" id="{A2311882-0C26-473A-02AB-8D9E985BCF5F}"/>
                  </a:ext>
                </a:extLst>
              </p:cNvPr>
              <p:cNvSpPr/>
              <p:nvPr/>
            </p:nvSpPr>
            <p:spPr>
              <a:xfrm>
                <a:off x="1678553" y="929931"/>
                <a:ext cx="251152" cy="253025"/>
              </a:xfrm>
              <a:custGeom>
                <a:avLst/>
                <a:gdLst/>
                <a:ahLst/>
                <a:cxnLst/>
                <a:rect l="l" t="t" r="r" b="b"/>
                <a:pathLst>
                  <a:path w="2949" h="2971" extrusionOk="0">
                    <a:moveTo>
                      <a:pt x="1488" y="174"/>
                    </a:moveTo>
                    <a:cubicBezTo>
                      <a:pt x="2205" y="174"/>
                      <a:pt x="2797" y="765"/>
                      <a:pt x="2797" y="1483"/>
                    </a:cubicBezTo>
                    <a:cubicBezTo>
                      <a:pt x="2797" y="2206"/>
                      <a:pt x="2205" y="2792"/>
                      <a:pt x="1488" y="2792"/>
                    </a:cubicBezTo>
                    <a:cubicBezTo>
                      <a:pt x="765" y="2792"/>
                      <a:pt x="179" y="2206"/>
                      <a:pt x="179" y="1483"/>
                    </a:cubicBezTo>
                    <a:cubicBezTo>
                      <a:pt x="179" y="765"/>
                      <a:pt x="765" y="174"/>
                      <a:pt x="1488" y="174"/>
                    </a:cubicBezTo>
                    <a:close/>
                    <a:moveTo>
                      <a:pt x="1488" y="1"/>
                    </a:moveTo>
                    <a:cubicBezTo>
                      <a:pt x="655" y="1"/>
                      <a:pt x="0" y="676"/>
                      <a:pt x="0" y="1483"/>
                    </a:cubicBezTo>
                    <a:cubicBezTo>
                      <a:pt x="0" y="2295"/>
                      <a:pt x="655" y="2970"/>
                      <a:pt x="1488" y="2970"/>
                    </a:cubicBezTo>
                    <a:cubicBezTo>
                      <a:pt x="2294" y="2970"/>
                      <a:pt x="2949" y="2295"/>
                      <a:pt x="2949" y="1483"/>
                    </a:cubicBezTo>
                    <a:cubicBezTo>
                      <a:pt x="2949" y="676"/>
                      <a:pt x="2294" y="1"/>
                      <a:pt x="1488" y="1"/>
                    </a:cubicBezTo>
                    <a:close/>
                  </a:path>
                </a:pathLst>
              </a:custGeom>
              <a:solidFill>
                <a:srgbClr val="356B9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Google Shape;711;p33">
                <a:extLst>
                  <a:ext uri="{FF2B5EF4-FFF2-40B4-BE49-F238E27FC236}">
                    <a16:creationId xmlns:a16="http://schemas.microsoft.com/office/drawing/2014/main" id="{9E044CF6-0C60-F244-E7D6-6CF440C837C0}"/>
                  </a:ext>
                </a:extLst>
              </p:cNvPr>
              <p:cNvSpPr/>
              <p:nvPr/>
            </p:nvSpPr>
            <p:spPr>
              <a:xfrm>
                <a:off x="1673187" y="926354"/>
                <a:ext cx="261882" cy="260179"/>
              </a:xfrm>
              <a:custGeom>
                <a:avLst/>
                <a:gdLst/>
                <a:ahLst/>
                <a:cxnLst/>
                <a:rect l="l" t="t" r="r" b="b"/>
                <a:pathLst>
                  <a:path w="3075" h="3055" extrusionOk="0">
                    <a:moveTo>
                      <a:pt x="1551" y="284"/>
                    </a:moveTo>
                    <a:cubicBezTo>
                      <a:pt x="2247" y="284"/>
                      <a:pt x="2792" y="828"/>
                      <a:pt x="2792" y="1525"/>
                    </a:cubicBezTo>
                    <a:cubicBezTo>
                      <a:pt x="2792" y="2227"/>
                      <a:pt x="2247" y="2771"/>
                      <a:pt x="1551" y="2771"/>
                    </a:cubicBezTo>
                    <a:cubicBezTo>
                      <a:pt x="849" y="2771"/>
                      <a:pt x="283" y="2227"/>
                      <a:pt x="283" y="1525"/>
                    </a:cubicBezTo>
                    <a:cubicBezTo>
                      <a:pt x="283" y="828"/>
                      <a:pt x="849" y="284"/>
                      <a:pt x="1551" y="284"/>
                    </a:cubicBezTo>
                    <a:close/>
                    <a:moveTo>
                      <a:pt x="1551" y="153"/>
                    </a:moveTo>
                    <a:cubicBezTo>
                      <a:pt x="786" y="153"/>
                      <a:pt x="173" y="766"/>
                      <a:pt x="173" y="1525"/>
                    </a:cubicBezTo>
                    <a:cubicBezTo>
                      <a:pt x="173" y="2290"/>
                      <a:pt x="786" y="2902"/>
                      <a:pt x="1551" y="2902"/>
                    </a:cubicBezTo>
                    <a:cubicBezTo>
                      <a:pt x="2289" y="2902"/>
                      <a:pt x="2902" y="2290"/>
                      <a:pt x="2902" y="1525"/>
                    </a:cubicBezTo>
                    <a:cubicBezTo>
                      <a:pt x="2902" y="766"/>
                      <a:pt x="2289" y="153"/>
                      <a:pt x="1551" y="153"/>
                    </a:cubicBezTo>
                    <a:close/>
                    <a:moveTo>
                      <a:pt x="1551" y="111"/>
                    </a:moveTo>
                    <a:cubicBezTo>
                      <a:pt x="2336" y="111"/>
                      <a:pt x="2965" y="739"/>
                      <a:pt x="2965" y="1525"/>
                    </a:cubicBezTo>
                    <a:cubicBezTo>
                      <a:pt x="2965" y="2310"/>
                      <a:pt x="2336" y="2944"/>
                      <a:pt x="1551" y="2944"/>
                    </a:cubicBezTo>
                    <a:cubicBezTo>
                      <a:pt x="765" y="2944"/>
                      <a:pt x="132" y="2310"/>
                      <a:pt x="132" y="1525"/>
                    </a:cubicBezTo>
                    <a:cubicBezTo>
                      <a:pt x="132" y="739"/>
                      <a:pt x="765" y="111"/>
                      <a:pt x="1551" y="111"/>
                    </a:cubicBezTo>
                    <a:close/>
                    <a:moveTo>
                      <a:pt x="1551" y="1"/>
                    </a:moveTo>
                    <a:cubicBezTo>
                      <a:pt x="697" y="1"/>
                      <a:pt x="1" y="677"/>
                      <a:pt x="1" y="1525"/>
                    </a:cubicBezTo>
                    <a:cubicBezTo>
                      <a:pt x="1" y="2379"/>
                      <a:pt x="697" y="3054"/>
                      <a:pt x="1551" y="3054"/>
                    </a:cubicBezTo>
                    <a:cubicBezTo>
                      <a:pt x="2399" y="3054"/>
                      <a:pt x="3075" y="2379"/>
                      <a:pt x="3075" y="1525"/>
                    </a:cubicBezTo>
                    <a:cubicBezTo>
                      <a:pt x="3075" y="677"/>
                      <a:pt x="2399" y="1"/>
                      <a:pt x="1551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Google Shape;712;p33">
                <a:extLst>
                  <a:ext uri="{FF2B5EF4-FFF2-40B4-BE49-F238E27FC236}">
                    <a16:creationId xmlns:a16="http://schemas.microsoft.com/office/drawing/2014/main" id="{8226BD21-E037-DE0A-3D81-3C052D1FCDB6}"/>
                  </a:ext>
                </a:extLst>
              </p:cNvPr>
              <p:cNvSpPr/>
              <p:nvPr/>
            </p:nvSpPr>
            <p:spPr>
              <a:xfrm>
                <a:off x="3428214" y="1460427"/>
                <a:ext cx="119231" cy="79885"/>
              </a:xfrm>
              <a:custGeom>
                <a:avLst/>
                <a:gdLst/>
                <a:ahLst/>
                <a:cxnLst/>
                <a:rect l="l" t="t" r="r" b="b"/>
                <a:pathLst>
                  <a:path w="1400" h="938" extrusionOk="0">
                    <a:moveTo>
                      <a:pt x="331" y="0"/>
                    </a:moveTo>
                    <a:cubicBezTo>
                      <a:pt x="221" y="0"/>
                      <a:pt x="132" y="84"/>
                      <a:pt x="111" y="194"/>
                    </a:cubicBezTo>
                    <a:lnTo>
                      <a:pt x="1" y="765"/>
                    </a:lnTo>
                    <a:lnTo>
                      <a:pt x="1" y="786"/>
                    </a:lnTo>
                    <a:cubicBezTo>
                      <a:pt x="1" y="870"/>
                      <a:pt x="69" y="938"/>
                      <a:pt x="158" y="938"/>
                    </a:cubicBezTo>
                    <a:lnTo>
                      <a:pt x="1268" y="938"/>
                    </a:lnTo>
                    <a:cubicBezTo>
                      <a:pt x="1357" y="917"/>
                      <a:pt x="1399" y="828"/>
                      <a:pt x="1378" y="765"/>
                    </a:cubicBezTo>
                    <a:lnTo>
                      <a:pt x="1268" y="194"/>
                    </a:lnTo>
                    <a:cubicBezTo>
                      <a:pt x="1247" y="84"/>
                      <a:pt x="1158" y="0"/>
                      <a:pt x="104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Google Shape;713;p33">
                <a:extLst>
                  <a:ext uri="{FF2B5EF4-FFF2-40B4-BE49-F238E27FC236}">
                    <a16:creationId xmlns:a16="http://schemas.microsoft.com/office/drawing/2014/main" id="{39E011E2-5E9E-40CC-F7D2-7BCD1FED6511}"/>
                  </a:ext>
                </a:extLst>
              </p:cNvPr>
              <p:cNvSpPr/>
              <p:nvPr/>
            </p:nvSpPr>
            <p:spPr>
              <a:xfrm>
                <a:off x="3421145" y="1456425"/>
                <a:ext cx="132091" cy="89253"/>
              </a:xfrm>
              <a:custGeom>
                <a:avLst/>
                <a:gdLst/>
                <a:ahLst/>
                <a:cxnLst/>
                <a:rect l="l" t="t" r="r" b="b"/>
                <a:pathLst>
                  <a:path w="1551" h="1048" extrusionOk="0">
                    <a:moveTo>
                      <a:pt x="1131" y="110"/>
                    </a:moveTo>
                    <a:cubicBezTo>
                      <a:pt x="1220" y="110"/>
                      <a:pt x="1288" y="178"/>
                      <a:pt x="1309" y="241"/>
                    </a:cubicBezTo>
                    <a:lnTo>
                      <a:pt x="1419" y="812"/>
                    </a:lnTo>
                    <a:cubicBezTo>
                      <a:pt x="1419" y="875"/>
                      <a:pt x="1372" y="917"/>
                      <a:pt x="1309" y="917"/>
                    </a:cubicBezTo>
                    <a:lnTo>
                      <a:pt x="241" y="917"/>
                    </a:lnTo>
                    <a:cubicBezTo>
                      <a:pt x="173" y="917"/>
                      <a:pt x="131" y="875"/>
                      <a:pt x="131" y="812"/>
                    </a:cubicBezTo>
                    <a:lnTo>
                      <a:pt x="241" y="241"/>
                    </a:lnTo>
                    <a:cubicBezTo>
                      <a:pt x="262" y="178"/>
                      <a:pt x="325" y="110"/>
                      <a:pt x="414" y="110"/>
                    </a:cubicBezTo>
                    <a:close/>
                    <a:moveTo>
                      <a:pt x="414" y="0"/>
                    </a:moveTo>
                    <a:cubicBezTo>
                      <a:pt x="283" y="0"/>
                      <a:pt x="173" y="89"/>
                      <a:pt x="131" y="220"/>
                    </a:cubicBezTo>
                    <a:lnTo>
                      <a:pt x="21" y="786"/>
                    </a:lnTo>
                    <a:cubicBezTo>
                      <a:pt x="0" y="917"/>
                      <a:pt x="110" y="1048"/>
                      <a:pt x="241" y="1048"/>
                    </a:cubicBezTo>
                    <a:lnTo>
                      <a:pt x="1309" y="1048"/>
                    </a:lnTo>
                    <a:cubicBezTo>
                      <a:pt x="1440" y="1048"/>
                      <a:pt x="1550" y="917"/>
                      <a:pt x="1524" y="786"/>
                    </a:cubicBezTo>
                    <a:lnTo>
                      <a:pt x="1419" y="220"/>
                    </a:lnTo>
                    <a:cubicBezTo>
                      <a:pt x="1393" y="89"/>
                      <a:pt x="1262" y="0"/>
                      <a:pt x="1131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Google Shape;714;p33">
                <a:extLst>
                  <a:ext uri="{FF2B5EF4-FFF2-40B4-BE49-F238E27FC236}">
                    <a16:creationId xmlns:a16="http://schemas.microsoft.com/office/drawing/2014/main" id="{781C5113-AAD5-049E-7205-4D28547CA051}"/>
                  </a:ext>
                </a:extLst>
              </p:cNvPr>
              <p:cNvSpPr/>
              <p:nvPr/>
            </p:nvSpPr>
            <p:spPr>
              <a:xfrm>
                <a:off x="3426425" y="1926951"/>
                <a:ext cx="119231" cy="79885"/>
              </a:xfrm>
              <a:custGeom>
                <a:avLst/>
                <a:gdLst/>
                <a:ahLst/>
                <a:cxnLst/>
                <a:rect l="l" t="t" r="r" b="b"/>
                <a:pathLst>
                  <a:path w="1400" h="938" extrusionOk="0">
                    <a:moveTo>
                      <a:pt x="132" y="0"/>
                    </a:moveTo>
                    <a:cubicBezTo>
                      <a:pt x="48" y="21"/>
                      <a:pt x="1" y="105"/>
                      <a:pt x="22" y="173"/>
                    </a:cubicBezTo>
                    <a:lnTo>
                      <a:pt x="132" y="739"/>
                    </a:lnTo>
                    <a:cubicBezTo>
                      <a:pt x="153" y="849"/>
                      <a:pt x="242" y="938"/>
                      <a:pt x="352" y="938"/>
                    </a:cubicBezTo>
                    <a:lnTo>
                      <a:pt x="1069" y="938"/>
                    </a:lnTo>
                    <a:cubicBezTo>
                      <a:pt x="1179" y="938"/>
                      <a:pt x="1268" y="849"/>
                      <a:pt x="1289" y="739"/>
                    </a:cubicBezTo>
                    <a:lnTo>
                      <a:pt x="1399" y="173"/>
                    </a:lnTo>
                    <a:lnTo>
                      <a:pt x="1399" y="152"/>
                    </a:lnTo>
                    <a:cubicBezTo>
                      <a:pt x="1399" y="63"/>
                      <a:pt x="1331" y="0"/>
                      <a:pt x="124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Google Shape;715;p33">
                <a:extLst>
                  <a:ext uri="{FF2B5EF4-FFF2-40B4-BE49-F238E27FC236}">
                    <a16:creationId xmlns:a16="http://schemas.microsoft.com/office/drawing/2014/main" id="{92D14021-BC2B-88A4-1C62-A52D854A3CFB}"/>
                  </a:ext>
                </a:extLst>
              </p:cNvPr>
              <p:cNvSpPr/>
              <p:nvPr/>
            </p:nvSpPr>
            <p:spPr>
              <a:xfrm>
                <a:off x="3421145" y="1921160"/>
                <a:ext cx="132091" cy="89253"/>
              </a:xfrm>
              <a:custGeom>
                <a:avLst/>
                <a:gdLst/>
                <a:ahLst/>
                <a:cxnLst/>
                <a:rect l="l" t="t" r="r" b="b"/>
                <a:pathLst>
                  <a:path w="1551" h="1048" extrusionOk="0">
                    <a:moveTo>
                      <a:pt x="1309" y="131"/>
                    </a:moveTo>
                    <a:cubicBezTo>
                      <a:pt x="1372" y="131"/>
                      <a:pt x="1419" y="173"/>
                      <a:pt x="1419" y="241"/>
                    </a:cubicBezTo>
                    <a:lnTo>
                      <a:pt x="1309" y="807"/>
                    </a:lnTo>
                    <a:cubicBezTo>
                      <a:pt x="1288" y="875"/>
                      <a:pt x="1220" y="937"/>
                      <a:pt x="1131" y="937"/>
                    </a:cubicBezTo>
                    <a:lnTo>
                      <a:pt x="414" y="937"/>
                    </a:lnTo>
                    <a:cubicBezTo>
                      <a:pt x="325" y="937"/>
                      <a:pt x="262" y="875"/>
                      <a:pt x="241" y="807"/>
                    </a:cubicBezTo>
                    <a:lnTo>
                      <a:pt x="131" y="241"/>
                    </a:lnTo>
                    <a:cubicBezTo>
                      <a:pt x="131" y="173"/>
                      <a:pt x="173" y="131"/>
                      <a:pt x="241" y="131"/>
                    </a:cubicBezTo>
                    <a:close/>
                    <a:moveTo>
                      <a:pt x="241" y="0"/>
                    </a:moveTo>
                    <a:cubicBezTo>
                      <a:pt x="110" y="0"/>
                      <a:pt x="0" y="131"/>
                      <a:pt x="21" y="262"/>
                    </a:cubicBezTo>
                    <a:lnTo>
                      <a:pt x="131" y="828"/>
                    </a:lnTo>
                    <a:cubicBezTo>
                      <a:pt x="152" y="958"/>
                      <a:pt x="283" y="1047"/>
                      <a:pt x="414" y="1047"/>
                    </a:cubicBezTo>
                    <a:lnTo>
                      <a:pt x="1131" y="1047"/>
                    </a:lnTo>
                    <a:cubicBezTo>
                      <a:pt x="1262" y="1047"/>
                      <a:pt x="1372" y="958"/>
                      <a:pt x="1419" y="828"/>
                    </a:cubicBezTo>
                    <a:lnTo>
                      <a:pt x="1524" y="262"/>
                    </a:lnTo>
                    <a:cubicBezTo>
                      <a:pt x="1550" y="131"/>
                      <a:pt x="1440" y="0"/>
                      <a:pt x="1309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Google Shape;716;p33">
                <a:extLst>
                  <a:ext uri="{FF2B5EF4-FFF2-40B4-BE49-F238E27FC236}">
                    <a16:creationId xmlns:a16="http://schemas.microsoft.com/office/drawing/2014/main" id="{F308B600-E745-0213-219E-97D64F0AA5E1}"/>
                  </a:ext>
                </a:extLst>
              </p:cNvPr>
              <p:cNvSpPr/>
              <p:nvPr/>
            </p:nvSpPr>
            <p:spPr>
              <a:xfrm>
                <a:off x="3265042" y="1833697"/>
                <a:ext cx="122723" cy="119742"/>
              </a:xfrm>
              <a:custGeom>
                <a:avLst/>
                <a:gdLst/>
                <a:ahLst/>
                <a:cxnLst/>
                <a:rect l="l" t="t" r="r" b="b"/>
                <a:pathLst>
                  <a:path w="1441" h="1406" extrusionOk="0">
                    <a:moveTo>
                      <a:pt x="515" y="0"/>
                    </a:moveTo>
                    <a:cubicBezTo>
                      <a:pt x="468" y="0"/>
                      <a:pt x="420" y="24"/>
                      <a:pt x="393" y="69"/>
                    </a:cubicBezTo>
                    <a:lnTo>
                      <a:pt x="63" y="545"/>
                    </a:lnTo>
                    <a:cubicBezTo>
                      <a:pt x="0" y="634"/>
                      <a:pt x="21" y="765"/>
                      <a:pt x="84" y="833"/>
                    </a:cubicBezTo>
                    <a:lnTo>
                      <a:pt x="587" y="1331"/>
                    </a:lnTo>
                    <a:cubicBezTo>
                      <a:pt x="639" y="1384"/>
                      <a:pt x="700" y="1405"/>
                      <a:pt x="757" y="1405"/>
                    </a:cubicBezTo>
                    <a:cubicBezTo>
                      <a:pt x="797" y="1405"/>
                      <a:pt x="835" y="1395"/>
                      <a:pt x="869" y="1378"/>
                    </a:cubicBezTo>
                    <a:lnTo>
                      <a:pt x="1351" y="1048"/>
                    </a:lnTo>
                    <a:cubicBezTo>
                      <a:pt x="1372" y="1048"/>
                      <a:pt x="1372" y="1027"/>
                      <a:pt x="1372" y="1027"/>
                    </a:cubicBezTo>
                    <a:cubicBezTo>
                      <a:pt x="1440" y="964"/>
                      <a:pt x="1440" y="875"/>
                      <a:pt x="1372" y="807"/>
                    </a:cubicBezTo>
                    <a:lnTo>
                      <a:pt x="608" y="48"/>
                    </a:lnTo>
                    <a:cubicBezTo>
                      <a:pt x="608" y="48"/>
                      <a:pt x="608" y="22"/>
                      <a:pt x="587" y="22"/>
                    </a:cubicBezTo>
                    <a:cubicBezTo>
                      <a:pt x="565" y="7"/>
                      <a:pt x="540" y="0"/>
                      <a:pt x="51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Google Shape;717;p33">
                <a:extLst>
                  <a:ext uri="{FF2B5EF4-FFF2-40B4-BE49-F238E27FC236}">
                    <a16:creationId xmlns:a16="http://schemas.microsoft.com/office/drawing/2014/main" id="{E02C8104-2B7C-4C9B-76EE-224F3F2C2D4C}"/>
                  </a:ext>
                </a:extLst>
              </p:cNvPr>
              <p:cNvSpPr/>
              <p:nvPr/>
            </p:nvSpPr>
            <p:spPr>
              <a:xfrm>
                <a:off x="3259251" y="1829354"/>
                <a:ext cx="135668" cy="129280"/>
              </a:xfrm>
              <a:custGeom>
                <a:avLst/>
                <a:gdLst/>
                <a:ahLst/>
                <a:cxnLst/>
                <a:rect l="l" t="t" r="r" b="b"/>
                <a:pathLst>
                  <a:path w="1593" h="1518" extrusionOk="0">
                    <a:moveTo>
                      <a:pt x="560" y="109"/>
                    </a:moveTo>
                    <a:cubicBezTo>
                      <a:pt x="585" y="109"/>
                      <a:pt x="613" y="120"/>
                      <a:pt x="634" y="141"/>
                    </a:cubicBezTo>
                    <a:lnTo>
                      <a:pt x="1419" y="905"/>
                    </a:lnTo>
                    <a:cubicBezTo>
                      <a:pt x="1461" y="947"/>
                      <a:pt x="1440" y="1015"/>
                      <a:pt x="1398" y="1057"/>
                    </a:cubicBezTo>
                    <a:lnTo>
                      <a:pt x="917" y="1361"/>
                    </a:lnTo>
                    <a:cubicBezTo>
                      <a:pt x="888" y="1392"/>
                      <a:pt x="854" y="1404"/>
                      <a:pt x="819" y="1404"/>
                    </a:cubicBezTo>
                    <a:cubicBezTo>
                      <a:pt x="778" y="1404"/>
                      <a:pt x="736" y="1387"/>
                      <a:pt x="702" y="1361"/>
                    </a:cubicBezTo>
                    <a:lnTo>
                      <a:pt x="702" y="1340"/>
                    </a:lnTo>
                    <a:lnTo>
                      <a:pt x="199" y="837"/>
                    </a:lnTo>
                    <a:cubicBezTo>
                      <a:pt x="131" y="795"/>
                      <a:pt x="131" y="685"/>
                      <a:pt x="178" y="622"/>
                    </a:cubicBezTo>
                    <a:lnTo>
                      <a:pt x="503" y="141"/>
                    </a:lnTo>
                    <a:cubicBezTo>
                      <a:pt x="513" y="120"/>
                      <a:pt x="536" y="109"/>
                      <a:pt x="560" y="109"/>
                    </a:cubicBezTo>
                    <a:close/>
                    <a:moveTo>
                      <a:pt x="589" y="0"/>
                    </a:moveTo>
                    <a:cubicBezTo>
                      <a:pt x="519" y="0"/>
                      <a:pt x="445" y="34"/>
                      <a:pt x="393" y="99"/>
                    </a:cubicBezTo>
                    <a:lnTo>
                      <a:pt x="89" y="554"/>
                    </a:lnTo>
                    <a:cubicBezTo>
                      <a:pt x="0" y="685"/>
                      <a:pt x="21" y="816"/>
                      <a:pt x="110" y="926"/>
                    </a:cubicBezTo>
                    <a:lnTo>
                      <a:pt x="634" y="1429"/>
                    </a:lnTo>
                    <a:lnTo>
                      <a:pt x="634" y="1450"/>
                    </a:lnTo>
                    <a:lnTo>
                      <a:pt x="653" y="1450"/>
                    </a:lnTo>
                    <a:cubicBezTo>
                      <a:pt x="700" y="1497"/>
                      <a:pt x="762" y="1518"/>
                      <a:pt x="824" y="1518"/>
                    </a:cubicBezTo>
                    <a:cubicBezTo>
                      <a:pt x="880" y="1518"/>
                      <a:pt x="936" y="1501"/>
                      <a:pt x="985" y="1471"/>
                    </a:cubicBezTo>
                    <a:lnTo>
                      <a:pt x="1461" y="1146"/>
                    </a:lnTo>
                    <a:cubicBezTo>
                      <a:pt x="1571" y="1078"/>
                      <a:pt x="1592" y="905"/>
                      <a:pt x="1487" y="816"/>
                    </a:cubicBezTo>
                    <a:lnTo>
                      <a:pt x="723" y="52"/>
                    </a:lnTo>
                    <a:cubicBezTo>
                      <a:pt x="686" y="17"/>
                      <a:pt x="639" y="0"/>
                      <a:pt x="589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Google Shape;718;p33">
                <a:extLst>
                  <a:ext uri="{FF2B5EF4-FFF2-40B4-BE49-F238E27FC236}">
                    <a16:creationId xmlns:a16="http://schemas.microsoft.com/office/drawing/2014/main" id="{99CD2E92-165F-F167-36A5-0A7D6211AE9B}"/>
                  </a:ext>
                </a:extLst>
              </p:cNvPr>
              <p:cNvSpPr/>
              <p:nvPr/>
            </p:nvSpPr>
            <p:spPr>
              <a:xfrm>
                <a:off x="3214625" y="1673676"/>
                <a:ext cx="78096" cy="119572"/>
              </a:xfrm>
              <a:custGeom>
                <a:avLst/>
                <a:gdLst/>
                <a:ahLst/>
                <a:cxnLst/>
                <a:rect l="l" t="t" r="r" b="b"/>
                <a:pathLst>
                  <a:path w="917" h="1404" extrusionOk="0">
                    <a:moveTo>
                      <a:pt x="779" y="1"/>
                    </a:moveTo>
                    <a:cubicBezTo>
                      <a:pt x="767" y="1"/>
                      <a:pt x="756" y="2"/>
                      <a:pt x="744" y="5"/>
                    </a:cubicBezTo>
                    <a:lnTo>
                      <a:pt x="178" y="115"/>
                    </a:lnTo>
                    <a:cubicBezTo>
                      <a:pt x="68" y="136"/>
                      <a:pt x="0" y="225"/>
                      <a:pt x="0" y="330"/>
                    </a:cubicBezTo>
                    <a:lnTo>
                      <a:pt x="0" y="1052"/>
                    </a:lnTo>
                    <a:cubicBezTo>
                      <a:pt x="0" y="1162"/>
                      <a:pt x="68" y="1272"/>
                      <a:pt x="178" y="1293"/>
                    </a:cubicBezTo>
                    <a:lnTo>
                      <a:pt x="744" y="1403"/>
                    </a:lnTo>
                    <a:lnTo>
                      <a:pt x="765" y="1403"/>
                    </a:lnTo>
                    <a:cubicBezTo>
                      <a:pt x="854" y="1403"/>
                      <a:pt x="917" y="1335"/>
                      <a:pt x="917" y="1246"/>
                    </a:cubicBezTo>
                    <a:lnTo>
                      <a:pt x="917" y="157"/>
                    </a:lnTo>
                    <a:lnTo>
                      <a:pt x="917" y="136"/>
                    </a:lnTo>
                    <a:cubicBezTo>
                      <a:pt x="917" y="58"/>
                      <a:pt x="854" y="1"/>
                      <a:pt x="77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Google Shape;719;p33">
                <a:extLst>
                  <a:ext uri="{FF2B5EF4-FFF2-40B4-BE49-F238E27FC236}">
                    <a16:creationId xmlns:a16="http://schemas.microsoft.com/office/drawing/2014/main" id="{7776ACED-F731-5E11-FB87-504383245D2C}"/>
                  </a:ext>
                </a:extLst>
              </p:cNvPr>
              <p:cNvSpPr/>
              <p:nvPr/>
            </p:nvSpPr>
            <p:spPr>
              <a:xfrm>
                <a:off x="3209260" y="1670099"/>
                <a:ext cx="89253" cy="126981"/>
              </a:xfrm>
              <a:custGeom>
                <a:avLst/>
                <a:gdLst/>
                <a:ahLst/>
                <a:cxnLst/>
                <a:rect l="l" t="t" r="r" b="b"/>
                <a:pathLst>
                  <a:path w="1048" h="1491" extrusionOk="0">
                    <a:moveTo>
                      <a:pt x="850" y="105"/>
                    </a:moveTo>
                    <a:cubicBezTo>
                      <a:pt x="890" y="105"/>
                      <a:pt x="938" y="146"/>
                      <a:pt x="938" y="199"/>
                    </a:cubicBezTo>
                    <a:lnTo>
                      <a:pt x="938" y="1288"/>
                    </a:lnTo>
                    <a:cubicBezTo>
                      <a:pt x="938" y="1344"/>
                      <a:pt x="892" y="1382"/>
                      <a:pt x="852" y="1382"/>
                    </a:cubicBezTo>
                    <a:cubicBezTo>
                      <a:pt x="844" y="1382"/>
                      <a:pt x="835" y="1381"/>
                      <a:pt x="828" y="1377"/>
                    </a:cubicBezTo>
                    <a:lnTo>
                      <a:pt x="262" y="1267"/>
                    </a:lnTo>
                    <a:cubicBezTo>
                      <a:pt x="173" y="1246"/>
                      <a:pt x="111" y="1183"/>
                      <a:pt x="111" y="1094"/>
                    </a:cubicBezTo>
                    <a:lnTo>
                      <a:pt x="111" y="372"/>
                    </a:lnTo>
                    <a:cubicBezTo>
                      <a:pt x="111" y="309"/>
                      <a:pt x="173" y="241"/>
                      <a:pt x="262" y="220"/>
                    </a:cubicBezTo>
                    <a:lnTo>
                      <a:pt x="828" y="110"/>
                    </a:lnTo>
                    <a:cubicBezTo>
                      <a:pt x="835" y="106"/>
                      <a:pt x="842" y="105"/>
                      <a:pt x="850" y="105"/>
                    </a:cubicBezTo>
                    <a:close/>
                    <a:moveTo>
                      <a:pt x="847" y="0"/>
                    </a:moveTo>
                    <a:cubicBezTo>
                      <a:pt x="833" y="0"/>
                      <a:pt x="820" y="2"/>
                      <a:pt x="807" y="5"/>
                    </a:cubicBezTo>
                    <a:lnTo>
                      <a:pt x="241" y="110"/>
                    </a:lnTo>
                    <a:cubicBezTo>
                      <a:pt x="111" y="136"/>
                      <a:pt x="1" y="241"/>
                      <a:pt x="1" y="372"/>
                    </a:cubicBezTo>
                    <a:lnTo>
                      <a:pt x="1" y="1094"/>
                    </a:lnTo>
                    <a:cubicBezTo>
                      <a:pt x="1" y="1246"/>
                      <a:pt x="111" y="1356"/>
                      <a:pt x="241" y="1377"/>
                    </a:cubicBezTo>
                    <a:lnTo>
                      <a:pt x="807" y="1487"/>
                    </a:lnTo>
                    <a:cubicBezTo>
                      <a:pt x="818" y="1489"/>
                      <a:pt x="829" y="1490"/>
                      <a:pt x="840" y="1490"/>
                    </a:cubicBezTo>
                    <a:cubicBezTo>
                      <a:pt x="941" y="1490"/>
                      <a:pt x="1048" y="1406"/>
                      <a:pt x="1048" y="1288"/>
                    </a:cubicBezTo>
                    <a:lnTo>
                      <a:pt x="1048" y="199"/>
                    </a:lnTo>
                    <a:cubicBezTo>
                      <a:pt x="1048" y="83"/>
                      <a:pt x="946" y="0"/>
                      <a:pt x="847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Google Shape;720;p33">
                <a:extLst>
                  <a:ext uri="{FF2B5EF4-FFF2-40B4-BE49-F238E27FC236}">
                    <a16:creationId xmlns:a16="http://schemas.microsoft.com/office/drawing/2014/main" id="{1CDD0329-5D1A-1587-E123-27DFD434C8C3}"/>
                  </a:ext>
                </a:extLst>
              </p:cNvPr>
              <p:cNvSpPr/>
              <p:nvPr/>
            </p:nvSpPr>
            <p:spPr>
              <a:xfrm>
                <a:off x="3265042" y="1513484"/>
                <a:ext cx="124511" cy="120083"/>
              </a:xfrm>
              <a:custGeom>
                <a:avLst/>
                <a:gdLst/>
                <a:ahLst/>
                <a:cxnLst/>
                <a:rect l="l" t="t" r="r" b="b"/>
                <a:pathLst>
                  <a:path w="1462" h="1410" extrusionOk="0">
                    <a:moveTo>
                      <a:pt x="758" y="1"/>
                    </a:moveTo>
                    <a:cubicBezTo>
                      <a:pt x="697" y="1"/>
                      <a:pt x="638" y="22"/>
                      <a:pt x="587" y="74"/>
                    </a:cubicBezTo>
                    <a:lnTo>
                      <a:pt x="84" y="577"/>
                    </a:lnTo>
                    <a:cubicBezTo>
                      <a:pt x="21" y="639"/>
                      <a:pt x="0" y="770"/>
                      <a:pt x="63" y="859"/>
                    </a:cubicBezTo>
                    <a:lnTo>
                      <a:pt x="393" y="1341"/>
                    </a:lnTo>
                    <a:lnTo>
                      <a:pt x="393" y="1362"/>
                    </a:lnTo>
                    <a:cubicBezTo>
                      <a:pt x="424" y="1394"/>
                      <a:pt x="468" y="1409"/>
                      <a:pt x="508" y="1409"/>
                    </a:cubicBezTo>
                    <a:cubicBezTo>
                      <a:pt x="549" y="1409"/>
                      <a:pt x="587" y="1394"/>
                      <a:pt x="608" y="1362"/>
                    </a:cubicBezTo>
                    <a:lnTo>
                      <a:pt x="1393" y="598"/>
                    </a:lnTo>
                    <a:lnTo>
                      <a:pt x="1393" y="577"/>
                    </a:lnTo>
                    <a:cubicBezTo>
                      <a:pt x="1461" y="509"/>
                      <a:pt x="1440" y="404"/>
                      <a:pt x="1351" y="357"/>
                    </a:cubicBezTo>
                    <a:lnTo>
                      <a:pt x="896" y="32"/>
                    </a:lnTo>
                    <a:cubicBezTo>
                      <a:pt x="849" y="12"/>
                      <a:pt x="803" y="1"/>
                      <a:pt x="75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Google Shape;721;p33">
                <a:extLst>
                  <a:ext uri="{FF2B5EF4-FFF2-40B4-BE49-F238E27FC236}">
                    <a16:creationId xmlns:a16="http://schemas.microsoft.com/office/drawing/2014/main" id="{EFB8C22F-B109-CA71-0711-3ED15D23E8CC}"/>
                  </a:ext>
                </a:extLst>
              </p:cNvPr>
              <p:cNvSpPr/>
              <p:nvPr/>
            </p:nvSpPr>
            <p:spPr>
              <a:xfrm>
                <a:off x="3259251" y="1508545"/>
                <a:ext cx="135668" cy="129280"/>
              </a:xfrm>
              <a:custGeom>
                <a:avLst/>
                <a:gdLst/>
                <a:ahLst/>
                <a:cxnLst/>
                <a:rect l="l" t="t" r="r" b="b"/>
                <a:pathLst>
                  <a:path w="1593" h="1518" extrusionOk="0">
                    <a:moveTo>
                      <a:pt x="836" y="109"/>
                    </a:moveTo>
                    <a:cubicBezTo>
                      <a:pt x="865" y="109"/>
                      <a:pt x="893" y="116"/>
                      <a:pt x="917" y="132"/>
                    </a:cubicBezTo>
                    <a:lnTo>
                      <a:pt x="1398" y="462"/>
                    </a:lnTo>
                    <a:cubicBezTo>
                      <a:pt x="1440" y="504"/>
                      <a:pt x="1461" y="567"/>
                      <a:pt x="1419" y="614"/>
                    </a:cubicBezTo>
                    <a:lnTo>
                      <a:pt x="655" y="1378"/>
                    </a:lnTo>
                    <a:cubicBezTo>
                      <a:pt x="636" y="1397"/>
                      <a:pt x="609" y="1407"/>
                      <a:pt x="582" y="1407"/>
                    </a:cubicBezTo>
                    <a:cubicBezTo>
                      <a:pt x="548" y="1407"/>
                      <a:pt x="515" y="1390"/>
                      <a:pt x="503" y="1352"/>
                    </a:cubicBezTo>
                    <a:lnTo>
                      <a:pt x="178" y="896"/>
                    </a:lnTo>
                    <a:cubicBezTo>
                      <a:pt x="131" y="807"/>
                      <a:pt x="131" y="724"/>
                      <a:pt x="199" y="677"/>
                    </a:cubicBezTo>
                    <a:lnTo>
                      <a:pt x="702" y="153"/>
                    </a:lnTo>
                    <a:cubicBezTo>
                      <a:pt x="741" y="127"/>
                      <a:pt x="789" y="109"/>
                      <a:pt x="836" y="109"/>
                    </a:cubicBezTo>
                    <a:close/>
                    <a:moveTo>
                      <a:pt x="828" y="0"/>
                    </a:moveTo>
                    <a:cubicBezTo>
                      <a:pt x="756" y="0"/>
                      <a:pt x="684" y="27"/>
                      <a:pt x="634" y="90"/>
                    </a:cubicBezTo>
                    <a:lnTo>
                      <a:pt x="131" y="567"/>
                    </a:lnTo>
                    <a:lnTo>
                      <a:pt x="110" y="593"/>
                    </a:lnTo>
                    <a:cubicBezTo>
                      <a:pt x="21" y="677"/>
                      <a:pt x="0" y="828"/>
                      <a:pt x="89" y="938"/>
                    </a:cubicBezTo>
                    <a:lnTo>
                      <a:pt x="393" y="1420"/>
                    </a:lnTo>
                    <a:cubicBezTo>
                      <a:pt x="444" y="1484"/>
                      <a:pt x="517" y="1518"/>
                      <a:pt x="586" y="1518"/>
                    </a:cubicBezTo>
                    <a:cubicBezTo>
                      <a:pt x="637" y="1518"/>
                      <a:pt x="685" y="1500"/>
                      <a:pt x="723" y="1462"/>
                    </a:cubicBezTo>
                    <a:lnTo>
                      <a:pt x="1487" y="697"/>
                    </a:lnTo>
                    <a:cubicBezTo>
                      <a:pt x="1592" y="593"/>
                      <a:pt x="1571" y="436"/>
                      <a:pt x="1461" y="373"/>
                    </a:cubicBezTo>
                    <a:lnTo>
                      <a:pt x="985" y="43"/>
                    </a:lnTo>
                    <a:cubicBezTo>
                      <a:pt x="937" y="16"/>
                      <a:pt x="882" y="0"/>
                      <a:pt x="828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Google Shape;722;p33">
                <a:extLst>
                  <a:ext uri="{FF2B5EF4-FFF2-40B4-BE49-F238E27FC236}">
                    <a16:creationId xmlns:a16="http://schemas.microsoft.com/office/drawing/2014/main" id="{5D3FCD34-EDD6-6A87-742A-7E558DB84C55}"/>
                  </a:ext>
                </a:extLst>
              </p:cNvPr>
              <p:cNvSpPr/>
              <p:nvPr/>
            </p:nvSpPr>
            <p:spPr>
              <a:xfrm>
                <a:off x="3274410" y="1519701"/>
                <a:ext cx="425570" cy="425570"/>
              </a:xfrm>
              <a:custGeom>
                <a:avLst/>
                <a:gdLst/>
                <a:ahLst/>
                <a:cxnLst/>
                <a:rect l="l" t="t" r="r" b="b"/>
                <a:pathLst>
                  <a:path w="4997" h="4997" extrusionOk="0">
                    <a:moveTo>
                      <a:pt x="2509" y="1179"/>
                    </a:moveTo>
                    <a:cubicBezTo>
                      <a:pt x="3226" y="1179"/>
                      <a:pt x="3818" y="1771"/>
                      <a:pt x="3818" y="2488"/>
                    </a:cubicBezTo>
                    <a:cubicBezTo>
                      <a:pt x="3818" y="3232"/>
                      <a:pt x="3226" y="3819"/>
                      <a:pt x="2509" y="3819"/>
                    </a:cubicBezTo>
                    <a:cubicBezTo>
                      <a:pt x="1765" y="3819"/>
                      <a:pt x="1178" y="3232"/>
                      <a:pt x="1178" y="2488"/>
                    </a:cubicBezTo>
                    <a:cubicBezTo>
                      <a:pt x="1178" y="1771"/>
                      <a:pt x="1765" y="1179"/>
                      <a:pt x="2509" y="1179"/>
                    </a:cubicBezTo>
                    <a:close/>
                    <a:moveTo>
                      <a:pt x="2509" y="1"/>
                    </a:moveTo>
                    <a:cubicBezTo>
                      <a:pt x="1110" y="1"/>
                      <a:pt x="0" y="1116"/>
                      <a:pt x="0" y="2488"/>
                    </a:cubicBezTo>
                    <a:cubicBezTo>
                      <a:pt x="0" y="3887"/>
                      <a:pt x="1110" y="4997"/>
                      <a:pt x="2509" y="4997"/>
                    </a:cubicBezTo>
                    <a:cubicBezTo>
                      <a:pt x="3881" y="4997"/>
                      <a:pt x="4996" y="3887"/>
                      <a:pt x="4996" y="2488"/>
                    </a:cubicBezTo>
                    <a:cubicBezTo>
                      <a:pt x="4996" y="1116"/>
                      <a:pt x="3881" y="1"/>
                      <a:pt x="250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Google Shape;723;p33">
                <a:extLst>
                  <a:ext uri="{FF2B5EF4-FFF2-40B4-BE49-F238E27FC236}">
                    <a16:creationId xmlns:a16="http://schemas.microsoft.com/office/drawing/2014/main" id="{E846A040-1879-059E-C42C-13AFDD183F35}"/>
                  </a:ext>
                </a:extLst>
              </p:cNvPr>
              <p:cNvSpPr/>
              <p:nvPr/>
            </p:nvSpPr>
            <p:spPr>
              <a:xfrm>
                <a:off x="3268619" y="1514421"/>
                <a:ext cx="436641" cy="436641"/>
              </a:xfrm>
              <a:custGeom>
                <a:avLst/>
                <a:gdLst/>
                <a:ahLst/>
                <a:cxnLst/>
                <a:rect l="l" t="t" r="r" b="b"/>
                <a:pathLst>
                  <a:path w="5127" h="5127" extrusionOk="0">
                    <a:moveTo>
                      <a:pt x="2577" y="1309"/>
                    </a:moveTo>
                    <a:cubicBezTo>
                      <a:pt x="3252" y="1309"/>
                      <a:pt x="3818" y="1875"/>
                      <a:pt x="3818" y="2550"/>
                    </a:cubicBezTo>
                    <a:cubicBezTo>
                      <a:pt x="3818" y="3247"/>
                      <a:pt x="3252" y="3818"/>
                      <a:pt x="2577" y="3818"/>
                    </a:cubicBezTo>
                    <a:cubicBezTo>
                      <a:pt x="1875" y="3818"/>
                      <a:pt x="1309" y="3247"/>
                      <a:pt x="1309" y="2550"/>
                    </a:cubicBezTo>
                    <a:cubicBezTo>
                      <a:pt x="1309" y="1875"/>
                      <a:pt x="1875" y="1309"/>
                      <a:pt x="2577" y="1309"/>
                    </a:cubicBezTo>
                    <a:close/>
                    <a:moveTo>
                      <a:pt x="2577" y="1199"/>
                    </a:moveTo>
                    <a:cubicBezTo>
                      <a:pt x="1812" y="1199"/>
                      <a:pt x="1199" y="1807"/>
                      <a:pt x="1199" y="2550"/>
                    </a:cubicBezTo>
                    <a:cubicBezTo>
                      <a:pt x="1199" y="3315"/>
                      <a:pt x="1812" y="3928"/>
                      <a:pt x="2577" y="3928"/>
                    </a:cubicBezTo>
                    <a:cubicBezTo>
                      <a:pt x="3315" y="3928"/>
                      <a:pt x="3928" y="3315"/>
                      <a:pt x="3928" y="2550"/>
                    </a:cubicBezTo>
                    <a:cubicBezTo>
                      <a:pt x="3928" y="1807"/>
                      <a:pt x="3315" y="1199"/>
                      <a:pt x="2577" y="1199"/>
                    </a:cubicBezTo>
                    <a:close/>
                    <a:moveTo>
                      <a:pt x="2577" y="105"/>
                    </a:moveTo>
                    <a:cubicBezTo>
                      <a:pt x="3928" y="105"/>
                      <a:pt x="5017" y="1199"/>
                      <a:pt x="5017" y="2550"/>
                    </a:cubicBezTo>
                    <a:cubicBezTo>
                      <a:pt x="5017" y="3902"/>
                      <a:pt x="3928" y="5017"/>
                      <a:pt x="2577" y="5017"/>
                    </a:cubicBezTo>
                    <a:cubicBezTo>
                      <a:pt x="1220" y="5017"/>
                      <a:pt x="110" y="3902"/>
                      <a:pt x="110" y="2550"/>
                    </a:cubicBezTo>
                    <a:cubicBezTo>
                      <a:pt x="110" y="1199"/>
                      <a:pt x="1220" y="105"/>
                      <a:pt x="2577" y="105"/>
                    </a:cubicBezTo>
                    <a:close/>
                    <a:moveTo>
                      <a:pt x="2577" y="0"/>
                    </a:moveTo>
                    <a:cubicBezTo>
                      <a:pt x="1157" y="0"/>
                      <a:pt x="0" y="1152"/>
                      <a:pt x="0" y="2550"/>
                    </a:cubicBezTo>
                    <a:cubicBezTo>
                      <a:pt x="0" y="3970"/>
                      <a:pt x="1157" y="5127"/>
                      <a:pt x="2577" y="5127"/>
                    </a:cubicBezTo>
                    <a:cubicBezTo>
                      <a:pt x="3970" y="5127"/>
                      <a:pt x="5127" y="3970"/>
                      <a:pt x="5127" y="2550"/>
                    </a:cubicBezTo>
                    <a:cubicBezTo>
                      <a:pt x="5127" y="1152"/>
                      <a:pt x="3970" y="0"/>
                      <a:pt x="2577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Google Shape;724;p33">
                <a:extLst>
                  <a:ext uri="{FF2B5EF4-FFF2-40B4-BE49-F238E27FC236}">
                    <a16:creationId xmlns:a16="http://schemas.microsoft.com/office/drawing/2014/main" id="{5731FE10-42E8-A40E-DAEB-9DD210C4EBBC}"/>
                  </a:ext>
                </a:extLst>
              </p:cNvPr>
              <p:cNvSpPr/>
              <p:nvPr/>
            </p:nvSpPr>
            <p:spPr>
              <a:xfrm>
                <a:off x="3361361" y="1607163"/>
                <a:ext cx="251152" cy="250726"/>
              </a:xfrm>
              <a:custGeom>
                <a:avLst/>
                <a:gdLst/>
                <a:ahLst/>
                <a:cxnLst/>
                <a:rect l="l" t="t" r="r" b="b"/>
                <a:pathLst>
                  <a:path w="2949" h="2944" extrusionOk="0">
                    <a:moveTo>
                      <a:pt x="1488" y="152"/>
                    </a:moveTo>
                    <a:cubicBezTo>
                      <a:pt x="2205" y="152"/>
                      <a:pt x="2797" y="744"/>
                      <a:pt x="2797" y="1461"/>
                    </a:cubicBezTo>
                    <a:cubicBezTo>
                      <a:pt x="2797" y="2205"/>
                      <a:pt x="2205" y="2792"/>
                      <a:pt x="1488" y="2792"/>
                    </a:cubicBezTo>
                    <a:cubicBezTo>
                      <a:pt x="744" y="2792"/>
                      <a:pt x="157" y="2205"/>
                      <a:pt x="157" y="1461"/>
                    </a:cubicBezTo>
                    <a:cubicBezTo>
                      <a:pt x="157" y="744"/>
                      <a:pt x="744" y="152"/>
                      <a:pt x="1488" y="152"/>
                    </a:cubicBezTo>
                    <a:close/>
                    <a:moveTo>
                      <a:pt x="1488" y="0"/>
                    </a:moveTo>
                    <a:cubicBezTo>
                      <a:pt x="655" y="0"/>
                      <a:pt x="0" y="655"/>
                      <a:pt x="0" y="1461"/>
                    </a:cubicBezTo>
                    <a:cubicBezTo>
                      <a:pt x="0" y="2289"/>
                      <a:pt x="655" y="2943"/>
                      <a:pt x="1488" y="2943"/>
                    </a:cubicBezTo>
                    <a:cubicBezTo>
                      <a:pt x="2294" y="2943"/>
                      <a:pt x="2949" y="2289"/>
                      <a:pt x="2949" y="1461"/>
                    </a:cubicBezTo>
                    <a:cubicBezTo>
                      <a:pt x="2949" y="655"/>
                      <a:pt x="2294" y="0"/>
                      <a:pt x="148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Google Shape;725;p33">
                <a:extLst>
                  <a:ext uri="{FF2B5EF4-FFF2-40B4-BE49-F238E27FC236}">
                    <a16:creationId xmlns:a16="http://schemas.microsoft.com/office/drawing/2014/main" id="{ED663ED1-3D5C-4F67-6831-A62A8DA1164D}"/>
                  </a:ext>
                </a:extLst>
              </p:cNvPr>
              <p:cNvSpPr/>
              <p:nvPr/>
            </p:nvSpPr>
            <p:spPr>
              <a:xfrm>
                <a:off x="3355996" y="1601815"/>
                <a:ext cx="261882" cy="262308"/>
              </a:xfrm>
              <a:custGeom>
                <a:avLst/>
                <a:gdLst/>
                <a:ahLst/>
                <a:cxnLst/>
                <a:rect l="l" t="t" r="r" b="b"/>
                <a:pathLst>
                  <a:path w="3075" h="3080" extrusionOk="0">
                    <a:moveTo>
                      <a:pt x="1551" y="288"/>
                    </a:moveTo>
                    <a:cubicBezTo>
                      <a:pt x="2226" y="288"/>
                      <a:pt x="2792" y="854"/>
                      <a:pt x="2792" y="1529"/>
                    </a:cubicBezTo>
                    <a:cubicBezTo>
                      <a:pt x="2792" y="2226"/>
                      <a:pt x="2226" y="2797"/>
                      <a:pt x="1551" y="2797"/>
                    </a:cubicBezTo>
                    <a:cubicBezTo>
                      <a:pt x="849" y="2797"/>
                      <a:pt x="283" y="2226"/>
                      <a:pt x="283" y="1529"/>
                    </a:cubicBezTo>
                    <a:cubicBezTo>
                      <a:pt x="283" y="854"/>
                      <a:pt x="849" y="288"/>
                      <a:pt x="1551" y="288"/>
                    </a:cubicBezTo>
                    <a:close/>
                    <a:moveTo>
                      <a:pt x="1551" y="178"/>
                    </a:moveTo>
                    <a:cubicBezTo>
                      <a:pt x="786" y="178"/>
                      <a:pt x="173" y="786"/>
                      <a:pt x="173" y="1529"/>
                    </a:cubicBezTo>
                    <a:cubicBezTo>
                      <a:pt x="173" y="2294"/>
                      <a:pt x="786" y="2907"/>
                      <a:pt x="1551" y="2907"/>
                    </a:cubicBezTo>
                    <a:cubicBezTo>
                      <a:pt x="2289" y="2907"/>
                      <a:pt x="2902" y="2294"/>
                      <a:pt x="2902" y="1529"/>
                    </a:cubicBezTo>
                    <a:cubicBezTo>
                      <a:pt x="2902" y="786"/>
                      <a:pt x="2289" y="178"/>
                      <a:pt x="1551" y="178"/>
                    </a:cubicBezTo>
                    <a:close/>
                    <a:moveTo>
                      <a:pt x="1551" y="110"/>
                    </a:moveTo>
                    <a:cubicBezTo>
                      <a:pt x="2336" y="110"/>
                      <a:pt x="2970" y="744"/>
                      <a:pt x="2970" y="1529"/>
                    </a:cubicBezTo>
                    <a:cubicBezTo>
                      <a:pt x="2970" y="2336"/>
                      <a:pt x="2336" y="2970"/>
                      <a:pt x="1551" y="2970"/>
                    </a:cubicBezTo>
                    <a:cubicBezTo>
                      <a:pt x="765" y="2970"/>
                      <a:pt x="110" y="2336"/>
                      <a:pt x="110" y="1529"/>
                    </a:cubicBezTo>
                    <a:cubicBezTo>
                      <a:pt x="110" y="744"/>
                      <a:pt x="765" y="110"/>
                      <a:pt x="1551" y="110"/>
                    </a:cubicBezTo>
                    <a:close/>
                    <a:moveTo>
                      <a:pt x="1551" y="0"/>
                    </a:moveTo>
                    <a:cubicBezTo>
                      <a:pt x="697" y="0"/>
                      <a:pt x="0" y="702"/>
                      <a:pt x="0" y="1529"/>
                    </a:cubicBezTo>
                    <a:cubicBezTo>
                      <a:pt x="0" y="2383"/>
                      <a:pt x="697" y="3080"/>
                      <a:pt x="1551" y="3080"/>
                    </a:cubicBezTo>
                    <a:cubicBezTo>
                      <a:pt x="2378" y="3080"/>
                      <a:pt x="3075" y="2383"/>
                      <a:pt x="3075" y="1529"/>
                    </a:cubicBezTo>
                    <a:cubicBezTo>
                      <a:pt x="3075" y="702"/>
                      <a:pt x="2378" y="0"/>
                      <a:pt x="1551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058109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35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741" name="Google Shape;741;p35"/>
          <p:cNvSpPr txBox="1">
            <a:spLocks noGrp="1"/>
          </p:cNvSpPr>
          <p:nvPr>
            <p:ph type="subTitle" idx="1"/>
          </p:nvPr>
        </p:nvSpPr>
        <p:spPr>
          <a:xfrm>
            <a:off x="1276777" y="2273420"/>
            <a:ext cx="31440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We will discuss what is RAG</a:t>
            </a:r>
            <a:endParaRPr dirty="0"/>
          </a:p>
        </p:txBody>
      </p:sp>
      <p:sp>
        <p:nvSpPr>
          <p:cNvPr id="744" name="Google Shape;744;p35"/>
          <p:cNvSpPr txBox="1">
            <a:spLocks noGrp="1"/>
          </p:cNvSpPr>
          <p:nvPr>
            <p:ph type="title" idx="5"/>
          </p:nvPr>
        </p:nvSpPr>
        <p:spPr>
          <a:xfrm>
            <a:off x="1276775" y="1429475"/>
            <a:ext cx="954600" cy="47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748" name="Google Shape;748;p35"/>
          <p:cNvSpPr txBox="1">
            <a:spLocks noGrp="1"/>
          </p:cNvSpPr>
          <p:nvPr>
            <p:ph type="subTitle" idx="9"/>
          </p:nvPr>
        </p:nvSpPr>
        <p:spPr>
          <a:xfrm>
            <a:off x="1276775" y="1900175"/>
            <a:ext cx="3144000" cy="44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 to RAG</a:t>
            </a:r>
            <a:endParaRPr dirty="0"/>
          </a:p>
        </p:txBody>
      </p:sp>
      <p:grpSp>
        <p:nvGrpSpPr>
          <p:cNvPr id="37" name="Google Shape;3170;p63">
            <a:extLst>
              <a:ext uri="{FF2B5EF4-FFF2-40B4-BE49-F238E27FC236}">
                <a16:creationId xmlns:a16="http://schemas.microsoft.com/office/drawing/2014/main" id="{7751BBCF-7B3E-D172-0096-DC9E0F670E3C}"/>
              </a:ext>
            </a:extLst>
          </p:cNvPr>
          <p:cNvGrpSpPr/>
          <p:nvPr/>
        </p:nvGrpSpPr>
        <p:grpSpPr>
          <a:xfrm>
            <a:off x="6427343" y="644118"/>
            <a:ext cx="379802" cy="326913"/>
            <a:chOff x="5822432" y="1996038"/>
            <a:chExt cx="379802" cy="326913"/>
          </a:xfrm>
        </p:grpSpPr>
        <p:sp>
          <p:nvSpPr>
            <p:cNvPr id="38" name="Google Shape;3171;p63">
              <a:extLst>
                <a:ext uri="{FF2B5EF4-FFF2-40B4-BE49-F238E27FC236}">
                  <a16:creationId xmlns:a16="http://schemas.microsoft.com/office/drawing/2014/main" id="{C3BDA1E0-CF81-73AB-BF53-833594F69D43}"/>
                </a:ext>
              </a:extLst>
            </p:cNvPr>
            <p:cNvSpPr/>
            <p:nvPr/>
          </p:nvSpPr>
          <p:spPr>
            <a:xfrm>
              <a:off x="5827692" y="2211758"/>
              <a:ext cx="368815" cy="47648"/>
            </a:xfrm>
            <a:custGeom>
              <a:avLst/>
              <a:gdLst/>
              <a:ahLst/>
              <a:cxnLst/>
              <a:rect l="l" t="t" r="r" b="b"/>
              <a:pathLst>
                <a:path w="18933" h="2446" extrusionOk="0">
                  <a:moveTo>
                    <a:pt x="0" y="0"/>
                  </a:moveTo>
                  <a:lnTo>
                    <a:pt x="0" y="1470"/>
                  </a:lnTo>
                  <a:cubicBezTo>
                    <a:pt x="0" y="2005"/>
                    <a:pt x="441" y="2445"/>
                    <a:pt x="982" y="2445"/>
                  </a:cubicBezTo>
                  <a:lnTo>
                    <a:pt x="17975" y="2445"/>
                  </a:lnTo>
                  <a:cubicBezTo>
                    <a:pt x="18492" y="2445"/>
                    <a:pt x="18933" y="2005"/>
                    <a:pt x="18933" y="1470"/>
                  </a:cubicBezTo>
                  <a:lnTo>
                    <a:pt x="18933" y="0"/>
                  </a:ln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172;p63">
              <a:extLst>
                <a:ext uri="{FF2B5EF4-FFF2-40B4-BE49-F238E27FC236}">
                  <a16:creationId xmlns:a16="http://schemas.microsoft.com/office/drawing/2014/main" id="{ED120E1C-1F06-7301-B4F4-F4246B364EEF}"/>
                </a:ext>
              </a:extLst>
            </p:cNvPr>
            <p:cNvSpPr/>
            <p:nvPr/>
          </p:nvSpPr>
          <p:spPr>
            <a:xfrm>
              <a:off x="5827692" y="2001298"/>
              <a:ext cx="368815" cy="210481"/>
            </a:xfrm>
            <a:custGeom>
              <a:avLst/>
              <a:gdLst/>
              <a:ahLst/>
              <a:cxnLst/>
              <a:rect l="l" t="t" r="r" b="b"/>
              <a:pathLst>
                <a:path w="18933" h="10805" extrusionOk="0">
                  <a:moveTo>
                    <a:pt x="982" y="1"/>
                  </a:moveTo>
                  <a:cubicBezTo>
                    <a:pt x="441" y="1"/>
                    <a:pt x="0" y="442"/>
                    <a:pt x="0" y="982"/>
                  </a:cubicBezTo>
                  <a:lnTo>
                    <a:pt x="0" y="10804"/>
                  </a:lnTo>
                  <a:lnTo>
                    <a:pt x="18933" y="10804"/>
                  </a:lnTo>
                  <a:lnTo>
                    <a:pt x="18933" y="982"/>
                  </a:lnTo>
                  <a:cubicBezTo>
                    <a:pt x="18933" y="442"/>
                    <a:pt x="18492" y="1"/>
                    <a:pt x="17975" y="1"/>
                  </a:cubicBezTo>
                  <a:close/>
                </a:path>
              </a:pathLst>
            </a:custGeom>
            <a:solidFill>
              <a:srgbClr val="FF93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3173;p63">
              <a:extLst>
                <a:ext uri="{FF2B5EF4-FFF2-40B4-BE49-F238E27FC236}">
                  <a16:creationId xmlns:a16="http://schemas.microsoft.com/office/drawing/2014/main" id="{7BF48DA2-9BB3-F4E7-FFF7-39F6237C6531}"/>
                </a:ext>
              </a:extLst>
            </p:cNvPr>
            <p:cNvSpPr/>
            <p:nvPr/>
          </p:nvSpPr>
          <p:spPr>
            <a:xfrm>
              <a:off x="5827692" y="2001298"/>
              <a:ext cx="368815" cy="210481"/>
            </a:xfrm>
            <a:custGeom>
              <a:avLst/>
              <a:gdLst/>
              <a:ahLst/>
              <a:cxnLst/>
              <a:rect l="l" t="t" r="r" b="b"/>
              <a:pathLst>
                <a:path w="18933" h="10805" extrusionOk="0">
                  <a:moveTo>
                    <a:pt x="982" y="1"/>
                  </a:moveTo>
                  <a:cubicBezTo>
                    <a:pt x="441" y="1"/>
                    <a:pt x="0" y="442"/>
                    <a:pt x="0" y="982"/>
                  </a:cubicBezTo>
                  <a:lnTo>
                    <a:pt x="0" y="10804"/>
                  </a:lnTo>
                  <a:lnTo>
                    <a:pt x="18933" y="10804"/>
                  </a:lnTo>
                  <a:lnTo>
                    <a:pt x="18933" y="982"/>
                  </a:lnTo>
                  <a:cubicBezTo>
                    <a:pt x="18933" y="442"/>
                    <a:pt x="18492" y="1"/>
                    <a:pt x="17975" y="1"/>
                  </a:cubicBezTo>
                  <a:close/>
                </a:path>
              </a:pathLst>
            </a:custGeom>
            <a:solidFill>
              <a:srgbClr val="FF93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3174;p63">
              <a:extLst>
                <a:ext uri="{FF2B5EF4-FFF2-40B4-BE49-F238E27FC236}">
                  <a16:creationId xmlns:a16="http://schemas.microsoft.com/office/drawing/2014/main" id="{27230F81-DC7B-CA55-83C8-D5E233B25316}"/>
                </a:ext>
              </a:extLst>
            </p:cNvPr>
            <p:cNvSpPr/>
            <p:nvPr/>
          </p:nvSpPr>
          <p:spPr>
            <a:xfrm>
              <a:off x="6163056" y="2001298"/>
              <a:ext cx="33447" cy="210481"/>
            </a:xfrm>
            <a:custGeom>
              <a:avLst/>
              <a:gdLst/>
              <a:ahLst/>
              <a:cxnLst/>
              <a:rect l="l" t="t" r="r" b="b"/>
              <a:pathLst>
                <a:path w="1717" h="10805" extrusionOk="0">
                  <a:moveTo>
                    <a:pt x="1" y="1"/>
                  </a:moveTo>
                  <a:cubicBezTo>
                    <a:pt x="518" y="1"/>
                    <a:pt x="959" y="442"/>
                    <a:pt x="959" y="982"/>
                  </a:cubicBezTo>
                  <a:lnTo>
                    <a:pt x="959" y="10804"/>
                  </a:lnTo>
                  <a:lnTo>
                    <a:pt x="1717" y="10804"/>
                  </a:lnTo>
                  <a:lnTo>
                    <a:pt x="1717" y="982"/>
                  </a:lnTo>
                  <a:cubicBezTo>
                    <a:pt x="1717" y="442"/>
                    <a:pt x="1276" y="1"/>
                    <a:pt x="759" y="1"/>
                  </a:cubicBezTo>
                  <a:close/>
                </a:path>
              </a:pathLst>
            </a:custGeom>
            <a:solidFill>
              <a:srgbClr val="FF61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3175;p63">
              <a:extLst>
                <a:ext uri="{FF2B5EF4-FFF2-40B4-BE49-F238E27FC236}">
                  <a16:creationId xmlns:a16="http://schemas.microsoft.com/office/drawing/2014/main" id="{3DED7B99-D9A6-4A36-B5FF-4636C23EF3DC}"/>
                </a:ext>
              </a:extLst>
            </p:cNvPr>
            <p:cNvSpPr/>
            <p:nvPr/>
          </p:nvSpPr>
          <p:spPr>
            <a:xfrm>
              <a:off x="6163056" y="2211758"/>
              <a:ext cx="33447" cy="47648"/>
            </a:xfrm>
            <a:custGeom>
              <a:avLst/>
              <a:gdLst/>
              <a:ahLst/>
              <a:cxnLst/>
              <a:rect l="l" t="t" r="r" b="b"/>
              <a:pathLst>
                <a:path w="1717" h="2446" extrusionOk="0">
                  <a:moveTo>
                    <a:pt x="959" y="0"/>
                  </a:moveTo>
                  <a:lnTo>
                    <a:pt x="959" y="1470"/>
                  </a:lnTo>
                  <a:cubicBezTo>
                    <a:pt x="959" y="2005"/>
                    <a:pt x="518" y="2445"/>
                    <a:pt x="1" y="2445"/>
                  </a:cubicBezTo>
                  <a:lnTo>
                    <a:pt x="759" y="2445"/>
                  </a:lnTo>
                  <a:cubicBezTo>
                    <a:pt x="1276" y="2445"/>
                    <a:pt x="1717" y="2005"/>
                    <a:pt x="1717" y="1470"/>
                  </a:cubicBezTo>
                  <a:lnTo>
                    <a:pt x="1717" y="0"/>
                  </a:lnTo>
                  <a:close/>
                </a:path>
              </a:pathLst>
            </a:custGeom>
            <a:solidFill>
              <a:srgbClr val="866A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3176;p63">
              <a:extLst>
                <a:ext uri="{FF2B5EF4-FFF2-40B4-BE49-F238E27FC236}">
                  <a16:creationId xmlns:a16="http://schemas.microsoft.com/office/drawing/2014/main" id="{DC47906E-48D3-BD1C-FE76-81DFD1C22D2E}"/>
                </a:ext>
              </a:extLst>
            </p:cNvPr>
            <p:cNvSpPr/>
            <p:nvPr/>
          </p:nvSpPr>
          <p:spPr>
            <a:xfrm>
              <a:off x="5970362" y="2259386"/>
              <a:ext cx="83939" cy="57836"/>
            </a:xfrm>
            <a:custGeom>
              <a:avLst/>
              <a:gdLst/>
              <a:ahLst/>
              <a:cxnLst/>
              <a:rect l="l" t="t" r="r" b="b"/>
              <a:pathLst>
                <a:path w="4309" h="2969" extrusionOk="0">
                  <a:moveTo>
                    <a:pt x="294" y="0"/>
                  </a:moveTo>
                  <a:cubicBezTo>
                    <a:pt x="294" y="0"/>
                    <a:pt x="271" y="2158"/>
                    <a:pt x="0" y="2969"/>
                  </a:cubicBezTo>
                  <a:lnTo>
                    <a:pt x="4309" y="2969"/>
                  </a:lnTo>
                  <a:cubicBezTo>
                    <a:pt x="4038" y="2158"/>
                    <a:pt x="3991" y="0"/>
                    <a:pt x="3991" y="0"/>
                  </a:cubicBezTo>
                  <a:close/>
                </a:path>
              </a:pathLst>
            </a:custGeom>
            <a:solidFill>
              <a:srgbClr val="866A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3177;p63">
              <a:extLst>
                <a:ext uri="{FF2B5EF4-FFF2-40B4-BE49-F238E27FC236}">
                  <a16:creationId xmlns:a16="http://schemas.microsoft.com/office/drawing/2014/main" id="{4CEDDFB4-881A-CD13-5E59-BC474D2D91E5}"/>
                </a:ext>
              </a:extLst>
            </p:cNvPr>
            <p:cNvSpPr/>
            <p:nvPr/>
          </p:nvSpPr>
          <p:spPr>
            <a:xfrm>
              <a:off x="5975621" y="2259386"/>
              <a:ext cx="72953" cy="14902"/>
            </a:xfrm>
            <a:custGeom>
              <a:avLst/>
              <a:gdLst/>
              <a:ahLst/>
              <a:cxnLst/>
              <a:rect l="l" t="t" r="r" b="b"/>
              <a:pathLst>
                <a:path w="3745" h="765" extrusionOk="0">
                  <a:moveTo>
                    <a:pt x="24" y="0"/>
                  </a:moveTo>
                  <a:cubicBezTo>
                    <a:pt x="24" y="0"/>
                    <a:pt x="24" y="324"/>
                    <a:pt x="1" y="765"/>
                  </a:cubicBezTo>
                  <a:lnTo>
                    <a:pt x="3745" y="765"/>
                  </a:lnTo>
                  <a:cubicBezTo>
                    <a:pt x="3721" y="324"/>
                    <a:pt x="3721" y="0"/>
                    <a:pt x="3721" y="0"/>
                  </a:cubicBez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3178;p63">
              <a:extLst>
                <a:ext uri="{FF2B5EF4-FFF2-40B4-BE49-F238E27FC236}">
                  <a16:creationId xmlns:a16="http://schemas.microsoft.com/office/drawing/2014/main" id="{1FFD039D-5074-8B44-E1DD-D9E052762999}"/>
                </a:ext>
              </a:extLst>
            </p:cNvPr>
            <p:cNvSpPr/>
            <p:nvPr/>
          </p:nvSpPr>
          <p:spPr>
            <a:xfrm>
              <a:off x="5975621" y="2259386"/>
              <a:ext cx="72953" cy="14902"/>
            </a:xfrm>
            <a:custGeom>
              <a:avLst/>
              <a:gdLst/>
              <a:ahLst/>
              <a:cxnLst/>
              <a:rect l="l" t="t" r="r" b="b"/>
              <a:pathLst>
                <a:path w="3745" h="765" extrusionOk="0">
                  <a:moveTo>
                    <a:pt x="24" y="0"/>
                  </a:moveTo>
                  <a:cubicBezTo>
                    <a:pt x="24" y="0"/>
                    <a:pt x="24" y="324"/>
                    <a:pt x="1" y="765"/>
                  </a:cubicBezTo>
                  <a:lnTo>
                    <a:pt x="3745" y="765"/>
                  </a:lnTo>
                  <a:cubicBezTo>
                    <a:pt x="3721" y="324"/>
                    <a:pt x="3721" y="0"/>
                    <a:pt x="3721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3179;p63">
              <a:extLst>
                <a:ext uri="{FF2B5EF4-FFF2-40B4-BE49-F238E27FC236}">
                  <a16:creationId xmlns:a16="http://schemas.microsoft.com/office/drawing/2014/main" id="{5EF08A08-AFA3-45DD-0855-92499E58669C}"/>
                </a:ext>
              </a:extLst>
            </p:cNvPr>
            <p:cNvSpPr/>
            <p:nvPr/>
          </p:nvSpPr>
          <p:spPr>
            <a:xfrm>
              <a:off x="5851048" y="2027069"/>
              <a:ext cx="322102" cy="184709"/>
            </a:xfrm>
            <a:custGeom>
              <a:avLst/>
              <a:gdLst/>
              <a:ahLst/>
              <a:cxnLst/>
              <a:rect l="l" t="t" r="r" b="b"/>
              <a:pathLst>
                <a:path w="16535" h="9482" extrusionOk="0">
                  <a:moveTo>
                    <a:pt x="418" y="0"/>
                  </a:moveTo>
                  <a:cubicBezTo>
                    <a:pt x="194" y="0"/>
                    <a:pt x="1" y="200"/>
                    <a:pt x="1" y="418"/>
                  </a:cubicBezTo>
                  <a:lnTo>
                    <a:pt x="1" y="9481"/>
                  </a:lnTo>
                  <a:lnTo>
                    <a:pt x="16535" y="9481"/>
                  </a:lnTo>
                  <a:lnTo>
                    <a:pt x="16535" y="418"/>
                  </a:lnTo>
                  <a:cubicBezTo>
                    <a:pt x="16535" y="200"/>
                    <a:pt x="16358" y="0"/>
                    <a:pt x="16117" y="0"/>
                  </a:cubicBez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3180;p63">
              <a:extLst>
                <a:ext uri="{FF2B5EF4-FFF2-40B4-BE49-F238E27FC236}">
                  <a16:creationId xmlns:a16="http://schemas.microsoft.com/office/drawing/2014/main" id="{F7A871F1-F0FF-F789-EA27-C13F1E3565FC}"/>
                </a:ext>
              </a:extLst>
            </p:cNvPr>
            <p:cNvSpPr/>
            <p:nvPr/>
          </p:nvSpPr>
          <p:spPr>
            <a:xfrm>
              <a:off x="6150239" y="2027069"/>
              <a:ext cx="22908" cy="184709"/>
            </a:xfrm>
            <a:custGeom>
              <a:avLst/>
              <a:gdLst/>
              <a:ahLst/>
              <a:cxnLst/>
              <a:rect l="l" t="t" r="r" b="b"/>
              <a:pathLst>
                <a:path w="1176" h="9482" extrusionOk="0">
                  <a:moveTo>
                    <a:pt x="0" y="0"/>
                  </a:moveTo>
                  <a:cubicBezTo>
                    <a:pt x="241" y="0"/>
                    <a:pt x="412" y="200"/>
                    <a:pt x="412" y="418"/>
                  </a:cubicBezTo>
                  <a:lnTo>
                    <a:pt x="412" y="9481"/>
                  </a:lnTo>
                  <a:lnTo>
                    <a:pt x="1176" y="9481"/>
                  </a:lnTo>
                  <a:lnTo>
                    <a:pt x="1176" y="418"/>
                  </a:lnTo>
                  <a:cubicBezTo>
                    <a:pt x="1176" y="200"/>
                    <a:pt x="999" y="0"/>
                    <a:pt x="758" y="0"/>
                  </a:cubicBez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3181;p63">
              <a:extLst>
                <a:ext uri="{FF2B5EF4-FFF2-40B4-BE49-F238E27FC236}">
                  <a16:creationId xmlns:a16="http://schemas.microsoft.com/office/drawing/2014/main" id="{D32236E1-794F-A0DA-7725-D1B62385A5DC}"/>
                </a:ext>
              </a:extLst>
            </p:cNvPr>
            <p:cNvSpPr/>
            <p:nvPr/>
          </p:nvSpPr>
          <p:spPr>
            <a:xfrm>
              <a:off x="5965083" y="2051906"/>
              <a:ext cx="94030" cy="41473"/>
            </a:xfrm>
            <a:custGeom>
              <a:avLst/>
              <a:gdLst/>
              <a:ahLst/>
              <a:cxnLst/>
              <a:rect l="l" t="t" r="r" b="b"/>
              <a:pathLst>
                <a:path w="4827" h="2129" extrusionOk="0">
                  <a:moveTo>
                    <a:pt x="248" y="1"/>
                  </a:moveTo>
                  <a:cubicBezTo>
                    <a:pt x="101" y="1"/>
                    <a:pt x="1" y="101"/>
                    <a:pt x="1" y="218"/>
                  </a:cubicBezTo>
                  <a:lnTo>
                    <a:pt x="1" y="1911"/>
                  </a:lnTo>
                  <a:cubicBezTo>
                    <a:pt x="1" y="2035"/>
                    <a:pt x="101" y="2129"/>
                    <a:pt x="248" y="2129"/>
                  </a:cubicBezTo>
                  <a:lnTo>
                    <a:pt x="4603" y="2129"/>
                  </a:lnTo>
                  <a:cubicBezTo>
                    <a:pt x="4727" y="2129"/>
                    <a:pt x="4827" y="2035"/>
                    <a:pt x="4827" y="1911"/>
                  </a:cubicBezTo>
                  <a:lnTo>
                    <a:pt x="4827" y="218"/>
                  </a:lnTo>
                  <a:cubicBezTo>
                    <a:pt x="4827" y="101"/>
                    <a:pt x="4727" y="1"/>
                    <a:pt x="4603" y="1"/>
                  </a:cubicBezTo>
                  <a:close/>
                </a:path>
              </a:pathLst>
            </a:custGeom>
            <a:solidFill>
              <a:srgbClr val="00C7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3182;p63">
              <a:extLst>
                <a:ext uri="{FF2B5EF4-FFF2-40B4-BE49-F238E27FC236}">
                  <a16:creationId xmlns:a16="http://schemas.microsoft.com/office/drawing/2014/main" id="{52A10747-990B-2BB6-8CC9-F9A5329AD006}"/>
                </a:ext>
              </a:extLst>
            </p:cNvPr>
            <p:cNvSpPr/>
            <p:nvPr/>
          </p:nvSpPr>
          <p:spPr>
            <a:xfrm>
              <a:off x="5901656" y="2141572"/>
              <a:ext cx="94030" cy="42038"/>
            </a:xfrm>
            <a:custGeom>
              <a:avLst/>
              <a:gdLst/>
              <a:ahLst/>
              <a:cxnLst/>
              <a:rect l="l" t="t" r="r" b="b"/>
              <a:pathLst>
                <a:path w="4827" h="2158" extrusionOk="0">
                  <a:moveTo>
                    <a:pt x="241" y="0"/>
                  </a:moveTo>
                  <a:cubicBezTo>
                    <a:pt x="95" y="0"/>
                    <a:pt x="1" y="124"/>
                    <a:pt x="1" y="247"/>
                  </a:cubicBezTo>
                  <a:lnTo>
                    <a:pt x="1" y="1910"/>
                  </a:lnTo>
                  <a:cubicBezTo>
                    <a:pt x="1" y="2034"/>
                    <a:pt x="95" y="2157"/>
                    <a:pt x="241" y="2157"/>
                  </a:cubicBezTo>
                  <a:lnTo>
                    <a:pt x="4603" y="2157"/>
                  </a:lnTo>
                  <a:cubicBezTo>
                    <a:pt x="4726" y="2157"/>
                    <a:pt x="4826" y="2034"/>
                    <a:pt x="4826" y="1910"/>
                  </a:cubicBezTo>
                  <a:lnTo>
                    <a:pt x="4826" y="247"/>
                  </a:lnTo>
                  <a:cubicBezTo>
                    <a:pt x="4826" y="124"/>
                    <a:pt x="4726" y="0"/>
                    <a:pt x="4603" y="0"/>
                  </a:cubicBezTo>
                  <a:close/>
                </a:path>
              </a:pathLst>
            </a:custGeom>
            <a:solidFill>
              <a:srgbClr val="FFE1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3183;p63">
              <a:extLst>
                <a:ext uri="{FF2B5EF4-FFF2-40B4-BE49-F238E27FC236}">
                  <a16:creationId xmlns:a16="http://schemas.microsoft.com/office/drawing/2014/main" id="{7F2C2F8E-DBEF-8EDB-8804-12E08BD45E9E}"/>
                </a:ext>
              </a:extLst>
            </p:cNvPr>
            <p:cNvSpPr/>
            <p:nvPr/>
          </p:nvSpPr>
          <p:spPr>
            <a:xfrm>
              <a:off x="6028529" y="2141572"/>
              <a:ext cx="94010" cy="42038"/>
            </a:xfrm>
            <a:custGeom>
              <a:avLst/>
              <a:gdLst/>
              <a:ahLst/>
              <a:cxnLst/>
              <a:rect l="l" t="t" r="r" b="b"/>
              <a:pathLst>
                <a:path w="4826" h="2158" extrusionOk="0">
                  <a:moveTo>
                    <a:pt x="247" y="0"/>
                  </a:moveTo>
                  <a:cubicBezTo>
                    <a:pt x="100" y="0"/>
                    <a:pt x="0" y="124"/>
                    <a:pt x="0" y="247"/>
                  </a:cubicBezTo>
                  <a:lnTo>
                    <a:pt x="0" y="1910"/>
                  </a:lnTo>
                  <a:cubicBezTo>
                    <a:pt x="0" y="2034"/>
                    <a:pt x="100" y="2157"/>
                    <a:pt x="247" y="2157"/>
                  </a:cubicBezTo>
                  <a:lnTo>
                    <a:pt x="4602" y="2157"/>
                  </a:lnTo>
                  <a:cubicBezTo>
                    <a:pt x="4726" y="2157"/>
                    <a:pt x="4826" y="2034"/>
                    <a:pt x="4826" y="1910"/>
                  </a:cubicBezTo>
                  <a:lnTo>
                    <a:pt x="4826" y="247"/>
                  </a:lnTo>
                  <a:cubicBezTo>
                    <a:pt x="4826" y="124"/>
                    <a:pt x="4726" y="0"/>
                    <a:pt x="4602" y="0"/>
                  </a:cubicBezTo>
                  <a:close/>
                </a:path>
              </a:pathLst>
            </a:custGeom>
            <a:solidFill>
              <a:srgbClr val="FFE1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3184;p63">
              <a:extLst>
                <a:ext uri="{FF2B5EF4-FFF2-40B4-BE49-F238E27FC236}">
                  <a16:creationId xmlns:a16="http://schemas.microsoft.com/office/drawing/2014/main" id="{A4393A18-1AC6-7713-B5EF-EBF426CB681C}"/>
                </a:ext>
              </a:extLst>
            </p:cNvPr>
            <p:cNvSpPr/>
            <p:nvPr/>
          </p:nvSpPr>
          <p:spPr>
            <a:xfrm>
              <a:off x="5994166" y="2229835"/>
              <a:ext cx="36330" cy="11026"/>
            </a:xfrm>
            <a:custGeom>
              <a:avLst/>
              <a:gdLst/>
              <a:ahLst/>
              <a:cxnLst/>
              <a:rect l="l" t="t" r="r" b="b"/>
              <a:pathLst>
                <a:path w="1865" h="566" extrusionOk="0">
                  <a:moveTo>
                    <a:pt x="271" y="1"/>
                  </a:moveTo>
                  <a:cubicBezTo>
                    <a:pt x="124" y="1"/>
                    <a:pt x="1" y="124"/>
                    <a:pt x="1" y="295"/>
                  </a:cubicBezTo>
                  <a:cubicBezTo>
                    <a:pt x="1" y="442"/>
                    <a:pt x="124" y="565"/>
                    <a:pt x="271" y="565"/>
                  </a:cubicBezTo>
                  <a:lnTo>
                    <a:pt x="1570" y="565"/>
                  </a:lnTo>
                  <a:cubicBezTo>
                    <a:pt x="1741" y="565"/>
                    <a:pt x="1864" y="442"/>
                    <a:pt x="1864" y="295"/>
                  </a:cubicBezTo>
                  <a:cubicBezTo>
                    <a:pt x="1864" y="124"/>
                    <a:pt x="1741" y="1"/>
                    <a:pt x="1570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3185;p63">
              <a:extLst>
                <a:ext uri="{FF2B5EF4-FFF2-40B4-BE49-F238E27FC236}">
                  <a16:creationId xmlns:a16="http://schemas.microsoft.com/office/drawing/2014/main" id="{FD0941F1-A22F-A826-73BA-8E7C6A6BD4E8}"/>
                </a:ext>
              </a:extLst>
            </p:cNvPr>
            <p:cNvSpPr/>
            <p:nvPr/>
          </p:nvSpPr>
          <p:spPr>
            <a:xfrm>
              <a:off x="5822432" y="1996038"/>
              <a:ext cx="379802" cy="326913"/>
            </a:xfrm>
            <a:custGeom>
              <a:avLst/>
              <a:gdLst/>
              <a:ahLst/>
              <a:cxnLst/>
              <a:rect l="l" t="t" r="r" b="b"/>
              <a:pathLst>
                <a:path w="19497" h="16782" extrusionOk="0">
                  <a:moveTo>
                    <a:pt x="18245" y="565"/>
                  </a:moveTo>
                  <a:cubicBezTo>
                    <a:pt x="18615" y="565"/>
                    <a:pt x="18909" y="882"/>
                    <a:pt x="18909" y="1252"/>
                  </a:cubicBezTo>
                  <a:lnTo>
                    <a:pt x="18909" y="10780"/>
                  </a:lnTo>
                  <a:lnTo>
                    <a:pt x="18298" y="10780"/>
                  </a:lnTo>
                  <a:lnTo>
                    <a:pt x="18298" y="2011"/>
                  </a:lnTo>
                  <a:cubicBezTo>
                    <a:pt x="18298" y="1617"/>
                    <a:pt x="17974" y="1299"/>
                    <a:pt x="17586" y="1299"/>
                  </a:cubicBezTo>
                  <a:lnTo>
                    <a:pt x="6836" y="1299"/>
                  </a:lnTo>
                  <a:cubicBezTo>
                    <a:pt x="6660" y="1299"/>
                    <a:pt x="6542" y="1446"/>
                    <a:pt x="6542" y="1593"/>
                  </a:cubicBezTo>
                  <a:cubicBezTo>
                    <a:pt x="6542" y="1740"/>
                    <a:pt x="6660" y="1887"/>
                    <a:pt x="6836" y="1887"/>
                  </a:cubicBezTo>
                  <a:lnTo>
                    <a:pt x="17586" y="1887"/>
                  </a:lnTo>
                  <a:cubicBezTo>
                    <a:pt x="17657" y="1887"/>
                    <a:pt x="17733" y="1940"/>
                    <a:pt x="17733" y="2011"/>
                  </a:cubicBezTo>
                  <a:lnTo>
                    <a:pt x="17733" y="10780"/>
                  </a:lnTo>
                  <a:lnTo>
                    <a:pt x="1763" y="10780"/>
                  </a:lnTo>
                  <a:lnTo>
                    <a:pt x="1763" y="2011"/>
                  </a:lnTo>
                  <a:cubicBezTo>
                    <a:pt x="1763" y="1940"/>
                    <a:pt x="1810" y="1887"/>
                    <a:pt x="1887" y="1887"/>
                  </a:cubicBezTo>
                  <a:lnTo>
                    <a:pt x="5484" y="1887"/>
                  </a:lnTo>
                  <a:cubicBezTo>
                    <a:pt x="5660" y="1887"/>
                    <a:pt x="5778" y="1740"/>
                    <a:pt x="5778" y="1593"/>
                  </a:cubicBezTo>
                  <a:cubicBezTo>
                    <a:pt x="5778" y="1446"/>
                    <a:pt x="5660" y="1299"/>
                    <a:pt x="5484" y="1299"/>
                  </a:cubicBezTo>
                  <a:lnTo>
                    <a:pt x="1887" y="1299"/>
                  </a:lnTo>
                  <a:cubicBezTo>
                    <a:pt x="1493" y="1299"/>
                    <a:pt x="1176" y="1617"/>
                    <a:pt x="1176" y="2011"/>
                  </a:cubicBezTo>
                  <a:lnTo>
                    <a:pt x="1176" y="10780"/>
                  </a:lnTo>
                  <a:lnTo>
                    <a:pt x="564" y="10780"/>
                  </a:lnTo>
                  <a:lnTo>
                    <a:pt x="564" y="1252"/>
                  </a:lnTo>
                  <a:cubicBezTo>
                    <a:pt x="564" y="882"/>
                    <a:pt x="882" y="565"/>
                    <a:pt x="1252" y="565"/>
                  </a:cubicBezTo>
                  <a:close/>
                  <a:moveTo>
                    <a:pt x="18909" y="11345"/>
                  </a:moveTo>
                  <a:lnTo>
                    <a:pt x="18909" y="12544"/>
                  </a:lnTo>
                  <a:cubicBezTo>
                    <a:pt x="18909" y="12932"/>
                    <a:pt x="18615" y="13225"/>
                    <a:pt x="18245" y="13225"/>
                  </a:cubicBezTo>
                  <a:lnTo>
                    <a:pt x="1252" y="13225"/>
                  </a:lnTo>
                  <a:cubicBezTo>
                    <a:pt x="882" y="13225"/>
                    <a:pt x="564" y="12932"/>
                    <a:pt x="564" y="12544"/>
                  </a:cubicBezTo>
                  <a:lnTo>
                    <a:pt x="564" y="11345"/>
                  </a:lnTo>
                  <a:close/>
                  <a:moveTo>
                    <a:pt x="11315" y="13790"/>
                  </a:moveTo>
                  <a:cubicBezTo>
                    <a:pt x="11315" y="14331"/>
                    <a:pt x="11391" y="15459"/>
                    <a:pt x="11538" y="16194"/>
                  </a:cubicBezTo>
                  <a:lnTo>
                    <a:pt x="7959" y="16194"/>
                  </a:lnTo>
                  <a:cubicBezTo>
                    <a:pt x="8106" y="15459"/>
                    <a:pt x="8158" y="14331"/>
                    <a:pt x="8182" y="13790"/>
                  </a:cubicBezTo>
                  <a:close/>
                  <a:moveTo>
                    <a:pt x="1252" y="0"/>
                  </a:moveTo>
                  <a:cubicBezTo>
                    <a:pt x="564" y="0"/>
                    <a:pt x="0" y="565"/>
                    <a:pt x="0" y="1252"/>
                  </a:cubicBezTo>
                  <a:lnTo>
                    <a:pt x="0" y="12544"/>
                  </a:lnTo>
                  <a:cubicBezTo>
                    <a:pt x="0" y="13255"/>
                    <a:pt x="564" y="13790"/>
                    <a:pt x="1252" y="13790"/>
                  </a:cubicBezTo>
                  <a:lnTo>
                    <a:pt x="7594" y="13790"/>
                  </a:lnTo>
                  <a:cubicBezTo>
                    <a:pt x="7594" y="14454"/>
                    <a:pt x="7518" y="15577"/>
                    <a:pt x="7371" y="16194"/>
                  </a:cubicBezTo>
                  <a:lnTo>
                    <a:pt x="6366" y="16194"/>
                  </a:lnTo>
                  <a:cubicBezTo>
                    <a:pt x="6219" y="16194"/>
                    <a:pt x="6101" y="16311"/>
                    <a:pt x="6101" y="16488"/>
                  </a:cubicBezTo>
                  <a:cubicBezTo>
                    <a:pt x="6101" y="16635"/>
                    <a:pt x="6219" y="16782"/>
                    <a:pt x="6366" y="16782"/>
                  </a:cubicBezTo>
                  <a:lnTo>
                    <a:pt x="13102" y="16782"/>
                  </a:lnTo>
                  <a:cubicBezTo>
                    <a:pt x="13249" y="16782"/>
                    <a:pt x="13396" y="16635"/>
                    <a:pt x="13396" y="16488"/>
                  </a:cubicBezTo>
                  <a:cubicBezTo>
                    <a:pt x="13396" y="16311"/>
                    <a:pt x="13249" y="16194"/>
                    <a:pt x="13102" y="16194"/>
                  </a:cubicBezTo>
                  <a:lnTo>
                    <a:pt x="12126" y="16194"/>
                  </a:lnTo>
                  <a:cubicBezTo>
                    <a:pt x="11979" y="15577"/>
                    <a:pt x="11903" y="14454"/>
                    <a:pt x="11879" y="13790"/>
                  </a:cubicBezTo>
                  <a:lnTo>
                    <a:pt x="18245" y="13790"/>
                  </a:lnTo>
                  <a:cubicBezTo>
                    <a:pt x="18933" y="13790"/>
                    <a:pt x="19497" y="13255"/>
                    <a:pt x="19497" y="12544"/>
                  </a:cubicBezTo>
                  <a:lnTo>
                    <a:pt x="19497" y="1252"/>
                  </a:lnTo>
                  <a:cubicBezTo>
                    <a:pt x="19497" y="565"/>
                    <a:pt x="18933" y="0"/>
                    <a:pt x="18245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3186;p63">
              <a:extLst>
                <a:ext uri="{FF2B5EF4-FFF2-40B4-BE49-F238E27FC236}">
                  <a16:creationId xmlns:a16="http://schemas.microsoft.com/office/drawing/2014/main" id="{9B7A689E-41A6-2C12-352C-B0ACB51B5229}"/>
                </a:ext>
              </a:extLst>
            </p:cNvPr>
            <p:cNvSpPr/>
            <p:nvPr/>
          </p:nvSpPr>
          <p:spPr>
            <a:xfrm>
              <a:off x="5896397" y="2046179"/>
              <a:ext cx="231870" cy="142691"/>
            </a:xfrm>
            <a:custGeom>
              <a:avLst/>
              <a:gdLst/>
              <a:ahLst/>
              <a:cxnLst/>
              <a:rect l="l" t="t" r="r" b="b"/>
              <a:pathLst>
                <a:path w="11903" h="7325" extrusionOk="0">
                  <a:moveTo>
                    <a:pt x="8082" y="589"/>
                  </a:moveTo>
                  <a:lnTo>
                    <a:pt x="8082" y="2129"/>
                  </a:lnTo>
                  <a:lnTo>
                    <a:pt x="3821" y="2129"/>
                  </a:lnTo>
                  <a:lnTo>
                    <a:pt x="3821" y="589"/>
                  </a:lnTo>
                  <a:close/>
                  <a:moveTo>
                    <a:pt x="4826" y="5191"/>
                  </a:moveTo>
                  <a:lnTo>
                    <a:pt x="4826" y="6760"/>
                  </a:lnTo>
                  <a:lnTo>
                    <a:pt x="564" y="6760"/>
                  </a:lnTo>
                  <a:lnTo>
                    <a:pt x="564" y="5191"/>
                  </a:lnTo>
                  <a:close/>
                  <a:moveTo>
                    <a:pt x="3774" y="1"/>
                  </a:moveTo>
                  <a:cubicBezTo>
                    <a:pt x="3480" y="1"/>
                    <a:pt x="3233" y="248"/>
                    <a:pt x="3233" y="512"/>
                  </a:cubicBezTo>
                  <a:lnTo>
                    <a:pt x="3233" y="2205"/>
                  </a:lnTo>
                  <a:cubicBezTo>
                    <a:pt x="3233" y="2475"/>
                    <a:pt x="3480" y="2716"/>
                    <a:pt x="3774" y="2716"/>
                  </a:cubicBezTo>
                  <a:lnTo>
                    <a:pt x="5655" y="2716"/>
                  </a:lnTo>
                  <a:lnTo>
                    <a:pt x="5655" y="3504"/>
                  </a:lnTo>
                  <a:lnTo>
                    <a:pt x="2916" y="3504"/>
                  </a:lnTo>
                  <a:cubicBezTo>
                    <a:pt x="2645" y="3504"/>
                    <a:pt x="2398" y="3722"/>
                    <a:pt x="2398" y="4015"/>
                  </a:cubicBezTo>
                  <a:lnTo>
                    <a:pt x="2398" y="4627"/>
                  </a:lnTo>
                  <a:lnTo>
                    <a:pt x="511" y="4627"/>
                  </a:lnTo>
                  <a:cubicBezTo>
                    <a:pt x="218" y="4627"/>
                    <a:pt x="0" y="4850"/>
                    <a:pt x="0" y="5144"/>
                  </a:cubicBezTo>
                  <a:lnTo>
                    <a:pt x="0" y="6807"/>
                  </a:lnTo>
                  <a:cubicBezTo>
                    <a:pt x="0" y="7101"/>
                    <a:pt x="218" y="7325"/>
                    <a:pt x="511" y="7325"/>
                  </a:cubicBezTo>
                  <a:lnTo>
                    <a:pt x="4873" y="7325"/>
                  </a:lnTo>
                  <a:cubicBezTo>
                    <a:pt x="5167" y="7325"/>
                    <a:pt x="5390" y="7101"/>
                    <a:pt x="5390" y="6807"/>
                  </a:cubicBezTo>
                  <a:lnTo>
                    <a:pt x="5390" y="5144"/>
                  </a:lnTo>
                  <a:cubicBezTo>
                    <a:pt x="5390" y="4850"/>
                    <a:pt x="5167" y="4627"/>
                    <a:pt x="4873" y="4627"/>
                  </a:cubicBezTo>
                  <a:lnTo>
                    <a:pt x="2963" y="4627"/>
                  </a:lnTo>
                  <a:lnTo>
                    <a:pt x="2963" y="4068"/>
                  </a:lnTo>
                  <a:lnTo>
                    <a:pt x="8917" y="4068"/>
                  </a:lnTo>
                  <a:lnTo>
                    <a:pt x="8917" y="4627"/>
                  </a:lnTo>
                  <a:lnTo>
                    <a:pt x="7030" y="4627"/>
                  </a:lnTo>
                  <a:cubicBezTo>
                    <a:pt x="6736" y="4627"/>
                    <a:pt x="6489" y="4850"/>
                    <a:pt x="6489" y="5144"/>
                  </a:cubicBezTo>
                  <a:lnTo>
                    <a:pt x="6489" y="6807"/>
                  </a:lnTo>
                  <a:cubicBezTo>
                    <a:pt x="6489" y="7101"/>
                    <a:pt x="6736" y="7325"/>
                    <a:pt x="7030" y="7325"/>
                  </a:cubicBezTo>
                  <a:lnTo>
                    <a:pt x="7741" y="7325"/>
                  </a:lnTo>
                  <a:cubicBezTo>
                    <a:pt x="7912" y="7325"/>
                    <a:pt x="8035" y="7201"/>
                    <a:pt x="8035" y="7054"/>
                  </a:cubicBezTo>
                  <a:cubicBezTo>
                    <a:pt x="8035" y="6884"/>
                    <a:pt x="7912" y="6760"/>
                    <a:pt x="7741" y="6760"/>
                  </a:cubicBezTo>
                  <a:lnTo>
                    <a:pt x="7077" y="6760"/>
                  </a:lnTo>
                  <a:lnTo>
                    <a:pt x="7077" y="5191"/>
                  </a:lnTo>
                  <a:lnTo>
                    <a:pt x="11338" y="5191"/>
                  </a:lnTo>
                  <a:lnTo>
                    <a:pt x="11338" y="6760"/>
                  </a:lnTo>
                  <a:lnTo>
                    <a:pt x="9087" y="6760"/>
                  </a:lnTo>
                  <a:cubicBezTo>
                    <a:pt x="8917" y="6760"/>
                    <a:pt x="8793" y="6884"/>
                    <a:pt x="8793" y="7054"/>
                  </a:cubicBezTo>
                  <a:cubicBezTo>
                    <a:pt x="8793" y="7201"/>
                    <a:pt x="8917" y="7325"/>
                    <a:pt x="9087" y="7325"/>
                  </a:cubicBezTo>
                  <a:lnTo>
                    <a:pt x="11385" y="7325"/>
                  </a:lnTo>
                  <a:cubicBezTo>
                    <a:pt x="11656" y="7325"/>
                    <a:pt x="11903" y="7101"/>
                    <a:pt x="11903" y="6807"/>
                  </a:cubicBezTo>
                  <a:lnTo>
                    <a:pt x="11903" y="5144"/>
                  </a:lnTo>
                  <a:cubicBezTo>
                    <a:pt x="11903" y="4850"/>
                    <a:pt x="11656" y="4627"/>
                    <a:pt x="11385" y="4627"/>
                  </a:cubicBezTo>
                  <a:lnTo>
                    <a:pt x="9475" y="4627"/>
                  </a:lnTo>
                  <a:lnTo>
                    <a:pt x="9475" y="4015"/>
                  </a:lnTo>
                  <a:cubicBezTo>
                    <a:pt x="9475" y="3722"/>
                    <a:pt x="9258" y="3504"/>
                    <a:pt x="8964" y="3504"/>
                  </a:cubicBezTo>
                  <a:lnTo>
                    <a:pt x="6219" y="3504"/>
                  </a:lnTo>
                  <a:lnTo>
                    <a:pt x="6219" y="2716"/>
                  </a:lnTo>
                  <a:lnTo>
                    <a:pt x="8129" y="2716"/>
                  </a:lnTo>
                  <a:cubicBezTo>
                    <a:pt x="8423" y="2716"/>
                    <a:pt x="8646" y="2475"/>
                    <a:pt x="8646" y="2205"/>
                  </a:cubicBezTo>
                  <a:lnTo>
                    <a:pt x="8646" y="512"/>
                  </a:lnTo>
                  <a:cubicBezTo>
                    <a:pt x="8646" y="248"/>
                    <a:pt x="8423" y="1"/>
                    <a:pt x="8129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1" grpId="0" build="p"/>
      <p:bldP spid="744" grpId="0"/>
      <p:bldP spid="748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8">
          <a:extLst>
            <a:ext uri="{FF2B5EF4-FFF2-40B4-BE49-F238E27FC236}">
              <a16:creationId xmlns:a16="http://schemas.microsoft.com/office/drawing/2014/main" id="{3B0DD8BF-AFB9-A683-E10B-204ED66F0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35">
            <a:extLst>
              <a:ext uri="{FF2B5EF4-FFF2-40B4-BE49-F238E27FC236}">
                <a16:creationId xmlns:a16="http://schemas.microsoft.com/office/drawing/2014/main" id="{281ECBA5-013B-D80C-D5B5-C87725421A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741" name="Google Shape;741;p35">
            <a:extLst>
              <a:ext uri="{FF2B5EF4-FFF2-40B4-BE49-F238E27FC236}">
                <a16:creationId xmlns:a16="http://schemas.microsoft.com/office/drawing/2014/main" id="{099D6CD6-8260-0D02-2B38-3C8554AC75D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276777" y="2273420"/>
            <a:ext cx="31440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We will discuss what is RAG</a:t>
            </a:r>
            <a:endParaRPr dirty="0"/>
          </a:p>
        </p:txBody>
      </p:sp>
      <p:sp>
        <p:nvSpPr>
          <p:cNvPr id="742" name="Google Shape;742;p35">
            <a:extLst>
              <a:ext uri="{FF2B5EF4-FFF2-40B4-BE49-F238E27FC236}">
                <a16:creationId xmlns:a16="http://schemas.microsoft.com/office/drawing/2014/main" id="{46C59E2C-E535-AD9C-59D2-90C6E469C2D0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4947925" y="2273420"/>
            <a:ext cx="31440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We will discuss how RAG works</a:t>
            </a:r>
            <a:endParaRPr dirty="0"/>
          </a:p>
        </p:txBody>
      </p:sp>
      <p:sp>
        <p:nvSpPr>
          <p:cNvPr id="744" name="Google Shape;744;p35">
            <a:extLst>
              <a:ext uri="{FF2B5EF4-FFF2-40B4-BE49-F238E27FC236}">
                <a16:creationId xmlns:a16="http://schemas.microsoft.com/office/drawing/2014/main" id="{A2F7860D-D86D-6DF3-F9D4-CDB96B254118}"/>
              </a:ext>
            </a:extLst>
          </p:cNvPr>
          <p:cNvSpPr txBox="1">
            <a:spLocks noGrp="1"/>
          </p:cNvSpPr>
          <p:nvPr>
            <p:ph type="title" idx="5"/>
          </p:nvPr>
        </p:nvSpPr>
        <p:spPr>
          <a:xfrm>
            <a:off x="1276775" y="1429475"/>
            <a:ext cx="954600" cy="47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745" name="Google Shape;745;p35">
            <a:extLst>
              <a:ext uri="{FF2B5EF4-FFF2-40B4-BE49-F238E27FC236}">
                <a16:creationId xmlns:a16="http://schemas.microsoft.com/office/drawing/2014/main" id="{44112727-CB33-4E77-EB28-43CE2119514E}"/>
              </a:ext>
            </a:extLst>
          </p:cNvPr>
          <p:cNvSpPr txBox="1">
            <a:spLocks noGrp="1"/>
          </p:cNvSpPr>
          <p:nvPr>
            <p:ph type="title" idx="7"/>
          </p:nvPr>
        </p:nvSpPr>
        <p:spPr>
          <a:xfrm>
            <a:off x="4947925" y="1429475"/>
            <a:ext cx="954600" cy="47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748" name="Google Shape;748;p35">
            <a:extLst>
              <a:ext uri="{FF2B5EF4-FFF2-40B4-BE49-F238E27FC236}">
                <a16:creationId xmlns:a16="http://schemas.microsoft.com/office/drawing/2014/main" id="{7E3FC3FC-A13D-3D00-D70A-31C58E3FE2CD}"/>
              </a:ext>
            </a:extLst>
          </p:cNvPr>
          <p:cNvSpPr txBox="1">
            <a:spLocks noGrp="1"/>
          </p:cNvSpPr>
          <p:nvPr>
            <p:ph type="subTitle" idx="9"/>
          </p:nvPr>
        </p:nvSpPr>
        <p:spPr>
          <a:xfrm>
            <a:off x="1276775" y="1900175"/>
            <a:ext cx="3144000" cy="44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 to RAG</a:t>
            </a:r>
            <a:endParaRPr dirty="0"/>
          </a:p>
        </p:txBody>
      </p:sp>
      <p:sp>
        <p:nvSpPr>
          <p:cNvPr id="749" name="Google Shape;749;p35">
            <a:extLst>
              <a:ext uri="{FF2B5EF4-FFF2-40B4-BE49-F238E27FC236}">
                <a16:creationId xmlns:a16="http://schemas.microsoft.com/office/drawing/2014/main" id="{CEC3DB0C-AD44-613B-FA5E-50CD8800226D}"/>
              </a:ext>
            </a:extLst>
          </p:cNvPr>
          <p:cNvSpPr txBox="1">
            <a:spLocks noGrp="1"/>
          </p:cNvSpPr>
          <p:nvPr>
            <p:ph type="subTitle" idx="13"/>
          </p:nvPr>
        </p:nvSpPr>
        <p:spPr>
          <a:xfrm>
            <a:off x="4947926" y="1900175"/>
            <a:ext cx="3144000" cy="44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RAG Pipeline</a:t>
            </a:r>
            <a:endParaRPr dirty="0"/>
          </a:p>
        </p:txBody>
      </p:sp>
      <p:grpSp>
        <p:nvGrpSpPr>
          <p:cNvPr id="2" name="Google Shape;3170;p63">
            <a:extLst>
              <a:ext uri="{FF2B5EF4-FFF2-40B4-BE49-F238E27FC236}">
                <a16:creationId xmlns:a16="http://schemas.microsoft.com/office/drawing/2014/main" id="{2C0D24D8-F773-34A0-1753-DC1BE77B39E0}"/>
              </a:ext>
            </a:extLst>
          </p:cNvPr>
          <p:cNvGrpSpPr/>
          <p:nvPr/>
        </p:nvGrpSpPr>
        <p:grpSpPr>
          <a:xfrm>
            <a:off x="6427343" y="644118"/>
            <a:ext cx="379802" cy="326913"/>
            <a:chOff x="5822432" y="1996038"/>
            <a:chExt cx="379802" cy="326913"/>
          </a:xfrm>
        </p:grpSpPr>
        <p:sp>
          <p:nvSpPr>
            <p:cNvPr id="3" name="Google Shape;3171;p63">
              <a:extLst>
                <a:ext uri="{FF2B5EF4-FFF2-40B4-BE49-F238E27FC236}">
                  <a16:creationId xmlns:a16="http://schemas.microsoft.com/office/drawing/2014/main" id="{04754484-34F7-4190-A7B7-3E6041D317B2}"/>
                </a:ext>
              </a:extLst>
            </p:cNvPr>
            <p:cNvSpPr/>
            <p:nvPr/>
          </p:nvSpPr>
          <p:spPr>
            <a:xfrm>
              <a:off x="5827692" y="2211758"/>
              <a:ext cx="368815" cy="47648"/>
            </a:xfrm>
            <a:custGeom>
              <a:avLst/>
              <a:gdLst/>
              <a:ahLst/>
              <a:cxnLst/>
              <a:rect l="l" t="t" r="r" b="b"/>
              <a:pathLst>
                <a:path w="18933" h="2446" extrusionOk="0">
                  <a:moveTo>
                    <a:pt x="0" y="0"/>
                  </a:moveTo>
                  <a:lnTo>
                    <a:pt x="0" y="1470"/>
                  </a:lnTo>
                  <a:cubicBezTo>
                    <a:pt x="0" y="2005"/>
                    <a:pt x="441" y="2445"/>
                    <a:pt x="982" y="2445"/>
                  </a:cubicBezTo>
                  <a:lnTo>
                    <a:pt x="17975" y="2445"/>
                  </a:lnTo>
                  <a:cubicBezTo>
                    <a:pt x="18492" y="2445"/>
                    <a:pt x="18933" y="2005"/>
                    <a:pt x="18933" y="1470"/>
                  </a:cubicBezTo>
                  <a:lnTo>
                    <a:pt x="18933" y="0"/>
                  </a:ln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3172;p63">
              <a:extLst>
                <a:ext uri="{FF2B5EF4-FFF2-40B4-BE49-F238E27FC236}">
                  <a16:creationId xmlns:a16="http://schemas.microsoft.com/office/drawing/2014/main" id="{45197048-658A-23D0-E35A-41B9207C4D71}"/>
                </a:ext>
              </a:extLst>
            </p:cNvPr>
            <p:cNvSpPr/>
            <p:nvPr/>
          </p:nvSpPr>
          <p:spPr>
            <a:xfrm>
              <a:off x="5827692" y="2001298"/>
              <a:ext cx="368815" cy="210481"/>
            </a:xfrm>
            <a:custGeom>
              <a:avLst/>
              <a:gdLst/>
              <a:ahLst/>
              <a:cxnLst/>
              <a:rect l="l" t="t" r="r" b="b"/>
              <a:pathLst>
                <a:path w="18933" h="10805" extrusionOk="0">
                  <a:moveTo>
                    <a:pt x="982" y="1"/>
                  </a:moveTo>
                  <a:cubicBezTo>
                    <a:pt x="441" y="1"/>
                    <a:pt x="0" y="442"/>
                    <a:pt x="0" y="982"/>
                  </a:cubicBezTo>
                  <a:lnTo>
                    <a:pt x="0" y="10804"/>
                  </a:lnTo>
                  <a:lnTo>
                    <a:pt x="18933" y="10804"/>
                  </a:lnTo>
                  <a:lnTo>
                    <a:pt x="18933" y="982"/>
                  </a:lnTo>
                  <a:cubicBezTo>
                    <a:pt x="18933" y="442"/>
                    <a:pt x="18492" y="1"/>
                    <a:pt x="17975" y="1"/>
                  </a:cubicBezTo>
                  <a:close/>
                </a:path>
              </a:pathLst>
            </a:custGeom>
            <a:solidFill>
              <a:srgbClr val="FF93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3173;p63">
              <a:extLst>
                <a:ext uri="{FF2B5EF4-FFF2-40B4-BE49-F238E27FC236}">
                  <a16:creationId xmlns:a16="http://schemas.microsoft.com/office/drawing/2014/main" id="{8F74B24B-9C6C-2CC8-EE62-0BA3FF0A07A3}"/>
                </a:ext>
              </a:extLst>
            </p:cNvPr>
            <p:cNvSpPr/>
            <p:nvPr/>
          </p:nvSpPr>
          <p:spPr>
            <a:xfrm>
              <a:off x="5827692" y="2001298"/>
              <a:ext cx="368815" cy="210481"/>
            </a:xfrm>
            <a:custGeom>
              <a:avLst/>
              <a:gdLst/>
              <a:ahLst/>
              <a:cxnLst/>
              <a:rect l="l" t="t" r="r" b="b"/>
              <a:pathLst>
                <a:path w="18933" h="10805" extrusionOk="0">
                  <a:moveTo>
                    <a:pt x="982" y="1"/>
                  </a:moveTo>
                  <a:cubicBezTo>
                    <a:pt x="441" y="1"/>
                    <a:pt x="0" y="442"/>
                    <a:pt x="0" y="982"/>
                  </a:cubicBezTo>
                  <a:lnTo>
                    <a:pt x="0" y="10804"/>
                  </a:lnTo>
                  <a:lnTo>
                    <a:pt x="18933" y="10804"/>
                  </a:lnTo>
                  <a:lnTo>
                    <a:pt x="18933" y="982"/>
                  </a:lnTo>
                  <a:cubicBezTo>
                    <a:pt x="18933" y="442"/>
                    <a:pt x="18492" y="1"/>
                    <a:pt x="17975" y="1"/>
                  </a:cubicBezTo>
                  <a:close/>
                </a:path>
              </a:pathLst>
            </a:custGeom>
            <a:solidFill>
              <a:srgbClr val="FF93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3174;p63">
              <a:extLst>
                <a:ext uri="{FF2B5EF4-FFF2-40B4-BE49-F238E27FC236}">
                  <a16:creationId xmlns:a16="http://schemas.microsoft.com/office/drawing/2014/main" id="{41D2B660-09A1-3C9D-3EC5-6CDB1363198D}"/>
                </a:ext>
              </a:extLst>
            </p:cNvPr>
            <p:cNvSpPr/>
            <p:nvPr/>
          </p:nvSpPr>
          <p:spPr>
            <a:xfrm>
              <a:off x="6163056" y="2001298"/>
              <a:ext cx="33447" cy="210481"/>
            </a:xfrm>
            <a:custGeom>
              <a:avLst/>
              <a:gdLst/>
              <a:ahLst/>
              <a:cxnLst/>
              <a:rect l="l" t="t" r="r" b="b"/>
              <a:pathLst>
                <a:path w="1717" h="10805" extrusionOk="0">
                  <a:moveTo>
                    <a:pt x="1" y="1"/>
                  </a:moveTo>
                  <a:cubicBezTo>
                    <a:pt x="518" y="1"/>
                    <a:pt x="959" y="442"/>
                    <a:pt x="959" y="982"/>
                  </a:cubicBezTo>
                  <a:lnTo>
                    <a:pt x="959" y="10804"/>
                  </a:lnTo>
                  <a:lnTo>
                    <a:pt x="1717" y="10804"/>
                  </a:lnTo>
                  <a:lnTo>
                    <a:pt x="1717" y="982"/>
                  </a:lnTo>
                  <a:cubicBezTo>
                    <a:pt x="1717" y="442"/>
                    <a:pt x="1276" y="1"/>
                    <a:pt x="759" y="1"/>
                  </a:cubicBezTo>
                  <a:close/>
                </a:path>
              </a:pathLst>
            </a:custGeom>
            <a:solidFill>
              <a:srgbClr val="FF61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3175;p63">
              <a:extLst>
                <a:ext uri="{FF2B5EF4-FFF2-40B4-BE49-F238E27FC236}">
                  <a16:creationId xmlns:a16="http://schemas.microsoft.com/office/drawing/2014/main" id="{474483B7-872E-4FCA-8DEA-820D7081A079}"/>
                </a:ext>
              </a:extLst>
            </p:cNvPr>
            <p:cNvSpPr/>
            <p:nvPr/>
          </p:nvSpPr>
          <p:spPr>
            <a:xfrm>
              <a:off x="6163056" y="2211758"/>
              <a:ext cx="33447" cy="47648"/>
            </a:xfrm>
            <a:custGeom>
              <a:avLst/>
              <a:gdLst/>
              <a:ahLst/>
              <a:cxnLst/>
              <a:rect l="l" t="t" r="r" b="b"/>
              <a:pathLst>
                <a:path w="1717" h="2446" extrusionOk="0">
                  <a:moveTo>
                    <a:pt x="959" y="0"/>
                  </a:moveTo>
                  <a:lnTo>
                    <a:pt x="959" y="1470"/>
                  </a:lnTo>
                  <a:cubicBezTo>
                    <a:pt x="959" y="2005"/>
                    <a:pt x="518" y="2445"/>
                    <a:pt x="1" y="2445"/>
                  </a:cubicBezTo>
                  <a:lnTo>
                    <a:pt x="759" y="2445"/>
                  </a:lnTo>
                  <a:cubicBezTo>
                    <a:pt x="1276" y="2445"/>
                    <a:pt x="1717" y="2005"/>
                    <a:pt x="1717" y="1470"/>
                  </a:cubicBezTo>
                  <a:lnTo>
                    <a:pt x="1717" y="0"/>
                  </a:lnTo>
                  <a:close/>
                </a:path>
              </a:pathLst>
            </a:custGeom>
            <a:solidFill>
              <a:srgbClr val="866A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3176;p63">
              <a:extLst>
                <a:ext uri="{FF2B5EF4-FFF2-40B4-BE49-F238E27FC236}">
                  <a16:creationId xmlns:a16="http://schemas.microsoft.com/office/drawing/2014/main" id="{0210C266-7539-7178-653F-D8E529EF6C05}"/>
                </a:ext>
              </a:extLst>
            </p:cNvPr>
            <p:cNvSpPr/>
            <p:nvPr/>
          </p:nvSpPr>
          <p:spPr>
            <a:xfrm>
              <a:off x="5970362" y="2259386"/>
              <a:ext cx="83939" cy="57836"/>
            </a:xfrm>
            <a:custGeom>
              <a:avLst/>
              <a:gdLst/>
              <a:ahLst/>
              <a:cxnLst/>
              <a:rect l="l" t="t" r="r" b="b"/>
              <a:pathLst>
                <a:path w="4309" h="2969" extrusionOk="0">
                  <a:moveTo>
                    <a:pt x="294" y="0"/>
                  </a:moveTo>
                  <a:cubicBezTo>
                    <a:pt x="294" y="0"/>
                    <a:pt x="271" y="2158"/>
                    <a:pt x="0" y="2969"/>
                  </a:cubicBezTo>
                  <a:lnTo>
                    <a:pt x="4309" y="2969"/>
                  </a:lnTo>
                  <a:cubicBezTo>
                    <a:pt x="4038" y="2158"/>
                    <a:pt x="3991" y="0"/>
                    <a:pt x="3991" y="0"/>
                  </a:cubicBezTo>
                  <a:close/>
                </a:path>
              </a:pathLst>
            </a:custGeom>
            <a:solidFill>
              <a:srgbClr val="866A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3177;p63">
              <a:extLst>
                <a:ext uri="{FF2B5EF4-FFF2-40B4-BE49-F238E27FC236}">
                  <a16:creationId xmlns:a16="http://schemas.microsoft.com/office/drawing/2014/main" id="{9C40FA1F-6321-953E-A071-A67BB2F822FA}"/>
                </a:ext>
              </a:extLst>
            </p:cNvPr>
            <p:cNvSpPr/>
            <p:nvPr/>
          </p:nvSpPr>
          <p:spPr>
            <a:xfrm>
              <a:off x="5975621" y="2259386"/>
              <a:ext cx="72953" cy="14902"/>
            </a:xfrm>
            <a:custGeom>
              <a:avLst/>
              <a:gdLst/>
              <a:ahLst/>
              <a:cxnLst/>
              <a:rect l="l" t="t" r="r" b="b"/>
              <a:pathLst>
                <a:path w="3745" h="765" extrusionOk="0">
                  <a:moveTo>
                    <a:pt x="24" y="0"/>
                  </a:moveTo>
                  <a:cubicBezTo>
                    <a:pt x="24" y="0"/>
                    <a:pt x="24" y="324"/>
                    <a:pt x="1" y="765"/>
                  </a:cubicBezTo>
                  <a:lnTo>
                    <a:pt x="3745" y="765"/>
                  </a:lnTo>
                  <a:cubicBezTo>
                    <a:pt x="3721" y="324"/>
                    <a:pt x="3721" y="0"/>
                    <a:pt x="3721" y="0"/>
                  </a:cubicBez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3178;p63">
              <a:extLst>
                <a:ext uri="{FF2B5EF4-FFF2-40B4-BE49-F238E27FC236}">
                  <a16:creationId xmlns:a16="http://schemas.microsoft.com/office/drawing/2014/main" id="{7FE162A0-A4E3-F07F-BABC-6B7E19E71646}"/>
                </a:ext>
              </a:extLst>
            </p:cNvPr>
            <p:cNvSpPr/>
            <p:nvPr/>
          </p:nvSpPr>
          <p:spPr>
            <a:xfrm>
              <a:off x="5975621" y="2259386"/>
              <a:ext cx="72953" cy="14902"/>
            </a:xfrm>
            <a:custGeom>
              <a:avLst/>
              <a:gdLst/>
              <a:ahLst/>
              <a:cxnLst/>
              <a:rect l="l" t="t" r="r" b="b"/>
              <a:pathLst>
                <a:path w="3745" h="765" extrusionOk="0">
                  <a:moveTo>
                    <a:pt x="24" y="0"/>
                  </a:moveTo>
                  <a:cubicBezTo>
                    <a:pt x="24" y="0"/>
                    <a:pt x="24" y="324"/>
                    <a:pt x="1" y="765"/>
                  </a:cubicBezTo>
                  <a:lnTo>
                    <a:pt x="3745" y="765"/>
                  </a:lnTo>
                  <a:cubicBezTo>
                    <a:pt x="3721" y="324"/>
                    <a:pt x="3721" y="0"/>
                    <a:pt x="3721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3179;p63">
              <a:extLst>
                <a:ext uri="{FF2B5EF4-FFF2-40B4-BE49-F238E27FC236}">
                  <a16:creationId xmlns:a16="http://schemas.microsoft.com/office/drawing/2014/main" id="{FC6E9DD9-51EE-93FA-84AD-69BACE039DD2}"/>
                </a:ext>
              </a:extLst>
            </p:cNvPr>
            <p:cNvSpPr/>
            <p:nvPr/>
          </p:nvSpPr>
          <p:spPr>
            <a:xfrm>
              <a:off x="5851048" y="2027069"/>
              <a:ext cx="322102" cy="184709"/>
            </a:xfrm>
            <a:custGeom>
              <a:avLst/>
              <a:gdLst/>
              <a:ahLst/>
              <a:cxnLst/>
              <a:rect l="l" t="t" r="r" b="b"/>
              <a:pathLst>
                <a:path w="16535" h="9482" extrusionOk="0">
                  <a:moveTo>
                    <a:pt x="418" y="0"/>
                  </a:moveTo>
                  <a:cubicBezTo>
                    <a:pt x="194" y="0"/>
                    <a:pt x="1" y="200"/>
                    <a:pt x="1" y="418"/>
                  </a:cubicBezTo>
                  <a:lnTo>
                    <a:pt x="1" y="9481"/>
                  </a:lnTo>
                  <a:lnTo>
                    <a:pt x="16535" y="9481"/>
                  </a:lnTo>
                  <a:lnTo>
                    <a:pt x="16535" y="418"/>
                  </a:lnTo>
                  <a:cubicBezTo>
                    <a:pt x="16535" y="200"/>
                    <a:pt x="16358" y="0"/>
                    <a:pt x="16117" y="0"/>
                  </a:cubicBez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3180;p63">
              <a:extLst>
                <a:ext uri="{FF2B5EF4-FFF2-40B4-BE49-F238E27FC236}">
                  <a16:creationId xmlns:a16="http://schemas.microsoft.com/office/drawing/2014/main" id="{79EE5EC8-B39B-4EB1-FA3A-09717BC0AA11}"/>
                </a:ext>
              </a:extLst>
            </p:cNvPr>
            <p:cNvSpPr/>
            <p:nvPr/>
          </p:nvSpPr>
          <p:spPr>
            <a:xfrm>
              <a:off x="6150239" y="2027069"/>
              <a:ext cx="22908" cy="184709"/>
            </a:xfrm>
            <a:custGeom>
              <a:avLst/>
              <a:gdLst/>
              <a:ahLst/>
              <a:cxnLst/>
              <a:rect l="l" t="t" r="r" b="b"/>
              <a:pathLst>
                <a:path w="1176" h="9482" extrusionOk="0">
                  <a:moveTo>
                    <a:pt x="0" y="0"/>
                  </a:moveTo>
                  <a:cubicBezTo>
                    <a:pt x="241" y="0"/>
                    <a:pt x="412" y="200"/>
                    <a:pt x="412" y="418"/>
                  </a:cubicBezTo>
                  <a:lnTo>
                    <a:pt x="412" y="9481"/>
                  </a:lnTo>
                  <a:lnTo>
                    <a:pt x="1176" y="9481"/>
                  </a:lnTo>
                  <a:lnTo>
                    <a:pt x="1176" y="418"/>
                  </a:lnTo>
                  <a:cubicBezTo>
                    <a:pt x="1176" y="200"/>
                    <a:pt x="999" y="0"/>
                    <a:pt x="758" y="0"/>
                  </a:cubicBez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3181;p63">
              <a:extLst>
                <a:ext uri="{FF2B5EF4-FFF2-40B4-BE49-F238E27FC236}">
                  <a16:creationId xmlns:a16="http://schemas.microsoft.com/office/drawing/2014/main" id="{6F1DB27C-E695-C84F-E880-B139DB4146F0}"/>
                </a:ext>
              </a:extLst>
            </p:cNvPr>
            <p:cNvSpPr/>
            <p:nvPr/>
          </p:nvSpPr>
          <p:spPr>
            <a:xfrm>
              <a:off x="5965083" y="2051906"/>
              <a:ext cx="94030" cy="41473"/>
            </a:xfrm>
            <a:custGeom>
              <a:avLst/>
              <a:gdLst/>
              <a:ahLst/>
              <a:cxnLst/>
              <a:rect l="l" t="t" r="r" b="b"/>
              <a:pathLst>
                <a:path w="4827" h="2129" extrusionOk="0">
                  <a:moveTo>
                    <a:pt x="248" y="1"/>
                  </a:moveTo>
                  <a:cubicBezTo>
                    <a:pt x="101" y="1"/>
                    <a:pt x="1" y="101"/>
                    <a:pt x="1" y="218"/>
                  </a:cubicBezTo>
                  <a:lnTo>
                    <a:pt x="1" y="1911"/>
                  </a:lnTo>
                  <a:cubicBezTo>
                    <a:pt x="1" y="2035"/>
                    <a:pt x="101" y="2129"/>
                    <a:pt x="248" y="2129"/>
                  </a:cubicBezTo>
                  <a:lnTo>
                    <a:pt x="4603" y="2129"/>
                  </a:lnTo>
                  <a:cubicBezTo>
                    <a:pt x="4727" y="2129"/>
                    <a:pt x="4827" y="2035"/>
                    <a:pt x="4827" y="1911"/>
                  </a:cubicBezTo>
                  <a:lnTo>
                    <a:pt x="4827" y="218"/>
                  </a:lnTo>
                  <a:cubicBezTo>
                    <a:pt x="4827" y="101"/>
                    <a:pt x="4727" y="1"/>
                    <a:pt x="4603" y="1"/>
                  </a:cubicBezTo>
                  <a:close/>
                </a:path>
              </a:pathLst>
            </a:custGeom>
            <a:solidFill>
              <a:srgbClr val="00C7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3182;p63">
              <a:extLst>
                <a:ext uri="{FF2B5EF4-FFF2-40B4-BE49-F238E27FC236}">
                  <a16:creationId xmlns:a16="http://schemas.microsoft.com/office/drawing/2014/main" id="{93353075-2225-55E7-2459-DC257D4C9816}"/>
                </a:ext>
              </a:extLst>
            </p:cNvPr>
            <p:cNvSpPr/>
            <p:nvPr/>
          </p:nvSpPr>
          <p:spPr>
            <a:xfrm>
              <a:off x="5901656" y="2141572"/>
              <a:ext cx="94030" cy="42038"/>
            </a:xfrm>
            <a:custGeom>
              <a:avLst/>
              <a:gdLst/>
              <a:ahLst/>
              <a:cxnLst/>
              <a:rect l="l" t="t" r="r" b="b"/>
              <a:pathLst>
                <a:path w="4827" h="2158" extrusionOk="0">
                  <a:moveTo>
                    <a:pt x="241" y="0"/>
                  </a:moveTo>
                  <a:cubicBezTo>
                    <a:pt x="95" y="0"/>
                    <a:pt x="1" y="124"/>
                    <a:pt x="1" y="247"/>
                  </a:cubicBezTo>
                  <a:lnTo>
                    <a:pt x="1" y="1910"/>
                  </a:lnTo>
                  <a:cubicBezTo>
                    <a:pt x="1" y="2034"/>
                    <a:pt x="95" y="2157"/>
                    <a:pt x="241" y="2157"/>
                  </a:cubicBezTo>
                  <a:lnTo>
                    <a:pt x="4603" y="2157"/>
                  </a:lnTo>
                  <a:cubicBezTo>
                    <a:pt x="4726" y="2157"/>
                    <a:pt x="4826" y="2034"/>
                    <a:pt x="4826" y="1910"/>
                  </a:cubicBezTo>
                  <a:lnTo>
                    <a:pt x="4826" y="247"/>
                  </a:lnTo>
                  <a:cubicBezTo>
                    <a:pt x="4826" y="124"/>
                    <a:pt x="4726" y="0"/>
                    <a:pt x="4603" y="0"/>
                  </a:cubicBezTo>
                  <a:close/>
                </a:path>
              </a:pathLst>
            </a:custGeom>
            <a:solidFill>
              <a:srgbClr val="FFE1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3183;p63">
              <a:extLst>
                <a:ext uri="{FF2B5EF4-FFF2-40B4-BE49-F238E27FC236}">
                  <a16:creationId xmlns:a16="http://schemas.microsoft.com/office/drawing/2014/main" id="{E1B7CB32-D6BA-6332-A3CC-DEC5D8FA01A9}"/>
                </a:ext>
              </a:extLst>
            </p:cNvPr>
            <p:cNvSpPr/>
            <p:nvPr/>
          </p:nvSpPr>
          <p:spPr>
            <a:xfrm>
              <a:off x="6028529" y="2141572"/>
              <a:ext cx="94010" cy="42038"/>
            </a:xfrm>
            <a:custGeom>
              <a:avLst/>
              <a:gdLst/>
              <a:ahLst/>
              <a:cxnLst/>
              <a:rect l="l" t="t" r="r" b="b"/>
              <a:pathLst>
                <a:path w="4826" h="2158" extrusionOk="0">
                  <a:moveTo>
                    <a:pt x="247" y="0"/>
                  </a:moveTo>
                  <a:cubicBezTo>
                    <a:pt x="100" y="0"/>
                    <a:pt x="0" y="124"/>
                    <a:pt x="0" y="247"/>
                  </a:cubicBezTo>
                  <a:lnTo>
                    <a:pt x="0" y="1910"/>
                  </a:lnTo>
                  <a:cubicBezTo>
                    <a:pt x="0" y="2034"/>
                    <a:pt x="100" y="2157"/>
                    <a:pt x="247" y="2157"/>
                  </a:cubicBezTo>
                  <a:lnTo>
                    <a:pt x="4602" y="2157"/>
                  </a:lnTo>
                  <a:cubicBezTo>
                    <a:pt x="4726" y="2157"/>
                    <a:pt x="4826" y="2034"/>
                    <a:pt x="4826" y="1910"/>
                  </a:cubicBezTo>
                  <a:lnTo>
                    <a:pt x="4826" y="247"/>
                  </a:lnTo>
                  <a:cubicBezTo>
                    <a:pt x="4826" y="124"/>
                    <a:pt x="4726" y="0"/>
                    <a:pt x="4602" y="0"/>
                  </a:cubicBezTo>
                  <a:close/>
                </a:path>
              </a:pathLst>
            </a:custGeom>
            <a:solidFill>
              <a:srgbClr val="FFE1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3184;p63">
              <a:extLst>
                <a:ext uri="{FF2B5EF4-FFF2-40B4-BE49-F238E27FC236}">
                  <a16:creationId xmlns:a16="http://schemas.microsoft.com/office/drawing/2014/main" id="{61E70638-5C63-9F5D-EE78-4035BD34ABB5}"/>
                </a:ext>
              </a:extLst>
            </p:cNvPr>
            <p:cNvSpPr/>
            <p:nvPr/>
          </p:nvSpPr>
          <p:spPr>
            <a:xfrm>
              <a:off x="5994166" y="2229835"/>
              <a:ext cx="36330" cy="11026"/>
            </a:xfrm>
            <a:custGeom>
              <a:avLst/>
              <a:gdLst/>
              <a:ahLst/>
              <a:cxnLst/>
              <a:rect l="l" t="t" r="r" b="b"/>
              <a:pathLst>
                <a:path w="1865" h="566" extrusionOk="0">
                  <a:moveTo>
                    <a:pt x="271" y="1"/>
                  </a:moveTo>
                  <a:cubicBezTo>
                    <a:pt x="124" y="1"/>
                    <a:pt x="1" y="124"/>
                    <a:pt x="1" y="295"/>
                  </a:cubicBezTo>
                  <a:cubicBezTo>
                    <a:pt x="1" y="442"/>
                    <a:pt x="124" y="565"/>
                    <a:pt x="271" y="565"/>
                  </a:cubicBezTo>
                  <a:lnTo>
                    <a:pt x="1570" y="565"/>
                  </a:lnTo>
                  <a:cubicBezTo>
                    <a:pt x="1741" y="565"/>
                    <a:pt x="1864" y="442"/>
                    <a:pt x="1864" y="295"/>
                  </a:cubicBezTo>
                  <a:cubicBezTo>
                    <a:pt x="1864" y="124"/>
                    <a:pt x="1741" y="1"/>
                    <a:pt x="1570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3185;p63">
              <a:extLst>
                <a:ext uri="{FF2B5EF4-FFF2-40B4-BE49-F238E27FC236}">
                  <a16:creationId xmlns:a16="http://schemas.microsoft.com/office/drawing/2014/main" id="{E5AA684B-DF53-22AF-ABD8-A74ECA9DC23A}"/>
                </a:ext>
              </a:extLst>
            </p:cNvPr>
            <p:cNvSpPr/>
            <p:nvPr/>
          </p:nvSpPr>
          <p:spPr>
            <a:xfrm>
              <a:off x="5822432" y="1996038"/>
              <a:ext cx="379802" cy="326913"/>
            </a:xfrm>
            <a:custGeom>
              <a:avLst/>
              <a:gdLst/>
              <a:ahLst/>
              <a:cxnLst/>
              <a:rect l="l" t="t" r="r" b="b"/>
              <a:pathLst>
                <a:path w="19497" h="16782" extrusionOk="0">
                  <a:moveTo>
                    <a:pt x="18245" y="565"/>
                  </a:moveTo>
                  <a:cubicBezTo>
                    <a:pt x="18615" y="565"/>
                    <a:pt x="18909" y="882"/>
                    <a:pt x="18909" y="1252"/>
                  </a:cubicBezTo>
                  <a:lnTo>
                    <a:pt x="18909" y="10780"/>
                  </a:lnTo>
                  <a:lnTo>
                    <a:pt x="18298" y="10780"/>
                  </a:lnTo>
                  <a:lnTo>
                    <a:pt x="18298" y="2011"/>
                  </a:lnTo>
                  <a:cubicBezTo>
                    <a:pt x="18298" y="1617"/>
                    <a:pt x="17974" y="1299"/>
                    <a:pt x="17586" y="1299"/>
                  </a:cubicBezTo>
                  <a:lnTo>
                    <a:pt x="6836" y="1299"/>
                  </a:lnTo>
                  <a:cubicBezTo>
                    <a:pt x="6660" y="1299"/>
                    <a:pt x="6542" y="1446"/>
                    <a:pt x="6542" y="1593"/>
                  </a:cubicBezTo>
                  <a:cubicBezTo>
                    <a:pt x="6542" y="1740"/>
                    <a:pt x="6660" y="1887"/>
                    <a:pt x="6836" y="1887"/>
                  </a:cubicBezTo>
                  <a:lnTo>
                    <a:pt x="17586" y="1887"/>
                  </a:lnTo>
                  <a:cubicBezTo>
                    <a:pt x="17657" y="1887"/>
                    <a:pt x="17733" y="1940"/>
                    <a:pt x="17733" y="2011"/>
                  </a:cubicBezTo>
                  <a:lnTo>
                    <a:pt x="17733" y="10780"/>
                  </a:lnTo>
                  <a:lnTo>
                    <a:pt x="1763" y="10780"/>
                  </a:lnTo>
                  <a:lnTo>
                    <a:pt x="1763" y="2011"/>
                  </a:lnTo>
                  <a:cubicBezTo>
                    <a:pt x="1763" y="1940"/>
                    <a:pt x="1810" y="1887"/>
                    <a:pt x="1887" y="1887"/>
                  </a:cubicBezTo>
                  <a:lnTo>
                    <a:pt x="5484" y="1887"/>
                  </a:lnTo>
                  <a:cubicBezTo>
                    <a:pt x="5660" y="1887"/>
                    <a:pt x="5778" y="1740"/>
                    <a:pt x="5778" y="1593"/>
                  </a:cubicBezTo>
                  <a:cubicBezTo>
                    <a:pt x="5778" y="1446"/>
                    <a:pt x="5660" y="1299"/>
                    <a:pt x="5484" y="1299"/>
                  </a:cubicBezTo>
                  <a:lnTo>
                    <a:pt x="1887" y="1299"/>
                  </a:lnTo>
                  <a:cubicBezTo>
                    <a:pt x="1493" y="1299"/>
                    <a:pt x="1176" y="1617"/>
                    <a:pt x="1176" y="2011"/>
                  </a:cubicBezTo>
                  <a:lnTo>
                    <a:pt x="1176" y="10780"/>
                  </a:lnTo>
                  <a:lnTo>
                    <a:pt x="564" y="10780"/>
                  </a:lnTo>
                  <a:lnTo>
                    <a:pt x="564" y="1252"/>
                  </a:lnTo>
                  <a:cubicBezTo>
                    <a:pt x="564" y="882"/>
                    <a:pt x="882" y="565"/>
                    <a:pt x="1252" y="565"/>
                  </a:cubicBezTo>
                  <a:close/>
                  <a:moveTo>
                    <a:pt x="18909" y="11345"/>
                  </a:moveTo>
                  <a:lnTo>
                    <a:pt x="18909" y="12544"/>
                  </a:lnTo>
                  <a:cubicBezTo>
                    <a:pt x="18909" y="12932"/>
                    <a:pt x="18615" y="13225"/>
                    <a:pt x="18245" y="13225"/>
                  </a:cubicBezTo>
                  <a:lnTo>
                    <a:pt x="1252" y="13225"/>
                  </a:lnTo>
                  <a:cubicBezTo>
                    <a:pt x="882" y="13225"/>
                    <a:pt x="564" y="12932"/>
                    <a:pt x="564" y="12544"/>
                  </a:cubicBezTo>
                  <a:lnTo>
                    <a:pt x="564" y="11345"/>
                  </a:lnTo>
                  <a:close/>
                  <a:moveTo>
                    <a:pt x="11315" y="13790"/>
                  </a:moveTo>
                  <a:cubicBezTo>
                    <a:pt x="11315" y="14331"/>
                    <a:pt x="11391" y="15459"/>
                    <a:pt x="11538" y="16194"/>
                  </a:cubicBezTo>
                  <a:lnTo>
                    <a:pt x="7959" y="16194"/>
                  </a:lnTo>
                  <a:cubicBezTo>
                    <a:pt x="8106" y="15459"/>
                    <a:pt x="8158" y="14331"/>
                    <a:pt x="8182" y="13790"/>
                  </a:cubicBezTo>
                  <a:close/>
                  <a:moveTo>
                    <a:pt x="1252" y="0"/>
                  </a:moveTo>
                  <a:cubicBezTo>
                    <a:pt x="564" y="0"/>
                    <a:pt x="0" y="565"/>
                    <a:pt x="0" y="1252"/>
                  </a:cubicBezTo>
                  <a:lnTo>
                    <a:pt x="0" y="12544"/>
                  </a:lnTo>
                  <a:cubicBezTo>
                    <a:pt x="0" y="13255"/>
                    <a:pt x="564" y="13790"/>
                    <a:pt x="1252" y="13790"/>
                  </a:cubicBezTo>
                  <a:lnTo>
                    <a:pt x="7594" y="13790"/>
                  </a:lnTo>
                  <a:cubicBezTo>
                    <a:pt x="7594" y="14454"/>
                    <a:pt x="7518" y="15577"/>
                    <a:pt x="7371" y="16194"/>
                  </a:cubicBezTo>
                  <a:lnTo>
                    <a:pt x="6366" y="16194"/>
                  </a:lnTo>
                  <a:cubicBezTo>
                    <a:pt x="6219" y="16194"/>
                    <a:pt x="6101" y="16311"/>
                    <a:pt x="6101" y="16488"/>
                  </a:cubicBezTo>
                  <a:cubicBezTo>
                    <a:pt x="6101" y="16635"/>
                    <a:pt x="6219" y="16782"/>
                    <a:pt x="6366" y="16782"/>
                  </a:cubicBezTo>
                  <a:lnTo>
                    <a:pt x="13102" y="16782"/>
                  </a:lnTo>
                  <a:cubicBezTo>
                    <a:pt x="13249" y="16782"/>
                    <a:pt x="13396" y="16635"/>
                    <a:pt x="13396" y="16488"/>
                  </a:cubicBezTo>
                  <a:cubicBezTo>
                    <a:pt x="13396" y="16311"/>
                    <a:pt x="13249" y="16194"/>
                    <a:pt x="13102" y="16194"/>
                  </a:cubicBezTo>
                  <a:lnTo>
                    <a:pt x="12126" y="16194"/>
                  </a:lnTo>
                  <a:cubicBezTo>
                    <a:pt x="11979" y="15577"/>
                    <a:pt x="11903" y="14454"/>
                    <a:pt x="11879" y="13790"/>
                  </a:cubicBezTo>
                  <a:lnTo>
                    <a:pt x="18245" y="13790"/>
                  </a:lnTo>
                  <a:cubicBezTo>
                    <a:pt x="18933" y="13790"/>
                    <a:pt x="19497" y="13255"/>
                    <a:pt x="19497" y="12544"/>
                  </a:cubicBezTo>
                  <a:lnTo>
                    <a:pt x="19497" y="1252"/>
                  </a:lnTo>
                  <a:cubicBezTo>
                    <a:pt x="19497" y="565"/>
                    <a:pt x="18933" y="0"/>
                    <a:pt x="18245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3186;p63">
              <a:extLst>
                <a:ext uri="{FF2B5EF4-FFF2-40B4-BE49-F238E27FC236}">
                  <a16:creationId xmlns:a16="http://schemas.microsoft.com/office/drawing/2014/main" id="{2D99902D-221C-B5DF-E96A-D04107CF70B0}"/>
                </a:ext>
              </a:extLst>
            </p:cNvPr>
            <p:cNvSpPr/>
            <p:nvPr/>
          </p:nvSpPr>
          <p:spPr>
            <a:xfrm>
              <a:off x="5896397" y="2046179"/>
              <a:ext cx="231870" cy="142691"/>
            </a:xfrm>
            <a:custGeom>
              <a:avLst/>
              <a:gdLst/>
              <a:ahLst/>
              <a:cxnLst/>
              <a:rect l="l" t="t" r="r" b="b"/>
              <a:pathLst>
                <a:path w="11903" h="7325" extrusionOk="0">
                  <a:moveTo>
                    <a:pt x="8082" y="589"/>
                  </a:moveTo>
                  <a:lnTo>
                    <a:pt x="8082" y="2129"/>
                  </a:lnTo>
                  <a:lnTo>
                    <a:pt x="3821" y="2129"/>
                  </a:lnTo>
                  <a:lnTo>
                    <a:pt x="3821" y="589"/>
                  </a:lnTo>
                  <a:close/>
                  <a:moveTo>
                    <a:pt x="4826" y="5191"/>
                  </a:moveTo>
                  <a:lnTo>
                    <a:pt x="4826" y="6760"/>
                  </a:lnTo>
                  <a:lnTo>
                    <a:pt x="564" y="6760"/>
                  </a:lnTo>
                  <a:lnTo>
                    <a:pt x="564" y="5191"/>
                  </a:lnTo>
                  <a:close/>
                  <a:moveTo>
                    <a:pt x="3774" y="1"/>
                  </a:moveTo>
                  <a:cubicBezTo>
                    <a:pt x="3480" y="1"/>
                    <a:pt x="3233" y="248"/>
                    <a:pt x="3233" y="512"/>
                  </a:cubicBezTo>
                  <a:lnTo>
                    <a:pt x="3233" y="2205"/>
                  </a:lnTo>
                  <a:cubicBezTo>
                    <a:pt x="3233" y="2475"/>
                    <a:pt x="3480" y="2716"/>
                    <a:pt x="3774" y="2716"/>
                  </a:cubicBezTo>
                  <a:lnTo>
                    <a:pt x="5655" y="2716"/>
                  </a:lnTo>
                  <a:lnTo>
                    <a:pt x="5655" y="3504"/>
                  </a:lnTo>
                  <a:lnTo>
                    <a:pt x="2916" y="3504"/>
                  </a:lnTo>
                  <a:cubicBezTo>
                    <a:pt x="2645" y="3504"/>
                    <a:pt x="2398" y="3722"/>
                    <a:pt x="2398" y="4015"/>
                  </a:cubicBezTo>
                  <a:lnTo>
                    <a:pt x="2398" y="4627"/>
                  </a:lnTo>
                  <a:lnTo>
                    <a:pt x="511" y="4627"/>
                  </a:lnTo>
                  <a:cubicBezTo>
                    <a:pt x="218" y="4627"/>
                    <a:pt x="0" y="4850"/>
                    <a:pt x="0" y="5144"/>
                  </a:cubicBezTo>
                  <a:lnTo>
                    <a:pt x="0" y="6807"/>
                  </a:lnTo>
                  <a:cubicBezTo>
                    <a:pt x="0" y="7101"/>
                    <a:pt x="218" y="7325"/>
                    <a:pt x="511" y="7325"/>
                  </a:cubicBezTo>
                  <a:lnTo>
                    <a:pt x="4873" y="7325"/>
                  </a:lnTo>
                  <a:cubicBezTo>
                    <a:pt x="5167" y="7325"/>
                    <a:pt x="5390" y="7101"/>
                    <a:pt x="5390" y="6807"/>
                  </a:cubicBezTo>
                  <a:lnTo>
                    <a:pt x="5390" y="5144"/>
                  </a:lnTo>
                  <a:cubicBezTo>
                    <a:pt x="5390" y="4850"/>
                    <a:pt x="5167" y="4627"/>
                    <a:pt x="4873" y="4627"/>
                  </a:cubicBezTo>
                  <a:lnTo>
                    <a:pt x="2963" y="4627"/>
                  </a:lnTo>
                  <a:lnTo>
                    <a:pt x="2963" y="4068"/>
                  </a:lnTo>
                  <a:lnTo>
                    <a:pt x="8917" y="4068"/>
                  </a:lnTo>
                  <a:lnTo>
                    <a:pt x="8917" y="4627"/>
                  </a:lnTo>
                  <a:lnTo>
                    <a:pt x="7030" y="4627"/>
                  </a:lnTo>
                  <a:cubicBezTo>
                    <a:pt x="6736" y="4627"/>
                    <a:pt x="6489" y="4850"/>
                    <a:pt x="6489" y="5144"/>
                  </a:cubicBezTo>
                  <a:lnTo>
                    <a:pt x="6489" y="6807"/>
                  </a:lnTo>
                  <a:cubicBezTo>
                    <a:pt x="6489" y="7101"/>
                    <a:pt x="6736" y="7325"/>
                    <a:pt x="7030" y="7325"/>
                  </a:cubicBezTo>
                  <a:lnTo>
                    <a:pt x="7741" y="7325"/>
                  </a:lnTo>
                  <a:cubicBezTo>
                    <a:pt x="7912" y="7325"/>
                    <a:pt x="8035" y="7201"/>
                    <a:pt x="8035" y="7054"/>
                  </a:cubicBezTo>
                  <a:cubicBezTo>
                    <a:pt x="8035" y="6884"/>
                    <a:pt x="7912" y="6760"/>
                    <a:pt x="7741" y="6760"/>
                  </a:cubicBezTo>
                  <a:lnTo>
                    <a:pt x="7077" y="6760"/>
                  </a:lnTo>
                  <a:lnTo>
                    <a:pt x="7077" y="5191"/>
                  </a:lnTo>
                  <a:lnTo>
                    <a:pt x="11338" y="5191"/>
                  </a:lnTo>
                  <a:lnTo>
                    <a:pt x="11338" y="6760"/>
                  </a:lnTo>
                  <a:lnTo>
                    <a:pt x="9087" y="6760"/>
                  </a:lnTo>
                  <a:cubicBezTo>
                    <a:pt x="8917" y="6760"/>
                    <a:pt x="8793" y="6884"/>
                    <a:pt x="8793" y="7054"/>
                  </a:cubicBezTo>
                  <a:cubicBezTo>
                    <a:pt x="8793" y="7201"/>
                    <a:pt x="8917" y="7325"/>
                    <a:pt x="9087" y="7325"/>
                  </a:cubicBezTo>
                  <a:lnTo>
                    <a:pt x="11385" y="7325"/>
                  </a:lnTo>
                  <a:cubicBezTo>
                    <a:pt x="11656" y="7325"/>
                    <a:pt x="11903" y="7101"/>
                    <a:pt x="11903" y="6807"/>
                  </a:cubicBezTo>
                  <a:lnTo>
                    <a:pt x="11903" y="5144"/>
                  </a:lnTo>
                  <a:cubicBezTo>
                    <a:pt x="11903" y="4850"/>
                    <a:pt x="11656" y="4627"/>
                    <a:pt x="11385" y="4627"/>
                  </a:cubicBezTo>
                  <a:lnTo>
                    <a:pt x="9475" y="4627"/>
                  </a:lnTo>
                  <a:lnTo>
                    <a:pt x="9475" y="4015"/>
                  </a:lnTo>
                  <a:cubicBezTo>
                    <a:pt x="9475" y="3722"/>
                    <a:pt x="9258" y="3504"/>
                    <a:pt x="8964" y="3504"/>
                  </a:cubicBezTo>
                  <a:lnTo>
                    <a:pt x="6219" y="3504"/>
                  </a:lnTo>
                  <a:lnTo>
                    <a:pt x="6219" y="2716"/>
                  </a:lnTo>
                  <a:lnTo>
                    <a:pt x="8129" y="2716"/>
                  </a:lnTo>
                  <a:cubicBezTo>
                    <a:pt x="8423" y="2716"/>
                    <a:pt x="8646" y="2475"/>
                    <a:pt x="8646" y="2205"/>
                  </a:cubicBezTo>
                  <a:lnTo>
                    <a:pt x="8646" y="512"/>
                  </a:lnTo>
                  <a:cubicBezTo>
                    <a:pt x="8646" y="248"/>
                    <a:pt x="8423" y="1"/>
                    <a:pt x="8129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766973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2" grpId="0" build="p"/>
      <p:bldP spid="745" grpId="0"/>
      <p:bldP spid="749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8">
          <a:extLst>
            <a:ext uri="{FF2B5EF4-FFF2-40B4-BE49-F238E27FC236}">
              <a16:creationId xmlns:a16="http://schemas.microsoft.com/office/drawing/2014/main" id="{349DD381-CEB4-717E-B68D-73D804946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35">
            <a:extLst>
              <a:ext uri="{FF2B5EF4-FFF2-40B4-BE49-F238E27FC236}">
                <a16:creationId xmlns:a16="http://schemas.microsoft.com/office/drawing/2014/main" id="{8FCDC089-94B3-1081-B99D-DF5412D7D2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740" name="Google Shape;740;p35">
            <a:extLst>
              <a:ext uri="{FF2B5EF4-FFF2-40B4-BE49-F238E27FC236}">
                <a16:creationId xmlns:a16="http://schemas.microsoft.com/office/drawing/2014/main" id="{B26994CB-4CB7-1A32-F632-7AED0D4403A9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276777" y="3969595"/>
            <a:ext cx="31440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Different steps needed to run RAG</a:t>
            </a:r>
            <a:endParaRPr dirty="0">
              <a:solidFill>
                <a:srgbClr val="666666"/>
              </a:solidFill>
            </a:endParaRPr>
          </a:p>
        </p:txBody>
      </p:sp>
      <p:sp>
        <p:nvSpPr>
          <p:cNvPr id="741" name="Google Shape;741;p35">
            <a:extLst>
              <a:ext uri="{FF2B5EF4-FFF2-40B4-BE49-F238E27FC236}">
                <a16:creationId xmlns:a16="http://schemas.microsoft.com/office/drawing/2014/main" id="{903D3836-C4D0-A846-2F31-CA1DCE82F89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276777" y="2273420"/>
            <a:ext cx="31440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We will discuss what is RAG</a:t>
            </a:r>
            <a:endParaRPr dirty="0"/>
          </a:p>
        </p:txBody>
      </p:sp>
      <p:sp>
        <p:nvSpPr>
          <p:cNvPr id="742" name="Google Shape;742;p35">
            <a:extLst>
              <a:ext uri="{FF2B5EF4-FFF2-40B4-BE49-F238E27FC236}">
                <a16:creationId xmlns:a16="http://schemas.microsoft.com/office/drawing/2014/main" id="{1F01FE87-66CB-31D4-4D24-4855A8200340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4947925" y="2273420"/>
            <a:ext cx="31440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We will discuss how RAG works</a:t>
            </a:r>
            <a:endParaRPr dirty="0"/>
          </a:p>
        </p:txBody>
      </p:sp>
      <p:sp>
        <p:nvSpPr>
          <p:cNvPr id="744" name="Google Shape;744;p35">
            <a:extLst>
              <a:ext uri="{FF2B5EF4-FFF2-40B4-BE49-F238E27FC236}">
                <a16:creationId xmlns:a16="http://schemas.microsoft.com/office/drawing/2014/main" id="{5362ED49-F7A9-29E4-19EB-4037682ACF91}"/>
              </a:ext>
            </a:extLst>
          </p:cNvPr>
          <p:cNvSpPr txBox="1">
            <a:spLocks noGrp="1"/>
          </p:cNvSpPr>
          <p:nvPr>
            <p:ph type="title" idx="5"/>
          </p:nvPr>
        </p:nvSpPr>
        <p:spPr>
          <a:xfrm>
            <a:off x="1276775" y="1429475"/>
            <a:ext cx="954600" cy="47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745" name="Google Shape;745;p35">
            <a:extLst>
              <a:ext uri="{FF2B5EF4-FFF2-40B4-BE49-F238E27FC236}">
                <a16:creationId xmlns:a16="http://schemas.microsoft.com/office/drawing/2014/main" id="{7A7C3613-59C6-DADF-8E3C-9CD93C6A7FFB}"/>
              </a:ext>
            </a:extLst>
          </p:cNvPr>
          <p:cNvSpPr txBox="1">
            <a:spLocks noGrp="1"/>
          </p:cNvSpPr>
          <p:nvPr>
            <p:ph type="title" idx="7"/>
          </p:nvPr>
        </p:nvSpPr>
        <p:spPr>
          <a:xfrm>
            <a:off x="4947925" y="1429475"/>
            <a:ext cx="954600" cy="47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747" name="Google Shape;747;p35">
            <a:extLst>
              <a:ext uri="{FF2B5EF4-FFF2-40B4-BE49-F238E27FC236}">
                <a16:creationId xmlns:a16="http://schemas.microsoft.com/office/drawing/2014/main" id="{2B2DCA77-50F2-89BB-4A7D-4CA0F2580A2E}"/>
              </a:ext>
            </a:extLst>
          </p:cNvPr>
          <p:cNvSpPr txBox="1">
            <a:spLocks noGrp="1"/>
          </p:cNvSpPr>
          <p:nvPr>
            <p:ph type="title" idx="6"/>
          </p:nvPr>
        </p:nvSpPr>
        <p:spPr>
          <a:xfrm>
            <a:off x="1276775" y="3125724"/>
            <a:ext cx="954600" cy="47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748" name="Google Shape;748;p35">
            <a:extLst>
              <a:ext uri="{FF2B5EF4-FFF2-40B4-BE49-F238E27FC236}">
                <a16:creationId xmlns:a16="http://schemas.microsoft.com/office/drawing/2014/main" id="{A6BA2C09-D0A8-AADD-8DC9-5923C215EF72}"/>
              </a:ext>
            </a:extLst>
          </p:cNvPr>
          <p:cNvSpPr txBox="1">
            <a:spLocks noGrp="1"/>
          </p:cNvSpPr>
          <p:nvPr>
            <p:ph type="subTitle" idx="9"/>
          </p:nvPr>
        </p:nvSpPr>
        <p:spPr>
          <a:xfrm>
            <a:off x="1276775" y="1900175"/>
            <a:ext cx="3144000" cy="44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 to RAG</a:t>
            </a:r>
            <a:endParaRPr dirty="0"/>
          </a:p>
        </p:txBody>
      </p:sp>
      <p:sp>
        <p:nvSpPr>
          <p:cNvPr id="749" name="Google Shape;749;p35">
            <a:extLst>
              <a:ext uri="{FF2B5EF4-FFF2-40B4-BE49-F238E27FC236}">
                <a16:creationId xmlns:a16="http://schemas.microsoft.com/office/drawing/2014/main" id="{A50051A8-85B4-81D1-9191-4C618CB44C96}"/>
              </a:ext>
            </a:extLst>
          </p:cNvPr>
          <p:cNvSpPr txBox="1">
            <a:spLocks noGrp="1"/>
          </p:cNvSpPr>
          <p:nvPr>
            <p:ph type="subTitle" idx="13"/>
          </p:nvPr>
        </p:nvSpPr>
        <p:spPr>
          <a:xfrm>
            <a:off x="4947926" y="1900175"/>
            <a:ext cx="3144000" cy="44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RAG Pipeline</a:t>
            </a:r>
            <a:endParaRPr dirty="0"/>
          </a:p>
        </p:txBody>
      </p:sp>
      <p:sp>
        <p:nvSpPr>
          <p:cNvPr id="750" name="Google Shape;750;p35">
            <a:extLst>
              <a:ext uri="{FF2B5EF4-FFF2-40B4-BE49-F238E27FC236}">
                <a16:creationId xmlns:a16="http://schemas.microsoft.com/office/drawing/2014/main" id="{1282312D-AA2A-6BBE-84E8-EF426ADFDEBA}"/>
              </a:ext>
            </a:extLst>
          </p:cNvPr>
          <p:cNvSpPr txBox="1">
            <a:spLocks noGrp="1"/>
          </p:cNvSpPr>
          <p:nvPr>
            <p:ph type="subTitle" idx="14"/>
          </p:nvPr>
        </p:nvSpPr>
        <p:spPr>
          <a:xfrm>
            <a:off x="1276775" y="3596200"/>
            <a:ext cx="3144000" cy="44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Steps for RAG</a:t>
            </a:r>
            <a:endParaRPr dirty="0"/>
          </a:p>
        </p:txBody>
      </p:sp>
      <p:grpSp>
        <p:nvGrpSpPr>
          <p:cNvPr id="2" name="Google Shape;3170;p63">
            <a:extLst>
              <a:ext uri="{FF2B5EF4-FFF2-40B4-BE49-F238E27FC236}">
                <a16:creationId xmlns:a16="http://schemas.microsoft.com/office/drawing/2014/main" id="{786A1547-8884-4951-326E-F3603C7278C8}"/>
              </a:ext>
            </a:extLst>
          </p:cNvPr>
          <p:cNvGrpSpPr/>
          <p:nvPr/>
        </p:nvGrpSpPr>
        <p:grpSpPr>
          <a:xfrm>
            <a:off x="6427343" y="644118"/>
            <a:ext cx="379802" cy="326913"/>
            <a:chOff x="5822432" y="1996038"/>
            <a:chExt cx="379802" cy="326913"/>
          </a:xfrm>
        </p:grpSpPr>
        <p:sp>
          <p:nvSpPr>
            <p:cNvPr id="3" name="Google Shape;3171;p63">
              <a:extLst>
                <a:ext uri="{FF2B5EF4-FFF2-40B4-BE49-F238E27FC236}">
                  <a16:creationId xmlns:a16="http://schemas.microsoft.com/office/drawing/2014/main" id="{E6D59F09-30CB-4598-F5FE-B275EB745751}"/>
                </a:ext>
              </a:extLst>
            </p:cNvPr>
            <p:cNvSpPr/>
            <p:nvPr/>
          </p:nvSpPr>
          <p:spPr>
            <a:xfrm>
              <a:off x="5827692" y="2211758"/>
              <a:ext cx="368815" cy="47648"/>
            </a:xfrm>
            <a:custGeom>
              <a:avLst/>
              <a:gdLst/>
              <a:ahLst/>
              <a:cxnLst/>
              <a:rect l="l" t="t" r="r" b="b"/>
              <a:pathLst>
                <a:path w="18933" h="2446" extrusionOk="0">
                  <a:moveTo>
                    <a:pt x="0" y="0"/>
                  </a:moveTo>
                  <a:lnTo>
                    <a:pt x="0" y="1470"/>
                  </a:lnTo>
                  <a:cubicBezTo>
                    <a:pt x="0" y="2005"/>
                    <a:pt x="441" y="2445"/>
                    <a:pt x="982" y="2445"/>
                  </a:cubicBezTo>
                  <a:lnTo>
                    <a:pt x="17975" y="2445"/>
                  </a:lnTo>
                  <a:cubicBezTo>
                    <a:pt x="18492" y="2445"/>
                    <a:pt x="18933" y="2005"/>
                    <a:pt x="18933" y="1470"/>
                  </a:cubicBezTo>
                  <a:lnTo>
                    <a:pt x="18933" y="0"/>
                  </a:ln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3172;p63">
              <a:extLst>
                <a:ext uri="{FF2B5EF4-FFF2-40B4-BE49-F238E27FC236}">
                  <a16:creationId xmlns:a16="http://schemas.microsoft.com/office/drawing/2014/main" id="{539DF2A6-9B7D-8B1F-EDD5-D1274E0AB4A5}"/>
                </a:ext>
              </a:extLst>
            </p:cNvPr>
            <p:cNvSpPr/>
            <p:nvPr/>
          </p:nvSpPr>
          <p:spPr>
            <a:xfrm>
              <a:off x="5827692" y="2001298"/>
              <a:ext cx="368815" cy="210481"/>
            </a:xfrm>
            <a:custGeom>
              <a:avLst/>
              <a:gdLst/>
              <a:ahLst/>
              <a:cxnLst/>
              <a:rect l="l" t="t" r="r" b="b"/>
              <a:pathLst>
                <a:path w="18933" h="10805" extrusionOk="0">
                  <a:moveTo>
                    <a:pt x="982" y="1"/>
                  </a:moveTo>
                  <a:cubicBezTo>
                    <a:pt x="441" y="1"/>
                    <a:pt x="0" y="442"/>
                    <a:pt x="0" y="982"/>
                  </a:cubicBezTo>
                  <a:lnTo>
                    <a:pt x="0" y="10804"/>
                  </a:lnTo>
                  <a:lnTo>
                    <a:pt x="18933" y="10804"/>
                  </a:lnTo>
                  <a:lnTo>
                    <a:pt x="18933" y="982"/>
                  </a:lnTo>
                  <a:cubicBezTo>
                    <a:pt x="18933" y="442"/>
                    <a:pt x="18492" y="1"/>
                    <a:pt x="17975" y="1"/>
                  </a:cubicBezTo>
                  <a:close/>
                </a:path>
              </a:pathLst>
            </a:custGeom>
            <a:solidFill>
              <a:srgbClr val="FF93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3173;p63">
              <a:extLst>
                <a:ext uri="{FF2B5EF4-FFF2-40B4-BE49-F238E27FC236}">
                  <a16:creationId xmlns:a16="http://schemas.microsoft.com/office/drawing/2014/main" id="{291C42D1-05F7-7A16-444B-DBAB5F6F771A}"/>
                </a:ext>
              </a:extLst>
            </p:cNvPr>
            <p:cNvSpPr/>
            <p:nvPr/>
          </p:nvSpPr>
          <p:spPr>
            <a:xfrm>
              <a:off x="5827692" y="2001298"/>
              <a:ext cx="368815" cy="210481"/>
            </a:xfrm>
            <a:custGeom>
              <a:avLst/>
              <a:gdLst/>
              <a:ahLst/>
              <a:cxnLst/>
              <a:rect l="l" t="t" r="r" b="b"/>
              <a:pathLst>
                <a:path w="18933" h="10805" extrusionOk="0">
                  <a:moveTo>
                    <a:pt x="982" y="1"/>
                  </a:moveTo>
                  <a:cubicBezTo>
                    <a:pt x="441" y="1"/>
                    <a:pt x="0" y="442"/>
                    <a:pt x="0" y="982"/>
                  </a:cubicBezTo>
                  <a:lnTo>
                    <a:pt x="0" y="10804"/>
                  </a:lnTo>
                  <a:lnTo>
                    <a:pt x="18933" y="10804"/>
                  </a:lnTo>
                  <a:lnTo>
                    <a:pt x="18933" y="982"/>
                  </a:lnTo>
                  <a:cubicBezTo>
                    <a:pt x="18933" y="442"/>
                    <a:pt x="18492" y="1"/>
                    <a:pt x="17975" y="1"/>
                  </a:cubicBezTo>
                  <a:close/>
                </a:path>
              </a:pathLst>
            </a:custGeom>
            <a:solidFill>
              <a:srgbClr val="FF93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3174;p63">
              <a:extLst>
                <a:ext uri="{FF2B5EF4-FFF2-40B4-BE49-F238E27FC236}">
                  <a16:creationId xmlns:a16="http://schemas.microsoft.com/office/drawing/2014/main" id="{66FDDF9B-17DB-BB8E-6C03-B2DA9A5188FE}"/>
                </a:ext>
              </a:extLst>
            </p:cNvPr>
            <p:cNvSpPr/>
            <p:nvPr/>
          </p:nvSpPr>
          <p:spPr>
            <a:xfrm>
              <a:off x="6163056" y="2001298"/>
              <a:ext cx="33447" cy="210481"/>
            </a:xfrm>
            <a:custGeom>
              <a:avLst/>
              <a:gdLst/>
              <a:ahLst/>
              <a:cxnLst/>
              <a:rect l="l" t="t" r="r" b="b"/>
              <a:pathLst>
                <a:path w="1717" h="10805" extrusionOk="0">
                  <a:moveTo>
                    <a:pt x="1" y="1"/>
                  </a:moveTo>
                  <a:cubicBezTo>
                    <a:pt x="518" y="1"/>
                    <a:pt x="959" y="442"/>
                    <a:pt x="959" y="982"/>
                  </a:cubicBezTo>
                  <a:lnTo>
                    <a:pt x="959" y="10804"/>
                  </a:lnTo>
                  <a:lnTo>
                    <a:pt x="1717" y="10804"/>
                  </a:lnTo>
                  <a:lnTo>
                    <a:pt x="1717" y="982"/>
                  </a:lnTo>
                  <a:cubicBezTo>
                    <a:pt x="1717" y="442"/>
                    <a:pt x="1276" y="1"/>
                    <a:pt x="759" y="1"/>
                  </a:cubicBezTo>
                  <a:close/>
                </a:path>
              </a:pathLst>
            </a:custGeom>
            <a:solidFill>
              <a:srgbClr val="FF61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3175;p63">
              <a:extLst>
                <a:ext uri="{FF2B5EF4-FFF2-40B4-BE49-F238E27FC236}">
                  <a16:creationId xmlns:a16="http://schemas.microsoft.com/office/drawing/2014/main" id="{A5EA6E75-4019-F2C6-178B-4F022420D8CE}"/>
                </a:ext>
              </a:extLst>
            </p:cNvPr>
            <p:cNvSpPr/>
            <p:nvPr/>
          </p:nvSpPr>
          <p:spPr>
            <a:xfrm>
              <a:off x="6163056" y="2211758"/>
              <a:ext cx="33447" cy="47648"/>
            </a:xfrm>
            <a:custGeom>
              <a:avLst/>
              <a:gdLst/>
              <a:ahLst/>
              <a:cxnLst/>
              <a:rect l="l" t="t" r="r" b="b"/>
              <a:pathLst>
                <a:path w="1717" h="2446" extrusionOk="0">
                  <a:moveTo>
                    <a:pt x="959" y="0"/>
                  </a:moveTo>
                  <a:lnTo>
                    <a:pt x="959" y="1470"/>
                  </a:lnTo>
                  <a:cubicBezTo>
                    <a:pt x="959" y="2005"/>
                    <a:pt x="518" y="2445"/>
                    <a:pt x="1" y="2445"/>
                  </a:cubicBezTo>
                  <a:lnTo>
                    <a:pt x="759" y="2445"/>
                  </a:lnTo>
                  <a:cubicBezTo>
                    <a:pt x="1276" y="2445"/>
                    <a:pt x="1717" y="2005"/>
                    <a:pt x="1717" y="1470"/>
                  </a:cubicBezTo>
                  <a:lnTo>
                    <a:pt x="1717" y="0"/>
                  </a:lnTo>
                  <a:close/>
                </a:path>
              </a:pathLst>
            </a:custGeom>
            <a:solidFill>
              <a:srgbClr val="866A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3176;p63">
              <a:extLst>
                <a:ext uri="{FF2B5EF4-FFF2-40B4-BE49-F238E27FC236}">
                  <a16:creationId xmlns:a16="http://schemas.microsoft.com/office/drawing/2014/main" id="{7ED51B68-8DE6-2E9C-1545-E5C43829FD45}"/>
                </a:ext>
              </a:extLst>
            </p:cNvPr>
            <p:cNvSpPr/>
            <p:nvPr/>
          </p:nvSpPr>
          <p:spPr>
            <a:xfrm>
              <a:off x="5970362" y="2259386"/>
              <a:ext cx="83939" cy="57836"/>
            </a:xfrm>
            <a:custGeom>
              <a:avLst/>
              <a:gdLst/>
              <a:ahLst/>
              <a:cxnLst/>
              <a:rect l="l" t="t" r="r" b="b"/>
              <a:pathLst>
                <a:path w="4309" h="2969" extrusionOk="0">
                  <a:moveTo>
                    <a:pt x="294" y="0"/>
                  </a:moveTo>
                  <a:cubicBezTo>
                    <a:pt x="294" y="0"/>
                    <a:pt x="271" y="2158"/>
                    <a:pt x="0" y="2969"/>
                  </a:cubicBezTo>
                  <a:lnTo>
                    <a:pt x="4309" y="2969"/>
                  </a:lnTo>
                  <a:cubicBezTo>
                    <a:pt x="4038" y="2158"/>
                    <a:pt x="3991" y="0"/>
                    <a:pt x="3991" y="0"/>
                  </a:cubicBezTo>
                  <a:close/>
                </a:path>
              </a:pathLst>
            </a:custGeom>
            <a:solidFill>
              <a:srgbClr val="866A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3177;p63">
              <a:extLst>
                <a:ext uri="{FF2B5EF4-FFF2-40B4-BE49-F238E27FC236}">
                  <a16:creationId xmlns:a16="http://schemas.microsoft.com/office/drawing/2014/main" id="{D9253192-BC74-5C84-D0EB-5A3B8EA7A4EE}"/>
                </a:ext>
              </a:extLst>
            </p:cNvPr>
            <p:cNvSpPr/>
            <p:nvPr/>
          </p:nvSpPr>
          <p:spPr>
            <a:xfrm>
              <a:off x="5975621" y="2259386"/>
              <a:ext cx="72953" cy="14902"/>
            </a:xfrm>
            <a:custGeom>
              <a:avLst/>
              <a:gdLst/>
              <a:ahLst/>
              <a:cxnLst/>
              <a:rect l="l" t="t" r="r" b="b"/>
              <a:pathLst>
                <a:path w="3745" h="765" extrusionOk="0">
                  <a:moveTo>
                    <a:pt x="24" y="0"/>
                  </a:moveTo>
                  <a:cubicBezTo>
                    <a:pt x="24" y="0"/>
                    <a:pt x="24" y="324"/>
                    <a:pt x="1" y="765"/>
                  </a:cubicBezTo>
                  <a:lnTo>
                    <a:pt x="3745" y="765"/>
                  </a:lnTo>
                  <a:cubicBezTo>
                    <a:pt x="3721" y="324"/>
                    <a:pt x="3721" y="0"/>
                    <a:pt x="3721" y="0"/>
                  </a:cubicBez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3178;p63">
              <a:extLst>
                <a:ext uri="{FF2B5EF4-FFF2-40B4-BE49-F238E27FC236}">
                  <a16:creationId xmlns:a16="http://schemas.microsoft.com/office/drawing/2014/main" id="{32DC23AA-97D1-1CA4-CE7F-BFC07D76D628}"/>
                </a:ext>
              </a:extLst>
            </p:cNvPr>
            <p:cNvSpPr/>
            <p:nvPr/>
          </p:nvSpPr>
          <p:spPr>
            <a:xfrm>
              <a:off x="5975621" y="2259386"/>
              <a:ext cx="72953" cy="14902"/>
            </a:xfrm>
            <a:custGeom>
              <a:avLst/>
              <a:gdLst/>
              <a:ahLst/>
              <a:cxnLst/>
              <a:rect l="l" t="t" r="r" b="b"/>
              <a:pathLst>
                <a:path w="3745" h="765" extrusionOk="0">
                  <a:moveTo>
                    <a:pt x="24" y="0"/>
                  </a:moveTo>
                  <a:cubicBezTo>
                    <a:pt x="24" y="0"/>
                    <a:pt x="24" y="324"/>
                    <a:pt x="1" y="765"/>
                  </a:cubicBezTo>
                  <a:lnTo>
                    <a:pt x="3745" y="765"/>
                  </a:lnTo>
                  <a:cubicBezTo>
                    <a:pt x="3721" y="324"/>
                    <a:pt x="3721" y="0"/>
                    <a:pt x="3721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3179;p63">
              <a:extLst>
                <a:ext uri="{FF2B5EF4-FFF2-40B4-BE49-F238E27FC236}">
                  <a16:creationId xmlns:a16="http://schemas.microsoft.com/office/drawing/2014/main" id="{E33EF5DD-70B1-9BDF-ECA0-8E8A6CD3111B}"/>
                </a:ext>
              </a:extLst>
            </p:cNvPr>
            <p:cNvSpPr/>
            <p:nvPr/>
          </p:nvSpPr>
          <p:spPr>
            <a:xfrm>
              <a:off x="5851048" y="2027069"/>
              <a:ext cx="322102" cy="184709"/>
            </a:xfrm>
            <a:custGeom>
              <a:avLst/>
              <a:gdLst/>
              <a:ahLst/>
              <a:cxnLst/>
              <a:rect l="l" t="t" r="r" b="b"/>
              <a:pathLst>
                <a:path w="16535" h="9482" extrusionOk="0">
                  <a:moveTo>
                    <a:pt x="418" y="0"/>
                  </a:moveTo>
                  <a:cubicBezTo>
                    <a:pt x="194" y="0"/>
                    <a:pt x="1" y="200"/>
                    <a:pt x="1" y="418"/>
                  </a:cubicBezTo>
                  <a:lnTo>
                    <a:pt x="1" y="9481"/>
                  </a:lnTo>
                  <a:lnTo>
                    <a:pt x="16535" y="9481"/>
                  </a:lnTo>
                  <a:lnTo>
                    <a:pt x="16535" y="418"/>
                  </a:lnTo>
                  <a:cubicBezTo>
                    <a:pt x="16535" y="200"/>
                    <a:pt x="16358" y="0"/>
                    <a:pt x="16117" y="0"/>
                  </a:cubicBez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3180;p63">
              <a:extLst>
                <a:ext uri="{FF2B5EF4-FFF2-40B4-BE49-F238E27FC236}">
                  <a16:creationId xmlns:a16="http://schemas.microsoft.com/office/drawing/2014/main" id="{D922DC6F-A419-E3FC-265F-19A4E5F9A71B}"/>
                </a:ext>
              </a:extLst>
            </p:cNvPr>
            <p:cNvSpPr/>
            <p:nvPr/>
          </p:nvSpPr>
          <p:spPr>
            <a:xfrm>
              <a:off x="6150239" y="2027069"/>
              <a:ext cx="22908" cy="184709"/>
            </a:xfrm>
            <a:custGeom>
              <a:avLst/>
              <a:gdLst/>
              <a:ahLst/>
              <a:cxnLst/>
              <a:rect l="l" t="t" r="r" b="b"/>
              <a:pathLst>
                <a:path w="1176" h="9482" extrusionOk="0">
                  <a:moveTo>
                    <a:pt x="0" y="0"/>
                  </a:moveTo>
                  <a:cubicBezTo>
                    <a:pt x="241" y="0"/>
                    <a:pt x="412" y="200"/>
                    <a:pt x="412" y="418"/>
                  </a:cubicBezTo>
                  <a:lnTo>
                    <a:pt x="412" y="9481"/>
                  </a:lnTo>
                  <a:lnTo>
                    <a:pt x="1176" y="9481"/>
                  </a:lnTo>
                  <a:lnTo>
                    <a:pt x="1176" y="418"/>
                  </a:lnTo>
                  <a:cubicBezTo>
                    <a:pt x="1176" y="200"/>
                    <a:pt x="999" y="0"/>
                    <a:pt x="758" y="0"/>
                  </a:cubicBez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3181;p63">
              <a:extLst>
                <a:ext uri="{FF2B5EF4-FFF2-40B4-BE49-F238E27FC236}">
                  <a16:creationId xmlns:a16="http://schemas.microsoft.com/office/drawing/2014/main" id="{8615E402-59EB-5A55-0632-BBF2DA7942B6}"/>
                </a:ext>
              </a:extLst>
            </p:cNvPr>
            <p:cNvSpPr/>
            <p:nvPr/>
          </p:nvSpPr>
          <p:spPr>
            <a:xfrm>
              <a:off x="5965083" y="2051906"/>
              <a:ext cx="94030" cy="41473"/>
            </a:xfrm>
            <a:custGeom>
              <a:avLst/>
              <a:gdLst/>
              <a:ahLst/>
              <a:cxnLst/>
              <a:rect l="l" t="t" r="r" b="b"/>
              <a:pathLst>
                <a:path w="4827" h="2129" extrusionOk="0">
                  <a:moveTo>
                    <a:pt x="248" y="1"/>
                  </a:moveTo>
                  <a:cubicBezTo>
                    <a:pt x="101" y="1"/>
                    <a:pt x="1" y="101"/>
                    <a:pt x="1" y="218"/>
                  </a:cubicBezTo>
                  <a:lnTo>
                    <a:pt x="1" y="1911"/>
                  </a:lnTo>
                  <a:cubicBezTo>
                    <a:pt x="1" y="2035"/>
                    <a:pt x="101" y="2129"/>
                    <a:pt x="248" y="2129"/>
                  </a:cubicBezTo>
                  <a:lnTo>
                    <a:pt x="4603" y="2129"/>
                  </a:lnTo>
                  <a:cubicBezTo>
                    <a:pt x="4727" y="2129"/>
                    <a:pt x="4827" y="2035"/>
                    <a:pt x="4827" y="1911"/>
                  </a:cubicBezTo>
                  <a:lnTo>
                    <a:pt x="4827" y="218"/>
                  </a:lnTo>
                  <a:cubicBezTo>
                    <a:pt x="4827" y="101"/>
                    <a:pt x="4727" y="1"/>
                    <a:pt x="4603" y="1"/>
                  </a:cubicBezTo>
                  <a:close/>
                </a:path>
              </a:pathLst>
            </a:custGeom>
            <a:solidFill>
              <a:srgbClr val="00C7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3182;p63">
              <a:extLst>
                <a:ext uri="{FF2B5EF4-FFF2-40B4-BE49-F238E27FC236}">
                  <a16:creationId xmlns:a16="http://schemas.microsoft.com/office/drawing/2014/main" id="{8F30C3FF-3DBF-D743-1ADD-13F612FA10D6}"/>
                </a:ext>
              </a:extLst>
            </p:cNvPr>
            <p:cNvSpPr/>
            <p:nvPr/>
          </p:nvSpPr>
          <p:spPr>
            <a:xfrm>
              <a:off x="5901656" y="2141572"/>
              <a:ext cx="94030" cy="42038"/>
            </a:xfrm>
            <a:custGeom>
              <a:avLst/>
              <a:gdLst/>
              <a:ahLst/>
              <a:cxnLst/>
              <a:rect l="l" t="t" r="r" b="b"/>
              <a:pathLst>
                <a:path w="4827" h="2158" extrusionOk="0">
                  <a:moveTo>
                    <a:pt x="241" y="0"/>
                  </a:moveTo>
                  <a:cubicBezTo>
                    <a:pt x="95" y="0"/>
                    <a:pt x="1" y="124"/>
                    <a:pt x="1" y="247"/>
                  </a:cubicBezTo>
                  <a:lnTo>
                    <a:pt x="1" y="1910"/>
                  </a:lnTo>
                  <a:cubicBezTo>
                    <a:pt x="1" y="2034"/>
                    <a:pt x="95" y="2157"/>
                    <a:pt x="241" y="2157"/>
                  </a:cubicBezTo>
                  <a:lnTo>
                    <a:pt x="4603" y="2157"/>
                  </a:lnTo>
                  <a:cubicBezTo>
                    <a:pt x="4726" y="2157"/>
                    <a:pt x="4826" y="2034"/>
                    <a:pt x="4826" y="1910"/>
                  </a:cubicBezTo>
                  <a:lnTo>
                    <a:pt x="4826" y="247"/>
                  </a:lnTo>
                  <a:cubicBezTo>
                    <a:pt x="4826" y="124"/>
                    <a:pt x="4726" y="0"/>
                    <a:pt x="4603" y="0"/>
                  </a:cubicBezTo>
                  <a:close/>
                </a:path>
              </a:pathLst>
            </a:custGeom>
            <a:solidFill>
              <a:srgbClr val="FFE1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3183;p63">
              <a:extLst>
                <a:ext uri="{FF2B5EF4-FFF2-40B4-BE49-F238E27FC236}">
                  <a16:creationId xmlns:a16="http://schemas.microsoft.com/office/drawing/2014/main" id="{9D8FA273-64E8-7889-85CA-1B9E27584C38}"/>
                </a:ext>
              </a:extLst>
            </p:cNvPr>
            <p:cNvSpPr/>
            <p:nvPr/>
          </p:nvSpPr>
          <p:spPr>
            <a:xfrm>
              <a:off x="6028529" y="2141572"/>
              <a:ext cx="94010" cy="42038"/>
            </a:xfrm>
            <a:custGeom>
              <a:avLst/>
              <a:gdLst/>
              <a:ahLst/>
              <a:cxnLst/>
              <a:rect l="l" t="t" r="r" b="b"/>
              <a:pathLst>
                <a:path w="4826" h="2158" extrusionOk="0">
                  <a:moveTo>
                    <a:pt x="247" y="0"/>
                  </a:moveTo>
                  <a:cubicBezTo>
                    <a:pt x="100" y="0"/>
                    <a:pt x="0" y="124"/>
                    <a:pt x="0" y="247"/>
                  </a:cubicBezTo>
                  <a:lnTo>
                    <a:pt x="0" y="1910"/>
                  </a:lnTo>
                  <a:cubicBezTo>
                    <a:pt x="0" y="2034"/>
                    <a:pt x="100" y="2157"/>
                    <a:pt x="247" y="2157"/>
                  </a:cubicBezTo>
                  <a:lnTo>
                    <a:pt x="4602" y="2157"/>
                  </a:lnTo>
                  <a:cubicBezTo>
                    <a:pt x="4726" y="2157"/>
                    <a:pt x="4826" y="2034"/>
                    <a:pt x="4826" y="1910"/>
                  </a:cubicBezTo>
                  <a:lnTo>
                    <a:pt x="4826" y="247"/>
                  </a:lnTo>
                  <a:cubicBezTo>
                    <a:pt x="4826" y="124"/>
                    <a:pt x="4726" y="0"/>
                    <a:pt x="4602" y="0"/>
                  </a:cubicBezTo>
                  <a:close/>
                </a:path>
              </a:pathLst>
            </a:custGeom>
            <a:solidFill>
              <a:srgbClr val="FFE1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3184;p63">
              <a:extLst>
                <a:ext uri="{FF2B5EF4-FFF2-40B4-BE49-F238E27FC236}">
                  <a16:creationId xmlns:a16="http://schemas.microsoft.com/office/drawing/2014/main" id="{25BD1C0A-E4FA-EAB8-C6BA-417A5CBF8458}"/>
                </a:ext>
              </a:extLst>
            </p:cNvPr>
            <p:cNvSpPr/>
            <p:nvPr/>
          </p:nvSpPr>
          <p:spPr>
            <a:xfrm>
              <a:off x="5994166" y="2229835"/>
              <a:ext cx="36330" cy="11026"/>
            </a:xfrm>
            <a:custGeom>
              <a:avLst/>
              <a:gdLst/>
              <a:ahLst/>
              <a:cxnLst/>
              <a:rect l="l" t="t" r="r" b="b"/>
              <a:pathLst>
                <a:path w="1865" h="566" extrusionOk="0">
                  <a:moveTo>
                    <a:pt x="271" y="1"/>
                  </a:moveTo>
                  <a:cubicBezTo>
                    <a:pt x="124" y="1"/>
                    <a:pt x="1" y="124"/>
                    <a:pt x="1" y="295"/>
                  </a:cubicBezTo>
                  <a:cubicBezTo>
                    <a:pt x="1" y="442"/>
                    <a:pt x="124" y="565"/>
                    <a:pt x="271" y="565"/>
                  </a:cubicBezTo>
                  <a:lnTo>
                    <a:pt x="1570" y="565"/>
                  </a:lnTo>
                  <a:cubicBezTo>
                    <a:pt x="1741" y="565"/>
                    <a:pt x="1864" y="442"/>
                    <a:pt x="1864" y="295"/>
                  </a:cubicBezTo>
                  <a:cubicBezTo>
                    <a:pt x="1864" y="124"/>
                    <a:pt x="1741" y="1"/>
                    <a:pt x="1570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3185;p63">
              <a:extLst>
                <a:ext uri="{FF2B5EF4-FFF2-40B4-BE49-F238E27FC236}">
                  <a16:creationId xmlns:a16="http://schemas.microsoft.com/office/drawing/2014/main" id="{BA21A796-7EF1-80F3-C7EB-877BDE7032FA}"/>
                </a:ext>
              </a:extLst>
            </p:cNvPr>
            <p:cNvSpPr/>
            <p:nvPr/>
          </p:nvSpPr>
          <p:spPr>
            <a:xfrm>
              <a:off x="5822432" y="1996038"/>
              <a:ext cx="379802" cy="326913"/>
            </a:xfrm>
            <a:custGeom>
              <a:avLst/>
              <a:gdLst/>
              <a:ahLst/>
              <a:cxnLst/>
              <a:rect l="l" t="t" r="r" b="b"/>
              <a:pathLst>
                <a:path w="19497" h="16782" extrusionOk="0">
                  <a:moveTo>
                    <a:pt x="18245" y="565"/>
                  </a:moveTo>
                  <a:cubicBezTo>
                    <a:pt x="18615" y="565"/>
                    <a:pt x="18909" y="882"/>
                    <a:pt x="18909" y="1252"/>
                  </a:cubicBezTo>
                  <a:lnTo>
                    <a:pt x="18909" y="10780"/>
                  </a:lnTo>
                  <a:lnTo>
                    <a:pt x="18298" y="10780"/>
                  </a:lnTo>
                  <a:lnTo>
                    <a:pt x="18298" y="2011"/>
                  </a:lnTo>
                  <a:cubicBezTo>
                    <a:pt x="18298" y="1617"/>
                    <a:pt x="17974" y="1299"/>
                    <a:pt x="17586" y="1299"/>
                  </a:cubicBezTo>
                  <a:lnTo>
                    <a:pt x="6836" y="1299"/>
                  </a:lnTo>
                  <a:cubicBezTo>
                    <a:pt x="6660" y="1299"/>
                    <a:pt x="6542" y="1446"/>
                    <a:pt x="6542" y="1593"/>
                  </a:cubicBezTo>
                  <a:cubicBezTo>
                    <a:pt x="6542" y="1740"/>
                    <a:pt x="6660" y="1887"/>
                    <a:pt x="6836" y="1887"/>
                  </a:cubicBezTo>
                  <a:lnTo>
                    <a:pt x="17586" y="1887"/>
                  </a:lnTo>
                  <a:cubicBezTo>
                    <a:pt x="17657" y="1887"/>
                    <a:pt x="17733" y="1940"/>
                    <a:pt x="17733" y="2011"/>
                  </a:cubicBezTo>
                  <a:lnTo>
                    <a:pt x="17733" y="10780"/>
                  </a:lnTo>
                  <a:lnTo>
                    <a:pt x="1763" y="10780"/>
                  </a:lnTo>
                  <a:lnTo>
                    <a:pt x="1763" y="2011"/>
                  </a:lnTo>
                  <a:cubicBezTo>
                    <a:pt x="1763" y="1940"/>
                    <a:pt x="1810" y="1887"/>
                    <a:pt x="1887" y="1887"/>
                  </a:cubicBezTo>
                  <a:lnTo>
                    <a:pt x="5484" y="1887"/>
                  </a:lnTo>
                  <a:cubicBezTo>
                    <a:pt x="5660" y="1887"/>
                    <a:pt x="5778" y="1740"/>
                    <a:pt x="5778" y="1593"/>
                  </a:cubicBezTo>
                  <a:cubicBezTo>
                    <a:pt x="5778" y="1446"/>
                    <a:pt x="5660" y="1299"/>
                    <a:pt x="5484" y="1299"/>
                  </a:cubicBezTo>
                  <a:lnTo>
                    <a:pt x="1887" y="1299"/>
                  </a:lnTo>
                  <a:cubicBezTo>
                    <a:pt x="1493" y="1299"/>
                    <a:pt x="1176" y="1617"/>
                    <a:pt x="1176" y="2011"/>
                  </a:cubicBezTo>
                  <a:lnTo>
                    <a:pt x="1176" y="10780"/>
                  </a:lnTo>
                  <a:lnTo>
                    <a:pt x="564" y="10780"/>
                  </a:lnTo>
                  <a:lnTo>
                    <a:pt x="564" y="1252"/>
                  </a:lnTo>
                  <a:cubicBezTo>
                    <a:pt x="564" y="882"/>
                    <a:pt x="882" y="565"/>
                    <a:pt x="1252" y="565"/>
                  </a:cubicBezTo>
                  <a:close/>
                  <a:moveTo>
                    <a:pt x="18909" y="11345"/>
                  </a:moveTo>
                  <a:lnTo>
                    <a:pt x="18909" y="12544"/>
                  </a:lnTo>
                  <a:cubicBezTo>
                    <a:pt x="18909" y="12932"/>
                    <a:pt x="18615" y="13225"/>
                    <a:pt x="18245" y="13225"/>
                  </a:cubicBezTo>
                  <a:lnTo>
                    <a:pt x="1252" y="13225"/>
                  </a:lnTo>
                  <a:cubicBezTo>
                    <a:pt x="882" y="13225"/>
                    <a:pt x="564" y="12932"/>
                    <a:pt x="564" y="12544"/>
                  </a:cubicBezTo>
                  <a:lnTo>
                    <a:pt x="564" y="11345"/>
                  </a:lnTo>
                  <a:close/>
                  <a:moveTo>
                    <a:pt x="11315" y="13790"/>
                  </a:moveTo>
                  <a:cubicBezTo>
                    <a:pt x="11315" y="14331"/>
                    <a:pt x="11391" y="15459"/>
                    <a:pt x="11538" y="16194"/>
                  </a:cubicBezTo>
                  <a:lnTo>
                    <a:pt x="7959" y="16194"/>
                  </a:lnTo>
                  <a:cubicBezTo>
                    <a:pt x="8106" y="15459"/>
                    <a:pt x="8158" y="14331"/>
                    <a:pt x="8182" y="13790"/>
                  </a:cubicBezTo>
                  <a:close/>
                  <a:moveTo>
                    <a:pt x="1252" y="0"/>
                  </a:moveTo>
                  <a:cubicBezTo>
                    <a:pt x="564" y="0"/>
                    <a:pt x="0" y="565"/>
                    <a:pt x="0" y="1252"/>
                  </a:cubicBezTo>
                  <a:lnTo>
                    <a:pt x="0" y="12544"/>
                  </a:lnTo>
                  <a:cubicBezTo>
                    <a:pt x="0" y="13255"/>
                    <a:pt x="564" y="13790"/>
                    <a:pt x="1252" y="13790"/>
                  </a:cubicBezTo>
                  <a:lnTo>
                    <a:pt x="7594" y="13790"/>
                  </a:lnTo>
                  <a:cubicBezTo>
                    <a:pt x="7594" y="14454"/>
                    <a:pt x="7518" y="15577"/>
                    <a:pt x="7371" y="16194"/>
                  </a:cubicBezTo>
                  <a:lnTo>
                    <a:pt x="6366" y="16194"/>
                  </a:lnTo>
                  <a:cubicBezTo>
                    <a:pt x="6219" y="16194"/>
                    <a:pt x="6101" y="16311"/>
                    <a:pt x="6101" y="16488"/>
                  </a:cubicBezTo>
                  <a:cubicBezTo>
                    <a:pt x="6101" y="16635"/>
                    <a:pt x="6219" y="16782"/>
                    <a:pt x="6366" y="16782"/>
                  </a:cubicBezTo>
                  <a:lnTo>
                    <a:pt x="13102" y="16782"/>
                  </a:lnTo>
                  <a:cubicBezTo>
                    <a:pt x="13249" y="16782"/>
                    <a:pt x="13396" y="16635"/>
                    <a:pt x="13396" y="16488"/>
                  </a:cubicBezTo>
                  <a:cubicBezTo>
                    <a:pt x="13396" y="16311"/>
                    <a:pt x="13249" y="16194"/>
                    <a:pt x="13102" y="16194"/>
                  </a:cubicBezTo>
                  <a:lnTo>
                    <a:pt x="12126" y="16194"/>
                  </a:lnTo>
                  <a:cubicBezTo>
                    <a:pt x="11979" y="15577"/>
                    <a:pt x="11903" y="14454"/>
                    <a:pt x="11879" y="13790"/>
                  </a:cubicBezTo>
                  <a:lnTo>
                    <a:pt x="18245" y="13790"/>
                  </a:lnTo>
                  <a:cubicBezTo>
                    <a:pt x="18933" y="13790"/>
                    <a:pt x="19497" y="13255"/>
                    <a:pt x="19497" y="12544"/>
                  </a:cubicBezTo>
                  <a:lnTo>
                    <a:pt x="19497" y="1252"/>
                  </a:lnTo>
                  <a:cubicBezTo>
                    <a:pt x="19497" y="565"/>
                    <a:pt x="18933" y="0"/>
                    <a:pt x="18245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3186;p63">
              <a:extLst>
                <a:ext uri="{FF2B5EF4-FFF2-40B4-BE49-F238E27FC236}">
                  <a16:creationId xmlns:a16="http://schemas.microsoft.com/office/drawing/2014/main" id="{94A35FD7-E83C-7641-F45E-9199075FBBFC}"/>
                </a:ext>
              </a:extLst>
            </p:cNvPr>
            <p:cNvSpPr/>
            <p:nvPr/>
          </p:nvSpPr>
          <p:spPr>
            <a:xfrm>
              <a:off x="5896397" y="2046179"/>
              <a:ext cx="231870" cy="142691"/>
            </a:xfrm>
            <a:custGeom>
              <a:avLst/>
              <a:gdLst/>
              <a:ahLst/>
              <a:cxnLst/>
              <a:rect l="l" t="t" r="r" b="b"/>
              <a:pathLst>
                <a:path w="11903" h="7325" extrusionOk="0">
                  <a:moveTo>
                    <a:pt x="8082" y="589"/>
                  </a:moveTo>
                  <a:lnTo>
                    <a:pt x="8082" y="2129"/>
                  </a:lnTo>
                  <a:lnTo>
                    <a:pt x="3821" y="2129"/>
                  </a:lnTo>
                  <a:lnTo>
                    <a:pt x="3821" y="589"/>
                  </a:lnTo>
                  <a:close/>
                  <a:moveTo>
                    <a:pt x="4826" y="5191"/>
                  </a:moveTo>
                  <a:lnTo>
                    <a:pt x="4826" y="6760"/>
                  </a:lnTo>
                  <a:lnTo>
                    <a:pt x="564" y="6760"/>
                  </a:lnTo>
                  <a:lnTo>
                    <a:pt x="564" y="5191"/>
                  </a:lnTo>
                  <a:close/>
                  <a:moveTo>
                    <a:pt x="3774" y="1"/>
                  </a:moveTo>
                  <a:cubicBezTo>
                    <a:pt x="3480" y="1"/>
                    <a:pt x="3233" y="248"/>
                    <a:pt x="3233" y="512"/>
                  </a:cubicBezTo>
                  <a:lnTo>
                    <a:pt x="3233" y="2205"/>
                  </a:lnTo>
                  <a:cubicBezTo>
                    <a:pt x="3233" y="2475"/>
                    <a:pt x="3480" y="2716"/>
                    <a:pt x="3774" y="2716"/>
                  </a:cubicBezTo>
                  <a:lnTo>
                    <a:pt x="5655" y="2716"/>
                  </a:lnTo>
                  <a:lnTo>
                    <a:pt x="5655" y="3504"/>
                  </a:lnTo>
                  <a:lnTo>
                    <a:pt x="2916" y="3504"/>
                  </a:lnTo>
                  <a:cubicBezTo>
                    <a:pt x="2645" y="3504"/>
                    <a:pt x="2398" y="3722"/>
                    <a:pt x="2398" y="4015"/>
                  </a:cubicBezTo>
                  <a:lnTo>
                    <a:pt x="2398" y="4627"/>
                  </a:lnTo>
                  <a:lnTo>
                    <a:pt x="511" y="4627"/>
                  </a:lnTo>
                  <a:cubicBezTo>
                    <a:pt x="218" y="4627"/>
                    <a:pt x="0" y="4850"/>
                    <a:pt x="0" y="5144"/>
                  </a:cubicBezTo>
                  <a:lnTo>
                    <a:pt x="0" y="6807"/>
                  </a:lnTo>
                  <a:cubicBezTo>
                    <a:pt x="0" y="7101"/>
                    <a:pt x="218" y="7325"/>
                    <a:pt x="511" y="7325"/>
                  </a:cubicBezTo>
                  <a:lnTo>
                    <a:pt x="4873" y="7325"/>
                  </a:lnTo>
                  <a:cubicBezTo>
                    <a:pt x="5167" y="7325"/>
                    <a:pt x="5390" y="7101"/>
                    <a:pt x="5390" y="6807"/>
                  </a:cubicBezTo>
                  <a:lnTo>
                    <a:pt x="5390" y="5144"/>
                  </a:lnTo>
                  <a:cubicBezTo>
                    <a:pt x="5390" y="4850"/>
                    <a:pt x="5167" y="4627"/>
                    <a:pt x="4873" y="4627"/>
                  </a:cubicBezTo>
                  <a:lnTo>
                    <a:pt x="2963" y="4627"/>
                  </a:lnTo>
                  <a:lnTo>
                    <a:pt x="2963" y="4068"/>
                  </a:lnTo>
                  <a:lnTo>
                    <a:pt x="8917" y="4068"/>
                  </a:lnTo>
                  <a:lnTo>
                    <a:pt x="8917" y="4627"/>
                  </a:lnTo>
                  <a:lnTo>
                    <a:pt x="7030" y="4627"/>
                  </a:lnTo>
                  <a:cubicBezTo>
                    <a:pt x="6736" y="4627"/>
                    <a:pt x="6489" y="4850"/>
                    <a:pt x="6489" y="5144"/>
                  </a:cubicBezTo>
                  <a:lnTo>
                    <a:pt x="6489" y="6807"/>
                  </a:lnTo>
                  <a:cubicBezTo>
                    <a:pt x="6489" y="7101"/>
                    <a:pt x="6736" y="7325"/>
                    <a:pt x="7030" y="7325"/>
                  </a:cubicBezTo>
                  <a:lnTo>
                    <a:pt x="7741" y="7325"/>
                  </a:lnTo>
                  <a:cubicBezTo>
                    <a:pt x="7912" y="7325"/>
                    <a:pt x="8035" y="7201"/>
                    <a:pt x="8035" y="7054"/>
                  </a:cubicBezTo>
                  <a:cubicBezTo>
                    <a:pt x="8035" y="6884"/>
                    <a:pt x="7912" y="6760"/>
                    <a:pt x="7741" y="6760"/>
                  </a:cubicBezTo>
                  <a:lnTo>
                    <a:pt x="7077" y="6760"/>
                  </a:lnTo>
                  <a:lnTo>
                    <a:pt x="7077" y="5191"/>
                  </a:lnTo>
                  <a:lnTo>
                    <a:pt x="11338" y="5191"/>
                  </a:lnTo>
                  <a:lnTo>
                    <a:pt x="11338" y="6760"/>
                  </a:lnTo>
                  <a:lnTo>
                    <a:pt x="9087" y="6760"/>
                  </a:lnTo>
                  <a:cubicBezTo>
                    <a:pt x="8917" y="6760"/>
                    <a:pt x="8793" y="6884"/>
                    <a:pt x="8793" y="7054"/>
                  </a:cubicBezTo>
                  <a:cubicBezTo>
                    <a:pt x="8793" y="7201"/>
                    <a:pt x="8917" y="7325"/>
                    <a:pt x="9087" y="7325"/>
                  </a:cubicBezTo>
                  <a:lnTo>
                    <a:pt x="11385" y="7325"/>
                  </a:lnTo>
                  <a:cubicBezTo>
                    <a:pt x="11656" y="7325"/>
                    <a:pt x="11903" y="7101"/>
                    <a:pt x="11903" y="6807"/>
                  </a:cubicBezTo>
                  <a:lnTo>
                    <a:pt x="11903" y="5144"/>
                  </a:lnTo>
                  <a:cubicBezTo>
                    <a:pt x="11903" y="4850"/>
                    <a:pt x="11656" y="4627"/>
                    <a:pt x="11385" y="4627"/>
                  </a:cubicBezTo>
                  <a:lnTo>
                    <a:pt x="9475" y="4627"/>
                  </a:lnTo>
                  <a:lnTo>
                    <a:pt x="9475" y="4015"/>
                  </a:lnTo>
                  <a:cubicBezTo>
                    <a:pt x="9475" y="3722"/>
                    <a:pt x="9258" y="3504"/>
                    <a:pt x="8964" y="3504"/>
                  </a:cubicBezTo>
                  <a:lnTo>
                    <a:pt x="6219" y="3504"/>
                  </a:lnTo>
                  <a:lnTo>
                    <a:pt x="6219" y="2716"/>
                  </a:lnTo>
                  <a:lnTo>
                    <a:pt x="8129" y="2716"/>
                  </a:lnTo>
                  <a:cubicBezTo>
                    <a:pt x="8423" y="2716"/>
                    <a:pt x="8646" y="2475"/>
                    <a:pt x="8646" y="2205"/>
                  </a:cubicBezTo>
                  <a:lnTo>
                    <a:pt x="8646" y="512"/>
                  </a:lnTo>
                  <a:cubicBezTo>
                    <a:pt x="8646" y="248"/>
                    <a:pt x="8423" y="1"/>
                    <a:pt x="8129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744066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0" grpId="0" build="p"/>
      <p:bldP spid="747" grpId="0"/>
      <p:bldP spid="750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8">
          <a:extLst>
            <a:ext uri="{FF2B5EF4-FFF2-40B4-BE49-F238E27FC236}">
              <a16:creationId xmlns:a16="http://schemas.microsoft.com/office/drawing/2014/main" id="{41E3E4DB-D33F-C199-E79D-77EA8F3E7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35">
            <a:extLst>
              <a:ext uri="{FF2B5EF4-FFF2-40B4-BE49-F238E27FC236}">
                <a16:creationId xmlns:a16="http://schemas.microsoft.com/office/drawing/2014/main" id="{F27AF121-DF8D-02E6-C077-B0A30CD1BC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740" name="Google Shape;740;p35">
            <a:extLst>
              <a:ext uri="{FF2B5EF4-FFF2-40B4-BE49-F238E27FC236}">
                <a16:creationId xmlns:a16="http://schemas.microsoft.com/office/drawing/2014/main" id="{53339505-E93E-0498-5D59-0D9080E1D2DD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276777" y="3969595"/>
            <a:ext cx="31440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Different steps needed to run RAG</a:t>
            </a:r>
            <a:endParaRPr dirty="0">
              <a:solidFill>
                <a:srgbClr val="666666"/>
              </a:solidFill>
            </a:endParaRPr>
          </a:p>
        </p:txBody>
      </p:sp>
      <p:sp>
        <p:nvSpPr>
          <p:cNvPr id="741" name="Google Shape;741;p35">
            <a:extLst>
              <a:ext uri="{FF2B5EF4-FFF2-40B4-BE49-F238E27FC236}">
                <a16:creationId xmlns:a16="http://schemas.microsoft.com/office/drawing/2014/main" id="{F8B9C256-36D4-E0E5-B607-280C6BF11C0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276777" y="2273420"/>
            <a:ext cx="31440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We will discuss what is RAG</a:t>
            </a:r>
            <a:endParaRPr dirty="0"/>
          </a:p>
        </p:txBody>
      </p:sp>
      <p:sp>
        <p:nvSpPr>
          <p:cNvPr id="742" name="Google Shape;742;p35">
            <a:extLst>
              <a:ext uri="{FF2B5EF4-FFF2-40B4-BE49-F238E27FC236}">
                <a16:creationId xmlns:a16="http://schemas.microsoft.com/office/drawing/2014/main" id="{CD06BBF8-B2E7-F2B7-C8B5-8D0AA5AA6A03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4947925" y="2273420"/>
            <a:ext cx="31440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We will discuss how RAG works</a:t>
            </a:r>
            <a:endParaRPr dirty="0"/>
          </a:p>
        </p:txBody>
      </p:sp>
      <p:sp>
        <p:nvSpPr>
          <p:cNvPr id="743" name="Google Shape;743;p35">
            <a:extLst>
              <a:ext uri="{FF2B5EF4-FFF2-40B4-BE49-F238E27FC236}">
                <a16:creationId xmlns:a16="http://schemas.microsoft.com/office/drawing/2014/main" id="{28352B5A-BEF6-2BFA-3C1B-4986BCA9C04C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4947925" y="3969595"/>
            <a:ext cx="31440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We will give a live demo of RAG </a:t>
            </a:r>
            <a:endParaRPr dirty="0"/>
          </a:p>
        </p:txBody>
      </p:sp>
      <p:sp>
        <p:nvSpPr>
          <p:cNvPr id="744" name="Google Shape;744;p35">
            <a:extLst>
              <a:ext uri="{FF2B5EF4-FFF2-40B4-BE49-F238E27FC236}">
                <a16:creationId xmlns:a16="http://schemas.microsoft.com/office/drawing/2014/main" id="{BA1D7F11-E855-4F76-174E-14725FE088E4}"/>
              </a:ext>
            </a:extLst>
          </p:cNvPr>
          <p:cNvSpPr txBox="1">
            <a:spLocks noGrp="1"/>
          </p:cNvSpPr>
          <p:nvPr>
            <p:ph type="title" idx="5"/>
          </p:nvPr>
        </p:nvSpPr>
        <p:spPr>
          <a:xfrm>
            <a:off x="1276775" y="1429475"/>
            <a:ext cx="954600" cy="47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745" name="Google Shape;745;p35">
            <a:extLst>
              <a:ext uri="{FF2B5EF4-FFF2-40B4-BE49-F238E27FC236}">
                <a16:creationId xmlns:a16="http://schemas.microsoft.com/office/drawing/2014/main" id="{D1332743-64AA-8656-792A-FDA4BD0E1FE6}"/>
              </a:ext>
            </a:extLst>
          </p:cNvPr>
          <p:cNvSpPr txBox="1">
            <a:spLocks noGrp="1"/>
          </p:cNvSpPr>
          <p:nvPr>
            <p:ph type="title" idx="7"/>
          </p:nvPr>
        </p:nvSpPr>
        <p:spPr>
          <a:xfrm>
            <a:off x="4947925" y="1429475"/>
            <a:ext cx="954600" cy="47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746" name="Google Shape;746;p35">
            <a:extLst>
              <a:ext uri="{FF2B5EF4-FFF2-40B4-BE49-F238E27FC236}">
                <a16:creationId xmlns:a16="http://schemas.microsoft.com/office/drawing/2014/main" id="{3D72C6FA-6E55-07A6-6DCF-DA404761B23B}"/>
              </a:ext>
            </a:extLst>
          </p:cNvPr>
          <p:cNvSpPr txBox="1">
            <a:spLocks noGrp="1"/>
          </p:cNvSpPr>
          <p:nvPr>
            <p:ph type="title" idx="8"/>
          </p:nvPr>
        </p:nvSpPr>
        <p:spPr>
          <a:xfrm>
            <a:off x="4947925" y="3125724"/>
            <a:ext cx="954600" cy="47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747" name="Google Shape;747;p35">
            <a:extLst>
              <a:ext uri="{FF2B5EF4-FFF2-40B4-BE49-F238E27FC236}">
                <a16:creationId xmlns:a16="http://schemas.microsoft.com/office/drawing/2014/main" id="{3060485E-EFEE-2B3D-480A-00CEB4D82439}"/>
              </a:ext>
            </a:extLst>
          </p:cNvPr>
          <p:cNvSpPr txBox="1">
            <a:spLocks noGrp="1"/>
          </p:cNvSpPr>
          <p:nvPr>
            <p:ph type="title" idx="6"/>
          </p:nvPr>
        </p:nvSpPr>
        <p:spPr>
          <a:xfrm>
            <a:off x="1276775" y="3125724"/>
            <a:ext cx="954600" cy="47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748" name="Google Shape;748;p35">
            <a:extLst>
              <a:ext uri="{FF2B5EF4-FFF2-40B4-BE49-F238E27FC236}">
                <a16:creationId xmlns:a16="http://schemas.microsoft.com/office/drawing/2014/main" id="{BC440435-B0C5-66E5-BC19-8DD431FF02B3}"/>
              </a:ext>
            </a:extLst>
          </p:cNvPr>
          <p:cNvSpPr txBox="1">
            <a:spLocks noGrp="1"/>
          </p:cNvSpPr>
          <p:nvPr>
            <p:ph type="subTitle" idx="9"/>
          </p:nvPr>
        </p:nvSpPr>
        <p:spPr>
          <a:xfrm>
            <a:off x="1276775" y="1900175"/>
            <a:ext cx="3144000" cy="44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 to RAG</a:t>
            </a:r>
            <a:endParaRPr dirty="0"/>
          </a:p>
        </p:txBody>
      </p:sp>
      <p:sp>
        <p:nvSpPr>
          <p:cNvPr id="749" name="Google Shape;749;p35">
            <a:extLst>
              <a:ext uri="{FF2B5EF4-FFF2-40B4-BE49-F238E27FC236}">
                <a16:creationId xmlns:a16="http://schemas.microsoft.com/office/drawing/2014/main" id="{3EDA45B9-A48A-80E2-5C38-6409B851A8B3}"/>
              </a:ext>
            </a:extLst>
          </p:cNvPr>
          <p:cNvSpPr txBox="1">
            <a:spLocks noGrp="1"/>
          </p:cNvSpPr>
          <p:nvPr>
            <p:ph type="subTitle" idx="13"/>
          </p:nvPr>
        </p:nvSpPr>
        <p:spPr>
          <a:xfrm>
            <a:off x="4947926" y="1900175"/>
            <a:ext cx="3144000" cy="44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RAG Pipeline</a:t>
            </a:r>
            <a:endParaRPr dirty="0"/>
          </a:p>
        </p:txBody>
      </p:sp>
      <p:sp>
        <p:nvSpPr>
          <p:cNvPr id="750" name="Google Shape;750;p35">
            <a:extLst>
              <a:ext uri="{FF2B5EF4-FFF2-40B4-BE49-F238E27FC236}">
                <a16:creationId xmlns:a16="http://schemas.microsoft.com/office/drawing/2014/main" id="{84816FAA-24B4-449F-1B09-5BBF9E8CCA9E}"/>
              </a:ext>
            </a:extLst>
          </p:cNvPr>
          <p:cNvSpPr txBox="1">
            <a:spLocks noGrp="1"/>
          </p:cNvSpPr>
          <p:nvPr>
            <p:ph type="subTitle" idx="14"/>
          </p:nvPr>
        </p:nvSpPr>
        <p:spPr>
          <a:xfrm>
            <a:off x="1276775" y="3596200"/>
            <a:ext cx="3144000" cy="44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Steps for RAG</a:t>
            </a:r>
            <a:endParaRPr dirty="0"/>
          </a:p>
        </p:txBody>
      </p:sp>
      <p:sp>
        <p:nvSpPr>
          <p:cNvPr id="751" name="Google Shape;751;p35">
            <a:extLst>
              <a:ext uri="{FF2B5EF4-FFF2-40B4-BE49-F238E27FC236}">
                <a16:creationId xmlns:a16="http://schemas.microsoft.com/office/drawing/2014/main" id="{3925D777-8933-103E-7BA2-C4AFCF8976A4}"/>
              </a:ext>
            </a:extLst>
          </p:cNvPr>
          <p:cNvSpPr txBox="1">
            <a:spLocks noGrp="1"/>
          </p:cNvSpPr>
          <p:nvPr>
            <p:ph type="subTitle" idx="15"/>
          </p:nvPr>
        </p:nvSpPr>
        <p:spPr>
          <a:xfrm>
            <a:off x="4947926" y="3596200"/>
            <a:ext cx="3144000" cy="44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Live DEMO of RAG</a:t>
            </a:r>
            <a:endParaRPr dirty="0"/>
          </a:p>
        </p:txBody>
      </p:sp>
      <p:grpSp>
        <p:nvGrpSpPr>
          <p:cNvPr id="2" name="Google Shape;3170;p63">
            <a:extLst>
              <a:ext uri="{FF2B5EF4-FFF2-40B4-BE49-F238E27FC236}">
                <a16:creationId xmlns:a16="http://schemas.microsoft.com/office/drawing/2014/main" id="{7B4D706A-B86D-8201-229B-59DC5805E914}"/>
              </a:ext>
            </a:extLst>
          </p:cNvPr>
          <p:cNvGrpSpPr/>
          <p:nvPr/>
        </p:nvGrpSpPr>
        <p:grpSpPr>
          <a:xfrm>
            <a:off x="6427343" y="644118"/>
            <a:ext cx="379802" cy="326913"/>
            <a:chOff x="5822432" y="1996038"/>
            <a:chExt cx="379802" cy="326913"/>
          </a:xfrm>
        </p:grpSpPr>
        <p:sp>
          <p:nvSpPr>
            <p:cNvPr id="3" name="Google Shape;3171;p63">
              <a:extLst>
                <a:ext uri="{FF2B5EF4-FFF2-40B4-BE49-F238E27FC236}">
                  <a16:creationId xmlns:a16="http://schemas.microsoft.com/office/drawing/2014/main" id="{4959DE97-41BF-D4FA-F903-ABD67200AC96}"/>
                </a:ext>
              </a:extLst>
            </p:cNvPr>
            <p:cNvSpPr/>
            <p:nvPr/>
          </p:nvSpPr>
          <p:spPr>
            <a:xfrm>
              <a:off x="5827692" y="2211758"/>
              <a:ext cx="368815" cy="47648"/>
            </a:xfrm>
            <a:custGeom>
              <a:avLst/>
              <a:gdLst/>
              <a:ahLst/>
              <a:cxnLst/>
              <a:rect l="l" t="t" r="r" b="b"/>
              <a:pathLst>
                <a:path w="18933" h="2446" extrusionOk="0">
                  <a:moveTo>
                    <a:pt x="0" y="0"/>
                  </a:moveTo>
                  <a:lnTo>
                    <a:pt x="0" y="1470"/>
                  </a:lnTo>
                  <a:cubicBezTo>
                    <a:pt x="0" y="2005"/>
                    <a:pt x="441" y="2445"/>
                    <a:pt x="982" y="2445"/>
                  </a:cubicBezTo>
                  <a:lnTo>
                    <a:pt x="17975" y="2445"/>
                  </a:lnTo>
                  <a:cubicBezTo>
                    <a:pt x="18492" y="2445"/>
                    <a:pt x="18933" y="2005"/>
                    <a:pt x="18933" y="1470"/>
                  </a:cubicBezTo>
                  <a:lnTo>
                    <a:pt x="18933" y="0"/>
                  </a:ln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3172;p63">
              <a:extLst>
                <a:ext uri="{FF2B5EF4-FFF2-40B4-BE49-F238E27FC236}">
                  <a16:creationId xmlns:a16="http://schemas.microsoft.com/office/drawing/2014/main" id="{8BBC1DD3-3E57-B9CA-B4F6-2A999F8265FF}"/>
                </a:ext>
              </a:extLst>
            </p:cNvPr>
            <p:cNvSpPr/>
            <p:nvPr/>
          </p:nvSpPr>
          <p:spPr>
            <a:xfrm>
              <a:off x="5827692" y="2001298"/>
              <a:ext cx="368815" cy="210481"/>
            </a:xfrm>
            <a:custGeom>
              <a:avLst/>
              <a:gdLst/>
              <a:ahLst/>
              <a:cxnLst/>
              <a:rect l="l" t="t" r="r" b="b"/>
              <a:pathLst>
                <a:path w="18933" h="10805" extrusionOk="0">
                  <a:moveTo>
                    <a:pt x="982" y="1"/>
                  </a:moveTo>
                  <a:cubicBezTo>
                    <a:pt x="441" y="1"/>
                    <a:pt x="0" y="442"/>
                    <a:pt x="0" y="982"/>
                  </a:cubicBezTo>
                  <a:lnTo>
                    <a:pt x="0" y="10804"/>
                  </a:lnTo>
                  <a:lnTo>
                    <a:pt x="18933" y="10804"/>
                  </a:lnTo>
                  <a:lnTo>
                    <a:pt x="18933" y="982"/>
                  </a:lnTo>
                  <a:cubicBezTo>
                    <a:pt x="18933" y="442"/>
                    <a:pt x="18492" y="1"/>
                    <a:pt x="17975" y="1"/>
                  </a:cubicBezTo>
                  <a:close/>
                </a:path>
              </a:pathLst>
            </a:custGeom>
            <a:solidFill>
              <a:srgbClr val="FF93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3173;p63">
              <a:extLst>
                <a:ext uri="{FF2B5EF4-FFF2-40B4-BE49-F238E27FC236}">
                  <a16:creationId xmlns:a16="http://schemas.microsoft.com/office/drawing/2014/main" id="{4C5B87DD-2E32-0A55-4A4F-444869446BA7}"/>
                </a:ext>
              </a:extLst>
            </p:cNvPr>
            <p:cNvSpPr/>
            <p:nvPr/>
          </p:nvSpPr>
          <p:spPr>
            <a:xfrm>
              <a:off x="5827692" y="2001298"/>
              <a:ext cx="368815" cy="210481"/>
            </a:xfrm>
            <a:custGeom>
              <a:avLst/>
              <a:gdLst/>
              <a:ahLst/>
              <a:cxnLst/>
              <a:rect l="l" t="t" r="r" b="b"/>
              <a:pathLst>
                <a:path w="18933" h="10805" extrusionOk="0">
                  <a:moveTo>
                    <a:pt x="982" y="1"/>
                  </a:moveTo>
                  <a:cubicBezTo>
                    <a:pt x="441" y="1"/>
                    <a:pt x="0" y="442"/>
                    <a:pt x="0" y="982"/>
                  </a:cubicBezTo>
                  <a:lnTo>
                    <a:pt x="0" y="10804"/>
                  </a:lnTo>
                  <a:lnTo>
                    <a:pt x="18933" y="10804"/>
                  </a:lnTo>
                  <a:lnTo>
                    <a:pt x="18933" y="982"/>
                  </a:lnTo>
                  <a:cubicBezTo>
                    <a:pt x="18933" y="442"/>
                    <a:pt x="18492" y="1"/>
                    <a:pt x="17975" y="1"/>
                  </a:cubicBezTo>
                  <a:close/>
                </a:path>
              </a:pathLst>
            </a:custGeom>
            <a:solidFill>
              <a:srgbClr val="FF93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3174;p63">
              <a:extLst>
                <a:ext uri="{FF2B5EF4-FFF2-40B4-BE49-F238E27FC236}">
                  <a16:creationId xmlns:a16="http://schemas.microsoft.com/office/drawing/2014/main" id="{2A05C60F-81CA-3309-6B7A-6B50661355BA}"/>
                </a:ext>
              </a:extLst>
            </p:cNvPr>
            <p:cNvSpPr/>
            <p:nvPr/>
          </p:nvSpPr>
          <p:spPr>
            <a:xfrm>
              <a:off x="6163056" y="2001298"/>
              <a:ext cx="33447" cy="210481"/>
            </a:xfrm>
            <a:custGeom>
              <a:avLst/>
              <a:gdLst/>
              <a:ahLst/>
              <a:cxnLst/>
              <a:rect l="l" t="t" r="r" b="b"/>
              <a:pathLst>
                <a:path w="1717" h="10805" extrusionOk="0">
                  <a:moveTo>
                    <a:pt x="1" y="1"/>
                  </a:moveTo>
                  <a:cubicBezTo>
                    <a:pt x="518" y="1"/>
                    <a:pt x="959" y="442"/>
                    <a:pt x="959" y="982"/>
                  </a:cubicBezTo>
                  <a:lnTo>
                    <a:pt x="959" y="10804"/>
                  </a:lnTo>
                  <a:lnTo>
                    <a:pt x="1717" y="10804"/>
                  </a:lnTo>
                  <a:lnTo>
                    <a:pt x="1717" y="982"/>
                  </a:lnTo>
                  <a:cubicBezTo>
                    <a:pt x="1717" y="442"/>
                    <a:pt x="1276" y="1"/>
                    <a:pt x="759" y="1"/>
                  </a:cubicBezTo>
                  <a:close/>
                </a:path>
              </a:pathLst>
            </a:custGeom>
            <a:solidFill>
              <a:srgbClr val="FF61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3175;p63">
              <a:extLst>
                <a:ext uri="{FF2B5EF4-FFF2-40B4-BE49-F238E27FC236}">
                  <a16:creationId xmlns:a16="http://schemas.microsoft.com/office/drawing/2014/main" id="{6FBFF315-8CC9-343E-6433-ACFE9B4FB765}"/>
                </a:ext>
              </a:extLst>
            </p:cNvPr>
            <p:cNvSpPr/>
            <p:nvPr/>
          </p:nvSpPr>
          <p:spPr>
            <a:xfrm>
              <a:off x="6163056" y="2211758"/>
              <a:ext cx="33447" cy="47648"/>
            </a:xfrm>
            <a:custGeom>
              <a:avLst/>
              <a:gdLst/>
              <a:ahLst/>
              <a:cxnLst/>
              <a:rect l="l" t="t" r="r" b="b"/>
              <a:pathLst>
                <a:path w="1717" h="2446" extrusionOk="0">
                  <a:moveTo>
                    <a:pt x="959" y="0"/>
                  </a:moveTo>
                  <a:lnTo>
                    <a:pt x="959" y="1470"/>
                  </a:lnTo>
                  <a:cubicBezTo>
                    <a:pt x="959" y="2005"/>
                    <a:pt x="518" y="2445"/>
                    <a:pt x="1" y="2445"/>
                  </a:cubicBezTo>
                  <a:lnTo>
                    <a:pt x="759" y="2445"/>
                  </a:lnTo>
                  <a:cubicBezTo>
                    <a:pt x="1276" y="2445"/>
                    <a:pt x="1717" y="2005"/>
                    <a:pt x="1717" y="1470"/>
                  </a:cubicBezTo>
                  <a:lnTo>
                    <a:pt x="1717" y="0"/>
                  </a:lnTo>
                  <a:close/>
                </a:path>
              </a:pathLst>
            </a:custGeom>
            <a:solidFill>
              <a:srgbClr val="866A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3176;p63">
              <a:extLst>
                <a:ext uri="{FF2B5EF4-FFF2-40B4-BE49-F238E27FC236}">
                  <a16:creationId xmlns:a16="http://schemas.microsoft.com/office/drawing/2014/main" id="{B00C469A-6BDB-493D-2D15-E022D9E7506A}"/>
                </a:ext>
              </a:extLst>
            </p:cNvPr>
            <p:cNvSpPr/>
            <p:nvPr/>
          </p:nvSpPr>
          <p:spPr>
            <a:xfrm>
              <a:off x="5970362" y="2259386"/>
              <a:ext cx="83939" cy="57836"/>
            </a:xfrm>
            <a:custGeom>
              <a:avLst/>
              <a:gdLst/>
              <a:ahLst/>
              <a:cxnLst/>
              <a:rect l="l" t="t" r="r" b="b"/>
              <a:pathLst>
                <a:path w="4309" h="2969" extrusionOk="0">
                  <a:moveTo>
                    <a:pt x="294" y="0"/>
                  </a:moveTo>
                  <a:cubicBezTo>
                    <a:pt x="294" y="0"/>
                    <a:pt x="271" y="2158"/>
                    <a:pt x="0" y="2969"/>
                  </a:cubicBezTo>
                  <a:lnTo>
                    <a:pt x="4309" y="2969"/>
                  </a:lnTo>
                  <a:cubicBezTo>
                    <a:pt x="4038" y="2158"/>
                    <a:pt x="3991" y="0"/>
                    <a:pt x="3991" y="0"/>
                  </a:cubicBezTo>
                  <a:close/>
                </a:path>
              </a:pathLst>
            </a:custGeom>
            <a:solidFill>
              <a:srgbClr val="866A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3177;p63">
              <a:extLst>
                <a:ext uri="{FF2B5EF4-FFF2-40B4-BE49-F238E27FC236}">
                  <a16:creationId xmlns:a16="http://schemas.microsoft.com/office/drawing/2014/main" id="{DE472188-B1BE-7D30-5C01-C961F2B8CE8B}"/>
                </a:ext>
              </a:extLst>
            </p:cNvPr>
            <p:cNvSpPr/>
            <p:nvPr/>
          </p:nvSpPr>
          <p:spPr>
            <a:xfrm>
              <a:off x="5975621" y="2259386"/>
              <a:ext cx="72953" cy="14902"/>
            </a:xfrm>
            <a:custGeom>
              <a:avLst/>
              <a:gdLst/>
              <a:ahLst/>
              <a:cxnLst/>
              <a:rect l="l" t="t" r="r" b="b"/>
              <a:pathLst>
                <a:path w="3745" h="765" extrusionOk="0">
                  <a:moveTo>
                    <a:pt x="24" y="0"/>
                  </a:moveTo>
                  <a:cubicBezTo>
                    <a:pt x="24" y="0"/>
                    <a:pt x="24" y="324"/>
                    <a:pt x="1" y="765"/>
                  </a:cubicBezTo>
                  <a:lnTo>
                    <a:pt x="3745" y="765"/>
                  </a:lnTo>
                  <a:cubicBezTo>
                    <a:pt x="3721" y="324"/>
                    <a:pt x="3721" y="0"/>
                    <a:pt x="3721" y="0"/>
                  </a:cubicBez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3178;p63">
              <a:extLst>
                <a:ext uri="{FF2B5EF4-FFF2-40B4-BE49-F238E27FC236}">
                  <a16:creationId xmlns:a16="http://schemas.microsoft.com/office/drawing/2014/main" id="{E774EAF1-8651-0B94-8991-513BD63A8E36}"/>
                </a:ext>
              </a:extLst>
            </p:cNvPr>
            <p:cNvSpPr/>
            <p:nvPr/>
          </p:nvSpPr>
          <p:spPr>
            <a:xfrm>
              <a:off x="5975621" y="2259386"/>
              <a:ext cx="72953" cy="14902"/>
            </a:xfrm>
            <a:custGeom>
              <a:avLst/>
              <a:gdLst/>
              <a:ahLst/>
              <a:cxnLst/>
              <a:rect l="l" t="t" r="r" b="b"/>
              <a:pathLst>
                <a:path w="3745" h="765" extrusionOk="0">
                  <a:moveTo>
                    <a:pt x="24" y="0"/>
                  </a:moveTo>
                  <a:cubicBezTo>
                    <a:pt x="24" y="0"/>
                    <a:pt x="24" y="324"/>
                    <a:pt x="1" y="765"/>
                  </a:cubicBezTo>
                  <a:lnTo>
                    <a:pt x="3745" y="765"/>
                  </a:lnTo>
                  <a:cubicBezTo>
                    <a:pt x="3721" y="324"/>
                    <a:pt x="3721" y="0"/>
                    <a:pt x="3721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3179;p63">
              <a:extLst>
                <a:ext uri="{FF2B5EF4-FFF2-40B4-BE49-F238E27FC236}">
                  <a16:creationId xmlns:a16="http://schemas.microsoft.com/office/drawing/2014/main" id="{A7FF60A6-17C9-1AF2-556C-F06DBA39FA75}"/>
                </a:ext>
              </a:extLst>
            </p:cNvPr>
            <p:cNvSpPr/>
            <p:nvPr/>
          </p:nvSpPr>
          <p:spPr>
            <a:xfrm>
              <a:off x="5851048" y="2027069"/>
              <a:ext cx="322102" cy="184709"/>
            </a:xfrm>
            <a:custGeom>
              <a:avLst/>
              <a:gdLst/>
              <a:ahLst/>
              <a:cxnLst/>
              <a:rect l="l" t="t" r="r" b="b"/>
              <a:pathLst>
                <a:path w="16535" h="9482" extrusionOk="0">
                  <a:moveTo>
                    <a:pt x="418" y="0"/>
                  </a:moveTo>
                  <a:cubicBezTo>
                    <a:pt x="194" y="0"/>
                    <a:pt x="1" y="200"/>
                    <a:pt x="1" y="418"/>
                  </a:cubicBezTo>
                  <a:lnTo>
                    <a:pt x="1" y="9481"/>
                  </a:lnTo>
                  <a:lnTo>
                    <a:pt x="16535" y="9481"/>
                  </a:lnTo>
                  <a:lnTo>
                    <a:pt x="16535" y="418"/>
                  </a:lnTo>
                  <a:cubicBezTo>
                    <a:pt x="16535" y="200"/>
                    <a:pt x="16358" y="0"/>
                    <a:pt x="16117" y="0"/>
                  </a:cubicBez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3180;p63">
              <a:extLst>
                <a:ext uri="{FF2B5EF4-FFF2-40B4-BE49-F238E27FC236}">
                  <a16:creationId xmlns:a16="http://schemas.microsoft.com/office/drawing/2014/main" id="{169FFE32-7597-F52C-EA72-A5B99A0B2C14}"/>
                </a:ext>
              </a:extLst>
            </p:cNvPr>
            <p:cNvSpPr/>
            <p:nvPr/>
          </p:nvSpPr>
          <p:spPr>
            <a:xfrm>
              <a:off x="6150239" y="2027069"/>
              <a:ext cx="22908" cy="184709"/>
            </a:xfrm>
            <a:custGeom>
              <a:avLst/>
              <a:gdLst/>
              <a:ahLst/>
              <a:cxnLst/>
              <a:rect l="l" t="t" r="r" b="b"/>
              <a:pathLst>
                <a:path w="1176" h="9482" extrusionOk="0">
                  <a:moveTo>
                    <a:pt x="0" y="0"/>
                  </a:moveTo>
                  <a:cubicBezTo>
                    <a:pt x="241" y="0"/>
                    <a:pt x="412" y="200"/>
                    <a:pt x="412" y="418"/>
                  </a:cubicBezTo>
                  <a:lnTo>
                    <a:pt x="412" y="9481"/>
                  </a:lnTo>
                  <a:lnTo>
                    <a:pt x="1176" y="9481"/>
                  </a:lnTo>
                  <a:lnTo>
                    <a:pt x="1176" y="418"/>
                  </a:lnTo>
                  <a:cubicBezTo>
                    <a:pt x="1176" y="200"/>
                    <a:pt x="999" y="0"/>
                    <a:pt x="758" y="0"/>
                  </a:cubicBez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3181;p63">
              <a:extLst>
                <a:ext uri="{FF2B5EF4-FFF2-40B4-BE49-F238E27FC236}">
                  <a16:creationId xmlns:a16="http://schemas.microsoft.com/office/drawing/2014/main" id="{75891983-24D7-E836-2F2A-5F72EA332727}"/>
                </a:ext>
              </a:extLst>
            </p:cNvPr>
            <p:cNvSpPr/>
            <p:nvPr/>
          </p:nvSpPr>
          <p:spPr>
            <a:xfrm>
              <a:off x="5965083" y="2051906"/>
              <a:ext cx="94030" cy="41473"/>
            </a:xfrm>
            <a:custGeom>
              <a:avLst/>
              <a:gdLst/>
              <a:ahLst/>
              <a:cxnLst/>
              <a:rect l="l" t="t" r="r" b="b"/>
              <a:pathLst>
                <a:path w="4827" h="2129" extrusionOk="0">
                  <a:moveTo>
                    <a:pt x="248" y="1"/>
                  </a:moveTo>
                  <a:cubicBezTo>
                    <a:pt x="101" y="1"/>
                    <a:pt x="1" y="101"/>
                    <a:pt x="1" y="218"/>
                  </a:cubicBezTo>
                  <a:lnTo>
                    <a:pt x="1" y="1911"/>
                  </a:lnTo>
                  <a:cubicBezTo>
                    <a:pt x="1" y="2035"/>
                    <a:pt x="101" y="2129"/>
                    <a:pt x="248" y="2129"/>
                  </a:cubicBezTo>
                  <a:lnTo>
                    <a:pt x="4603" y="2129"/>
                  </a:lnTo>
                  <a:cubicBezTo>
                    <a:pt x="4727" y="2129"/>
                    <a:pt x="4827" y="2035"/>
                    <a:pt x="4827" y="1911"/>
                  </a:cubicBezTo>
                  <a:lnTo>
                    <a:pt x="4827" y="218"/>
                  </a:lnTo>
                  <a:cubicBezTo>
                    <a:pt x="4827" y="101"/>
                    <a:pt x="4727" y="1"/>
                    <a:pt x="4603" y="1"/>
                  </a:cubicBezTo>
                  <a:close/>
                </a:path>
              </a:pathLst>
            </a:custGeom>
            <a:solidFill>
              <a:srgbClr val="00C7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3182;p63">
              <a:extLst>
                <a:ext uri="{FF2B5EF4-FFF2-40B4-BE49-F238E27FC236}">
                  <a16:creationId xmlns:a16="http://schemas.microsoft.com/office/drawing/2014/main" id="{EF3FB15C-CEBF-EC47-66C9-058E9CB3AF13}"/>
                </a:ext>
              </a:extLst>
            </p:cNvPr>
            <p:cNvSpPr/>
            <p:nvPr/>
          </p:nvSpPr>
          <p:spPr>
            <a:xfrm>
              <a:off x="5901656" y="2141572"/>
              <a:ext cx="94030" cy="42038"/>
            </a:xfrm>
            <a:custGeom>
              <a:avLst/>
              <a:gdLst/>
              <a:ahLst/>
              <a:cxnLst/>
              <a:rect l="l" t="t" r="r" b="b"/>
              <a:pathLst>
                <a:path w="4827" h="2158" extrusionOk="0">
                  <a:moveTo>
                    <a:pt x="241" y="0"/>
                  </a:moveTo>
                  <a:cubicBezTo>
                    <a:pt x="95" y="0"/>
                    <a:pt x="1" y="124"/>
                    <a:pt x="1" y="247"/>
                  </a:cubicBezTo>
                  <a:lnTo>
                    <a:pt x="1" y="1910"/>
                  </a:lnTo>
                  <a:cubicBezTo>
                    <a:pt x="1" y="2034"/>
                    <a:pt x="95" y="2157"/>
                    <a:pt x="241" y="2157"/>
                  </a:cubicBezTo>
                  <a:lnTo>
                    <a:pt x="4603" y="2157"/>
                  </a:lnTo>
                  <a:cubicBezTo>
                    <a:pt x="4726" y="2157"/>
                    <a:pt x="4826" y="2034"/>
                    <a:pt x="4826" y="1910"/>
                  </a:cubicBezTo>
                  <a:lnTo>
                    <a:pt x="4826" y="247"/>
                  </a:lnTo>
                  <a:cubicBezTo>
                    <a:pt x="4826" y="124"/>
                    <a:pt x="4726" y="0"/>
                    <a:pt x="4603" y="0"/>
                  </a:cubicBezTo>
                  <a:close/>
                </a:path>
              </a:pathLst>
            </a:custGeom>
            <a:solidFill>
              <a:srgbClr val="FFE1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3183;p63">
              <a:extLst>
                <a:ext uri="{FF2B5EF4-FFF2-40B4-BE49-F238E27FC236}">
                  <a16:creationId xmlns:a16="http://schemas.microsoft.com/office/drawing/2014/main" id="{98D696A9-B8F4-6075-47F8-2E30E875DC5B}"/>
                </a:ext>
              </a:extLst>
            </p:cNvPr>
            <p:cNvSpPr/>
            <p:nvPr/>
          </p:nvSpPr>
          <p:spPr>
            <a:xfrm>
              <a:off x="6028529" y="2141572"/>
              <a:ext cx="94010" cy="42038"/>
            </a:xfrm>
            <a:custGeom>
              <a:avLst/>
              <a:gdLst/>
              <a:ahLst/>
              <a:cxnLst/>
              <a:rect l="l" t="t" r="r" b="b"/>
              <a:pathLst>
                <a:path w="4826" h="2158" extrusionOk="0">
                  <a:moveTo>
                    <a:pt x="247" y="0"/>
                  </a:moveTo>
                  <a:cubicBezTo>
                    <a:pt x="100" y="0"/>
                    <a:pt x="0" y="124"/>
                    <a:pt x="0" y="247"/>
                  </a:cubicBezTo>
                  <a:lnTo>
                    <a:pt x="0" y="1910"/>
                  </a:lnTo>
                  <a:cubicBezTo>
                    <a:pt x="0" y="2034"/>
                    <a:pt x="100" y="2157"/>
                    <a:pt x="247" y="2157"/>
                  </a:cubicBezTo>
                  <a:lnTo>
                    <a:pt x="4602" y="2157"/>
                  </a:lnTo>
                  <a:cubicBezTo>
                    <a:pt x="4726" y="2157"/>
                    <a:pt x="4826" y="2034"/>
                    <a:pt x="4826" y="1910"/>
                  </a:cubicBezTo>
                  <a:lnTo>
                    <a:pt x="4826" y="247"/>
                  </a:lnTo>
                  <a:cubicBezTo>
                    <a:pt x="4826" y="124"/>
                    <a:pt x="4726" y="0"/>
                    <a:pt x="4602" y="0"/>
                  </a:cubicBezTo>
                  <a:close/>
                </a:path>
              </a:pathLst>
            </a:custGeom>
            <a:solidFill>
              <a:srgbClr val="FFE1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3184;p63">
              <a:extLst>
                <a:ext uri="{FF2B5EF4-FFF2-40B4-BE49-F238E27FC236}">
                  <a16:creationId xmlns:a16="http://schemas.microsoft.com/office/drawing/2014/main" id="{E564E3E1-5CFE-AA40-7A85-A62E60DFCA9F}"/>
                </a:ext>
              </a:extLst>
            </p:cNvPr>
            <p:cNvSpPr/>
            <p:nvPr/>
          </p:nvSpPr>
          <p:spPr>
            <a:xfrm>
              <a:off x="5994166" y="2229835"/>
              <a:ext cx="36330" cy="11026"/>
            </a:xfrm>
            <a:custGeom>
              <a:avLst/>
              <a:gdLst/>
              <a:ahLst/>
              <a:cxnLst/>
              <a:rect l="l" t="t" r="r" b="b"/>
              <a:pathLst>
                <a:path w="1865" h="566" extrusionOk="0">
                  <a:moveTo>
                    <a:pt x="271" y="1"/>
                  </a:moveTo>
                  <a:cubicBezTo>
                    <a:pt x="124" y="1"/>
                    <a:pt x="1" y="124"/>
                    <a:pt x="1" y="295"/>
                  </a:cubicBezTo>
                  <a:cubicBezTo>
                    <a:pt x="1" y="442"/>
                    <a:pt x="124" y="565"/>
                    <a:pt x="271" y="565"/>
                  </a:cubicBezTo>
                  <a:lnTo>
                    <a:pt x="1570" y="565"/>
                  </a:lnTo>
                  <a:cubicBezTo>
                    <a:pt x="1741" y="565"/>
                    <a:pt x="1864" y="442"/>
                    <a:pt x="1864" y="295"/>
                  </a:cubicBezTo>
                  <a:cubicBezTo>
                    <a:pt x="1864" y="124"/>
                    <a:pt x="1741" y="1"/>
                    <a:pt x="1570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3185;p63">
              <a:extLst>
                <a:ext uri="{FF2B5EF4-FFF2-40B4-BE49-F238E27FC236}">
                  <a16:creationId xmlns:a16="http://schemas.microsoft.com/office/drawing/2014/main" id="{535DCD4E-3BA8-4707-8A5E-6344FC985488}"/>
                </a:ext>
              </a:extLst>
            </p:cNvPr>
            <p:cNvSpPr/>
            <p:nvPr/>
          </p:nvSpPr>
          <p:spPr>
            <a:xfrm>
              <a:off x="5822432" y="1996038"/>
              <a:ext cx="379802" cy="326913"/>
            </a:xfrm>
            <a:custGeom>
              <a:avLst/>
              <a:gdLst/>
              <a:ahLst/>
              <a:cxnLst/>
              <a:rect l="l" t="t" r="r" b="b"/>
              <a:pathLst>
                <a:path w="19497" h="16782" extrusionOk="0">
                  <a:moveTo>
                    <a:pt x="18245" y="565"/>
                  </a:moveTo>
                  <a:cubicBezTo>
                    <a:pt x="18615" y="565"/>
                    <a:pt x="18909" y="882"/>
                    <a:pt x="18909" y="1252"/>
                  </a:cubicBezTo>
                  <a:lnTo>
                    <a:pt x="18909" y="10780"/>
                  </a:lnTo>
                  <a:lnTo>
                    <a:pt x="18298" y="10780"/>
                  </a:lnTo>
                  <a:lnTo>
                    <a:pt x="18298" y="2011"/>
                  </a:lnTo>
                  <a:cubicBezTo>
                    <a:pt x="18298" y="1617"/>
                    <a:pt x="17974" y="1299"/>
                    <a:pt x="17586" y="1299"/>
                  </a:cubicBezTo>
                  <a:lnTo>
                    <a:pt x="6836" y="1299"/>
                  </a:lnTo>
                  <a:cubicBezTo>
                    <a:pt x="6660" y="1299"/>
                    <a:pt x="6542" y="1446"/>
                    <a:pt x="6542" y="1593"/>
                  </a:cubicBezTo>
                  <a:cubicBezTo>
                    <a:pt x="6542" y="1740"/>
                    <a:pt x="6660" y="1887"/>
                    <a:pt x="6836" y="1887"/>
                  </a:cubicBezTo>
                  <a:lnTo>
                    <a:pt x="17586" y="1887"/>
                  </a:lnTo>
                  <a:cubicBezTo>
                    <a:pt x="17657" y="1887"/>
                    <a:pt x="17733" y="1940"/>
                    <a:pt x="17733" y="2011"/>
                  </a:cubicBezTo>
                  <a:lnTo>
                    <a:pt x="17733" y="10780"/>
                  </a:lnTo>
                  <a:lnTo>
                    <a:pt x="1763" y="10780"/>
                  </a:lnTo>
                  <a:lnTo>
                    <a:pt x="1763" y="2011"/>
                  </a:lnTo>
                  <a:cubicBezTo>
                    <a:pt x="1763" y="1940"/>
                    <a:pt x="1810" y="1887"/>
                    <a:pt x="1887" y="1887"/>
                  </a:cubicBezTo>
                  <a:lnTo>
                    <a:pt x="5484" y="1887"/>
                  </a:lnTo>
                  <a:cubicBezTo>
                    <a:pt x="5660" y="1887"/>
                    <a:pt x="5778" y="1740"/>
                    <a:pt x="5778" y="1593"/>
                  </a:cubicBezTo>
                  <a:cubicBezTo>
                    <a:pt x="5778" y="1446"/>
                    <a:pt x="5660" y="1299"/>
                    <a:pt x="5484" y="1299"/>
                  </a:cubicBezTo>
                  <a:lnTo>
                    <a:pt x="1887" y="1299"/>
                  </a:lnTo>
                  <a:cubicBezTo>
                    <a:pt x="1493" y="1299"/>
                    <a:pt x="1176" y="1617"/>
                    <a:pt x="1176" y="2011"/>
                  </a:cubicBezTo>
                  <a:lnTo>
                    <a:pt x="1176" y="10780"/>
                  </a:lnTo>
                  <a:lnTo>
                    <a:pt x="564" y="10780"/>
                  </a:lnTo>
                  <a:lnTo>
                    <a:pt x="564" y="1252"/>
                  </a:lnTo>
                  <a:cubicBezTo>
                    <a:pt x="564" y="882"/>
                    <a:pt x="882" y="565"/>
                    <a:pt x="1252" y="565"/>
                  </a:cubicBezTo>
                  <a:close/>
                  <a:moveTo>
                    <a:pt x="18909" y="11345"/>
                  </a:moveTo>
                  <a:lnTo>
                    <a:pt x="18909" y="12544"/>
                  </a:lnTo>
                  <a:cubicBezTo>
                    <a:pt x="18909" y="12932"/>
                    <a:pt x="18615" y="13225"/>
                    <a:pt x="18245" y="13225"/>
                  </a:cubicBezTo>
                  <a:lnTo>
                    <a:pt x="1252" y="13225"/>
                  </a:lnTo>
                  <a:cubicBezTo>
                    <a:pt x="882" y="13225"/>
                    <a:pt x="564" y="12932"/>
                    <a:pt x="564" y="12544"/>
                  </a:cubicBezTo>
                  <a:lnTo>
                    <a:pt x="564" y="11345"/>
                  </a:lnTo>
                  <a:close/>
                  <a:moveTo>
                    <a:pt x="11315" y="13790"/>
                  </a:moveTo>
                  <a:cubicBezTo>
                    <a:pt x="11315" y="14331"/>
                    <a:pt x="11391" y="15459"/>
                    <a:pt x="11538" y="16194"/>
                  </a:cubicBezTo>
                  <a:lnTo>
                    <a:pt x="7959" y="16194"/>
                  </a:lnTo>
                  <a:cubicBezTo>
                    <a:pt x="8106" y="15459"/>
                    <a:pt x="8158" y="14331"/>
                    <a:pt x="8182" y="13790"/>
                  </a:cubicBezTo>
                  <a:close/>
                  <a:moveTo>
                    <a:pt x="1252" y="0"/>
                  </a:moveTo>
                  <a:cubicBezTo>
                    <a:pt x="564" y="0"/>
                    <a:pt x="0" y="565"/>
                    <a:pt x="0" y="1252"/>
                  </a:cubicBezTo>
                  <a:lnTo>
                    <a:pt x="0" y="12544"/>
                  </a:lnTo>
                  <a:cubicBezTo>
                    <a:pt x="0" y="13255"/>
                    <a:pt x="564" y="13790"/>
                    <a:pt x="1252" y="13790"/>
                  </a:cubicBezTo>
                  <a:lnTo>
                    <a:pt x="7594" y="13790"/>
                  </a:lnTo>
                  <a:cubicBezTo>
                    <a:pt x="7594" y="14454"/>
                    <a:pt x="7518" y="15577"/>
                    <a:pt x="7371" y="16194"/>
                  </a:cubicBezTo>
                  <a:lnTo>
                    <a:pt x="6366" y="16194"/>
                  </a:lnTo>
                  <a:cubicBezTo>
                    <a:pt x="6219" y="16194"/>
                    <a:pt x="6101" y="16311"/>
                    <a:pt x="6101" y="16488"/>
                  </a:cubicBezTo>
                  <a:cubicBezTo>
                    <a:pt x="6101" y="16635"/>
                    <a:pt x="6219" y="16782"/>
                    <a:pt x="6366" y="16782"/>
                  </a:cubicBezTo>
                  <a:lnTo>
                    <a:pt x="13102" y="16782"/>
                  </a:lnTo>
                  <a:cubicBezTo>
                    <a:pt x="13249" y="16782"/>
                    <a:pt x="13396" y="16635"/>
                    <a:pt x="13396" y="16488"/>
                  </a:cubicBezTo>
                  <a:cubicBezTo>
                    <a:pt x="13396" y="16311"/>
                    <a:pt x="13249" y="16194"/>
                    <a:pt x="13102" y="16194"/>
                  </a:cubicBezTo>
                  <a:lnTo>
                    <a:pt x="12126" y="16194"/>
                  </a:lnTo>
                  <a:cubicBezTo>
                    <a:pt x="11979" y="15577"/>
                    <a:pt x="11903" y="14454"/>
                    <a:pt x="11879" y="13790"/>
                  </a:cubicBezTo>
                  <a:lnTo>
                    <a:pt x="18245" y="13790"/>
                  </a:lnTo>
                  <a:cubicBezTo>
                    <a:pt x="18933" y="13790"/>
                    <a:pt x="19497" y="13255"/>
                    <a:pt x="19497" y="12544"/>
                  </a:cubicBezTo>
                  <a:lnTo>
                    <a:pt x="19497" y="1252"/>
                  </a:lnTo>
                  <a:cubicBezTo>
                    <a:pt x="19497" y="565"/>
                    <a:pt x="18933" y="0"/>
                    <a:pt x="18245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3186;p63">
              <a:extLst>
                <a:ext uri="{FF2B5EF4-FFF2-40B4-BE49-F238E27FC236}">
                  <a16:creationId xmlns:a16="http://schemas.microsoft.com/office/drawing/2014/main" id="{1BE254A9-F3B6-B0B7-2CF0-E9C2CADF80E6}"/>
                </a:ext>
              </a:extLst>
            </p:cNvPr>
            <p:cNvSpPr/>
            <p:nvPr/>
          </p:nvSpPr>
          <p:spPr>
            <a:xfrm>
              <a:off x="5896397" y="2046179"/>
              <a:ext cx="231870" cy="142691"/>
            </a:xfrm>
            <a:custGeom>
              <a:avLst/>
              <a:gdLst/>
              <a:ahLst/>
              <a:cxnLst/>
              <a:rect l="l" t="t" r="r" b="b"/>
              <a:pathLst>
                <a:path w="11903" h="7325" extrusionOk="0">
                  <a:moveTo>
                    <a:pt x="8082" y="589"/>
                  </a:moveTo>
                  <a:lnTo>
                    <a:pt x="8082" y="2129"/>
                  </a:lnTo>
                  <a:lnTo>
                    <a:pt x="3821" y="2129"/>
                  </a:lnTo>
                  <a:lnTo>
                    <a:pt x="3821" y="589"/>
                  </a:lnTo>
                  <a:close/>
                  <a:moveTo>
                    <a:pt x="4826" y="5191"/>
                  </a:moveTo>
                  <a:lnTo>
                    <a:pt x="4826" y="6760"/>
                  </a:lnTo>
                  <a:lnTo>
                    <a:pt x="564" y="6760"/>
                  </a:lnTo>
                  <a:lnTo>
                    <a:pt x="564" y="5191"/>
                  </a:lnTo>
                  <a:close/>
                  <a:moveTo>
                    <a:pt x="3774" y="1"/>
                  </a:moveTo>
                  <a:cubicBezTo>
                    <a:pt x="3480" y="1"/>
                    <a:pt x="3233" y="248"/>
                    <a:pt x="3233" y="512"/>
                  </a:cubicBezTo>
                  <a:lnTo>
                    <a:pt x="3233" y="2205"/>
                  </a:lnTo>
                  <a:cubicBezTo>
                    <a:pt x="3233" y="2475"/>
                    <a:pt x="3480" y="2716"/>
                    <a:pt x="3774" y="2716"/>
                  </a:cubicBezTo>
                  <a:lnTo>
                    <a:pt x="5655" y="2716"/>
                  </a:lnTo>
                  <a:lnTo>
                    <a:pt x="5655" y="3504"/>
                  </a:lnTo>
                  <a:lnTo>
                    <a:pt x="2916" y="3504"/>
                  </a:lnTo>
                  <a:cubicBezTo>
                    <a:pt x="2645" y="3504"/>
                    <a:pt x="2398" y="3722"/>
                    <a:pt x="2398" y="4015"/>
                  </a:cubicBezTo>
                  <a:lnTo>
                    <a:pt x="2398" y="4627"/>
                  </a:lnTo>
                  <a:lnTo>
                    <a:pt x="511" y="4627"/>
                  </a:lnTo>
                  <a:cubicBezTo>
                    <a:pt x="218" y="4627"/>
                    <a:pt x="0" y="4850"/>
                    <a:pt x="0" y="5144"/>
                  </a:cubicBezTo>
                  <a:lnTo>
                    <a:pt x="0" y="6807"/>
                  </a:lnTo>
                  <a:cubicBezTo>
                    <a:pt x="0" y="7101"/>
                    <a:pt x="218" y="7325"/>
                    <a:pt x="511" y="7325"/>
                  </a:cubicBezTo>
                  <a:lnTo>
                    <a:pt x="4873" y="7325"/>
                  </a:lnTo>
                  <a:cubicBezTo>
                    <a:pt x="5167" y="7325"/>
                    <a:pt x="5390" y="7101"/>
                    <a:pt x="5390" y="6807"/>
                  </a:cubicBezTo>
                  <a:lnTo>
                    <a:pt x="5390" y="5144"/>
                  </a:lnTo>
                  <a:cubicBezTo>
                    <a:pt x="5390" y="4850"/>
                    <a:pt x="5167" y="4627"/>
                    <a:pt x="4873" y="4627"/>
                  </a:cubicBezTo>
                  <a:lnTo>
                    <a:pt x="2963" y="4627"/>
                  </a:lnTo>
                  <a:lnTo>
                    <a:pt x="2963" y="4068"/>
                  </a:lnTo>
                  <a:lnTo>
                    <a:pt x="8917" y="4068"/>
                  </a:lnTo>
                  <a:lnTo>
                    <a:pt x="8917" y="4627"/>
                  </a:lnTo>
                  <a:lnTo>
                    <a:pt x="7030" y="4627"/>
                  </a:lnTo>
                  <a:cubicBezTo>
                    <a:pt x="6736" y="4627"/>
                    <a:pt x="6489" y="4850"/>
                    <a:pt x="6489" y="5144"/>
                  </a:cubicBezTo>
                  <a:lnTo>
                    <a:pt x="6489" y="6807"/>
                  </a:lnTo>
                  <a:cubicBezTo>
                    <a:pt x="6489" y="7101"/>
                    <a:pt x="6736" y="7325"/>
                    <a:pt x="7030" y="7325"/>
                  </a:cubicBezTo>
                  <a:lnTo>
                    <a:pt x="7741" y="7325"/>
                  </a:lnTo>
                  <a:cubicBezTo>
                    <a:pt x="7912" y="7325"/>
                    <a:pt x="8035" y="7201"/>
                    <a:pt x="8035" y="7054"/>
                  </a:cubicBezTo>
                  <a:cubicBezTo>
                    <a:pt x="8035" y="6884"/>
                    <a:pt x="7912" y="6760"/>
                    <a:pt x="7741" y="6760"/>
                  </a:cubicBezTo>
                  <a:lnTo>
                    <a:pt x="7077" y="6760"/>
                  </a:lnTo>
                  <a:lnTo>
                    <a:pt x="7077" y="5191"/>
                  </a:lnTo>
                  <a:lnTo>
                    <a:pt x="11338" y="5191"/>
                  </a:lnTo>
                  <a:lnTo>
                    <a:pt x="11338" y="6760"/>
                  </a:lnTo>
                  <a:lnTo>
                    <a:pt x="9087" y="6760"/>
                  </a:lnTo>
                  <a:cubicBezTo>
                    <a:pt x="8917" y="6760"/>
                    <a:pt x="8793" y="6884"/>
                    <a:pt x="8793" y="7054"/>
                  </a:cubicBezTo>
                  <a:cubicBezTo>
                    <a:pt x="8793" y="7201"/>
                    <a:pt x="8917" y="7325"/>
                    <a:pt x="9087" y="7325"/>
                  </a:cubicBezTo>
                  <a:lnTo>
                    <a:pt x="11385" y="7325"/>
                  </a:lnTo>
                  <a:cubicBezTo>
                    <a:pt x="11656" y="7325"/>
                    <a:pt x="11903" y="7101"/>
                    <a:pt x="11903" y="6807"/>
                  </a:cubicBezTo>
                  <a:lnTo>
                    <a:pt x="11903" y="5144"/>
                  </a:lnTo>
                  <a:cubicBezTo>
                    <a:pt x="11903" y="4850"/>
                    <a:pt x="11656" y="4627"/>
                    <a:pt x="11385" y="4627"/>
                  </a:cubicBezTo>
                  <a:lnTo>
                    <a:pt x="9475" y="4627"/>
                  </a:lnTo>
                  <a:lnTo>
                    <a:pt x="9475" y="4015"/>
                  </a:lnTo>
                  <a:cubicBezTo>
                    <a:pt x="9475" y="3722"/>
                    <a:pt x="9258" y="3504"/>
                    <a:pt x="8964" y="3504"/>
                  </a:cubicBezTo>
                  <a:lnTo>
                    <a:pt x="6219" y="3504"/>
                  </a:lnTo>
                  <a:lnTo>
                    <a:pt x="6219" y="2716"/>
                  </a:lnTo>
                  <a:lnTo>
                    <a:pt x="8129" y="2716"/>
                  </a:lnTo>
                  <a:cubicBezTo>
                    <a:pt x="8423" y="2716"/>
                    <a:pt x="8646" y="2475"/>
                    <a:pt x="8646" y="2205"/>
                  </a:cubicBezTo>
                  <a:lnTo>
                    <a:pt x="8646" y="512"/>
                  </a:lnTo>
                  <a:cubicBezTo>
                    <a:pt x="8646" y="248"/>
                    <a:pt x="8423" y="1"/>
                    <a:pt x="8129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405699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3" grpId="0" build="p"/>
      <p:bldP spid="746" grpId="0"/>
      <p:bldP spid="751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36"/>
          <p:cNvSpPr txBox="1">
            <a:spLocks noGrp="1"/>
          </p:cNvSpPr>
          <p:nvPr>
            <p:ph type="title"/>
          </p:nvPr>
        </p:nvSpPr>
        <p:spPr>
          <a:xfrm>
            <a:off x="720000" y="2150850"/>
            <a:ext cx="47409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Theory lesson</a:t>
            </a:r>
            <a:endParaRPr dirty="0"/>
          </a:p>
        </p:txBody>
      </p:sp>
      <p:sp>
        <p:nvSpPr>
          <p:cNvPr id="758" name="Google Shape;758;p36"/>
          <p:cNvSpPr txBox="1">
            <a:spLocks noGrp="1"/>
          </p:cNvSpPr>
          <p:nvPr>
            <p:ph type="title" idx="2"/>
          </p:nvPr>
        </p:nvSpPr>
        <p:spPr>
          <a:xfrm>
            <a:off x="720000" y="1249000"/>
            <a:ext cx="17025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759" name="Google Shape;759;p36"/>
          <p:cNvSpPr/>
          <p:nvPr/>
        </p:nvSpPr>
        <p:spPr>
          <a:xfrm>
            <a:off x="5803693" y="2185455"/>
            <a:ext cx="14698" cy="116278"/>
          </a:xfrm>
          <a:custGeom>
            <a:avLst/>
            <a:gdLst/>
            <a:ahLst/>
            <a:cxnLst/>
            <a:rect l="l" t="t" r="r" b="b"/>
            <a:pathLst>
              <a:path w="158" h="1250" extrusionOk="0">
                <a:moveTo>
                  <a:pt x="89" y="1"/>
                </a:moveTo>
                <a:cubicBezTo>
                  <a:pt x="68" y="1"/>
                  <a:pt x="47" y="22"/>
                  <a:pt x="47" y="43"/>
                </a:cubicBezTo>
                <a:cubicBezTo>
                  <a:pt x="26" y="435"/>
                  <a:pt x="26" y="807"/>
                  <a:pt x="0" y="1200"/>
                </a:cubicBezTo>
                <a:cubicBezTo>
                  <a:pt x="0" y="1221"/>
                  <a:pt x="26" y="1242"/>
                  <a:pt x="68" y="1242"/>
                </a:cubicBezTo>
                <a:cubicBezTo>
                  <a:pt x="72" y="1247"/>
                  <a:pt x="77" y="1250"/>
                  <a:pt x="81" y="1250"/>
                </a:cubicBezTo>
                <a:cubicBezTo>
                  <a:pt x="97" y="1250"/>
                  <a:pt x="110" y="1217"/>
                  <a:pt x="110" y="1200"/>
                </a:cubicBezTo>
                <a:cubicBezTo>
                  <a:pt x="131" y="807"/>
                  <a:pt x="131" y="435"/>
                  <a:pt x="157" y="43"/>
                </a:cubicBezTo>
                <a:cubicBezTo>
                  <a:pt x="157" y="22"/>
                  <a:pt x="131" y="1"/>
                  <a:pt x="89" y="1"/>
                </a:cubicBezTo>
                <a:close/>
              </a:path>
            </a:pathLst>
          </a:custGeom>
          <a:solidFill>
            <a:srgbClr val="3E285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0" name="Google Shape;760;p36"/>
          <p:cNvSpPr/>
          <p:nvPr/>
        </p:nvSpPr>
        <p:spPr>
          <a:xfrm>
            <a:off x="5827973" y="2173269"/>
            <a:ext cx="14698" cy="38604"/>
          </a:xfrm>
          <a:custGeom>
            <a:avLst/>
            <a:gdLst/>
            <a:ahLst/>
            <a:cxnLst/>
            <a:rect l="l" t="t" r="r" b="b"/>
            <a:pathLst>
              <a:path w="158" h="415" extrusionOk="0">
                <a:moveTo>
                  <a:pt x="48" y="1"/>
                </a:moveTo>
                <a:cubicBezTo>
                  <a:pt x="1" y="22"/>
                  <a:pt x="1" y="43"/>
                  <a:pt x="1" y="64"/>
                </a:cubicBezTo>
                <a:cubicBezTo>
                  <a:pt x="27" y="153"/>
                  <a:pt x="27" y="263"/>
                  <a:pt x="27" y="352"/>
                </a:cubicBezTo>
                <a:cubicBezTo>
                  <a:pt x="27" y="394"/>
                  <a:pt x="69" y="415"/>
                  <a:pt x="90" y="415"/>
                </a:cubicBezTo>
                <a:cubicBezTo>
                  <a:pt x="132" y="415"/>
                  <a:pt x="158" y="373"/>
                  <a:pt x="132" y="352"/>
                </a:cubicBezTo>
                <a:cubicBezTo>
                  <a:pt x="132" y="263"/>
                  <a:pt x="132" y="153"/>
                  <a:pt x="111" y="43"/>
                </a:cubicBezTo>
                <a:cubicBezTo>
                  <a:pt x="111" y="22"/>
                  <a:pt x="69" y="1"/>
                  <a:pt x="48" y="1"/>
                </a:cubicBezTo>
                <a:close/>
              </a:path>
            </a:pathLst>
          </a:custGeom>
          <a:solidFill>
            <a:srgbClr val="3E285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36"/>
          <p:cNvSpPr/>
          <p:nvPr/>
        </p:nvSpPr>
        <p:spPr>
          <a:xfrm>
            <a:off x="5992626" y="2673734"/>
            <a:ext cx="14233" cy="47721"/>
          </a:xfrm>
          <a:custGeom>
            <a:avLst/>
            <a:gdLst/>
            <a:ahLst/>
            <a:cxnLst/>
            <a:rect l="l" t="t" r="r" b="b"/>
            <a:pathLst>
              <a:path w="153" h="513" extrusionOk="0">
                <a:moveTo>
                  <a:pt x="76" y="1"/>
                </a:moveTo>
                <a:cubicBezTo>
                  <a:pt x="52" y="1"/>
                  <a:pt x="37" y="16"/>
                  <a:pt x="22" y="31"/>
                </a:cubicBezTo>
                <a:cubicBezTo>
                  <a:pt x="1" y="182"/>
                  <a:pt x="1" y="313"/>
                  <a:pt x="1" y="444"/>
                </a:cubicBezTo>
                <a:cubicBezTo>
                  <a:pt x="1" y="491"/>
                  <a:pt x="22" y="512"/>
                  <a:pt x="43" y="512"/>
                </a:cubicBezTo>
                <a:cubicBezTo>
                  <a:pt x="90" y="512"/>
                  <a:pt x="111" y="491"/>
                  <a:pt x="111" y="471"/>
                </a:cubicBezTo>
                <a:cubicBezTo>
                  <a:pt x="111" y="313"/>
                  <a:pt x="111" y="182"/>
                  <a:pt x="132" y="78"/>
                </a:cubicBezTo>
                <a:cubicBezTo>
                  <a:pt x="153" y="31"/>
                  <a:pt x="132" y="10"/>
                  <a:pt x="111" y="10"/>
                </a:cubicBezTo>
                <a:cubicBezTo>
                  <a:pt x="97" y="4"/>
                  <a:pt x="86" y="1"/>
                  <a:pt x="76" y="1"/>
                </a:cubicBezTo>
                <a:close/>
              </a:path>
            </a:pathLst>
          </a:custGeom>
          <a:solidFill>
            <a:srgbClr val="3E285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2" name="Google Shape;762;p36"/>
          <p:cNvSpPr/>
          <p:nvPr/>
        </p:nvSpPr>
        <p:spPr>
          <a:xfrm>
            <a:off x="5872810" y="2486013"/>
            <a:ext cx="71257" cy="204091"/>
          </a:xfrm>
          <a:custGeom>
            <a:avLst/>
            <a:gdLst/>
            <a:ahLst/>
            <a:cxnLst/>
            <a:rect l="l" t="t" r="r" b="b"/>
            <a:pathLst>
              <a:path w="766" h="2194" extrusionOk="0">
                <a:moveTo>
                  <a:pt x="242" y="1"/>
                </a:moveTo>
                <a:cubicBezTo>
                  <a:pt x="221" y="1"/>
                  <a:pt x="174" y="22"/>
                  <a:pt x="174" y="43"/>
                </a:cubicBezTo>
                <a:cubicBezTo>
                  <a:pt x="1" y="787"/>
                  <a:pt x="221" y="1546"/>
                  <a:pt x="655" y="2159"/>
                </a:cubicBezTo>
                <a:cubicBezTo>
                  <a:pt x="655" y="2183"/>
                  <a:pt x="670" y="2193"/>
                  <a:pt x="687" y="2193"/>
                </a:cubicBezTo>
                <a:cubicBezTo>
                  <a:pt x="699" y="2193"/>
                  <a:pt x="713" y="2188"/>
                  <a:pt x="723" y="2180"/>
                </a:cubicBezTo>
                <a:cubicBezTo>
                  <a:pt x="744" y="2159"/>
                  <a:pt x="765" y="2138"/>
                  <a:pt x="744" y="2096"/>
                </a:cubicBezTo>
                <a:cubicBezTo>
                  <a:pt x="331" y="1504"/>
                  <a:pt x="132" y="787"/>
                  <a:pt x="283" y="64"/>
                </a:cubicBezTo>
                <a:cubicBezTo>
                  <a:pt x="283" y="43"/>
                  <a:pt x="263" y="22"/>
                  <a:pt x="242" y="1"/>
                </a:cubicBezTo>
                <a:close/>
              </a:path>
            </a:pathLst>
          </a:custGeom>
          <a:solidFill>
            <a:srgbClr val="3E285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3" name="Google Shape;763;p36"/>
          <p:cNvSpPr/>
          <p:nvPr/>
        </p:nvSpPr>
        <p:spPr>
          <a:xfrm>
            <a:off x="5895229" y="2389734"/>
            <a:ext cx="46885" cy="86139"/>
          </a:xfrm>
          <a:custGeom>
            <a:avLst/>
            <a:gdLst/>
            <a:ahLst/>
            <a:cxnLst/>
            <a:rect l="l" t="t" r="r" b="b"/>
            <a:pathLst>
              <a:path w="504" h="926" extrusionOk="0">
                <a:moveTo>
                  <a:pt x="433" y="1"/>
                </a:moveTo>
                <a:cubicBezTo>
                  <a:pt x="413" y="1"/>
                  <a:pt x="387" y="16"/>
                  <a:pt x="372" y="30"/>
                </a:cubicBezTo>
                <a:cubicBezTo>
                  <a:pt x="241" y="292"/>
                  <a:pt x="42" y="533"/>
                  <a:pt x="1" y="858"/>
                </a:cubicBezTo>
                <a:cubicBezTo>
                  <a:pt x="1" y="879"/>
                  <a:pt x="22" y="905"/>
                  <a:pt x="42" y="926"/>
                </a:cubicBezTo>
                <a:cubicBezTo>
                  <a:pt x="90" y="926"/>
                  <a:pt x="111" y="905"/>
                  <a:pt x="111" y="879"/>
                </a:cubicBezTo>
                <a:cubicBezTo>
                  <a:pt x="152" y="596"/>
                  <a:pt x="325" y="334"/>
                  <a:pt x="482" y="93"/>
                </a:cubicBezTo>
                <a:cubicBezTo>
                  <a:pt x="503" y="51"/>
                  <a:pt x="482" y="30"/>
                  <a:pt x="456" y="10"/>
                </a:cubicBezTo>
                <a:cubicBezTo>
                  <a:pt x="450" y="3"/>
                  <a:pt x="442" y="1"/>
                  <a:pt x="433" y="1"/>
                </a:cubicBezTo>
                <a:close/>
              </a:path>
            </a:pathLst>
          </a:custGeom>
          <a:solidFill>
            <a:srgbClr val="3E285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5" name="Google Shape;765;p36"/>
          <p:cNvSpPr/>
          <p:nvPr/>
        </p:nvSpPr>
        <p:spPr>
          <a:xfrm>
            <a:off x="5838205" y="2897734"/>
            <a:ext cx="44931" cy="13023"/>
          </a:xfrm>
          <a:custGeom>
            <a:avLst/>
            <a:gdLst/>
            <a:ahLst/>
            <a:cxnLst/>
            <a:rect l="l" t="t" r="r" b="b"/>
            <a:pathLst>
              <a:path w="483" h="140" extrusionOk="0">
                <a:moveTo>
                  <a:pt x="415" y="0"/>
                </a:moveTo>
                <a:cubicBezTo>
                  <a:pt x="329" y="0"/>
                  <a:pt x="240" y="32"/>
                  <a:pt x="150" y="32"/>
                </a:cubicBezTo>
                <a:cubicBezTo>
                  <a:pt x="130" y="32"/>
                  <a:pt x="110" y="30"/>
                  <a:pt x="90" y="26"/>
                </a:cubicBezTo>
                <a:cubicBezTo>
                  <a:pt x="77" y="19"/>
                  <a:pt x="66" y="15"/>
                  <a:pt x="57" y="15"/>
                </a:cubicBezTo>
                <a:cubicBezTo>
                  <a:pt x="35" y="15"/>
                  <a:pt x="22" y="33"/>
                  <a:pt x="22" y="47"/>
                </a:cubicBezTo>
                <a:lnTo>
                  <a:pt x="22" y="68"/>
                </a:lnTo>
                <a:cubicBezTo>
                  <a:pt x="1" y="89"/>
                  <a:pt x="22" y="110"/>
                  <a:pt x="69" y="131"/>
                </a:cubicBezTo>
                <a:cubicBezTo>
                  <a:pt x="97" y="137"/>
                  <a:pt x="126" y="139"/>
                  <a:pt x="154" y="139"/>
                </a:cubicBezTo>
                <a:cubicBezTo>
                  <a:pt x="256" y="139"/>
                  <a:pt x="355" y="110"/>
                  <a:pt x="441" y="110"/>
                </a:cubicBezTo>
                <a:cubicBezTo>
                  <a:pt x="462" y="110"/>
                  <a:pt x="483" y="89"/>
                  <a:pt x="483" y="47"/>
                </a:cubicBezTo>
                <a:cubicBezTo>
                  <a:pt x="483" y="26"/>
                  <a:pt x="462" y="0"/>
                  <a:pt x="415" y="0"/>
                </a:cubicBezTo>
                <a:close/>
              </a:path>
            </a:pathLst>
          </a:custGeom>
          <a:solidFill>
            <a:srgbClr val="3E285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" name="Google Shape;2068;p47">
            <a:extLst>
              <a:ext uri="{FF2B5EF4-FFF2-40B4-BE49-F238E27FC236}">
                <a16:creationId xmlns:a16="http://schemas.microsoft.com/office/drawing/2014/main" id="{0030D75E-C89C-BA7B-58DB-70B95DBF087C}"/>
              </a:ext>
            </a:extLst>
          </p:cNvPr>
          <p:cNvGrpSpPr/>
          <p:nvPr/>
        </p:nvGrpSpPr>
        <p:grpSpPr>
          <a:xfrm>
            <a:off x="5117700" y="1284078"/>
            <a:ext cx="3198308" cy="3109297"/>
            <a:chOff x="5117700" y="1284078"/>
            <a:chExt cx="3198308" cy="3109297"/>
          </a:xfrm>
        </p:grpSpPr>
        <p:grpSp>
          <p:nvGrpSpPr>
            <p:cNvPr id="3" name="Google Shape;2069;p47">
              <a:extLst>
                <a:ext uri="{FF2B5EF4-FFF2-40B4-BE49-F238E27FC236}">
                  <a16:creationId xmlns:a16="http://schemas.microsoft.com/office/drawing/2014/main" id="{FED91E60-AA36-B469-92E0-41F83C113EAC}"/>
                </a:ext>
              </a:extLst>
            </p:cNvPr>
            <p:cNvGrpSpPr/>
            <p:nvPr/>
          </p:nvGrpSpPr>
          <p:grpSpPr>
            <a:xfrm>
              <a:off x="5117700" y="1334265"/>
              <a:ext cx="3198308" cy="3059110"/>
              <a:chOff x="5117700" y="1334265"/>
              <a:chExt cx="3198308" cy="3059110"/>
            </a:xfrm>
          </p:grpSpPr>
          <p:grpSp>
            <p:nvGrpSpPr>
              <p:cNvPr id="46" name="Google Shape;2070;p47">
                <a:extLst>
                  <a:ext uri="{FF2B5EF4-FFF2-40B4-BE49-F238E27FC236}">
                    <a16:creationId xmlns:a16="http://schemas.microsoft.com/office/drawing/2014/main" id="{D7892D39-B096-9906-E308-DFADB2CF0686}"/>
                  </a:ext>
                </a:extLst>
              </p:cNvPr>
              <p:cNvGrpSpPr/>
              <p:nvPr/>
            </p:nvGrpSpPr>
            <p:grpSpPr>
              <a:xfrm>
                <a:off x="6884953" y="1334265"/>
                <a:ext cx="1431054" cy="2335624"/>
                <a:chOff x="4086200" y="365075"/>
                <a:chExt cx="2363426" cy="3857348"/>
              </a:xfrm>
            </p:grpSpPr>
            <p:sp>
              <p:nvSpPr>
                <p:cNvPr id="884" name="Google Shape;2071;p47">
                  <a:extLst>
                    <a:ext uri="{FF2B5EF4-FFF2-40B4-BE49-F238E27FC236}">
                      <a16:creationId xmlns:a16="http://schemas.microsoft.com/office/drawing/2014/main" id="{031E4494-AEC1-A3C1-66D5-3E3721903136}"/>
                    </a:ext>
                  </a:extLst>
                </p:cNvPr>
                <p:cNvSpPr/>
                <p:nvPr/>
              </p:nvSpPr>
              <p:spPr>
                <a:xfrm>
                  <a:off x="4556187" y="369243"/>
                  <a:ext cx="1878028" cy="10916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11" h="5238" extrusionOk="0">
                      <a:moveTo>
                        <a:pt x="1137" y="0"/>
                      </a:moveTo>
                      <a:cubicBezTo>
                        <a:pt x="961" y="0"/>
                        <a:pt x="809" y="134"/>
                        <a:pt x="767" y="310"/>
                      </a:cubicBezTo>
                      <a:lnTo>
                        <a:pt x="37" y="4353"/>
                      </a:lnTo>
                      <a:cubicBezTo>
                        <a:pt x="0" y="4542"/>
                        <a:pt x="116" y="4699"/>
                        <a:pt x="287" y="4699"/>
                      </a:cubicBezTo>
                      <a:lnTo>
                        <a:pt x="8123" y="5235"/>
                      </a:lnTo>
                      <a:cubicBezTo>
                        <a:pt x="8136" y="5237"/>
                        <a:pt x="8149" y="5238"/>
                        <a:pt x="8161" y="5238"/>
                      </a:cubicBezTo>
                      <a:cubicBezTo>
                        <a:pt x="8339" y="5238"/>
                        <a:pt x="8490" y="5089"/>
                        <a:pt x="8507" y="4912"/>
                      </a:cubicBezTo>
                      <a:lnTo>
                        <a:pt x="8992" y="596"/>
                      </a:lnTo>
                      <a:cubicBezTo>
                        <a:pt x="9010" y="425"/>
                        <a:pt x="8876" y="268"/>
                        <a:pt x="8701" y="268"/>
                      </a:cubicBezTo>
                      <a:lnTo>
                        <a:pt x="1137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85" name="Google Shape;2072;p47">
                  <a:extLst>
                    <a:ext uri="{FF2B5EF4-FFF2-40B4-BE49-F238E27FC236}">
                      <a16:creationId xmlns:a16="http://schemas.microsoft.com/office/drawing/2014/main" id="{B741A023-2488-0FEE-EE90-3032796E536C}"/>
                    </a:ext>
                  </a:extLst>
                </p:cNvPr>
                <p:cNvSpPr/>
                <p:nvPr/>
              </p:nvSpPr>
              <p:spPr>
                <a:xfrm>
                  <a:off x="4555134" y="365075"/>
                  <a:ext cx="1894492" cy="11043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90" h="5299" extrusionOk="0">
                      <a:moveTo>
                        <a:pt x="1156" y="57"/>
                      </a:moveTo>
                      <a:lnTo>
                        <a:pt x="8743" y="311"/>
                      </a:lnTo>
                      <a:cubicBezTo>
                        <a:pt x="8895" y="330"/>
                        <a:pt x="9011" y="464"/>
                        <a:pt x="8992" y="616"/>
                      </a:cubicBezTo>
                      <a:lnTo>
                        <a:pt x="8512" y="4909"/>
                      </a:lnTo>
                      <a:cubicBezTo>
                        <a:pt x="8494" y="5091"/>
                        <a:pt x="8359" y="5220"/>
                        <a:pt x="8198" y="5220"/>
                      </a:cubicBezTo>
                      <a:cubicBezTo>
                        <a:pt x="8187" y="5220"/>
                        <a:pt x="8176" y="5220"/>
                        <a:pt x="8165" y="5218"/>
                      </a:cubicBezTo>
                      <a:lnTo>
                        <a:pt x="329" y="4701"/>
                      </a:lnTo>
                      <a:cubicBezTo>
                        <a:pt x="176" y="4678"/>
                        <a:pt x="79" y="4544"/>
                        <a:pt x="98" y="4373"/>
                      </a:cubicBezTo>
                      <a:lnTo>
                        <a:pt x="851" y="330"/>
                      </a:lnTo>
                      <a:cubicBezTo>
                        <a:pt x="869" y="173"/>
                        <a:pt x="1022" y="57"/>
                        <a:pt x="1156" y="57"/>
                      </a:cubicBezTo>
                      <a:close/>
                      <a:moveTo>
                        <a:pt x="1147" y="0"/>
                      </a:moveTo>
                      <a:cubicBezTo>
                        <a:pt x="966" y="0"/>
                        <a:pt x="807" y="146"/>
                        <a:pt x="772" y="330"/>
                      </a:cubicBezTo>
                      <a:lnTo>
                        <a:pt x="42" y="4373"/>
                      </a:lnTo>
                      <a:cubicBezTo>
                        <a:pt x="1" y="4562"/>
                        <a:pt x="116" y="4756"/>
                        <a:pt x="310" y="4756"/>
                      </a:cubicBezTo>
                      <a:lnTo>
                        <a:pt x="8147" y="5297"/>
                      </a:lnTo>
                      <a:cubicBezTo>
                        <a:pt x="8158" y="5298"/>
                        <a:pt x="8169" y="5298"/>
                        <a:pt x="8180" y="5298"/>
                      </a:cubicBezTo>
                      <a:cubicBezTo>
                        <a:pt x="8396" y="5298"/>
                        <a:pt x="8573" y="5130"/>
                        <a:pt x="8590" y="4932"/>
                      </a:cubicBezTo>
                      <a:lnTo>
                        <a:pt x="9071" y="635"/>
                      </a:lnTo>
                      <a:cubicBezTo>
                        <a:pt x="9089" y="427"/>
                        <a:pt x="8955" y="251"/>
                        <a:pt x="8743" y="251"/>
                      </a:cubicBezTo>
                      <a:lnTo>
                        <a:pt x="1179" y="2"/>
                      </a:lnTo>
                      <a:cubicBezTo>
                        <a:pt x="1168" y="1"/>
                        <a:pt x="1158" y="0"/>
                        <a:pt x="1147" y="0"/>
                      </a:cubicBezTo>
                      <a:close/>
                    </a:path>
                  </a:pathLst>
                </a:custGeom>
                <a:solidFill>
                  <a:srgbClr val="3E285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86" name="Google Shape;2073;p47">
                  <a:extLst>
                    <a:ext uri="{FF2B5EF4-FFF2-40B4-BE49-F238E27FC236}">
                      <a16:creationId xmlns:a16="http://schemas.microsoft.com/office/drawing/2014/main" id="{829DC89A-48C3-7916-23B5-07D5F22F6EEC}"/>
                    </a:ext>
                  </a:extLst>
                </p:cNvPr>
                <p:cNvSpPr/>
                <p:nvPr/>
              </p:nvSpPr>
              <p:spPr>
                <a:xfrm>
                  <a:off x="4330890" y="1504273"/>
                  <a:ext cx="1966604" cy="12613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36" h="6052" extrusionOk="0">
                      <a:moveTo>
                        <a:pt x="1205" y="0"/>
                      </a:moveTo>
                      <a:cubicBezTo>
                        <a:pt x="1044" y="0"/>
                        <a:pt x="885" y="147"/>
                        <a:pt x="850" y="330"/>
                      </a:cubicBezTo>
                      <a:lnTo>
                        <a:pt x="42" y="4756"/>
                      </a:lnTo>
                      <a:cubicBezTo>
                        <a:pt x="0" y="4951"/>
                        <a:pt x="116" y="5145"/>
                        <a:pt x="310" y="5163"/>
                      </a:cubicBezTo>
                      <a:lnTo>
                        <a:pt x="8474" y="6050"/>
                      </a:lnTo>
                      <a:cubicBezTo>
                        <a:pt x="8484" y="6051"/>
                        <a:pt x="8495" y="6052"/>
                        <a:pt x="8505" y="6052"/>
                      </a:cubicBezTo>
                      <a:cubicBezTo>
                        <a:pt x="8684" y="6052"/>
                        <a:pt x="8859" y="5900"/>
                        <a:pt x="8876" y="5704"/>
                      </a:cubicBezTo>
                      <a:lnTo>
                        <a:pt x="9417" y="968"/>
                      </a:lnTo>
                      <a:cubicBezTo>
                        <a:pt x="9435" y="774"/>
                        <a:pt x="9301" y="598"/>
                        <a:pt x="9107" y="579"/>
                      </a:cubicBezTo>
                      <a:lnTo>
                        <a:pt x="1234" y="2"/>
                      </a:lnTo>
                      <a:cubicBezTo>
                        <a:pt x="1224" y="1"/>
                        <a:pt x="1215" y="0"/>
                        <a:pt x="1205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87" name="Google Shape;2074;p47">
                  <a:extLst>
                    <a:ext uri="{FF2B5EF4-FFF2-40B4-BE49-F238E27FC236}">
                      <a16:creationId xmlns:a16="http://schemas.microsoft.com/office/drawing/2014/main" id="{1C12D451-FD98-D038-47A4-F850B1F3D6EA}"/>
                    </a:ext>
                  </a:extLst>
                </p:cNvPr>
                <p:cNvSpPr/>
                <p:nvPr/>
              </p:nvSpPr>
              <p:spPr>
                <a:xfrm>
                  <a:off x="4330879" y="1496562"/>
                  <a:ext cx="1982027" cy="12805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10" h="6144" extrusionOk="0">
                      <a:moveTo>
                        <a:pt x="1219" y="78"/>
                      </a:moveTo>
                      <a:cubicBezTo>
                        <a:pt x="1230" y="78"/>
                        <a:pt x="1241" y="79"/>
                        <a:pt x="1252" y="80"/>
                      </a:cubicBezTo>
                      <a:lnTo>
                        <a:pt x="9144" y="658"/>
                      </a:lnTo>
                      <a:cubicBezTo>
                        <a:pt x="9320" y="658"/>
                        <a:pt x="9435" y="811"/>
                        <a:pt x="9417" y="1005"/>
                      </a:cubicBezTo>
                      <a:lnTo>
                        <a:pt x="8876" y="5741"/>
                      </a:lnTo>
                      <a:cubicBezTo>
                        <a:pt x="8859" y="5918"/>
                        <a:pt x="8720" y="6047"/>
                        <a:pt x="8546" y="6047"/>
                      </a:cubicBezTo>
                      <a:cubicBezTo>
                        <a:pt x="8535" y="6047"/>
                        <a:pt x="8523" y="6047"/>
                        <a:pt x="8511" y="6046"/>
                      </a:cubicBezTo>
                      <a:lnTo>
                        <a:pt x="347" y="5163"/>
                      </a:lnTo>
                      <a:cubicBezTo>
                        <a:pt x="194" y="5140"/>
                        <a:pt x="79" y="4969"/>
                        <a:pt x="116" y="4793"/>
                      </a:cubicBezTo>
                      <a:lnTo>
                        <a:pt x="924" y="367"/>
                      </a:lnTo>
                      <a:cubicBezTo>
                        <a:pt x="959" y="209"/>
                        <a:pt x="1080" y="78"/>
                        <a:pt x="1219" y="78"/>
                      </a:cubicBezTo>
                      <a:close/>
                      <a:moveTo>
                        <a:pt x="1242" y="1"/>
                      </a:moveTo>
                      <a:cubicBezTo>
                        <a:pt x="1060" y="1"/>
                        <a:pt x="904" y="164"/>
                        <a:pt x="869" y="348"/>
                      </a:cubicBezTo>
                      <a:lnTo>
                        <a:pt x="37" y="4775"/>
                      </a:lnTo>
                      <a:cubicBezTo>
                        <a:pt x="0" y="5006"/>
                        <a:pt x="134" y="5200"/>
                        <a:pt x="328" y="5237"/>
                      </a:cubicBezTo>
                      <a:lnTo>
                        <a:pt x="8511" y="6143"/>
                      </a:lnTo>
                      <a:cubicBezTo>
                        <a:pt x="8522" y="6144"/>
                        <a:pt x="8532" y="6144"/>
                        <a:pt x="8543" y="6144"/>
                      </a:cubicBezTo>
                      <a:cubicBezTo>
                        <a:pt x="8744" y="6144"/>
                        <a:pt x="8933" y="5978"/>
                        <a:pt x="8955" y="5741"/>
                      </a:cubicBezTo>
                      <a:lnTo>
                        <a:pt x="9491" y="1005"/>
                      </a:lnTo>
                      <a:cubicBezTo>
                        <a:pt x="9509" y="792"/>
                        <a:pt x="9357" y="598"/>
                        <a:pt x="9144" y="579"/>
                      </a:cubicBezTo>
                      <a:lnTo>
                        <a:pt x="1271" y="2"/>
                      </a:lnTo>
                      <a:cubicBezTo>
                        <a:pt x="1261" y="1"/>
                        <a:pt x="1252" y="1"/>
                        <a:pt x="1242" y="1"/>
                      </a:cubicBezTo>
                      <a:close/>
                    </a:path>
                  </a:pathLst>
                </a:custGeom>
                <a:solidFill>
                  <a:srgbClr val="3E285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88" name="Google Shape;2075;p47">
                  <a:extLst>
                    <a:ext uri="{FF2B5EF4-FFF2-40B4-BE49-F238E27FC236}">
                      <a16:creationId xmlns:a16="http://schemas.microsoft.com/office/drawing/2014/main" id="{7DDE2E87-84DF-6F6F-C1FA-4367FCB8E60A}"/>
                    </a:ext>
                  </a:extLst>
                </p:cNvPr>
                <p:cNvSpPr/>
                <p:nvPr/>
              </p:nvSpPr>
              <p:spPr>
                <a:xfrm>
                  <a:off x="4086211" y="2748512"/>
                  <a:ext cx="2062892" cy="146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98" h="7035" extrusionOk="0">
                      <a:moveTo>
                        <a:pt x="1299" y="0"/>
                      </a:moveTo>
                      <a:cubicBezTo>
                        <a:pt x="1119" y="0"/>
                        <a:pt x="964" y="147"/>
                        <a:pt x="925" y="348"/>
                      </a:cubicBezTo>
                      <a:lnTo>
                        <a:pt x="42" y="5218"/>
                      </a:lnTo>
                      <a:cubicBezTo>
                        <a:pt x="0" y="5449"/>
                        <a:pt x="116" y="5643"/>
                        <a:pt x="310" y="5680"/>
                      </a:cubicBezTo>
                      <a:lnTo>
                        <a:pt x="8840" y="7030"/>
                      </a:lnTo>
                      <a:cubicBezTo>
                        <a:pt x="8859" y="7033"/>
                        <a:pt x="8878" y="7035"/>
                        <a:pt x="8897" y="7035"/>
                      </a:cubicBezTo>
                      <a:cubicBezTo>
                        <a:pt x="9085" y="7035"/>
                        <a:pt x="9243" y="6872"/>
                        <a:pt x="9260" y="6641"/>
                      </a:cubicBezTo>
                      <a:lnTo>
                        <a:pt x="9861" y="1406"/>
                      </a:lnTo>
                      <a:cubicBezTo>
                        <a:pt x="9898" y="1194"/>
                        <a:pt x="9745" y="981"/>
                        <a:pt x="9551" y="963"/>
                      </a:cubicBezTo>
                      <a:lnTo>
                        <a:pt x="1331" y="2"/>
                      </a:lnTo>
                      <a:cubicBezTo>
                        <a:pt x="1321" y="1"/>
                        <a:pt x="1310" y="0"/>
                        <a:pt x="1299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89" name="Google Shape;2076;p47">
                  <a:extLst>
                    <a:ext uri="{FF2B5EF4-FFF2-40B4-BE49-F238E27FC236}">
                      <a16:creationId xmlns:a16="http://schemas.microsoft.com/office/drawing/2014/main" id="{51C23788-8ABD-2C9B-20BE-9E5692B18F1B}"/>
                    </a:ext>
                  </a:extLst>
                </p:cNvPr>
                <p:cNvSpPr/>
                <p:nvPr/>
              </p:nvSpPr>
              <p:spPr>
                <a:xfrm>
                  <a:off x="4086200" y="2740592"/>
                  <a:ext cx="2078314" cy="14818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72" h="7110" extrusionOk="0">
                      <a:moveTo>
                        <a:pt x="1321" y="75"/>
                      </a:moveTo>
                      <a:cubicBezTo>
                        <a:pt x="1330" y="75"/>
                        <a:pt x="1340" y="75"/>
                        <a:pt x="1350" y="77"/>
                      </a:cubicBezTo>
                      <a:lnTo>
                        <a:pt x="9570" y="1042"/>
                      </a:lnTo>
                      <a:cubicBezTo>
                        <a:pt x="9759" y="1061"/>
                        <a:pt x="9898" y="1232"/>
                        <a:pt x="9856" y="1444"/>
                      </a:cubicBezTo>
                      <a:lnTo>
                        <a:pt x="9260" y="6679"/>
                      </a:lnTo>
                      <a:cubicBezTo>
                        <a:pt x="9243" y="6878"/>
                        <a:pt x="9088" y="7028"/>
                        <a:pt x="8914" y="7028"/>
                      </a:cubicBezTo>
                      <a:cubicBezTo>
                        <a:pt x="8901" y="7028"/>
                        <a:pt x="8889" y="7027"/>
                        <a:pt x="8877" y="7026"/>
                      </a:cubicBezTo>
                      <a:lnTo>
                        <a:pt x="347" y="5681"/>
                      </a:lnTo>
                      <a:cubicBezTo>
                        <a:pt x="171" y="5640"/>
                        <a:pt x="79" y="5469"/>
                        <a:pt x="116" y="5256"/>
                      </a:cubicBezTo>
                      <a:lnTo>
                        <a:pt x="1003" y="386"/>
                      </a:lnTo>
                      <a:cubicBezTo>
                        <a:pt x="1038" y="204"/>
                        <a:pt x="1174" y="75"/>
                        <a:pt x="1321" y="75"/>
                      </a:cubicBezTo>
                      <a:close/>
                      <a:moveTo>
                        <a:pt x="1334" y="1"/>
                      </a:moveTo>
                      <a:cubicBezTo>
                        <a:pt x="1152" y="1"/>
                        <a:pt x="977" y="169"/>
                        <a:pt x="925" y="386"/>
                      </a:cubicBezTo>
                      <a:lnTo>
                        <a:pt x="37" y="5256"/>
                      </a:lnTo>
                      <a:cubicBezTo>
                        <a:pt x="1" y="5506"/>
                        <a:pt x="135" y="5737"/>
                        <a:pt x="329" y="5755"/>
                      </a:cubicBezTo>
                      <a:lnTo>
                        <a:pt x="8877" y="7104"/>
                      </a:lnTo>
                      <a:cubicBezTo>
                        <a:pt x="8898" y="7108"/>
                        <a:pt x="8919" y="7110"/>
                        <a:pt x="8939" y="7110"/>
                      </a:cubicBezTo>
                      <a:cubicBezTo>
                        <a:pt x="9145" y="7110"/>
                        <a:pt x="9324" y="6946"/>
                        <a:pt x="9357" y="6703"/>
                      </a:cubicBezTo>
                      <a:lnTo>
                        <a:pt x="9935" y="1444"/>
                      </a:lnTo>
                      <a:cubicBezTo>
                        <a:pt x="9972" y="1213"/>
                        <a:pt x="9819" y="982"/>
                        <a:pt x="9588" y="964"/>
                      </a:cubicBezTo>
                      <a:lnTo>
                        <a:pt x="1368" y="3"/>
                      </a:lnTo>
                      <a:cubicBezTo>
                        <a:pt x="1357" y="1"/>
                        <a:pt x="1345" y="1"/>
                        <a:pt x="1334" y="1"/>
                      </a:cubicBezTo>
                      <a:close/>
                    </a:path>
                  </a:pathLst>
                </a:custGeom>
                <a:solidFill>
                  <a:srgbClr val="3E285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90" name="Google Shape;2077;p47">
                  <a:extLst>
                    <a:ext uri="{FF2B5EF4-FFF2-40B4-BE49-F238E27FC236}">
                      <a16:creationId xmlns:a16="http://schemas.microsoft.com/office/drawing/2014/main" id="{53EEAD13-B63E-13E0-A4CD-D167FCB4D107}"/>
                    </a:ext>
                  </a:extLst>
                </p:cNvPr>
                <p:cNvSpPr/>
                <p:nvPr/>
              </p:nvSpPr>
              <p:spPr>
                <a:xfrm>
                  <a:off x="4804618" y="485747"/>
                  <a:ext cx="1529349" cy="1854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38" h="890" extrusionOk="0">
                      <a:moveTo>
                        <a:pt x="365" y="0"/>
                      </a:moveTo>
                      <a:cubicBezTo>
                        <a:pt x="213" y="0"/>
                        <a:pt x="61" y="134"/>
                        <a:pt x="37" y="287"/>
                      </a:cubicBezTo>
                      <a:cubicBezTo>
                        <a:pt x="0" y="462"/>
                        <a:pt x="97" y="596"/>
                        <a:pt x="268" y="615"/>
                      </a:cubicBezTo>
                      <a:lnTo>
                        <a:pt x="6950" y="887"/>
                      </a:lnTo>
                      <a:cubicBezTo>
                        <a:pt x="6962" y="889"/>
                        <a:pt x="6974" y="889"/>
                        <a:pt x="6985" y="889"/>
                      </a:cubicBezTo>
                      <a:cubicBezTo>
                        <a:pt x="7162" y="889"/>
                        <a:pt x="7297" y="760"/>
                        <a:pt x="7315" y="578"/>
                      </a:cubicBezTo>
                      <a:cubicBezTo>
                        <a:pt x="7338" y="402"/>
                        <a:pt x="7222" y="268"/>
                        <a:pt x="7028" y="268"/>
                      </a:cubicBezTo>
                      <a:lnTo>
                        <a:pt x="365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91" name="Google Shape;2078;p47">
                  <a:extLst>
                    <a:ext uri="{FF2B5EF4-FFF2-40B4-BE49-F238E27FC236}">
                      <a16:creationId xmlns:a16="http://schemas.microsoft.com/office/drawing/2014/main" id="{A349D63A-25CA-4F58-C435-10E759FBD93A}"/>
                    </a:ext>
                  </a:extLst>
                </p:cNvPr>
                <p:cNvSpPr/>
                <p:nvPr/>
              </p:nvSpPr>
              <p:spPr>
                <a:xfrm>
                  <a:off x="4804606" y="481579"/>
                  <a:ext cx="1544772" cy="1969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12" h="945" extrusionOk="0">
                      <a:moveTo>
                        <a:pt x="402" y="57"/>
                      </a:moveTo>
                      <a:lnTo>
                        <a:pt x="7065" y="307"/>
                      </a:lnTo>
                      <a:cubicBezTo>
                        <a:pt x="7218" y="330"/>
                        <a:pt x="7333" y="445"/>
                        <a:pt x="7315" y="598"/>
                      </a:cubicBezTo>
                      <a:cubicBezTo>
                        <a:pt x="7298" y="741"/>
                        <a:pt x="7179" y="868"/>
                        <a:pt x="7034" y="868"/>
                      </a:cubicBezTo>
                      <a:cubicBezTo>
                        <a:pt x="7025" y="868"/>
                        <a:pt x="7015" y="867"/>
                        <a:pt x="7005" y="866"/>
                      </a:cubicBezTo>
                      <a:lnTo>
                        <a:pt x="305" y="598"/>
                      </a:lnTo>
                      <a:cubicBezTo>
                        <a:pt x="171" y="598"/>
                        <a:pt x="74" y="464"/>
                        <a:pt x="98" y="307"/>
                      </a:cubicBezTo>
                      <a:cubicBezTo>
                        <a:pt x="134" y="173"/>
                        <a:pt x="268" y="57"/>
                        <a:pt x="402" y="57"/>
                      </a:cubicBezTo>
                      <a:close/>
                      <a:moveTo>
                        <a:pt x="390" y="0"/>
                      </a:moveTo>
                      <a:cubicBezTo>
                        <a:pt x="214" y="0"/>
                        <a:pt x="72" y="145"/>
                        <a:pt x="37" y="307"/>
                      </a:cubicBezTo>
                      <a:cubicBezTo>
                        <a:pt x="0" y="501"/>
                        <a:pt x="116" y="653"/>
                        <a:pt x="287" y="653"/>
                      </a:cubicBezTo>
                      <a:lnTo>
                        <a:pt x="6987" y="944"/>
                      </a:lnTo>
                      <a:cubicBezTo>
                        <a:pt x="7181" y="944"/>
                        <a:pt x="7375" y="810"/>
                        <a:pt x="7393" y="616"/>
                      </a:cubicBezTo>
                      <a:cubicBezTo>
                        <a:pt x="7412" y="404"/>
                        <a:pt x="7278" y="251"/>
                        <a:pt x="7084" y="251"/>
                      </a:cubicBezTo>
                      <a:lnTo>
                        <a:pt x="421" y="2"/>
                      </a:lnTo>
                      <a:cubicBezTo>
                        <a:pt x="410" y="1"/>
                        <a:pt x="400" y="0"/>
                        <a:pt x="390" y="0"/>
                      </a:cubicBezTo>
                      <a:close/>
                    </a:path>
                  </a:pathLst>
                </a:custGeom>
                <a:solidFill>
                  <a:srgbClr val="3E285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92" name="Google Shape;2079;p47">
                  <a:extLst>
                    <a:ext uri="{FF2B5EF4-FFF2-40B4-BE49-F238E27FC236}">
                      <a16:creationId xmlns:a16="http://schemas.microsoft.com/office/drawing/2014/main" id="{EC27DF0E-FC73-32AA-F896-794CAB5092F5}"/>
                    </a:ext>
                  </a:extLst>
                </p:cNvPr>
                <p:cNvSpPr/>
                <p:nvPr/>
              </p:nvSpPr>
              <p:spPr>
                <a:xfrm>
                  <a:off x="4600371" y="1637033"/>
                  <a:ext cx="950789" cy="2048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62" h="983" extrusionOk="0">
                      <a:moveTo>
                        <a:pt x="352" y="1"/>
                      </a:moveTo>
                      <a:cubicBezTo>
                        <a:pt x="190" y="1"/>
                        <a:pt x="54" y="130"/>
                        <a:pt x="19" y="307"/>
                      </a:cubicBezTo>
                      <a:cubicBezTo>
                        <a:pt x="1" y="483"/>
                        <a:pt x="93" y="636"/>
                        <a:pt x="269" y="654"/>
                      </a:cubicBezTo>
                      <a:lnTo>
                        <a:pt x="4178" y="982"/>
                      </a:lnTo>
                      <a:cubicBezTo>
                        <a:pt x="4349" y="982"/>
                        <a:pt x="4506" y="848"/>
                        <a:pt x="4543" y="654"/>
                      </a:cubicBezTo>
                      <a:cubicBezTo>
                        <a:pt x="4561" y="483"/>
                        <a:pt x="4446" y="307"/>
                        <a:pt x="4275" y="289"/>
                      </a:cubicBezTo>
                      <a:lnTo>
                        <a:pt x="384" y="3"/>
                      </a:lnTo>
                      <a:cubicBezTo>
                        <a:pt x="374" y="1"/>
                        <a:pt x="363" y="1"/>
                        <a:pt x="35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93" name="Google Shape;2080;p47">
                  <a:extLst>
                    <a:ext uri="{FF2B5EF4-FFF2-40B4-BE49-F238E27FC236}">
                      <a16:creationId xmlns:a16="http://schemas.microsoft.com/office/drawing/2014/main" id="{19A4970A-D915-1195-165A-CE2B2FC18952}"/>
                    </a:ext>
                  </a:extLst>
                </p:cNvPr>
                <p:cNvSpPr/>
                <p:nvPr/>
              </p:nvSpPr>
              <p:spPr>
                <a:xfrm>
                  <a:off x="4599526" y="1628488"/>
                  <a:ext cx="967046" cy="2219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40" h="1065" extrusionOk="0">
                      <a:moveTo>
                        <a:pt x="393" y="79"/>
                      </a:moveTo>
                      <a:cubicBezTo>
                        <a:pt x="404" y="79"/>
                        <a:pt x="415" y="79"/>
                        <a:pt x="425" y="80"/>
                      </a:cubicBezTo>
                      <a:lnTo>
                        <a:pt x="4316" y="372"/>
                      </a:lnTo>
                      <a:cubicBezTo>
                        <a:pt x="4468" y="390"/>
                        <a:pt x="4565" y="524"/>
                        <a:pt x="4547" y="695"/>
                      </a:cubicBezTo>
                      <a:cubicBezTo>
                        <a:pt x="4524" y="871"/>
                        <a:pt x="4371" y="986"/>
                        <a:pt x="4219" y="986"/>
                      </a:cubicBezTo>
                      <a:lnTo>
                        <a:pt x="310" y="658"/>
                      </a:lnTo>
                      <a:cubicBezTo>
                        <a:pt x="157" y="640"/>
                        <a:pt x="79" y="506"/>
                        <a:pt x="97" y="348"/>
                      </a:cubicBezTo>
                      <a:cubicBezTo>
                        <a:pt x="132" y="190"/>
                        <a:pt x="254" y="79"/>
                        <a:pt x="393" y="79"/>
                      </a:cubicBezTo>
                      <a:close/>
                      <a:moveTo>
                        <a:pt x="397" y="0"/>
                      </a:moveTo>
                      <a:cubicBezTo>
                        <a:pt x="230" y="0"/>
                        <a:pt x="59" y="152"/>
                        <a:pt x="42" y="348"/>
                      </a:cubicBezTo>
                      <a:cubicBezTo>
                        <a:pt x="0" y="543"/>
                        <a:pt x="116" y="718"/>
                        <a:pt x="310" y="737"/>
                      </a:cubicBezTo>
                      <a:lnTo>
                        <a:pt x="4200" y="1065"/>
                      </a:lnTo>
                      <a:cubicBezTo>
                        <a:pt x="4408" y="1065"/>
                        <a:pt x="4584" y="908"/>
                        <a:pt x="4621" y="695"/>
                      </a:cubicBezTo>
                      <a:cubicBezTo>
                        <a:pt x="4639" y="506"/>
                        <a:pt x="4505" y="312"/>
                        <a:pt x="4316" y="312"/>
                      </a:cubicBezTo>
                      <a:lnTo>
                        <a:pt x="425" y="2"/>
                      </a:lnTo>
                      <a:cubicBezTo>
                        <a:pt x="416" y="1"/>
                        <a:pt x="407" y="0"/>
                        <a:pt x="397" y="0"/>
                      </a:cubicBezTo>
                      <a:close/>
                    </a:path>
                  </a:pathLst>
                </a:custGeom>
                <a:solidFill>
                  <a:srgbClr val="3E285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94" name="Google Shape;2081;p47">
                  <a:extLst>
                    <a:ext uri="{FF2B5EF4-FFF2-40B4-BE49-F238E27FC236}">
                      <a16:creationId xmlns:a16="http://schemas.microsoft.com/office/drawing/2014/main" id="{E357CAFA-FFD0-C866-DF91-7C241204807A}"/>
                    </a:ext>
                  </a:extLst>
                </p:cNvPr>
                <p:cNvSpPr/>
                <p:nvPr/>
              </p:nvSpPr>
              <p:spPr>
                <a:xfrm>
                  <a:off x="4371323" y="2900447"/>
                  <a:ext cx="994973" cy="2580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74" h="1238" extrusionOk="0">
                      <a:moveTo>
                        <a:pt x="393" y="1"/>
                      </a:moveTo>
                      <a:cubicBezTo>
                        <a:pt x="229" y="1"/>
                        <a:pt x="76" y="130"/>
                        <a:pt x="37" y="312"/>
                      </a:cubicBezTo>
                      <a:cubicBezTo>
                        <a:pt x="0" y="525"/>
                        <a:pt x="116" y="696"/>
                        <a:pt x="291" y="714"/>
                      </a:cubicBezTo>
                      <a:lnTo>
                        <a:pt x="4353" y="1236"/>
                      </a:lnTo>
                      <a:cubicBezTo>
                        <a:pt x="4363" y="1237"/>
                        <a:pt x="4374" y="1238"/>
                        <a:pt x="4384" y="1238"/>
                      </a:cubicBezTo>
                      <a:cubicBezTo>
                        <a:pt x="4561" y="1238"/>
                        <a:pt x="4719" y="1092"/>
                        <a:pt x="4736" y="908"/>
                      </a:cubicBezTo>
                      <a:cubicBezTo>
                        <a:pt x="4773" y="696"/>
                        <a:pt x="4639" y="506"/>
                        <a:pt x="4468" y="483"/>
                      </a:cubicBezTo>
                      <a:lnTo>
                        <a:pt x="425" y="3"/>
                      </a:lnTo>
                      <a:cubicBezTo>
                        <a:pt x="414" y="2"/>
                        <a:pt x="404" y="1"/>
                        <a:pt x="393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95" name="Google Shape;2082;p47">
                  <a:extLst>
                    <a:ext uri="{FF2B5EF4-FFF2-40B4-BE49-F238E27FC236}">
                      <a16:creationId xmlns:a16="http://schemas.microsoft.com/office/drawing/2014/main" id="{77302176-0E42-CCA8-3E9D-6271C955AABC}"/>
                    </a:ext>
                  </a:extLst>
                </p:cNvPr>
                <p:cNvSpPr/>
                <p:nvPr/>
              </p:nvSpPr>
              <p:spPr>
                <a:xfrm>
                  <a:off x="4371312" y="2892110"/>
                  <a:ext cx="1011230" cy="2740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2" h="1315" extrusionOk="0">
                      <a:moveTo>
                        <a:pt x="404" y="81"/>
                      </a:moveTo>
                      <a:cubicBezTo>
                        <a:pt x="417" y="81"/>
                        <a:pt x="430" y="82"/>
                        <a:pt x="444" y="84"/>
                      </a:cubicBezTo>
                      <a:lnTo>
                        <a:pt x="4505" y="565"/>
                      </a:lnTo>
                      <a:cubicBezTo>
                        <a:pt x="4658" y="583"/>
                        <a:pt x="4773" y="754"/>
                        <a:pt x="4736" y="930"/>
                      </a:cubicBezTo>
                      <a:cubicBezTo>
                        <a:pt x="4719" y="1112"/>
                        <a:pt x="4580" y="1241"/>
                        <a:pt x="4437" y="1241"/>
                      </a:cubicBezTo>
                      <a:cubicBezTo>
                        <a:pt x="4427" y="1241"/>
                        <a:pt x="4418" y="1241"/>
                        <a:pt x="4408" y="1239"/>
                      </a:cubicBezTo>
                      <a:lnTo>
                        <a:pt x="328" y="717"/>
                      </a:lnTo>
                      <a:cubicBezTo>
                        <a:pt x="171" y="699"/>
                        <a:pt x="74" y="546"/>
                        <a:pt x="116" y="371"/>
                      </a:cubicBezTo>
                      <a:cubicBezTo>
                        <a:pt x="133" y="193"/>
                        <a:pt x="262" y="81"/>
                        <a:pt x="404" y="81"/>
                      </a:cubicBezTo>
                      <a:close/>
                      <a:moveTo>
                        <a:pt x="409" y="1"/>
                      </a:moveTo>
                      <a:cubicBezTo>
                        <a:pt x="234" y="1"/>
                        <a:pt x="71" y="159"/>
                        <a:pt x="37" y="352"/>
                      </a:cubicBezTo>
                      <a:cubicBezTo>
                        <a:pt x="0" y="583"/>
                        <a:pt x="134" y="777"/>
                        <a:pt x="328" y="796"/>
                      </a:cubicBezTo>
                      <a:lnTo>
                        <a:pt x="4390" y="1313"/>
                      </a:lnTo>
                      <a:cubicBezTo>
                        <a:pt x="4401" y="1314"/>
                        <a:pt x="4413" y="1315"/>
                        <a:pt x="4425" y="1315"/>
                      </a:cubicBezTo>
                      <a:cubicBezTo>
                        <a:pt x="4623" y="1315"/>
                        <a:pt x="4793" y="1167"/>
                        <a:pt x="4810" y="948"/>
                      </a:cubicBezTo>
                      <a:cubicBezTo>
                        <a:pt x="4852" y="717"/>
                        <a:pt x="4718" y="505"/>
                        <a:pt x="4505" y="486"/>
                      </a:cubicBezTo>
                      <a:lnTo>
                        <a:pt x="462" y="6"/>
                      </a:lnTo>
                      <a:cubicBezTo>
                        <a:pt x="444" y="2"/>
                        <a:pt x="426" y="1"/>
                        <a:pt x="409" y="1"/>
                      </a:cubicBezTo>
                      <a:close/>
                    </a:path>
                  </a:pathLst>
                </a:custGeom>
                <a:solidFill>
                  <a:srgbClr val="3E285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96" name="Google Shape;2083;p47">
                  <a:extLst>
                    <a:ext uri="{FF2B5EF4-FFF2-40B4-BE49-F238E27FC236}">
                      <a16:creationId xmlns:a16="http://schemas.microsoft.com/office/drawing/2014/main" id="{99C0DE7B-1C01-EFDA-6434-8B0BACBDD006}"/>
                    </a:ext>
                  </a:extLst>
                </p:cNvPr>
                <p:cNvSpPr/>
                <p:nvPr/>
              </p:nvSpPr>
              <p:spPr>
                <a:xfrm>
                  <a:off x="4772730" y="677906"/>
                  <a:ext cx="1537269" cy="1936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76" h="929" extrusionOk="0">
                      <a:moveTo>
                        <a:pt x="338" y="1"/>
                      </a:moveTo>
                      <a:cubicBezTo>
                        <a:pt x="194" y="1"/>
                        <a:pt x="54" y="129"/>
                        <a:pt x="19" y="289"/>
                      </a:cubicBezTo>
                      <a:cubicBezTo>
                        <a:pt x="1" y="446"/>
                        <a:pt x="98" y="598"/>
                        <a:pt x="250" y="598"/>
                      </a:cubicBezTo>
                      <a:lnTo>
                        <a:pt x="6987" y="927"/>
                      </a:lnTo>
                      <a:cubicBezTo>
                        <a:pt x="6999" y="928"/>
                        <a:pt x="7011" y="928"/>
                        <a:pt x="7023" y="928"/>
                      </a:cubicBezTo>
                      <a:cubicBezTo>
                        <a:pt x="7200" y="928"/>
                        <a:pt x="7335" y="799"/>
                        <a:pt x="7352" y="617"/>
                      </a:cubicBezTo>
                      <a:cubicBezTo>
                        <a:pt x="7375" y="446"/>
                        <a:pt x="7260" y="289"/>
                        <a:pt x="7066" y="289"/>
                      </a:cubicBezTo>
                      <a:lnTo>
                        <a:pt x="366" y="2"/>
                      </a:lnTo>
                      <a:cubicBezTo>
                        <a:pt x="357" y="1"/>
                        <a:pt x="347" y="1"/>
                        <a:pt x="33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97" name="Google Shape;2084;p47">
                  <a:extLst>
                    <a:ext uri="{FF2B5EF4-FFF2-40B4-BE49-F238E27FC236}">
                      <a16:creationId xmlns:a16="http://schemas.microsoft.com/office/drawing/2014/main" id="{80EA74C4-2EE0-5F00-76AE-F333EF12329C}"/>
                    </a:ext>
                  </a:extLst>
                </p:cNvPr>
                <p:cNvSpPr/>
                <p:nvPr/>
              </p:nvSpPr>
              <p:spPr>
                <a:xfrm>
                  <a:off x="4771885" y="670195"/>
                  <a:ext cx="1553525" cy="209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54" h="1003" extrusionOk="0">
                      <a:moveTo>
                        <a:pt x="407" y="58"/>
                      </a:moveTo>
                      <a:lnTo>
                        <a:pt x="7107" y="367"/>
                      </a:lnTo>
                      <a:cubicBezTo>
                        <a:pt x="7259" y="367"/>
                        <a:pt x="7375" y="501"/>
                        <a:pt x="7356" y="654"/>
                      </a:cubicBezTo>
                      <a:cubicBezTo>
                        <a:pt x="7339" y="801"/>
                        <a:pt x="7220" y="928"/>
                        <a:pt x="7076" y="928"/>
                      </a:cubicBezTo>
                      <a:cubicBezTo>
                        <a:pt x="7066" y="928"/>
                        <a:pt x="7057" y="928"/>
                        <a:pt x="7047" y="927"/>
                      </a:cubicBezTo>
                      <a:lnTo>
                        <a:pt x="310" y="599"/>
                      </a:lnTo>
                      <a:cubicBezTo>
                        <a:pt x="157" y="599"/>
                        <a:pt x="60" y="483"/>
                        <a:pt x="97" y="326"/>
                      </a:cubicBezTo>
                      <a:cubicBezTo>
                        <a:pt x="116" y="173"/>
                        <a:pt x="255" y="58"/>
                        <a:pt x="407" y="58"/>
                      </a:cubicBezTo>
                      <a:close/>
                      <a:moveTo>
                        <a:pt x="372" y="0"/>
                      </a:moveTo>
                      <a:cubicBezTo>
                        <a:pt x="209" y="0"/>
                        <a:pt x="58" y="149"/>
                        <a:pt x="23" y="326"/>
                      </a:cubicBezTo>
                      <a:cubicBezTo>
                        <a:pt x="0" y="501"/>
                        <a:pt x="116" y="672"/>
                        <a:pt x="291" y="672"/>
                      </a:cubicBezTo>
                      <a:lnTo>
                        <a:pt x="7028" y="1001"/>
                      </a:lnTo>
                      <a:cubicBezTo>
                        <a:pt x="7040" y="1002"/>
                        <a:pt x="7052" y="1002"/>
                        <a:pt x="7063" y="1002"/>
                      </a:cubicBezTo>
                      <a:cubicBezTo>
                        <a:pt x="7260" y="1002"/>
                        <a:pt x="7417" y="855"/>
                        <a:pt x="7435" y="654"/>
                      </a:cubicBezTo>
                      <a:cubicBezTo>
                        <a:pt x="7453" y="465"/>
                        <a:pt x="7319" y="307"/>
                        <a:pt x="7125" y="289"/>
                      </a:cubicBezTo>
                      <a:lnTo>
                        <a:pt x="407" y="2"/>
                      </a:lnTo>
                      <a:cubicBezTo>
                        <a:pt x="395" y="1"/>
                        <a:pt x="384" y="0"/>
                        <a:pt x="372" y="0"/>
                      </a:cubicBezTo>
                      <a:close/>
                    </a:path>
                  </a:pathLst>
                </a:custGeom>
                <a:solidFill>
                  <a:srgbClr val="3E285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98" name="Google Shape;2085;p47">
                  <a:extLst>
                    <a:ext uri="{FF2B5EF4-FFF2-40B4-BE49-F238E27FC236}">
                      <a16:creationId xmlns:a16="http://schemas.microsoft.com/office/drawing/2014/main" id="{856D318D-339E-8A0B-9F57-D1F6B42A0EC5}"/>
                    </a:ext>
                  </a:extLst>
                </p:cNvPr>
                <p:cNvSpPr/>
                <p:nvPr/>
              </p:nvSpPr>
              <p:spPr>
                <a:xfrm>
                  <a:off x="4559938" y="1845032"/>
                  <a:ext cx="963294" cy="2098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22" h="1007" extrusionOk="0">
                      <a:moveTo>
                        <a:pt x="371" y="1"/>
                      </a:moveTo>
                      <a:cubicBezTo>
                        <a:pt x="213" y="1"/>
                        <a:pt x="77" y="129"/>
                        <a:pt x="38" y="294"/>
                      </a:cubicBezTo>
                      <a:cubicBezTo>
                        <a:pt x="1" y="488"/>
                        <a:pt x="116" y="640"/>
                        <a:pt x="287" y="659"/>
                      </a:cubicBezTo>
                      <a:lnTo>
                        <a:pt x="4215" y="1005"/>
                      </a:lnTo>
                      <a:cubicBezTo>
                        <a:pt x="4226" y="1006"/>
                        <a:pt x="4236" y="1007"/>
                        <a:pt x="4247" y="1007"/>
                      </a:cubicBezTo>
                      <a:cubicBezTo>
                        <a:pt x="4411" y="1007"/>
                        <a:pt x="4563" y="878"/>
                        <a:pt x="4584" y="696"/>
                      </a:cubicBezTo>
                      <a:cubicBezTo>
                        <a:pt x="4621" y="506"/>
                        <a:pt x="4487" y="331"/>
                        <a:pt x="4312" y="331"/>
                      </a:cubicBezTo>
                      <a:lnTo>
                        <a:pt x="403" y="3"/>
                      </a:lnTo>
                      <a:cubicBezTo>
                        <a:pt x="392" y="1"/>
                        <a:pt x="382" y="1"/>
                        <a:pt x="37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99" name="Google Shape;2086;p47">
                  <a:extLst>
                    <a:ext uri="{FF2B5EF4-FFF2-40B4-BE49-F238E27FC236}">
                      <a16:creationId xmlns:a16="http://schemas.microsoft.com/office/drawing/2014/main" id="{A70409FA-319C-F51E-AAC4-D006D715F7BE}"/>
                    </a:ext>
                  </a:extLst>
                </p:cNvPr>
                <p:cNvSpPr/>
                <p:nvPr/>
              </p:nvSpPr>
              <p:spPr>
                <a:xfrm>
                  <a:off x="4559927" y="1837529"/>
                  <a:ext cx="978717" cy="2252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96" h="1081" extrusionOk="0">
                      <a:moveTo>
                        <a:pt x="421" y="62"/>
                      </a:moveTo>
                      <a:lnTo>
                        <a:pt x="4349" y="408"/>
                      </a:lnTo>
                      <a:cubicBezTo>
                        <a:pt x="4506" y="408"/>
                        <a:pt x="4621" y="561"/>
                        <a:pt x="4580" y="732"/>
                      </a:cubicBezTo>
                      <a:cubicBezTo>
                        <a:pt x="4563" y="895"/>
                        <a:pt x="4446" y="1006"/>
                        <a:pt x="4288" y="1006"/>
                      </a:cubicBezTo>
                      <a:cubicBezTo>
                        <a:pt x="4276" y="1006"/>
                        <a:pt x="4264" y="1006"/>
                        <a:pt x="4252" y="1004"/>
                      </a:cubicBezTo>
                      <a:lnTo>
                        <a:pt x="324" y="658"/>
                      </a:lnTo>
                      <a:cubicBezTo>
                        <a:pt x="172" y="658"/>
                        <a:pt x="75" y="501"/>
                        <a:pt x="116" y="348"/>
                      </a:cubicBezTo>
                      <a:cubicBezTo>
                        <a:pt x="135" y="177"/>
                        <a:pt x="287" y="62"/>
                        <a:pt x="421" y="62"/>
                      </a:cubicBezTo>
                      <a:close/>
                      <a:moveTo>
                        <a:pt x="411" y="0"/>
                      </a:moveTo>
                      <a:cubicBezTo>
                        <a:pt x="248" y="0"/>
                        <a:pt x="73" y="146"/>
                        <a:pt x="38" y="330"/>
                      </a:cubicBezTo>
                      <a:cubicBezTo>
                        <a:pt x="1" y="542"/>
                        <a:pt x="135" y="713"/>
                        <a:pt x="306" y="732"/>
                      </a:cubicBezTo>
                      <a:lnTo>
                        <a:pt x="4252" y="1078"/>
                      </a:lnTo>
                      <a:cubicBezTo>
                        <a:pt x="4265" y="1080"/>
                        <a:pt x="4277" y="1080"/>
                        <a:pt x="4290" y="1080"/>
                      </a:cubicBezTo>
                      <a:cubicBezTo>
                        <a:pt x="4471" y="1080"/>
                        <a:pt x="4641" y="930"/>
                        <a:pt x="4658" y="732"/>
                      </a:cubicBezTo>
                      <a:cubicBezTo>
                        <a:pt x="4695" y="524"/>
                        <a:pt x="4561" y="348"/>
                        <a:pt x="4349" y="330"/>
                      </a:cubicBezTo>
                      <a:lnTo>
                        <a:pt x="440" y="2"/>
                      </a:lnTo>
                      <a:cubicBezTo>
                        <a:pt x="430" y="1"/>
                        <a:pt x="421" y="0"/>
                        <a:pt x="411" y="0"/>
                      </a:cubicBezTo>
                      <a:close/>
                    </a:path>
                  </a:pathLst>
                </a:custGeom>
                <a:solidFill>
                  <a:srgbClr val="3E285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00" name="Google Shape;2087;p47">
                  <a:extLst>
                    <a:ext uri="{FF2B5EF4-FFF2-40B4-BE49-F238E27FC236}">
                      <a16:creationId xmlns:a16="http://schemas.microsoft.com/office/drawing/2014/main" id="{F1CD40C3-E623-0F12-1037-7BF692057D38}"/>
                    </a:ext>
                  </a:extLst>
                </p:cNvPr>
                <p:cNvSpPr/>
                <p:nvPr/>
              </p:nvSpPr>
              <p:spPr>
                <a:xfrm>
                  <a:off x="4330890" y="3125744"/>
                  <a:ext cx="1003518" cy="2705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5" h="1298" extrusionOk="0">
                      <a:moveTo>
                        <a:pt x="387" y="1"/>
                      </a:moveTo>
                      <a:cubicBezTo>
                        <a:pt x="212" y="1"/>
                        <a:pt x="76" y="149"/>
                        <a:pt x="42" y="326"/>
                      </a:cubicBezTo>
                      <a:cubicBezTo>
                        <a:pt x="0" y="539"/>
                        <a:pt x="116" y="714"/>
                        <a:pt x="291" y="751"/>
                      </a:cubicBezTo>
                      <a:lnTo>
                        <a:pt x="4390" y="1292"/>
                      </a:lnTo>
                      <a:cubicBezTo>
                        <a:pt x="4407" y="1296"/>
                        <a:pt x="4425" y="1298"/>
                        <a:pt x="4443" y="1298"/>
                      </a:cubicBezTo>
                      <a:cubicBezTo>
                        <a:pt x="4598" y="1298"/>
                        <a:pt x="4740" y="1155"/>
                        <a:pt x="4778" y="964"/>
                      </a:cubicBezTo>
                      <a:cubicBezTo>
                        <a:pt x="4815" y="751"/>
                        <a:pt x="4681" y="557"/>
                        <a:pt x="4487" y="539"/>
                      </a:cubicBezTo>
                      <a:lnTo>
                        <a:pt x="425" y="3"/>
                      </a:lnTo>
                      <a:cubicBezTo>
                        <a:pt x="412" y="1"/>
                        <a:pt x="400" y="1"/>
                        <a:pt x="38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01" name="Google Shape;2088;p47">
                  <a:extLst>
                    <a:ext uri="{FF2B5EF4-FFF2-40B4-BE49-F238E27FC236}">
                      <a16:creationId xmlns:a16="http://schemas.microsoft.com/office/drawing/2014/main" id="{A548D892-A245-675B-309A-08BE148816ED}"/>
                    </a:ext>
                  </a:extLst>
                </p:cNvPr>
                <p:cNvSpPr/>
                <p:nvPr/>
              </p:nvSpPr>
              <p:spPr>
                <a:xfrm>
                  <a:off x="4330879" y="3117199"/>
                  <a:ext cx="1018941" cy="2867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9" h="1376" extrusionOk="0">
                      <a:moveTo>
                        <a:pt x="412" y="97"/>
                      </a:moveTo>
                      <a:cubicBezTo>
                        <a:pt x="422" y="97"/>
                        <a:pt x="433" y="98"/>
                        <a:pt x="444" y="99"/>
                      </a:cubicBezTo>
                      <a:lnTo>
                        <a:pt x="4524" y="621"/>
                      </a:lnTo>
                      <a:cubicBezTo>
                        <a:pt x="4699" y="640"/>
                        <a:pt x="4796" y="811"/>
                        <a:pt x="4773" y="1005"/>
                      </a:cubicBezTo>
                      <a:cubicBezTo>
                        <a:pt x="4756" y="1163"/>
                        <a:pt x="4624" y="1294"/>
                        <a:pt x="4465" y="1294"/>
                      </a:cubicBezTo>
                      <a:cubicBezTo>
                        <a:pt x="4452" y="1294"/>
                        <a:pt x="4440" y="1293"/>
                        <a:pt x="4427" y="1291"/>
                      </a:cubicBezTo>
                      <a:lnTo>
                        <a:pt x="328" y="737"/>
                      </a:lnTo>
                      <a:cubicBezTo>
                        <a:pt x="176" y="714"/>
                        <a:pt x="79" y="561"/>
                        <a:pt x="116" y="390"/>
                      </a:cubicBezTo>
                      <a:cubicBezTo>
                        <a:pt x="133" y="210"/>
                        <a:pt x="270" y="97"/>
                        <a:pt x="412" y="97"/>
                      </a:cubicBezTo>
                      <a:close/>
                      <a:moveTo>
                        <a:pt x="430" y="1"/>
                      </a:moveTo>
                      <a:cubicBezTo>
                        <a:pt x="248" y="1"/>
                        <a:pt x="76" y="149"/>
                        <a:pt x="37" y="367"/>
                      </a:cubicBezTo>
                      <a:cubicBezTo>
                        <a:pt x="0" y="598"/>
                        <a:pt x="116" y="792"/>
                        <a:pt x="310" y="829"/>
                      </a:cubicBezTo>
                      <a:lnTo>
                        <a:pt x="4408" y="1370"/>
                      </a:lnTo>
                      <a:cubicBezTo>
                        <a:pt x="4428" y="1373"/>
                        <a:pt x="4447" y="1375"/>
                        <a:pt x="4466" y="1375"/>
                      </a:cubicBezTo>
                      <a:cubicBezTo>
                        <a:pt x="4655" y="1375"/>
                        <a:pt x="4818" y="1215"/>
                        <a:pt x="4852" y="1005"/>
                      </a:cubicBezTo>
                      <a:cubicBezTo>
                        <a:pt x="4889" y="774"/>
                        <a:pt x="4736" y="561"/>
                        <a:pt x="4542" y="543"/>
                      </a:cubicBezTo>
                      <a:lnTo>
                        <a:pt x="462" y="2"/>
                      </a:lnTo>
                      <a:cubicBezTo>
                        <a:pt x="452" y="1"/>
                        <a:pt x="441" y="1"/>
                        <a:pt x="430" y="1"/>
                      </a:cubicBezTo>
                      <a:close/>
                    </a:path>
                  </a:pathLst>
                </a:custGeom>
                <a:solidFill>
                  <a:srgbClr val="3E285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02" name="Google Shape;2089;p47">
                  <a:extLst>
                    <a:ext uri="{FF2B5EF4-FFF2-40B4-BE49-F238E27FC236}">
                      <a16:creationId xmlns:a16="http://schemas.microsoft.com/office/drawing/2014/main" id="{D05E898F-F3AC-07F8-CBA5-6CA2E1088D14}"/>
                    </a:ext>
                  </a:extLst>
                </p:cNvPr>
                <p:cNvSpPr/>
                <p:nvPr/>
              </p:nvSpPr>
              <p:spPr>
                <a:xfrm>
                  <a:off x="4728546" y="919043"/>
                  <a:ext cx="1552483" cy="213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49" h="1022" extrusionOk="0">
                      <a:moveTo>
                        <a:pt x="365" y="1"/>
                      </a:moveTo>
                      <a:cubicBezTo>
                        <a:pt x="213" y="1"/>
                        <a:pt x="56" y="135"/>
                        <a:pt x="19" y="310"/>
                      </a:cubicBezTo>
                      <a:cubicBezTo>
                        <a:pt x="0" y="481"/>
                        <a:pt x="97" y="615"/>
                        <a:pt x="268" y="634"/>
                      </a:cubicBezTo>
                      <a:lnTo>
                        <a:pt x="7065" y="1022"/>
                      </a:lnTo>
                      <a:cubicBezTo>
                        <a:pt x="7241" y="1022"/>
                        <a:pt x="7412" y="888"/>
                        <a:pt x="7430" y="712"/>
                      </a:cubicBezTo>
                      <a:cubicBezTo>
                        <a:pt x="7449" y="518"/>
                        <a:pt x="7315" y="366"/>
                        <a:pt x="7144" y="366"/>
                      </a:cubicBezTo>
                      <a:lnTo>
                        <a:pt x="365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03" name="Google Shape;2090;p47">
                  <a:extLst>
                    <a:ext uri="{FF2B5EF4-FFF2-40B4-BE49-F238E27FC236}">
                      <a16:creationId xmlns:a16="http://schemas.microsoft.com/office/drawing/2014/main" id="{98406654-05EB-5227-0503-7FEBC9041C05}"/>
                    </a:ext>
                  </a:extLst>
                </p:cNvPr>
                <p:cNvSpPr/>
                <p:nvPr/>
              </p:nvSpPr>
              <p:spPr>
                <a:xfrm>
                  <a:off x="4728535" y="914875"/>
                  <a:ext cx="1568948" cy="2248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28" h="1079" extrusionOk="0">
                      <a:moveTo>
                        <a:pt x="402" y="58"/>
                      </a:moveTo>
                      <a:lnTo>
                        <a:pt x="7181" y="423"/>
                      </a:lnTo>
                      <a:cubicBezTo>
                        <a:pt x="7333" y="423"/>
                        <a:pt x="7449" y="561"/>
                        <a:pt x="7430" y="732"/>
                      </a:cubicBezTo>
                      <a:cubicBezTo>
                        <a:pt x="7412" y="885"/>
                        <a:pt x="7255" y="1000"/>
                        <a:pt x="7102" y="1000"/>
                      </a:cubicBezTo>
                      <a:lnTo>
                        <a:pt x="305" y="617"/>
                      </a:lnTo>
                      <a:cubicBezTo>
                        <a:pt x="153" y="598"/>
                        <a:pt x="74" y="483"/>
                        <a:pt x="93" y="330"/>
                      </a:cubicBezTo>
                      <a:cubicBezTo>
                        <a:pt x="116" y="173"/>
                        <a:pt x="250" y="58"/>
                        <a:pt x="402" y="58"/>
                      </a:cubicBezTo>
                      <a:close/>
                      <a:moveTo>
                        <a:pt x="390" y="1"/>
                      </a:moveTo>
                      <a:cubicBezTo>
                        <a:pt x="213" y="1"/>
                        <a:pt x="55" y="147"/>
                        <a:pt x="37" y="330"/>
                      </a:cubicBezTo>
                      <a:cubicBezTo>
                        <a:pt x="0" y="501"/>
                        <a:pt x="116" y="677"/>
                        <a:pt x="287" y="677"/>
                      </a:cubicBezTo>
                      <a:lnTo>
                        <a:pt x="7102" y="1079"/>
                      </a:lnTo>
                      <a:cubicBezTo>
                        <a:pt x="7296" y="1079"/>
                        <a:pt x="7467" y="926"/>
                        <a:pt x="7509" y="732"/>
                      </a:cubicBezTo>
                      <a:cubicBezTo>
                        <a:pt x="7527" y="520"/>
                        <a:pt x="7370" y="349"/>
                        <a:pt x="7181" y="349"/>
                      </a:cubicBezTo>
                      <a:lnTo>
                        <a:pt x="421" y="2"/>
                      </a:lnTo>
                      <a:cubicBezTo>
                        <a:pt x="410" y="1"/>
                        <a:pt x="400" y="1"/>
                        <a:pt x="390" y="1"/>
                      </a:cubicBezTo>
                      <a:close/>
                    </a:path>
                  </a:pathLst>
                </a:custGeom>
                <a:solidFill>
                  <a:srgbClr val="3E285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04" name="Google Shape;2091;p47">
                  <a:extLst>
                    <a:ext uri="{FF2B5EF4-FFF2-40B4-BE49-F238E27FC236}">
                      <a16:creationId xmlns:a16="http://schemas.microsoft.com/office/drawing/2014/main" id="{0A9F5DFA-9547-628D-FFD5-0F9EECB59DAA}"/>
                    </a:ext>
                  </a:extLst>
                </p:cNvPr>
                <p:cNvSpPr/>
                <p:nvPr/>
              </p:nvSpPr>
              <p:spPr>
                <a:xfrm>
                  <a:off x="4511795" y="2109928"/>
                  <a:ext cx="971005" cy="2261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59" h="1085" extrusionOk="0">
                      <a:moveTo>
                        <a:pt x="375" y="1"/>
                      </a:moveTo>
                      <a:cubicBezTo>
                        <a:pt x="216" y="1"/>
                        <a:pt x="77" y="150"/>
                        <a:pt x="38" y="312"/>
                      </a:cubicBezTo>
                      <a:cubicBezTo>
                        <a:pt x="1" y="506"/>
                        <a:pt x="116" y="677"/>
                        <a:pt x="287" y="695"/>
                      </a:cubicBezTo>
                      <a:lnTo>
                        <a:pt x="4256" y="1083"/>
                      </a:lnTo>
                      <a:cubicBezTo>
                        <a:pt x="4266" y="1084"/>
                        <a:pt x="4275" y="1085"/>
                        <a:pt x="4285" y="1085"/>
                      </a:cubicBezTo>
                      <a:cubicBezTo>
                        <a:pt x="4446" y="1085"/>
                        <a:pt x="4604" y="939"/>
                        <a:pt x="4621" y="755"/>
                      </a:cubicBezTo>
                      <a:cubicBezTo>
                        <a:pt x="4658" y="561"/>
                        <a:pt x="4543" y="390"/>
                        <a:pt x="4353" y="372"/>
                      </a:cubicBezTo>
                      <a:lnTo>
                        <a:pt x="403" y="2"/>
                      </a:lnTo>
                      <a:cubicBezTo>
                        <a:pt x="394" y="1"/>
                        <a:pt x="384" y="1"/>
                        <a:pt x="37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05" name="Google Shape;2092;p47">
                  <a:extLst>
                    <a:ext uri="{FF2B5EF4-FFF2-40B4-BE49-F238E27FC236}">
                      <a16:creationId xmlns:a16="http://schemas.microsoft.com/office/drawing/2014/main" id="{E9AC5BFD-5CCB-B7C5-C1AF-84C8ACD4E8A8}"/>
                    </a:ext>
                  </a:extLst>
                </p:cNvPr>
                <p:cNvSpPr/>
                <p:nvPr/>
              </p:nvSpPr>
              <p:spPr>
                <a:xfrm>
                  <a:off x="4511783" y="2102216"/>
                  <a:ext cx="987262" cy="2415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37" h="1159" extrusionOk="0">
                      <a:moveTo>
                        <a:pt x="411" y="79"/>
                      </a:moveTo>
                      <a:cubicBezTo>
                        <a:pt x="421" y="79"/>
                        <a:pt x="430" y="80"/>
                        <a:pt x="440" y="81"/>
                      </a:cubicBezTo>
                      <a:lnTo>
                        <a:pt x="4390" y="446"/>
                      </a:lnTo>
                      <a:cubicBezTo>
                        <a:pt x="4543" y="464"/>
                        <a:pt x="4658" y="617"/>
                        <a:pt x="4640" y="792"/>
                      </a:cubicBezTo>
                      <a:cubicBezTo>
                        <a:pt x="4601" y="951"/>
                        <a:pt x="4484" y="1081"/>
                        <a:pt x="4330" y="1081"/>
                      </a:cubicBezTo>
                      <a:cubicBezTo>
                        <a:pt x="4318" y="1081"/>
                        <a:pt x="4306" y="1081"/>
                        <a:pt x="4293" y="1079"/>
                      </a:cubicBezTo>
                      <a:lnTo>
                        <a:pt x="324" y="695"/>
                      </a:lnTo>
                      <a:cubicBezTo>
                        <a:pt x="172" y="677"/>
                        <a:pt x="75" y="524"/>
                        <a:pt x="116" y="349"/>
                      </a:cubicBezTo>
                      <a:cubicBezTo>
                        <a:pt x="134" y="206"/>
                        <a:pt x="269" y="79"/>
                        <a:pt x="411" y="79"/>
                      </a:cubicBezTo>
                      <a:close/>
                      <a:moveTo>
                        <a:pt x="411" y="1"/>
                      </a:moveTo>
                      <a:cubicBezTo>
                        <a:pt x="248" y="1"/>
                        <a:pt x="73" y="148"/>
                        <a:pt x="38" y="349"/>
                      </a:cubicBezTo>
                      <a:cubicBezTo>
                        <a:pt x="1" y="561"/>
                        <a:pt x="135" y="755"/>
                        <a:pt x="324" y="774"/>
                      </a:cubicBezTo>
                      <a:lnTo>
                        <a:pt x="4293" y="1157"/>
                      </a:lnTo>
                      <a:cubicBezTo>
                        <a:pt x="4304" y="1158"/>
                        <a:pt x="4314" y="1159"/>
                        <a:pt x="4325" y="1159"/>
                      </a:cubicBezTo>
                      <a:cubicBezTo>
                        <a:pt x="4504" y="1159"/>
                        <a:pt x="4678" y="1011"/>
                        <a:pt x="4695" y="792"/>
                      </a:cubicBezTo>
                      <a:cubicBezTo>
                        <a:pt x="4737" y="580"/>
                        <a:pt x="4598" y="386"/>
                        <a:pt x="4409" y="367"/>
                      </a:cubicBezTo>
                      <a:lnTo>
                        <a:pt x="440" y="2"/>
                      </a:lnTo>
                      <a:cubicBezTo>
                        <a:pt x="430" y="1"/>
                        <a:pt x="421" y="1"/>
                        <a:pt x="411" y="1"/>
                      </a:cubicBezTo>
                      <a:close/>
                    </a:path>
                  </a:pathLst>
                </a:custGeom>
                <a:solidFill>
                  <a:srgbClr val="3E285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06" name="Google Shape;2093;p47">
                  <a:extLst>
                    <a:ext uri="{FF2B5EF4-FFF2-40B4-BE49-F238E27FC236}">
                      <a16:creationId xmlns:a16="http://schemas.microsoft.com/office/drawing/2014/main" id="{D350F557-2611-716B-3881-BB446795C469}"/>
                    </a:ext>
                  </a:extLst>
                </p:cNvPr>
                <p:cNvSpPr/>
                <p:nvPr/>
              </p:nvSpPr>
              <p:spPr>
                <a:xfrm>
                  <a:off x="4278787" y="3422527"/>
                  <a:ext cx="1011438" cy="2819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3" h="1353" extrusionOk="0">
                      <a:moveTo>
                        <a:pt x="390" y="0"/>
                      </a:moveTo>
                      <a:cubicBezTo>
                        <a:pt x="213" y="0"/>
                        <a:pt x="77" y="131"/>
                        <a:pt x="42" y="330"/>
                      </a:cubicBezTo>
                      <a:cubicBezTo>
                        <a:pt x="1" y="543"/>
                        <a:pt x="116" y="732"/>
                        <a:pt x="292" y="751"/>
                      </a:cubicBezTo>
                      <a:lnTo>
                        <a:pt x="4432" y="1351"/>
                      </a:lnTo>
                      <a:cubicBezTo>
                        <a:pt x="4442" y="1352"/>
                        <a:pt x="4453" y="1353"/>
                        <a:pt x="4463" y="1353"/>
                      </a:cubicBezTo>
                      <a:cubicBezTo>
                        <a:pt x="4626" y="1353"/>
                        <a:pt x="4798" y="1222"/>
                        <a:pt x="4815" y="1005"/>
                      </a:cubicBezTo>
                      <a:cubicBezTo>
                        <a:pt x="4852" y="792"/>
                        <a:pt x="4718" y="598"/>
                        <a:pt x="4547" y="580"/>
                      </a:cubicBezTo>
                      <a:lnTo>
                        <a:pt x="426" y="2"/>
                      </a:lnTo>
                      <a:cubicBezTo>
                        <a:pt x="414" y="1"/>
                        <a:pt x="402" y="0"/>
                        <a:pt x="39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07" name="Google Shape;2094;p47">
                  <a:extLst>
                    <a:ext uri="{FF2B5EF4-FFF2-40B4-BE49-F238E27FC236}">
                      <a16:creationId xmlns:a16="http://schemas.microsoft.com/office/drawing/2014/main" id="{29CF2FA9-0167-4A34-4500-B8CA761D13A0}"/>
                    </a:ext>
                  </a:extLst>
                </p:cNvPr>
                <p:cNvSpPr/>
                <p:nvPr/>
              </p:nvSpPr>
              <p:spPr>
                <a:xfrm>
                  <a:off x="4278775" y="3413774"/>
                  <a:ext cx="1027694" cy="2992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31" h="1436" extrusionOk="0">
                      <a:moveTo>
                        <a:pt x="415" y="79"/>
                      </a:moveTo>
                      <a:cubicBezTo>
                        <a:pt x="425" y="79"/>
                        <a:pt x="434" y="80"/>
                        <a:pt x="444" y="81"/>
                      </a:cubicBezTo>
                      <a:lnTo>
                        <a:pt x="4561" y="659"/>
                      </a:lnTo>
                      <a:cubicBezTo>
                        <a:pt x="4737" y="677"/>
                        <a:pt x="4852" y="853"/>
                        <a:pt x="4815" y="1047"/>
                      </a:cubicBezTo>
                      <a:cubicBezTo>
                        <a:pt x="4794" y="1224"/>
                        <a:pt x="4658" y="1353"/>
                        <a:pt x="4500" y="1353"/>
                      </a:cubicBezTo>
                      <a:cubicBezTo>
                        <a:pt x="4490" y="1353"/>
                        <a:pt x="4479" y="1353"/>
                        <a:pt x="4469" y="1352"/>
                      </a:cubicBezTo>
                      <a:lnTo>
                        <a:pt x="329" y="756"/>
                      </a:lnTo>
                      <a:cubicBezTo>
                        <a:pt x="172" y="719"/>
                        <a:pt x="79" y="562"/>
                        <a:pt x="116" y="372"/>
                      </a:cubicBezTo>
                      <a:cubicBezTo>
                        <a:pt x="133" y="207"/>
                        <a:pt x="269" y="79"/>
                        <a:pt x="415" y="79"/>
                      </a:cubicBezTo>
                      <a:close/>
                      <a:moveTo>
                        <a:pt x="405" y="1"/>
                      </a:moveTo>
                      <a:cubicBezTo>
                        <a:pt x="232" y="1"/>
                        <a:pt x="75" y="164"/>
                        <a:pt x="38" y="372"/>
                      </a:cubicBezTo>
                      <a:cubicBezTo>
                        <a:pt x="1" y="603"/>
                        <a:pt x="116" y="816"/>
                        <a:pt x="310" y="834"/>
                      </a:cubicBezTo>
                      <a:lnTo>
                        <a:pt x="4446" y="1430"/>
                      </a:lnTo>
                      <a:cubicBezTo>
                        <a:pt x="4465" y="1434"/>
                        <a:pt x="4485" y="1435"/>
                        <a:pt x="4504" y="1435"/>
                      </a:cubicBezTo>
                      <a:cubicBezTo>
                        <a:pt x="4693" y="1435"/>
                        <a:pt x="4856" y="1275"/>
                        <a:pt x="4889" y="1065"/>
                      </a:cubicBezTo>
                      <a:cubicBezTo>
                        <a:pt x="4931" y="816"/>
                        <a:pt x="4792" y="603"/>
                        <a:pt x="4584" y="562"/>
                      </a:cubicBezTo>
                      <a:lnTo>
                        <a:pt x="463" y="7"/>
                      </a:lnTo>
                      <a:cubicBezTo>
                        <a:pt x="443" y="3"/>
                        <a:pt x="424" y="1"/>
                        <a:pt x="405" y="1"/>
                      </a:cubicBezTo>
                      <a:close/>
                    </a:path>
                  </a:pathLst>
                </a:custGeom>
                <a:solidFill>
                  <a:srgbClr val="3E285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08" name="Google Shape;2095;p47">
                  <a:extLst>
                    <a:ext uri="{FF2B5EF4-FFF2-40B4-BE49-F238E27FC236}">
                      <a16:creationId xmlns:a16="http://schemas.microsoft.com/office/drawing/2014/main" id="{0637ABDC-96E4-A8E5-D630-93040EBE6B3D}"/>
                    </a:ext>
                  </a:extLst>
                </p:cNvPr>
                <p:cNvSpPr/>
                <p:nvPr/>
              </p:nvSpPr>
              <p:spPr>
                <a:xfrm>
                  <a:off x="4691865" y="1103490"/>
                  <a:ext cx="1565197" cy="2215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10" h="1063" extrusionOk="0">
                      <a:moveTo>
                        <a:pt x="354" y="0"/>
                      </a:moveTo>
                      <a:cubicBezTo>
                        <a:pt x="210" y="0"/>
                        <a:pt x="77" y="131"/>
                        <a:pt x="42" y="289"/>
                      </a:cubicBezTo>
                      <a:cubicBezTo>
                        <a:pt x="1" y="465"/>
                        <a:pt x="116" y="617"/>
                        <a:pt x="292" y="617"/>
                      </a:cubicBezTo>
                      <a:lnTo>
                        <a:pt x="7126" y="1061"/>
                      </a:lnTo>
                      <a:cubicBezTo>
                        <a:pt x="7135" y="1062"/>
                        <a:pt x="7145" y="1062"/>
                        <a:pt x="7155" y="1062"/>
                      </a:cubicBezTo>
                      <a:cubicBezTo>
                        <a:pt x="7320" y="1062"/>
                        <a:pt x="7473" y="917"/>
                        <a:pt x="7491" y="751"/>
                      </a:cubicBezTo>
                      <a:cubicBezTo>
                        <a:pt x="7509" y="557"/>
                        <a:pt x="7375" y="405"/>
                        <a:pt x="7204" y="405"/>
                      </a:cubicBezTo>
                      <a:lnTo>
                        <a:pt x="389" y="3"/>
                      </a:lnTo>
                      <a:cubicBezTo>
                        <a:pt x="377" y="1"/>
                        <a:pt x="366" y="0"/>
                        <a:pt x="35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09" name="Google Shape;2096;p47">
                  <a:extLst>
                    <a:ext uri="{FF2B5EF4-FFF2-40B4-BE49-F238E27FC236}">
                      <a16:creationId xmlns:a16="http://schemas.microsoft.com/office/drawing/2014/main" id="{508510EE-8D6A-E702-E6C7-F9B3083AA7DC}"/>
                    </a:ext>
                  </a:extLst>
                </p:cNvPr>
                <p:cNvSpPr/>
                <p:nvPr/>
              </p:nvSpPr>
              <p:spPr>
                <a:xfrm>
                  <a:off x="4695814" y="1094945"/>
                  <a:ext cx="1577493" cy="2378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69" h="1141" extrusionOk="0">
                      <a:moveTo>
                        <a:pt x="374" y="79"/>
                      </a:moveTo>
                      <a:cubicBezTo>
                        <a:pt x="385" y="79"/>
                        <a:pt x="396" y="79"/>
                        <a:pt x="407" y="81"/>
                      </a:cubicBezTo>
                      <a:lnTo>
                        <a:pt x="7222" y="464"/>
                      </a:lnTo>
                      <a:cubicBezTo>
                        <a:pt x="7375" y="483"/>
                        <a:pt x="7490" y="621"/>
                        <a:pt x="7472" y="792"/>
                      </a:cubicBezTo>
                      <a:cubicBezTo>
                        <a:pt x="7455" y="933"/>
                        <a:pt x="7339" y="1063"/>
                        <a:pt x="7182" y="1063"/>
                      </a:cubicBezTo>
                      <a:cubicBezTo>
                        <a:pt x="7169" y="1063"/>
                        <a:pt x="7157" y="1062"/>
                        <a:pt x="7144" y="1060"/>
                      </a:cubicBezTo>
                      <a:lnTo>
                        <a:pt x="310" y="640"/>
                      </a:lnTo>
                      <a:cubicBezTo>
                        <a:pt x="157" y="621"/>
                        <a:pt x="60" y="483"/>
                        <a:pt x="97" y="330"/>
                      </a:cubicBezTo>
                      <a:cubicBezTo>
                        <a:pt x="115" y="189"/>
                        <a:pt x="231" y="79"/>
                        <a:pt x="374" y="79"/>
                      </a:cubicBezTo>
                      <a:close/>
                      <a:moveTo>
                        <a:pt x="394" y="1"/>
                      </a:moveTo>
                      <a:cubicBezTo>
                        <a:pt x="213" y="1"/>
                        <a:pt x="58" y="147"/>
                        <a:pt x="19" y="330"/>
                      </a:cubicBezTo>
                      <a:cubicBezTo>
                        <a:pt x="0" y="524"/>
                        <a:pt x="116" y="695"/>
                        <a:pt x="291" y="695"/>
                      </a:cubicBezTo>
                      <a:lnTo>
                        <a:pt x="7144" y="1139"/>
                      </a:lnTo>
                      <a:cubicBezTo>
                        <a:pt x="7153" y="1140"/>
                        <a:pt x="7163" y="1140"/>
                        <a:pt x="7173" y="1140"/>
                      </a:cubicBezTo>
                      <a:cubicBezTo>
                        <a:pt x="7356" y="1140"/>
                        <a:pt x="7528" y="977"/>
                        <a:pt x="7550" y="792"/>
                      </a:cubicBezTo>
                      <a:cubicBezTo>
                        <a:pt x="7569" y="580"/>
                        <a:pt x="7435" y="409"/>
                        <a:pt x="7222" y="409"/>
                      </a:cubicBezTo>
                      <a:lnTo>
                        <a:pt x="425" y="2"/>
                      </a:lnTo>
                      <a:cubicBezTo>
                        <a:pt x="415" y="1"/>
                        <a:pt x="404" y="1"/>
                        <a:pt x="394" y="1"/>
                      </a:cubicBezTo>
                      <a:close/>
                    </a:path>
                  </a:pathLst>
                </a:custGeom>
                <a:solidFill>
                  <a:srgbClr val="3E285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10" name="Google Shape;2097;p47">
                  <a:extLst>
                    <a:ext uri="{FF2B5EF4-FFF2-40B4-BE49-F238E27FC236}">
                      <a16:creationId xmlns:a16="http://schemas.microsoft.com/office/drawing/2014/main" id="{75D79DD6-01F0-F619-2CFE-A8D48AA8AC4A}"/>
                    </a:ext>
                  </a:extLst>
                </p:cNvPr>
                <p:cNvSpPr/>
                <p:nvPr/>
              </p:nvSpPr>
              <p:spPr>
                <a:xfrm>
                  <a:off x="4475322" y="2311257"/>
                  <a:ext cx="979550" cy="2330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00" h="1118" extrusionOk="0">
                      <a:moveTo>
                        <a:pt x="378" y="0"/>
                      </a:moveTo>
                      <a:cubicBezTo>
                        <a:pt x="233" y="0"/>
                        <a:pt x="76" y="129"/>
                        <a:pt x="42" y="307"/>
                      </a:cubicBezTo>
                      <a:cubicBezTo>
                        <a:pt x="0" y="501"/>
                        <a:pt x="116" y="677"/>
                        <a:pt x="291" y="695"/>
                      </a:cubicBezTo>
                      <a:lnTo>
                        <a:pt x="4274" y="1115"/>
                      </a:lnTo>
                      <a:cubicBezTo>
                        <a:pt x="4287" y="1117"/>
                        <a:pt x="4300" y="1118"/>
                        <a:pt x="4312" y="1118"/>
                      </a:cubicBezTo>
                      <a:cubicBezTo>
                        <a:pt x="4491" y="1118"/>
                        <a:pt x="4645" y="969"/>
                        <a:pt x="4662" y="792"/>
                      </a:cubicBezTo>
                      <a:cubicBezTo>
                        <a:pt x="4699" y="598"/>
                        <a:pt x="4565" y="422"/>
                        <a:pt x="4390" y="404"/>
                      </a:cubicBezTo>
                      <a:lnTo>
                        <a:pt x="407" y="2"/>
                      </a:lnTo>
                      <a:cubicBezTo>
                        <a:pt x="397" y="1"/>
                        <a:pt x="388" y="0"/>
                        <a:pt x="37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11" name="Google Shape;2098;p47">
                  <a:extLst>
                    <a:ext uri="{FF2B5EF4-FFF2-40B4-BE49-F238E27FC236}">
                      <a16:creationId xmlns:a16="http://schemas.microsoft.com/office/drawing/2014/main" id="{CEAC53C6-8773-1412-F150-D3A4489F1E93}"/>
                    </a:ext>
                  </a:extLst>
                </p:cNvPr>
                <p:cNvSpPr/>
                <p:nvPr/>
              </p:nvSpPr>
              <p:spPr>
                <a:xfrm>
                  <a:off x="4475311" y="2302503"/>
                  <a:ext cx="994973" cy="2503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74" h="1201" extrusionOk="0">
                      <a:moveTo>
                        <a:pt x="415" y="79"/>
                      </a:moveTo>
                      <a:cubicBezTo>
                        <a:pt x="425" y="79"/>
                        <a:pt x="434" y="80"/>
                        <a:pt x="444" y="81"/>
                      </a:cubicBezTo>
                      <a:lnTo>
                        <a:pt x="4427" y="487"/>
                      </a:lnTo>
                      <a:cubicBezTo>
                        <a:pt x="4584" y="506"/>
                        <a:pt x="4681" y="658"/>
                        <a:pt x="4658" y="834"/>
                      </a:cubicBezTo>
                      <a:cubicBezTo>
                        <a:pt x="4640" y="994"/>
                        <a:pt x="4505" y="1122"/>
                        <a:pt x="4363" y="1122"/>
                      </a:cubicBezTo>
                      <a:cubicBezTo>
                        <a:pt x="4353" y="1122"/>
                        <a:pt x="4344" y="1122"/>
                        <a:pt x="4334" y="1121"/>
                      </a:cubicBezTo>
                      <a:lnTo>
                        <a:pt x="328" y="695"/>
                      </a:lnTo>
                      <a:cubicBezTo>
                        <a:pt x="176" y="677"/>
                        <a:pt x="79" y="524"/>
                        <a:pt x="116" y="349"/>
                      </a:cubicBezTo>
                      <a:cubicBezTo>
                        <a:pt x="150" y="206"/>
                        <a:pt x="274" y="79"/>
                        <a:pt x="415" y="79"/>
                      </a:cubicBezTo>
                      <a:close/>
                      <a:moveTo>
                        <a:pt x="431" y="1"/>
                      </a:moveTo>
                      <a:cubicBezTo>
                        <a:pt x="248" y="1"/>
                        <a:pt x="77" y="152"/>
                        <a:pt x="37" y="349"/>
                      </a:cubicBezTo>
                      <a:cubicBezTo>
                        <a:pt x="0" y="561"/>
                        <a:pt x="134" y="755"/>
                        <a:pt x="328" y="774"/>
                      </a:cubicBezTo>
                      <a:lnTo>
                        <a:pt x="4311" y="1199"/>
                      </a:lnTo>
                      <a:cubicBezTo>
                        <a:pt x="4323" y="1200"/>
                        <a:pt x="4334" y="1201"/>
                        <a:pt x="4346" y="1201"/>
                      </a:cubicBezTo>
                      <a:cubicBezTo>
                        <a:pt x="4543" y="1201"/>
                        <a:pt x="4701" y="1052"/>
                        <a:pt x="4736" y="834"/>
                      </a:cubicBezTo>
                      <a:cubicBezTo>
                        <a:pt x="4773" y="621"/>
                        <a:pt x="4621" y="427"/>
                        <a:pt x="4427" y="409"/>
                      </a:cubicBezTo>
                      <a:lnTo>
                        <a:pt x="462" y="2"/>
                      </a:lnTo>
                      <a:cubicBezTo>
                        <a:pt x="452" y="1"/>
                        <a:pt x="441" y="1"/>
                        <a:pt x="431" y="1"/>
                      </a:cubicBezTo>
                      <a:close/>
                    </a:path>
                  </a:pathLst>
                </a:custGeom>
                <a:solidFill>
                  <a:srgbClr val="3E285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12" name="Google Shape;2099;p47">
                  <a:extLst>
                    <a:ext uri="{FF2B5EF4-FFF2-40B4-BE49-F238E27FC236}">
                      <a16:creationId xmlns:a16="http://schemas.microsoft.com/office/drawing/2014/main" id="{F1B52E5C-E76F-0C39-764D-440227B69EE0}"/>
                    </a:ext>
                  </a:extLst>
                </p:cNvPr>
                <p:cNvSpPr/>
                <p:nvPr/>
              </p:nvSpPr>
              <p:spPr>
                <a:xfrm>
                  <a:off x="4239396" y="3642197"/>
                  <a:ext cx="1018941" cy="2913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9" h="1398" extrusionOk="0">
                      <a:moveTo>
                        <a:pt x="369" y="1"/>
                      </a:moveTo>
                      <a:cubicBezTo>
                        <a:pt x="216" y="1"/>
                        <a:pt x="70" y="143"/>
                        <a:pt x="37" y="334"/>
                      </a:cubicBezTo>
                      <a:cubicBezTo>
                        <a:pt x="0" y="547"/>
                        <a:pt x="116" y="736"/>
                        <a:pt x="287" y="759"/>
                      </a:cubicBezTo>
                      <a:lnTo>
                        <a:pt x="4445" y="1392"/>
                      </a:lnTo>
                      <a:cubicBezTo>
                        <a:pt x="4465" y="1396"/>
                        <a:pt x="4484" y="1398"/>
                        <a:pt x="4503" y="1398"/>
                      </a:cubicBezTo>
                      <a:cubicBezTo>
                        <a:pt x="4672" y="1398"/>
                        <a:pt x="4814" y="1255"/>
                        <a:pt x="4852" y="1064"/>
                      </a:cubicBezTo>
                      <a:cubicBezTo>
                        <a:pt x="4889" y="833"/>
                        <a:pt x="4755" y="644"/>
                        <a:pt x="4561" y="602"/>
                      </a:cubicBezTo>
                      <a:lnTo>
                        <a:pt x="421" y="6"/>
                      </a:lnTo>
                      <a:cubicBezTo>
                        <a:pt x="403" y="2"/>
                        <a:pt x="386" y="1"/>
                        <a:pt x="36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13" name="Google Shape;2100;p47">
                  <a:extLst>
                    <a:ext uri="{FF2B5EF4-FFF2-40B4-BE49-F238E27FC236}">
                      <a16:creationId xmlns:a16="http://schemas.microsoft.com/office/drawing/2014/main" id="{5696CE45-149F-32BA-DE86-3C29C7108822}"/>
                    </a:ext>
                  </a:extLst>
                </p:cNvPr>
                <p:cNvSpPr/>
                <p:nvPr/>
              </p:nvSpPr>
              <p:spPr>
                <a:xfrm>
                  <a:off x="4238343" y="3634485"/>
                  <a:ext cx="1035406" cy="3107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68" h="1491" extrusionOk="0">
                      <a:moveTo>
                        <a:pt x="431" y="78"/>
                      </a:moveTo>
                      <a:cubicBezTo>
                        <a:pt x="441" y="78"/>
                        <a:pt x="452" y="79"/>
                        <a:pt x="463" y="80"/>
                      </a:cubicBezTo>
                      <a:lnTo>
                        <a:pt x="4603" y="699"/>
                      </a:lnTo>
                      <a:cubicBezTo>
                        <a:pt x="4778" y="718"/>
                        <a:pt x="4894" y="889"/>
                        <a:pt x="4852" y="1083"/>
                      </a:cubicBezTo>
                      <a:cubicBezTo>
                        <a:pt x="4835" y="1265"/>
                        <a:pt x="4700" y="1394"/>
                        <a:pt x="4538" y="1394"/>
                      </a:cubicBezTo>
                      <a:cubicBezTo>
                        <a:pt x="4527" y="1394"/>
                        <a:pt x="4516" y="1394"/>
                        <a:pt x="4506" y="1392"/>
                      </a:cubicBezTo>
                      <a:lnTo>
                        <a:pt x="329" y="755"/>
                      </a:lnTo>
                      <a:cubicBezTo>
                        <a:pt x="176" y="736"/>
                        <a:pt x="79" y="565"/>
                        <a:pt x="116" y="371"/>
                      </a:cubicBezTo>
                      <a:cubicBezTo>
                        <a:pt x="133" y="207"/>
                        <a:pt x="273" y="78"/>
                        <a:pt x="431" y="78"/>
                      </a:cubicBezTo>
                      <a:close/>
                      <a:moveTo>
                        <a:pt x="406" y="0"/>
                      </a:moveTo>
                      <a:cubicBezTo>
                        <a:pt x="236" y="0"/>
                        <a:pt x="75" y="163"/>
                        <a:pt x="42" y="371"/>
                      </a:cubicBezTo>
                      <a:cubicBezTo>
                        <a:pt x="1" y="602"/>
                        <a:pt x="116" y="815"/>
                        <a:pt x="329" y="852"/>
                      </a:cubicBezTo>
                      <a:lnTo>
                        <a:pt x="4487" y="1489"/>
                      </a:lnTo>
                      <a:cubicBezTo>
                        <a:pt x="4498" y="1490"/>
                        <a:pt x="4510" y="1491"/>
                        <a:pt x="4521" y="1491"/>
                      </a:cubicBezTo>
                      <a:cubicBezTo>
                        <a:pt x="4720" y="1491"/>
                        <a:pt x="4896" y="1337"/>
                        <a:pt x="4931" y="1101"/>
                      </a:cubicBezTo>
                      <a:cubicBezTo>
                        <a:pt x="4968" y="852"/>
                        <a:pt x="4815" y="639"/>
                        <a:pt x="4621" y="602"/>
                      </a:cubicBezTo>
                      <a:lnTo>
                        <a:pt x="463" y="6"/>
                      </a:lnTo>
                      <a:cubicBezTo>
                        <a:pt x="444" y="2"/>
                        <a:pt x="425" y="0"/>
                        <a:pt x="406" y="0"/>
                      </a:cubicBezTo>
                      <a:close/>
                    </a:path>
                  </a:pathLst>
                </a:custGeom>
                <a:solidFill>
                  <a:srgbClr val="3E285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14" name="Google Shape;2101;p47">
                  <a:extLst>
                    <a:ext uri="{FF2B5EF4-FFF2-40B4-BE49-F238E27FC236}">
                      <a16:creationId xmlns:a16="http://schemas.microsoft.com/office/drawing/2014/main" id="{4855E23D-37EF-256A-9217-4CBD9F6507B8}"/>
                    </a:ext>
                  </a:extLst>
                </p:cNvPr>
                <p:cNvSpPr/>
                <p:nvPr/>
              </p:nvSpPr>
              <p:spPr>
                <a:xfrm>
                  <a:off x="5498848" y="1709354"/>
                  <a:ext cx="714863" cy="9157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0" h="4394" extrusionOk="0">
                      <a:moveTo>
                        <a:pt x="833" y="0"/>
                      </a:moveTo>
                      <a:cubicBezTo>
                        <a:pt x="673" y="0"/>
                        <a:pt x="517" y="129"/>
                        <a:pt x="500" y="307"/>
                      </a:cubicBezTo>
                      <a:lnTo>
                        <a:pt x="19" y="3754"/>
                      </a:lnTo>
                      <a:cubicBezTo>
                        <a:pt x="1" y="3948"/>
                        <a:pt x="116" y="4119"/>
                        <a:pt x="310" y="4142"/>
                      </a:cubicBezTo>
                      <a:lnTo>
                        <a:pt x="2598" y="4392"/>
                      </a:lnTo>
                      <a:cubicBezTo>
                        <a:pt x="2608" y="4393"/>
                        <a:pt x="2619" y="4393"/>
                        <a:pt x="2629" y="4393"/>
                      </a:cubicBezTo>
                      <a:cubicBezTo>
                        <a:pt x="2811" y="4393"/>
                        <a:pt x="2968" y="4246"/>
                        <a:pt x="2986" y="4045"/>
                      </a:cubicBezTo>
                      <a:lnTo>
                        <a:pt x="3388" y="538"/>
                      </a:lnTo>
                      <a:cubicBezTo>
                        <a:pt x="3429" y="349"/>
                        <a:pt x="3291" y="192"/>
                        <a:pt x="3101" y="173"/>
                      </a:cubicBezTo>
                      <a:lnTo>
                        <a:pt x="865" y="2"/>
                      </a:lnTo>
                      <a:cubicBezTo>
                        <a:pt x="854" y="1"/>
                        <a:pt x="844" y="0"/>
                        <a:pt x="833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15" name="Google Shape;2102;p47">
                  <a:extLst>
                    <a:ext uri="{FF2B5EF4-FFF2-40B4-BE49-F238E27FC236}">
                      <a16:creationId xmlns:a16="http://schemas.microsoft.com/office/drawing/2014/main" id="{7441C2F2-592E-99EC-ADBD-EB5846972E13}"/>
                    </a:ext>
                  </a:extLst>
                </p:cNvPr>
                <p:cNvSpPr/>
                <p:nvPr/>
              </p:nvSpPr>
              <p:spPr>
                <a:xfrm>
                  <a:off x="5498836" y="1700600"/>
                  <a:ext cx="730286" cy="9320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04" h="4472" extrusionOk="0">
                      <a:moveTo>
                        <a:pt x="873" y="79"/>
                      </a:moveTo>
                      <a:cubicBezTo>
                        <a:pt x="883" y="79"/>
                        <a:pt x="892" y="80"/>
                        <a:pt x="902" y="81"/>
                      </a:cubicBezTo>
                      <a:lnTo>
                        <a:pt x="3138" y="257"/>
                      </a:lnTo>
                      <a:cubicBezTo>
                        <a:pt x="3291" y="275"/>
                        <a:pt x="3406" y="409"/>
                        <a:pt x="3388" y="580"/>
                      </a:cubicBezTo>
                      <a:lnTo>
                        <a:pt x="2981" y="4087"/>
                      </a:lnTo>
                      <a:cubicBezTo>
                        <a:pt x="2963" y="4276"/>
                        <a:pt x="2810" y="4392"/>
                        <a:pt x="2635" y="4392"/>
                      </a:cubicBezTo>
                      <a:lnTo>
                        <a:pt x="347" y="4143"/>
                      </a:lnTo>
                      <a:cubicBezTo>
                        <a:pt x="172" y="4124"/>
                        <a:pt x="75" y="3972"/>
                        <a:pt x="93" y="3796"/>
                      </a:cubicBezTo>
                      <a:lnTo>
                        <a:pt x="578" y="349"/>
                      </a:lnTo>
                      <a:cubicBezTo>
                        <a:pt x="596" y="206"/>
                        <a:pt x="731" y="79"/>
                        <a:pt x="873" y="79"/>
                      </a:cubicBezTo>
                      <a:close/>
                      <a:moveTo>
                        <a:pt x="872" y="1"/>
                      </a:moveTo>
                      <a:cubicBezTo>
                        <a:pt x="694" y="1"/>
                        <a:pt x="535" y="152"/>
                        <a:pt x="500" y="349"/>
                      </a:cubicBezTo>
                      <a:lnTo>
                        <a:pt x="19" y="3777"/>
                      </a:lnTo>
                      <a:cubicBezTo>
                        <a:pt x="1" y="4009"/>
                        <a:pt x="135" y="4203"/>
                        <a:pt x="324" y="4221"/>
                      </a:cubicBezTo>
                      <a:lnTo>
                        <a:pt x="2635" y="4471"/>
                      </a:lnTo>
                      <a:cubicBezTo>
                        <a:pt x="2645" y="4471"/>
                        <a:pt x="2656" y="4472"/>
                        <a:pt x="2666" y="4472"/>
                      </a:cubicBezTo>
                      <a:cubicBezTo>
                        <a:pt x="2866" y="4472"/>
                        <a:pt x="3042" y="4308"/>
                        <a:pt x="3060" y="4106"/>
                      </a:cubicBezTo>
                      <a:lnTo>
                        <a:pt x="3466" y="580"/>
                      </a:lnTo>
                      <a:cubicBezTo>
                        <a:pt x="3503" y="372"/>
                        <a:pt x="3351" y="197"/>
                        <a:pt x="3138" y="178"/>
                      </a:cubicBezTo>
                      <a:lnTo>
                        <a:pt x="902" y="2"/>
                      </a:lnTo>
                      <a:cubicBezTo>
                        <a:pt x="892" y="1"/>
                        <a:pt x="882" y="1"/>
                        <a:pt x="872" y="1"/>
                      </a:cubicBezTo>
                      <a:close/>
                    </a:path>
                  </a:pathLst>
                </a:custGeom>
                <a:solidFill>
                  <a:srgbClr val="3E285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16" name="Google Shape;2103;p47">
                  <a:extLst>
                    <a:ext uri="{FF2B5EF4-FFF2-40B4-BE49-F238E27FC236}">
                      <a16:creationId xmlns:a16="http://schemas.microsoft.com/office/drawing/2014/main" id="{05C87D33-41F7-01D3-FCC2-7E2C918077A0}"/>
                    </a:ext>
                  </a:extLst>
                </p:cNvPr>
                <p:cNvSpPr/>
                <p:nvPr/>
              </p:nvSpPr>
              <p:spPr>
                <a:xfrm>
                  <a:off x="5330448" y="3142834"/>
                  <a:ext cx="690687" cy="7277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14" h="3492" extrusionOk="0">
                      <a:moveTo>
                        <a:pt x="1682" y="0"/>
                      </a:moveTo>
                      <a:cubicBezTo>
                        <a:pt x="925" y="0"/>
                        <a:pt x="241" y="643"/>
                        <a:pt x="134" y="1515"/>
                      </a:cubicBezTo>
                      <a:cubicBezTo>
                        <a:pt x="0" y="2462"/>
                        <a:pt x="578" y="3345"/>
                        <a:pt x="1423" y="3479"/>
                      </a:cubicBezTo>
                      <a:cubicBezTo>
                        <a:pt x="1487" y="3487"/>
                        <a:pt x="1550" y="3491"/>
                        <a:pt x="1613" y="3491"/>
                      </a:cubicBezTo>
                      <a:cubicBezTo>
                        <a:pt x="2404" y="3491"/>
                        <a:pt x="3091" y="2830"/>
                        <a:pt x="3198" y="1922"/>
                      </a:cubicBezTo>
                      <a:cubicBezTo>
                        <a:pt x="3313" y="979"/>
                        <a:pt x="2713" y="110"/>
                        <a:pt x="1867" y="13"/>
                      </a:cubicBezTo>
                      <a:cubicBezTo>
                        <a:pt x="1805" y="5"/>
                        <a:pt x="1743" y="0"/>
                        <a:pt x="1682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17" name="Google Shape;2104;p47">
                  <a:extLst>
                    <a:ext uri="{FF2B5EF4-FFF2-40B4-BE49-F238E27FC236}">
                      <a16:creationId xmlns:a16="http://schemas.microsoft.com/office/drawing/2014/main" id="{43C5BB72-1A5B-28FC-644A-9EA5989D1CD9}"/>
                    </a:ext>
                  </a:extLst>
                </p:cNvPr>
                <p:cNvSpPr/>
                <p:nvPr/>
              </p:nvSpPr>
              <p:spPr>
                <a:xfrm>
                  <a:off x="5330437" y="3135122"/>
                  <a:ext cx="706110" cy="744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88" h="3574" extrusionOk="0">
                      <a:moveTo>
                        <a:pt x="1737" y="82"/>
                      </a:moveTo>
                      <a:cubicBezTo>
                        <a:pt x="1792" y="82"/>
                        <a:pt x="1848" y="85"/>
                        <a:pt x="1904" y="92"/>
                      </a:cubicBezTo>
                      <a:cubicBezTo>
                        <a:pt x="2713" y="189"/>
                        <a:pt x="3309" y="1035"/>
                        <a:pt x="3193" y="1959"/>
                      </a:cubicBezTo>
                      <a:cubicBezTo>
                        <a:pt x="3087" y="2823"/>
                        <a:pt x="2434" y="3477"/>
                        <a:pt x="1671" y="3477"/>
                      </a:cubicBezTo>
                      <a:cubicBezTo>
                        <a:pt x="1602" y="3477"/>
                        <a:pt x="1531" y="3471"/>
                        <a:pt x="1460" y="3460"/>
                      </a:cubicBezTo>
                      <a:cubicBezTo>
                        <a:pt x="633" y="3345"/>
                        <a:pt x="74" y="2476"/>
                        <a:pt x="208" y="1552"/>
                      </a:cubicBezTo>
                      <a:cubicBezTo>
                        <a:pt x="316" y="691"/>
                        <a:pt x="978" y="82"/>
                        <a:pt x="1737" y="82"/>
                      </a:cubicBezTo>
                      <a:close/>
                      <a:moveTo>
                        <a:pt x="1719" y="1"/>
                      </a:moveTo>
                      <a:cubicBezTo>
                        <a:pt x="946" y="1"/>
                        <a:pt x="258" y="660"/>
                        <a:pt x="134" y="1534"/>
                      </a:cubicBezTo>
                      <a:cubicBezTo>
                        <a:pt x="0" y="2518"/>
                        <a:pt x="578" y="3423"/>
                        <a:pt x="1460" y="3557"/>
                      </a:cubicBezTo>
                      <a:cubicBezTo>
                        <a:pt x="1533" y="3568"/>
                        <a:pt x="1604" y="3574"/>
                        <a:pt x="1675" y="3574"/>
                      </a:cubicBezTo>
                      <a:cubicBezTo>
                        <a:pt x="2475" y="3574"/>
                        <a:pt x="3166" y="2898"/>
                        <a:pt x="3272" y="1977"/>
                      </a:cubicBezTo>
                      <a:cubicBezTo>
                        <a:pt x="3387" y="998"/>
                        <a:pt x="2773" y="110"/>
                        <a:pt x="1904" y="13"/>
                      </a:cubicBezTo>
                      <a:cubicBezTo>
                        <a:pt x="1842" y="5"/>
                        <a:pt x="1780" y="1"/>
                        <a:pt x="1719" y="1"/>
                      </a:cubicBezTo>
                      <a:close/>
                    </a:path>
                  </a:pathLst>
                </a:custGeom>
                <a:solidFill>
                  <a:srgbClr val="3E285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18" name="Google Shape;2105;p47">
                  <a:extLst>
                    <a:ext uri="{FF2B5EF4-FFF2-40B4-BE49-F238E27FC236}">
                      <a16:creationId xmlns:a16="http://schemas.microsoft.com/office/drawing/2014/main" id="{AE77C7CE-CD91-E8C7-9C6F-EC87C67C2BD3}"/>
                    </a:ext>
                  </a:extLst>
                </p:cNvPr>
                <p:cNvSpPr/>
                <p:nvPr/>
              </p:nvSpPr>
              <p:spPr>
                <a:xfrm>
                  <a:off x="5519064" y="3294769"/>
                  <a:ext cx="369103" cy="3930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1" h="1886" extrusionOk="0">
                      <a:moveTo>
                        <a:pt x="250" y="1"/>
                      </a:moveTo>
                      <a:lnTo>
                        <a:pt x="1" y="1886"/>
                      </a:lnTo>
                      <a:lnTo>
                        <a:pt x="1" y="1886"/>
                      </a:lnTo>
                      <a:lnTo>
                        <a:pt x="1771" y="1156"/>
                      </a:lnTo>
                      <a:lnTo>
                        <a:pt x="250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19" name="Google Shape;2106;p47">
                  <a:extLst>
                    <a:ext uri="{FF2B5EF4-FFF2-40B4-BE49-F238E27FC236}">
                      <a16:creationId xmlns:a16="http://schemas.microsoft.com/office/drawing/2014/main" id="{52251724-906C-0799-D90B-212F4AA9BC20}"/>
                    </a:ext>
                  </a:extLst>
                </p:cNvPr>
                <p:cNvSpPr/>
                <p:nvPr/>
              </p:nvSpPr>
              <p:spPr>
                <a:xfrm>
                  <a:off x="5514259" y="3278304"/>
                  <a:ext cx="398073" cy="426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10" h="2044" extrusionOk="0">
                      <a:moveTo>
                        <a:pt x="329" y="153"/>
                      </a:moveTo>
                      <a:lnTo>
                        <a:pt x="1734" y="1212"/>
                      </a:lnTo>
                      <a:lnTo>
                        <a:pt x="98" y="1905"/>
                      </a:lnTo>
                      <a:lnTo>
                        <a:pt x="329" y="153"/>
                      </a:lnTo>
                      <a:close/>
                      <a:moveTo>
                        <a:pt x="273" y="1"/>
                      </a:moveTo>
                      <a:lnTo>
                        <a:pt x="273" y="56"/>
                      </a:lnTo>
                      <a:lnTo>
                        <a:pt x="1" y="2043"/>
                      </a:lnTo>
                      <a:lnTo>
                        <a:pt x="1909" y="1235"/>
                      </a:lnTo>
                      <a:lnTo>
                        <a:pt x="273" y="1"/>
                      </a:lnTo>
                      <a:close/>
                    </a:path>
                  </a:pathLst>
                </a:custGeom>
                <a:solidFill>
                  <a:srgbClr val="3E285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7" name="Google Shape;2107;p47">
                <a:extLst>
                  <a:ext uri="{FF2B5EF4-FFF2-40B4-BE49-F238E27FC236}">
                    <a16:creationId xmlns:a16="http://schemas.microsoft.com/office/drawing/2014/main" id="{63C83DA3-1DF0-3FED-BE37-8725C81EFF97}"/>
                  </a:ext>
                </a:extLst>
              </p:cNvPr>
              <p:cNvGrpSpPr/>
              <p:nvPr/>
            </p:nvGrpSpPr>
            <p:grpSpPr>
              <a:xfrm>
                <a:off x="5117700" y="2356524"/>
                <a:ext cx="2151000" cy="2036851"/>
                <a:chOff x="3496500" y="2571724"/>
                <a:chExt cx="2151000" cy="2036851"/>
              </a:xfrm>
            </p:grpSpPr>
            <p:sp>
              <p:nvSpPr>
                <p:cNvPr id="48" name="Google Shape;2108;p47">
                  <a:extLst>
                    <a:ext uri="{FF2B5EF4-FFF2-40B4-BE49-F238E27FC236}">
                      <a16:creationId xmlns:a16="http://schemas.microsoft.com/office/drawing/2014/main" id="{9733BE82-B875-4225-F71D-3D5DB1BAA658}"/>
                    </a:ext>
                  </a:extLst>
                </p:cNvPr>
                <p:cNvSpPr/>
                <p:nvPr/>
              </p:nvSpPr>
              <p:spPr>
                <a:xfrm>
                  <a:off x="3496500" y="4150775"/>
                  <a:ext cx="2151000" cy="457800"/>
                </a:xfrm>
                <a:prstGeom prst="ellipse">
                  <a:avLst/>
                </a:prstGeom>
                <a:solidFill>
                  <a:srgbClr val="3E285A">
                    <a:alpha val="1384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49" name="Google Shape;2109;p47">
                  <a:extLst>
                    <a:ext uri="{FF2B5EF4-FFF2-40B4-BE49-F238E27FC236}">
                      <a16:creationId xmlns:a16="http://schemas.microsoft.com/office/drawing/2014/main" id="{E1BC155A-5371-CD5D-4467-93D4667D0BD2}"/>
                    </a:ext>
                  </a:extLst>
                </p:cNvPr>
                <p:cNvGrpSpPr/>
                <p:nvPr/>
              </p:nvGrpSpPr>
              <p:grpSpPr>
                <a:xfrm>
                  <a:off x="3793882" y="2571724"/>
                  <a:ext cx="1391302" cy="1923996"/>
                  <a:chOff x="5016125" y="652800"/>
                  <a:chExt cx="2922289" cy="4041160"/>
                </a:xfrm>
              </p:grpSpPr>
              <p:sp>
                <p:nvSpPr>
                  <p:cNvPr id="50" name="Google Shape;2110;p47">
                    <a:extLst>
                      <a:ext uri="{FF2B5EF4-FFF2-40B4-BE49-F238E27FC236}">
                        <a16:creationId xmlns:a16="http://schemas.microsoft.com/office/drawing/2014/main" id="{F06F3F01-D26D-6105-A6FE-8EF5F8D04440}"/>
                      </a:ext>
                    </a:extLst>
                  </p:cNvPr>
                  <p:cNvSpPr/>
                  <p:nvPr/>
                </p:nvSpPr>
                <p:spPr>
                  <a:xfrm>
                    <a:off x="5789289" y="802982"/>
                    <a:ext cx="739857" cy="134044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21" h="8372" extrusionOk="0">
                        <a:moveTo>
                          <a:pt x="2524" y="0"/>
                        </a:moveTo>
                        <a:cubicBezTo>
                          <a:pt x="2117" y="0"/>
                          <a:pt x="1612" y="93"/>
                          <a:pt x="1118" y="431"/>
                        </a:cubicBezTo>
                        <a:cubicBezTo>
                          <a:pt x="0" y="1180"/>
                          <a:pt x="231" y="2395"/>
                          <a:pt x="444" y="2857"/>
                        </a:cubicBezTo>
                        <a:cubicBezTo>
                          <a:pt x="638" y="3301"/>
                          <a:pt x="1215" y="4146"/>
                          <a:pt x="1081" y="4742"/>
                        </a:cubicBezTo>
                        <a:cubicBezTo>
                          <a:pt x="947" y="5338"/>
                          <a:pt x="310" y="5782"/>
                          <a:pt x="485" y="6651"/>
                        </a:cubicBezTo>
                        <a:cubicBezTo>
                          <a:pt x="656" y="7515"/>
                          <a:pt x="1137" y="7898"/>
                          <a:pt x="1696" y="8171"/>
                        </a:cubicBezTo>
                        <a:cubicBezTo>
                          <a:pt x="2037" y="8340"/>
                          <a:pt x="2927" y="8371"/>
                          <a:pt x="3538" y="8371"/>
                        </a:cubicBezTo>
                        <a:cubicBezTo>
                          <a:pt x="3896" y="8371"/>
                          <a:pt x="4159" y="8360"/>
                          <a:pt x="4159" y="8360"/>
                        </a:cubicBezTo>
                        <a:cubicBezTo>
                          <a:pt x="4159" y="8360"/>
                          <a:pt x="4334" y="7496"/>
                          <a:pt x="4487" y="6092"/>
                        </a:cubicBezTo>
                        <a:cubicBezTo>
                          <a:pt x="4621" y="4705"/>
                          <a:pt x="4584" y="2797"/>
                          <a:pt x="4487" y="2086"/>
                        </a:cubicBezTo>
                        <a:cubicBezTo>
                          <a:pt x="4390" y="1393"/>
                          <a:pt x="4182" y="759"/>
                          <a:pt x="4066" y="584"/>
                        </a:cubicBezTo>
                        <a:cubicBezTo>
                          <a:pt x="3951" y="390"/>
                          <a:pt x="3373" y="140"/>
                          <a:pt x="3373" y="140"/>
                        </a:cubicBezTo>
                        <a:cubicBezTo>
                          <a:pt x="3373" y="140"/>
                          <a:pt x="3023" y="0"/>
                          <a:pt x="2524" y="0"/>
                        </a:cubicBezTo>
                        <a:close/>
                      </a:path>
                    </a:pathLst>
                  </a:custGeom>
                  <a:solidFill>
                    <a:srgbClr val="886AAD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" name="Google Shape;2111;p47">
                    <a:extLst>
                      <a:ext uri="{FF2B5EF4-FFF2-40B4-BE49-F238E27FC236}">
                        <a16:creationId xmlns:a16="http://schemas.microsoft.com/office/drawing/2014/main" id="{7EC54DB4-3F4E-4951-5D33-77BF40A83B1B}"/>
                      </a:ext>
                    </a:extLst>
                  </p:cNvPr>
                  <p:cNvSpPr/>
                  <p:nvPr/>
                </p:nvSpPr>
                <p:spPr>
                  <a:xfrm>
                    <a:off x="5817308" y="794496"/>
                    <a:ext cx="718562" cy="135805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88" h="8482" extrusionOk="0">
                        <a:moveTo>
                          <a:pt x="2275" y="109"/>
                        </a:moveTo>
                        <a:cubicBezTo>
                          <a:pt x="2347" y="109"/>
                          <a:pt x="2416" y="113"/>
                          <a:pt x="2482" y="119"/>
                        </a:cubicBezTo>
                        <a:cubicBezTo>
                          <a:pt x="2889" y="138"/>
                          <a:pt x="3175" y="253"/>
                          <a:pt x="3175" y="253"/>
                        </a:cubicBezTo>
                        <a:cubicBezTo>
                          <a:pt x="3175" y="253"/>
                          <a:pt x="3314" y="309"/>
                          <a:pt x="3466" y="387"/>
                        </a:cubicBezTo>
                        <a:cubicBezTo>
                          <a:pt x="3563" y="424"/>
                          <a:pt x="3637" y="484"/>
                          <a:pt x="3697" y="521"/>
                        </a:cubicBezTo>
                        <a:cubicBezTo>
                          <a:pt x="3776" y="581"/>
                          <a:pt x="3831" y="618"/>
                          <a:pt x="3850" y="655"/>
                        </a:cubicBezTo>
                        <a:cubicBezTo>
                          <a:pt x="3891" y="734"/>
                          <a:pt x="3984" y="946"/>
                          <a:pt x="4062" y="1214"/>
                        </a:cubicBezTo>
                        <a:cubicBezTo>
                          <a:pt x="4141" y="1464"/>
                          <a:pt x="4215" y="1792"/>
                          <a:pt x="4275" y="2157"/>
                        </a:cubicBezTo>
                        <a:cubicBezTo>
                          <a:pt x="4372" y="2850"/>
                          <a:pt x="4390" y="4758"/>
                          <a:pt x="4256" y="6145"/>
                        </a:cubicBezTo>
                        <a:cubicBezTo>
                          <a:pt x="4122" y="7512"/>
                          <a:pt x="3947" y="8339"/>
                          <a:pt x="3947" y="8358"/>
                        </a:cubicBezTo>
                        <a:cubicBezTo>
                          <a:pt x="3910" y="8376"/>
                          <a:pt x="3485" y="8376"/>
                          <a:pt x="2967" y="8376"/>
                        </a:cubicBezTo>
                        <a:cubicBezTo>
                          <a:pt x="2676" y="8358"/>
                          <a:pt x="2390" y="8358"/>
                          <a:pt x="2135" y="8321"/>
                        </a:cubicBezTo>
                        <a:cubicBezTo>
                          <a:pt x="1886" y="8279"/>
                          <a:pt x="1655" y="8242"/>
                          <a:pt x="1539" y="8182"/>
                        </a:cubicBezTo>
                        <a:cubicBezTo>
                          <a:pt x="1003" y="7914"/>
                          <a:pt x="518" y="7549"/>
                          <a:pt x="347" y="6704"/>
                        </a:cubicBezTo>
                        <a:cubicBezTo>
                          <a:pt x="269" y="6279"/>
                          <a:pt x="384" y="5969"/>
                          <a:pt x="541" y="5683"/>
                        </a:cubicBezTo>
                        <a:cubicBezTo>
                          <a:pt x="694" y="5391"/>
                          <a:pt x="888" y="5123"/>
                          <a:pt x="962" y="4814"/>
                        </a:cubicBezTo>
                        <a:cubicBezTo>
                          <a:pt x="1022" y="4486"/>
                          <a:pt x="906" y="4121"/>
                          <a:pt x="749" y="3774"/>
                        </a:cubicBezTo>
                        <a:cubicBezTo>
                          <a:pt x="597" y="3428"/>
                          <a:pt x="403" y="3100"/>
                          <a:pt x="310" y="2892"/>
                        </a:cubicBezTo>
                        <a:cubicBezTo>
                          <a:pt x="213" y="2661"/>
                          <a:pt x="116" y="2254"/>
                          <a:pt x="153" y="1811"/>
                        </a:cubicBezTo>
                        <a:cubicBezTo>
                          <a:pt x="213" y="1367"/>
                          <a:pt x="426" y="886"/>
                          <a:pt x="962" y="521"/>
                        </a:cubicBezTo>
                        <a:cubicBezTo>
                          <a:pt x="1418" y="213"/>
                          <a:pt x="1887" y="109"/>
                          <a:pt x="2275" y="109"/>
                        </a:cubicBezTo>
                        <a:close/>
                        <a:moveTo>
                          <a:pt x="2342" y="0"/>
                        </a:moveTo>
                        <a:cubicBezTo>
                          <a:pt x="1924" y="0"/>
                          <a:pt x="1408" y="99"/>
                          <a:pt x="906" y="443"/>
                        </a:cubicBezTo>
                        <a:cubicBezTo>
                          <a:pt x="347" y="831"/>
                          <a:pt x="116" y="1330"/>
                          <a:pt x="56" y="1792"/>
                        </a:cubicBezTo>
                        <a:cubicBezTo>
                          <a:pt x="1" y="2273"/>
                          <a:pt x="116" y="2698"/>
                          <a:pt x="213" y="2929"/>
                        </a:cubicBezTo>
                        <a:cubicBezTo>
                          <a:pt x="329" y="3160"/>
                          <a:pt x="518" y="3488"/>
                          <a:pt x="675" y="3816"/>
                        </a:cubicBezTo>
                        <a:cubicBezTo>
                          <a:pt x="828" y="4162"/>
                          <a:pt x="925" y="4509"/>
                          <a:pt x="865" y="4795"/>
                        </a:cubicBezTo>
                        <a:cubicBezTo>
                          <a:pt x="809" y="5063"/>
                          <a:pt x="615" y="5336"/>
                          <a:pt x="444" y="5622"/>
                        </a:cubicBezTo>
                        <a:cubicBezTo>
                          <a:pt x="287" y="5932"/>
                          <a:pt x="153" y="6260"/>
                          <a:pt x="250" y="6722"/>
                        </a:cubicBezTo>
                        <a:cubicBezTo>
                          <a:pt x="426" y="7586"/>
                          <a:pt x="943" y="7993"/>
                          <a:pt x="1502" y="8261"/>
                        </a:cubicBezTo>
                        <a:cubicBezTo>
                          <a:pt x="1636" y="8339"/>
                          <a:pt x="1867" y="8395"/>
                          <a:pt x="2117" y="8413"/>
                        </a:cubicBezTo>
                        <a:cubicBezTo>
                          <a:pt x="2390" y="8455"/>
                          <a:pt x="2676" y="8473"/>
                          <a:pt x="2967" y="8473"/>
                        </a:cubicBezTo>
                        <a:cubicBezTo>
                          <a:pt x="3146" y="8480"/>
                          <a:pt x="3321" y="8482"/>
                          <a:pt x="3475" y="8482"/>
                        </a:cubicBezTo>
                        <a:cubicBezTo>
                          <a:pt x="3783" y="8482"/>
                          <a:pt x="4007" y="8473"/>
                          <a:pt x="4007" y="8473"/>
                        </a:cubicBezTo>
                        <a:lnTo>
                          <a:pt x="4044" y="8473"/>
                        </a:lnTo>
                        <a:lnTo>
                          <a:pt x="4044" y="8436"/>
                        </a:lnTo>
                        <a:cubicBezTo>
                          <a:pt x="4044" y="8436"/>
                          <a:pt x="4215" y="7549"/>
                          <a:pt x="4353" y="6163"/>
                        </a:cubicBezTo>
                        <a:cubicBezTo>
                          <a:pt x="4487" y="4758"/>
                          <a:pt x="4469" y="2850"/>
                          <a:pt x="4372" y="2139"/>
                        </a:cubicBezTo>
                        <a:cubicBezTo>
                          <a:pt x="4312" y="1774"/>
                          <a:pt x="4238" y="1446"/>
                          <a:pt x="4159" y="1178"/>
                        </a:cubicBezTo>
                        <a:cubicBezTo>
                          <a:pt x="4081" y="905"/>
                          <a:pt x="3984" y="715"/>
                          <a:pt x="3928" y="600"/>
                        </a:cubicBezTo>
                        <a:cubicBezTo>
                          <a:pt x="3891" y="558"/>
                          <a:pt x="3831" y="503"/>
                          <a:pt x="3753" y="443"/>
                        </a:cubicBezTo>
                        <a:cubicBezTo>
                          <a:pt x="3679" y="406"/>
                          <a:pt x="3600" y="350"/>
                          <a:pt x="3522" y="309"/>
                        </a:cubicBezTo>
                        <a:cubicBezTo>
                          <a:pt x="3369" y="212"/>
                          <a:pt x="3217" y="156"/>
                          <a:pt x="3217" y="156"/>
                        </a:cubicBezTo>
                        <a:cubicBezTo>
                          <a:pt x="3217" y="156"/>
                          <a:pt x="2926" y="41"/>
                          <a:pt x="2482" y="4"/>
                        </a:cubicBezTo>
                        <a:cubicBezTo>
                          <a:pt x="2437" y="2"/>
                          <a:pt x="2390" y="0"/>
                          <a:pt x="2342" y="0"/>
                        </a:cubicBezTo>
                        <a:close/>
                      </a:path>
                    </a:pathLst>
                  </a:custGeom>
                  <a:solidFill>
                    <a:srgbClr val="3E285A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" name="Google Shape;2112;p47">
                    <a:extLst>
                      <a:ext uri="{FF2B5EF4-FFF2-40B4-BE49-F238E27FC236}">
                        <a16:creationId xmlns:a16="http://schemas.microsoft.com/office/drawing/2014/main" id="{B3286AB8-8719-4505-1FC6-5615DBD62A44}"/>
                      </a:ext>
                    </a:extLst>
                  </p:cNvPr>
                  <p:cNvSpPr/>
                  <p:nvPr/>
                </p:nvSpPr>
                <p:spPr>
                  <a:xfrm>
                    <a:off x="7117869" y="2323377"/>
                    <a:ext cx="557975" cy="61338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485" h="3831" extrusionOk="0">
                        <a:moveTo>
                          <a:pt x="2122" y="1"/>
                        </a:moveTo>
                        <a:lnTo>
                          <a:pt x="1" y="1313"/>
                        </a:lnTo>
                        <a:cubicBezTo>
                          <a:pt x="1" y="1313"/>
                          <a:pt x="1313" y="3526"/>
                          <a:pt x="1983" y="3757"/>
                        </a:cubicBezTo>
                        <a:cubicBezTo>
                          <a:pt x="2129" y="3806"/>
                          <a:pt x="2274" y="3831"/>
                          <a:pt x="2410" y="3831"/>
                        </a:cubicBezTo>
                        <a:cubicBezTo>
                          <a:pt x="2921" y="3831"/>
                          <a:pt x="3330" y="3488"/>
                          <a:pt x="3392" y="2773"/>
                        </a:cubicBezTo>
                        <a:cubicBezTo>
                          <a:pt x="3485" y="1868"/>
                          <a:pt x="2122" y="1"/>
                          <a:pt x="2122" y="1"/>
                        </a:cubicBezTo>
                        <a:close/>
                      </a:path>
                    </a:pathLst>
                  </a:custGeom>
                  <a:solidFill>
                    <a:srgbClr val="9669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3" name="Google Shape;2113;p47">
                    <a:extLst>
                      <a:ext uri="{FF2B5EF4-FFF2-40B4-BE49-F238E27FC236}">
                        <a16:creationId xmlns:a16="http://schemas.microsoft.com/office/drawing/2014/main" id="{D172AC24-7E82-D444-07B9-C761B238121A}"/>
                      </a:ext>
                    </a:extLst>
                  </p:cNvPr>
                  <p:cNvSpPr/>
                  <p:nvPr/>
                </p:nvSpPr>
                <p:spPr>
                  <a:xfrm>
                    <a:off x="7109063" y="2311689"/>
                    <a:ext cx="566781" cy="6313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40" h="3943" extrusionOk="0">
                        <a:moveTo>
                          <a:pt x="2177" y="153"/>
                        </a:moveTo>
                        <a:cubicBezTo>
                          <a:pt x="2195" y="171"/>
                          <a:pt x="2482" y="596"/>
                          <a:pt x="2810" y="1155"/>
                        </a:cubicBezTo>
                        <a:cubicBezTo>
                          <a:pt x="3138" y="1733"/>
                          <a:pt x="3447" y="2426"/>
                          <a:pt x="3387" y="2846"/>
                        </a:cubicBezTo>
                        <a:cubicBezTo>
                          <a:pt x="3350" y="3271"/>
                          <a:pt x="3175" y="3558"/>
                          <a:pt x="2944" y="3715"/>
                        </a:cubicBezTo>
                        <a:cubicBezTo>
                          <a:pt x="2812" y="3802"/>
                          <a:pt x="2649" y="3845"/>
                          <a:pt x="2474" y="3845"/>
                        </a:cubicBezTo>
                        <a:cubicBezTo>
                          <a:pt x="2341" y="3845"/>
                          <a:pt x="2200" y="3820"/>
                          <a:pt x="2061" y="3770"/>
                        </a:cubicBezTo>
                        <a:cubicBezTo>
                          <a:pt x="1904" y="3733"/>
                          <a:pt x="1715" y="3558"/>
                          <a:pt x="1484" y="3308"/>
                        </a:cubicBezTo>
                        <a:cubicBezTo>
                          <a:pt x="1271" y="3077"/>
                          <a:pt x="1040" y="2791"/>
                          <a:pt x="846" y="2500"/>
                        </a:cubicBezTo>
                        <a:cubicBezTo>
                          <a:pt x="444" y="1922"/>
                          <a:pt x="153" y="1442"/>
                          <a:pt x="134" y="1405"/>
                        </a:cubicBezTo>
                        <a:lnTo>
                          <a:pt x="2177" y="153"/>
                        </a:lnTo>
                        <a:close/>
                        <a:moveTo>
                          <a:pt x="2195" y="0"/>
                        </a:moveTo>
                        <a:lnTo>
                          <a:pt x="0" y="1363"/>
                        </a:lnTo>
                        <a:lnTo>
                          <a:pt x="19" y="1405"/>
                        </a:lnTo>
                        <a:cubicBezTo>
                          <a:pt x="19" y="1405"/>
                          <a:pt x="347" y="1964"/>
                          <a:pt x="749" y="2560"/>
                        </a:cubicBezTo>
                        <a:cubicBezTo>
                          <a:pt x="961" y="2846"/>
                          <a:pt x="1192" y="3137"/>
                          <a:pt x="1405" y="3387"/>
                        </a:cubicBezTo>
                        <a:cubicBezTo>
                          <a:pt x="1636" y="3618"/>
                          <a:pt x="1849" y="3812"/>
                          <a:pt x="2038" y="3867"/>
                        </a:cubicBezTo>
                        <a:cubicBezTo>
                          <a:pt x="2187" y="3917"/>
                          <a:pt x="2337" y="3942"/>
                          <a:pt x="2480" y="3942"/>
                        </a:cubicBezTo>
                        <a:cubicBezTo>
                          <a:pt x="2670" y="3942"/>
                          <a:pt x="2849" y="3899"/>
                          <a:pt x="3004" y="3812"/>
                        </a:cubicBezTo>
                        <a:cubicBezTo>
                          <a:pt x="3272" y="3636"/>
                          <a:pt x="3447" y="3308"/>
                          <a:pt x="3503" y="2846"/>
                        </a:cubicBezTo>
                        <a:cubicBezTo>
                          <a:pt x="3540" y="2366"/>
                          <a:pt x="3216" y="1673"/>
                          <a:pt x="2888" y="1095"/>
                        </a:cubicBezTo>
                        <a:cubicBezTo>
                          <a:pt x="2560" y="518"/>
                          <a:pt x="2214" y="37"/>
                          <a:pt x="2214" y="37"/>
                        </a:cubicBezTo>
                        <a:lnTo>
                          <a:pt x="2195" y="0"/>
                        </a:lnTo>
                        <a:close/>
                      </a:path>
                    </a:pathLst>
                  </a:custGeom>
                  <a:solidFill>
                    <a:srgbClr val="3E285A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4" name="Google Shape;2114;p47">
                    <a:extLst>
                      <a:ext uri="{FF2B5EF4-FFF2-40B4-BE49-F238E27FC236}">
                        <a16:creationId xmlns:a16="http://schemas.microsoft.com/office/drawing/2014/main" id="{C73910F3-6F4E-291C-1FF7-EB8D79F86AA1}"/>
                      </a:ext>
                    </a:extLst>
                  </p:cNvPr>
                  <p:cNvSpPr/>
                  <p:nvPr/>
                </p:nvSpPr>
                <p:spPr>
                  <a:xfrm>
                    <a:off x="5354915" y="2392384"/>
                    <a:ext cx="703032" cy="74883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91" h="4677" extrusionOk="0">
                        <a:moveTo>
                          <a:pt x="2197" y="0"/>
                        </a:moveTo>
                        <a:cubicBezTo>
                          <a:pt x="2099" y="0"/>
                          <a:pt x="2043" y="14"/>
                          <a:pt x="2043" y="14"/>
                        </a:cubicBezTo>
                        <a:cubicBezTo>
                          <a:pt x="2043" y="14"/>
                          <a:pt x="773" y="2227"/>
                          <a:pt x="384" y="2804"/>
                        </a:cubicBezTo>
                        <a:cubicBezTo>
                          <a:pt x="1" y="3382"/>
                          <a:pt x="329" y="4135"/>
                          <a:pt x="865" y="4422"/>
                        </a:cubicBezTo>
                        <a:cubicBezTo>
                          <a:pt x="1146" y="4573"/>
                          <a:pt x="1406" y="4677"/>
                          <a:pt x="1666" y="4677"/>
                        </a:cubicBezTo>
                        <a:cubicBezTo>
                          <a:pt x="1907" y="4677"/>
                          <a:pt x="2149" y="4588"/>
                          <a:pt x="2408" y="4366"/>
                        </a:cubicBezTo>
                        <a:cubicBezTo>
                          <a:pt x="2944" y="3904"/>
                          <a:pt x="4390" y="1418"/>
                          <a:pt x="4390" y="1418"/>
                        </a:cubicBezTo>
                        <a:cubicBezTo>
                          <a:pt x="4390" y="1418"/>
                          <a:pt x="3582" y="554"/>
                          <a:pt x="3004" y="245"/>
                        </a:cubicBezTo>
                        <a:cubicBezTo>
                          <a:pt x="2653" y="38"/>
                          <a:pt x="2364" y="0"/>
                          <a:pt x="2197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5" name="Google Shape;2115;p47">
                    <a:extLst>
                      <a:ext uri="{FF2B5EF4-FFF2-40B4-BE49-F238E27FC236}">
                        <a16:creationId xmlns:a16="http://schemas.microsoft.com/office/drawing/2014/main" id="{D36C9B2C-D886-E584-16F5-55BFE4A930CE}"/>
                      </a:ext>
                    </a:extLst>
                  </p:cNvPr>
                  <p:cNvSpPr/>
                  <p:nvPr/>
                </p:nvSpPr>
                <p:spPr>
                  <a:xfrm>
                    <a:off x="5376369" y="2384538"/>
                    <a:ext cx="690384" cy="7654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12" h="4781" extrusionOk="0">
                        <a:moveTo>
                          <a:pt x="2177" y="100"/>
                        </a:moveTo>
                        <a:cubicBezTo>
                          <a:pt x="2330" y="123"/>
                          <a:pt x="2579" y="178"/>
                          <a:pt x="2852" y="331"/>
                        </a:cubicBezTo>
                        <a:cubicBezTo>
                          <a:pt x="3388" y="622"/>
                          <a:pt x="4141" y="1430"/>
                          <a:pt x="4178" y="1467"/>
                        </a:cubicBezTo>
                        <a:cubicBezTo>
                          <a:pt x="4178" y="1509"/>
                          <a:pt x="3831" y="2086"/>
                          <a:pt x="3429" y="2738"/>
                        </a:cubicBezTo>
                        <a:cubicBezTo>
                          <a:pt x="3198" y="3084"/>
                          <a:pt x="2986" y="3431"/>
                          <a:pt x="2773" y="3741"/>
                        </a:cubicBezTo>
                        <a:cubicBezTo>
                          <a:pt x="2561" y="4027"/>
                          <a:pt x="2371" y="4281"/>
                          <a:pt x="2233" y="4374"/>
                        </a:cubicBezTo>
                        <a:cubicBezTo>
                          <a:pt x="1983" y="4605"/>
                          <a:pt x="1752" y="4683"/>
                          <a:pt x="1503" y="4683"/>
                        </a:cubicBezTo>
                        <a:cubicBezTo>
                          <a:pt x="1272" y="4665"/>
                          <a:pt x="1022" y="4568"/>
                          <a:pt x="754" y="4434"/>
                        </a:cubicBezTo>
                        <a:cubicBezTo>
                          <a:pt x="500" y="4281"/>
                          <a:pt x="292" y="4027"/>
                          <a:pt x="195" y="3759"/>
                        </a:cubicBezTo>
                        <a:cubicBezTo>
                          <a:pt x="98" y="3473"/>
                          <a:pt x="116" y="3144"/>
                          <a:pt x="292" y="2872"/>
                        </a:cubicBezTo>
                        <a:cubicBezTo>
                          <a:pt x="676" y="2294"/>
                          <a:pt x="1928" y="160"/>
                          <a:pt x="1946" y="123"/>
                        </a:cubicBezTo>
                        <a:cubicBezTo>
                          <a:pt x="1946" y="123"/>
                          <a:pt x="2025" y="100"/>
                          <a:pt x="2177" y="100"/>
                        </a:cubicBezTo>
                        <a:close/>
                        <a:moveTo>
                          <a:pt x="2072" y="0"/>
                        </a:moveTo>
                        <a:cubicBezTo>
                          <a:pt x="1957" y="0"/>
                          <a:pt x="1886" y="26"/>
                          <a:pt x="1886" y="26"/>
                        </a:cubicBezTo>
                        <a:lnTo>
                          <a:pt x="1868" y="26"/>
                        </a:lnTo>
                        <a:lnTo>
                          <a:pt x="1868" y="44"/>
                        </a:lnTo>
                        <a:cubicBezTo>
                          <a:pt x="1868" y="44"/>
                          <a:pt x="578" y="2257"/>
                          <a:pt x="213" y="2816"/>
                        </a:cubicBezTo>
                        <a:cubicBezTo>
                          <a:pt x="1" y="3126"/>
                          <a:pt x="1" y="3473"/>
                          <a:pt x="98" y="3777"/>
                        </a:cubicBezTo>
                        <a:cubicBezTo>
                          <a:pt x="213" y="4087"/>
                          <a:pt x="426" y="4355"/>
                          <a:pt x="712" y="4512"/>
                        </a:cubicBezTo>
                        <a:cubicBezTo>
                          <a:pt x="985" y="4665"/>
                          <a:pt x="1235" y="4762"/>
                          <a:pt x="1503" y="4780"/>
                        </a:cubicBezTo>
                        <a:cubicBezTo>
                          <a:pt x="1771" y="4780"/>
                          <a:pt x="2043" y="4702"/>
                          <a:pt x="2311" y="4452"/>
                        </a:cubicBezTo>
                        <a:cubicBezTo>
                          <a:pt x="2445" y="4337"/>
                          <a:pt x="2639" y="4087"/>
                          <a:pt x="2852" y="3796"/>
                        </a:cubicBezTo>
                        <a:cubicBezTo>
                          <a:pt x="3064" y="3491"/>
                          <a:pt x="3295" y="3144"/>
                          <a:pt x="3503" y="2798"/>
                        </a:cubicBezTo>
                        <a:cubicBezTo>
                          <a:pt x="3928" y="2105"/>
                          <a:pt x="4293" y="1486"/>
                          <a:pt x="4293" y="1486"/>
                        </a:cubicBezTo>
                        <a:lnTo>
                          <a:pt x="4312" y="1449"/>
                        </a:lnTo>
                        <a:lnTo>
                          <a:pt x="4293" y="1430"/>
                        </a:lnTo>
                        <a:cubicBezTo>
                          <a:pt x="4293" y="1430"/>
                          <a:pt x="3485" y="562"/>
                          <a:pt x="2907" y="238"/>
                        </a:cubicBezTo>
                        <a:cubicBezTo>
                          <a:pt x="2621" y="81"/>
                          <a:pt x="2371" y="26"/>
                          <a:pt x="2177" y="7"/>
                        </a:cubicBezTo>
                        <a:cubicBezTo>
                          <a:pt x="2139" y="2"/>
                          <a:pt x="2104" y="0"/>
                          <a:pt x="2072" y="0"/>
                        </a:cubicBezTo>
                        <a:close/>
                      </a:path>
                    </a:pathLst>
                  </a:custGeom>
                  <a:solidFill>
                    <a:srgbClr val="3E285A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" name="Google Shape;2116;p47">
                    <a:extLst>
                      <a:ext uri="{FF2B5EF4-FFF2-40B4-BE49-F238E27FC236}">
                        <a16:creationId xmlns:a16="http://schemas.microsoft.com/office/drawing/2014/main" id="{977F8033-550C-C2A1-9A79-8DA79D8F7E56}"/>
                      </a:ext>
                    </a:extLst>
                  </p:cNvPr>
                  <p:cNvSpPr/>
                  <p:nvPr/>
                </p:nvSpPr>
                <p:spPr>
                  <a:xfrm>
                    <a:off x="5604364" y="2029257"/>
                    <a:ext cx="533478" cy="7693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32" h="4805" extrusionOk="0">
                        <a:moveTo>
                          <a:pt x="2666" y="1"/>
                        </a:moveTo>
                        <a:cubicBezTo>
                          <a:pt x="1904" y="1"/>
                          <a:pt x="1334" y="535"/>
                          <a:pt x="947" y="1011"/>
                        </a:cubicBezTo>
                        <a:cubicBezTo>
                          <a:pt x="485" y="1533"/>
                          <a:pt x="0" y="2573"/>
                          <a:pt x="0" y="2573"/>
                        </a:cubicBezTo>
                        <a:lnTo>
                          <a:pt x="3027" y="4804"/>
                        </a:lnTo>
                        <a:cubicBezTo>
                          <a:pt x="3027" y="4804"/>
                          <a:pt x="3258" y="3206"/>
                          <a:pt x="3295" y="1880"/>
                        </a:cubicBezTo>
                        <a:cubicBezTo>
                          <a:pt x="3331" y="549"/>
                          <a:pt x="2985" y="31"/>
                          <a:pt x="2985" y="31"/>
                        </a:cubicBezTo>
                        <a:cubicBezTo>
                          <a:pt x="2875" y="10"/>
                          <a:pt x="2769" y="1"/>
                          <a:pt x="2666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" name="Google Shape;2117;p47">
                    <a:extLst>
                      <a:ext uri="{FF2B5EF4-FFF2-40B4-BE49-F238E27FC236}">
                        <a16:creationId xmlns:a16="http://schemas.microsoft.com/office/drawing/2014/main" id="{212941DC-8AB0-A7D1-9FE3-37FA3D4D20BF}"/>
                      </a:ext>
                    </a:extLst>
                  </p:cNvPr>
                  <p:cNvSpPr/>
                  <p:nvPr/>
                </p:nvSpPr>
                <p:spPr>
                  <a:xfrm>
                    <a:off x="5595397" y="2022052"/>
                    <a:ext cx="549169" cy="792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430" h="4947" extrusionOk="0">
                        <a:moveTo>
                          <a:pt x="2711" y="104"/>
                        </a:moveTo>
                        <a:cubicBezTo>
                          <a:pt x="2810" y="104"/>
                          <a:pt x="2913" y="113"/>
                          <a:pt x="3022" y="132"/>
                        </a:cubicBezTo>
                        <a:cubicBezTo>
                          <a:pt x="3022" y="132"/>
                          <a:pt x="3101" y="229"/>
                          <a:pt x="3175" y="515"/>
                        </a:cubicBezTo>
                        <a:cubicBezTo>
                          <a:pt x="3253" y="806"/>
                          <a:pt x="3332" y="1250"/>
                          <a:pt x="3314" y="1925"/>
                        </a:cubicBezTo>
                        <a:cubicBezTo>
                          <a:pt x="3272" y="3214"/>
                          <a:pt x="3041" y="4674"/>
                          <a:pt x="3022" y="4752"/>
                        </a:cubicBezTo>
                        <a:lnTo>
                          <a:pt x="116" y="2595"/>
                        </a:lnTo>
                        <a:cubicBezTo>
                          <a:pt x="153" y="2539"/>
                          <a:pt x="615" y="1596"/>
                          <a:pt x="1040" y="1074"/>
                        </a:cubicBezTo>
                        <a:cubicBezTo>
                          <a:pt x="1253" y="825"/>
                          <a:pt x="1539" y="538"/>
                          <a:pt x="1867" y="344"/>
                        </a:cubicBezTo>
                        <a:cubicBezTo>
                          <a:pt x="2118" y="196"/>
                          <a:pt x="2390" y="104"/>
                          <a:pt x="2711" y="104"/>
                        </a:cubicBezTo>
                        <a:close/>
                        <a:moveTo>
                          <a:pt x="2718" y="0"/>
                        </a:moveTo>
                        <a:cubicBezTo>
                          <a:pt x="2378" y="0"/>
                          <a:pt x="2074" y="105"/>
                          <a:pt x="1812" y="266"/>
                        </a:cubicBezTo>
                        <a:cubicBezTo>
                          <a:pt x="1465" y="460"/>
                          <a:pt x="1193" y="746"/>
                          <a:pt x="962" y="1019"/>
                        </a:cubicBezTo>
                        <a:cubicBezTo>
                          <a:pt x="500" y="1555"/>
                          <a:pt x="19" y="2595"/>
                          <a:pt x="19" y="2595"/>
                        </a:cubicBezTo>
                        <a:lnTo>
                          <a:pt x="1" y="2636"/>
                        </a:lnTo>
                        <a:lnTo>
                          <a:pt x="3101" y="4946"/>
                        </a:lnTo>
                        <a:lnTo>
                          <a:pt x="3119" y="4868"/>
                        </a:lnTo>
                        <a:cubicBezTo>
                          <a:pt x="3119" y="4868"/>
                          <a:pt x="3369" y="3251"/>
                          <a:pt x="3406" y="1925"/>
                        </a:cubicBezTo>
                        <a:cubicBezTo>
                          <a:pt x="3429" y="1250"/>
                          <a:pt x="3351" y="788"/>
                          <a:pt x="3272" y="478"/>
                        </a:cubicBezTo>
                        <a:cubicBezTo>
                          <a:pt x="3175" y="192"/>
                          <a:pt x="3083" y="53"/>
                          <a:pt x="3083" y="53"/>
                        </a:cubicBezTo>
                        <a:lnTo>
                          <a:pt x="3083" y="35"/>
                        </a:lnTo>
                        <a:lnTo>
                          <a:pt x="3059" y="35"/>
                        </a:lnTo>
                        <a:cubicBezTo>
                          <a:pt x="2942" y="11"/>
                          <a:pt x="2828" y="0"/>
                          <a:pt x="2718" y="0"/>
                        </a:cubicBezTo>
                        <a:close/>
                      </a:path>
                    </a:pathLst>
                  </a:custGeom>
                  <a:solidFill>
                    <a:srgbClr val="3E285A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" name="Google Shape;2118;p47">
                    <a:extLst>
                      <a:ext uri="{FF2B5EF4-FFF2-40B4-BE49-F238E27FC236}">
                        <a16:creationId xmlns:a16="http://schemas.microsoft.com/office/drawing/2014/main" id="{B03FFA01-C739-4A02-DCB0-569F8CAE67D8}"/>
                      </a:ext>
                    </a:extLst>
                  </p:cNvPr>
                  <p:cNvSpPr/>
                  <p:nvPr/>
                </p:nvSpPr>
                <p:spPr>
                  <a:xfrm>
                    <a:off x="6840561" y="2018529"/>
                    <a:ext cx="672612" cy="78005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01" h="4872" extrusionOk="0">
                        <a:moveTo>
                          <a:pt x="1222" y="0"/>
                        </a:moveTo>
                        <a:cubicBezTo>
                          <a:pt x="946" y="0"/>
                          <a:pt x="662" y="40"/>
                          <a:pt x="347" y="98"/>
                        </a:cubicBezTo>
                        <a:cubicBezTo>
                          <a:pt x="347" y="98"/>
                          <a:pt x="0" y="616"/>
                          <a:pt x="42" y="1947"/>
                        </a:cubicBezTo>
                        <a:cubicBezTo>
                          <a:pt x="79" y="3273"/>
                          <a:pt x="328" y="4871"/>
                          <a:pt x="328" y="4871"/>
                        </a:cubicBezTo>
                        <a:lnTo>
                          <a:pt x="4200" y="2233"/>
                        </a:lnTo>
                        <a:cubicBezTo>
                          <a:pt x="4200" y="2233"/>
                          <a:pt x="3794" y="1138"/>
                          <a:pt x="2985" y="616"/>
                        </a:cubicBezTo>
                        <a:cubicBezTo>
                          <a:pt x="2293" y="155"/>
                          <a:pt x="1772" y="0"/>
                          <a:pt x="1222" y="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9" name="Google Shape;2119;p47">
                    <a:extLst>
                      <a:ext uri="{FF2B5EF4-FFF2-40B4-BE49-F238E27FC236}">
                        <a16:creationId xmlns:a16="http://schemas.microsoft.com/office/drawing/2014/main" id="{477FADFE-6F60-444C-7E24-18E55D8E3A1C}"/>
                      </a:ext>
                    </a:extLst>
                  </p:cNvPr>
                  <p:cNvSpPr/>
                  <p:nvPr/>
                </p:nvSpPr>
                <p:spPr>
                  <a:xfrm>
                    <a:off x="6837519" y="2011004"/>
                    <a:ext cx="684460" cy="8031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75" h="5016" extrusionOk="0">
                        <a:moveTo>
                          <a:pt x="1268" y="96"/>
                        </a:moveTo>
                        <a:cubicBezTo>
                          <a:pt x="1393" y="96"/>
                          <a:pt x="1514" y="105"/>
                          <a:pt x="1636" y="122"/>
                        </a:cubicBezTo>
                        <a:cubicBezTo>
                          <a:pt x="2043" y="201"/>
                          <a:pt x="2463" y="353"/>
                          <a:pt x="2985" y="700"/>
                        </a:cubicBezTo>
                        <a:cubicBezTo>
                          <a:pt x="3734" y="1203"/>
                          <a:pt x="4122" y="2201"/>
                          <a:pt x="4159" y="2262"/>
                        </a:cubicBezTo>
                        <a:lnTo>
                          <a:pt x="384" y="4840"/>
                        </a:lnTo>
                        <a:cubicBezTo>
                          <a:pt x="366" y="4743"/>
                          <a:pt x="153" y="3283"/>
                          <a:pt x="116" y="1994"/>
                        </a:cubicBezTo>
                        <a:cubicBezTo>
                          <a:pt x="98" y="1319"/>
                          <a:pt x="176" y="875"/>
                          <a:pt x="250" y="584"/>
                        </a:cubicBezTo>
                        <a:cubicBezTo>
                          <a:pt x="329" y="298"/>
                          <a:pt x="407" y="201"/>
                          <a:pt x="407" y="201"/>
                        </a:cubicBezTo>
                        <a:cubicBezTo>
                          <a:pt x="722" y="135"/>
                          <a:pt x="1001" y="96"/>
                          <a:pt x="1268" y="96"/>
                        </a:cubicBezTo>
                        <a:close/>
                        <a:moveTo>
                          <a:pt x="1240" y="1"/>
                        </a:moveTo>
                        <a:cubicBezTo>
                          <a:pt x="960" y="1"/>
                          <a:pt x="675" y="39"/>
                          <a:pt x="366" y="104"/>
                        </a:cubicBezTo>
                        <a:lnTo>
                          <a:pt x="347" y="104"/>
                        </a:lnTo>
                        <a:lnTo>
                          <a:pt x="329" y="122"/>
                        </a:lnTo>
                        <a:cubicBezTo>
                          <a:pt x="329" y="122"/>
                          <a:pt x="232" y="261"/>
                          <a:pt x="153" y="547"/>
                        </a:cubicBezTo>
                        <a:cubicBezTo>
                          <a:pt x="79" y="857"/>
                          <a:pt x="1" y="1319"/>
                          <a:pt x="19" y="1994"/>
                        </a:cubicBezTo>
                        <a:cubicBezTo>
                          <a:pt x="61" y="3320"/>
                          <a:pt x="292" y="4937"/>
                          <a:pt x="292" y="4937"/>
                        </a:cubicBezTo>
                        <a:lnTo>
                          <a:pt x="310" y="5015"/>
                        </a:lnTo>
                        <a:lnTo>
                          <a:pt x="4275" y="2299"/>
                        </a:lnTo>
                        <a:lnTo>
                          <a:pt x="4256" y="2262"/>
                        </a:lnTo>
                        <a:cubicBezTo>
                          <a:pt x="4256" y="2262"/>
                          <a:pt x="3849" y="1162"/>
                          <a:pt x="3041" y="626"/>
                        </a:cubicBezTo>
                        <a:cubicBezTo>
                          <a:pt x="2523" y="279"/>
                          <a:pt x="2080" y="104"/>
                          <a:pt x="1655" y="30"/>
                        </a:cubicBezTo>
                        <a:cubicBezTo>
                          <a:pt x="1516" y="10"/>
                          <a:pt x="1378" y="1"/>
                          <a:pt x="1240" y="1"/>
                        </a:cubicBezTo>
                        <a:close/>
                      </a:path>
                    </a:pathLst>
                  </a:custGeom>
                  <a:solidFill>
                    <a:srgbClr val="3E285A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0" name="Google Shape;2120;p47">
                    <a:extLst>
                      <a:ext uri="{FF2B5EF4-FFF2-40B4-BE49-F238E27FC236}">
                        <a16:creationId xmlns:a16="http://schemas.microsoft.com/office/drawing/2014/main" id="{E844FD09-5A3C-A343-22D7-5FA9F499CC57}"/>
                      </a:ext>
                    </a:extLst>
                  </p:cNvPr>
                  <p:cNvSpPr/>
                  <p:nvPr/>
                </p:nvSpPr>
                <p:spPr>
                  <a:xfrm>
                    <a:off x="5922339" y="1974980"/>
                    <a:ext cx="1214255" cy="16749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584" h="10461" extrusionOk="0">
                        <a:moveTo>
                          <a:pt x="3755" y="0"/>
                        </a:moveTo>
                        <a:cubicBezTo>
                          <a:pt x="3727" y="0"/>
                          <a:pt x="3701" y="0"/>
                          <a:pt x="3674" y="1"/>
                        </a:cubicBezTo>
                        <a:lnTo>
                          <a:pt x="3582" y="1"/>
                        </a:lnTo>
                        <a:cubicBezTo>
                          <a:pt x="2464" y="1"/>
                          <a:pt x="999" y="370"/>
                          <a:pt x="999" y="370"/>
                        </a:cubicBezTo>
                        <a:cubicBezTo>
                          <a:pt x="999" y="370"/>
                          <a:pt x="324" y="3928"/>
                          <a:pt x="403" y="4603"/>
                        </a:cubicBezTo>
                        <a:cubicBezTo>
                          <a:pt x="463" y="5259"/>
                          <a:pt x="810" y="5624"/>
                          <a:pt x="828" y="5989"/>
                        </a:cubicBezTo>
                        <a:cubicBezTo>
                          <a:pt x="865" y="6377"/>
                          <a:pt x="1" y="10050"/>
                          <a:pt x="1" y="10050"/>
                        </a:cubicBezTo>
                        <a:cubicBezTo>
                          <a:pt x="1" y="10050"/>
                          <a:pt x="403" y="10244"/>
                          <a:pt x="1133" y="10360"/>
                        </a:cubicBezTo>
                        <a:cubicBezTo>
                          <a:pt x="1868" y="10457"/>
                          <a:pt x="2002" y="10457"/>
                          <a:pt x="2713" y="10457"/>
                        </a:cubicBezTo>
                        <a:cubicBezTo>
                          <a:pt x="2771" y="10460"/>
                          <a:pt x="2828" y="10461"/>
                          <a:pt x="2885" y="10461"/>
                        </a:cubicBezTo>
                        <a:cubicBezTo>
                          <a:pt x="3245" y="10461"/>
                          <a:pt x="3577" y="10414"/>
                          <a:pt x="3813" y="10378"/>
                        </a:cubicBezTo>
                        <a:cubicBezTo>
                          <a:pt x="4076" y="10414"/>
                          <a:pt x="4402" y="10461"/>
                          <a:pt x="4721" y="10461"/>
                        </a:cubicBezTo>
                        <a:cubicBezTo>
                          <a:pt x="4771" y="10461"/>
                          <a:pt x="4821" y="10460"/>
                          <a:pt x="4871" y="10457"/>
                        </a:cubicBezTo>
                        <a:cubicBezTo>
                          <a:pt x="5583" y="10457"/>
                          <a:pt x="5717" y="10457"/>
                          <a:pt x="6447" y="10360"/>
                        </a:cubicBezTo>
                        <a:cubicBezTo>
                          <a:pt x="7163" y="10244"/>
                          <a:pt x="7583" y="10050"/>
                          <a:pt x="7583" y="10050"/>
                        </a:cubicBezTo>
                        <a:cubicBezTo>
                          <a:pt x="7583" y="10050"/>
                          <a:pt x="6719" y="6377"/>
                          <a:pt x="6738" y="5989"/>
                        </a:cubicBezTo>
                        <a:cubicBezTo>
                          <a:pt x="6775" y="5624"/>
                          <a:pt x="7121" y="5259"/>
                          <a:pt x="7181" y="4603"/>
                        </a:cubicBezTo>
                        <a:cubicBezTo>
                          <a:pt x="7255" y="3928"/>
                          <a:pt x="6585" y="370"/>
                          <a:pt x="6585" y="370"/>
                        </a:cubicBezTo>
                        <a:cubicBezTo>
                          <a:pt x="6585" y="370"/>
                          <a:pt x="4892" y="0"/>
                          <a:pt x="3755" y="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1" name="Google Shape;2121;p47">
                    <a:extLst>
                      <a:ext uri="{FF2B5EF4-FFF2-40B4-BE49-F238E27FC236}">
                        <a16:creationId xmlns:a16="http://schemas.microsoft.com/office/drawing/2014/main" id="{42F122C4-B0F9-485C-31B1-7A07F540F6B3}"/>
                      </a:ext>
                    </a:extLst>
                  </p:cNvPr>
                  <p:cNvSpPr/>
                  <p:nvPr/>
                </p:nvSpPr>
                <p:spPr>
                  <a:xfrm>
                    <a:off x="6350789" y="1771641"/>
                    <a:ext cx="378814" cy="37962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66" h="2371" extrusionOk="0">
                        <a:moveTo>
                          <a:pt x="2061" y="0"/>
                        </a:moveTo>
                        <a:lnTo>
                          <a:pt x="19" y="139"/>
                        </a:lnTo>
                        <a:lnTo>
                          <a:pt x="0" y="1811"/>
                        </a:lnTo>
                        <a:cubicBezTo>
                          <a:pt x="0" y="1811"/>
                          <a:pt x="250" y="2370"/>
                          <a:pt x="980" y="2370"/>
                        </a:cubicBezTo>
                        <a:cubicBezTo>
                          <a:pt x="1714" y="2370"/>
                          <a:pt x="2366" y="1617"/>
                          <a:pt x="2366" y="1617"/>
                        </a:cubicBezTo>
                        <a:lnTo>
                          <a:pt x="2061" y="0"/>
                        </a:lnTo>
                        <a:close/>
                      </a:path>
                    </a:pathLst>
                  </a:custGeom>
                  <a:solidFill>
                    <a:srgbClr val="9669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2" name="Google Shape;2122;p47">
                    <a:extLst>
                      <a:ext uri="{FF2B5EF4-FFF2-40B4-BE49-F238E27FC236}">
                        <a16:creationId xmlns:a16="http://schemas.microsoft.com/office/drawing/2014/main" id="{75B8FA78-4D83-61A8-2307-5510D204FA5B}"/>
                      </a:ext>
                    </a:extLst>
                  </p:cNvPr>
                  <p:cNvSpPr/>
                  <p:nvPr/>
                </p:nvSpPr>
                <p:spPr>
                  <a:xfrm>
                    <a:off x="6341183" y="1762675"/>
                    <a:ext cx="398027" cy="39739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86" h="2482" extrusionOk="0">
                        <a:moveTo>
                          <a:pt x="2079" y="116"/>
                        </a:moveTo>
                        <a:lnTo>
                          <a:pt x="2389" y="1655"/>
                        </a:lnTo>
                        <a:cubicBezTo>
                          <a:pt x="2352" y="1673"/>
                          <a:pt x="1733" y="2366"/>
                          <a:pt x="1040" y="2366"/>
                        </a:cubicBezTo>
                        <a:cubicBezTo>
                          <a:pt x="1025" y="2367"/>
                          <a:pt x="1010" y="2367"/>
                          <a:pt x="995" y="2367"/>
                        </a:cubicBezTo>
                        <a:cubicBezTo>
                          <a:pt x="337" y="2367"/>
                          <a:pt x="116" y="1867"/>
                          <a:pt x="116" y="1867"/>
                        </a:cubicBezTo>
                        <a:lnTo>
                          <a:pt x="116" y="250"/>
                        </a:lnTo>
                        <a:lnTo>
                          <a:pt x="2079" y="116"/>
                        </a:lnTo>
                        <a:close/>
                        <a:moveTo>
                          <a:pt x="2158" y="1"/>
                        </a:moveTo>
                        <a:lnTo>
                          <a:pt x="19" y="153"/>
                        </a:lnTo>
                        <a:lnTo>
                          <a:pt x="19" y="195"/>
                        </a:lnTo>
                        <a:lnTo>
                          <a:pt x="0" y="1886"/>
                        </a:lnTo>
                        <a:lnTo>
                          <a:pt x="19" y="1886"/>
                        </a:lnTo>
                        <a:cubicBezTo>
                          <a:pt x="19" y="1886"/>
                          <a:pt x="291" y="2482"/>
                          <a:pt x="1040" y="2482"/>
                        </a:cubicBezTo>
                        <a:cubicBezTo>
                          <a:pt x="1811" y="2463"/>
                          <a:pt x="2468" y="1715"/>
                          <a:pt x="2468" y="1715"/>
                        </a:cubicBezTo>
                        <a:lnTo>
                          <a:pt x="2486" y="1696"/>
                        </a:lnTo>
                        <a:lnTo>
                          <a:pt x="2158" y="1"/>
                        </a:lnTo>
                        <a:close/>
                      </a:path>
                    </a:pathLst>
                  </a:custGeom>
                  <a:solidFill>
                    <a:srgbClr val="3E285A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3" name="Google Shape;2123;p47">
                    <a:extLst>
                      <a:ext uri="{FF2B5EF4-FFF2-40B4-BE49-F238E27FC236}">
                        <a16:creationId xmlns:a16="http://schemas.microsoft.com/office/drawing/2014/main" id="{87FD9C6D-D5EA-8FB8-A4B7-88AE050190AB}"/>
                      </a:ext>
                    </a:extLst>
                  </p:cNvPr>
                  <p:cNvSpPr/>
                  <p:nvPr/>
                </p:nvSpPr>
                <p:spPr>
                  <a:xfrm>
                    <a:off x="5912732" y="1966174"/>
                    <a:ext cx="1233468" cy="169204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704" h="10568" extrusionOk="0">
                        <a:moveTo>
                          <a:pt x="3697" y="97"/>
                        </a:moveTo>
                        <a:lnTo>
                          <a:pt x="3697" y="116"/>
                        </a:lnTo>
                        <a:lnTo>
                          <a:pt x="3734" y="116"/>
                        </a:lnTo>
                        <a:cubicBezTo>
                          <a:pt x="3762" y="115"/>
                          <a:pt x="3790" y="115"/>
                          <a:pt x="3818" y="115"/>
                        </a:cubicBezTo>
                        <a:cubicBezTo>
                          <a:pt x="4934" y="115"/>
                          <a:pt x="6531" y="462"/>
                          <a:pt x="6585" y="462"/>
                        </a:cubicBezTo>
                        <a:cubicBezTo>
                          <a:pt x="6604" y="499"/>
                          <a:pt x="6761" y="1349"/>
                          <a:pt x="6913" y="2292"/>
                        </a:cubicBezTo>
                        <a:cubicBezTo>
                          <a:pt x="6992" y="2791"/>
                          <a:pt x="7066" y="3290"/>
                          <a:pt x="7126" y="3715"/>
                        </a:cubicBezTo>
                        <a:cubicBezTo>
                          <a:pt x="7181" y="4140"/>
                          <a:pt x="7200" y="4487"/>
                          <a:pt x="7200" y="4639"/>
                        </a:cubicBezTo>
                        <a:cubicBezTo>
                          <a:pt x="7163" y="4967"/>
                          <a:pt x="7066" y="5217"/>
                          <a:pt x="6969" y="5429"/>
                        </a:cubicBezTo>
                        <a:cubicBezTo>
                          <a:pt x="6853" y="5660"/>
                          <a:pt x="6761" y="5854"/>
                          <a:pt x="6761" y="6044"/>
                        </a:cubicBezTo>
                        <a:cubicBezTo>
                          <a:pt x="6761" y="6104"/>
                          <a:pt x="6761" y="6201"/>
                          <a:pt x="6779" y="6335"/>
                        </a:cubicBezTo>
                        <a:cubicBezTo>
                          <a:pt x="6798" y="6488"/>
                          <a:pt x="6835" y="6663"/>
                          <a:pt x="6876" y="6853"/>
                        </a:cubicBezTo>
                        <a:cubicBezTo>
                          <a:pt x="6950" y="7259"/>
                          <a:pt x="7066" y="7740"/>
                          <a:pt x="7163" y="8220"/>
                        </a:cubicBezTo>
                        <a:cubicBezTo>
                          <a:pt x="7375" y="9163"/>
                          <a:pt x="7588" y="10031"/>
                          <a:pt x="7588" y="10068"/>
                        </a:cubicBezTo>
                        <a:cubicBezTo>
                          <a:pt x="7569" y="10087"/>
                          <a:pt x="7181" y="10263"/>
                          <a:pt x="6488" y="10360"/>
                        </a:cubicBezTo>
                        <a:cubicBezTo>
                          <a:pt x="5777" y="10475"/>
                          <a:pt x="5643" y="10475"/>
                          <a:pt x="4931" y="10475"/>
                        </a:cubicBezTo>
                        <a:cubicBezTo>
                          <a:pt x="4566" y="10475"/>
                          <a:pt x="4178" y="10433"/>
                          <a:pt x="3891" y="10397"/>
                        </a:cubicBezTo>
                        <a:lnTo>
                          <a:pt x="3873" y="10397"/>
                        </a:lnTo>
                        <a:cubicBezTo>
                          <a:pt x="3600" y="10433"/>
                          <a:pt x="3198" y="10475"/>
                          <a:pt x="2773" y="10475"/>
                        </a:cubicBezTo>
                        <a:cubicBezTo>
                          <a:pt x="2062" y="10475"/>
                          <a:pt x="1928" y="10475"/>
                          <a:pt x="1193" y="10360"/>
                        </a:cubicBezTo>
                        <a:cubicBezTo>
                          <a:pt x="500" y="10263"/>
                          <a:pt x="135" y="10087"/>
                          <a:pt x="116" y="10068"/>
                        </a:cubicBezTo>
                        <a:cubicBezTo>
                          <a:pt x="116" y="10031"/>
                          <a:pt x="329" y="9163"/>
                          <a:pt x="541" y="8220"/>
                        </a:cubicBezTo>
                        <a:cubicBezTo>
                          <a:pt x="638" y="7740"/>
                          <a:pt x="754" y="7259"/>
                          <a:pt x="828" y="6853"/>
                        </a:cubicBezTo>
                        <a:cubicBezTo>
                          <a:pt x="870" y="6663"/>
                          <a:pt x="888" y="6488"/>
                          <a:pt x="906" y="6335"/>
                        </a:cubicBezTo>
                        <a:cubicBezTo>
                          <a:pt x="943" y="6201"/>
                          <a:pt x="943" y="6104"/>
                          <a:pt x="943" y="6044"/>
                        </a:cubicBezTo>
                        <a:cubicBezTo>
                          <a:pt x="925" y="5854"/>
                          <a:pt x="828" y="5660"/>
                          <a:pt x="731" y="5429"/>
                        </a:cubicBezTo>
                        <a:cubicBezTo>
                          <a:pt x="638" y="5217"/>
                          <a:pt x="541" y="4967"/>
                          <a:pt x="500" y="4639"/>
                        </a:cubicBezTo>
                        <a:cubicBezTo>
                          <a:pt x="481" y="4487"/>
                          <a:pt x="523" y="4140"/>
                          <a:pt x="578" y="3715"/>
                        </a:cubicBezTo>
                        <a:cubicBezTo>
                          <a:pt x="638" y="3290"/>
                          <a:pt x="712" y="2791"/>
                          <a:pt x="791" y="2292"/>
                        </a:cubicBezTo>
                        <a:cubicBezTo>
                          <a:pt x="943" y="1349"/>
                          <a:pt x="1101" y="499"/>
                          <a:pt x="1119" y="462"/>
                        </a:cubicBezTo>
                        <a:cubicBezTo>
                          <a:pt x="1156" y="462"/>
                          <a:pt x="2542" y="116"/>
                          <a:pt x="3642" y="97"/>
                        </a:cubicBezTo>
                        <a:close/>
                        <a:moveTo>
                          <a:pt x="3642" y="0"/>
                        </a:moveTo>
                        <a:cubicBezTo>
                          <a:pt x="2505" y="19"/>
                          <a:pt x="1059" y="384"/>
                          <a:pt x="1059" y="384"/>
                        </a:cubicBezTo>
                        <a:lnTo>
                          <a:pt x="1022" y="384"/>
                        </a:lnTo>
                        <a:lnTo>
                          <a:pt x="1022" y="425"/>
                        </a:lnTo>
                        <a:cubicBezTo>
                          <a:pt x="1022" y="425"/>
                          <a:pt x="846" y="1308"/>
                          <a:pt x="694" y="2292"/>
                        </a:cubicBezTo>
                        <a:cubicBezTo>
                          <a:pt x="597" y="2773"/>
                          <a:pt x="523" y="3272"/>
                          <a:pt x="481" y="3715"/>
                        </a:cubicBezTo>
                        <a:cubicBezTo>
                          <a:pt x="426" y="4140"/>
                          <a:pt x="384" y="4487"/>
                          <a:pt x="407" y="4658"/>
                        </a:cubicBezTo>
                        <a:cubicBezTo>
                          <a:pt x="444" y="4986"/>
                          <a:pt x="541" y="5254"/>
                          <a:pt x="657" y="5466"/>
                        </a:cubicBezTo>
                        <a:cubicBezTo>
                          <a:pt x="754" y="5697"/>
                          <a:pt x="828" y="5873"/>
                          <a:pt x="846" y="6062"/>
                        </a:cubicBezTo>
                        <a:cubicBezTo>
                          <a:pt x="846" y="6086"/>
                          <a:pt x="828" y="6201"/>
                          <a:pt x="809" y="6335"/>
                        </a:cubicBezTo>
                        <a:cubicBezTo>
                          <a:pt x="791" y="6469"/>
                          <a:pt x="772" y="6640"/>
                          <a:pt x="731" y="6834"/>
                        </a:cubicBezTo>
                        <a:cubicBezTo>
                          <a:pt x="638" y="7241"/>
                          <a:pt x="541" y="7721"/>
                          <a:pt x="426" y="8202"/>
                        </a:cubicBezTo>
                        <a:cubicBezTo>
                          <a:pt x="213" y="9163"/>
                          <a:pt x="1" y="10087"/>
                          <a:pt x="1" y="10087"/>
                        </a:cubicBezTo>
                        <a:lnTo>
                          <a:pt x="1" y="10129"/>
                        </a:lnTo>
                        <a:lnTo>
                          <a:pt x="38" y="10147"/>
                        </a:lnTo>
                        <a:cubicBezTo>
                          <a:pt x="38" y="10147"/>
                          <a:pt x="463" y="10360"/>
                          <a:pt x="1193" y="10452"/>
                        </a:cubicBezTo>
                        <a:cubicBezTo>
                          <a:pt x="1909" y="10567"/>
                          <a:pt x="2062" y="10567"/>
                          <a:pt x="2773" y="10567"/>
                        </a:cubicBezTo>
                        <a:cubicBezTo>
                          <a:pt x="3198" y="10567"/>
                          <a:pt x="3600" y="10531"/>
                          <a:pt x="3873" y="10494"/>
                        </a:cubicBezTo>
                        <a:cubicBezTo>
                          <a:pt x="4178" y="10531"/>
                          <a:pt x="4566" y="10567"/>
                          <a:pt x="4931" y="10567"/>
                        </a:cubicBezTo>
                        <a:cubicBezTo>
                          <a:pt x="5643" y="10567"/>
                          <a:pt x="5795" y="10567"/>
                          <a:pt x="6507" y="10452"/>
                        </a:cubicBezTo>
                        <a:cubicBezTo>
                          <a:pt x="7241" y="10360"/>
                          <a:pt x="7662" y="10147"/>
                          <a:pt x="7662" y="10147"/>
                        </a:cubicBezTo>
                        <a:lnTo>
                          <a:pt x="7703" y="10129"/>
                        </a:lnTo>
                        <a:lnTo>
                          <a:pt x="7703" y="10087"/>
                        </a:lnTo>
                        <a:cubicBezTo>
                          <a:pt x="7703" y="10087"/>
                          <a:pt x="7472" y="9163"/>
                          <a:pt x="7260" y="8202"/>
                        </a:cubicBezTo>
                        <a:cubicBezTo>
                          <a:pt x="7163" y="7721"/>
                          <a:pt x="7047" y="7241"/>
                          <a:pt x="6969" y="6834"/>
                        </a:cubicBezTo>
                        <a:cubicBezTo>
                          <a:pt x="6932" y="6640"/>
                          <a:pt x="6913" y="6469"/>
                          <a:pt x="6895" y="6335"/>
                        </a:cubicBezTo>
                        <a:cubicBezTo>
                          <a:pt x="6853" y="6201"/>
                          <a:pt x="6853" y="6086"/>
                          <a:pt x="6853" y="6062"/>
                        </a:cubicBezTo>
                        <a:cubicBezTo>
                          <a:pt x="6876" y="5873"/>
                          <a:pt x="6950" y="5697"/>
                          <a:pt x="7047" y="5466"/>
                        </a:cubicBezTo>
                        <a:cubicBezTo>
                          <a:pt x="7144" y="5254"/>
                          <a:pt x="7260" y="4986"/>
                          <a:pt x="7297" y="4658"/>
                        </a:cubicBezTo>
                        <a:cubicBezTo>
                          <a:pt x="7315" y="4487"/>
                          <a:pt x="7278" y="4140"/>
                          <a:pt x="7223" y="3715"/>
                        </a:cubicBezTo>
                        <a:cubicBezTo>
                          <a:pt x="7163" y="3272"/>
                          <a:pt x="7084" y="2773"/>
                          <a:pt x="7010" y="2292"/>
                        </a:cubicBezTo>
                        <a:cubicBezTo>
                          <a:pt x="6853" y="1308"/>
                          <a:pt x="6682" y="425"/>
                          <a:pt x="6682" y="425"/>
                        </a:cubicBezTo>
                        <a:lnTo>
                          <a:pt x="6682" y="384"/>
                        </a:lnTo>
                        <a:lnTo>
                          <a:pt x="6645" y="384"/>
                        </a:lnTo>
                        <a:cubicBezTo>
                          <a:pt x="6645" y="384"/>
                          <a:pt x="4931" y="19"/>
                          <a:pt x="3794" y="19"/>
                        </a:cubicBezTo>
                        <a:lnTo>
                          <a:pt x="3794" y="0"/>
                        </a:lnTo>
                        <a:close/>
                      </a:path>
                    </a:pathLst>
                  </a:custGeom>
                  <a:solidFill>
                    <a:srgbClr val="3E285A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04" name="Google Shape;2124;p47">
                    <a:extLst>
                      <a:ext uri="{FF2B5EF4-FFF2-40B4-BE49-F238E27FC236}">
                        <a16:creationId xmlns:a16="http://schemas.microsoft.com/office/drawing/2014/main" id="{08EC3764-FB60-E91E-530F-43F800333CCE}"/>
                      </a:ext>
                    </a:extLst>
                  </p:cNvPr>
                  <p:cNvSpPr/>
                  <p:nvPr/>
                </p:nvSpPr>
                <p:spPr>
                  <a:xfrm>
                    <a:off x="6322610" y="1974980"/>
                    <a:ext cx="419642" cy="16749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21" h="10461" extrusionOk="0">
                        <a:moveTo>
                          <a:pt x="1082" y="1"/>
                        </a:moveTo>
                        <a:cubicBezTo>
                          <a:pt x="735" y="1"/>
                          <a:pt x="347" y="42"/>
                          <a:pt x="1" y="79"/>
                        </a:cubicBezTo>
                        <a:lnTo>
                          <a:pt x="1" y="10457"/>
                        </a:lnTo>
                        <a:lnTo>
                          <a:pt x="213" y="10457"/>
                        </a:lnTo>
                        <a:cubicBezTo>
                          <a:pt x="271" y="10460"/>
                          <a:pt x="328" y="10461"/>
                          <a:pt x="385" y="10461"/>
                        </a:cubicBezTo>
                        <a:cubicBezTo>
                          <a:pt x="745" y="10461"/>
                          <a:pt x="1077" y="10414"/>
                          <a:pt x="1313" y="10378"/>
                        </a:cubicBezTo>
                        <a:cubicBezTo>
                          <a:pt x="1576" y="10414"/>
                          <a:pt x="1902" y="10461"/>
                          <a:pt x="2221" y="10461"/>
                        </a:cubicBezTo>
                        <a:cubicBezTo>
                          <a:pt x="2271" y="10461"/>
                          <a:pt x="2321" y="10460"/>
                          <a:pt x="2371" y="10457"/>
                        </a:cubicBezTo>
                        <a:lnTo>
                          <a:pt x="2620" y="10457"/>
                        </a:lnTo>
                        <a:lnTo>
                          <a:pt x="2620" y="116"/>
                        </a:lnTo>
                        <a:cubicBezTo>
                          <a:pt x="2140" y="61"/>
                          <a:pt x="1618" y="1"/>
                          <a:pt x="1174" y="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05" name="Google Shape;2125;p47">
                    <a:extLst>
                      <a:ext uri="{FF2B5EF4-FFF2-40B4-BE49-F238E27FC236}">
                        <a16:creationId xmlns:a16="http://schemas.microsoft.com/office/drawing/2014/main" id="{C4DCD84C-A754-19FD-D7FF-EA881D0B3DED}"/>
                      </a:ext>
                    </a:extLst>
                  </p:cNvPr>
                  <p:cNvSpPr/>
                  <p:nvPr/>
                </p:nvSpPr>
                <p:spPr>
                  <a:xfrm>
                    <a:off x="6313804" y="1966174"/>
                    <a:ext cx="437254" cy="169204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31" h="10568" extrusionOk="0">
                        <a:moveTo>
                          <a:pt x="1192" y="97"/>
                        </a:moveTo>
                        <a:lnTo>
                          <a:pt x="1192" y="116"/>
                        </a:lnTo>
                        <a:lnTo>
                          <a:pt x="1229" y="116"/>
                        </a:lnTo>
                        <a:cubicBezTo>
                          <a:pt x="1286" y="113"/>
                          <a:pt x="1344" y="112"/>
                          <a:pt x="1403" y="112"/>
                        </a:cubicBezTo>
                        <a:cubicBezTo>
                          <a:pt x="1787" y="112"/>
                          <a:pt x="2218" y="161"/>
                          <a:pt x="2639" y="213"/>
                        </a:cubicBezTo>
                        <a:lnTo>
                          <a:pt x="2639" y="10475"/>
                        </a:lnTo>
                        <a:lnTo>
                          <a:pt x="2426" y="10475"/>
                        </a:lnTo>
                        <a:cubicBezTo>
                          <a:pt x="2061" y="10475"/>
                          <a:pt x="1673" y="10433"/>
                          <a:pt x="1386" y="10397"/>
                        </a:cubicBezTo>
                        <a:lnTo>
                          <a:pt x="1368" y="10397"/>
                        </a:lnTo>
                        <a:cubicBezTo>
                          <a:pt x="1095" y="10433"/>
                          <a:pt x="693" y="10475"/>
                          <a:pt x="268" y="10475"/>
                        </a:cubicBezTo>
                        <a:lnTo>
                          <a:pt x="97" y="10475"/>
                        </a:lnTo>
                        <a:lnTo>
                          <a:pt x="97" y="194"/>
                        </a:lnTo>
                        <a:cubicBezTo>
                          <a:pt x="444" y="134"/>
                          <a:pt x="809" y="97"/>
                          <a:pt x="1137" y="97"/>
                        </a:cubicBezTo>
                        <a:close/>
                        <a:moveTo>
                          <a:pt x="1137" y="0"/>
                        </a:moveTo>
                        <a:cubicBezTo>
                          <a:pt x="790" y="0"/>
                          <a:pt x="402" y="37"/>
                          <a:pt x="37" y="97"/>
                        </a:cubicBezTo>
                        <a:lnTo>
                          <a:pt x="0" y="97"/>
                        </a:lnTo>
                        <a:lnTo>
                          <a:pt x="0" y="10512"/>
                        </a:lnTo>
                        <a:lnTo>
                          <a:pt x="0" y="10549"/>
                        </a:lnTo>
                        <a:lnTo>
                          <a:pt x="37" y="10567"/>
                        </a:lnTo>
                        <a:lnTo>
                          <a:pt x="268" y="10567"/>
                        </a:lnTo>
                        <a:cubicBezTo>
                          <a:pt x="693" y="10567"/>
                          <a:pt x="1095" y="10531"/>
                          <a:pt x="1368" y="10494"/>
                        </a:cubicBezTo>
                        <a:cubicBezTo>
                          <a:pt x="1673" y="10531"/>
                          <a:pt x="2061" y="10567"/>
                          <a:pt x="2426" y="10567"/>
                        </a:cubicBezTo>
                        <a:lnTo>
                          <a:pt x="2731" y="10567"/>
                        </a:lnTo>
                        <a:lnTo>
                          <a:pt x="2731" y="10512"/>
                        </a:lnTo>
                        <a:lnTo>
                          <a:pt x="2731" y="134"/>
                        </a:lnTo>
                        <a:lnTo>
                          <a:pt x="2694" y="116"/>
                        </a:lnTo>
                        <a:cubicBezTo>
                          <a:pt x="2213" y="56"/>
                          <a:pt x="1714" y="19"/>
                          <a:pt x="1289" y="19"/>
                        </a:cubicBezTo>
                        <a:lnTo>
                          <a:pt x="1289" y="0"/>
                        </a:lnTo>
                        <a:close/>
                      </a:path>
                    </a:pathLst>
                  </a:custGeom>
                  <a:solidFill>
                    <a:srgbClr val="3E285A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06" name="Google Shape;2126;p47">
                    <a:extLst>
                      <a:ext uri="{FF2B5EF4-FFF2-40B4-BE49-F238E27FC236}">
                        <a16:creationId xmlns:a16="http://schemas.microsoft.com/office/drawing/2014/main" id="{B5B4322D-3724-5E9F-9FBA-3F53D5515AE4}"/>
                      </a:ext>
                    </a:extLst>
                  </p:cNvPr>
                  <p:cNvSpPr/>
                  <p:nvPr/>
                </p:nvSpPr>
                <p:spPr>
                  <a:xfrm>
                    <a:off x="6264171" y="1960250"/>
                    <a:ext cx="58599" cy="171349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6" h="10702" extrusionOk="0">
                        <a:moveTo>
                          <a:pt x="153" y="0"/>
                        </a:moveTo>
                        <a:cubicBezTo>
                          <a:pt x="61" y="0"/>
                          <a:pt x="1" y="74"/>
                          <a:pt x="1" y="153"/>
                        </a:cubicBezTo>
                        <a:lnTo>
                          <a:pt x="1" y="10549"/>
                        </a:lnTo>
                        <a:cubicBezTo>
                          <a:pt x="1" y="10628"/>
                          <a:pt x="61" y="10702"/>
                          <a:pt x="153" y="10702"/>
                        </a:cubicBezTo>
                        <a:lnTo>
                          <a:pt x="213" y="10702"/>
                        </a:lnTo>
                        <a:cubicBezTo>
                          <a:pt x="292" y="10702"/>
                          <a:pt x="366" y="10628"/>
                          <a:pt x="366" y="10549"/>
                        </a:cubicBezTo>
                        <a:lnTo>
                          <a:pt x="366" y="153"/>
                        </a:lnTo>
                        <a:cubicBezTo>
                          <a:pt x="366" y="74"/>
                          <a:pt x="292" y="0"/>
                          <a:pt x="213" y="0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07" name="Google Shape;2127;p47">
                    <a:extLst>
                      <a:ext uri="{FF2B5EF4-FFF2-40B4-BE49-F238E27FC236}">
                        <a16:creationId xmlns:a16="http://schemas.microsoft.com/office/drawing/2014/main" id="{F5648FA0-10F0-E04C-32F7-FCDEF19D1CED}"/>
                      </a:ext>
                    </a:extLst>
                  </p:cNvPr>
                  <p:cNvSpPr/>
                  <p:nvPr/>
                </p:nvSpPr>
                <p:spPr>
                  <a:xfrm>
                    <a:off x="6255365" y="1953525"/>
                    <a:ext cx="74130" cy="17298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3" h="10804" extrusionOk="0">
                        <a:moveTo>
                          <a:pt x="268" y="98"/>
                        </a:moveTo>
                        <a:cubicBezTo>
                          <a:pt x="324" y="98"/>
                          <a:pt x="365" y="135"/>
                          <a:pt x="365" y="195"/>
                        </a:cubicBezTo>
                        <a:lnTo>
                          <a:pt x="365" y="10591"/>
                        </a:lnTo>
                        <a:cubicBezTo>
                          <a:pt x="365" y="10646"/>
                          <a:pt x="324" y="10688"/>
                          <a:pt x="268" y="10688"/>
                        </a:cubicBezTo>
                        <a:lnTo>
                          <a:pt x="208" y="10688"/>
                        </a:lnTo>
                        <a:cubicBezTo>
                          <a:pt x="153" y="10688"/>
                          <a:pt x="93" y="10646"/>
                          <a:pt x="93" y="10591"/>
                        </a:cubicBezTo>
                        <a:lnTo>
                          <a:pt x="93" y="195"/>
                        </a:lnTo>
                        <a:cubicBezTo>
                          <a:pt x="93" y="135"/>
                          <a:pt x="153" y="98"/>
                          <a:pt x="208" y="98"/>
                        </a:cubicBezTo>
                        <a:close/>
                        <a:moveTo>
                          <a:pt x="208" y="1"/>
                        </a:moveTo>
                        <a:cubicBezTo>
                          <a:pt x="93" y="1"/>
                          <a:pt x="0" y="98"/>
                          <a:pt x="0" y="195"/>
                        </a:cubicBezTo>
                        <a:lnTo>
                          <a:pt x="0" y="10591"/>
                        </a:lnTo>
                        <a:cubicBezTo>
                          <a:pt x="0" y="10707"/>
                          <a:pt x="93" y="10804"/>
                          <a:pt x="208" y="10804"/>
                        </a:cubicBezTo>
                        <a:lnTo>
                          <a:pt x="268" y="10804"/>
                        </a:lnTo>
                        <a:cubicBezTo>
                          <a:pt x="384" y="10804"/>
                          <a:pt x="462" y="10707"/>
                          <a:pt x="462" y="10591"/>
                        </a:cubicBezTo>
                        <a:lnTo>
                          <a:pt x="462" y="195"/>
                        </a:lnTo>
                        <a:cubicBezTo>
                          <a:pt x="462" y="98"/>
                          <a:pt x="384" y="1"/>
                          <a:pt x="268" y="1"/>
                        </a:cubicBezTo>
                        <a:close/>
                      </a:path>
                    </a:pathLst>
                  </a:custGeom>
                  <a:solidFill>
                    <a:srgbClr val="3E285A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08" name="Google Shape;2128;p47">
                    <a:extLst>
                      <a:ext uri="{FF2B5EF4-FFF2-40B4-BE49-F238E27FC236}">
                        <a16:creationId xmlns:a16="http://schemas.microsoft.com/office/drawing/2014/main" id="{497E3FF1-5F10-FADE-13A7-AD8882ADA357}"/>
                      </a:ext>
                    </a:extLst>
                  </p:cNvPr>
                  <p:cNvSpPr/>
                  <p:nvPr/>
                </p:nvSpPr>
                <p:spPr>
                  <a:xfrm>
                    <a:off x="6742094" y="1960250"/>
                    <a:ext cx="58599" cy="171349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6" h="10702" extrusionOk="0">
                        <a:moveTo>
                          <a:pt x="153" y="0"/>
                        </a:moveTo>
                        <a:cubicBezTo>
                          <a:pt x="79" y="0"/>
                          <a:pt x="0" y="74"/>
                          <a:pt x="0" y="153"/>
                        </a:cubicBezTo>
                        <a:lnTo>
                          <a:pt x="0" y="10549"/>
                        </a:lnTo>
                        <a:cubicBezTo>
                          <a:pt x="0" y="10628"/>
                          <a:pt x="79" y="10702"/>
                          <a:pt x="153" y="10702"/>
                        </a:cubicBezTo>
                        <a:lnTo>
                          <a:pt x="213" y="10702"/>
                        </a:lnTo>
                        <a:cubicBezTo>
                          <a:pt x="310" y="10702"/>
                          <a:pt x="366" y="10628"/>
                          <a:pt x="366" y="10549"/>
                        </a:cubicBezTo>
                        <a:lnTo>
                          <a:pt x="366" y="153"/>
                        </a:lnTo>
                        <a:cubicBezTo>
                          <a:pt x="366" y="74"/>
                          <a:pt x="310" y="0"/>
                          <a:pt x="213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09" name="Google Shape;2129;p47">
                    <a:extLst>
                      <a:ext uri="{FF2B5EF4-FFF2-40B4-BE49-F238E27FC236}">
                        <a16:creationId xmlns:a16="http://schemas.microsoft.com/office/drawing/2014/main" id="{8E7023FF-3BA0-523D-63E1-DD5ED9B66F9B}"/>
                      </a:ext>
                    </a:extLst>
                  </p:cNvPr>
                  <p:cNvSpPr/>
                  <p:nvPr/>
                </p:nvSpPr>
                <p:spPr>
                  <a:xfrm>
                    <a:off x="6736170" y="1953525"/>
                    <a:ext cx="74130" cy="17298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3" h="10804" extrusionOk="0">
                        <a:moveTo>
                          <a:pt x="250" y="98"/>
                        </a:moveTo>
                        <a:cubicBezTo>
                          <a:pt x="305" y="98"/>
                          <a:pt x="366" y="135"/>
                          <a:pt x="366" y="195"/>
                        </a:cubicBezTo>
                        <a:lnTo>
                          <a:pt x="366" y="10591"/>
                        </a:lnTo>
                        <a:cubicBezTo>
                          <a:pt x="366" y="10646"/>
                          <a:pt x="305" y="10688"/>
                          <a:pt x="250" y="10688"/>
                        </a:cubicBezTo>
                        <a:lnTo>
                          <a:pt x="190" y="10688"/>
                        </a:lnTo>
                        <a:cubicBezTo>
                          <a:pt x="135" y="10688"/>
                          <a:pt x="93" y="10646"/>
                          <a:pt x="93" y="10591"/>
                        </a:cubicBezTo>
                        <a:lnTo>
                          <a:pt x="93" y="195"/>
                        </a:lnTo>
                        <a:cubicBezTo>
                          <a:pt x="93" y="135"/>
                          <a:pt x="135" y="98"/>
                          <a:pt x="190" y="98"/>
                        </a:cubicBezTo>
                        <a:close/>
                        <a:moveTo>
                          <a:pt x="190" y="1"/>
                        </a:moveTo>
                        <a:cubicBezTo>
                          <a:pt x="74" y="1"/>
                          <a:pt x="1" y="98"/>
                          <a:pt x="1" y="195"/>
                        </a:cubicBezTo>
                        <a:lnTo>
                          <a:pt x="1" y="10591"/>
                        </a:lnTo>
                        <a:cubicBezTo>
                          <a:pt x="1" y="10707"/>
                          <a:pt x="74" y="10804"/>
                          <a:pt x="190" y="10804"/>
                        </a:cubicBezTo>
                        <a:lnTo>
                          <a:pt x="250" y="10804"/>
                        </a:lnTo>
                        <a:cubicBezTo>
                          <a:pt x="366" y="10804"/>
                          <a:pt x="463" y="10707"/>
                          <a:pt x="463" y="10591"/>
                        </a:cubicBezTo>
                        <a:lnTo>
                          <a:pt x="463" y="195"/>
                        </a:lnTo>
                        <a:cubicBezTo>
                          <a:pt x="463" y="98"/>
                          <a:pt x="366" y="1"/>
                          <a:pt x="250" y="1"/>
                        </a:cubicBezTo>
                        <a:close/>
                      </a:path>
                    </a:pathLst>
                  </a:custGeom>
                  <a:solidFill>
                    <a:srgbClr val="3E285A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10" name="Google Shape;2130;p47">
                    <a:extLst>
                      <a:ext uri="{FF2B5EF4-FFF2-40B4-BE49-F238E27FC236}">
                        <a16:creationId xmlns:a16="http://schemas.microsoft.com/office/drawing/2014/main" id="{35239DE5-7FB9-CB7E-318D-F5F5F25DDABD}"/>
                      </a:ext>
                    </a:extLst>
                  </p:cNvPr>
                  <p:cNvSpPr/>
                  <p:nvPr/>
                </p:nvSpPr>
                <p:spPr>
                  <a:xfrm>
                    <a:off x="6742094" y="1993552"/>
                    <a:ext cx="58599" cy="165585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6" h="10342" extrusionOk="0">
                        <a:moveTo>
                          <a:pt x="0" y="0"/>
                        </a:moveTo>
                        <a:lnTo>
                          <a:pt x="0" y="10341"/>
                        </a:lnTo>
                        <a:lnTo>
                          <a:pt x="366" y="10341"/>
                        </a:lnTo>
                        <a:lnTo>
                          <a:pt x="366" y="60"/>
                        </a:lnTo>
                        <a:cubicBezTo>
                          <a:pt x="250" y="42"/>
                          <a:pt x="134" y="23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11" name="Google Shape;2131;p47">
                    <a:extLst>
                      <a:ext uri="{FF2B5EF4-FFF2-40B4-BE49-F238E27FC236}">
                        <a16:creationId xmlns:a16="http://schemas.microsoft.com/office/drawing/2014/main" id="{2210A08D-694C-F585-C941-D3A6C5E3D746}"/>
                      </a:ext>
                    </a:extLst>
                  </p:cNvPr>
                  <p:cNvSpPr/>
                  <p:nvPr/>
                </p:nvSpPr>
                <p:spPr>
                  <a:xfrm>
                    <a:off x="6736170" y="1984586"/>
                    <a:ext cx="74130" cy="16736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3" h="10453" extrusionOk="0">
                        <a:moveTo>
                          <a:pt x="93" y="116"/>
                        </a:moveTo>
                        <a:cubicBezTo>
                          <a:pt x="190" y="135"/>
                          <a:pt x="269" y="135"/>
                          <a:pt x="366" y="153"/>
                        </a:cubicBezTo>
                        <a:lnTo>
                          <a:pt x="366" y="10337"/>
                        </a:lnTo>
                        <a:cubicBezTo>
                          <a:pt x="269" y="10360"/>
                          <a:pt x="190" y="10360"/>
                          <a:pt x="93" y="10360"/>
                        </a:cubicBezTo>
                        <a:lnTo>
                          <a:pt x="93" y="116"/>
                        </a:lnTo>
                        <a:close/>
                        <a:moveTo>
                          <a:pt x="1" y="1"/>
                        </a:moveTo>
                        <a:lnTo>
                          <a:pt x="1" y="56"/>
                        </a:lnTo>
                        <a:lnTo>
                          <a:pt x="1" y="10397"/>
                        </a:lnTo>
                        <a:lnTo>
                          <a:pt x="1" y="10416"/>
                        </a:lnTo>
                        <a:lnTo>
                          <a:pt x="1" y="10452"/>
                        </a:lnTo>
                        <a:lnTo>
                          <a:pt x="403" y="10452"/>
                        </a:lnTo>
                        <a:lnTo>
                          <a:pt x="463" y="10434"/>
                        </a:lnTo>
                        <a:lnTo>
                          <a:pt x="463" y="10397"/>
                        </a:lnTo>
                        <a:lnTo>
                          <a:pt x="463" y="79"/>
                        </a:lnTo>
                        <a:lnTo>
                          <a:pt x="421" y="56"/>
                        </a:lnTo>
                        <a:cubicBezTo>
                          <a:pt x="287" y="38"/>
                          <a:pt x="171" y="19"/>
                          <a:pt x="56" y="1"/>
                        </a:cubicBezTo>
                        <a:close/>
                      </a:path>
                    </a:pathLst>
                  </a:custGeom>
                  <a:solidFill>
                    <a:srgbClr val="3E285A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12" name="Google Shape;2132;p47">
                    <a:extLst>
                      <a:ext uri="{FF2B5EF4-FFF2-40B4-BE49-F238E27FC236}">
                        <a16:creationId xmlns:a16="http://schemas.microsoft.com/office/drawing/2014/main" id="{16782C2F-24AD-B9A9-5EAF-3FE9BCEA6AEE}"/>
                      </a:ext>
                    </a:extLst>
                  </p:cNvPr>
                  <p:cNvSpPr/>
                  <p:nvPr/>
                </p:nvSpPr>
                <p:spPr>
                  <a:xfrm>
                    <a:off x="7016520" y="2634949"/>
                    <a:ext cx="40187" cy="11399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1" h="712" extrusionOk="0">
                        <a:moveTo>
                          <a:pt x="153" y="0"/>
                        </a:moveTo>
                        <a:cubicBezTo>
                          <a:pt x="135" y="0"/>
                          <a:pt x="116" y="19"/>
                          <a:pt x="116" y="60"/>
                        </a:cubicBezTo>
                        <a:cubicBezTo>
                          <a:pt x="153" y="250"/>
                          <a:pt x="75" y="444"/>
                          <a:pt x="19" y="638"/>
                        </a:cubicBezTo>
                        <a:cubicBezTo>
                          <a:pt x="1" y="675"/>
                          <a:pt x="19" y="693"/>
                          <a:pt x="38" y="712"/>
                        </a:cubicBezTo>
                        <a:cubicBezTo>
                          <a:pt x="75" y="712"/>
                          <a:pt x="98" y="693"/>
                          <a:pt x="98" y="675"/>
                        </a:cubicBezTo>
                        <a:cubicBezTo>
                          <a:pt x="172" y="481"/>
                          <a:pt x="250" y="268"/>
                          <a:pt x="213" y="37"/>
                        </a:cubicBezTo>
                        <a:cubicBezTo>
                          <a:pt x="213" y="19"/>
                          <a:pt x="172" y="0"/>
                          <a:pt x="153" y="0"/>
                        </a:cubicBezTo>
                        <a:close/>
                      </a:path>
                    </a:pathLst>
                  </a:custGeom>
                  <a:solidFill>
                    <a:srgbClr val="3E285A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13" name="Google Shape;2133;p47">
                    <a:extLst>
                      <a:ext uri="{FF2B5EF4-FFF2-40B4-BE49-F238E27FC236}">
                        <a16:creationId xmlns:a16="http://schemas.microsoft.com/office/drawing/2014/main" id="{AED58FA3-3998-6EF8-93FB-A29AF203C60B}"/>
                      </a:ext>
                    </a:extLst>
                  </p:cNvPr>
                  <p:cNvSpPr/>
                  <p:nvPr/>
                </p:nvSpPr>
                <p:spPr>
                  <a:xfrm>
                    <a:off x="5127080" y="3162028"/>
                    <a:ext cx="1531588" cy="126999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66" h="7932" extrusionOk="0">
                        <a:moveTo>
                          <a:pt x="2339" y="0"/>
                        </a:moveTo>
                        <a:cubicBezTo>
                          <a:pt x="1455" y="0"/>
                          <a:pt x="696" y="580"/>
                          <a:pt x="384" y="1426"/>
                        </a:cubicBezTo>
                        <a:cubicBezTo>
                          <a:pt x="1" y="2484"/>
                          <a:pt x="3522" y="5469"/>
                          <a:pt x="4330" y="6083"/>
                        </a:cubicBezTo>
                        <a:cubicBezTo>
                          <a:pt x="5120" y="6721"/>
                          <a:pt x="6987" y="7932"/>
                          <a:pt x="6987" y="7932"/>
                        </a:cubicBezTo>
                        <a:cubicBezTo>
                          <a:pt x="6987" y="7932"/>
                          <a:pt x="7814" y="7299"/>
                          <a:pt x="8701" y="5912"/>
                        </a:cubicBezTo>
                        <a:cubicBezTo>
                          <a:pt x="9565" y="4526"/>
                          <a:pt x="9510" y="3214"/>
                          <a:pt x="9510" y="3214"/>
                        </a:cubicBezTo>
                        <a:cubicBezTo>
                          <a:pt x="9510" y="3214"/>
                          <a:pt x="4099" y="442"/>
                          <a:pt x="2963" y="95"/>
                        </a:cubicBezTo>
                        <a:cubicBezTo>
                          <a:pt x="2751" y="31"/>
                          <a:pt x="2542" y="0"/>
                          <a:pt x="2339" y="0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14" name="Google Shape;2134;p47">
                    <a:extLst>
                      <a:ext uri="{FF2B5EF4-FFF2-40B4-BE49-F238E27FC236}">
                        <a16:creationId xmlns:a16="http://schemas.microsoft.com/office/drawing/2014/main" id="{AED8D3EC-12F2-DF63-3028-54CB3FBBEC1C}"/>
                      </a:ext>
                    </a:extLst>
                  </p:cNvPr>
                  <p:cNvSpPr/>
                  <p:nvPr/>
                </p:nvSpPr>
                <p:spPr>
                  <a:xfrm>
                    <a:off x="5164065" y="3153382"/>
                    <a:ext cx="1504210" cy="128824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395" h="8046" extrusionOk="0">
                        <a:moveTo>
                          <a:pt x="2085" y="106"/>
                        </a:moveTo>
                        <a:cubicBezTo>
                          <a:pt x="2288" y="106"/>
                          <a:pt x="2508" y="130"/>
                          <a:pt x="2713" y="191"/>
                        </a:cubicBezTo>
                        <a:cubicBezTo>
                          <a:pt x="2981" y="288"/>
                          <a:pt x="3540" y="519"/>
                          <a:pt x="4215" y="824"/>
                        </a:cubicBezTo>
                        <a:cubicBezTo>
                          <a:pt x="4871" y="1133"/>
                          <a:pt x="5661" y="1517"/>
                          <a:pt x="6410" y="1882"/>
                        </a:cubicBezTo>
                        <a:cubicBezTo>
                          <a:pt x="7874" y="2616"/>
                          <a:pt x="9182" y="3291"/>
                          <a:pt x="9219" y="3310"/>
                        </a:cubicBezTo>
                        <a:cubicBezTo>
                          <a:pt x="9219" y="3347"/>
                          <a:pt x="9279" y="4599"/>
                          <a:pt x="8410" y="5925"/>
                        </a:cubicBezTo>
                        <a:cubicBezTo>
                          <a:pt x="7565" y="7274"/>
                          <a:pt x="6793" y="7889"/>
                          <a:pt x="6738" y="7930"/>
                        </a:cubicBezTo>
                        <a:cubicBezTo>
                          <a:pt x="6701" y="7889"/>
                          <a:pt x="4908" y="6715"/>
                          <a:pt x="4118" y="6100"/>
                        </a:cubicBezTo>
                        <a:cubicBezTo>
                          <a:pt x="3734" y="5791"/>
                          <a:pt x="2635" y="4885"/>
                          <a:pt x="1710" y="3943"/>
                        </a:cubicBezTo>
                        <a:cubicBezTo>
                          <a:pt x="1248" y="3462"/>
                          <a:pt x="809" y="2963"/>
                          <a:pt x="537" y="2538"/>
                        </a:cubicBezTo>
                        <a:cubicBezTo>
                          <a:pt x="250" y="2113"/>
                          <a:pt x="116" y="1729"/>
                          <a:pt x="190" y="1498"/>
                        </a:cubicBezTo>
                        <a:cubicBezTo>
                          <a:pt x="481" y="727"/>
                          <a:pt x="1133" y="191"/>
                          <a:pt x="1904" y="112"/>
                        </a:cubicBezTo>
                        <a:cubicBezTo>
                          <a:pt x="1963" y="108"/>
                          <a:pt x="2023" y="106"/>
                          <a:pt x="2085" y="106"/>
                        </a:cubicBezTo>
                        <a:close/>
                        <a:moveTo>
                          <a:pt x="2119" y="1"/>
                        </a:moveTo>
                        <a:cubicBezTo>
                          <a:pt x="2047" y="1"/>
                          <a:pt x="1976" y="5"/>
                          <a:pt x="1904" y="15"/>
                        </a:cubicBezTo>
                        <a:cubicBezTo>
                          <a:pt x="1077" y="94"/>
                          <a:pt x="403" y="671"/>
                          <a:pt x="93" y="1461"/>
                        </a:cubicBezTo>
                        <a:cubicBezTo>
                          <a:pt x="1" y="1748"/>
                          <a:pt x="153" y="2154"/>
                          <a:pt x="440" y="2598"/>
                        </a:cubicBezTo>
                        <a:cubicBezTo>
                          <a:pt x="731" y="3037"/>
                          <a:pt x="1174" y="3522"/>
                          <a:pt x="1637" y="4003"/>
                        </a:cubicBezTo>
                        <a:cubicBezTo>
                          <a:pt x="2579" y="4964"/>
                          <a:pt x="3656" y="5869"/>
                          <a:pt x="4062" y="6179"/>
                        </a:cubicBezTo>
                        <a:cubicBezTo>
                          <a:pt x="4871" y="6812"/>
                          <a:pt x="6719" y="8027"/>
                          <a:pt x="6719" y="8027"/>
                        </a:cubicBezTo>
                        <a:lnTo>
                          <a:pt x="6756" y="8046"/>
                        </a:lnTo>
                        <a:lnTo>
                          <a:pt x="6775" y="8027"/>
                        </a:lnTo>
                        <a:cubicBezTo>
                          <a:pt x="6775" y="8027"/>
                          <a:pt x="7625" y="7371"/>
                          <a:pt x="8507" y="5985"/>
                        </a:cubicBezTo>
                        <a:cubicBezTo>
                          <a:pt x="9394" y="4599"/>
                          <a:pt x="9316" y="3268"/>
                          <a:pt x="9316" y="3268"/>
                        </a:cubicBezTo>
                        <a:lnTo>
                          <a:pt x="9316" y="3250"/>
                        </a:lnTo>
                        <a:lnTo>
                          <a:pt x="9297" y="3231"/>
                        </a:lnTo>
                        <a:cubicBezTo>
                          <a:pt x="9297" y="3231"/>
                          <a:pt x="7948" y="2538"/>
                          <a:pt x="6447" y="1808"/>
                        </a:cubicBezTo>
                        <a:cubicBezTo>
                          <a:pt x="5698" y="1420"/>
                          <a:pt x="4926" y="1055"/>
                          <a:pt x="4252" y="750"/>
                        </a:cubicBezTo>
                        <a:cubicBezTo>
                          <a:pt x="3582" y="440"/>
                          <a:pt x="3041" y="191"/>
                          <a:pt x="2750" y="94"/>
                        </a:cubicBezTo>
                        <a:cubicBezTo>
                          <a:pt x="2526" y="36"/>
                          <a:pt x="2319" y="1"/>
                          <a:pt x="2119" y="1"/>
                        </a:cubicBezTo>
                        <a:close/>
                      </a:path>
                    </a:pathLst>
                  </a:custGeom>
                  <a:solidFill>
                    <a:srgbClr val="3E285A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15" name="Google Shape;2135;p47">
                    <a:extLst>
                      <a:ext uri="{FF2B5EF4-FFF2-40B4-BE49-F238E27FC236}">
                        <a16:creationId xmlns:a16="http://schemas.microsoft.com/office/drawing/2014/main" id="{EB5FAD3B-0233-1919-A5CA-62BABB5FF7F2}"/>
                      </a:ext>
                    </a:extLst>
                  </p:cNvPr>
                  <p:cNvSpPr/>
                  <p:nvPr/>
                </p:nvSpPr>
                <p:spPr>
                  <a:xfrm>
                    <a:off x="5305441" y="3910697"/>
                    <a:ext cx="943353" cy="4159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92" h="2598" extrusionOk="0">
                        <a:moveTo>
                          <a:pt x="5329" y="0"/>
                        </a:moveTo>
                        <a:cubicBezTo>
                          <a:pt x="4940" y="0"/>
                          <a:pt x="3955" y="202"/>
                          <a:pt x="3872" y="234"/>
                        </a:cubicBezTo>
                        <a:cubicBezTo>
                          <a:pt x="3794" y="271"/>
                          <a:pt x="3641" y="599"/>
                          <a:pt x="3600" y="659"/>
                        </a:cubicBezTo>
                        <a:cubicBezTo>
                          <a:pt x="3563" y="696"/>
                          <a:pt x="2639" y="756"/>
                          <a:pt x="2639" y="756"/>
                        </a:cubicBezTo>
                        <a:cubicBezTo>
                          <a:pt x="2639" y="756"/>
                          <a:pt x="1313" y="756"/>
                          <a:pt x="735" y="871"/>
                        </a:cubicBezTo>
                        <a:cubicBezTo>
                          <a:pt x="157" y="987"/>
                          <a:pt x="0" y="1255"/>
                          <a:pt x="19" y="1583"/>
                        </a:cubicBezTo>
                        <a:cubicBezTo>
                          <a:pt x="42" y="1888"/>
                          <a:pt x="310" y="2410"/>
                          <a:pt x="522" y="2489"/>
                        </a:cubicBezTo>
                        <a:cubicBezTo>
                          <a:pt x="629" y="2535"/>
                          <a:pt x="975" y="2597"/>
                          <a:pt x="1442" y="2597"/>
                        </a:cubicBezTo>
                        <a:cubicBezTo>
                          <a:pt x="1909" y="2597"/>
                          <a:pt x="2495" y="2535"/>
                          <a:pt x="3082" y="2331"/>
                        </a:cubicBezTo>
                        <a:cubicBezTo>
                          <a:pt x="4256" y="1929"/>
                          <a:pt x="4639" y="1948"/>
                          <a:pt x="5143" y="1541"/>
                        </a:cubicBezTo>
                        <a:cubicBezTo>
                          <a:pt x="5661" y="1139"/>
                          <a:pt x="5892" y="599"/>
                          <a:pt x="5892" y="599"/>
                        </a:cubicBezTo>
                        <a:cubicBezTo>
                          <a:pt x="5873" y="543"/>
                          <a:pt x="5642" y="137"/>
                          <a:pt x="5471" y="21"/>
                        </a:cubicBezTo>
                        <a:cubicBezTo>
                          <a:pt x="5448" y="7"/>
                          <a:pt x="5398" y="0"/>
                          <a:pt x="5329" y="0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16" name="Google Shape;2136;p47">
                    <a:extLst>
                      <a:ext uri="{FF2B5EF4-FFF2-40B4-BE49-F238E27FC236}">
                        <a16:creationId xmlns:a16="http://schemas.microsoft.com/office/drawing/2014/main" id="{23B4DF3F-3817-CAA9-8F5A-8E71ADB7876A}"/>
                      </a:ext>
                    </a:extLst>
                  </p:cNvPr>
                  <p:cNvSpPr/>
                  <p:nvPr/>
                </p:nvSpPr>
                <p:spPr>
                  <a:xfrm>
                    <a:off x="5299517" y="3905093"/>
                    <a:ext cx="958884" cy="4286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89" h="2677" extrusionOk="0">
                        <a:moveTo>
                          <a:pt x="5393" y="98"/>
                        </a:moveTo>
                        <a:cubicBezTo>
                          <a:pt x="5448" y="98"/>
                          <a:pt x="5485" y="116"/>
                          <a:pt x="5485" y="116"/>
                        </a:cubicBezTo>
                        <a:cubicBezTo>
                          <a:pt x="5545" y="153"/>
                          <a:pt x="5661" y="269"/>
                          <a:pt x="5739" y="403"/>
                        </a:cubicBezTo>
                        <a:cubicBezTo>
                          <a:pt x="5776" y="463"/>
                          <a:pt x="5813" y="518"/>
                          <a:pt x="5832" y="560"/>
                        </a:cubicBezTo>
                        <a:cubicBezTo>
                          <a:pt x="5855" y="578"/>
                          <a:pt x="5855" y="597"/>
                          <a:pt x="5873" y="615"/>
                        </a:cubicBezTo>
                        <a:lnTo>
                          <a:pt x="5873" y="634"/>
                        </a:lnTo>
                        <a:cubicBezTo>
                          <a:pt x="5855" y="652"/>
                          <a:pt x="5642" y="1156"/>
                          <a:pt x="5162" y="1539"/>
                        </a:cubicBezTo>
                        <a:cubicBezTo>
                          <a:pt x="4907" y="1733"/>
                          <a:pt x="4700" y="1830"/>
                          <a:pt x="4390" y="1923"/>
                        </a:cubicBezTo>
                        <a:cubicBezTo>
                          <a:pt x="4080" y="2020"/>
                          <a:pt x="3697" y="2117"/>
                          <a:pt x="3119" y="2311"/>
                        </a:cubicBezTo>
                        <a:cubicBezTo>
                          <a:pt x="2523" y="2524"/>
                          <a:pt x="1946" y="2579"/>
                          <a:pt x="1484" y="2579"/>
                        </a:cubicBezTo>
                        <a:cubicBezTo>
                          <a:pt x="1253" y="2579"/>
                          <a:pt x="1058" y="2561"/>
                          <a:pt x="906" y="2542"/>
                        </a:cubicBezTo>
                        <a:cubicBezTo>
                          <a:pt x="730" y="2524"/>
                          <a:pt x="633" y="2500"/>
                          <a:pt x="578" y="2482"/>
                        </a:cubicBezTo>
                        <a:cubicBezTo>
                          <a:pt x="499" y="2445"/>
                          <a:pt x="384" y="2311"/>
                          <a:pt x="287" y="2135"/>
                        </a:cubicBezTo>
                        <a:cubicBezTo>
                          <a:pt x="194" y="1964"/>
                          <a:pt x="116" y="1752"/>
                          <a:pt x="116" y="1599"/>
                        </a:cubicBezTo>
                        <a:cubicBezTo>
                          <a:pt x="97" y="1461"/>
                          <a:pt x="134" y="1327"/>
                          <a:pt x="231" y="1211"/>
                        </a:cubicBezTo>
                        <a:cubicBezTo>
                          <a:pt x="328" y="1096"/>
                          <a:pt x="499" y="999"/>
                          <a:pt x="772" y="962"/>
                        </a:cubicBezTo>
                        <a:cubicBezTo>
                          <a:pt x="1350" y="846"/>
                          <a:pt x="2676" y="846"/>
                          <a:pt x="2676" y="846"/>
                        </a:cubicBezTo>
                        <a:cubicBezTo>
                          <a:pt x="2676" y="846"/>
                          <a:pt x="2907" y="828"/>
                          <a:pt x="3138" y="809"/>
                        </a:cubicBezTo>
                        <a:cubicBezTo>
                          <a:pt x="3272" y="791"/>
                          <a:pt x="3387" y="791"/>
                          <a:pt x="3484" y="768"/>
                        </a:cubicBezTo>
                        <a:cubicBezTo>
                          <a:pt x="3521" y="768"/>
                          <a:pt x="3563" y="768"/>
                          <a:pt x="3600" y="749"/>
                        </a:cubicBezTo>
                        <a:lnTo>
                          <a:pt x="3637" y="749"/>
                        </a:lnTo>
                        <a:cubicBezTo>
                          <a:pt x="3660" y="749"/>
                          <a:pt x="3660" y="749"/>
                          <a:pt x="3678" y="712"/>
                        </a:cubicBezTo>
                        <a:cubicBezTo>
                          <a:pt x="3697" y="694"/>
                          <a:pt x="3697" y="675"/>
                          <a:pt x="3734" y="634"/>
                        </a:cubicBezTo>
                        <a:cubicBezTo>
                          <a:pt x="3752" y="597"/>
                          <a:pt x="3775" y="560"/>
                          <a:pt x="3794" y="500"/>
                        </a:cubicBezTo>
                        <a:cubicBezTo>
                          <a:pt x="3831" y="463"/>
                          <a:pt x="3849" y="403"/>
                          <a:pt x="3891" y="366"/>
                        </a:cubicBezTo>
                        <a:cubicBezTo>
                          <a:pt x="3909" y="347"/>
                          <a:pt x="3928" y="306"/>
                          <a:pt x="3928" y="306"/>
                        </a:cubicBezTo>
                        <a:lnTo>
                          <a:pt x="3965" y="306"/>
                        </a:lnTo>
                        <a:cubicBezTo>
                          <a:pt x="3965" y="306"/>
                          <a:pt x="3983" y="287"/>
                          <a:pt x="4006" y="287"/>
                        </a:cubicBezTo>
                        <a:cubicBezTo>
                          <a:pt x="4062" y="287"/>
                          <a:pt x="4122" y="269"/>
                          <a:pt x="4177" y="250"/>
                        </a:cubicBezTo>
                        <a:cubicBezTo>
                          <a:pt x="4330" y="232"/>
                          <a:pt x="4505" y="190"/>
                          <a:pt x="4700" y="153"/>
                        </a:cubicBezTo>
                        <a:cubicBezTo>
                          <a:pt x="4870" y="135"/>
                          <a:pt x="5065" y="116"/>
                          <a:pt x="5199" y="98"/>
                        </a:cubicBezTo>
                        <a:close/>
                        <a:moveTo>
                          <a:pt x="5199" y="1"/>
                        </a:moveTo>
                        <a:cubicBezTo>
                          <a:pt x="5046" y="19"/>
                          <a:pt x="4852" y="38"/>
                          <a:pt x="4676" y="56"/>
                        </a:cubicBezTo>
                        <a:cubicBezTo>
                          <a:pt x="4487" y="98"/>
                          <a:pt x="4311" y="135"/>
                          <a:pt x="4159" y="153"/>
                        </a:cubicBezTo>
                        <a:cubicBezTo>
                          <a:pt x="4099" y="172"/>
                          <a:pt x="4025" y="172"/>
                          <a:pt x="3983" y="190"/>
                        </a:cubicBezTo>
                        <a:cubicBezTo>
                          <a:pt x="3965" y="190"/>
                          <a:pt x="3946" y="213"/>
                          <a:pt x="3928" y="213"/>
                        </a:cubicBezTo>
                        <a:cubicBezTo>
                          <a:pt x="3909" y="213"/>
                          <a:pt x="3909" y="213"/>
                          <a:pt x="3891" y="232"/>
                        </a:cubicBezTo>
                        <a:cubicBezTo>
                          <a:pt x="3849" y="250"/>
                          <a:pt x="3831" y="269"/>
                          <a:pt x="3794" y="306"/>
                        </a:cubicBezTo>
                        <a:cubicBezTo>
                          <a:pt x="3775" y="347"/>
                          <a:pt x="3734" y="403"/>
                          <a:pt x="3715" y="463"/>
                        </a:cubicBezTo>
                        <a:cubicBezTo>
                          <a:pt x="3678" y="500"/>
                          <a:pt x="3660" y="537"/>
                          <a:pt x="3637" y="578"/>
                        </a:cubicBezTo>
                        <a:cubicBezTo>
                          <a:pt x="3618" y="615"/>
                          <a:pt x="3600" y="634"/>
                          <a:pt x="3600" y="652"/>
                        </a:cubicBezTo>
                        <a:lnTo>
                          <a:pt x="3581" y="652"/>
                        </a:lnTo>
                        <a:cubicBezTo>
                          <a:pt x="3544" y="652"/>
                          <a:pt x="3503" y="675"/>
                          <a:pt x="3466" y="675"/>
                        </a:cubicBezTo>
                        <a:cubicBezTo>
                          <a:pt x="3369" y="694"/>
                          <a:pt x="3253" y="694"/>
                          <a:pt x="3138" y="712"/>
                        </a:cubicBezTo>
                        <a:cubicBezTo>
                          <a:pt x="2907" y="731"/>
                          <a:pt x="2657" y="749"/>
                          <a:pt x="2657" y="749"/>
                        </a:cubicBezTo>
                        <a:cubicBezTo>
                          <a:pt x="2657" y="749"/>
                          <a:pt x="1368" y="749"/>
                          <a:pt x="772" y="865"/>
                        </a:cubicBezTo>
                        <a:cubicBezTo>
                          <a:pt x="462" y="906"/>
                          <a:pt x="268" y="1022"/>
                          <a:pt x="153" y="1156"/>
                        </a:cubicBezTo>
                        <a:cubicBezTo>
                          <a:pt x="37" y="1290"/>
                          <a:pt x="0" y="1442"/>
                          <a:pt x="19" y="1618"/>
                        </a:cubicBezTo>
                        <a:cubicBezTo>
                          <a:pt x="19" y="1789"/>
                          <a:pt x="97" y="2001"/>
                          <a:pt x="194" y="2177"/>
                        </a:cubicBezTo>
                        <a:cubicBezTo>
                          <a:pt x="287" y="2366"/>
                          <a:pt x="425" y="2524"/>
                          <a:pt x="541" y="2579"/>
                        </a:cubicBezTo>
                        <a:cubicBezTo>
                          <a:pt x="615" y="2598"/>
                          <a:pt x="730" y="2616"/>
                          <a:pt x="888" y="2639"/>
                        </a:cubicBezTo>
                        <a:cubicBezTo>
                          <a:pt x="1040" y="2658"/>
                          <a:pt x="1253" y="2676"/>
                          <a:pt x="1484" y="2676"/>
                        </a:cubicBezTo>
                        <a:cubicBezTo>
                          <a:pt x="1964" y="2676"/>
                          <a:pt x="2542" y="2616"/>
                          <a:pt x="3138" y="2408"/>
                        </a:cubicBezTo>
                        <a:cubicBezTo>
                          <a:pt x="3734" y="2214"/>
                          <a:pt x="4122" y="2117"/>
                          <a:pt x="4427" y="2020"/>
                        </a:cubicBezTo>
                        <a:cubicBezTo>
                          <a:pt x="4736" y="1923"/>
                          <a:pt x="4949" y="1807"/>
                          <a:pt x="5217" y="1618"/>
                        </a:cubicBezTo>
                        <a:cubicBezTo>
                          <a:pt x="5739" y="1193"/>
                          <a:pt x="5970" y="652"/>
                          <a:pt x="5970" y="652"/>
                        </a:cubicBezTo>
                        <a:lnTo>
                          <a:pt x="5989" y="634"/>
                        </a:lnTo>
                        <a:lnTo>
                          <a:pt x="5970" y="615"/>
                        </a:lnTo>
                        <a:cubicBezTo>
                          <a:pt x="5970" y="597"/>
                          <a:pt x="5970" y="597"/>
                          <a:pt x="5947" y="578"/>
                        </a:cubicBezTo>
                        <a:cubicBezTo>
                          <a:pt x="5947" y="560"/>
                          <a:pt x="5929" y="537"/>
                          <a:pt x="5929" y="518"/>
                        </a:cubicBezTo>
                        <a:cubicBezTo>
                          <a:pt x="5892" y="463"/>
                          <a:pt x="5855" y="403"/>
                          <a:pt x="5813" y="347"/>
                        </a:cubicBezTo>
                        <a:cubicBezTo>
                          <a:pt x="5739" y="213"/>
                          <a:pt x="5642" y="75"/>
                          <a:pt x="5527" y="19"/>
                        </a:cubicBezTo>
                        <a:cubicBezTo>
                          <a:pt x="5508" y="1"/>
                          <a:pt x="5448" y="1"/>
                          <a:pt x="5393" y="1"/>
                        </a:cubicBezTo>
                        <a:close/>
                      </a:path>
                    </a:pathLst>
                  </a:custGeom>
                  <a:solidFill>
                    <a:srgbClr val="3E285A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17" name="Google Shape;2137;p47">
                    <a:extLst>
                      <a:ext uri="{FF2B5EF4-FFF2-40B4-BE49-F238E27FC236}">
                        <a16:creationId xmlns:a16="http://schemas.microsoft.com/office/drawing/2014/main" id="{908B8AC3-739E-97F9-C2FA-37FCF9434911}"/>
                      </a:ext>
                    </a:extLst>
                  </p:cNvPr>
                  <p:cNvSpPr/>
                  <p:nvPr/>
                </p:nvSpPr>
                <p:spPr>
                  <a:xfrm>
                    <a:off x="5265414" y="3989791"/>
                    <a:ext cx="1075922" cy="64924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720" h="4055" extrusionOk="0">
                        <a:moveTo>
                          <a:pt x="5939" y="0"/>
                        </a:moveTo>
                        <a:cubicBezTo>
                          <a:pt x="5480" y="0"/>
                          <a:pt x="4165" y="435"/>
                          <a:pt x="3734" y="470"/>
                        </a:cubicBezTo>
                        <a:cubicBezTo>
                          <a:pt x="3272" y="511"/>
                          <a:pt x="1174" y="779"/>
                          <a:pt x="597" y="913"/>
                        </a:cubicBezTo>
                        <a:cubicBezTo>
                          <a:pt x="1" y="1047"/>
                          <a:pt x="1" y="2129"/>
                          <a:pt x="79" y="2665"/>
                        </a:cubicBezTo>
                        <a:cubicBezTo>
                          <a:pt x="153" y="3205"/>
                          <a:pt x="500" y="3820"/>
                          <a:pt x="888" y="3995"/>
                        </a:cubicBezTo>
                        <a:cubicBezTo>
                          <a:pt x="985" y="4039"/>
                          <a:pt x="1220" y="4055"/>
                          <a:pt x="1534" y="4055"/>
                        </a:cubicBezTo>
                        <a:cubicBezTo>
                          <a:pt x="2463" y="4055"/>
                          <a:pt x="4085" y="3912"/>
                          <a:pt x="4889" y="3898"/>
                        </a:cubicBezTo>
                        <a:cubicBezTo>
                          <a:pt x="5971" y="3861"/>
                          <a:pt x="6202" y="3496"/>
                          <a:pt x="6299" y="3284"/>
                        </a:cubicBezTo>
                        <a:cubicBezTo>
                          <a:pt x="6414" y="3071"/>
                          <a:pt x="6622" y="2512"/>
                          <a:pt x="6664" y="2147"/>
                        </a:cubicBezTo>
                        <a:cubicBezTo>
                          <a:pt x="6719" y="1782"/>
                          <a:pt x="6585" y="913"/>
                          <a:pt x="6585" y="913"/>
                        </a:cubicBezTo>
                        <a:cubicBezTo>
                          <a:pt x="6530" y="567"/>
                          <a:pt x="6373" y="105"/>
                          <a:pt x="6026" y="8"/>
                        </a:cubicBezTo>
                        <a:cubicBezTo>
                          <a:pt x="6002" y="3"/>
                          <a:pt x="5973" y="0"/>
                          <a:pt x="5939" y="0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18" name="Google Shape;2138;p47">
                    <a:extLst>
                      <a:ext uri="{FF2B5EF4-FFF2-40B4-BE49-F238E27FC236}">
                        <a16:creationId xmlns:a16="http://schemas.microsoft.com/office/drawing/2014/main" id="{96D83885-DA62-1768-8992-CD84B931E870}"/>
                      </a:ext>
                    </a:extLst>
                  </p:cNvPr>
                  <p:cNvSpPr/>
                  <p:nvPr/>
                </p:nvSpPr>
                <p:spPr>
                  <a:xfrm>
                    <a:off x="5259490" y="3981785"/>
                    <a:ext cx="1084728" cy="6662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775" h="4161" extrusionOk="0">
                        <a:moveTo>
                          <a:pt x="5921" y="106"/>
                        </a:moveTo>
                        <a:cubicBezTo>
                          <a:pt x="5978" y="106"/>
                          <a:pt x="6022" y="110"/>
                          <a:pt x="6045" y="118"/>
                        </a:cubicBezTo>
                        <a:cubicBezTo>
                          <a:pt x="6197" y="155"/>
                          <a:pt x="6313" y="270"/>
                          <a:pt x="6410" y="446"/>
                        </a:cubicBezTo>
                        <a:cubicBezTo>
                          <a:pt x="6488" y="617"/>
                          <a:pt x="6544" y="811"/>
                          <a:pt x="6585" y="982"/>
                        </a:cubicBezTo>
                        <a:cubicBezTo>
                          <a:pt x="6585" y="982"/>
                          <a:pt x="6604" y="1194"/>
                          <a:pt x="6641" y="1444"/>
                        </a:cubicBezTo>
                        <a:cubicBezTo>
                          <a:pt x="6659" y="1717"/>
                          <a:pt x="6682" y="2003"/>
                          <a:pt x="6659" y="2179"/>
                        </a:cubicBezTo>
                        <a:cubicBezTo>
                          <a:pt x="6604" y="2544"/>
                          <a:pt x="6391" y="3103"/>
                          <a:pt x="6294" y="3292"/>
                        </a:cubicBezTo>
                        <a:cubicBezTo>
                          <a:pt x="6239" y="3408"/>
                          <a:pt x="6160" y="3546"/>
                          <a:pt x="5966" y="3662"/>
                        </a:cubicBezTo>
                        <a:cubicBezTo>
                          <a:pt x="5777" y="3777"/>
                          <a:pt x="5449" y="3870"/>
                          <a:pt x="4926" y="3893"/>
                        </a:cubicBezTo>
                        <a:cubicBezTo>
                          <a:pt x="4390" y="3893"/>
                          <a:pt x="3485" y="3967"/>
                          <a:pt x="2676" y="4008"/>
                        </a:cubicBezTo>
                        <a:cubicBezTo>
                          <a:pt x="2251" y="4027"/>
                          <a:pt x="1868" y="4045"/>
                          <a:pt x="1558" y="4045"/>
                        </a:cubicBezTo>
                        <a:lnTo>
                          <a:pt x="1174" y="4045"/>
                        </a:lnTo>
                        <a:cubicBezTo>
                          <a:pt x="1059" y="4027"/>
                          <a:pt x="980" y="4008"/>
                          <a:pt x="943" y="3985"/>
                        </a:cubicBezTo>
                        <a:cubicBezTo>
                          <a:pt x="768" y="3911"/>
                          <a:pt x="578" y="3736"/>
                          <a:pt x="444" y="3486"/>
                        </a:cubicBezTo>
                        <a:cubicBezTo>
                          <a:pt x="306" y="3255"/>
                          <a:pt x="190" y="2969"/>
                          <a:pt x="153" y="2715"/>
                        </a:cubicBezTo>
                        <a:cubicBezTo>
                          <a:pt x="116" y="2447"/>
                          <a:pt x="98" y="2045"/>
                          <a:pt x="172" y="1698"/>
                        </a:cubicBezTo>
                        <a:cubicBezTo>
                          <a:pt x="190" y="1522"/>
                          <a:pt x="250" y="1370"/>
                          <a:pt x="329" y="1236"/>
                        </a:cubicBezTo>
                        <a:cubicBezTo>
                          <a:pt x="403" y="1120"/>
                          <a:pt x="500" y="1042"/>
                          <a:pt x="634" y="1005"/>
                        </a:cubicBezTo>
                        <a:cubicBezTo>
                          <a:pt x="1211" y="866"/>
                          <a:pt x="3309" y="617"/>
                          <a:pt x="3771" y="561"/>
                        </a:cubicBezTo>
                        <a:cubicBezTo>
                          <a:pt x="4025" y="543"/>
                          <a:pt x="4506" y="404"/>
                          <a:pt x="4968" y="289"/>
                        </a:cubicBezTo>
                        <a:cubicBezTo>
                          <a:pt x="5199" y="233"/>
                          <a:pt x="5430" y="173"/>
                          <a:pt x="5619" y="136"/>
                        </a:cubicBezTo>
                        <a:cubicBezTo>
                          <a:pt x="5733" y="115"/>
                          <a:pt x="5841" y="106"/>
                          <a:pt x="5921" y="106"/>
                        </a:cubicBezTo>
                        <a:close/>
                        <a:moveTo>
                          <a:pt x="5928" y="1"/>
                        </a:moveTo>
                        <a:cubicBezTo>
                          <a:pt x="5843" y="1"/>
                          <a:pt x="5739" y="16"/>
                          <a:pt x="5619" y="39"/>
                        </a:cubicBezTo>
                        <a:cubicBezTo>
                          <a:pt x="5412" y="81"/>
                          <a:pt x="5181" y="136"/>
                          <a:pt x="4950" y="196"/>
                        </a:cubicBezTo>
                        <a:cubicBezTo>
                          <a:pt x="4464" y="312"/>
                          <a:pt x="3984" y="446"/>
                          <a:pt x="3771" y="464"/>
                        </a:cubicBezTo>
                        <a:cubicBezTo>
                          <a:pt x="3291" y="520"/>
                          <a:pt x="1211" y="774"/>
                          <a:pt x="615" y="908"/>
                        </a:cubicBezTo>
                        <a:cubicBezTo>
                          <a:pt x="463" y="945"/>
                          <a:pt x="329" y="1042"/>
                          <a:pt x="250" y="1176"/>
                        </a:cubicBezTo>
                        <a:cubicBezTo>
                          <a:pt x="153" y="1328"/>
                          <a:pt x="98" y="1504"/>
                          <a:pt x="75" y="1675"/>
                        </a:cubicBezTo>
                        <a:cubicBezTo>
                          <a:pt x="1" y="2045"/>
                          <a:pt x="19" y="2447"/>
                          <a:pt x="56" y="2738"/>
                        </a:cubicBezTo>
                        <a:cubicBezTo>
                          <a:pt x="98" y="3006"/>
                          <a:pt x="213" y="3292"/>
                          <a:pt x="366" y="3546"/>
                        </a:cubicBezTo>
                        <a:cubicBezTo>
                          <a:pt x="500" y="3796"/>
                          <a:pt x="694" y="3985"/>
                          <a:pt x="907" y="4082"/>
                        </a:cubicBezTo>
                        <a:cubicBezTo>
                          <a:pt x="962" y="4124"/>
                          <a:pt x="1059" y="4124"/>
                          <a:pt x="1156" y="4142"/>
                        </a:cubicBezTo>
                        <a:cubicBezTo>
                          <a:pt x="1272" y="4142"/>
                          <a:pt x="1406" y="4161"/>
                          <a:pt x="1558" y="4161"/>
                        </a:cubicBezTo>
                        <a:cubicBezTo>
                          <a:pt x="1868" y="4161"/>
                          <a:pt x="2270" y="4142"/>
                          <a:pt x="2676" y="4124"/>
                        </a:cubicBezTo>
                        <a:cubicBezTo>
                          <a:pt x="3485" y="4064"/>
                          <a:pt x="4390" y="4008"/>
                          <a:pt x="4926" y="3985"/>
                        </a:cubicBezTo>
                        <a:cubicBezTo>
                          <a:pt x="5467" y="3985"/>
                          <a:pt x="5814" y="3870"/>
                          <a:pt x="6026" y="3736"/>
                        </a:cubicBezTo>
                        <a:cubicBezTo>
                          <a:pt x="6239" y="3620"/>
                          <a:pt x="6336" y="3449"/>
                          <a:pt x="6391" y="3352"/>
                        </a:cubicBezTo>
                        <a:cubicBezTo>
                          <a:pt x="6488" y="3121"/>
                          <a:pt x="6701" y="2581"/>
                          <a:pt x="6756" y="2197"/>
                        </a:cubicBezTo>
                        <a:cubicBezTo>
                          <a:pt x="6775" y="2003"/>
                          <a:pt x="6756" y="1698"/>
                          <a:pt x="6738" y="1444"/>
                        </a:cubicBezTo>
                        <a:cubicBezTo>
                          <a:pt x="6701" y="1176"/>
                          <a:pt x="6682" y="963"/>
                          <a:pt x="6682" y="963"/>
                        </a:cubicBezTo>
                        <a:cubicBezTo>
                          <a:pt x="6641" y="792"/>
                          <a:pt x="6585" y="580"/>
                          <a:pt x="6488" y="404"/>
                        </a:cubicBezTo>
                        <a:cubicBezTo>
                          <a:pt x="6391" y="215"/>
                          <a:pt x="6257" y="58"/>
                          <a:pt x="6063" y="21"/>
                        </a:cubicBezTo>
                        <a:cubicBezTo>
                          <a:pt x="6026" y="7"/>
                          <a:pt x="5981" y="1"/>
                          <a:pt x="5928" y="1"/>
                        </a:cubicBezTo>
                        <a:close/>
                      </a:path>
                    </a:pathLst>
                  </a:custGeom>
                  <a:solidFill>
                    <a:srgbClr val="3E285A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19" name="Google Shape;2139;p47">
                    <a:extLst>
                      <a:ext uri="{FF2B5EF4-FFF2-40B4-BE49-F238E27FC236}">
                        <a16:creationId xmlns:a16="http://schemas.microsoft.com/office/drawing/2014/main" id="{E476AEE8-50B9-9E01-74DC-EC94535F21EF}"/>
                      </a:ext>
                    </a:extLst>
                  </p:cNvPr>
                  <p:cNvSpPr/>
                  <p:nvPr/>
                </p:nvSpPr>
                <p:spPr>
                  <a:xfrm>
                    <a:off x="5407430" y="4219547"/>
                    <a:ext cx="922059" cy="42733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59" h="2669" extrusionOk="0">
                        <a:moveTo>
                          <a:pt x="4871" y="0"/>
                        </a:moveTo>
                        <a:cubicBezTo>
                          <a:pt x="4494" y="201"/>
                          <a:pt x="4032" y="230"/>
                          <a:pt x="3510" y="230"/>
                        </a:cubicBezTo>
                        <a:cubicBezTo>
                          <a:pt x="3300" y="230"/>
                          <a:pt x="3079" y="226"/>
                          <a:pt x="2851" y="226"/>
                        </a:cubicBezTo>
                        <a:cubicBezTo>
                          <a:pt x="2513" y="226"/>
                          <a:pt x="2157" y="236"/>
                          <a:pt x="1789" y="287"/>
                        </a:cubicBezTo>
                        <a:cubicBezTo>
                          <a:pt x="560" y="481"/>
                          <a:pt x="1" y="1114"/>
                          <a:pt x="306" y="1983"/>
                        </a:cubicBezTo>
                        <a:cubicBezTo>
                          <a:pt x="515" y="2565"/>
                          <a:pt x="995" y="2669"/>
                          <a:pt x="1451" y="2669"/>
                        </a:cubicBezTo>
                        <a:cubicBezTo>
                          <a:pt x="1671" y="2669"/>
                          <a:pt x="1886" y="2645"/>
                          <a:pt x="2062" y="2639"/>
                        </a:cubicBezTo>
                        <a:cubicBezTo>
                          <a:pt x="2579" y="2639"/>
                          <a:pt x="4603" y="2597"/>
                          <a:pt x="5181" y="2251"/>
                        </a:cubicBezTo>
                        <a:cubicBezTo>
                          <a:pt x="5758" y="1886"/>
                          <a:pt x="5661" y="1849"/>
                          <a:pt x="5486" y="1174"/>
                        </a:cubicBezTo>
                        <a:cubicBezTo>
                          <a:pt x="5315" y="518"/>
                          <a:pt x="4871" y="0"/>
                          <a:pt x="4871" y="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20" name="Google Shape;2140;p47">
                    <a:extLst>
                      <a:ext uri="{FF2B5EF4-FFF2-40B4-BE49-F238E27FC236}">
                        <a16:creationId xmlns:a16="http://schemas.microsoft.com/office/drawing/2014/main" id="{1B23CF23-5B86-278D-69AD-C66F08FF57FD}"/>
                      </a:ext>
                    </a:extLst>
                  </p:cNvPr>
                  <p:cNvSpPr/>
                  <p:nvPr/>
                </p:nvSpPr>
                <p:spPr>
                  <a:xfrm>
                    <a:off x="5423121" y="4209941"/>
                    <a:ext cx="896762" cy="4452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601" h="2781" extrusionOk="0">
                        <a:moveTo>
                          <a:pt x="4755" y="116"/>
                        </a:moveTo>
                        <a:cubicBezTo>
                          <a:pt x="4773" y="158"/>
                          <a:pt x="5175" y="638"/>
                          <a:pt x="5351" y="1253"/>
                        </a:cubicBezTo>
                        <a:cubicBezTo>
                          <a:pt x="5429" y="1581"/>
                          <a:pt x="5485" y="1752"/>
                          <a:pt x="5466" y="1867"/>
                        </a:cubicBezTo>
                        <a:cubicBezTo>
                          <a:pt x="5466" y="1927"/>
                          <a:pt x="5429" y="1983"/>
                          <a:pt x="5369" y="2043"/>
                        </a:cubicBezTo>
                        <a:cubicBezTo>
                          <a:pt x="5291" y="2098"/>
                          <a:pt x="5198" y="2177"/>
                          <a:pt x="5060" y="2255"/>
                        </a:cubicBezTo>
                        <a:cubicBezTo>
                          <a:pt x="4792" y="2426"/>
                          <a:pt x="4135" y="2523"/>
                          <a:pt x="3502" y="2583"/>
                        </a:cubicBezTo>
                        <a:cubicBezTo>
                          <a:pt x="2846" y="2639"/>
                          <a:pt x="2213" y="2639"/>
                          <a:pt x="1964" y="2639"/>
                        </a:cubicBezTo>
                        <a:cubicBezTo>
                          <a:pt x="1786" y="2650"/>
                          <a:pt x="1586" y="2670"/>
                          <a:pt x="1384" y="2670"/>
                        </a:cubicBezTo>
                        <a:cubicBezTo>
                          <a:pt x="1255" y="2670"/>
                          <a:pt x="1125" y="2662"/>
                          <a:pt x="998" y="2639"/>
                        </a:cubicBezTo>
                        <a:cubicBezTo>
                          <a:pt x="693" y="2602"/>
                          <a:pt x="402" y="2445"/>
                          <a:pt x="250" y="2024"/>
                        </a:cubicBezTo>
                        <a:cubicBezTo>
                          <a:pt x="116" y="1599"/>
                          <a:pt x="171" y="1253"/>
                          <a:pt x="402" y="985"/>
                        </a:cubicBezTo>
                        <a:cubicBezTo>
                          <a:pt x="652" y="694"/>
                          <a:pt x="1095" y="504"/>
                          <a:pt x="1691" y="407"/>
                        </a:cubicBezTo>
                        <a:cubicBezTo>
                          <a:pt x="2043" y="352"/>
                          <a:pt x="2381" y="340"/>
                          <a:pt x="2702" y="340"/>
                        </a:cubicBezTo>
                        <a:cubicBezTo>
                          <a:pt x="2947" y="340"/>
                          <a:pt x="3182" y="347"/>
                          <a:pt x="3405" y="347"/>
                        </a:cubicBezTo>
                        <a:cubicBezTo>
                          <a:pt x="3928" y="347"/>
                          <a:pt x="4366" y="310"/>
                          <a:pt x="4755" y="116"/>
                        </a:cubicBezTo>
                        <a:close/>
                        <a:moveTo>
                          <a:pt x="4773" y="0"/>
                        </a:moveTo>
                        <a:lnTo>
                          <a:pt x="4755" y="19"/>
                        </a:lnTo>
                        <a:cubicBezTo>
                          <a:pt x="4390" y="213"/>
                          <a:pt x="3928" y="231"/>
                          <a:pt x="3405" y="231"/>
                        </a:cubicBezTo>
                        <a:cubicBezTo>
                          <a:pt x="3263" y="231"/>
                          <a:pt x="3115" y="230"/>
                          <a:pt x="2964" y="230"/>
                        </a:cubicBezTo>
                        <a:cubicBezTo>
                          <a:pt x="2566" y="230"/>
                          <a:pt x="2140" y="240"/>
                          <a:pt x="1691" y="310"/>
                        </a:cubicBezTo>
                        <a:cubicBezTo>
                          <a:pt x="1058" y="407"/>
                          <a:pt x="596" y="620"/>
                          <a:pt x="347" y="906"/>
                        </a:cubicBezTo>
                        <a:cubicBezTo>
                          <a:pt x="74" y="1216"/>
                          <a:pt x="0" y="1618"/>
                          <a:pt x="171" y="2061"/>
                        </a:cubicBezTo>
                        <a:cubicBezTo>
                          <a:pt x="323" y="2505"/>
                          <a:pt x="652" y="2676"/>
                          <a:pt x="998" y="2754"/>
                        </a:cubicBezTo>
                        <a:cubicBezTo>
                          <a:pt x="1107" y="2774"/>
                          <a:pt x="1221" y="2781"/>
                          <a:pt x="1334" y="2781"/>
                        </a:cubicBezTo>
                        <a:cubicBezTo>
                          <a:pt x="1559" y="2781"/>
                          <a:pt x="1782" y="2754"/>
                          <a:pt x="1964" y="2754"/>
                        </a:cubicBezTo>
                        <a:cubicBezTo>
                          <a:pt x="2213" y="2736"/>
                          <a:pt x="2865" y="2736"/>
                          <a:pt x="3502" y="2676"/>
                        </a:cubicBezTo>
                        <a:cubicBezTo>
                          <a:pt x="4159" y="2620"/>
                          <a:pt x="4792" y="2542"/>
                          <a:pt x="5120" y="2352"/>
                        </a:cubicBezTo>
                        <a:cubicBezTo>
                          <a:pt x="5254" y="2255"/>
                          <a:pt x="5351" y="2177"/>
                          <a:pt x="5429" y="2121"/>
                        </a:cubicBezTo>
                        <a:cubicBezTo>
                          <a:pt x="5503" y="2043"/>
                          <a:pt x="5563" y="1983"/>
                          <a:pt x="5563" y="1890"/>
                        </a:cubicBezTo>
                        <a:cubicBezTo>
                          <a:pt x="5600" y="1733"/>
                          <a:pt x="5522" y="1562"/>
                          <a:pt x="5448" y="1234"/>
                        </a:cubicBezTo>
                        <a:cubicBezTo>
                          <a:pt x="5272" y="560"/>
                          <a:pt x="4810" y="42"/>
                          <a:pt x="4810" y="42"/>
                        </a:cubicBezTo>
                        <a:lnTo>
                          <a:pt x="4773" y="0"/>
                        </a:lnTo>
                        <a:close/>
                      </a:path>
                    </a:pathLst>
                  </a:custGeom>
                  <a:solidFill>
                    <a:srgbClr val="3E285A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21" name="Google Shape;2141;p47">
                    <a:extLst>
                      <a:ext uri="{FF2B5EF4-FFF2-40B4-BE49-F238E27FC236}">
                        <a16:creationId xmlns:a16="http://schemas.microsoft.com/office/drawing/2014/main" id="{AE07026E-8904-DA8C-6D71-115DFA118838}"/>
                      </a:ext>
                    </a:extLst>
                  </p:cNvPr>
                  <p:cNvSpPr/>
                  <p:nvPr/>
                </p:nvSpPr>
                <p:spPr>
                  <a:xfrm>
                    <a:off x="6085169" y="4108271"/>
                    <a:ext cx="459509" cy="45359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70" h="2833" extrusionOk="0">
                        <a:moveTo>
                          <a:pt x="1615" y="0"/>
                        </a:moveTo>
                        <a:cubicBezTo>
                          <a:pt x="1450" y="0"/>
                          <a:pt x="1070" y="25"/>
                          <a:pt x="851" y="233"/>
                        </a:cubicBezTo>
                        <a:cubicBezTo>
                          <a:pt x="560" y="483"/>
                          <a:pt x="116" y="829"/>
                          <a:pt x="60" y="1675"/>
                        </a:cubicBezTo>
                        <a:cubicBezTo>
                          <a:pt x="0" y="2525"/>
                          <a:pt x="389" y="2830"/>
                          <a:pt x="389" y="2830"/>
                        </a:cubicBezTo>
                        <a:cubicBezTo>
                          <a:pt x="389" y="2830"/>
                          <a:pt x="433" y="2833"/>
                          <a:pt x="513" y="2833"/>
                        </a:cubicBezTo>
                        <a:cubicBezTo>
                          <a:pt x="881" y="2833"/>
                          <a:pt x="1999" y="2779"/>
                          <a:pt x="2870" y="2179"/>
                        </a:cubicBezTo>
                        <a:lnTo>
                          <a:pt x="1696" y="2"/>
                        </a:lnTo>
                        <a:cubicBezTo>
                          <a:pt x="1696" y="2"/>
                          <a:pt x="1666" y="0"/>
                          <a:pt x="1615" y="0"/>
                        </a:cubicBezTo>
                        <a:close/>
                      </a:path>
                    </a:pathLst>
                  </a:custGeom>
                  <a:solidFill>
                    <a:srgbClr val="9669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22" name="Google Shape;2142;p47">
                    <a:extLst>
                      <a:ext uri="{FF2B5EF4-FFF2-40B4-BE49-F238E27FC236}">
                        <a16:creationId xmlns:a16="http://schemas.microsoft.com/office/drawing/2014/main" id="{C1910856-42DA-1EE1-BAEF-128FEA838CD0}"/>
                      </a:ext>
                    </a:extLst>
                  </p:cNvPr>
                  <p:cNvSpPr/>
                  <p:nvPr/>
                </p:nvSpPr>
                <p:spPr>
                  <a:xfrm>
                    <a:off x="6082127" y="4098985"/>
                    <a:ext cx="475199" cy="46976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68" h="2934" extrusionOk="0">
                        <a:moveTo>
                          <a:pt x="1697" y="97"/>
                        </a:moveTo>
                        <a:lnTo>
                          <a:pt x="2833" y="2214"/>
                        </a:lnTo>
                        <a:cubicBezTo>
                          <a:pt x="1941" y="2793"/>
                          <a:pt x="833" y="2834"/>
                          <a:pt x="515" y="2834"/>
                        </a:cubicBezTo>
                        <a:cubicBezTo>
                          <a:pt x="462" y="2834"/>
                          <a:pt x="431" y="2833"/>
                          <a:pt x="426" y="2833"/>
                        </a:cubicBezTo>
                        <a:cubicBezTo>
                          <a:pt x="426" y="2833"/>
                          <a:pt x="347" y="2773"/>
                          <a:pt x="274" y="2602"/>
                        </a:cubicBezTo>
                        <a:cubicBezTo>
                          <a:pt x="177" y="2426"/>
                          <a:pt x="98" y="2140"/>
                          <a:pt x="116" y="1733"/>
                        </a:cubicBezTo>
                        <a:cubicBezTo>
                          <a:pt x="195" y="906"/>
                          <a:pt x="597" y="578"/>
                          <a:pt x="907" y="328"/>
                        </a:cubicBezTo>
                        <a:cubicBezTo>
                          <a:pt x="1041" y="194"/>
                          <a:pt x="1235" y="134"/>
                          <a:pt x="1406" y="116"/>
                        </a:cubicBezTo>
                        <a:cubicBezTo>
                          <a:pt x="1563" y="97"/>
                          <a:pt x="1660" y="97"/>
                          <a:pt x="1697" y="97"/>
                        </a:cubicBezTo>
                        <a:close/>
                        <a:moveTo>
                          <a:pt x="1715" y="0"/>
                        </a:moveTo>
                        <a:cubicBezTo>
                          <a:pt x="1715" y="0"/>
                          <a:pt x="1581" y="0"/>
                          <a:pt x="1387" y="19"/>
                        </a:cubicBezTo>
                        <a:cubicBezTo>
                          <a:pt x="1216" y="42"/>
                          <a:pt x="1004" y="97"/>
                          <a:pt x="828" y="250"/>
                        </a:cubicBezTo>
                        <a:cubicBezTo>
                          <a:pt x="542" y="504"/>
                          <a:pt x="98" y="869"/>
                          <a:pt x="19" y="1715"/>
                        </a:cubicBezTo>
                        <a:cubicBezTo>
                          <a:pt x="1" y="2158"/>
                          <a:pt x="79" y="2445"/>
                          <a:pt x="177" y="2639"/>
                        </a:cubicBezTo>
                        <a:cubicBezTo>
                          <a:pt x="274" y="2833"/>
                          <a:pt x="366" y="2930"/>
                          <a:pt x="366" y="2930"/>
                        </a:cubicBezTo>
                        <a:lnTo>
                          <a:pt x="408" y="2930"/>
                        </a:lnTo>
                        <a:cubicBezTo>
                          <a:pt x="408" y="2930"/>
                          <a:pt x="464" y="2933"/>
                          <a:pt x="563" y="2933"/>
                        </a:cubicBezTo>
                        <a:cubicBezTo>
                          <a:pt x="964" y="2933"/>
                          <a:pt x="2063" y="2874"/>
                          <a:pt x="2930" y="2274"/>
                        </a:cubicBezTo>
                        <a:lnTo>
                          <a:pt x="2967" y="2255"/>
                        </a:lnTo>
                        <a:lnTo>
                          <a:pt x="2930" y="2214"/>
                        </a:lnTo>
                        <a:lnTo>
                          <a:pt x="1752" y="0"/>
                        </a:lnTo>
                        <a:close/>
                      </a:path>
                    </a:pathLst>
                  </a:custGeom>
                  <a:solidFill>
                    <a:srgbClr val="3E285A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23" name="Google Shape;2143;p47">
                    <a:extLst>
                      <a:ext uri="{FF2B5EF4-FFF2-40B4-BE49-F238E27FC236}">
                        <a16:creationId xmlns:a16="http://schemas.microsoft.com/office/drawing/2014/main" id="{9D01CBE4-E711-CFA9-A0E4-CE39D77AF2E1}"/>
                      </a:ext>
                    </a:extLst>
                  </p:cNvPr>
                  <p:cNvSpPr/>
                  <p:nvPr/>
                </p:nvSpPr>
                <p:spPr>
                  <a:xfrm>
                    <a:off x="6199807" y="3146497"/>
                    <a:ext cx="1729001" cy="153849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799" h="9609" extrusionOk="0">
                        <a:moveTo>
                          <a:pt x="8902" y="0"/>
                        </a:moveTo>
                        <a:cubicBezTo>
                          <a:pt x="8680" y="0"/>
                          <a:pt x="8439" y="49"/>
                          <a:pt x="8179" y="155"/>
                        </a:cubicBezTo>
                        <a:cubicBezTo>
                          <a:pt x="6908" y="677"/>
                          <a:pt x="209" y="4526"/>
                          <a:pt x="209" y="4526"/>
                        </a:cubicBezTo>
                        <a:cubicBezTo>
                          <a:pt x="56" y="4563"/>
                          <a:pt x="1" y="5238"/>
                          <a:pt x="883" y="7146"/>
                        </a:cubicBezTo>
                        <a:cubicBezTo>
                          <a:pt x="1789" y="9068"/>
                          <a:pt x="3096" y="9609"/>
                          <a:pt x="3096" y="9609"/>
                        </a:cubicBezTo>
                        <a:cubicBezTo>
                          <a:pt x="3096" y="9609"/>
                          <a:pt x="9796" y="4235"/>
                          <a:pt x="10124" y="3912"/>
                        </a:cubicBezTo>
                        <a:cubicBezTo>
                          <a:pt x="10434" y="3565"/>
                          <a:pt x="10799" y="2964"/>
                          <a:pt x="10549" y="1735"/>
                        </a:cubicBezTo>
                        <a:cubicBezTo>
                          <a:pt x="10336" y="739"/>
                          <a:pt x="9766" y="0"/>
                          <a:pt x="8902" y="0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24" name="Google Shape;2144;p47">
                    <a:extLst>
                      <a:ext uri="{FF2B5EF4-FFF2-40B4-BE49-F238E27FC236}">
                        <a16:creationId xmlns:a16="http://schemas.microsoft.com/office/drawing/2014/main" id="{8B4C9738-C7CC-A68A-0332-873C72FFD191}"/>
                      </a:ext>
                    </a:extLst>
                  </p:cNvPr>
                  <p:cNvSpPr/>
                  <p:nvPr/>
                </p:nvSpPr>
                <p:spPr>
                  <a:xfrm>
                    <a:off x="6208773" y="3139452"/>
                    <a:ext cx="1729641" cy="155450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03" h="9709" extrusionOk="0">
                        <a:moveTo>
                          <a:pt x="8872" y="98"/>
                        </a:moveTo>
                        <a:cubicBezTo>
                          <a:pt x="8913" y="98"/>
                          <a:pt x="8953" y="99"/>
                          <a:pt x="8992" y="102"/>
                        </a:cubicBezTo>
                        <a:cubicBezTo>
                          <a:pt x="9241" y="121"/>
                          <a:pt x="9454" y="218"/>
                          <a:pt x="9648" y="375"/>
                        </a:cubicBezTo>
                        <a:cubicBezTo>
                          <a:pt x="10031" y="661"/>
                          <a:pt x="10299" y="1183"/>
                          <a:pt x="10433" y="1779"/>
                        </a:cubicBezTo>
                        <a:cubicBezTo>
                          <a:pt x="10706" y="3008"/>
                          <a:pt x="10341" y="3586"/>
                          <a:pt x="10031" y="3914"/>
                        </a:cubicBezTo>
                        <a:cubicBezTo>
                          <a:pt x="9994" y="3956"/>
                          <a:pt x="9856" y="4071"/>
                          <a:pt x="9648" y="4261"/>
                        </a:cubicBezTo>
                        <a:cubicBezTo>
                          <a:pt x="9435" y="4436"/>
                          <a:pt x="9144" y="4667"/>
                          <a:pt x="8798" y="4935"/>
                        </a:cubicBezTo>
                        <a:cubicBezTo>
                          <a:pt x="8123" y="5494"/>
                          <a:pt x="7259" y="6206"/>
                          <a:pt x="6413" y="6880"/>
                        </a:cubicBezTo>
                        <a:cubicBezTo>
                          <a:pt x="4699" y="8267"/>
                          <a:pt x="3064" y="9574"/>
                          <a:pt x="3040" y="9593"/>
                        </a:cubicBezTo>
                        <a:cubicBezTo>
                          <a:pt x="3022" y="9593"/>
                          <a:pt x="2735" y="9459"/>
                          <a:pt x="2310" y="9112"/>
                        </a:cubicBezTo>
                        <a:cubicBezTo>
                          <a:pt x="1867" y="8729"/>
                          <a:pt x="1331" y="8133"/>
                          <a:pt x="887" y="7167"/>
                        </a:cubicBezTo>
                        <a:cubicBezTo>
                          <a:pt x="425" y="6224"/>
                          <a:pt x="231" y="5573"/>
                          <a:pt x="153" y="5166"/>
                        </a:cubicBezTo>
                        <a:cubicBezTo>
                          <a:pt x="116" y="4972"/>
                          <a:pt x="97" y="4820"/>
                          <a:pt x="116" y="4741"/>
                        </a:cubicBezTo>
                        <a:cubicBezTo>
                          <a:pt x="116" y="4686"/>
                          <a:pt x="134" y="4667"/>
                          <a:pt x="134" y="4649"/>
                        </a:cubicBezTo>
                        <a:cubicBezTo>
                          <a:pt x="153" y="4626"/>
                          <a:pt x="153" y="4607"/>
                          <a:pt x="153" y="4607"/>
                        </a:cubicBezTo>
                        <a:lnTo>
                          <a:pt x="176" y="4607"/>
                        </a:lnTo>
                        <a:cubicBezTo>
                          <a:pt x="176" y="4607"/>
                          <a:pt x="1848" y="3646"/>
                          <a:pt x="3678" y="2625"/>
                        </a:cubicBezTo>
                        <a:cubicBezTo>
                          <a:pt x="5508" y="1604"/>
                          <a:pt x="7508" y="509"/>
                          <a:pt x="8146" y="259"/>
                        </a:cubicBezTo>
                        <a:cubicBezTo>
                          <a:pt x="8403" y="142"/>
                          <a:pt x="8651" y="98"/>
                          <a:pt x="8872" y="98"/>
                        </a:cubicBezTo>
                        <a:close/>
                        <a:moveTo>
                          <a:pt x="8871" y="1"/>
                        </a:moveTo>
                        <a:cubicBezTo>
                          <a:pt x="8637" y="1"/>
                          <a:pt x="8384" y="48"/>
                          <a:pt x="8105" y="162"/>
                        </a:cubicBezTo>
                        <a:cubicBezTo>
                          <a:pt x="7453" y="430"/>
                          <a:pt x="5466" y="1507"/>
                          <a:pt x="3641" y="2528"/>
                        </a:cubicBezTo>
                        <a:cubicBezTo>
                          <a:pt x="1793" y="3568"/>
                          <a:pt x="116" y="4533"/>
                          <a:pt x="116" y="4533"/>
                        </a:cubicBezTo>
                        <a:lnTo>
                          <a:pt x="134" y="4510"/>
                        </a:lnTo>
                        <a:lnTo>
                          <a:pt x="134" y="4510"/>
                        </a:lnTo>
                        <a:cubicBezTo>
                          <a:pt x="97" y="4533"/>
                          <a:pt x="79" y="4552"/>
                          <a:pt x="60" y="4589"/>
                        </a:cubicBezTo>
                        <a:cubicBezTo>
                          <a:pt x="37" y="4626"/>
                          <a:pt x="19" y="4667"/>
                          <a:pt x="19" y="4723"/>
                        </a:cubicBezTo>
                        <a:cubicBezTo>
                          <a:pt x="0" y="4820"/>
                          <a:pt x="0" y="4972"/>
                          <a:pt x="60" y="5185"/>
                        </a:cubicBezTo>
                        <a:cubicBezTo>
                          <a:pt x="134" y="5610"/>
                          <a:pt x="347" y="6266"/>
                          <a:pt x="790" y="7227"/>
                        </a:cubicBezTo>
                        <a:cubicBezTo>
                          <a:pt x="1234" y="8188"/>
                          <a:pt x="1793" y="8807"/>
                          <a:pt x="2255" y="9191"/>
                        </a:cubicBezTo>
                        <a:cubicBezTo>
                          <a:pt x="2694" y="9556"/>
                          <a:pt x="3022" y="9708"/>
                          <a:pt x="3022" y="9708"/>
                        </a:cubicBezTo>
                        <a:lnTo>
                          <a:pt x="3064" y="9708"/>
                        </a:lnTo>
                        <a:lnTo>
                          <a:pt x="3082" y="9690"/>
                        </a:lnTo>
                        <a:cubicBezTo>
                          <a:pt x="3082" y="9690"/>
                          <a:pt x="4755" y="8345"/>
                          <a:pt x="6469" y="6978"/>
                        </a:cubicBezTo>
                        <a:cubicBezTo>
                          <a:pt x="7314" y="6284"/>
                          <a:pt x="8202" y="5573"/>
                          <a:pt x="8858" y="5032"/>
                        </a:cubicBezTo>
                        <a:cubicBezTo>
                          <a:pt x="9204" y="4741"/>
                          <a:pt x="9491" y="4510"/>
                          <a:pt x="9703" y="4339"/>
                        </a:cubicBezTo>
                        <a:cubicBezTo>
                          <a:pt x="9916" y="4145"/>
                          <a:pt x="10050" y="4030"/>
                          <a:pt x="10110" y="3993"/>
                        </a:cubicBezTo>
                        <a:cubicBezTo>
                          <a:pt x="10415" y="3646"/>
                          <a:pt x="10803" y="3008"/>
                          <a:pt x="10530" y="1761"/>
                        </a:cubicBezTo>
                        <a:cubicBezTo>
                          <a:pt x="10396" y="1142"/>
                          <a:pt x="10128" y="606"/>
                          <a:pt x="9703" y="296"/>
                        </a:cubicBezTo>
                        <a:cubicBezTo>
                          <a:pt x="9509" y="144"/>
                          <a:pt x="9260" y="47"/>
                          <a:pt x="8992" y="5"/>
                        </a:cubicBezTo>
                        <a:cubicBezTo>
                          <a:pt x="8952" y="2"/>
                          <a:pt x="8912" y="1"/>
                          <a:pt x="8871" y="1"/>
                        </a:cubicBezTo>
                        <a:close/>
                      </a:path>
                    </a:pathLst>
                  </a:custGeom>
                  <a:solidFill>
                    <a:srgbClr val="3E285A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25" name="Google Shape;2145;p47">
                    <a:extLst>
                      <a:ext uri="{FF2B5EF4-FFF2-40B4-BE49-F238E27FC236}">
                        <a16:creationId xmlns:a16="http://schemas.microsoft.com/office/drawing/2014/main" id="{5184AF98-01B4-6477-A2B2-32FBD5714B51}"/>
                      </a:ext>
                    </a:extLst>
                  </p:cNvPr>
                  <p:cNvSpPr/>
                  <p:nvPr/>
                </p:nvSpPr>
                <p:spPr>
                  <a:xfrm>
                    <a:off x="7046941" y="2557776"/>
                    <a:ext cx="647475" cy="7698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44" h="4808" extrusionOk="0">
                        <a:moveTo>
                          <a:pt x="2751" y="0"/>
                        </a:moveTo>
                        <a:cubicBezTo>
                          <a:pt x="2690" y="0"/>
                          <a:pt x="2639" y="2"/>
                          <a:pt x="2602" y="2"/>
                        </a:cubicBezTo>
                        <a:cubicBezTo>
                          <a:pt x="2103" y="20"/>
                          <a:pt x="1733" y="367"/>
                          <a:pt x="1368" y="695"/>
                        </a:cubicBezTo>
                        <a:cubicBezTo>
                          <a:pt x="906" y="1120"/>
                          <a:pt x="559" y="1466"/>
                          <a:pt x="176" y="1965"/>
                        </a:cubicBezTo>
                        <a:cubicBezTo>
                          <a:pt x="0" y="2136"/>
                          <a:pt x="60" y="2409"/>
                          <a:pt x="157" y="2622"/>
                        </a:cubicBezTo>
                        <a:cubicBezTo>
                          <a:pt x="388" y="3255"/>
                          <a:pt x="716" y="3832"/>
                          <a:pt x="1081" y="4391"/>
                        </a:cubicBezTo>
                        <a:cubicBezTo>
                          <a:pt x="1215" y="4578"/>
                          <a:pt x="1410" y="4807"/>
                          <a:pt x="1665" y="4807"/>
                        </a:cubicBezTo>
                        <a:cubicBezTo>
                          <a:pt x="1700" y="4807"/>
                          <a:pt x="1737" y="4803"/>
                          <a:pt x="1774" y="4793"/>
                        </a:cubicBezTo>
                        <a:cubicBezTo>
                          <a:pt x="1964" y="4701"/>
                          <a:pt x="2079" y="4470"/>
                          <a:pt x="2237" y="4294"/>
                        </a:cubicBezTo>
                        <a:cubicBezTo>
                          <a:pt x="2736" y="3583"/>
                          <a:pt x="3235" y="2871"/>
                          <a:pt x="3641" y="2081"/>
                        </a:cubicBezTo>
                        <a:cubicBezTo>
                          <a:pt x="3835" y="1656"/>
                          <a:pt x="4043" y="1138"/>
                          <a:pt x="3835" y="676"/>
                        </a:cubicBezTo>
                        <a:cubicBezTo>
                          <a:pt x="3738" y="385"/>
                          <a:pt x="3678" y="311"/>
                          <a:pt x="3313" y="80"/>
                        </a:cubicBezTo>
                        <a:cubicBezTo>
                          <a:pt x="3132" y="10"/>
                          <a:pt x="2911" y="0"/>
                          <a:pt x="2751" y="0"/>
                        </a:cubicBezTo>
                        <a:close/>
                      </a:path>
                    </a:pathLst>
                  </a:custGeom>
                  <a:solidFill>
                    <a:srgbClr val="9669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26" name="Google Shape;2146;p47">
                    <a:extLst>
                      <a:ext uri="{FF2B5EF4-FFF2-40B4-BE49-F238E27FC236}">
                        <a16:creationId xmlns:a16="http://schemas.microsoft.com/office/drawing/2014/main" id="{BB5F6720-D929-8CC7-E1F1-EE067FCD6F0A}"/>
                      </a:ext>
                    </a:extLst>
                  </p:cNvPr>
                  <p:cNvSpPr/>
                  <p:nvPr/>
                </p:nvSpPr>
                <p:spPr>
                  <a:xfrm>
                    <a:off x="7046941" y="2579391"/>
                    <a:ext cx="657081" cy="7573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04" h="4730" extrusionOk="0">
                        <a:moveTo>
                          <a:pt x="3489" y="1"/>
                        </a:moveTo>
                        <a:cubicBezTo>
                          <a:pt x="3563" y="116"/>
                          <a:pt x="3641" y="232"/>
                          <a:pt x="3641" y="232"/>
                        </a:cubicBezTo>
                        <a:lnTo>
                          <a:pt x="3623" y="232"/>
                        </a:lnTo>
                        <a:lnTo>
                          <a:pt x="3641" y="250"/>
                        </a:lnTo>
                        <a:cubicBezTo>
                          <a:pt x="3697" y="329"/>
                          <a:pt x="3738" y="426"/>
                          <a:pt x="3794" y="560"/>
                        </a:cubicBezTo>
                        <a:cubicBezTo>
                          <a:pt x="3988" y="1003"/>
                          <a:pt x="3794" y="1502"/>
                          <a:pt x="3581" y="1927"/>
                        </a:cubicBezTo>
                        <a:cubicBezTo>
                          <a:pt x="3179" y="2694"/>
                          <a:pt x="2699" y="3429"/>
                          <a:pt x="2176" y="4141"/>
                        </a:cubicBezTo>
                        <a:cubicBezTo>
                          <a:pt x="2042" y="4312"/>
                          <a:pt x="1927" y="4524"/>
                          <a:pt x="1756" y="4621"/>
                        </a:cubicBezTo>
                        <a:cubicBezTo>
                          <a:pt x="1725" y="4625"/>
                          <a:pt x="1696" y="4628"/>
                          <a:pt x="1667" y="4628"/>
                        </a:cubicBezTo>
                        <a:cubicBezTo>
                          <a:pt x="1566" y="4628"/>
                          <a:pt x="1476" y="4600"/>
                          <a:pt x="1386" y="4524"/>
                        </a:cubicBezTo>
                        <a:cubicBezTo>
                          <a:pt x="1294" y="4450"/>
                          <a:pt x="1197" y="4335"/>
                          <a:pt x="1118" y="4238"/>
                        </a:cubicBezTo>
                        <a:cubicBezTo>
                          <a:pt x="753" y="3679"/>
                          <a:pt x="425" y="3083"/>
                          <a:pt x="194" y="2463"/>
                        </a:cubicBezTo>
                        <a:cubicBezTo>
                          <a:pt x="157" y="2371"/>
                          <a:pt x="116" y="2256"/>
                          <a:pt x="116" y="2140"/>
                        </a:cubicBezTo>
                        <a:cubicBezTo>
                          <a:pt x="116" y="2043"/>
                          <a:pt x="139" y="1946"/>
                          <a:pt x="213" y="1867"/>
                        </a:cubicBezTo>
                        <a:lnTo>
                          <a:pt x="213" y="1849"/>
                        </a:lnTo>
                        <a:lnTo>
                          <a:pt x="231" y="1849"/>
                        </a:lnTo>
                        <a:cubicBezTo>
                          <a:pt x="601" y="1368"/>
                          <a:pt x="947" y="1022"/>
                          <a:pt x="1409" y="597"/>
                        </a:cubicBezTo>
                        <a:cubicBezTo>
                          <a:pt x="1525" y="481"/>
                          <a:pt x="1640" y="366"/>
                          <a:pt x="1774" y="269"/>
                        </a:cubicBezTo>
                        <a:cubicBezTo>
                          <a:pt x="1774" y="232"/>
                          <a:pt x="1756" y="213"/>
                          <a:pt x="1696" y="213"/>
                        </a:cubicBezTo>
                        <a:cubicBezTo>
                          <a:pt x="1562" y="310"/>
                          <a:pt x="1446" y="426"/>
                          <a:pt x="1331" y="523"/>
                        </a:cubicBezTo>
                        <a:cubicBezTo>
                          <a:pt x="869" y="943"/>
                          <a:pt x="522" y="1290"/>
                          <a:pt x="157" y="1793"/>
                        </a:cubicBezTo>
                        <a:cubicBezTo>
                          <a:pt x="42" y="1886"/>
                          <a:pt x="0" y="2024"/>
                          <a:pt x="23" y="2140"/>
                        </a:cubicBezTo>
                        <a:cubicBezTo>
                          <a:pt x="23" y="2274"/>
                          <a:pt x="60" y="2390"/>
                          <a:pt x="97" y="2505"/>
                        </a:cubicBezTo>
                        <a:cubicBezTo>
                          <a:pt x="328" y="3138"/>
                          <a:pt x="675" y="3734"/>
                          <a:pt x="1040" y="4293"/>
                        </a:cubicBezTo>
                        <a:cubicBezTo>
                          <a:pt x="1118" y="4409"/>
                          <a:pt x="1215" y="4524"/>
                          <a:pt x="1331" y="4621"/>
                        </a:cubicBezTo>
                        <a:cubicBezTo>
                          <a:pt x="1436" y="4683"/>
                          <a:pt x="1552" y="4730"/>
                          <a:pt x="1673" y="4730"/>
                        </a:cubicBezTo>
                        <a:cubicBezTo>
                          <a:pt x="1706" y="4730"/>
                          <a:pt x="1740" y="4726"/>
                          <a:pt x="1774" y="4718"/>
                        </a:cubicBezTo>
                        <a:lnTo>
                          <a:pt x="1793" y="4718"/>
                        </a:lnTo>
                        <a:cubicBezTo>
                          <a:pt x="2006" y="4603"/>
                          <a:pt x="2121" y="4353"/>
                          <a:pt x="2273" y="4196"/>
                        </a:cubicBezTo>
                        <a:cubicBezTo>
                          <a:pt x="2773" y="3485"/>
                          <a:pt x="3276" y="2755"/>
                          <a:pt x="3678" y="1983"/>
                        </a:cubicBezTo>
                        <a:lnTo>
                          <a:pt x="3678" y="1964"/>
                        </a:lnTo>
                        <a:cubicBezTo>
                          <a:pt x="3891" y="1539"/>
                          <a:pt x="4103" y="1022"/>
                          <a:pt x="3891" y="523"/>
                        </a:cubicBezTo>
                        <a:cubicBezTo>
                          <a:pt x="3835" y="384"/>
                          <a:pt x="3794" y="269"/>
                          <a:pt x="3720" y="195"/>
                        </a:cubicBezTo>
                        <a:cubicBezTo>
                          <a:pt x="3660" y="116"/>
                          <a:pt x="3581" y="61"/>
                          <a:pt x="3489" y="1"/>
                        </a:cubicBezTo>
                        <a:close/>
                      </a:path>
                    </a:pathLst>
                  </a:custGeom>
                  <a:solidFill>
                    <a:srgbClr val="3E285A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27" name="Google Shape;2147;p47">
                    <a:extLst>
                      <a:ext uri="{FF2B5EF4-FFF2-40B4-BE49-F238E27FC236}">
                        <a16:creationId xmlns:a16="http://schemas.microsoft.com/office/drawing/2014/main" id="{526A8A2E-2C6B-D700-6AA8-26022E665918}"/>
                      </a:ext>
                    </a:extLst>
                  </p:cNvPr>
                  <p:cNvSpPr/>
                  <p:nvPr/>
                </p:nvSpPr>
                <p:spPr>
                  <a:xfrm>
                    <a:off x="5212898" y="1090858"/>
                    <a:ext cx="327260" cy="66605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44" h="4160" extrusionOk="0">
                        <a:moveTo>
                          <a:pt x="321" y="1"/>
                        </a:moveTo>
                        <a:cubicBezTo>
                          <a:pt x="282" y="1"/>
                          <a:pt x="245" y="7"/>
                          <a:pt x="213" y="20"/>
                        </a:cubicBezTo>
                        <a:cubicBezTo>
                          <a:pt x="42" y="94"/>
                          <a:pt x="1" y="57"/>
                          <a:pt x="98" y="616"/>
                        </a:cubicBezTo>
                        <a:cubicBezTo>
                          <a:pt x="195" y="1175"/>
                          <a:pt x="560" y="2926"/>
                          <a:pt x="560" y="2926"/>
                        </a:cubicBezTo>
                        <a:lnTo>
                          <a:pt x="1775" y="4160"/>
                        </a:lnTo>
                        <a:cubicBezTo>
                          <a:pt x="1775" y="4160"/>
                          <a:pt x="2043" y="3947"/>
                          <a:pt x="1891" y="3467"/>
                        </a:cubicBezTo>
                        <a:cubicBezTo>
                          <a:pt x="1733" y="3004"/>
                          <a:pt x="1100" y="653"/>
                          <a:pt x="943" y="385"/>
                        </a:cubicBezTo>
                        <a:cubicBezTo>
                          <a:pt x="816" y="160"/>
                          <a:pt x="526" y="1"/>
                          <a:pt x="321" y="1"/>
                        </a:cubicBezTo>
                        <a:close/>
                      </a:path>
                    </a:pathLst>
                  </a:custGeom>
                  <a:solidFill>
                    <a:srgbClr val="9669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28" name="Google Shape;2148;p47">
                    <a:extLst>
                      <a:ext uri="{FF2B5EF4-FFF2-40B4-BE49-F238E27FC236}">
                        <a16:creationId xmlns:a16="http://schemas.microsoft.com/office/drawing/2014/main" id="{2E7728F6-F324-A716-630B-1815F19F305F}"/>
                      </a:ext>
                    </a:extLst>
                  </p:cNvPr>
                  <p:cNvSpPr/>
                  <p:nvPr/>
                </p:nvSpPr>
                <p:spPr>
                  <a:xfrm>
                    <a:off x="5210016" y="1082853"/>
                    <a:ext cx="324218" cy="6830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25" h="4266" extrusionOk="0">
                        <a:moveTo>
                          <a:pt x="350" y="106"/>
                        </a:moveTo>
                        <a:cubicBezTo>
                          <a:pt x="422" y="106"/>
                          <a:pt x="509" y="127"/>
                          <a:pt x="596" y="167"/>
                        </a:cubicBezTo>
                        <a:cubicBezTo>
                          <a:pt x="730" y="222"/>
                          <a:pt x="846" y="338"/>
                          <a:pt x="924" y="453"/>
                        </a:cubicBezTo>
                        <a:cubicBezTo>
                          <a:pt x="961" y="513"/>
                          <a:pt x="1021" y="703"/>
                          <a:pt x="1118" y="975"/>
                        </a:cubicBezTo>
                        <a:cubicBezTo>
                          <a:pt x="1192" y="1243"/>
                          <a:pt x="1289" y="1571"/>
                          <a:pt x="1386" y="1918"/>
                        </a:cubicBezTo>
                        <a:cubicBezTo>
                          <a:pt x="1599" y="2592"/>
                          <a:pt x="1793" y="3304"/>
                          <a:pt x="1867" y="3535"/>
                        </a:cubicBezTo>
                        <a:cubicBezTo>
                          <a:pt x="1927" y="3766"/>
                          <a:pt x="1909" y="3919"/>
                          <a:pt x="1849" y="4016"/>
                        </a:cubicBezTo>
                        <a:cubicBezTo>
                          <a:pt x="1830" y="4094"/>
                          <a:pt x="1812" y="4113"/>
                          <a:pt x="1793" y="4131"/>
                        </a:cubicBezTo>
                        <a:lnTo>
                          <a:pt x="638" y="2957"/>
                        </a:lnTo>
                        <a:cubicBezTo>
                          <a:pt x="615" y="2939"/>
                          <a:pt x="250" y="1206"/>
                          <a:pt x="176" y="647"/>
                        </a:cubicBezTo>
                        <a:cubicBezTo>
                          <a:pt x="116" y="375"/>
                          <a:pt x="97" y="241"/>
                          <a:pt x="116" y="204"/>
                        </a:cubicBezTo>
                        <a:cubicBezTo>
                          <a:pt x="116" y="185"/>
                          <a:pt x="134" y="185"/>
                          <a:pt x="153" y="167"/>
                        </a:cubicBezTo>
                        <a:cubicBezTo>
                          <a:pt x="176" y="144"/>
                          <a:pt x="213" y="144"/>
                          <a:pt x="250" y="125"/>
                        </a:cubicBezTo>
                        <a:cubicBezTo>
                          <a:pt x="277" y="112"/>
                          <a:pt x="311" y="106"/>
                          <a:pt x="350" y="106"/>
                        </a:cubicBezTo>
                        <a:close/>
                        <a:moveTo>
                          <a:pt x="344" y="1"/>
                        </a:moveTo>
                        <a:cubicBezTo>
                          <a:pt x="297" y="1"/>
                          <a:pt x="253" y="9"/>
                          <a:pt x="213" y="28"/>
                        </a:cubicBezTo>
                        <a:cubicBezTo>
                          <a:pt x="176" y="51"/>
                          <a:pt x="134" y="51"/>
                          <a:pt x="97" y="70"/>
                        </a:cubicBezTo>
                        <a:cubicBezTo>
                          <a:pt x="60" y="88"/>
                          <a:pt x="37" y="125"/>
                          <a:pt x="19" y="167"/>
                        </a:cubicBezTo>
                        <a:cubicBezTo>
                          <a:pt x="0" y="259"/>
                          <a:pt x="19" y="398"/>
                          <a:pt x="60" y="666"/>
                        </a:cubicBezTo>
                        <a:cubicBezTo>
                          <a:pt x="153" y="1225"/>
                          <a:pt x="541" y="2994"/>
                          <a:pt x="541" y="2994"/>
                        </a:cubicBezTo>
                        <a:lnTo>
                          <a:pt x="541" y="3013"/>
                        </a:lnTo>
                        <a:lnTo>
                          <a:pt x="1793" y="4265"/>
                        </a:lnTo>
                        <a:lnTo>
                          <a:pt x="1830" y="4247"/>
                        </a:lnTo>
                        <a:cubicBezTo>
                          <a:pt x="1830" y="4247"/>
                          <a:pt x="1909" y="4187"/>
                          <a:pt x="1946" y="4053"/>
                        </a:cubicBezTo>
                        <a:cubicBezTo>
                          <a:pt x="2001" y="3937"/>
                          <a:pt x="2024" y="3748"/>
                          <a:pt x="1946" y="3493"/>
                        </a:cubicBezTo>
                        <a:cubicBezTo>
                          <a:pt x="1885" y="3262"/>
                          <a:pt x="1696" y="2569"/>
                          <a:pt x="1483" y="1876"/>
                        </a:cubicBezTo>
                        <a:cubicBezTo>
                          <a:pt x="1386" y="1553"/>
                          <a:pt x="1289" y="1206"/>
                          <a:pt x="1216" y="952"/>
                        </a:cubicBezTo>
                        <a:cubicBezTo>
                          <a:pt x="1118" y="684"/>
                          <a:pt x="1058" y="490"/>
                          <a:pt x="1021" y="416"/>
                        </a:cubicBezTo>
                        <a:cubicBezTo>
                          <a:pt x="924" y="259"/>
                          <a:pt x="790" y="144"/>
                          <a:pt x="638" y="70"/>
                        </a:cubicBezTo>
                        <a:cubicBezTo>
                          <a:pt x="535" y="30"/>
                          <a:pt x="434" y="1"/>
                          <a:pt x="344" y="1"/>
                        </a:cubicBezTo>
                        <a:close/>
                      </a:path>
                    </a:pathLst>
                  </a:custGeom>
                  <a:solidFill>
                    <a:srgbClr val="3E285A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29" name="Google Shape;2149;p47">
                    <a:extLst>
                      <a:ext uri="{FF2B5EF4-FFF2-40B4-BE49-F238E27FC236}">
                        <a16:creationId xmlns:a16="http://schemas.microsoft.com/office/drawing/2014/main" id="{ECD49D07-D96F-C980-D619-AB08256465EF}"/>
                      </a:ext>
                    </a:extLst>
                  </p:cNvPr>
                  <p:cNvSpPr/>
                  <p:nvPr/>
                </p:nvSpPr>
                <p:spPr>
                  <a:xfrm>
                    <a:off x="5148535" y="2061599"/>
                    <a:ext cx="714880" cy="10849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65" h="6776" extrusionOk="0">
                        <a:moveTo>
                          <a:pt x="3254" y="0"/>
                        </a:moveTo>
                        <a:cubicBezTo>
                          <a:pt x="3254" y="0"/>
                          <a:pt x="2408" y="19"/>
                          <a:pt x="1502" y="268"/>
                        </a:cubicBezTo>
                        <a:cubicBezTo>
                          <a:pt x="615" y="499"/>
                          <a:pt x="1" y="1368"/>
                          <a:pt x="1" y="1368"/>
                        </a:cubicBezTo>
                        <a:cubicBezTo>
                          <a:pt x="1" y="1368"/>
                          <a:pt x="828" y="4967"/>
                          <a:pt x="1558" y="5873"/>
                        </a:cubicBezTo>
                        <a:cubicBezTo>
                          <a:pt x="2067" y="6501"/>
                          <a:pt x="2501" y="6776"/>
                          <a:pt x="2912" y="6776"/>
                        </a:cubicBezTo>
                        <a:cubicBezTo>
                          <a:pt x="3094" y="6776"/>
                          <a:pt x="3271" y="6722"/>
                          <a:pt x="3448" y="6622"/>
                        </a:cubicBezTo>
                        <a:cubicBezTo>
                          <a:pt x="4044" y="6275"/>
                          <a:pt x="4464" y="5374"/>
                          <a:pt x="4464" y="5374"/>
                        </a:cubicBezTo>
                        <a:lnTo>
                          <a:pt x="3254" y="0"/>
                        </a:lnTo>
                        <a:close/>
                      </a:path>
                    </a:pathLst>
                  </a:custGeom>
                  <a:solidFill>
                    <a:srgbClr val="9669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30" name="Google Shape;2150;p47">
                    <a:extLst>
                      <a:ext uri="{FF2B5EF4-FFF2-40B4-BE49-F238E27FC236}">
                        <a16:creationId xmlns:a16="http://schemas.microsoft.com/office/drawing/2014/main" id="{95BCE750-5660-8840-22B9-B11743D3A3EE}"/>
                      </a:ext>
                    </a:extLst>
                  </p:cNvPr>
                  <p:cNvSpPr/>
                  <p:nvPr/>
                </p:nvSpPr>
                <p:spPr>
                  <a:xfrm>
                    <a:off x="5138928" y="2055675"/>
                    <a:ext cx="734093" cy="10988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85" h="6863" extrusionOk="0">
                        <a:moveTo>
                          <a:pt x="3277" y="97"/>
                        </a:moveTo>
                        <a:lnTo>
                          <a:pt x="4469" y="5411"/>
                        </a:lnTo>
                        <a:cubicBezTo>
                          <a:pt x="4469" y="5429"/>
                          <a:pt x="4372" y="5619"/>
                          <a:pt x="4201" y="5892"/>
                        </a:cubicBezTo>
                        <a:cubicBezTo>
                          <a:pt x="4025" y="6141"/>
                          <a:pt x="3757" y="6451"/>
                          <a:pt x="3485" y="6603"/>
                        </a:cubicBezTo>
                        <a:cubicBezTo>
                          <a:pt x="3307" y="6709"/>
                          <a:pt x="3137" y="6765"/>
                          <a:pt x="2964" y="6765"/>
                        </a:cubicBezTo>
                        <a:cubicBezTo>
                          <a:pt x="2857" y="6765"/>
                          <a:pt x="2750" y="6744"/>
                          <a:pt x="2639" y="6700"/>
                        </a:cubicBezTo>
                        <a:cubicBezTo>
                          <a:pt x="2353" y="6603"/>
                          <a:pt x="2025" y="6335"/>
                          <a:pt x="1660" y="5892"/>
                        </a:cubicBezTo>
                        <a:cubicBezTo>
                          <a:pt x="1484" y="5661"/>
                          <a:pt x="1290" y="5272"/>
                          <a:pt x="1119" y="4810"/>
                        </a:cubicBezTo>
                        <a:cubicBezTo>
                          <a:pt x="925" y="4348"/>
                          <a:pt x="754" y="3812"/>
                          <a:pt x="620" y="3309"/>
                        </a:cubicBezTo>
                        <a:cubicBezTo>
                          <a:pt x="310" y="2311"/>
                          <a:pt x="116" y="1442"/>
                          <a:pt x="116" y="1423"/>
                        </a:cubicBezTo>
                        <a:cubicBezTo>
                          <a:pt x="135" y="1386"/>
                          <a:pt x="712" y="578"/>
                          <a:pt x="1581" y="347"/>
                        </a:cubicBezTo>
                        <a:cubicBezTo>
                          <a:pt x="2427" y="116"/>
                          <a:pt x="3217" y="97"/>
                          <a:pt x="3277" y="97"/>
                        </a:cubicBezTo>
                        <a:close/>
                        <a:moveTo>
                          <a:pt x="3314" y="0"/>
                        </a:moveTo>
                        <a:cubicBezTo>
                          <a:pt x="3314" y="0"/>
                          <a:pt x="2445" y="0"/>
                          <a:pt x="1562" y="250"/>
                        </a:cubicBezTo>
                        <a:cubicBezTo>
                          <a:pt x="638" y="499"/>
                          <a:pt x="19" y="1386"/>
                          <a:pt x="19" y="1386"/>
                        </a:cubicBezTo>
                        <a:lnTo>
                          <a:pt x="1" y="1405"/>
                        </a:lnTo>
                        <a:lnTo>
                          <a:pt x="1" y="1423"/>
                        </a:lnTo>
                        <a:cubicBezTo>
                          <a:pt x="1" y="1423"/>
                          <a:pt x="213" y="2329"/>
                          <a:pt x="523" y="3332"/>
                        </a:cubicBezTo>
                        <a:cubicBezTo>
                          <a:pt x="657" y="3849"/>
                          <a:pt x="828" y="4390"/>
                          <a:pt x="1022" y="4852"/>
                        </a:cubicBezTo>
                        <a:cubicBezTo>
                          <a:pt x="1197" y="5314"/>
                          <a:pt x="1387" y="5716"/>
                          <a:pt x="1581" y="5947"/>
                        </a:cubicBezTo>
                        <a:cubicBezTo>
                          <a:pt x="1946" y="6409"/>
                          <a:pt x="2293" y="6682"/>
                          <a:pt x="2602" y="6797"/>
                        </a:cubicBezTo>
                        <a:cubicBezTo>
                          <a:pt x="2727" y="6841"/>
                          <a:pt x="2848" y="6862"/>
                          <a:pt x="2968" y="6862"/>
                        </a:cubicBezTo>
                        <a:cubicBezTo>
                          <a:pt x="3163" y="6862"/>
                          <a:pt x="3353" y="6806"/>
                          <a:pt x="3545" y="6700"/>
                        </a:cubicBezTo>
                        <a:cubicBezTo>
                          <a:pt x="3831" y="6525"/>
                          <a:pt x="4104" y="6220"/>
                          <a:pt x="4275" y="5929"/>
                        </a:cubicBezTo>
                        <a:cubicBezTo>
                          <a:pt x="4469" y="5661"/>
                          <a:pt x="4566" y="5429"/>
                          <a:pt x="4566" y="5429"/>
                        </a:cubicBezTo>
                        <a:lnTo>
                          <a:pt x="4584" y="5429"/>
                        </a:lnTo>
                        <a:lnTo>
                          <a:pt x="4584" y="5411"/>
                        </a:lnTo>
                        <a:lnTo>
                          <a:pt x="3351" y="0"/>
                        </a:lnTo>
                        <a:close/>
                      </a:path>
                    </a:pathLst>
                  </a:custGeom>
                  <a:solidFill>
                    <a:srgbClr val="3E285A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31" name="Google Shape;2151;p47">
                    <a:extLst>
                      <a:ext uri="{FF2B5EF4-FFF2-40B4-BE49-F238E27FC236}">
                        <a16:creationId xmlns:a16="http://schemas.microsoft.com/office/drawing/2014/main" id="{3E2C2535-30F3-0C51-4891-67066EBF6AC8}"/>
                      </a:ext>
                    </a:extLst>
                  </p:cNvPr>
                  <p:cNvSpPr/>
                  <p:nvPr/>
                </p:nvSpPr>
                <p:spPr>
                  <a:xfrm>
                    <a:off x="5022049" y="1591038"/>
                    <a:ext cx="678536" cy="7060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38" h="4410" extrusionOk="0">
                        <a:moveTo>
                          <a:pt x="2646" y="1"/>
                        </a:moveTo>
                        <a:cubicBezTo>
                          <a:pt x="2520" y="1"/>
                          <a:pt x="2387" y="27"/>
                          <a:pt x="2251" y="70"/>
                        </a:cubicBezTo>
                        <a:cubicBezTo>
                          <a:pt x="1789" y="246"/>
                          <a:pt x="1137" y="611"/>
                          <a:pt x="634" y="823"/>
                        </a:cubicBezTo>
                        <a:cubicBezTo>
                          <a:pt x="135" y="1013"/>
                          <a:pt x="1" y="1359"/>
                          <a:pt x="98" y="1960"/>
                        </a:cubicBezTo>
                        <a:cubicBezTo>
                          <a:pt x="213" y="2556"/>
                          <a:pt x="560" y="3845"/>
                          <a:pt x="791" y="4307"/>
                        </a:cubicBezTo>
                        <a:cubicBezTo>
                          <a:pt x="827" y="4379"/>
                          <a:pt x="925" y="4409"/>
                          <a:pt x="1065" y="4409"/>
                        </a:cubicBezTo>
                        <a:cubicBezTo>
                          <a:pt x="1824" y="4409"/>
                          <a:pt x="3813" y="3517"/>
                          <a:pt x="3813" y="3517"/>
                        </a:cubicBezTo>
                        <a:cubicBezTo>
                          <a:pt x="3813" y="3517"/>
                          <a:pt x="4238" y="2861"/>
                          <a:pt x="4215" y="2496"/>
                        </a:cubicBezTo>
                        <a:cubicBezTo>
                          <a:pt x="4178" y="2131"/>
                          <a:pt x="3679" y="1401"/>
                          <a:pt x="3429" y="689"/>
                        </a:cubicBezTo>
                        <a:cubicBezTo>
                          <a:pt x="3246" y="174"/>
                          <a:pt x="2968" y="1"/>
                          <a:pt x="2646" y="1"/>
                        </a:cubicBezTo>
                        <a:close/>
                      </a:path>
                    </a:pathLst>
                  </a:custGeom>
                  <a:solidFill>
                    <a:srgbClr val="9669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32" name="Google Shape;2152;p47">
                    <a:extLst>
                      <a:ext uri="{FF2B5EF4-FFF2-40B4-BE49-F238E27FC236}">
                        <a16:creationId xmlns:a16="http://schemas.microsoft.com/office/drawing/2014/main" id="{150B046B-B937-4280-6A6F-03E63C92DC19}"/>
                      </a:ext>
                    </a:extLst>
                  </p:cNvPr>
                  <p:cNvSpPr/>
                  <p:nvPr/>
                </p:nvSpPr>
                <p:spPr>
                  <a:xfrm>
                    <a:off x="5022049" y="1583673"/>
                    <a:ext cx="684460" cy="7155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75" h="4469" extrusionOk="0">
                        <a:moveTo>
                          <a:pt x="2597" y="0"/>
                        </a:moveTo>
                        <a:cubicBezTo>
                          <a:pt x="2482" y="0"/>
                          <a:pt x="2366" y="42"/>
                          <a:pt x="2232" y="79"/>
                        </a:cubicBezTo>
                        <a:cubicBezTo>
                          <a:pt x="1770" y="250"/>
                          <a:pt x="1096" y="596"/>
                          <a:pt x="615" y="809"/>
                        </a:cubicBezTo>
                        <a:cubicBezTo>
                          <a:pt x="347" y="925"/>
                          <a:pt x="172" y="1059"/>
                          <a:pt x="98" y="1271"/>
                        </a:cubicBezTo>
                        <a:cubicBezTo>
                          <a:pt x="1" y="1465"/>
                          <a:pt x="1" y="1715"/>
                          <a:pt x="56" y="2024"/>
                        </a:cubicBezTo>
                        <a:cubicBezTo>
                          <a:pt x="172" y="2620"/>
                          <a:pt x="518" y="3891"/>
                          <a:pt x="749" y="4371"/>
                        </a:cubicBezTo>
                        <a:cubicBezTo>
                          <a:pt x="772" y="4408"/>
                          <a:pt x="791" y="4450"/>
                          <a:pt x="846" y="4468"/>
                        </a:cubicBezTo>
                        <a:cubicBezTo>
                          <a:pt x="828" y="4408"/>
                          <a:pt x="791" y="4334"/>
                          <a:pt x="809" y="4256"/>
                        </a:cubicBezTo>
                        <a:cubicBezTo>
                          <a:pt x="578" y="3757"/>
                          <a:pt x="250" y="2560"/>
                          <a:pt x="153" y="2006"/>
                        </a:cubicBezTo>
                        <a:cubicBezTo>
                          <a:pt x="98" y="1696"/>
                          <a:pt x="98" y="1484"/>
                          <a:pt x="172" y="1313"/>
                        </a:cubicBezTo>
                        <a:cubicBezTo>
                          <a:pt x="250" y="1137"/>
                          <a:pt x="403" y="1003"/>
                          <a:pt x="657" y="906"/>
                        </a:cubicBezTo>
                        <a:cubicBezTo>
                          <a:pt x="1156" y="693"/>
                          <a:pt x="1812" y="328"/>
                          <a:pt x="2274" y="176"/>
                        </a:cubicBezTo>
                        <a:cubicBezTo>
                          <a:pt x="2418" y="127"/>
                          <a:pt x="2552" y="94"/>
                          <a:pt x="2681" y="94"/>
                        </a:cubicBezTo>
                        <a:cubicBezTo>
                          <a:pt x="2758" y="94"/>
                          <a:pt x="2834" y="106"/>
                          <a:pt x="2907" y="134"/>
                        </a:cubicBezTo>
                        <a:cubicBezTo>
                          <a:pt x="3101" y="213"/>
                          <a:pt x="3254" y="407"/>
                          <a:pt x="3388" y="754"/>
                        </a:cubicBezTo>
                        <a:cubicBezTo>
                          <a:pt x="3503" y="1100"/>
                          <a:pt x="3697" y="1465"/>
                          <a:pt x="3850" y="1793"/>
                        </a:cubicBezTo>
                        <a:cubicBezTo>
                          <a:pt x="4025" y="2098"/>
                          <a:pt x="4159" y="2389"/>
                          <a:pt x="4159" y="2542"/>
                        </a:cubicBezTo>
                        <a:cubicBezTo>
                          <a:pt x="4178" y="2676"/>
                          <a:pt x="4099" y="2888"/>
                          <a:pt x="4025" y="3064"/>
                        </a:cubicBezTo>
                        <a:cubicBezTo>
                          <a:pt x="4025" y="3119"/>
                          <a:pt x="4025" y="3198"/>
                          <a:pt x="4044" y="3253"/>
                        </a:cubicBezTo>
                        <a:cubicBezTo>
                          <a:pt x="4044" y="3235"/>
                          <a:pt x="4062" y="3235"/>
                          <a:pt x="4062" y="3216"/>
                        </a:cubicBezTo>
                        <a:cubicBezTo>
                          <a:pt x="4178" y="3004"/>
                          <a:pt x="4275" y="2736"/>
                          <a:pt x="4256" y="2542"/>
                        </a:cubicBezTo>
                        <a:cubicBezTo>
                          <a:pt x="4256" y="2329"/>
                          <a:pt x="4122" y="2061"/>
                          <a:pt x="3947" y="1752"/>
                        </a:cubicBezTo>
                        <a:cubicBezTo>
                          <a:pt x="3794" y="1428"/>
                          <a:pt x="3600" y="1059"/>
                          <a:pt x="3485" y="712"/>
                        </a:cubicBezTo>
                        <a:cubicBezTo>
                          <a:pt x="3351" y="347"/>
                          <a:pt x="3157" y="134"/>
                          <a:pt x="2944" y="60"/>
                        </a:cubicBezTo>
                        <a:cubicBezTo>
                          <a:pt x="2852" y="19"/>
                          <a:pt x="2755" y="0"/>
                          <a:pt x="2639" y="0"/>
                        </a:cubicBezTo>
                        <a:close/>
                      </a:path>
                    </a:pathLst>
                  </a:custGeom>
                  <a:solidFill>
                    <a:srgbClr val="3E285A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33" name="Google Shape;2153;p47">
                    <a:extLst>
                      <a:ext uri="{FF2B5EF4-FFF2-40B4-BE49-F238E27FC236}">
                        <a16:creationId xmlns:a16="http://schemas.microsoft.com/office/drawing/2014/main" id="{791A047D-9CFA-69FA-3D15-8E83B4743B3B}"/>
                      </a:ext>
                    </a:extLst>
                  </p:cNvPr>
                  <p:cNvSpPr/>
                  <p:nvPr/>
                </p:nvSpPr>
                <p:spPr>
                  <a:xfrm>
                    <a:off x="5016125" y="1656683"/>
                    <a:ext cx="296039" cy="30324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49" h="1894" extrusionOk="0">
                        <a:moveTo>
                          <a:pt x="688" y="0"/>
                        </a:moveTo>
                        <a:cubicBezTo>
                          <a:pt x="476" y="0"/>
                          <a:pt x="265" y="56"/>
                          <a:pt x="172" y="164"/>
                        </a:cubicBezTo>
                        <a:cubicBezTo>
                          <a:pt x="1" y="335"/>
                          <a:pt x="38" y="584"/>
                          <a:pt x="135" y="1143"/>
                        </a:cubicBezTo>
                        <a:cubicBezTo>
                          <a:pt x="135" y="1143"/>
                          <a:pt x="209" y="1167"/>
                          <a:pt x="297" y="1167"/>
                        </a:cubicBezTo>
                        <a:cubicBezTo>
                          <a:pt x="320" y="1167"/>
                          <a:pt x="343" y="1165"/>
                          <a:pt x="366" y="1162"/>
                        </a:cubicBezTo>
                        <a:cubicBezTo>
                          <a:pt x="463" y="1162"/>
                          <a:pt x="652" y="1028"/>
                          <a:pt x="652" y="1028"/>
                        </a:cubicBezTo>
                        <a:cubicBezTo>
                          <a:pt x="652" y="1028"/>
                          <a:pt x="962" y="1781"/>
                          <a:pt x="1133" y="1855"/>
                        </a:cubicBezTo>
                        <a:cubicBezTo>
                          <a:pt x="1191" y="1881"/>
                          <a:pt x="1260" y="1894"/>
                          <a:pt x="1333" y="1894"/>
                        </a:cubicBezTo>
                        <a:cubicBezTo>
                          <a:pt x="1481" y="1894"/>
                          <a:pt x="1640" y="1838"/>
                          <a:pt x="1733" y="1721"/>
                        </a:cubicBezTo>
                        <a:cubicBezTo>
                          <a:pt x="1849" y="1550"/>
                          <a:pt x="1807" y="1453"/>
                          <a:pt x="1692" y="1088"/>
                        </a:cubicBezTo>
                        <a:cubicBezTo>
                          <a:pt x="1558" y="718"/>
                          <a:pt x="1308" y="201"/>
                          <a:pt x="1059" y="67"/>
                        </a:cubicBezTo>
                        <a:cubicBezTo>
                          <a:pt x="954" y="22"/>
                          <a:pt x="820" y="0"/>
                          <a:pt x="688" y="0"/>
                        </a:cubicBezTo>
                        <a:close/>
                      </a:path>
                    </a:pathLst>
                  </a:custGeom>
                  <a:solidFill>
                    <a:srgbClr val="9669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34" name="Google Shape;2154;p47">
                    <a:extLst>
                      <a:ext uri="{FF2B5EF4-FFF2-40B4-BE49-F238E27FC236}">
                        <a16:creationId xmlns:a16="http://schemas.microsoft.com/office/drawing/2014/main" id="{AF0DCF99-057E-FE43-C13E-60E59A8D5002}"/>
                      </a:ext>
                    </a:extLst>
                  </p:cNvPr>
                  <p:cNvSpPr/>
                  <p:nvPr/>
                </p:nvSpPr>
                <p:spPr>
                  <a:xfrm>
                    <a:off x="5016125" y="1647717"/>
                    <a:ext cx="299081" cy="3203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68" h="2001" extrusionOk="0">
                        <a:moveTo>
                          <a:pt x="578" y="104"/>
                        </a:moveTo>
                        <a:cubicBezTo>
                          <a:pt x="731" y="104"/>
                          <a:pt x="902" y="123"/>
                          <a:pt x="1040" y="159"/>
                        </a:cubicBezTo>
                        <a:cubicBezTo>
                          <a:pt x="1133" y="220"/>
                          <a:pt x="1271" y="372"/>
                          <a:pt x="1387" y="566"/>
                        </a:cubicBezTo>
                        <a:cubicBezTo>
                          <a:pt x="1479" y="756"/>
                          <a:pt x="1576" y="987"/>
                          <a:pt x="1636" y="1162"/>
                        </a:cubicBezTo>
                        <a:cubicBezTo>
                          <a:pt x="1710" y="1352"/>
                          <a:pt x="1752" y="1449"/>
                          <a:pt x="1752" y="1546"/>
                        </a:cubicBezTo>
                        <a:cubicBezTo>
                          <a:pt x="1752" y="1624"/>
                          <a:pt x="1733" y="1661"/>
                          <a:pt x="1673" y="1740"/>
                        </a:cubicBezTo>
                        <a:cubicBezTo>
                          <a:pt x="1636" y="1814"/>
                          <a:pt x="1539" y="1874"/>
                          <a:pt x="1442" y="1892"/>
                        </a:cubicBezTo>
                        <a:cubicBezTo>
                          <a:pt x="1408" y="1898"/>
                          <a:pt x="1376" y="1900"/>
                          <a:pt x="1346" y="1900"/>
                        </a:cubicBezTo>
                        <a:cubicBezTo>
                          <a:pt x="1272" y="1900"/>
                          <a:pt x="1208" y="1887"/>
                          <a:pt x="1156" y="1874"/>
                        </a:cubicBezTo>
                        <a:cubicBezTo>
                          <a:pt x="1133" y="1855"/>
                          <a:pt x="1077" y="1795"/>
                          <a:pt x="1017" y="1721"/>
                        </a:cubicBezTo>
                        <a:cubicBezTo>
                          <a:pt x="980" y="1643"/>
                          <a:pt x="925" y="1546"/>
                          <a:pt x="865" y="1449"/>
                        </a:cubicBezTo>
                        <a:cubicBezTo>
                          <a:pt x="768" y="1259"/>
                          <a:pt x="694" y="1065"/>
                          <a:pt x="694" y="1065"/>
                        </a:cubicBezTo>
                        <a:lnTo>
                          <a:pt x="671" y="1005"/>
                        </a:lnTo>
                        <a:lnTo>
                          <a:pt x="615" y="1047"/>
                        </a:lnTo>
                        <a:cubicBezTo>
                          <a:pt x="615" y="1047"/>
                          <a:pt x="578" y="1065"/>
                          <a:pt x="518" y="1102"/>
                        </a:cubicBezTo>
                        <a:cubicBezTo>
                          <a:pt x="463" y="1144"/>
                          <a:pt x="384" y="1162"/>
                          <a:pt x="347" y="1181"/>
                        </a:cubicBezTo>
                        <a:cubicBezTo>
                          <a:pt x="269" y="1181"/>
                          <a:pt x="190" y="1162"/>
                          <a:pt x="172" y="1144"/>
                        </a:cubicBezTo>
                        <a:cubicBezTo>
                          <a:pt x="135" y="890"/>
                          <a:pt x="93" y="700"/>
                          <a:pt x="93" y="566"/>
                        </a:cubicBezTo>
                        <a:cubicBezTo>
                          <a:pt x="93" y="409"/>
                          <a:pt x="135" y="335"/>
                          <a:pt x="190" y="257"/>
                        </a:cubicBezTo>
                        <a:cubicBezTo>
                          <a:pt x="269" y="178"/>
                          <a:pt x="403" y="123"/>
                          <a:pt x="578" y="104"/>
                        </a:cubicBezTo>
                        <a:close/>
                        <a:moveTo>
                          <a:pt x="682" y="0"/>
                        </a:moveTo>
                        <a:cubicBezTo>
                          <a:pt x="639" y="0"/>
                          <a:pt x="597" y="3"/>
                          <a:pt x="555" y="7"/>
                        </a:cubicBezTo>
                        <a:cubicBezTo>
                          <a:pt x="384" y="26"/>
                          <a:pt x="232" y="81"/>
                          <a:pt x="135" y="178"/>
                        </a:cubicBezTo>
                        <a:cubicBezTo>
                          <a:pt x="38" y="293"/>
                          <a:pt x="1" y="409"/>
                          <a:pt x="1" y="566"/>
                        </a:cubicBezTo>
                        <a:cubicBezTo>
                          <a:pt x="1" y="719"/>
                          <a:pt x="38" y="931"/>
                          <a:pt x="75" y="1199"/>
                        </a:cubicBezTo>
                        <a:lnTo>
                          <a:pt x="93" y="1278"/>
                        </a:lnTo>
                        <a:lnTo>
                          <a:pt x="135" y="1236"/>
                        </a:lnTo>
                        <a:cubicBezTo>
                          <a:pt x="172" y="1259"/>
                          <a:pt x="250" y="1278"/>
                          <a:pt x="366" y="1278"/>
                        </a:cubicBezTo>
                        <a:cubicBezTo>
                          <a:pt x="440" y="1259"/>
                          <a:pt x="500" y="1218"/>
                          <a:pt x="578" y="1199"/>
                        </a:cubicBezTo>
                        <a:cubicBezTo>
                          <a:pt x="597" y="1181"/>
                          <a:pt x="615" y="1162"/>
                          <a:pt x="634" y="1162"/>
                        </a:cubicBezTo>
                        <a:cubicBezTo>
                          <a:pt x="652" y="1199"/>
                          <a:pt x="694" y="1315"/>
                          <a:pt x="786" y="1490"/>
                        </a:cubicBezTo>
                        <a:cubicBezTo>
                          <a:pt x="828" y="1583"/>
                          <a:pt x="883" y="1680"/>
                          <a:pt x="943" y="1777"/>
                        </a:cubicBezTo>
                        <a:cubicBezTo>
                          <a:pt x="999" y="1855"/>
                          <a:pt x="1040" y="1929"/>
                          <a:pt x="1114" y="1952"/>
                        </a:cubicBezTo>
                        <a:cubicBezTo>
                          <a:pt x="1176" y="1987"/>
                          <a:pt x="1245" y="2000"/>
                          <a:pt x="1321" y="2000"/>
                        </a:cubicBezTo>
                        <a:cubicBezTo>
                          <a:pt x="1365" y="2000"/>
                          <a:pt x="1412" y="1996"/>
                          <a:pt x="1461" y="1989"/>
                        </a:cubicBezTo>
                        <a:cubicBezTo>
                          <a:pt x="1576" y="1952"/>
                          <a:pt x="1692" y="1892"/>
                          <a:pt x="1770" y="1795"/>
                        </a:cubicBezTo>
                        <a:cubicBezTo>
                          <a:pt x="1826" y="1698"/>
                          <a:pt x="1867" y="1624"/>
                          <a:pt x="1849" y="1527"/>
                        </a:cubicBezTo>
                        <a:cubicBezTo>
                          <a:pt x="1849" y="1430"/>
                          <a:pt x="1807" y="1315"/>
                          <a:pt x="1733" y="1121"/>
                        </a:cubicBezTo>
                        <a:cubicBezTo>
                          <a:pt x="1673" y="950"/>
                          <a:pt x="1576" y="719"/>
                          <a:pt x="1461" y="525"/>
                        </a:cubicBezTo>
                        <a:cubicBezTo>
                          <a:pt x="1345" y="312"/>
                          <a:pt x="1230" y="141"/>
                          <a:pt x="1077" y="81"/>
                        </a:cubicBezTo>
                        <a:cubicBezTo>
                          <a:pt x="961" y="24"/>
                          <a:pt x="820" y="0"/>
                          <a:pt x="682" y="0"/>
                        </a:cubicBezTo>
                        <a:close/>
                      </a:path>
                    </a:pathLst>
                  </a:custGeom>
                  <a:solidFill>
                    <a:srgbClr val="3E285A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35" name="Google Shape;2155;p47">
                    <a:extLst>
                      <a:ext uri="{FF2B5EF4-FFF2-40B4-BE49-F238E27FC236}">
                        <a16:creationId xmlns:a16="http://schemas.microsoft.com/office/drawing/2014/main" id="{F09184F6-518C-F845-91F3-136BF58A5706}"/>
                      </a:ext>
                    </a:extLst>
                  </p:cNvPr>
                  <p:cNvSpPr/>
                  <p:nvPr/>
                </p:nvSpPr>
                <p:spPr>
                  <a:xfrm>
                    <a:off x="5188562" y="1542205"/>
                    <a:ext cx="373050" cy="3347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30" h="2091" extrusionOk="0">
                        <a:moveTo>
                          <a:pt x="808" y="0"/>
                        </a:moveTo>
                        <a:cubicBezTo>
                          <a:pt x="658" y="0"/>
                          <a:pt x="525" y="4"/>
                          <a:pt x="444" y="10"/>
                        </a:cubicBezTo>
                        <a:cubicBezTo>
                          <a:pt x="171" y="10"/>
                          <a:pt x="56" y="125"/>
                          <a:pt x="0" y="417"/>
                        </a:cubicBezTo>
                        <a:cubicBezTo>
                          <a:pt x="0" y="417"/>
                          <a:pt x="596" y="551"/>
                          <a:pt x="827" y="703"/>
                        </a:cubicBezTo>
                        <a:cubicBezTo>
                          <a:pt x="1040" y="837"/>
                          <a:pt x="1234" y="1475"/>
                          <a:pt x="1326" y="1706"/>
                        </a:cubicBezTo>
                        <a:cubicBezTo>
                          <a:pt x="1418" y="1942"/>
                          <a:pt x="1580" y="2091"/>
                          <a:pt x="1839" y="2091"/>
                        </a:cubicBezTo>
                        <a:cubicBezTo>
                          <a:pt x="1854" y="2091"/>
                          <a:pt x="1870" y="2090"/>
                          <a:pt x="1885" y="2089"/>
                        </a:cubicBezTo>
                        <a:cubicBezTo>
                          <a:pt x="2177" y="2071"/>
                          <a:pt x="2329" y="1803"/>
                          <a:pt x="2177" y="1512"/>
                        </a:cubicBezTo>
                        <a:cubicBezTo>
                          <a:pt x="2043" y="1244"/>
                          <a:pt x="1812" y="162"/>
                          <a:pt x="1673" y="88"/>
                        </a:cubicBezTo>
                        <a:cubicBezTo>
                          <a:pt x="1580" y="21"/>
                          <a:pt x="1150" y="0"/>
                          <a:pt x="808" y="0"/>
                        </a:cubicBezTo>
                        <a:close/>
                      </a:path>
                    </a:pathLst>
                  </a:custGeom>
                  <a:solidFill>
                    <a:srgbClr val="9669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36" name="Google Shape;2156;p47">
                    <a:extLst>
                      <a:ext uri="{FF2B5EF4-FFF2-40B4-BE49-F238E27FC236}">
                        <a16:creationId xmlns:a16="http://schemas.microsoft.com/office/drawing/2014/main" id="{D48DAE54-CB61-CF97-3F41-1DEDAAF0DA7F}"/>
                      </a:ext>
                    </a:extLst>
                  </p:cNvPr>
                  <p:cNvSpPr/>
                  <p:nvPr/>
                </p:nvSpPr>
                <p:spPr>
                  <a:xfrm>
                    <a:off x="5175913" y="1534840"/>
                    <a:ext cx="382657" cy="34823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90" h="2175" extrusionOk="0">
                        <a:moveTo>
                          <a:pt x="523" y="93"/>
                        </a:moveTo>
                        <a:cubicBezTo>
                          <a:pt x="657" y="93"/>
                          <a:pt x="925" y="93"/>
                          <a:pt x="1197" y="116"/>
                        </a:cubicBezTo>
                        <a:cubicBezTo>
                          <a:pt x="1313" y="116"/>
                          <a:pt x="1447" y="116"/>
                          <a:pt x="1544" y="134"/>
                        </a:cubicBezTo>
                        <a:cubicBezTo>
                          <a:pt x="1636" y="134"/>
                          <a:pt x="1715" y="153"/>
                          <a:pt x="1733" y="171"/>
                        </a:cubicBezTo>
                        <a:cubicBezTo>
                          <a:pt x="1733" y="171"/>
                          <a:pt x="1752" y="190"/>
                          <a:pt x="1775" y="231"/>
                        </a:cubicBezTo>
                        <a:cubicBezTo>
                          <a:pt x="1794" y="268"/>
                          <a:pt x="1812" y="305"/>
                          <a:pt x="1830" y="365"/>
                        </a:cubicBezTo>
                        <a:cubicBezTo>
                          <a:pt x="1867" y="481"/>
                          <a:pt x="1909" y="633"/>
                          <a:pt x="1964" y="786"/>
                        </a:cubicBezTo>
                        <a:cubicBezTo>
                          <a:pt x="2043" y="1096"/>
                          <a:pt x="2140" y="1424"/>
                          <a:pt x="2214" y="1576"/>
                        </a:cubicBezTo>
                        <a:cubicBezTo>
                          <a:pt x="2274" y="1710"/>
                          <a:pt x="2274" y="1826"/>
                          <a:pt x="2237" y="1923"/>
                        </a:cubicBezTo>
                        <a:cubicBezTo>
                          <a:pt x="2177" y="2020"/>
                          <a:pt x="2098" y="2080"/>
                          <a:pt x="1964" y="2080"/>
                        </a:cubicBezTo>
                        <a:cubicBezTo>
                          <a:pt x="1948" y="2081"/>
                          <a:pt x="1932" y="2081"/>
                          <a:pt x="1916" y="2081"/>
                        </a:cubicBezTo>
                        <a:cubicBezTo>
                          <a:pt x="1678" y="2081"/>
                          <a:pt x="1538" y="1951"/>
                          <a:pt x="1447" y="1752"/>
                        </a:cubicBezTo>
                        <a:cubicBezTo>
                          <a:pt x="1405" y="1618"/>
                          <a:pt x="1331" y="1405"/>
                          <a:pt x="1253" y="1193"/>
                        </a:cubicBezTo>
                        <a:cubicBezTo>
                          <a:pt x="1156" y="980"/>
                          <a:pt x="1059" y="786"/>
                          <a:pt x="925" y="694"/>
                        </a:cubicBezTo>
                        <a:cubicBezTo>
                          <a:pt x="809" y="615"/>
                          <a:pt x="597" y="555"/>
                          <a:pt x="407" y="499"/>
                        </a:cubicBezTo>
                        <a:cubicBezTo>
                          <a:pt x="273" y="463"/>
                          <a:pt x="176" y="439"/>
                          <a:pt x="135" y="421"/>
                        </a:cubicBezTo>
                        <a:cubicBezTo>
                          <a:pt x="176" y="324"/>
                          <a:pt x="213" y="231"/>
                          <a:pt x="250" y="190"/>
                        </a:cubicBezTo>
                        <a:cubicBezTo>
                          <a:pt x="329" y="134"/>
                          <a:pt x="407" y="93"/>
                          <a:pt x="523" y="93"/>
                        </a:cubicBezTo>
                        <a:close/>
                        <a:moveTo>
                          <a:pt x="523" y="0"/>
                        </a:moveTo>
                        <a:cubicBezTo>
                          <a:pt x="389" y="0"/>
                          <a:pt x="273" y="37"/>
                          <a:pt x="195" y="116"/>
                        </a:cubicBezTo>
                        <a:cubicBezTo>
                          <a:pt x="116" y="190"/>
                          <a:pt x="61" y="305"/>
                          <a:pt x="19" y="439"/>
                        </a:cubicBezTo>
                        <a:lnTo>
                          <a:pt x="1" y="499"/>
                        </a:lnTo>
                        <a:lnTo>
                          <a:pt x="61" y="518"/>
                        </a:lnTo>
                        <a:cubicBezTo>
                          <a:pt x="61" y="518"/>
                          <a:pt x="213" y="536"/>
                          <a:pt x="389" y="597"/>
                        </a:cubicBezTo>
                        <a:cubicBezTo>
                          <a:pt x="560" y="652"/>
                          <a:pt x="772" y="712"/>
                          <a:pt x="869" y="786"/>
                        </a:cubicBezTo>
                        <a:cubicBezTo>
                          <a:pt x="966" y="846"/>
                          <a:pt x="1082" y="1040"/>
                          <a:pt x="1156" y="1230"/>
                        </a:cubicBezTo>
                        <a:cubicBezTo>
                          <a:pt x="1253" y="1442"/>
                          <a:pt x="1313" y="1655"/>
                          <a:pt x="1368" y="1770"/>
                        </a:cubicBezTo>
                        <a:cubicBezTo>
                          <a:pt x="1442" y="2021"/>
                          <a:pt x="1649" y="2174"/>
                          <a:pt x="1909" y="2174"/>
                        </a:cubicBezTo>
                        <a:cubicBezTo>
                          <a:pt x="1928" y="2174"/>
                          <a:pt x="1946" y="2174"/>
                          <a:pt x="1964" y="2172"/>
                        </a:cubicBezTo>
                        <a:cubicBezTo>
                          <a:pt x="2122" y="2172"/>
                          <a:pt x="2256" y="2098"/>
                          <a:pt x="2311" y="1964"/>
                        </a:cubicBezTo>
                        <a:cubicBezTo>
                          <a:pt x="2390" y="1849"/>
                          <a:pt x="2390" y="1692"/>
                          <a:pt x="2311" y="1539"/>
                        </a:cubicBezTo>
                        <a:cubicBezTo>
                          <a:pt x="2237" y="1424"/>
                          <a:pt x="2140" y="1077"/>
                          <a:pt x="2062" y="749"/>
                        </a:cubicBezTo>
                        <a:cubicBezTo>
                          <a:pt x="2006" y="597"/>
                          <a:pt x="1964" y="439"/>
                          <a:pt x="1928" y="324"/>
                        </a:cubicBezTo>
                        <a:cubicBezTo>
                          <a:pt x="1909" y="268"/>
                          <a:pt x="1867" y="208"/>
                          <a:pt x="1849" y="171"/>
                        </a:cubicBezTo>
                        <a:cubicBezTo>
                          <a:pt x="1830" y="134"/>
                          <a:pt x="1812" y="116"/>
                          <a:pt x="1775" y="74"/>
                        </a:cubicBezTo>
                        <a:cubicBezTo>
                          <a:pt x="1733" y="56"/>
                          <a:pt x="1660" y="37"/>
                          <a:pt x="1544" y="37"/>
                        </a:cubicBezTo>
                        <a:cubicBezTo>
                          <a:pt x="1447" y="19"/>
                          <a:pt x="1331" y="19"/>
                          <a:pt x="1197" y="0"/>
                        </a:cubicBezTo>
                        <a:close/>
                      </a:path>
                    </a:pathLst>
                  </a:custGeom>
                  <a:solidFill>
                    <a:srgbClr val="3E285A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37" name="Google Shape;2157;p47">
                    <a:extLst>
                      <a:ext uri="{FF2B5EF4-FFF2-40B4-BE49-F238E27FC236}">
                        <a16:creationId xmlns:a16="http://schemas.microsoft.com/office/drawing/2014/main" id="{6BD0765D-4CC7-FF73-387F-5F602DF011B4}"/>
                      </a:ext>
                    </a:extLst>
                  </p:cNvPr>
                  <p:cNvSpPr/>
                  <p:nvPr/>
                </p:nvSpPr>
                <p:spPr>
                  <a:xfrm>
                    <a:off x="5074565" y="1589758"/>
                    <a:ext cx="368888" cy="32134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04" h="2007" extrusionOk="0">
                        <a:moveTo>
                          <a:pt x="544" y="0"/>
                        </a:moveTo>
                        <a:cubicBezTo>
                          <a:pt x="321" y="0"/>
                          <a:pt x="51" y="106"/>
                          <a:pt x="1" y="521"/>
                        </a:cubicBezTo>
                        <a:cubicBezTo>
                          <a:pt x="1" y="521"/>
                          <a:pt x="403" y="582"/>
                          <a:pt x="731" y="753"/>
                        </a:cubicBezTo>
                        <a:cubicBezTo>
                          <a:pt x="1059" y="905"/>
                          <a:pt x="1345" y="1871"/>
                          <a:pt x="1345" y="1871"/>
                        </a:cubicBezTo>
                        <a:cubicBezTo>
                          <a:pt x="1345" y="1871"/>
                          <a:pt x="1539" y="2005"/>
                          <a:pt x="1673" y="2005"/>
                        </a:cubicBezTo>
                        <a:cubicBezTo>
                          <a:pt x="1680" y="2006"/>
                          <a:pt x="1687" y="2006"/>
                          <a:pt x="1696" y="2006"/>
                        </a:cubicBezTo>
                        <a:cubicBezTo>
                          <a:pt x="1844" y="2006"/>
                          <a:pt x="2304" y="1855"/>
                          <a:pt x="2177" y="1580"/>
                        </a:cubicBezTo>
                        <a:cubicBezTo>
                          <a:pt x="2062" y="1312"/>
                          <a:pt x="1867" y="309"/>
                          <a:pt x="1715" y="212"/>
                        </a:cubicBezTo>
                        <a:cubicBezTo>
                          <a:pt x="1576" y="120"/>
                          <a:pt x="846" y="22"/>
                          <a:pt x="615" y="4"/>
                        </a:cubicBezTo>
                        <a:cubicBezTo>
                          <a:pt x="592" y="2"/>
                          <a:pt x="568" y="0"/>
                          <a:pt x="544" y="0"/>
                        </a:cubicBezTo>
                        <a:close/>
                      </a:path>
                    </a:pathLst>
                  </a:custGeom>
                  <a:solidFill>
                    <a:srgbClr val="9669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38" name="Google Shape;2158;p47">
                    <a:extLst>
                      <a:ext uri="{FF2B5EF4-FFF2-40B4-BE49-F238E27FC236}">
                        <a16:creationId xmlns:a16="http://schemas.microsoft.com/office/drawing/2014/main" id="{DFDE7305-5544-30B6-A1D0-A1CAA2E8477D}"/>
                      </a:ext>
                    </a:extLst>
                  </p:cNvPr>
                  <p:cNvSpPr/>
                  <p:nvPr/>
                </p:nvSpPr>
                <p:spPr>
                  <a:xfrm>
                    <a:off x="5064958" y="1582553"/>
                    <a:ext cx="373050" cy="33719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30" h="2106" extrusionOk="0">
                        <a:moveTo>
                          <a:pt x="592" y="98"/>
                        </a:moveTo>
                        <a:cubicBezTo>
                          <a:pt x="620" y="98"/>
                          <a:pt x="648" y="100"/>
                          <a:pt x="675" y="104"/>
                        </a:cubicBezTo>
                        <a:cubicBezTo>
                          <a:pt x="772" y="104"/>
                          <a:pt x="1022" y="141"/>
                          <a:pt x="1253" y="165"/>
                        </a:cubicBezTo>
                        <a:cubicBezTo>
                          <a:pt x="1368" y="183"/>
                          <a:pt x="1484" y="220"/>
                          <a:pt x="1562" y="238"/>
                        </a:cubicBezTo>
                        <a:cubicBezTo>
                          <a:pt x="1659" y="257"/>
                          <a:pt x="1733" y="280"/>
                          <a:pt x="1752" y="299"/>
                        </a:cubicBezTo>
                        <a:cubicBezTo>
                          <a:pt x="1752" y="299"/>
                          <a:pt x="1775" y="317"/>
                          <a:pt x="1793" y="354"/>
                        </a:cubicBezTo>
                        <a:cubicBezTo>
                          <a:pt x="1812" y="396"/>
                          <a:pt x="1830" y="433"/>
                          <a:pt x="1849" y="488"/>
                        </a:cubicBezTo>
                        <a:cubicBezTo>
                          <a:pt x="1890" y="603"/>
                          <a:pt x="1927" y="742"/>
                          <a:pt x="1964" y="895"/>
                        </a:cubicBezTo>
                        <a:cubicBezTo>
                          <a:pt x="2043" y="1181"/>
                          <a:pt x="2122" y="1491"/>
                          <a:pt x="2195" y="1643"/>
                        </a:cubicBezTo>
                        <a:cubicBezTo>
                          <a:pt x="2214" y="1703"/>
                          <a:pt x="2214" y="1740"/>
                          <a:pt x="2195" y="1782"/>
                        </a:cubicBezTo>
                        <a:cubicBezTo>
                          <a:pt x="2158" y="1837"/>
                          <a:pt x="2122" y="1874"/>
                          <a:pt x="2061" y="1897"/>
                        </a:cubicBezTo>
                        <a:cubicBezTo>
                          <a:pt x="2006" y="1934"/>
                          <a:pt x="1927" y="1971"/>
                          <a:pt x="1867" y="1971"/>
                        </a:cubicBezTo>
                        <a:cubicBezTo>
                          <a:pt x="1812" y="1990"/>
                          <a:pt x="1752" y="2013"/>
                          <a:pt x="1733" y="2013"/>
                        </a:cubicBezTo>
                        <a:cubicBezTo>
                          <a:pt x="1696" y="1990"/>
                          <a:pt x="1618" y="1971"/>
                          <a:pt x="1544" y="1934"/>
                        </a:cubicBezTo>
                        <a:cubicBezTo>
                          <a:pt x="1484" y="1916"/>
                          <a:pt x="1465" y="1874"/>
                          <a:pt x="1447" y="1874"/>
                        </a:cubicBezTo>
                        <a:cubicBezTo>
                          <a:pt x="1447" y="1856"/>
                          <a:pt x="1387" y="1643"/>
                          <a:pt x="1271" y="1394"/>
                        </a:cubicBezTo>
                        <a:cubicBezTo>
                          <a:pt x="1216" y="1260"/>
                          <a:pt x="1156" y="1126"/>
                          <a:pt x="1082" y="1010"/>
                        </a:cubicBezTo>
                        <a:cubicBezTo>
                          <a:pt x="1003" y="895"/>
                          <a:pt x="906" y="798"/>
                          <a:pt x="809" y="742"/>
                        </a:cubicBezTo>
                        <a:cubicBezTo>
                          <a:pt x="504" y="585"/>
                          <a:pt x="176" y="548"/>
                          <a:pt x="116" y="548"/>
                        </a:cubicBezTo>
                        <a:cubicBezTo>
                          <a:pt x="158" y="354"/>
                          <a:pt x="232" y="238"/>
                          <a:pt x="329" y="183"/>
                        </a:cubicBezTo>
                        <a:cubicBezTo>
                          <a:pt x="403" y="123"/>
                          <a:pt x="499" y="98"/>
                          <a:pt x="592" y="98"/>
                        </a:cubicBezTo>
                        <a:close/>
                        <a:moveTo>
                          <a:pt x="589" y="1"/>
                        </a:moveTo>
                        <a:cubicBezTo>
                          <a:pt x="490" y="1"/>
                          <a:pt x="376" y="26"/>
                          <a:pt x="273" y="86"/>
                        </a:cubicBezTo>
                        <a:cubicBezTo>
                          <a:pt x="135" y="165"/>
                          <a:pt x="42" y="317"/>
                          <a:pt x="1" y="566"/>
                        </a:cubicBezTo>
                        <a:lnTo>
                          <a:pt x="1" y="603"/>
                        </a:lnTo>
                        <a:lnTo>
                          <a:pt x="42" y="627"/>
                        </a:lnTo>
                        <a:cubicBezTo>
                          <a:pt x="42" y="627"/>
                          <a:pt x="444" y="682"/>
                          <a:pt x="772" y="834"/>
                        </a:cubicBezTo>
                        <a:cubicBezTo>
                          <a:pt x="851" y="876"/>
                          <a:pt x="925" y="950"/>
                          <a:pt x="985" y="1066"/>
                        </a:cubicBezTo>
                        <a:cubicBezTo>
                          <a:pt x="1059" y="1163"/>
                          <a:pt x="1119" y="1297"/>
                          <a:pt x="1174" y="1435"/>
                        </a:cubicBezTo>
                        <a:cubicBezTo>
                          <a:pt x="1290" y="1685"/>
                          <a:pt x="1368" y="1934"/>
                          <a:pt x="1368" y="1934"/>
                        </a:cubicBezTo>
                        <a:lnTo>
                          <a:pt x="1387" y="1953"/>
                        </a:lnTo>
                        <a:cubicBezTo>
                          <a:pt x="1387" y="1953"/>
                          <a:pt x="1428" y="1990"/>
                          <a:pt x="1502" y="2031"/>
                        </a:cubicBezTo>
                        <a:cubicBezTo>
                          <a:pt x="1562" y="2068"/>
                          <a:pt x="1659" y="2105"/>
                          <a:pt x="1733" y="2105"/>
                        </a:cubicBezTo>
                        <a:cubicBezTo>
                          <a:pt x="1775" y="2105"/>
                          <a:pt x="1830" y="2087"/>
                          <a:pt x="1890" y="2068"/>
                        </a:cubicBezTo>
                        <a:cubicBezTo>
                          <a:pt x="1964" y="2050"/>
                          <a:pt x="2043" y="2031"/>
                          <a:pt x="2098" y="1990"/>
                        </a:cubicBezTo>
                        <a:cubicBezTo>
                          <a:pt x="2177" y="1953"/>
                          <a:pt x="2237" y="1897"/>
                          <a:pt x="2274" y="1837"/>
                        </a:cubicBezTo>
                        <a:cubicBezTo>
                          <a:pt x="2311" y="1782"/>
                          <a:pt x="2329" y="1685"/>
                          <a:pt x="2292" y="1606"/>
                        </a:cubicBezTo>
                        <a:cubicBezTo>
                          <a:pt x="2237" y="1472"/>
                          <a:pt x="2140" y="1163"/>
                          <a:pt x="2061" y="858"/>
                        </a:cubicBezTo>
                        <a:cubicBezTo>
                          <a:pt x="2024" y="719"/>
                          <a:pt x="1983" y="566"/>
                          <a:pt x="1946" y="469"/>
                        </a:cubicBezTo>
                        <a:cubicBezTo>
                          <a:pt x="1927" y="414"/>
                          <a:pt x="1909" y="354"/>
                          <a:pt x="1890" y="317"/>
                        </a:cubicBezTo>
                        <a:cubicBezTo>
                          <a:pt x="1849" y="280"/>
                          <a:pt x="1830" y="238"/>
                          <a:pt x="1812" y="220"/>
                        </a:cubicBezTo>
                        <a:cubicBezTo>
                          <a:pt x="1752" y="183"/>
                          <a:pt x="1678" y="165"/>
                          <a:pt x="1599" y="141"/>
                        </a:cubicBezTo>
                        <a:cubicBezTo>
                          <a:pt x="1502" y="104"/>
                          <a:pt x="1387" y="86"/>
                          <a:pt x="1271" y="67"/>
                        </a:cubicBezTo>
                        <a:cubicBezTo>
                          <a:pt x="1040" y="26"/>
                          <a:pt x="791" y="7"/>
                          <a:pt x="675" y="7"/>
                        </a:cubicBezTo>
                        <a:cubicBezTo>
                          <a:pt x="648" y="3"/>
                          <a:pt x="619" y="1"/>
                          <a:pt x="589" y="1"/>
                        </a:cubicBezTo>
                        <a:close/>
                      </a:path>
                    </a:pathLst>
                  </a:custGeom>
                  <a:solidFill>
                    <a:srgbClr val="3E285A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39" name="Google Shape;2159;p47">
                    <a:extLst>
                      <a:ext uri="{FF2B5EF4-FFF2-40B4-BE49-F238E27FC236}">
                        <a16:creationId xmlns:a16="http://schemas.microsoft.com/office/drawing/2014/main" id="{D67A0867-BD49-37DA-B4CD-9173F55E1EE5}"/>
                      </a:ext>
                    </a:extLst>
                  </p:cNvPr>
                  <p:cNvSpPr/>
                  <p:nvPr/>
                </p:nvSpPr>
                <p:spPr>
                  <a:xfrm>
                    <a:off x="5431927" y="1531158"/>
                    <a:ext cx="320535" cy="5656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02" h="3533" extrusionOk="0">
                        <a:moveTo>
                          <a:pt x="407" y="0"/>
                        </a:moveTo>
                        <a:cubicBezTo>
                          <a:pt x="347" y="0"/>
                          <a:pt x="292" y="23"/>
                          <a:pt x="231" y="60"/>
                        </a:cubicBezTo>
                        <a:cubicBezTo>
                          <a:pt x="0" y="213"/>
                          <a:pt x="79" y="717"/>
                          <a:pt x="365" y="1063"/>
                        </a:cubicBezTo>
                        <a:cubicBezTo>
                          <a:pt x="569" y="1318"/>
                          <a:pt x="723" y="1357"/>
                          <a:pt x="797" y="1357"/>
                        </a:cubicBezTo>
                        <a:cubicBezTo>
                          <a:pt x="829" y="1357"/>
                          <a:pt x="846" y="1350"/>
                          <a:pt x="846" y="1350"/>
                        </a:cubicBezTo>
                        <a:lnTo>
                          <a:pt x="906" y="1659"/>
                        </a:lnTo>
                        <a:cubicBezTo>
                          <a:pt x="754" y="1678"/>
                          <a:pt x="347" y="1830"/>
                          <a:pt x="195" y="2602"/>
                        </a:cubicBezTo>
                        <a:cubicBezTo>
                          <a:pt x="57" y="3224"/>
                          <a:pt x="419" y="3532"/>
                          <a:pt x="828" y="3532"/>
                        </a:cubicBezTo>
                        <a:cubicBezTo>
                          <a:pt x="1051" y="3532"/>
                          <a:pt x="1287" y="3440"/>
                          <a:pt x="1465" y="3258"/>
                        </a:cubicBezTo>
                        <a:cubicBezTo>
                          <a:pt x="1715" y="3004"/>
                          <a:pt x="1849" y="2796"/>
                          <a:pt x="1886" y="2602"/>
                        </a:cubicBezTo>
                        <a:cubicBezTo>
                          <a:pt x="1983" y="2408"/>
                          <a:pt x="2001" y="2218"/>
                          <a:pt x="1946" y="1964"/>
                        </a:cubicBezTo>
                        <a:cubicBezTo>
                          <a:pt x="1867" y="1525"/>
                          <a:pt x="1812" y="1216"/>
                          <a:pt x="1733" y="851"/>
                        </a:cubicBezTo>
                        <a:cubicBezTo>
                          <a:pt x="1655" y="462"/>
                          <a:pt x="1387" y="444"/>
                          <a:pt x="1040" y="273"/>
                        </a:cubicBezTo>
                        <a:cubicBezTo>
                          <a:pt x="772" y="139"/>
                          <a:pt x="578" y="0"/>
                          <a:pt x="407" y="0"/>
                        </a:cubicBezTo>
                        <a:close/>
                      </a:path>
                    </a:pathLst>
                  </a:custGeom>
                  <a:solidFill>
                    <a:srgbClr val="9669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40" name="Google Shape;2160;p47">
                    <a:extLst>
                      <a:ext uri="{FF2B5EF4-FFF2-40B4-BE49-F238E27FC236}">
                        <a16:creationId xmlns:a16="http://schemas.microsoft.com/office/drawing/2014/main" id="{21EF44C1-DEB8-5163-DDE5-01CA9AAFA0ED}"/>
                      </a:ext>
                    </a:extLst>
                  </p:cNvPr>
                  <p:cNvSpPr/>
                  <p:nvPr/>
                </p:nvSpPr>
                <p:spPr>
                  <a:xfrm>
                    <a:off x="5434809" y="1524913"/>
                    <a:ext cx="324218" cy="5791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25" h="3617" extrusionOk="0">
                        <a:moveTo>
                          <a:pt x="389" y="99"/>
                        </a:moveTo>
                        <a:cubicBezTo>
                          <a:pt x="542" y="99"/>
                          <a:pt x="736" y="215"/>
                          <a:pt x="1004" y="349"/>
                        </a:cubicBezTo>
                        <a:cubicBezTo>
                          <a:pt x="1175" y="446"/>
                          <a:pt x="1332" y="483"/>
                          <a:pt x="1447" y="561"/>
                        </a:cubicBezTo>
                        <a:cubicBezTo>
                          <a:pt x="1563" y="640"/>
                          <a:pt x="1637" y="714"/>
                          <a:pt x="1678" y="890"/>
                        </a:cubicBezTo>
                        <a:cubicBezTo>
                          <a:pt x="1734" y="1273"/>
                          <a:pt x="1794" y="1583"/>
                          <a:pt x="1891" y="2003"/>
                        </a:cubicBezTo>
                        <a:cubicBezTo>
                          <a:pt x="1928" y="2276"/>
                          <a:pt x="1909" y="2428"/>
                          <a:pt x="1831" y="2622"/>
                        </a:cubicBezTo>
                        <a:lnTo>
                          <a:pt x="1831" y="2641"/>
                        </a:lnTo>
                        <a:cubicBezTo>
                          <a:pt x="1775" y="2812"/>
                          <a:pt x="1660" y="3006"/>
                          <a:pt x="1406" y="3255"/>
                        </a:cubicBezTo>
                        <a:cubicBezTo>
                          <a:pt x="1239" y="3436"/>
                          <a:pt x="1011" y="3527"/>
                          <a:pt x="797" y="3527"/>
                        </a:cubicBezTo>
                        <a:cubicBezTo>
                          <a:pt x="715" y="3527"/>
                          <a:pt x="634" y="3513"/>
                          <a:pt x="560" y="3486"/>
                        </a:cubicBezTo>
                        <a:cubicBezTo>
                          <a:pt x="311" y="3371"/>
                          <a:pt x="116" y="3121"/>
                          <a:pt x="213" y="2659"/>
                        </a:cubicBezTo>
                        <a:cubicBezTo>
                          <a:pt x="366" y="1888"/>
                          <a:pt x="754" y="1772"/>
                          <a:pt x="907" y="1754"/>
                        </a:cubicBezTo>
                        <a:lnTo>
                          <a:pt x="944" y="1735"/>
                        </a:lnTo>
                        <a:lnTo>
                          <a:pt x="870" y="1310"/>
                        </a:lnTo>
                        <a:lnTo>
                          <a:pt x="810" y="1333"/>
                        </a:lnTo>
                        <a:cubicBezTo>
                          <a:pt x="810" y="1333"/>
                          <a:pt x="810" y="1352"/>
                          <a:pt x="791" y="1352"/>
                        </a:cubicBezTo>
                        <a:cubicBezTo>
                          <a:pt x="773" y="1352"/>
                          <a:pt x="754" y="1352"/>
                          <a:pt x="713" y="1333"/>
                        </a:cubicBezTo>
                        <a:cubicBezTo>
                          <a:pt x="639" y="1310"/>
                          <a:pt x="523" y="1236"/>
                          <a:pt x="389" y="1079"/>
                        </a:cubicBezTo>
                        <a:cubicBezTo>
                          <a:pt x="250" y="908"/>
                          <a:pt x="158" y="695"/>
                          <a:pt x="135" y="525"/>
                        </a:cubicBezTo>
                        <a:cubicBezTo>
                          <a:pt x="116" y="349"/>
                          <a:pt x="158" y="196"/>
                          <a:pt x="232" y="136"/>
                        </a:cubicBezTo>
                        <a:cubicBezTo>
                          <a:pt x="292" y="118"/>
                          <a:pt x="329" y="99"/>
                          <a:pt x="389" y="99"/>
                        </a:cubicBezTo>
                        <a:close/>
                        <a:moveTo>
                          <a:pt x="425" y="1"/>
                        </a:moveTo>
                        <a:cubicBezTo>
                          <a:pt x="413" y="1"/>
                          <a:pt x="401" y="1"/>
                          <a:pt x="389" y="2"/>
                        </a:cubicBezTo>
                        <a:cubicBezTo>
                          <a:pt x="311" y="2"/>
                          <a:pt x="250" y="21"/>
                          <a:pt x="177" y="62"/>
                        </a:cubicBezTo>
                        <a:cubicBezTo>
                          <a:pt x="43" y="155"/>
                          <a:pt x="1" y="330"/>
                          <a:pt x="43" y="543"/>
                        </a:cubicBezTo>
                        <a:cubicBezTo>
                          <a:pt x="61" y="732"/>
                          <a:pt x="158" y="945"/>
                          <a:pt x="311" y="1139"/>
                        </a:cubicBezTo>
                        <a:cubicBezTo>
                          <a:pt x="445" y="1310"/>
                          <a:pt x="579" y="1389"/>
                          <a:pt x="676" y="1426"/>
                        </a:cubicBezTo>
                        <a:cubicBezTo>
                          <a:pt x="736" y="1449"/>
                          <a:pt x="773" y="1449"/>
                          <a:pt x="791" y="1449"/>
                        </a:cubicBezTo>
                        <a:lnTo>
                          <a:pt x="828" y="1680"/>
                        </a:lnTo>
                        <a:cubicBezTo>
                          <a:pt x="657" y="1717"/>
                          <a:pt x="274" y="1888"/>
                          <a:pt x="116" y="2641"/>
                        </a:cubicBezTo>
                        <a:cubicBezTo>
                          <a:pt x="19" y="3140"/>
                          <a:pt x="232" y="3449"/>
                          <a:pt x="523" y="3565"/>
                        </a:cubicBezTo>
                        <a:cubicBezTo>
                          <a:pt x="614" y="3599"/>
                          <a:pt x="713" y="3617"/>
                          <a:pt x="813" y="3617"/>
                        </a:cubicBezTo>
                        <a:cubicBezTo>
                          <a:pt x="1049" y="3617"/>
                          <a:pt x="1296" y="3522"/>
                          <a:pt x="1484" y="3334"/>
                        </a:cubicBezTo>
                        <a:cubicBezTo>
                          <a:pt x="1715" y="3066"/>
                          <a:pt x="1868" y="2872"/>
                          <a:pt x="1928" y="2659"/>
                        </a:cubicBezTo>
                        <a:cubicBezTo>
                          <a:pt x="2006" y="2447"/>
                          <a:pt x="2025" y="2257"/>
                          <a:pt x="1983" y="1985"/>
                        </a:cubicBezTo>
                        <a:cubicBezTo>
                          <a:pt x="1891" y="1564"/>
                          <a:pt x="1849" y="1255"/>
                          <a:pt x="1775" y="871"/>
                        </a:cubicBezTo>
                        <a:cubicBezTo>
                          <a:pt x="1734" y="677"/>
                          <a:pt x="1637" y="561"/>
                          <a:pt x="1503" y="464"/>
                        </a:cubicBezTo>
                        <a:cubicBezTo>
                          <a:pt x="1369" y="386"/>
                          <a:pt x="1216" y="349"/>
                          <a:pt x="1041" y="252"/>
                        </a:cubicBezTo>
                        <a:cubicBezTo>
                          <a:pt x="789" y="126"/>
                          <a:pt x="603" y="1"/>
                          <a:pt x="425" y="1"/>
                        </a:cubicBezTo>
                        <a:close/>
                      </a:path>
                    </a:pathLst>
                  </a:custGeom>
                  <a:solidFill>
                    <a:srgbClr val="3E285A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41" name="Google Shape;2161;p47">
                    <a:extLst>
                      <a:ext uri="{FF2B5EF4-FFF2-40B4-BE49-F238E27FC236}">
                        <a16:creationId xmlns:a16="http://schemas.microsoft.com/office/drawing/2014/main" id="{A8A94464-F3A3-1E80-5C1E-D5FB299EE2AD}"/>
                      </a:ext>
                    </a:extLst>
                  </p:cNvPr>
                  <p:cNvSpPr/>
                  <p:nvPr/>
                </p:nvSpPr>
                <p:spPr>
                  <a:xfrm>
                    <a:off x="6982577" y="2843731"/>
                    <a:ext cx="403951" cy="6053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23" h="3781" extrusionOk="0">
                        <a:moveTo>
                          <a:pt x="917" y="1"/>
                        </a:moveTo>
                        <a:cubicBezTo>
                          <a:pt x="736" y="1"/>
                          <a:pt x="553" y="54"/>
                          <a:pt x="462" y="64"/>
                        </a:cubicBezTo>
                        <a:cubicBezTo>
                          <a:pt x="287" y="64"/>
                          <a:pt x="97" y="350"/>
                          <a:pt x="37" y="678"/>
                        </a:cubicBezTo>
                        <a:cubicBezTo>
                          <a:pt x="0" y="1007"/>
                          <a:pt x="171" y="1644"/>
                          <a:pt x="462" y="2143"/>
                        </a:cubicBezTo>
                        <a:cubicBezTo>
                          <a:pt x="730" y="2624"/>
                          <a:pt x="1368" y="3760"/>
                          <a:pt x="1599" y="3779"/>
                        </a:cubicBezTo>
                        <a:cubicBezTo>
                          <a:pt x="1609" y="3780"/>
                          <a:pt x="1620" y="3780"/>
                          <a:pt x="1630" y="3780"/>
                        </a:cubicBezTo>
                        <a:cubicBezTo>
                          <a:pt x="1827" y="3780"/>
                          <a:pt x="1974" y="3613"/>
                          <a:pt x="2158" y="3354"/>
                        </a:cubicBezTo>
                        <a:cubicBezTo>
                          <a:pt x="2389" y="2989"/>
                          <a:pt x="2523" y="2684"/>
                          <a:pt x="2523" y="2684"/>
                        </a:cubicBezTo>
                        <a:cubicBezTo>
                          <a:pt x="2523" y="2684"/>
                          <a:pt x="1520" y="526"/>
                          <a:pt x="1326" y="198"/>
                        </a:cubicBezTo>
                        <a:cubicBezTo>
                          <a:pt x="1237" y="43"/>
                          <a:pt x="1078" y="1"/>
                          <a:pt x="917" y="1"/>
                        </a:cubicBezTo>
                        <a:close/>
                      </a:path>
                    </a:pathLst>
                  </a:custGeom>
                  <a:solidFill>
                    <a:srgbClr val="9669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42" name="Google Shape;2162;p47">
                    <a:extLst>
                      <a:ext uri="{FF2B5EF4-FFF2-40B4-BE49-F238E27FC236}">
                        <a16:creationId xmlns:a16="http://schemas.microsoft.com/office/drawing/2014/main" id="{3D7A39FB-F429-509A-4690-EB4A8F1CCC22}"/>
                      </a:ext>
                    </a:extLst>
                  </p:cNvPr>
                  <p:cNvSpPr/>
                  <p:nvPr/>
                </p:nvSpPr>
                <p:spPr>
                  <a:xfrm>
                    <a:off x="6976653" y="2835405"/>
                    <a:ext cx="418841" cy="62042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16" h="3875" extrusionOk="0">
                        <a:moveTo>
                          <a:pt x="924" y="0"/>
                        </a:moveTo>
                        <a:cubicBezTo>
                          <a:pt x="749" y="19"/>
                          <a:pt x="555" y="56"/>
                          <a:pt x="499" y="56"/>
                        </a:cubicBezTo>
                        <a:cubicBezTo>
                          <a:pt x="384" y="56"/>
                          <a:pt x="268" y="153"/>
                          <a:pt x="190" y="268"/>
                        </a:cubicBezTo>
                        <a:cubicBezTo>
                          <a:pt x="116" y="384"/>
                          <a:pt x="56" y="559"/>
                          <a:pt x="37" y="730"/>
                        </a:cubicBezTo>
                        <a:cubicBezTo>
                          <a:pt x="0" y="906"/>
                          <a:pt x="37" y="1156"/>
                          <a:pt x="116" y="1405"/>
                        </a:cubicBezTo>
                        <a:cubicBezTo>
                          <a:pt x="190" y="1673"/>
                          <a:pt x="305" y="1964"/>
                          <a:pt x="462" y="2214"/>
                        </a:cubicBezTo>
                        <a:cubicBezTo>
                          <a:pt x="596" y="2463"/>
                          <a:pt x="827" y="2870"/>
                          <a:pt x="1040" y="3216"/>
                        </a:cubicBezTo>
                        <a:cubicBezTo>
                          <a:pt x="1155" y="3387"/>
                          <a:pt x="1271" y="3544"/>
                          <a:pt x="1363" y="3660"/>
                        </a:cubicBezTo>
                        <a:cubicBezTo>
                          <a:pt x="1405" y="3715"/>
                          <a:pt x="1460" y="3775"/>
                          <a:pt x="1502" y="3812"/>
                        </a:cubicBezTo>
                        <a:cubicBezTo>
                          <a:pt x="1539" y="3849"/>
                          <a:pt x="1576" y="3868"/>
                          <a:pt x="1617" y="3868"/>
                        </a:cubicBezTo>
                        <a:cubicBezTo>
                          <a:pt x="1643" y="3872"/>
                          <a:pt x="1666" y="3874"/>
                          <a:pt x="1689" y="3874"/>
                        </a:cubicBezTo>
                        <a:cubicBezTo>
                          <a:pt x="1788" y="3874"/>
                          <a:pt x="1866" y="3835"/>
                          <a:pt x="1941" y="3775"/>
                        </a:cubicBezTo>
                        <a:cubicBezTo>
                          <a:pt x="2038" y="3678"/>
                          <a:pt x="2135" y="3563"/>
                          <a:pt x="2232" y="3429"/>
                        </a:cubicBezTo>
                        <a:cubicBezTo>
                          <a:pt x="2481" y="3082"/>
                          <a:pt x="2615" y="2773"/>
                          <a:pt x="2615" y="2773"/>
                        </a:cubicBezTo>
                        <a:lnTo>
                          <a:pt x="2615" y="2736"/>
                        </a:lnTo>
                        <a:lnTo>
                          <a:pt x="2615" y="2713"/>
                        </a:lnTo>
                        <a:cubicBezTo>
                          <a:pt x="2615" y="2713"/>
                          <a:pt x="2578" y="2639"/>
                          <a:pt x="2560" y="2620"/>
                        </a:cubicBezTo>
                        <a:lnTo>
                          <a:pt x="2500" y="2736"/>
                        </a:lnTo>
                        <a:cubicBezTo>
                          <a:pt x="2500" y="2754"/>
                          <a:pt x="2384" y="3041"/>
                          <a:pt x="2153" y="3369"/>
                        </a:cubicBezTo>
                        <a:cubicBezTo>
                          <a:pt x="2056" y="3503"/>
                          <a:pt x="1964" y="3618"/>
                          <a:pt x="1885" y="3697"/>
                        </a:cubicBezTo>
                        <a:cubicBezTo>
                          <a:pt x="1820" y="3743"/>
                          <a:pt x="1757" y="3780"/>
                          <a:pt x="1682" y="3780"/>
                        </a:cubicBezTo>
                        <a:cubicBezTo>
                          <a:pt x="1667" y="3780"/>
                          <a:pt x="1652" y="3778"/>
                          <a:pt x="1636" y="3775"/>
                        </a:cubicBezTo>
                        <a:cubicBezTo>
                          <a:pt x="1636" y="3775"/>
                          <a:pt x="1594" y="3752"/>
                          <a:pt x="1557" y="3734"/>
                        </a:cubicBezTo>
                        <a:cubicBezTo>
                          <a:pt x="1520" y="3697"/>
                          <a:pt x="1479" y="3660"/>
                          <a:pt x="1442" y="3600"/>
                        </a:cubicBezTo>
                        <a:cubicBezTo>
                          <a:pt x="1345" y="3484"/>
                          <a:pt x="1229" y="3332"/>
                          <a:pt x="1132" y="3156"/>
                        </a:cubicBezTo>
                        <a:cubicBezTo>
                          <a:pt x="901" y="2810"/>
                          <a:pt x="670" y="2408"/>
                          <a:pt x="536" y="2177"/>
                        </a:cubicBezTo>
                        <a:cubicBezTo>
                          <a:pt x="402" y="1927"/>
                          <a:pt x="287" y="1655"/>
                          <a:pt x="208" y="1387"/>
                        </a:cubicBezTo>
                        <a:cubicBezTo>
                          <a:pt x="134" y="1137"/>
                          <a:pt x="116" y="888"/>
                          <a:pt x="134" y="730"/>
                        </a:cubicBezTo>
                        <a:cubicBezTo>
                          <a:pt x="153" y="578"/>
                          <a:pt x="208" y="425"/>
                          <a:pt x="287" y="328"/>
                        </a:cubicBezTo>
                        <a:cubicBezTo>
                          <a:pt x="347" y="213"/>
                          <a:pt x="439" y="153"/>
                          <a:pt x="499" y="153"/>
                        </a:cubicBezTo>
                        <a:cubicBezTo>
                          <a:pt x="596" y="153"/>
                          <a:pt x="749" y="116"/>
                          <a:pt x="924" y="116"/>
                        </a:cubicBezTo>
                        <a:lnTo>
                          <a:pt x="1095" y="116"/>
                        </a:lnTo>
                        <a:lnTo>
                          <a:pt x="1077" y="37"/>
                        </a:lnTo>
                        <a:cubicBezTo>
                          <a:pt x="998" y="19"/>
                          <a:pt x="1040" y="0"/>
                          <a:pt x="961" y="0"/>
                        </a:cubicBezTo>
                        <a:close/>
                      </a:path>
                    </a:pathLst>
                  </a:custGeom>
                  <a:solidFill>
                    <a:srgbClr val="3E285A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43" name="Google Shape;2163;p47">
                    <a:extLst>
                      <a:ext uri="{FF2B5EF4-FFF2-40B4-BE49-F238E27FC236}">
                        <a16:creationId xmlns:a16="http://schemas.microsoft.com/office/drawing/2014/main" id="{E2E7AA3E-1F3B-4D73-D33D-A9BF4BABAC3C}"/>
                      </a:ext>
                    </a:extLst>
                  </p:cNvPr>
                  <p:cNvSpPr/>
                  <p:nvPr/>
                </p:nvSpPr>
                <p:spPr>
                  <a:xfrm>
                    <a:off x="5820350" y="2644555"/>
                    <a:ext cx="1458259" cy="84714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108" h="5291" extrusionOk="0">
                        <a:moveTo>
                          <a:pt x="6853" y="0"/>
                        </a:moveTo>
                        <a:lnTo>
                          <a:pt x="328" y="116"/>
                        </a:lnTo>
                        <a:cubicBezTo>
                          <a:pt x="116" y="116"/>
                          <a:pt x="0" y="305"/>
                          <a:pt x="79" y="518"/>
                        </a:cubicBezTo>
                        <a:lnTo>
                          <a:pt x="1696" y="4889"/>
                        </a:lnTo>
                        <a:cubicBezTo>
                          <a:pt x="1770" y="5120"/>
                          <a:pt x="2024" y="5291"/>
                          <a:pt x="2232" y="5291"/>
                        </a:cubicBezTo>
                        <a:lnTo>
                          <a:pt x="8798" y="5175"/>
                        </a:lnTo>
                        <a:cubicBezTo>
                          <a:pt x="9010" y="5175"/>
                          <a:pt x="9107" y="4986"/>
                          <a:pt x="9029" y="4755"/>
                        </a:cubicBezTo>
                        <a:lnTo>
                          <a:pt x="7393" y="421"/>
                        </a:lnTo>
                        <a:cubicBezTo>
                          <a:pt x="7315" y="190"/>
                          <a:pt x="7065" y="0"/>
                          <a:pt x="6853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44" name="Google Shape;2164;p47">
                    <a:extLst>
                      <a:ext uri="{FF2B5EF4-FFF2-40B4-BE49-F238E27FC236}">
                        <a16:creationId xmlns:a16="http://schemas.microsoft.com/office/drawing/2014/main" id="{E47BF0C4-F464-D8F7-F0C7-8BED2E47FA3D}"/>
                      </a:ext>
                    </a:extLst>
                  </p:cNvPr>
                  <p:cNvSpPr/>
                  <p:nvPr/>
                </p:nvSpPr>
                <p:spPr>
                  <a:xfrm>
                    <a:off x="5820350" y="2637831"/>
                    <a:ext cx="1461141" cy="8634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126" h="5393" extrusionOk="0">
                        <a:moveTo>
                          <a:pt x="6853" y="98"/>
                        </a:moveTo>
                        <a:cubicBezTo>
                          <a:pt x="7047" y="98"/>
                          <a:pt x="7278" y="273"/>
                          <a:pt x="7356" y="463"/>
                        </a:cubicBezTo>
                        <a:lnTo>
                          <a:pt x="8973" y="4815"/>
                        </a:lnTo>
                        <a:cubicBezTo>
                          <a:pt x="9010" y="4931"/>
                          <a:pt x="9010" y="5009"/>
                          <a:pt x="8973" y="5065"/>
                        </a:cubicBezTo>
                        <a:cubicBezTo>
                          <a:pt x="8955" y="5143"/>
                          <a:pt x="8876" y="5162"/>
                          <a:pt x="8798" y="5180"/>
                        </a:cubicBezTo>
                        <a:lnTo>
                          <a:pt x="2232" y="5277"/>
                        </a:lnTo>
                        <a:cubicBezTo>
                          <a:pt x="2223" y="5278"/>
                          <a:pt x="2213" y="5279"/>
                          <a:pt x="2203" y="5279"/>
                        </a:cubicBezTo>
                        <a:cubicBezTo>
                          <a:pt x="2020" y="5279"/>
                          <a:pt x="1808" y="5114"/>
                          <a:pt x="1733" y="4912"/>
                        </a:cubicBezTo>
                        <a:lnTo>
                          <a:pt x="134" y="560"/>
                        </a:lnTo>
                        <a:cubicBezTo>
                          <a:pt x="97" y="444"/>
                          <a:pt x="97" y="366"/>
                          <a:pt x="134" y="292"/>
                        </a:cubicBezTo>
                        <a:cubicBezTo>
                          <a:pt x="176" y="232"/>
                          <a:pt x="231" y="195"/>
                          <a:pt x="328" y="195"/>
                        </a:cubicBezTo>
                        <a:lnTo>
                          <a:pt x="6853" y="98"/>
                        </a:lnTo>
                        <a:close/>
                        <a:moveTo>
                          <a:pt x="6853" y="1"/>
                        </a:moveTo>
                        <a:lnTo>
                          <a:pt x="328" y="98"/>
                        </a:lnTo>
                        <a:cubicBezTo>
                          <a:pt x="194" y="98"/>
                          <a:pt x="97" y="158"/>
                          <a:pt x="60" y="250"/>
                        </a:cubicBezTo>
                        <a:cubicBezTo>
                          <a:pt x="0" y="347"/>
                          <a:pt x="0" y="463"/>
                          <a:pt x="37" y="578"/>
                        </a:cubicBezTo>
                        <a:lnTo>
                          <a:pt x="1636" y="4949"/>
                        </a:lnTo>
                        <a:cubicBezTo>
                          <a:pt x="1733" y="5199"/>
                          <a:pt x="1982" y="5393"/>
                          <a:pt x="2232" y="5393"/>
                        </a:cubicBezTo>
                        <a:lnTo>
                          <a:pt x="8798" y="5277"/>
                        </a:lnTo>
                        <a:cubicBezTo>
                          <a:pt x="8913" y="5277"/>
                          <a:pt x="9010" y="5217"/>
                          <a:pt x="9070" y="5125"/>
                        </a:cubicBezTo>
                        <a:cubicBezTo>
                          <a:pt x="9126" y="5028"/>
                          <a:pt x="9126" y="4912"/>
                          <a:pt x="9070" y="4778"/>
                        </a:cubicBezTo>
                        <a:lnTo>
                          <a:pt x="7453" y="444"/>
                        </a:lnTo>
                        <a:cubicBezTo>
                          <a:pt x="7356" y="195"/>
                          <a:pt x="7107" y="1"/>
                          <a:pt x="6853" y="1"/>
                        </a:cubicBezTo>
                        <a:close/>
                      </a:path>
                    </a:pathLst>
                  </a:custGeom>
                  <a:solidFill>
                    <a:srgbClr val="3E285A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45" name="Google Shape;2165;p47">
                    <a:extLst>
                      <a:ext uri="{FF2B5EF4-FFF2-40B4-BE49-F238E27FC236}">
                        <a16:creationId xmlns:a16="http://schemas.microsoft.com/office/drawing/2014/main" id="{39C296EF-3059-F5E0-F441-DD4EE90CE1B6}"/>
                      </a:ext>
                    </a:extLst>
                  </p:cNvPr>
                  <p:cNvSpPr/>
                  <p:nvPr/>
                </p:nvSpPr>
                <p:spPr>
                  <a:xfrm>
                    <a:off x="5826274" y="2662968"/>
                    <a:ext cx="1436805" cy="8383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974" h="5236" extrusionOk="0">
                        <a:moveTo>
                          <a:pt x="6779" y="93"/>
                        </a:moveTo>
                        <a:cubicBezTo>
                          <a:pt x="6954" y="93"/>
                          <a:pt x="7185" y="250"/>
                          <a:pt x="7259" y="463"/>
                        </a:cubicBezTo>
                        <a:lnTo>
                          <a:pt x="8839" y="4677"/>
                        </a:lnTo>
                        <a:cubicBezTo>
                          <a:pt x="8876" y="4774"/>
                          <a:pt x="8858" y="4871"/>
                          <a:pt x="8839" y="4926"/>
                        </a:cubicBezTo>
                        <a:cubicBezTo>
                          <a:pt x="8802" y="4986"/>
                          <a:pt x="8742" y="5023"/>
                          <a:pt x="8645" y="5023"/>
                        </a:cubicBezTo>
                        <a:lnTo>
                          <a:pt x="2177" y="5139"/>
                        </a:lnTo>
                        <a:cubicBezTo>
                          <a:pt x="1987" y="5139"/>
                          <a:pt x="1775" y="4968"/>
                          <a:pt x="1696" y="4774"/>
                        </a:cubicBezTo>
                        <a:lnTo>
                          <a:pt x="139" y="537"/>
                        </a:lnTo>
                        <a:cubicBezTo>
                          <a:pt x="97" y="440"/>
                          <a:pt x="97" y="347"/>
                          <a:pt x="139" y="287"/>
                        </a:cubicBezTo>
                        <a:cubicBezTo>
                          <a:pt x="176" y="232"/>
                          <a:pt x="231" y="190"/>
                          <a:pt x="310" y="190"/>
                        </a:cubicBezTo>
                        <a:lnTo>
                          <a:pt x="6779" y="93"/>
                        </a:lnTo>
                        <a:close/>
                        <a:moveTo>
                          <a:pt x="6779" y="1"/>
                        </a:moveTo>
                        <a:lnTo>
                          <a:pt x="310" y="93"/>
                        </a:lnTo>
                        <a:cubicBezTo>
                          <a:pt x="194" y="93"/>
                          <a:pt x="97" y="153"/>
                          <a:pt x="42" y="250"/>
                        </a:cubicBezTo>
                        <a:cubicBezTo>
                          <a:pt x="0" y="324"/>
                          <a:pt x="0" y="440"/>
                          <a:pt x="42" y="578"/>
                        </a:cubicBezTo>
                        <a:lnTo>
                          <a:pt x="1599" y="4811"/>
                        </a:lnTo>
                        <a:cubicBezTo>
                          <a:pt x="1696" y="5042"/>
                          <a:pt x="1927" y="5236"/>
                          <a:pt x="2177" y="5236"/>
                        </a:cubicBezTo>
                        <a:lnTo>
                          <a:pt x="8645" y="5120"/>
                        </a:lnTo>
                        <a:cubicBezTo>
                          <a:pt x="8779" y="5120"/>
                          <a:pt x="8876" y="5060"/>
                          <a:pt x="8918" y="4968"/>
                        </a:cubicBezTo>
                        <a:cubicBezTo>
                          <a:pt x="8973" y="4889"/>
                          <a:pt x="8973" y="4774"/>
                          <a:pt x="8936" y="4640"/>
                        </a:cubicBezTo>
                        <a:lnTo>
                          <a:pt x="7356" y="421"/>
                        </a:lnTo>
                        <a:cubicBezTo>
                          <a:pt x="7259" y="172"/>
                          <a:pt x="7010" y="1"/>
                          <a:pt x="6779" y="1"/>
                        </a:cubicBezTo>
                        <a:close/>
                      </a:path>
                    </a:pathLst>
                  </a:custGeom>
                  <a:solidFill>
                    <a:srgbClr val="3E285A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46" name="Google Shape;2166;p47">
                    <a:extLst>
                      <a:ext uri="{FF2B5EF4-FFF2-40B4-BE49-F238E27FC236}">
                        <a16:creationId xmlns:a16="http://schemas.microsoft.com/office/drawing/2014/main" id="{19BB823C-B6B8-0C9F-805D-CBA0F27A9C10}"/>
                      </a:ext>
                    </a:extLst>
                  </p:cNvPr>
                  <p:cNvSpPr/>
                  <p:nvPr/>
                </p:nvSpPr>
                <p:spPr>
                  <a:xfrm>
                    <a:off x="5885354" y="2730374"/>
                    <a:ext cx="215505" cy="23760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46" h="1484" extrusionOk="0">
                        <a:moveTo>
                          <a:pt x="116" y="0"/>
                        </a:moveTo>
                        <a:cubicBezTo>
                          <a:pt x="38" y="0"/>
                          <a:pt x="1" y="79"/>
                          <a:pt x="19" y="157"/>
                        </a:cubicBezTo>
                        <a:lnTo>
                          <a:pt x="463" y="1331"/>
                        </a:lnTo>
                        <a:cubicBezTo>
                          <a:pt x="500" y="1405"/>
                          <a:pt x="578" y="1483"/>
                          <a:pt x="652" y="1483"/>
                        </a:cubicBezTo>
                        <a:lnTo>
                          <a:pt x="1248" y="1465"/>
                        </a:lnTo>
                        <a:cubicBezTo>
                          <a:pt x="1327" y="1465"/>
                          <a:pt x="1345" y="1405"/>
                          <a:pt x="1327" y="1331"/>
                        </a:cubicBezTo>
                        <a:lnTo>
                          <a:pt x="883" y="134"/>
                        </a:lnTo>
                        <a:cubicBezTo>
                          <a:pt x="865" y="60"/>
                          <a:pt x="768" y="0"/>
                          <a:pt x="712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47" name="Google Shape;2167;p47">
                    <a:extLst>
                      <a:ext uri="{FF2B5EF4-FFF2-40B4-BE49-F238E27FC236}">
                        <a16:creationId xmlns:a16="http://schemas.microsoft.com/office/drawing/2014/main" id="{D0173085-0B44-5F84-E8A3-277A66243854}"/>
                      </a:ext>
                    </a:extLst>
                  </p:cNvPr>
                  <p:cNvSpPr/>
                  <p:nvPr/>
                </p:nvSpPr>
                <p:spPr>
                  <a:xfrm>
                    <a:off x="5878789" y="2721408"/>
                    <a:ext cx="228794" cy="25249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29" h="1577" extrusionOk="0">
                        <a:moveTo>
                          <a:pt x="753" y="98"/>
                        </a:moveTo>
                        <a:cubicBezTo>
                          <a:pt x="790" y="98"/>
                          <a:pt x="869" y="153"/>
                          <a:pt x="887" y="213"/>
                        </a:cubicBezTo>
                        <a:lnTo>
                          <a:pt x="1331" y="1387"/>
                        </a:lnTo>
                        <a:lnTo>
                          <a:pt x="1331" y="1461"/>
                        </a:lnTo>
                        <a:cubicBezTo>
                          <a:pt x="1313" y="1461"/>
                          <a:pt x="1313" y="1461"/>
                          <a:pt x="1289" y="1484"/>
                        </a:cubicBezTo>
                        <a:lnTo>
                          <a:pt x="693" y="1484"/>
                        </a:lnTo>
                        <a:cubicBezTo>
                          <a:pt x="638" y="1484"/>
                          <a:pt x="578" y="1424"/>
                          <a:pt x="559" y="1369"/>
                        </a:cubicBezTo>
                        <a:lnTo>
                          <a:pt x="116" y="190"/>
                        </a:lnTo>
                        <a:cubicBezTo>
                          <a:pt x="97" y="153"/>
                          <a:pt x="97" y="135"/>
                          <a:pt x="116" y="135"/>
                        </a:cubicBezTo>
                        <a:cubicBezTo>
                          <a:pt x="116" y="116"/>
                          <a:pt x="116" y="116"/>
                          <a:pt x="157" y="116"/>
                        </a:cubicBezTo>
                        <a:lnTo>
                          <a:pt x="753" y="98"/>
                        </a:lnTo>
                        <a:close/>
                        <a:moveTo>
                          <a:pt x="753" y="1"/>
                        </a:moveTo>
                        <a:lnTo>
                          <a:pt x="157" y="19"/>
                        </a:lnTo>
                        <a:cubicBezTo>
                          <a:pt x="97" y="19"/>
                          <a:pt x="42" y="38"/>
                          <a:pt x="19" y="75"/>
                        </a:cubicBezTo>
                        <a:cubicBezTo>
                          <a:pt x="0" y="116"/>
                          <a:pt x="0" y="172"/>
                          <a:pt x="19" y="232"/>
                        </a:cubicBezTo>
                        <a:lnTo>
                          <a:pt x="462" y="1405"/>
                        </a:lnTo>
                        <a:cubicBezTo>
                          <a:pt x="504" y="1503"/>
                          <a:pt x="578" y="1576"/>
                          <a:pt x="693" y="1576"/>
                        </a:cubicBezTo>
                        <a:lnTo>
                          <a:pt x="1289" y="1576"/>
                        </a:lnTo>
                        <a:cubicBezTo>
                          <a:pt x="1331" y="1576"/>
                          <a:pt x="1386" y="1539"/>
                          <a:pt x="1405" y="1503"/>
                        </a:cubicBezTo>
                        <a:cubicBezTo>
                          <a:pt x="1428" y="1461"/>
                          <a:pt x="1428" y="1405"/>
                          <a:pt x="1405" y="1369"/>
                        </a:cubicBezTo>
                        <a:lnTo>
                          <a:pt x="984" y="172"/>
                        </a:lnTo>
                        <a:cubicBezTo>
                          <a:pt x="943" y="75"/>
                          <a:pt x="850" y="1"/>
                          <a:pt x="753" y="1"/>
                        </a:cubicBezTo>
                        <a:close/>
                      </a:path>
                    </a:pathLst>
                  </a:custGeom>
                  <a:solidFill>
                    <a:srgbClr val="3E285A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48" name="Google Shape;2168;p47">
                    <a:extLst>
                      <a:ext uri="{FF2B5EF4-FFF2-40B4-BE49-F238E27FC236}">
                        <a16:creationId xmlns:a16="http://schemas.microsoft.com/office/drawing/2014/main" id="{F997DDA2-26AE-2B70-9AEA-D9A016EC6842}"/>
                      </a:ext>
                    </a:extLst>
                  </p:cNvPr>
                  <p:cNvSpPr/>
                  <p:nvPr/>
                </p:nvSpPr>
                <p:spPr>
                  <a:xfrm>
                    <a:off x="5918657" y="2745904"/>
                    <a:ext cx="108233" cy="955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76" h="597" extrusionOk="0">
                        <a:moveTo>
                          <a:pt x="232" y="0"/>
                        </a:moveTo>
                        <a:cubicBezTo>
                          <a:pt x="79" y="19"/>
                          <a:pt x="1" y="134"/>
                          <a:pt x="61" y="310"/>
                        </a:cubicBezTo>
                        <a:cubicBezTo>
                          <a:pt x="139" y="462"/>
                          <a:pt x="292" y="596"/>
                          <a:pt x="444" y="596"/>
                        </a:cubicBezTo>
                        <a:cubicBezTo>
                          <a:pt x="601" y="596"/>
                          <a:pt x="675" y="462"/>
                          <a:pt x="620" y="291"/>
                        </a:cubicBezTo>
                        <a:cubicBezTo>
                          <a:pt x="560" y="134"/>
                          <a:pt x="389" y="0"/>
                          <a:pt x="232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49" name="Google Shape;2169;p47">
                    <a:extLst>
                      <a:ext uri="{FF2B5EF4-FFF2-40B4-BE49-F238E27FC236}">
                        <a16:creationId xmlns:a16="http://schemas.microsoft.com/office/drawing/2014/main" id="{39A373F6-ACD6-1D95-D09A-9346BDB1D184}"/>
                      </a:ext>
                    </a:extLst>
                  </p:cNvPr>
                  <p:cNvSpPr/>
                  <p:nvPr/>
                </p:nvSpPr>
                <p:spPr>
                  <a:xfrm>
                    <a:off x="5915775" y="2739980"/>
                    <a:ext cx="113997" cy="10807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12" h="675" extrusionOk="0">
                        <a:moveTo>
                          <a:pt x="250" y="97"/>
                        </a:moveTo>
                        <a:cubicBezTo>
                          <a:pt x="365" y="97"/>
                          <a:pt x="541" y="213"/>
                          <a:pt x="578" y="347"/>
                        </a:cubicBezTo>
                        <a:cubicBezTo>
                          <a:pt x="619" y="421"/>
                          <a:pt x="596" y="481"/>
                          <a:pt x="578" y="518"/>
                        </a:cubicBezTo>
                        <a:cubicBezTo>
                          <a:pt x="559" y="559"/>
                          <a:pt x="522" y="578"/>
                          <a:pt x="462" y="578"/>
                        </a:cubicBezTo>
                        <a:cubicBezTo>
                          <a:pt x="347" y="578"/>
                          <a:pt x="194" y="462"/>
                          <a:pt x="134" y="328"/>
                        </a:cubicBezTo>
                        <a:cubicBezTo>
                          <a:pt x="116" y="250"/>
                          <a:pt x="116" y="190"/>
                          <a:pt x="134" y="153"/>
                        </a:cubicBezTo>
                        <a:cubicBezTo>
                          <a:pt x="157" y="116"/>
                          <a:pt x="194" y="97"/>
                          <a:pt x="250" y="97"/>
                        </a:cubicBezTo>
                        <a:close/>
                        <a:moveTo>
                          <a:pt x="250" y="0"/>
                        </a:moveTo>
                        <a:cubicBezTo>
                          <a:pt x="157" y="0"/>
                          <a:pt x="79" y="37"/>
                          <a:pt x="42" y="116"/>
                        </a:cubicBezTo>
                        <a:cubicBezTo>
                          <a:pt x="0" y="171"/>
                          <a:pt x="0" y="268"/>
                          <a:pt x="42" y="365"/>
                        </a:cubicBezTo>
                        <a:cubicBezTo>
                          <a:pt x="97" y="536"/>
                          <a:pt x="291" y="675"/>
                          <a:pt x="462" y="675"/>
                        </a:cubicBezTo>
                        <a:cubicBezTo>
                          <a:pt x="559" y="675"/>
                          <a:pt x="638" y="633"/>
                          <a:pt x="675" y="559"/>
                        </a:cubicBezTo>
                        <a:cubicBezTo>
                          <a:pt x="712" y="499"/>
                          <a:pt x="712" y="402"/>
                          <a:pt x="675" y="305"/>
                        </a:cubicBezTo>
                        <a:cubicBezTo>
                          <a:pt x="619" y="134"/>
                          <a:pt x="425" y="0"/>
                          <a:pt x="250" y="0"/>
                        </a:cubicBezTo>
                        <a:close/>
                      </a:path>
                    </a:pathLst>
                  </a:custGeom>
                  <a:solidFill>
                    <a:srgbClr val="3E285A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50" name="Google Shape;2170;p47">
                    <a:extLst>
                      <a:ext uri="{FF2B5EF4-FFF2-40B4-BE49-F238E27FC236}">
                        <a16:creationId xmlns:a16="http://schemas.microsoft.com/office/drawing/2014/main" id="{235950AE-02E8-0E65-AB92-EE7BD0575FA4}"/>
                      </a:ext>
                    </a:extLst>
                  </p:cNvPr>
                  <p:cNvSpPr/>
                  <p:nvPr/>
                </p:nvSpPr>
                <p:spPr>
                  <a:xfrm>
                    <a:off x="5968290" y="2859742"/>
                    <a:ext cx="86618" cy="771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41" h="482" extrusionOk="0">
                        <a:moveTo>
                          <a:pt x="194" y="1"/>
                        </a:moveTo>
                        <a:cubicBezTo>
                          <a:pt x="60" y="1"/>
                          <a:pt x="0" y="116"/>
                          <a:pt x="60" y="250"/>
                        </a:cubicBezTo>
                        <a:cubicBezTo>
                          <a:pt x="97" y="389"/>
                          <a:pt x="231" y="481"/>
                          <a:pt x="365" y="481"/>
                        </a:cubicBezTo>
                        <a:cubicBezTo>
                          <a:pt x="481" y="481"/>
                          <a:pt x="541" y="366"/>
                          <a:pt x="499" y="232"/>
                        </a:cubicBezTo>
                        <a:cubicBezTo>
                          <a:pt x="444" y="116"/>
                          <a:pt x="310" y="1"/>
                          <a:pt x="194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51" name="Google Shape;2171;p47">
                    <a:extLst>
                      <a:ext uri="{FF2B5EF4-FFF2-40B4-BE49-F238E27FC236}">
                        <a16:creationId xmlns:a16="http://schemas.microsoft.com/office/drawing/2014/main" id="{BF38BC41-5BBF-E12E-8EBE-690E97B77336}"/>
                      </a:ext>
                    </a:extLst>
                  </p:cNvPr>
                  <p:cNvSpPr/>
                  <p:nvPr/>
                </p:nvSpPr>
                <p:spPr>
                  <a:xfrm>
                    <a:off x="5965248" y="2853658"/>
                    <a:ext cx="95584" cy="928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7" h="580" extrusionOk="0">
                        <a:moveTo>
                          <a:pt x="213" y="99"/>
                        </a:moveTo>
                        <a:cubicBezTo>
                          <a:pt x="310" y="99"/>
                          <a:pt x="426" y="196"/>
                          <a:pt x="463" y="288"/>
                        </a:cubicBezTo>
                        <a:cubicBezTo>
                          <a:pt x="481" y="348"/>
                          <a:pt x="481" y="404"/>
                          <a:pt x="463" y="427"/>
                        </a:cubicBezTo>
                        <a:cubicBezTo>
                          <a:pt x="463" y="445"/>
                          <a:pt x="426" y="464"/>
                          <a:pt x="384" y="464"/>
                        </a:cubicBezTo>
                        <a:cubicBezTo>
                          <a:pt x="376" y="466"/>
                          <a:pt x="368" y="466"/>
                          <a:pt x="360" y="466"/>
                        </a:cubicBezTo>
                        <a:cubicBezTo>
                          <a:pt x="266" y="466"/>
                          <a:pt x="150" y="376"/>
                          <a:pt x="116" y="270"/>
                        </a:cubicBezTo>
                        <a:cubicBezTo>
                          <a:pt x="98" y="214"/>
                          <a:pt x="98" y="173"/>
                          <a:pt x="116" y="136"/>
                        </a:cubicBezTo>
                        <a:cubicBezTo>
                          <a:pt x="135" y="117"/>
                          <a:pt x="153" y="99"/>
                          <a:pt x="213" y="99"/>
                        </a:cubicBezTo>
                        <a:close/>
                        <a:moveTo>
                          <a:pt x="242" y="0"/>
                        </a:moveTo>
                        <a:cubicBezTo>
                          <a:pt x="232" y="0"/>
                          <a:pt x="223" y="1"/>
                          <a:pt x="213" y="2"/>
                        </a:cubicBezTo>
                        <a:cubicBezTo>
                          <a:pt x="135" y="2"/>
                          <a:pt x="56" y="39"/>
                          <a:pt x="19" y="99"/>
                        </a:cubicBezTo>
                        <a:cubicBezTo>
                          <a:pt x="1" y="154"/>
                          <a:pt x="1" y="233"/>
                          <a:pt x="19" y="311"/>
                        </a:cubicBezTo>
                        <a:cubicBezTo>
                          <a:pt x="79" y="464"/>
                          <a:pt x="232" y="579"/>
                          <a:pt x="384" y="579"/>
                        </a:cubicBezTo>
                        <a:cubicBezTo>
                          <a:pt x="463" y="579"/>
                          <a:pt x="518" y="543"/>
                          <a:pt x="560" y="482"/>
                        </a:cubicBezTo>
                        <a:cubicBezTo>
                          <a:pt x="597" y="404"/>
                          <a:pt x="597" y="348"/>
                          <a:pt x="560" y="270"/>
                        </a:cubicBezTo>
                        <a:cubicBezTo>
                          <a:pt x="504" y="127"/>
                          <a:pt x="382" y="0"/>
                          <a:pt x="242" y="0"/>
                        </a:cubicBezTo>
                        <a:close/>
                      </a:path>
                    </a:pathLst>
                  </a:custGeom>
                  <a:solidFill>
                    <a:srgbClr val="3E285A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52" name="Google Shape;2172;p47">
                    <a:extLst>
                      <a:ext uri="{FF2B5EF4-FFF2-40B4-BE49-F238E27FC236}">
                        <a16:creationId xmlns:a16="http://schemas.microsoft.com/office/drawing/2014/main" id="{0F194C4A-1EAB-7A75-DAE5-A5ACD5BF4361}"/>
                      </a:ext>
                    </a:extLst>
                  </p:cNvPr>
                  <p:cNvSpPr/>
                  <p:nvPr/>
                </p:nvSpPr>
                <p:spPr>
                  <a:xfrm>
                    <a:off x="6711033" y="2812029"/>
                    <a:ext cx="480963" cy="20574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04" h="1285" extrusionOk="0">
                        <a:moveTo>
                          <a:pt x="2045" y="0"/>
                        </a:moveTo>
                        <a:cubicBezTo>
                          <a:pt x="1897" y="0"/>
                          <a:pt x="1763" y="14"/>
                          <a:pt x="1678" y="14"/>
                        </a:cubicBezTo>
                        <a:cubicBezTo>
                          <a:pt x="1662" y="14"/>
                          <a:pt x="1648" y="14"/>
                          <a:pt x="1636" y="12"/>
                        </a:cubicBezTo>
                        <a:cubicBezTo>
                          <a:pt x="1626" y="10"/>
                          <a:pt x="1614" y="9"/>
                          <a:pt x="1602" y="9"/>
                        </a:cubicBezTo>
                        <a:cubicBezTo>
                          <a:pt x="1400" y="9"/>
                          <a:pt x="888" y="301"/>
                          <a:pt x="596" y="340"/>
                        </a:cubicBezTo>
                        <a:cubicBezTo>
                          <a:pt x="310" y="377"/>
                          <a:pt x="176" y="299"/>
                          <a:pt x="79" y="493"/>
                        </a:cubicBezTo>
                        <a:cubicBezTo>
                          <a:pt x="0" y="664"/>
                          <a:pt x="0" y="918"/>
                          <a:pt x="176" y="1052"/>
                        </a:cubicBezTo>
                        <a:cubicBezTo>
                          <a:pt x="289" y="1121"/>
                          <a:pt x="397" y="1155"/>
                          <a:pt x="539" y="1155"/>
                        </a:cubicBezTo>
                        <a:cubicBezTo>
                          <a:pt x="635" y="1155"/>
                          <a:pt x="747" y="1139"/>
                          <a:pt x="888" y="1107"/>
                        </a:cubicBezTo>
                        <a:cubicBezTo>
                          <a:pt x="1061" y="1071"/>
                          <a:pt x="1219" y="1052"/>
                          <a:pt x="1363" y="1052"/>
                        </a:cubicBezTo>
                        <a:cubicBezTo>
                          <a:pt x="1507" y="1052"/>
                          <a:pt x="1636" y="1071"/>
                          <a:pt x="1752" y="1107"/>
                        </a:cubicBezTo>
                        <a:cubicBezTo>
                          <a:pt x="1983" y="1186"/>
                          <a:pt x="2177" y="1265"/>
                          <a:pt x="2408" y="1283"/>
                        </a:cubicBezTo>
                        <a:cubicBezTo>
                          <a:pt x="2418" y="1284"/>
                          <a:pt x="2429" y="1284"/>
                          <a:pt x="2439" y="1284"/>
                        </a:cubicBezTo>
                        <a:cubicBezTo>
                          <a:pt x="2651" y="1284"/>
                          <a:pt x="2949" y="1115"/>
                          <a:pt x="2967" y="895"/>
                        </a:cubicBezTo>
                        <a:cubicBezTo>
                          <a:pt x="3004" y="664"/>
                          <a:pt x="2791" y="299"/>
                          <a:pt x="2791" y="299"/>
                        </a:cubicBezTo>
                        <a:cubicBezTo>
                          <a:pt x="2630" y="45"/>
                          <a:pt x="2314" y="0"/>
                          <a:pt x="2045" y="0"/>
                        </a:cubicBezTo>
                        <a:close/>
                      </a:path>
                    </a:pathLst>
                  </a:custGeom>
                  <a:solidFill>
                    <a:srgbClr val="9669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53" name="Google Shape;2173;p47">
                    <a:extLst>
                      <a:ext uri="{FF2B5EF4-FFF2-40B4-BE49-F238E27FC236}">
                        <a16:creationId xmlns:a16="http://schemas.microsoft.com/office/drawing/2014/main" id="{0BFEEC57-8BE2-CBEB-E8C0-87A6F676DC39}"/>
                      </a:ext>
                    </a:extLst>
                  </p:cNvPr>
                  <p:cNvSpPr/>
                  <p:nvPr/>
                </p:nvSpPr>
                <p:spPr>
                  <a:xfrm>
                    <a:off x="6702067" y="2804344"/>
                    <a:ext cx="465593" cy="2220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08" h="1387" extrusionOk="0">
                        <a:moveTo>
                          <a:pt x="1715" y="0"/>
                        </a:moveTo>
                        <a:cubicBezTo>
                          <a:pt x="1637" y="0"/>
                          <a:pt x="1577" y="19"/>
                          <a:pt x="1484" y="42"/>
                        </a:cubicBezTo>
                        <a:cubicBezTo>
                          <a:pt x="1406" y="79"/>
                          <a:pt x="1309" y="116"/>
                          <a:pt x="1212" y="157"/>
                        </a:cubicBezTo>
                        <a:cubicBezTo>
                          <a:pt x="999" y="231"/>
                          <a:pt x="791" y="328"/>
                          <a:pt x="652" y="347"/>
                        </a:cubicBezTo>
                        <a:lnTo>
                          <a:pt x="306" y="347"/>
                        </a:lnTo>
                        <a:cubicBezTo>
                          <a:pt x="232" y="365"/>
                          <a:pt x="135" y="407"/>
                          <a:pt x="98" y="504"/>
                        </a:cubicBezTo>
                        <a:cubicBezTo>
                          <a:pt x="1" y="712"/>
                          <a:pt x="19" y="985"/>
                          <a:pt x="214" y="1137"/>
                        </a:cubicBezTo>
                        <a:cubicBezTo>
                          <a:pt x="306" y="1197"/>
                          <a:pt x="403" y="1234"/>
                          <a:pt x="518" y="1253"/>
                        </a:cubicBezTo>
                        <a:cubicBezTo>
                          <a:pt x="634" y="1253"/>
                          <a:pt x="768" y="1234"/>
                          <a:pt x="944" y="1197"/>
                        </a:cubicBezTo>
                        <a:cubicBezTo>
                          <a:pt x="1105" y="1160"/>
                          <a:pt x="1254" y="1145"/>
                          <a:pt x="1388" y="1145"/>
                        </a:cubicBezTo>
                        <a:cubicBezTo>
                          <a:pt x="1542" y="1145"/>
                          <a:pt x="1676" y="1165"/>
                          <a:pt x="1789" y="1197"/>
                        </a:cubicBezTo>
                        <a:cubicBezTo>
                          <a:pt x="2020" y="1271"/>
                          <a:pt x="2233" y="1350"/>
                          <a:pt x="2445" y="1387"/>
                        </a:cubicBezTo>
                        <a:cubicBezTo>
                          <a:pt x="2579" y="1387"/>
                          <a:pt x="2713" y="1350"/>
                          <a:pt x="2847" y="1271"/>
                        </a:cubicBezTo>
                        <a:cubicBezTo>
                          <a:pt x="2870" y="1271"/>
                          <a:pt x="2889" y="1253"/>
                          <a:pt x="2907" y="1234"/>
                        </a:cubicBezTo>
                        <a:lnTo>
                          <a:pt x="2870" y="1234"/>
                        </a:lnTo>
                        <a:lnTo>
                          <a:pt x="2755" y="1216"/>
                        </a:lnTo>
                        <a:cubicBezTo>
                          <a:pt x="2658" y="1271"/>
                          <a:pt x="2542" y="1289"/>
                          <a:pt x="2464" y="1289"/>
                        </a:cubicBezTo>
                        <a:cubicBezTo>
                          <a:pt x="2251" y="1253"/>
                          <a:pt x="2062" y="1174"/>
                          <a:pt x="1831" y="1100"/>
                        </a:cubicBezTo>
                        <a:cubicBezTo>
                          <a:pt x="1704" y="1061"/>
                          <a:pt x="1564" y="1041"/>
                          <a:pt x="1413" y="1041"/>
                        </a:cubicBezTo>
                        <a:cubicBezTo>
                          <a:pt x="1261" y="1041"/>
                          <a:pt x="1098" y="1061"/>
                          <a:pt x="925" y="1100"/>
                        </a:cubicBezTo>
                        <a:cubicBezTo>
                          <a:pt x="750" y="1137"/>
                          <a:pt x="634" y="1155"/>
                          <a:pt x="518" y="1155"/>
                        </a:cubicBezTo>
                        <a:cubicBezTo>
                          <a:pt x="421" y="1137"/>
                          <a:pt x="348" y="1119"/>
                          <a:pt x="269" y="1040"/>
                        </a:cubicBezTo>
                        <a:cubicBezTo>
                          <a:pt x="117" y="943"/>
                          <a:pt x="98" y="712"/>
                          <a:pt x="172" y="559"/>
                        </a:cubicBezTo>
                        <a:cubicBezTo>
                          <a:pt x="214" y="481"/>
                          <a:pt x="250" y="462"/>
                          <a:pt x="329" y="462"/>
                        </a:cubicBezTo>
                        <a:cubicBezTo>
                          <a:pt x="366" y="453"/>
                          <a:pt x="413" y="453"/>
                          <a:pt x="471" y="453"/>
                        </a:cubicBezTo>
                        <a:cubicBezTo>
                          <a:pt x="529" y="453"/>
                          <a:pt x="597" y="453"/>
                          <a:pt x="676" y="444"/>
                        </a:cubicBezTo>
                        <a:cubicBezTo>
                          <a:pt x="847" y="425"/>
                          <a:pt x="1059" y="328"/>
                          <a:pt x="1253" y="250"/>
                        </a:cubicBezTo>
                        <a:cubicBezTo>
                          <a:pt x="1346" y="213"/>
                          <a:pt x="1443" y="176"/>
                          <a:pt x="1521" y="134"/>
                        </a:cubicBezTo>
                        <a:cubicBezTo>
                          <a:pt x="1600" y="116"/>
                          <a:pt x="1655" y="97"/>
                          <a:pt x="1692" y="97"/>
                        </a:cubicBezTo>
                        <a:cubicBezTo>
                          <a:pt x="1722" y="107"/>
                          <a:pt x="1757" y="111"/>
                          <a:pt x="1796" y="111"/>
                        </a:cubicBezTo>
                        <a:cubicBezTo>
                          <a:pt x="1834" y="111"/>
                          <a:pt x="1877" y="107"/>
                          <a:pt x="1923" y="97"/>
                        </a:cubicBezTo>
                        <a:lnTo>
                          <a:pt x="2233" y="97"/>
                        </a:lnTo>
                        <a:cubicBezTo>
                          <a:pt x="2385" y="116"/>
                          <a:pt x="2542" y="134"/>
                          <a:pt x="2658" y="231"/>
                        </a:cubicBezTo>
                        <a:cubicBezTo>
                          <a:pt x="2773" y="273"/>
                          <a:pt x="2847" y="310"/>
                          <a:pt x="2907" y="347"/>
                        </a:cubicBezTo>
                        <a:lnTo>
                          <a:pt x="2907" y="328"/>
                        </a:lnTo>
                        <a:cubicBezTo>
                          <a:pt x="2755" y="97"/>
                          <a:pt x="2482" y="19"/>
                          <a:pt x="2251" y="0"/>
                        </a:cubicBezTo>
                        <a:lnTo>
                          <a:pt x="1923" y="0"/>
                        </a:lnTo>
                        <a:cubicBezTo>
                          <a:pt x="1862" y="0"/>
                          <a:pt x="1798" y="9"/>
                          <a:pt x="1757" y="9"/>
                        </a:cubicBezTo>
                        <a:cubicBezTo>
                          <a:pt x="1736" y="9"/>
                          <a:pt x="1721" y="7"/>
                          <a:pt x="1715" y="0"/>
                        </a:cubicBezTo>
                        <a:close/>
                      </a:path>
                    </a:pathLst>
                  </a:custGeom>
                  <a:solidFill>
                    <a:srgbClr val="3E285A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54" name="Google Shape;2174;p47">
                    <a:extLst>
                      <a:ext uri="{FF2B5EF4-FFF2-40B4-BE49-F238E27FC236}">
                        <a16:creationId xmlns:a16="http://schemas.microsoft.com/office/drawing/2014/main" id="{DECDD279-62D3-0F2C-1FC6-5FE790103C58}"/>
                      </a:ext>
                    </a:extLst>
                  </p:cNvPr>
                  <p:cNvSpPr/>
                  <p:nvPr/>
                </p:nvSpPr>
                <p:spPr>
                  <a:xfrm>
                    <a:off x="6739212" y="3006402"/>
                    <a:ext cx="514906" cy="24224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16" h="1513" extrusionOk="0">
                        <a:moveTo>
                          <a:pt x="2553" y="0"/>
                        </a:moveTo>
                        <a:cubicBezTo>
                          <a:pt x="2466" y="0"/>
                          <a:pt x="2382" y="10"/>
                          <a:pt x="2310" y="27"/>
                        </a:cubicBezTo>
                        <a:cubicBezTo>
                          <a:pt x="2079" y="88"/>
                          <a:pt x="1326" y="319"/>
                          <a:pt x="1058" y="397"/>
                        </a:cubicBezTo>
                        <a:cubicBezTo>
                          <a:pt x="767" y="471"/>
                          <a:pt x="305" y="605"/>
                          <a:pt x="152" y="744"/>
                        </a:cubicBezTo>
                        <a:cubicBezTo>
                          <a:pt x="0" y="878"/>
                          <a:pt x="116" y="1358"/>
                          <a:pt x="305" y="1474"/>
                        </a:cubicBezTo>
                        <a:cubicBezTo>
                          <a:pt x="361" y="1502"/>
                          <a:pt x="456" y="1512"/>
                          <a:pt x="569" y="1512"/>
                        </a:cubicBezTo>
                        <a:cubicBezTo>
                          <a:pt x="846" y="1512"/>
                          <a:pt x="1233" y="1450"/>
                          <a:pt x="1423" y="1437"/>
                        </a:cubicBezTo>
                        <a:cubicBezTo>
                          <a:pt x="1691" y="1395"/>
                          <a:pt x="2578" y="1280"/>
                          <a:pt x="2828" y="1206"/>
                        </a:cubicBezTo>
                        <a:cubicBezTo>
                          <a:pt x="3077" y="1127"/>
                          <a:pt x="3216" y="799"/>
                          <a:pt x="3216" y="605"/>
                        </a:cubicBezTo>
                        <a:cubicBezTo>
                          <a:pt x="3216" y="397"/>
                          <a:pt x="3059" y="185"/>
                          <a:pt x="3059" y="185"/>
                        </a:cubicBezTo>
                        <a:cubicBezTo>
                          <a:pt x="2954" y="51"/>
                          <a:pt x="2747" y="0"/>
                          <a:pt x="2553" y="0"/>
                        </a:cubicBezTo>
                        <a:close/>
                      </a:path>
                    </a:pathLst>
                  </a:custGeom>
                  <a:solidFill>
                    <a:srgbClr val="9669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55" name="Google Shape;2175;p47">
                    <a:extLst>
                      <a:ext uri="{FF2B5EF4-FFF2-40B4-BE49-F238E27FC236}">
                        <a16:creationId xmlns:a16="http://schemas.microsoft.com/office/drawing/2014/main" id="{AF3A5AF0-1358-78BB-114B-7EC64148F042}"/>
                      </a:ext>
                    </a:extLst>
                  </p:cNvPr>
                  <p:cNvSpPr/>
                  <p:nvPr/>
                </p:nvSpPr>
                <p:spPr>
                  <a:xfrm>
                    <a:off x="6742094" y="2998877"/>
                    <a:ext cx="505459" cy="2574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57" h="1608" extrusionOk="0">
                        <a:moveTo>
                          <a:pt x="2505" y="1"/>
                        </a:moveTo>
                        <a:cubicBezTo>
                          <a:pt x="2426" y="1"/>
                          <a:pt x="2348" y="1"/>
                          <a:pt x="2274" y="19"/>
                        </a:cubicBezTo>
                        <a:cubicBezTo>
                          <a:pt x="2043" y="74"/>
                          <a:pt x="1290" y="329"/>
                          <a:pt x="1022" y="403"/>
                        </a:cubicBezTo>
                        <a:cubicBezTo>
                          <a:pt x="888" y="444"/>
                          <a:pt x="694" y="481"/>
                          <a:pt x="518" y="537"/>
                        </a:cubicBezTo>
                        <a:cubicBezTo>
                          <a:pt x="347" y="597"/>
                          <a:pt x="195" y="675"/>
                          <a:pt x="98" y="749"/>
                        </a:cubicBezTo>
                        <a:cubicBezTo>
                          <a:pt x="56" y="791"/>
                          <a:pt x="19" y="865"/>
                          <a:pt x="19" y="925"/>
                        </a:cubicBezTo>
                        <a:cubicBezTo>
                          <a:pt x="0" y="999"/>
                          <a:pt x="19" y="1096"/>
                          <a:pt x="37" y="1174"/>
                        </a:cubicBezTo>
                        <a:cubicBezTo>
                          <a:pt x="79" y="1327"/>
                          <a:pt x="134" y="1502"/>
                          <a:pt x="268" y="1558"/>
                        </a:cubicBezTo>
                        <a:cubicBezTo>
                          <a:pt x="329" y="1599"/>
                          <a:pt x="402" y="1599"/>
                          <a:pt x="500" y="1599"/>
                        </a:cubicBezTo>
                        <a:cubicBezTo>
                          <a:pt x="532" y="1605"/>
                          <a:pt x="566" y="1607"/>
                          <a:pt x="602" y="1607"/>
                        </a:cubicBezTo>
                        <a:cubicBezTo>
                          <a:pt x="674" y="1607"/>
                          <a:pt x="751" y="1599"/>
                          <a:pt x="828" y="1599"/>
                        </a:cubicBezTo>
                        <a:cubicBezTo>
                          <a:pt x="1040" y="1576"/>
                          <a:pt x="1271" y="1539"/>
                          <a:pt x="1405" y="1521"/>
                        </a:cubicBezTo>
                        <a:cubicBezTo>
                          <a:pt x="1539" y="1502"/>
                          <a:pt x="1830" y="1461"/>
                          <a:pt x="2117" y="1424"/>
                        </a:cubicBezTo>
                        <a:cubicBezTo>
                          <a:pt x="2408" y="1387"/>
                          <a:pt x="2694" y="1345"/>
                          <a:pt x="2828" y="1308"/>
                        </a:cubicBezTo>
                        <a:cubicBezTo>
                          <a:pt x="2967" y="1271"/>
                          <a:pt x="3082" y="1156"/>
                          <a:pt x="3138" y="1022"/>
                        </a:cubicBezTo>
                        <a:cubicBezTo>
                          <a:pt x="3156" y="999"/>
                          <a:pt x="3156" y="999"/>
                          <a:pt x="3156" y="980"/>
                        </a:cubicBezTo>
                        <a:cubicBezTo>
                          <a:pt x="3138" y="962"/>
                          <a:pt x="3101" y="943"/>
                          <a:pt x="3082" y="943"/>
                        </a:cubicBezTo>
                        <a:cubicBezTo>
                          <a:pt x="3059" y="943"/>
                          <a:pt x="3059" y="962"/>
                          <a:pt x="3059" y="980"/>
                        </a:cubicBezTo>
                        <a:cubicBezTo>
                          <a:pt x="3004" y="1077"/>
                          <a:pt x="2907" y="1174"/>
                          <a:pt x="2791" y="1211"/>
                        </a:cubicBezTo>
                        <a:cubicBezTo>
                          <a:pt x="2676" y="1230"/>
                          <a:pt x="2389" y="1290"/>
                          <a:pt x="2098" y="1327"/>
                        </a:cubicBezTo>
                        <a:cubicBezTo>
                          <a:pt x="1812" y="1368"/>
                          <a:pt x="1521" y="1405"/>
                          <a:pt x="1405" y="1424"/>
                        </a:cubicBezTo>
                        <a:cubicBezTo>
                          <a:pt x="1253" y="1442"/>
                          <a:pt x="1040" y="1484"/>
                          <a:pt x="809" y="1502"/>
                        </a:cubicBezTo>
                        <a:lnTo>
                          <a:pt x="500" y="1502"/>
                        </a:lnTo>
                        <a:cubicBezTo>
                          <a:pt x="426" y="1502"/>
                          <a:pt x="347" y="1484"/>
                          <a:pt x="310" y="1461"/>
                        </a:cubicBezTo>
                        <a:cubicBezTo>
                          <a:pt x="250" y="1424"/>
                          <a:pt x="153" y="1290"/>
                          <a:pt x="134" y="1156"/>
                        </a:cubicBezTo>
                        <a:cubicBezTo>
                          <a:pt x="116" y="1077"/>
                          <a:pt x="116" y="999"/>
                          <a:pt x="116" y="943"/>
                        </a:cubicBezTo>
                        <a:cubicBezTo>
                          <a:pt x="116" y="883"/>
                          <a:pt x="134" y="846"/>
                          <a:pt x="171" y="828"/>
                        </a:cubicBezTo>
                        <a:cubicBezTo>
                          <a:pt x="232" y="768"/>
                          <a:pt x="384" y="694"/>
                          <a:pt x="560" y="634"/>
                        </a:cubicBezTo>
                        <a:cubicBezTo>
                          <a:pt x="731" y="578"/>
                          <a:pt x="906" y="537"/>
                          <a:pt x="1040" y="500"/>
                        </a:cubicBezTo>
                        <a:cubicBezTo>
                          <a:pt x="1327" y="421"/>
                          <a:pt x="2080" y="172"/>
                          <a:pt x="2311" y="116"/>
                        </a:cubicBezTo>
                        <a:cubicBezTo>
                          <a:pt x="2368" y="105"/>
                          <a:pt x="2444" y="93"/>
                          <a:pt x="2524" y="93"/>
                        </a:cubicBezTo>
                        <a:cubicBezTo>
                          <a:pt x="2581" y="93"/>
                          <a:pt x="2639" y="99"/>
                          <a:pt x="2694" y="116"/>
                        </a:cubicBezTo>
                        <a:cubicBezTo>
                          <a:pt x="2754" y="116"/>
                          <a:pt x="2810" y="135"/>
                          <a:pt x="2870" y="153"/>
                        </a:cubicBezTo>
                        <a:cubicBezTo>
                          <a:pt x="2870" y="153"/>
                          <a:pt x="3004" y="213"/>
                          <a:pt x="3156" y="329"/>
                        </a:cubicBezTo>
                        <a:cubicBezTo>
                          <a:pt x="3119" y="250"/>
                          <a:pt x="3082" y="190"/>
                          <a:pt x="3082" y="190"/>
                        </a:cubicBezTo>
                        <a:cubicBezTo>
                          <a:pt x="3004" y="98"/>
                          <a:pt x="2851" y="38"/>
                          <a:pt x="2694" y="19"/>
                        </a:cubicBezTo>
                        <a:cubicBezTo>
                          <a:pt x="2639" y="1"/>
                          <a:pt x="2579" y="1"/>
                          <a:pt x="2505" y="1"/>
                        </a:cubicBezTo>
                        <a:close/>
                      </a:path>
                    </a:pathLst>
                  </a:custGeom>
                  <a:solidFill>
                    <a:srgbClr val="3E285A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57" name="Google Shape;2176;p47">
                    <a:extLst>
                      <a:ext uri="{FF2B5EF4-FFF2-40B4-BE49-F238E27FC236}">
                        <a16:creationId xmlns:a16="http://schemas.microsoft.com/office/drawing/2014/main" id="{3E21EC16-C2A1-972A-9738-7E3E85C32E12}"/>
                      </a:ext>
                    </a:extLst>
                  </p:cNvPr>
                  <p:cNvSpPr/>
                  <p:nvPr/>
                </p:nvSpPr>
                <p:spPr>
                  <a:xfrm>
                    <a:off x="6834637" y="3154663"/>
                    <a:ext cx="440936" cy="20862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54" h="1303" extrusionOk="0">
                        <a:moveTo>
                          <a:pt x="2386" y="1"/>
                        </a:moveTo>
                        <a:cubicBezTo>
                          <a:pt x="2368" y="1"/>
                          <a:pt x="2349" y="3"/>
                          <a:pt x="2329" y="7"/>
                        </a:cubicBezTo>
                        <a:cubicBezTo>
                          <a:pt x="2079" y="67"/>
                          <a:pt x="462" y="488"/>
                          <a:pt x="250" y="511"/>
                        </a:cubicBezTo>
                        <a:cubicBezTo>
                          <a:pt x="37" y="529"/>
                          <a:pt x="0" y="700"/>
                          <a:pt x="37" y="973"/>
                        </a:cubicBezTo>
                        <a:cubicBezTo>
                          <a:pt x="97" y="1222"/>
                          <a:pt x="250" y="1296"/>
                          <a:pt x="481" y="1296"/>
                        </a:cubicBezTo>
                        <a:cubicBezTo>
                          <a:pt x="527" y="1301"/>
                          <a:pt x="603" y="1303"/>
                          <a:pt x="697" y="1303"/>
                        </a:cubicBezTo>
                        <a:cubicBezTo>
                          <a:pt x="1073" y="1303"/>
                          <a:pt x="1730" y="1270"/>
                          <a:pt x="1867" y="1241"/>
                        </a:cubicBezTo>
                        <a:cubicBezTo>
                          <a:pt x="2061" y="1222"/>
                          <a:pt x="2481" y="1144"/>
                          <a:pt x="2620" y="913"/>
                        </a:cubicBezTo>
                        <a:cubicBezTo>
                          <a:pt x="2620" y="913"/>
                          <a:pt x="2754" y="742"/>
                          <a:pt x="2712" y="488"/>
                        </a:cubicBezTo>
                        <a:cubicBezTo>
                          <a:pt x="2661" y="275"/>
                          <a:pt x="2591" y="1"/>
                          <a:pt x="2386" y="1"/>
                        </a:cubicBezTo>
                        <a:close/>
                      </a:path>
                    </a:pathLst>
                  </a:custGeom>
                  <a:solidFill>
                    <a:srgbClr val="9669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64" name="Google Shape;2177;p47">
                    <a:extLst>
                      <a:ext uri="{FF2B5EF4-FFF2-40B4-BE49-F238E27FC236}">
                        <a16:creationId xmlns:a16="http://schemas.microsoft.com/office/drawing/2014/main" id="{F26A3DCB-19D5-171B-FE12-D3D7B1D47612}"/>
                      </a:ext>
                    </a:extLst>
                  </p:cNvPr>
                  <p:cNvSpPr/>
                  <p:nvPr/>
                </p:nvSpPr>
                <p:spPr>
                  <a:xfrm>
                    <a:off x="6828713" y="3146817"/>
                    <a:ext cx="434372" cy="22575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3" h="1410" extrusionOk="0">
                        <a:moveTo>
                          <a:pt x="2347" y="1"/>
                        </a:moveTo>
                        <a:cubicBezTo>
                          <a:pt x="2213" y="38"/>
                          <a:pt x="1751" y="153"/>
                          <a:pt x="1289" y="269"/>
                        </a:cubicBezTo>
                        <a:cubicBezTo>
                          <a:pt x="1058" y="329"/>
                          <a:pt x="827" y="384"/>
                          <a:pt x="652" y="444"/>
                        </a:cubicBezTo>
                        <a:cubicBezTo>
                          <a:pt x="462" y="481"/>
                          <a:pt x="324" y="500"/>
                          <a:pt x="287" y="518"/>
                        </a:cubicBezTo>
                        <a:cubicBezTo>
                          <a:pt x="153" y="518"/>
                          <a:pt x="74" y="578"/>
                          <a:pt x="37" y="675"/>
                        </a:cubicBezTo>
                        <a:cubicBezTo>
                          <a:pt x="0" y="768"/>
                          <a:pt x="19" y="883"/>
                          <a:pt x="37" y="1022"/>
                        </a:cubicBezTo>
                        <a:cubicBezTo>
                          <a:pt x="56" y="1156"/>
                          <a:pt x="116" y="1253"/>
                          <a:pt x="208" y="1308"/>
                        </a:cubicBezTo>
                        <a:cubicBezTo>
                          <a:pt x="287" y="1368"/>
                          <a:pt x="402" y="1387"/>
                          <a:pt x="518" y="1405"/>
                        </a:cubicBezTo>
                        <a:cubicBezTo>
                          <a:pt x="552" y="1408"/>
                          <a:pt x="600" y="1409"/>
                          <a:pt x="658" y="1409"/>
                        </a:cubicBezTo>
                        <a:cubicBezTo>
                          <a:pt x="1015" y="1409"/>
                          <a:pt x="1739" y="1365"/>
                          <a:pt x="1922" y="1345"/>
                        </a:cubicBezTo>
                        <a:cubicBezTo>
                          <a:pt x="2019" y="1327"/>
                          <a:pt x="2172" y="1308"/>
                          <a:pt x="2329" y="1253"/>
                        </a:cubicBezTo>
                        <a:cubicBezTo>
                          <a:pt x="2463" y="1211"/>
                          <a:pt x="2615" y="1137"/>
                          <a:pt x="2694" y="999"/>
                        </a:cubicBezTo>
                        <a:cubicBezTo>
                          <a:pt x="2657" y="980"/>
                          <a:pt x="2615" y="962"/>
                          <a:pt x="2597" y="962"/>
                        </a:cubicBezTo>
                        <a:cubicBezTo>
                          <a:pt x="2541" y="1040"/>
                          <a:pt x="2426" y="1114"/>
                          <a:pt x="2287" y="1156"/>
                        </a:cubicBezTo>
                        <a:cubicBezTo>
                          <a:pt x="2153" y="1211"/>
                          <a:pt x="2001" y="1230"/>
                          <a:pt x="1904" y="1253"/>
                        </a:cubicBezTo>
                        <a:cubicBezTo>
                          <a:pt x="1733" y="1271"/>
                          <a:pt x="730" y="1308"/>
                          <a:pt x="518" y="1308"/>
                        </a:cubicBezTo>
                        <a:cubicBezTo>
                          <a:pt x="421" y="1290"/>
                          <a:pt x="324" y="1271"/>
                          <a:pt x="268" y="1230"/>
                        </a:cubicBezTo>
                        <a:cubicBezTo>
                          <a:pt x="190" y="1193"/>
                          <a:pt x="153" y="1114"/>
                          <a:pt x="134" y="999"/>
                        </a:cubicBezTo>
                        <a:cubicBezTo>
                          <a:pt x="116" y="883"/>
                          <a:pt x="116" y="768"/>
                          <a:pt x="134" y="712"/>
                        </a:cubicBezTo>
                        <a:cubicBezTo>
                          <a:pt x="153" y="652"/>
                          <a:pt x="190" y="615"/>
                          <a:pt x="287" y="615"/>
                        </a:cubicBezTo>
                        <a:cubicBezTo>
                          <a:pt x="347" y="615"/>
                          <a:pt x="481" y="578"/>
                          <a:pt x="670" y="537"/>
                        </a:cubicBezTo>
                        <a:cubicBezTo>
                          <a:pt x="864" y="481"/>
                          <a:pt x="1095" y="421"/>
                          <a:pt x="1326" y="366"/>
                        </a:cubicBezTo>
                        <a:cubicBezTo>
                          <a:pt x="1788" y="250"/>
                          <a:pt x="2250" y="135"/>
                          <a:pt x="2384" y="98"/>
                        </a:cubicBezTo>
                        <a:cubicBezTo>
                          <a:pt x="2426" y="98"/>
                          <a:pt x="2463" y="98"/>
                          <a:pt x="2500" y="116"/>
                        </a:cubicBezTo>
                        <a:cubicBezTo>
                          <a:pt x="2541" y="135"/>
                          <a:pt x="2615" y="153"/>
                          <a:pt x="2712" y="213"/>
                        </a:cubicBezTo>
                        <a:cubicBezTo>
                          <a:pt x="2694" y="190"/>
                          <a:pt x="2694" y="172"/>
                          <a:pt x="2675" y="172"/>
                        </a:cubicBezTo>
                        <a:cubicBezTo>
                          <a:pt x="2657" y="116"/>
                          <a:pt x="2615" y="56"/>
                          <a:pt x="2560" y="38"/>
                        </a:cubicBezTo>
                        <a:cubicBezTo>
                          <a:pt x="2518" y="1"/>
                          <a:pt x="2463" y="1"/>
                          <a:pt x="2426" y="1"/>
                        </a:cubicBezTo>
                        <a:close/>
                      </a:path>
                    </a:pathLst>
                  </a:custGeom>
                  <a:solidFill>
                    <a:srgbClr val="3E285A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63" name="Google Shape;2178;p47">
                    <a:extLst>
                      <a:ext uri="{FF2B5EF4-FFF2-40B4-BE49-F238E27FC236}">
                        <a16:creationId xmlns:a16="http://schemas.microsoft.com/office/drawing/2014/main" id="{3B740F8C-184D-8788-9BCE-917294A3EF75}"/>
                      </a:ext>
                    </a:extLst>
                  </p:cNvPr>
                  <p:cNvSpPr/>
                  <p:nvPr/>
                </p:nvSpPr>
                <p:spPr>
                  <a:xfrm>
                    <a:off x="6884111" y="3302923"/>
                    <a:ext cx="415959" cy="17724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98" h="1107" extrusionOk="0">
                        <a:moveTo>
                          <a:pt x="2194" y="0"/>
                        </a:moveTo>
                        <a:cubicBezTo>
                          <a:pt x="2176" y="0"/>
                          <a:pt x="2157" y="2"/>
                          <a:pt x="2135" y="5"/>
                        </a:cubicBezTo>
                        <a:cubicBezTo>
                          <a:pt x="1904" y="65"/>
                          <a:pt x="421" y="333"/>
                          <a:pt x="287" y="352"/>
                        </a:cubicBezTo>
                        <a:cubicBezTo>
                          <a:pt x="153" y="370"/>
                          <a:pt x="75" y="449"/>
                          <a:pt x="38" y="661"/>
                        </a:cubicBezTo>
                        <a:cubicBezTo>
                          <a:pt x="1" y="855"/>
                          <a:pt x="153" y="1045"/>
                          <a:pt x="421" y="1086"/>
                        </a:cubicBezTo>
                        <a:cubicBezTo>
                          <a:pt x="492" y="1101"/>
                          <a:pt x="610" y="1106"/>
                          <a:pt x="748" y="1106"/>
                        </a:cubicBezTo>
                        <a:cubicBezTo>
                          <a:pt x="1138" y="1106"/>
                          <a:pt x="1685" y="1063"/>
                          <a:pt x="1770" y="1063"/>
                        </a:cubicBezTo>
                        <a:cubicBezTo>
                          <a:pt x="1867" y="1045"/>
                          <a:pt x="2329" y="971"/>
                          <a:pt x="2500" y="777"/>
                        </a:cubicBezTo>
                        <a:cubicBezTo>
                          <a:pt x="2500" y="777"/>
                          <a:pt x="2597" y="583"/>
                          <a:pt x="2482" y="370"/>
                        </a:cubicBezTo>
                        <a:cubicBezTo>
                          <a:pt x="2394" y="160"/>
                          <a:pt x="2370" y="0"/>
                          <a:pt x="2194" y="0"/>
                        </a:cubicBezTo>
                        <a:close/>
                      </a:path>
                    </a:pathLst>
                  </a:custGeom>
                  <a:solidFill>
                    <a:srgbClr val="9669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64" name="Google Shape;2179;p47">
                    <a:extLst>
                      <a:ext uri="{FF2B5EF4-FFF2-40B4-BE49-F238E27FC236}">
                        <a16:creationId xmlns:a16="http://schemas.microsoft.com/office/drawing/2014/main" id="{0B9BA151-730B-BB2D-2973-0BA83DF215C1}"/>
                      </a:ext>
                    </a:extLst>
                  </p:cNvPr>
                  <p:cNvSpPr/>
                  <p:nvPr/>
                </p:nvSpPr>
                <p:spPr>
                  <a:xfrm>
                    <a:off x="6877546" y="3294758"/>
                    <a:ext cx="419482" cy="19325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20" h="1207" extrusionOk="0">
                        <a:moveTo>
                          <a:pt x="2236" y="1"/>
                        </a:moveTo>
                        <a:cubicBezTo>
                          <a:pt x="2213" y="1"/>
                          <a:pt x="2195" y="19"/>
                          <a:pt x="2176" y="19"/>
                        </a:cubicBezTo>
                        <a:cubicBezTo>
                          <a:pt x="1945" y="56"/>
                          <a:pt x="444" y="329"/>
                          <a:pt x="310" y="366"/>
                        </a:cubicBezTo>
                        <a:cubicBezTo>
                          <a:pt x="250" y="366"/>
                          <a:pt x="176" y="403"/>
                          <a:pt x="116" y="463"/>
                        </a:cubicBezTo>
                        <a:cubicBezTo>
                          <a:pt x="79" y="518"/>
                          <a:pt x="42" y="597"/>
                          <a:pt x="19" y="694"/>
                        </a:cubicBezTo>
                        <a:cubicBezTo>
                          <a:pt x="0" y="809"/>
                          <a:pt x="42" y="925"/>
                          <a:pt x="116" y="1022"/>
                        </a:cubicBezTo>
                        <a:cubicBezTo>
                          <a:pt x="194" y="1096"/>
                          <a:pt x="310" y="1174"/>
                          <a:pt x="444" y="1193"/>
                        </a:cubicBezTo>
                        <a:cubicBezTo>
                          <a:pt x="520" y="1202"/>
                          <a:pt x="635" y="1207"/>
                          <a:pt x="768" y="1207"/>
                        </a:cubicBezTo>
                        <a:cubicBezTo>
                          <a:pt x="901" y="1207"/>
                          <a:pt x="1051" y="1202"/>
                          <a:pt x="1197" y="1193"/>
                        </a:cubicBezTo>
                        <a:cubicBezTo>
                          <a:pt x="1349" y="1193"/>
                          <a:pt x="1483" y="1193"/>
                          <a:pt x="1599" y="1174"/>
                        </a:cubicBezTo>
                        <a:cubicBezTo>
                          <a:pt x="1696" y="1174"/>
                          <a:pt x="1774" y="1156"/>
                          <a:pt x="1811" y="1156"/>
                        </a:cubicBezTo>
                        <a:cubicBezTo>
                          <a:pt x="1867" y="1156"/>
                          <a:pt x="2005" y="1137"/>
                          <a:pt x="2158" y="1077"/>
                        </a:cubicBezTo>
                        <a:cubicBezTo>
                          <a:pt x="2292" y="1040"/>
                          <a:pt x="2407" y="980"/>
                          <a:pt x="2504" y="906"/>
                        </a:cubicBezTo>
                        <a:lnTo>
                          <a:pt x="2523" y="980"/>
                        </a:lnTo>
                        <a:lnTo>
                          <a:pt x="2583" y="846"/>
                        </a:lnTo>
                        <a:cubicBezTo>
                          <a:pt x="2583" y="846"/>
                          <a:pt x="2601" y="809"/>
                          <a:pt x="2620" y="712"/>
                        </a:cubicBezTo>
                        <a:lnTo>
                          <a:pt x="2620" y="712"/>
                        </a:lnTo>
                        <a:cubicBezTo>
                          <a:pt x="2583" y="749"/>
                          <a:pt x="2560" y="791"/>
                          <a:pt x="2523" y="809"/>
                        </a:cubicBezTo>
                        <a:cubicBezTo>
                          <a:pt x="2467" y="846"/>
                          <a:pt x="2444" y="865"/>
                          <a:pt x="2407" y="865"/>
                        </a:cubicBezTo>
                        <a:cubicBezTo>
                          <a:pt x="2329" y="925"/>
                          <a:pt x="2236" y="962"/>
                          <a:pt x="2139" y="980"/>
                        </a:cubicBezTo>
                        <a:cubicBezTo>
                          <a:pt x="1982" y="1040"/>
                          <a:pt x="1848" y="1059"/>
                          <a:pt x="1793" y="1059"/>
                        </a:cubicBezTo>
                        <a:cubicBezTo>
                          <a:pt x="1774" y="1059"/>
                          <a:pt x="1696" y="1077"/>
                          <a:pt x="1580" y="1077"/>
                        </a:cubicBezTo>
                        <a:cubicBezTo>
                          <a:pt x="1483" y="1077"/>
                          <a:pt x="1331" y="1096"/>
                          <a:pt x="1197" y="1096"/>
                        </a:cubicBezTo>
                        <a:cubicBezTo>
                          <a:pt x="1051" y="1105"/>
                          <a:pt x="901" y="1110"/>
                          <a:pt x="771" y="1110"/>
                        </a:cubicBezTo>
                        <a:cubicBezTo>
                          <a:pt x="640" y="1110"/>
                          <a:pt x="529" y="1105"/>
                          <a:pt x="462" y="1096"/>
                        </a:cubicBezTo>
                        <a:cubicBezTo>
                          <a:pt x="347" y="1077"/>
                          <a:pt x="250" y="1022"/>
                          <a:pt x="194" y="943"/>
                        </a:cubicBezTo>
                        <a:cubicBezTo>
                          <a:pt x="134" y="883"/>
                          <a:pt x="97" y="809"/>
                          <a:pt x="116" y="712"/>
                        </a:cubicBezTo>
                        <a:cubicBezTo>
                          <a:pt x="134" y="615"/>
                          <a:pt x="176" y="560"/>
                          <a:pt x="194" y="518"/>
                        </a:cubicBezTo>
                        <a:cubicBezTo>
                          <a:pt x="231" y="481"/>
                          <a:pt x="273" y="463"/>
                          <a:pt x="328" y="463"/>
                        </a:cubicBezTo>
                        <a:cubicBezTo>
                          <a:pt x="462" y="444"/>
                          <a:pt x="1830" y="172"/>
                          <a:pt x="2158" y="116"/>
                        </a:cubicBezTo>
                        <a:lnTo>
                          <a:pt x="2139" y="116"/>
                        </a:lnTo>
                        <a:cubicBezTo>
                          <a:pt x="2139" y="116"/>
                          <a:pt x="2185" y="102"/>
                          <a:pt x="2260" y="102"/>
                        </a:cubicBezTo>
                        <a:cubicBezTo>
                          <a:pt x="2315" y="102"/>
                          <a:pt x="2386" y="110"/>
                          <a:pt x="2467" y="135"/>
                        </a:cubicBezTo>
                        <a:lnTo>
                          <a:pt x="2444" y="116"/>
                        </a:lnTo>
                        <a:cubicBezTo>
                          <a:pt x="2426" y="75"/>
                          <a:pt x="2389" y="38"/>
                          <a:pt x="2329" y="19"/>
                        </a:cubicBezTo>
                        <a:cubicBezTo>
                          <a:pt x="2310" y="19"/>
                          <a:pt x="2273" y="1"/>
                          <a:pt x="2236" y="1"/>
                        </a:cubicBezTo>
                        <a:close/>
                      </a:path>
                    </a:pathLst>
                  </a:custGeom>
                  <a:solidFill>
                    <a:srgbClr val="3E285A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65" name="Google Shape;2180;p47">
                    <a:extLst>
                      <a:ext uri="{FF2B5EF4-FFF2-40B4-BE49-F238E27FC236}">
                        <a16:creationId xmlns:a16="http://schemas.microsoft.com/office/drawing/2014/main" id="{2D2FE79E-4B57-7976-E5FD-B7E74784CC14}"/>
                      </a:ext>
                    </a:extLst>
                  </p:cNvPr>
                  <p:cNvSpPr/>
                  <p:nvPr/>
                </p:nvSpPr>
                <p:spPr>
                  <a:xfrm>
                    <a:off x="5934187" y="991751"/>
                    <a:ext cx="1048544" cy="84233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49" h="5261" extrusionOk="0">
                        <a:moveTo>
                          <a:pt x="2196" y="1"/>
                        </a:moveTo>
                        <a:cubicBezTo>
                          <a:pt x="2080" y="19"/>
                          <a:pt x="1983" y="43"/>
                          <a:pt x="1891" y="80"/>
                        </a:cubicBezTo>
                        <a:cubicBezTo>
                          <a:pt x="1466" y="232"/>
                          <a:pt x="1137" y="888"/>
                          <a:pt x="985" y="1600"/>
                        </a:cubicBezTo>
                        <a:cubicBezTo>
                          <a:pt x="888" y="1521"/>
                          <a:pt x="754" y="1484"/>
                          <a:pt x="620" y="1484"/>
                        </a:cubicBezTo>
                        <a:cubicBezTo>
                          <a:pt x="273" y="1484"/>
                          <a:pt x="1" y="1752"/>
                          <a:pt x="1" y="2099"/>
                        </a:cubicBezTo>
                        <a:cubicBezTo>
                          <a:pt x="1" y="2445"/>
                          <a:pt x="273" y="2718"/>
                          <a:pt x="620" y="2718"/>
                        </a:cubicBezTo>
                        <a:cubicBezTo>
                          <a:pt x="712" y="2718"/>
                          <a:pt x="809" y="2699"/>
                          <a:pt x="906" y="2658"/>
                        </a:cubicBezTo>
                        <a:lnTo>
                          <a:pt x="906" y="2658"/>
                        </a:lnTo>
                        <a:cubicBezTo>
                          <a:pt x="870" y="2889"/>
                          <a:pt x="754" y="4159"/>
                          <a:pt x="1484" y="4719"/>
                        </a:cubicBezTo>
                        <a:cubicBezTo>
                          <a:pt x="2166" y="5221"/>
                          <a:pt x="2972" y="5261"/>
                          <a:pt x="3209" y="5261"/>
                        </a:cubicBezTo>
                        <a:cubicBezTo>
                          <a:pt x="3253" y="5261"/>
                          <a:pt x="3277" y="5259"/>
                          <a:pt x="3277" y="5259"/>
                        </a:cubicBezTo>
                        <a:cubicBezTo>
                          <a:pt x="3277" y="5259"/>
                          <a:pt x="3300" y="5261"/>
                          <a:pt x="3343" y="5261"/>
                        </a:cubicBezTo>
                        <a:cubicBezTo>
                          <a:pt x="3575" y="5261"/>
                          <a:pt x="4365" y="5221"/>
                          <a:pt x="5046" y="4719"/>
                        </a:cubicBezTo>
                        <a:cubicBezTo>
                          <a:pt x="5777" y="4159"/>
                          <a:pt x="5661" y="2889"/>
                          <a:pt x="5624" y="2658"/>
                        </a:cubicBezTo>
                        <a:lnTo>
                          <a:pt x="5624" y="2658"/>
                        </a:lnTo>
                        <a:cubicBezTo>
                          <a:pt x="5721" y="2699"/>
                          <a:pt x="5818" y="2718"/>
                          <a:pt x="5911" y="2718"/>
                        </a:cubicBezTo>
                        <a:cubicBezTo>
                          <a:pt x="6257" y="2718"/>
                          <a:pt x="6548" y="2445"/>
                          <a:pt x="6548" y="2099"/>
                        </a:cubicBezTo>
                        <a:cubicBezTo>
                          <a:pt x="6548" y="1752"/>
                          <a:pt x="6257" y="1484"/>
                          <a:pt x="5911" y="1484"/>
                        </a:cubicBezTo>
                        <a:cubicBezTo>
                          <a:pt x="5777" y="1484"/>
                          <a:pt x="5661" y="1521"/>
                          <a:pt x="5546" y="1600"/>
                        </a:cubicBezTo>
                        <a:lnTo>
                          <a:pt x="5278" y="1812"/>
                        </a:lnTo>
                        <a:cubicBezTo>
                          <a:pt x="5278" y="1812"/>
                          <a:pt x="5278" y="1715"/>
                          <a:pt x="5296" y="1466"/>
                        </a:cubicBezTo>
                        <a:cubicBezTo>
                          <a:pt x="5296" y="1235"/>
                          <a:pt x="5259" y="1156"/>
                          <a:pt x="5259" y="1156"/>
                        </a:cubicBezTo>
                        <a:cubicBezTo>
                          <a:pt x="5259" y="1156"/>
                          <a:pt x="5232" y="1216"/>
                          <a:pt x="5095" y="1216"/>
                        </a:cubicBezTo>
                        <a:cubicBezTo>
                          <a:pt x="5027" y="1216"/>
                          <a:pt x="4931" y="1201"/>
                          <a:pt x="4797" y="1156"/>
                        </a:cubicBezTo>
                        <a:cubicBezTo>
                          <a:pt x="4390" y="1004"/>
                          <a:pt x="4372" y="773"/>
                          <a:pt x="4372" y="773"/>
                        </a:cubicBezTo>
                        <a:cubicBezTo>
                          <a:pt x="4372" y="773"/>
                          <a:pt x="4034" y="883"/>
                          <a:pt x="3616" y="883"/>
                        </a:cubicBezTo>
                        <a:cubicBezTo>
                          <a:pt x="3108" y="883"/>
                          <a:pt x="2482" y="720"/>
                          <a:pt x="2196" y="1"/>
                        </a:cubicBezTo>
                        <a:close/>
                      </a:path>
                    </a:pathLst>
                  </a:custGeom>
                  <a:solidFill>
                    <a:srgbClr val="9669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66" name="Google Shape;2181;p47">
                    <a:extLst>
                      <a:ext uri="{FF2B5EF4-FFF2-40B4-BE49-F238E27FC236}">
                        <a16:creationId xmlns:a16="http://schemas.microsoft.com/office/drawing/2014/main" id="{288A0ADB-2186-2F35-2EF5-82BA9D496B70}"/>
                      </a:ext>
                    </a:extLst>
                  </p:cNvPr>
                  <p:cNvSpPr/>
                  <p:nvPr/>
                </p:nvSpPr>
                <p:spPr>
                  <a:xfrm>
                    <a:off x="5925381" y="982945"/>
                    <a:ext cx="1063274" cy="8573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641" h="5355" extrusionOk="0">
                        <a:moveTo>
                          <a:pt x="2232" y="116"/>
                        </a:moveTo>
                        <a:cubicBezTo>
                          <a:pt x="2500" y="749"/>
                          <a:pt x="3041" y="943"/>
                          <a:pt x="3521" y="980"/>
                        </a:cubicBezTo>
                        <a:cubicBezTo>
                          <a:pt x="3555" y="981"/>
                          <a:pt x="3589" y="982"/>
                          <a:pt x="3622" y="982"/>
                        </a:cubicBezTo>
                        <a:cubicBezTo>
                          <a:pt x="4035" y="982"/>
                          <a:pt x="4351" y="882"/>
                          <a:pt x="4390" y="865"/>
                        </a:cubicBezTo>
                        <a:cubicBezTo>
                          <a:pt x="4408" y="906"/>
                          <a:pt x="4408" y="925"/>
                          <a:pt x="4445" y="980"/>
                        </a:cubicBezTo>
                        <a:cubicBezTo>
                          <a:pt x="4505" y="1077"/>
                          <a:pt x="4639" y="1174"/>
                          <a:pt x="4834" y="1253"/>
                        </a:cubicBezTo>
                        <a:cubicBezTo>
                          <a:pt x="4972" y="1302"/>
                          <a:pt x="5070" y="1318"/>
                          <a:pt x="5143" y="1318"/>
                        </a:cubicBezTo>
                        <a:cubicBezTo>
                          <a:pt x="5179" y="1318"/>
                          <a:pt x="5209" y="1314"/>
                          <a:pt x="5235" y="1308"/>
                        </a:cubicBezTo>
                        <a:cubicBezTo>
                          <a:pt x="5254" y="1308"/>
                          <a:pt x="5272" y="1308"/>
                          <a:pt x="5272" y="1290"/>
                        </a:cubicBezTo>
                        <a:cubicBezTo>
                          <a:pt x="5296" y="1327"/>
                          <a:pt x="5296" y="1405"/>
                          <a:pt x="5296" y="1521"/>
                        </a:cubicBezTo>
                        <a:cubicBezTo>
                          <a:pt x="5296" y="1770"/>
                          <a:pt x="5272" y="1867"/>
                          <a:pt x="5272" y="1867"/>
                        </a:cubicBezTo>
                        <a:lnTo>
                          <a:pt x="5254" y="1983"/>
                        </a:lnTo>
                        <a:lnTo>
                          <a:pt x="5642" y="1692"/>
                        </a:lnTo>
                        <a:cubicBezTo>
                          <a:pt x="5735" y="1618"/>
                          <a:pt x="5850" y="1576"/>
                          <a:pt x="5966" y="1576"/>
                        </a:cubicBezTo>
                        <a:cubicBezTo>
                          <a:pt x="6294" y="1576"/>
                          <a:pt x="6543" y="1849"/>
                          <a:pt x="6543" y="2154"/>
                        </a:cubicBezTo>
                        <a:cubicBezTo>
                          <a:pt x="6543" y="2463"/>
                          <a:pt x="6294" y="2731"/>
                          <a:pt x="5966" y="2731"/>
                        </a:cubicBezTo>
                        <a:cubicBezTo>
                          <a:pt x="5892" y="2731"/>
                          <a:pt x="5795" y="2713"/>
                          <a:pt x="5716" y="2657"/>
                        </a:cubicBezTo>
                        <a:lnTo>
                          <a:pt x="5619" y="2616"/>
                        </a:lnTo>
                        <a:lnTo>
                          <a:pt x="5642" y="2713"/>
                        </a:lnTo>
                        <a:cubicBezTo>
                          <a:pt x="5661" y="2828"/>
                          <a:pt x="5679" y="3216"/>
                          <a:pt x="5642" y="3618"/>
                        </a:cubicBezTo>
                        <a:cubicBezTo>
                          <a:pt x="5582" y="4025"/>
                          <a:pt x="5430" y="4464"/>
                          <a:pt x="5083" y="4737"/>
                        </a:cubicBezTo>
                        <a:cubicBezTo>
                          <a:pt x="4414" y="5215"/>
                          <a:pt x="3652" y="5256"/>
                          <a:pt x="3410" y="5256"/>
                        </a:cubicBezTo>
                        <a:cubicBezTo>
                          <a:pt x="3360" y="5256"/>
                          <a:pt x="3332" y="5254"/>
                          <a:pt x="3332" y="5254"/>
                        </a:cubicBezTo>
                        <a:cubicBezTo>
                          <a:pt x="3332" y="5254"/>
                          <a:pt x="3303" y="5256"/>
                          <a:pt x="3252" y="5256"/>
                        </a:cubicBezTo>
                        <a:cubicBezTo>
                          <a:pt x="3004" y="5256"/>
                          <a:pt x="2230" y="5215"/>
                          <a:pt x="1576" y="4737"/>
                        </a:cubicBezTo>
                        <a:cubicBezTo>
                          <a:pt x="1229" y="4464"/>
                          <a:pt x="1077" y="4025"/>
                          <a:pt x="1022" y="3618"/>
                        </a:cubicBezTo>
                        <a:cubicBezTo>
                          <a:pt x="961" y="3216"/>
                          <a:pt x="998" y="2828"/>
                          <a:pt x="998" y="2713"/>
                        </a:cubicBezTo>
                        <a:lnTo>
                          <a:pt x="1022" y="2616"/>
                        </a:lnTo>
                        <a:lnTo>
                          <a:pt x="943" y="2657"/>
                        </a:lnTo>
                        <a:cubicBezTo>
                          <a:pt x="846" y="2713"/>
                          <a:pt x="767" y="2731"/>
                          <a:pt x="675" y="2731"/>
                        </a:cubicBezTo>
                        <a:cubicBezTo>
                          <a:pt x="347" y="2731"/>
                          <a:pt x="97" y="2463"/>
                          <a:pt x="97" y="2154"/>
                        </a:cubicBezTo>
                        <a:cubicBezTo>
                          <a:pt x="97" y="1849"/>
                          <a:pt x="347" y="1576"/>
                          <a:pt x="675" y="1576"/>
                        </a:cubicBezTo>
                        <a:cubicBezTo>
                          <a:pt x="791" y="1576"/>
                          <a:pt x="925" y="1618"/>
                          <a:pt x="1022" y="1692"/>
                        </a:cubicBezTo>
                        <a:lnTo>
                          <a:pt x="1077" y="1752"/>
                        </a:lnTo>
                        <a:lnTo>
                          <a:pt x="1095" y="1673"/>
                        </a:lnTo>
                        <a:cubicBezTo>
                          <a:pt x="1174" y="1308"/>
                          <a:pt x="1290" y="980"/>
                          <a:pt x="1424" y="712"/>
                        </a:cubicBezTo>
                        <a:cubicBezTo>
                          <a:pt x="1576" y="444"/>
                          <a:pt x="1752" y="250"/>
                          <a:pt x="1964" y="171"/>
                        </a:cubicBezTo>
                        <a:cubicBezTo>
                          <a:pt x="2038" y="153"/>
                          <a:pt x="2135" y="135"/>
                          <a:pt x="2232" y="116"/>
                        </a:cubicBezTo>
                        <a:close/>
                        <a:moveTo>
                          <a:pt x="2251" y="1"/>
                        </a:moveTo>
                        <a:cubicBezTo>
                          <a:pt x="2135" y="19"/>
                          <a:pt x="2020" y="37"/>
                          <a:pt x="1923" y="74"/>
                        </a:cubicBezTo>
                        <a:cubicBezTo>
                          <a:pt x="1692" y="171"/>
                          <a:pt x="1502" y="384"/>
                          <a:pt x="1345" y="652"/>
                        </a:cubicBezTo>
                        <a:cubicBezTo>
                          <a:pt x="1192" y="925"/>
                          <a:pt x="1095" y="1253"/>
                          <a:pt x="1022" y="1599"/>
                        </a:cubicBezTo>
                        <a:cubicBezTo>
                          <a:pt x="906" y="1539"/>
                          <a:pt x="791" y="1484"/>
                          <a:pt x="675" y="1484"/>
                        </a:cubicBezTo>
                        <a:cubicBezTo>
                          <a:pt x="305" y="1484"/>
                          <a:pt x="0" y="1789"/>
                          <a:pt x="0" y="2154"/>
                        </a:cubicBezTo>
                        <a:cubicBezTo>
                          <a:pt x="0" y="2523"/>
                          <a:pt x="305" y="2828"/>
                          <a:pt x="675" y="2828"/>
                        </a:cubicBezTo>
                        <a:cubicBezTo>
                          <a:pt x="749" y="2828"/>
                          <a:pt x="827" y="2791"/>
                          <a:pt x="906" y="2773"/>
                        </a:cubicBezTo>
                        <a:lnTo>
                          <a:pt x="906" y="2773"/>
                        </a:lnTo>
                        <a:cubicBezTo>
                          <a:pt x="883" y="2925"/>
                          <a:pt x="864" y="3235"/>
                          <a:pt x="925" y="3637"/>
                        </a:cubicBezTo>
                        <a:cubicBezTo>
                          <a:pt x="980" y="4062"/>
                          <a:pt x="1137" y="4524"/>
                          <a:pt x="1521" y="4811"/>
                        </a:cubicBezTo>
                        <a:cubicBezTo>
                          <a:pt x="2166" y="5304"/>
                          <a:pt x="2919" y="5354"/>
                          <a:pt x="3210" y="5354"/>
                        </a:cubicBezTo>
                        <a:cubicBezTo>
                          <a:pt x="3283" y="5354"/>
                          <a:pt x="3327" y="5351"/>
                          <a:pt x="3332" y="5351"/>
                        </a:cubicBezTo>
                        <a:cubicBezTo>
                          <a:pt x="3332" y="5351"/>
                          <a:pt x="3372" y="5354"/>
                          <a:pt x="3443" y="5354"/>
                        </a:cubicBezTo>
                        <a:cubicBezTo>
                          <a:pt x="3722" y="5354"/>
                          <a:pt x="4479" y="5304"/>
                          <a:pt x="5138" y="4811"/>
                        </a:cubicBezTo>
                        <a:cubicBezTo>
                          <a:pt x="5503" y="4524"/>
                          <a:pt x="5679" y="4062"/>
                          <a:pt x="5735" y="3637"/>
                        </a:cubicBezTo>
                        <a:cubicBezTo>
                          <a:pt x="5795" y="3235"/>
                          <a:pt x="5758" y="2925"/>
                          <a:pt x="5735" y="2773"/>
                        </a:cubicBezTo>
                        <a:lnTo>
                          <a:pt x="5735" y="2773"/>
                        </a:lnTo>
                        <a:cubicBezTo>
                          <a:pt x="5813" y="2791"/>
                          <a:pt x="5892" y="2828"/>
                          <a:pt x="5966" y="2828"/>
                        </a:cubicBezTo>
                        <a:cubicBezTo>
                          <a:pt x="6354" y="2828"/>
                          <a:pt x="6640" y="2523"/>
                          <a:pt x="6640" y="2154"/>
                        </a:cubicBezTo>
                        <a:cubicBezTo>
                          <a:pt x="6640" y="1789"/>
                          <a:pt x="6354" y="1484"/>
                          <a:pt x="5966" y="1484"/>
                        </a:cubicBezTo>
                        <a:cubicBezTo>
                          <a:pt x="5832" y="1484"/>
                          <a:pt x="5679" y="1539"/>
                          <a:pt x="5564" y="1618"/>
                        </a:cubicBezTo>
                        <a:lnTo>
                          <a:pt x="5388" y="1770"/>
                        </a:lnTo>
                        <a:lnTo>
                          <a:pt x="5388" y="1521"/>
                        </a:lnTo>
                        <a:cubicBezTo>
                          <a:pt x="5411" y="1405"/>
                          <a:pt x="5388" y="1327"/>
                          <a:pt x="5369" y="1271"/>
                        </a:cubicBezTo>
                        <a:cubicBezTo>
                          <a:pt x="5369" y="1253"/>
                          <a:pt x="5369" y="1230"/>
                          <a:pt x="5351" y="1211"/>
                        </a:cubicBezTo>
                        <a:lnTo>
                          <a:pt x="5351" y="1193"/>
                        </a:lnTo>
                        <a:lnTo>
                          <a:pt x="5296" y="1114"/>
                        </a:lnTo>
                        <a:lnTo>
                          <a:pt x="5254" y="1193"/>
                        </a:lnTo>
                        <a:cubicBezTo>
                          <a:pt x="5254" y="1211"/>
                          <a:pt x="5235" y="1211"/>
                          <a:pt x="5217" y="1211"/>
                        </a:cubicBezTo>
                        <a:cubicBezTo>
                          <a:pt x="5205" y="1217"/>
                          <a:pt x="5184" y="1221"/>
                          <a:pt x="5154" y="1221"/>
                        </a:cubicBezTo>
                        <a:cubicBezTo>
                          <a:pt x="5094" y="1221"/>
                          <a:pt x="5000" y="1205"/>
                          <a:pt x="4870" y="1156"/>
                        </a:cubicBezTo>
                        <a:cubicBezTo>
                          <a:pt x="4676" y="1096"/>
                          <a:pt x="4579" y="999"/>
                          <a:pt x="4524" y="925"/>
                        </a:cubicBezTo>
                        <a:cubicBezTo>
                          <a:pt x="4487" y="865"/>
                          <a:pt x="4464" y="809"/>
                          <a:pt x="4464" y="809"/>
                        </a:cubicBezTo>
                        <a:lnTo>
                          <a:pt x="4464" y="749"/>
                        </a:lnTo>
                        <a:lnTo>
                          <a:pt x="4408" y="768"/>
                        </a:lnTo>
                        <a:cubicBezTo>
                          <a:pt x="4408" y="768"/>
                          <a:pt x="4062" y="886"/>
                          <a:pt x="3645" y="886"/>
                        </a:cubicBezTo>
                        <a:cubicBezTo>
                          <a:pt x="3611" y="886"/>
                          <a:pt x="3575" y="885"/>
                          <a:pt x="3540" y="883"/>
                        </a:cubicBezTo>
                        <a:cubicBezTo>
                          <a:pt x="3059" y="846"/>
                          <a:pt x="2542" y="675"/>
                          <a:pt x="2292" y="37"/>
                        </a:cubicBezTo>
                        <a:lnTo>
                          <a:pt x="2292" y="1"/>
                        </a:lnTo>
                        <a:close/>
                      </a:path>
                    </a:pathLst>
                  </a:custGeom>
                  <a:solidFill>
                    <a:srgbClr val="3E285A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67" name="Google Shape;2182;p47">
                    <a:extLst>
                      <a:ext uri="{FF2B5EF4-FFF2-40B4-BE49-F238E27FC236}">
                        <a16:creationId xmlns:a16="http://schemas.microsoft.com/office/drawing/2014/main" id="{194C1127-6EA2-E4B6-BA55-45204ACA769B}"/>
                      </a:ext>
                    </a:extLst>
                  </p:cNvPr>
                  <p:cNvSpPr/>
                  <p:nvPr/>
                </p:nvSpPr>
                <p:spPr>
                  <a:xfrm>
                    <a:off x="6196125" y="1294357"/>
                    <a:ext cx="105191" cy="10455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7" h="653" extrusionOk="0">
                        <a:moveTo>
                          <a:pt x="389" y="1"/>
                        </a:moveTo>
                        <a:cubicBezTo>
                          <a:pt x="255" y="1"/>
                          <a:pt x="195" y="75"/>
                          <a:pt x="139" y="93"/>
                        </a:cubicBezTo>
                        <a:cubicBezTo>
                          <a:pt x="113" y="107"/>
                          <a:pt x="89" y="112"/>
                          <a:pt x="68" y="112"/>
                        </a:cubicBezTo>
                        <a:cubicBezTo>
                          <a:pt x="27" y="112"/>
                          <a:pt x="1" y="93"/>
                          <a:pt x="1" y="93"/>
                        </a:cubicBezTo>
                        <a:lnTo>
                          <a:pt x="1" y="93"/>
                        </a:lnTo>
                        <a:cubicBezTo>
                          <a:pt x="1" y="93"/>
                          <a:pt x="24" y="190"/>
                          <a:pt x="116" y="209"/>
                        </a:cubicBezTo>
                        <a:cubicBezTo>
                          <a:pt x="131" y="212"/>
                          <a:pt x="144" y="214"/>
                          <a:pt x="155" y="214"/>
                        </a:cubicBezTo>
                        <a:cubicBezTo>
                          <a:pt x="215" y="214"/>
                          <a:pt x="228" y="169"/>
                          <a:pt x="310" y="153"/>
                        </a:cubicBezTo>
                        <a:lnTo>
                          <a:pt x="310" y="153"/>
                        </a:lnTo>
                        <a:cubicBezTo>
                          <a:pt x="292" y="209"/>
                          <a:pt x="292" y="269"/>
                          <a:pt x="292" y="324"/>
                        </a:cubicBezTo>
                        <a:cubicBezTo>
                          <a:pt x="292" y="518"/>
                          <a:pt x="370" y="652"/>
                          <a:pt x="486" y="652"/>
                        </a:cubicBezTo>
                        <a:cubicBezTo>
                          <a:pt x="578" y="652"/>
                          <a:pt x="657" y="518"/>
                          <a:pt x="657" y="324"/>
                        </a:cubicBezTo>
                        <a:cubicBezTo>
                          <a:pt x="657" y="153"/>
                          <a:pt x="578" y="1"/>
                          <a:pt x="486" y="1"/>
                        </a:cubicBezTo>
                        <a:close/>
                      </a:path>
                    </a:pathLst>
                  </a:custGeom>
                  <a:solidFill>
                    <a:srgbClr val="301C4B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68" name="Google Shape;2183;p47">
                    <a:extLst>
                      <a:ext uri="{FF2B5EF4-FFF2-40B4-BE49-F238E27FC236}">
                        <a16:creationId xmlns:a16="http://schemas.microsoft.com/office/drawing/2014/main" id="{10D2C225-78F6-5BCA-BD09-0D0F9DEAB23C}"/>
                      </a:ext>
                    </a:extLst>
                  </p:cNvPr>
                  <p:cNvSpPr/>
                  <p:nvPr/>
                </p:nvSpPr>
                <p:spPr>
                  <a:xfrm>
                    <a:off x="6588230" y="1294357"/>
                    <a:ext cx="104390" cy="10455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2" h="653" extrusionOk="0">
                        <a:moveTo>
                          <a:pt x="171" y="1"/>
                        </a:moveTo>
                        <a:cubicBezTo>
                          <a:pt x="74" y="1"/>
                          <a:pt x="0" y="153"/>
                          <a:pt x="0" y="324"/>
                        </a:cubicBezTo>
                        <a:cubicBezTo>
                          <a:pt x="0" y="518"/>
                          <a:pt x="74" y="652"/>
                          <a:pt x="171" y="652"/>
                        </a:cubicBezTo>
                        <a:cubicBezTo>
                          <a:pt x="287" y="652"/>
                          <a:pt x="365" y="518"/>
                          <a:pt x="365" y="324"/>
                        </a:cubicBezTo>
                        <a:cubicBezTo>
                          <a:pt x="365" y="269"/>
                          <a:pt x="365" y="209"/>
                          <a:pt x="347" y="153"/>
                        </a:cubicBezTo>
                        <a:lnTo>
                          <a:pt x="347" y="153"/>
                        </a:lnTo>
                        <a:cubicBezTo>
                          <a:pt x="425" y="169"/>
                          <a:pt x="437" y="214"/>
                          <a:pt x="497" y="214"/>
                        </a:cubicBezTo>
                        <a:cubicBezTo>
                          <a:pt x="508" y="214"/>
                          <a:pt x="521" y="212"/>
                          <a:pt x="536" y="209"/>
                        </a:cubicBezTo>
                        <a:cubicBezTo>
                          <a:pt x="633" y="190"/>
                          <a:pt x="652" y="93"/>
                          <a:pt x="652" y="93"/>
                        </a:cubicBezTo>
                        <a:lnTo>
                          <a:pt x="652" y="93"/>
                        </a:lnTo>
                        <a:cubicBezTo>
                          <a:pt x="652" y="93"/>
                          <a:pt x="627" y="112"/>
                          <a:pt x="588" y="112"/>
                        </a:cubicBezTo>
                        <a:cubicBezTo>
                          <a:pt x="568" y="112"/>
                          <a:pt x="544" y="107"/>
                          <a:pt x="518" y="93"/>
                        </a:cubicBezTo>
                        <a:cubicBezTo>
                          <a:pt x="462" y="75"/>
                          <a:pt x="402" y="1"/>
                          <a:pt x="268" y="1"/>
                        </a:cubicBezTo>
                        <a:close/>
                      </a:path>
                    </a:pathLst>
                  </a:custGeom>
                  <a:solidFill>
                    <a:srgbClr val="301C4B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69" name="Google Shape;2184;p47">
                    <a:extLst>
                      <a:ext uri="{FF2B5EF4-FFF2-40B4-BE49-F238E27FC236}">
                        <a16:creationId xmlns:a16="http://schemas.microsoft.com/office/drawing/2014/main" id="{B2E57EAE-7A56-333F-06F7-5D78F676B317}"/>
                      </a:ext>
                    </a:extLst>
                  </p:cNvPr>
                  <p:cNvSpPr/>
                  <p:nvPr/>
                </p:nvSpPr>
                <p:spPr>
                  <a:xfrm>
                    <a:off x="6387774" y="1326538"/>
                    <a:ext cx="64523" cy="1208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3" h="755" extrusionOk="0">
                        <a:moveTo>
                          <a:pt x="308" y="1"/>
                        </a:moveTo>
                        <a:cubicBezTo>
                          <a:pt x="288" y="1"/>
                          <a:pt x="268" y="19"/>
                          <a:pt x="268" y="49"/>
                        </a:cubicBezTo>
                        <a:lnTo>
                          <a:pt x="231" y="280"/>
                        </a:lnTo>
                        <a:cubicBezTo>
                          <a:pt x="213" y="280"/>
                          <a:pt x="190" y="280"/>
                          <a:pt x="134" y="317"/>
                        </a:cubicBezTo>
                        <a:cubicBezTo>
                          <a:pt x="97" y="336"/>
                          <a:pt x="56" y="354"/>
                          <a:pt x="37" y="396"/>
                        </a:cubicBezTo>
                        <a:cubicBezTo>
                          <a:pt x="0" y="433"/>
                          <a:pt x="0" y="493"/>
                          <a:pt x="0" y="548"/>
                        </a:cubicBezTo>
                        <a:cubicBezTo>
                          <a:pt x="19" y="664"/>
                          <a:pt x="74" y="724"/>
                          <a:pt x="153" y="742"/>
                        </a:cubicBezTo>
                        <a:cubicBezTo>
                          <a:pt x="185" y="750"/>
                          <a:pt x="217" y="755"/>
                          <a:pt x="247" y="755"/>
                        </a:cubicBezTo>
                        <a:cubicBezTo>
                          <a:pt x="290" y="755"/>
                          <a:pt x="330" y="746"/>
                          <a:pt x="365" y="724"/>
                        </a:cubicBezTo>
                        <a:cubicBezTo>
                          <a:pt x="384" y="701"/>
                          <a:pt x="402" y="682"/>
                          <a:pt x="384" y="664"/>
                        </a:cubicBezTo>
                        <a:cubicBezTo>
                          <a:pt x="365" y="627"/>
                          <a:pt x="347" y="627"/>
                          <a:pt x="328" y="627"/>
                        </a:cubicBezTo>
                        <a:cubicBezTo>
                          <a:pt x="299" y="640"/>
                          <a:pt x="263" y="653"/>
                          <a:pt x="229" y="653"/>
                        </a:cubicBezTo>
                        <a:cubicBezTo>
                          <a:pt x="215" y="653"/>
                          <a:pt x="202" y="651"/>
                          <a:pt x="190" y="645"/>
                        </a:cubicBezTo>
                        <a:cubicBezTo>
                          <a:pt x="134" y="645"/>
                          <a:pt x="116" y="608"/>
                          <a:pt x="97" y="530"/>
                        </a:cubicBezTo>
                        <a:cubicBezTo>
                          <a:pt x="97" y="511"/>
                          <a:pt x="97" y="470"/>
                          <a:pt x="116" y="451"/>
                        </a:cubicBezTo>
                        <a:cubicBezTo>
                          <a:pt x="134" y="433"/>
                          <a:pt x="153" y="414"/>
                          <a:pt x="171" y="396"/>
                        </a:cubicBezTo>
                        <a:lnTo>
                          <a:pt x="287" y="354"/>
                        </a:lnTo>
                        <a:lnTo>
                          <a:pt x="328" y="354"/>
                        </a:lnTo>
                        <a:lnTo>
                          <a:pt x="365" y="68"/>
                        </a:lnTo>
                        <a:cubicBezTo>
                          <a:pt x="365" y="31"/>
                          <a:pt x="347" y="8"/>
                          <a:pt x="328" y="8"/>
                        </a:cubicBezTo>
                        <a:cubicBezTo>
                          <a:pt x="322" y="3"/>
                          <a:pt x="315" y="1"/>
                          <a:pt x="308" y="1"/>
                        </a:cubicBezTo>
                        <a:close/>
                      </a:path>
                    </a:pathLst>
                  </a:custGeom>
                  <a:solidFill>
                    <a:srgbClr val="3E285A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70" name="Google Shape;2185;p47">
                    <a:extLst>
                      <a:ext uri="{FF2B5EF4-FFF2-40B4-BE49-F238E27FC236}">
                        <a16:creationId xmlns:a16="http://schemas.microsoft.com/office/drawing/2014/main" id="{ABA526D1-4DC7-B744-49DC-2AF93C07D54A}"/>
                      </a:ext>
                    </a:extLst>
                  </p:cNvPr>
                  <p:cNvSpPr/>
                  <p:nvPr/>
                </p:nvSpPr>
                <p:spPr>
                  <a:xfrm>
                    <a:off x="6193243" y="1204856"/>
                    <a:ext cx="126645" cy="771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91" h="482" extrusionOk="0">
                        <a:moveTo>
                          <a:pt x="347" y="1"/>
                        </a:moveTo>
                        <a:cubicBezTo>
                          <a:pt x="176" y="1"/>
                          <a:pt x="60" y="135"/>
                          <a:pt x="42" y="190"/>
                        </a:cubicBezTo>
                        <a:cubicBezTo>
                          <a:pt x="42" y="269"/>
                          <a:pt x="0" y="384"/>
                          <a:pt x="42" y="444"/>
                        </a:cubicBezTo>
                        <a:cubicBezTo>
                          <a:pt x="51" y="472"/>
                          <a:pt x="65" y="481"/>
                          <a:pt x="79" y="481"/>
                        </a:cubicBezTo>
                        <a:cubicBezTo>
                          <a:pt x="92" y="481"/>
                          <a:pt x="106" y="472"/>
                          <a:pt x="116" y="463"/>
                        </a:cubicBezTo>
                        <a:cubicBezTo>
                          <a:pt x="116" y="463"/>
                          <a:pt x="200" y="345"/>
                          <a:pt x="355" y="345"/>
                        </a:cubicBezTo>
                        <a:cubicBezTo>
                          <a:pt x="366" y="345"/>
                          <a:pt x="377" y="346"/>
                          <a:pt x="388" y="347"/>
                        </a:cubicBezTo>
                        <a:cubicBezTo>
                          <a:pt x="557" y="347"/>
                          <a:pt x="667" y="406"/>
                          <a:pt x="718" y="406"/>
                        </a:cubicBezTo>
                        <a:cubicBezTo>
                          <a:pt x="725" y="406"/>
                          <a:pt x="730" y="405"/>
                          <a:pt x="735" y="403"/>
                        </a:cubicBezTo>
                        <a:cubicBezTo>
                          <a:pt x="790" y="384"/>
                          <a:pt x="790" y="116"/>
                          <a:pt x="753" y="56"/>
                        </a:cubicBezTo>
                        <a:cubicBezTo>
                          <a:pt x="712" y="19"/>
                          <a:pt x="504" y="1"/>
                          <a:pt x="347" y="1"/>
                        </a:cubicBezTo>
                        <a:close/>
                      </a:path>
                    </a:pathLst>
                  </a:custGeom>
                  <a:solidFill>
                    <a:srgbClr val="301C4B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71" name="Google Shape;2186;p47">
                    <a:extLst>
                      <a:ext uri="{FF2B5EF4-FFF2-40B4-BE49-F238E27FC236}">
                        <a16:creationId xmlns:a16="http://schemas.microsoft.com/office/drawing/2014/main" id="{2276C5EB-D6B9-2138-B7B4-7398C4F47ED2}"/>
                      </a:ext>
                    </a:extLst>
                  </p:cNvPr>
                  <p:cNvSpPr/>
                  <p:nvPr/>
                </p:nvSpPr>
                <p:spPr>
                  <a:xfrm>
                    <a:off x="6560051" y="1191567"/>
                    <a:ext cx="135611" cy="734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47" h="459" extrusionOk="0">
                        <a:moveTo>
                          <a:pt x="446" y="1"/>
                        </a:moveTo>
                        <a:cubicBezTo>
                          <a:pt x="260" y="1"/>
                          <a:pt x="132" y="42"/>
                          <a:pt x="19" y="139"/>
                        </a:cubicBezTo>
                        <a:cubicBezTo>
                          <a:pt x="19" y="139"/>
                          <a:pt x="1" y="158"/>
                          <a:pt x="19" y="218"/>
                        </a:cubicBezTo>
                        <a:cubicBezTo>
                          <a:pt x="19" y="273"/>
                          <a:pt x="79" y="412"/>
                          <a:pt x="135" y="449"/>
                        </a:cubicBezTo>
                        <a:cubicBezTo>
                          <a:pt x="146" y="456"/>
                          <a:pt x="156" y="459"/>
                          <a:pt x="166" y="459"/>
                        </a:cubicBezTo>
                        <a:cubicBezTo>
                          <a:pt x="207" y="459"/>
                          <a:pt x="242" y="404"/>
                          <a:pt x="366" y="370"/>
                        </a:cubicBezTo>
                        <a:cubicBezTo>
                          <a:pt x="390" y="367"/>
                          <a:pt x="414" y="365"/>
                          <a:pt x="437" y="365"/>
                        </a:cubicBezTo>
                        <a:cubicBezTo>
                          <a:pt x="540" y="365"/>
                          <a:pt x="626" y="396"/>
                          <a:pt x="675" y="430"/>
                        </a:cubicBezTo>
                        <a:cubicBezTo>
                          <a:pt x="703" y="439"/>
                          <a:pt x="741" y="449"/>
                          <a:pt x="772" y="449"/>
                        </a:cubicBezTo>
                        <a:cubicBezTo>
                          <a:pt x="804" y="449"/>
                          <a:pt x="828" y="439"/>
                          <a:pt x="828" y="412"/>
                        </a:cubicBezTo>
                        <a:cubicBezTo>
                          <a:pt x="828" y="370"/>
                          <a:pt x="846" y="236"/>
                          <a:pt x="846" y="181"/>
                        </a:cubicBezTo>
                        <a:cubicBezTo>
                          <a:pt x="846" y="102"/>
                          <a:pt x="791" y="42"/>
                          <a:pt x="560" y="5"/>
                        </a:cubicBezTo>
                        <a:cubicBezTo>
                          <a:pt x="520" y="2"/>
                          <a:pt x="482" y="1"/>
                          <a:pt x="446" y="1"/>
                        </a:cubicBezTo>
                        <a:close/>
                      </a:path>
                    </a:pathLst>
                  </a:custGeom>
                  <a:solidFill>
                    <a:srgbClr val="301C4B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72" name="Google Shape;2187;p47">
                    <a:extLst>
                      <a:ext uri="{FF2B5EF4-FFF2-40B4-BE49-F238E27FC236}">
                        <a16:creationId xmlns:a16="http://schemas.microsoft.com/office/drawing/2014/main" id="{A89E2135-ED4A-6820-F61D-BBEB37EFC132}"/>
                      </a:ext>
                    </a:extLst>
                  </p:cNvPr>
                  <p:cNvSpPr/>
                  <p:nvPr/>
                </p:nvSpPr>
                <p:spPr>
                  <a:xfrm>
                    <a:off x="6292350" y="1503779"/>
                    <a:ext cx="283390" cy="17580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70" h="1098" extrusionOk="0">
                        <a:moveTo>
                          <a:pt x="1460" y="0"/>
                        </a:moveTo>
                        <a:cubicBezTo>
                          <a:pt x="1308" y="19"/>
                          <a:pt x="1211" y="79"/>
                          <a:pt x="961" y="97"/>
                        </a:cubicBezTo>
                        <a:cubicBezTo>
                          <a:pt x="918" y="103"/>
                          <a:pt x="872" y="106"/>
                          <a:pt x="825" y="106"/>
                        </a:cubicBezTo>
                        <a:cubicBezTo>
                          <a:pt x="576" y="106"/>
                          <a:pt x="287" y="37"/>
                          <a:pt x="190" y="37"/>
                        </a:cubicBezTo>
                        <a:cubicBezTo>
                          <a:pt x="168" y="29"/>
                          <a:pt x="148" y="25"/>
                          <a:pt x="131" y="25"/>
                        </a:cubicBezTo>
                        <a:cubicBezTo>
                          <a:pt x="70" y="25"/>
                          <a:pt x="33" y="69"/>
                          <a:pt x="19" y="116"/>
                        </a:cubicBezTo>
                        <a:cubicBezTo>
                          <a:pt x="0" y="194"/>
                          <a:pt x="19" y="328"/>
                          <a:pt x="74" y="559"/>
                        </a:cubicBezTo>
                        <a:cubicBezTo>
                          <a:pt x="116" y="791"/>
                          <a:pt x="208" y="906"/>
                          <a:pt x="384" y="980"/>
                        </a:cubicBezTo>
                        <a:cubicBezTo>
                          <a:pt x="482" y="1043"/>
                          <a:pt x="679" y="1098"/>
                          <a:pt x="904" y="1098"/>
                        </a:cubicBezTo>
                        <a:cubicBezTo>
                          <a:pt x="1028" y="1098"/>
                          <a:pt x="1160" y="1081"/>
                          <a:pt x="1289" y="1040"/>
                        </a:cubicBezTo>
                        <a:cubicBezTo>
                          <a:pt x="1654" y="925"/>
                          <a:pt x="1770" y="499"/>
                          <a:pt x="1751" y="310"/>
                        </a:cubicBezTo>
                        <a:cubicBezTo>
                          <a:pt x="1751" y="134"/>
                          <a:pt x="1617" y="0"/>
                          <a:pt x="1460" y="0"/>
                        </a:cubicBezTo>
                        <a:close/>
                      </a:path>
                    </a:pathLst>
                  </a:custGeom>
                  <a:solidFill>
                    <a:srgbClr val="DA7856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73" name="Google Shape;2188;p47">
                    <a:extLst>
                      <a:ext uri="{FF2B5EF4-FFF2-40B4-BE49-F238E27FC236}">
                        <a16:creationId xmlns:a16="http://schemas.microsoft.com/office/drawing/2014/main" id="{DA3A5BC5-E3CB-095A-E095-35FF7F0BC8BE}"/>
                      </a:ext>
                    </a:extLst>
                  </p:cNvPr>
                  <p:cNvSpPr/>
                  <p:nvPr/>
                </p:nvSpPr>
                <p:spPr>
                  <a:xfrm>
                    <a:off x="6285625" y="1496894"/>
                    <a:ext cx="296039" cy="1897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49" h="1185" extrusionOk="0">
                        <a:moveTo>
                          <a:pt x="1502" y="99"/>
                        </a:moveTo>
                        <a:cubicBezTo>
                          <a:pt x="1581" y="99"/>
                          <a:pt x="1618" y="122"/>
                          <a:pt x="1678" y="159"/>
                        </a:cubicBezTo>
                        <a:cubicBezTo>
                          <a:pt x="1715" y="214"/>
                          <a:pt x="1733" y="293"/>
                          <a:pt x="1752" y="371"/>
                        </a:cubicBezTo>
                        <a:cubicBezTo>
                          <a:pt x="1752" y="445"/>
                          <a:pt x="1733" y="584"/>
                          <a:pt x="1659" y="718"/>
                        </a:cubicBezTo>
                        <a:cubicBezTo>
                          <a:pt x="1599" y="852"/>
                          <a:pt x="1484" y="986"/>
                          <a:pt x="1313" y="1023"/>
                        </a:cubicBezTo>
                        <a:cubicBezTo>
                          <a:pt x="1184" y="1066"/>
                          <a:pt x="1049" y="1083"/>
                          <a:pt x="923" y="1083"/>
                        </a:cubicBezTo>
                        <a:cubicBezTo>
                          <a:pt x="712" y="1083"/>
                          <a:pt x="528" y="1035"/>
                          <a:pt x="444" y="986"/>
                        </a:cubicBezTo>
                        <a:cubicBezTo>
                          <a:pt x="273" y="907"/>
                          <a:pt x="213" y="815"/>
                          <a:pt x="158" y="584"/>
                        </a:cubicBezTo>
                        <a:cubicBezTo>
                          <a:pt x="116" y="371"/>
                          <a:pt x="98" y="214"/>
                          <a:pt x="116" y="177"/>
                        </a:cubicBezTo>
                        <a:cubicBezTo>
                          <a:pt x="116" y="159"/>
                          <a:pt x="135" y="140"/>
                          <a:pt x="158" y="122"/>
                        </a:cubicBezTo>
                        <a:cubicBezTo>
                          <a:pt x="158" y="122"/>
                          <a:pt x="166" y="112"/>
                          <a:pt x="182" y="112"/>
                        </a:cubicBezTo>
                        <a:cubicBezTo>
                          <a:pt x="191" y="112"/>
                          <a:pt x="201" y="114"/>
                          <a:pt x="213" y="122"/>
                        </a:cubicBezTo>
                        <a:lnTo>
                          <a:pt x="232" y="122"/>
                        </a:lnTo>
                        <a:cubicBezTo>
                          <a:pt x="273" y="122"/>
                          <a:pt x="407" y="159"/>
                          <a:pt x="560" y="177"/>
                        </a:cubicBezTo>
                        <a:cubicBezTo>
                          <a:pt x="654" y="190"/>
                          <a:pt x="770" y="204"/>
                          <a:pt x="877" y="204"/>
                        </a:cubicBezTo>
                        <a:cubicBezTo>
                          <a:pt x="921" y="204"/>
                          <a:pt x="964" y="201"/>
                          <a:pt x="1003" y="196"/>
                        </a:cubicBezTo>
                        <a:cubicBezTo>
                          <a:pt x="1271" y="159"/>
                          <a:pt x="1368" y="99"/>
                          <a:pt x="1502" y="99"/>
                        </a:cubicBezTo>
                        <a:close/>
                        <a:moveTo>
                          <a:pt x="1555" y="0"/>
                        </a:moveTo>
                        <a:cubicBezTo>
                          <a:pt x="1538" y="0"/>
                          <a:pt x="1520" y="2"/>
                          <a:pt x="1502" y="6"/>
                        </a:cubicBezTo>
                        <a:cubicBezTo>
                          <a:pt x="1331" y="6"/>
                          <a:pt x="1234" y="62"/>
                          <a:pt x="985" y="99"/>
                        </a:cubicBezTo>
                        <a:cubicBezTo>
                          <a:pt x="869" y="99"/>
                          <a:pt x="712" y="99"/>
                          <a:pt x="560" y="80"/>
                        </a:cubicBezTo>
                        <a:cubicBezTo>
                          <a:pt x="426" y="62"/>
                          <a:pt x="310" y="25"/>
                          <a:pt x="250" y="25"/>
                        </a:cubicBezTo>
                        <a:cubicBezTo>
                          <a:pt x="227" y="17"/>
                          <a:pt x="203" y="13"/>
                          <a:pt x="181" y="13"/>
                        </a:cubicBezTo>
                        <a:cubicBezTo>
                          <a:pt x="149" y="13"/>
                          <a:pt x="119" y="22"/>
                          <a:pt x="98" y="43"/>
                        </a:cubicBezTo>
                        <a:cubicBezTo>
                          <a:pt x="42" y="62"/>
                          <a:pt x="19" y="99"/>
                          <a:pt x="19" y="159"/>
                        </a:cubicBezTo>
                        <a:cubicBezTo>
                          <a:pt x="1" y="237"/>
                          <a:pt x="1" y="371"/>
                          <a:pt x="61" y="602"/>
                        </a:cubicBezTo>
                        <a:cubicBezTo>
                          <a:pt x="116" y="852"/>
                          <a:pt x="213" y="986"/>
                          <a:pt x="389" y="1083"/>
                        </a:cubicBezTo>
                        <a:cubicBezTo>
                          <a:pt x="503" y="1141"/>
                          <a:pt x="689" y="1185"/>
                          <a:pt x="903" y="1185"/>
                        </a:cubicBezTo>
                        <a:cubicBezTo>
                          <a:pt x="1044" y="1185"/>
                          <a:pt x="1197" y="1166"/>
                          <a:pt x="1350" y="1120"/>
                        </a:cubicBezTo>
                        <a:cubicBezTo>
                          <a:pt x="1544" y="1065"/>
                          <a:pt x="1678" y="931"/>
                          <a:pt x="1752" y="773"/>
                        </a:cubicBezTo>
                        <a:cubicBezTo>
                          <a:pt x="1830" y="621"/>
                          <a:pt x="1849" y="468"/>
                          <a:pt x="1849" y="353"/>
                        </a:cubicBezTo>
                        <a:cubicBezTo>
                          <a:pt x="1830" y="256"/>
                          <a:pt x="1812" y="159"/>
                          <a:pt x="1733" y="99"/>
                        </a:cubicBezTo>
                        <a:cubicBezTo>
                          <a:pt x="1688" y="39"/>
                          <a:pt x="1628" y="0"/>
                          <a:pt x="1555" y="0"/>
                        </a:cubicBezTo>
                        <a:close/>
                      </a:path>
                    </a:pathLst>
                  </a:custGeom>
                  <a:solidFill>
                    <a:srgbClr val="3E285A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74" name="Google Shape;2189;p47">
                    <a:extLst>
                      <a:ext uri="{FF2B5EF4-FFF2-40B4-BE49-F238E27FC236}">
                        <a16:creationId xmlns:a16="http://schemas.microsoft.com/office/drawing/2014/main" id="{AE1A4531-1BDC-A007-12AA-E6DF5ECB0565}"/>
                      </a:ext>
                    </a:extLst>
                  </p:cNvPr>
                  <p:cNvSpPr/>
                  <p:nvPr/>
                </p:nvSpPr>
                <p:spPr>
                  <a:xfrm>
                    <a:off x="6316686" y="1503779"/>
                    <a:ext cx="237600" cy="581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84" h="363" extrusionOk="0">
                        <a:moveTo>
                          <a:pt x="1308" y="0"/>
                        </a:moveTo>
                        <a:cubicBezTo>
                          <a:pt x="1156" y="19"/>
                          <a:pt x="1059" y="79"/>
                          <a:pt x="809" y="97"/>
                        </a:cubicBezTo>
                        <a:cubicBezTo>
                          <a:pt x="766" y="103"/>
                          <a:pt x="720" y="106"/>
                          <a:pt x="673" y="106"/>
                        </a:cubicBezTo>
                        <a:cubicBezTo>
                          <a:pt x="424" y="106"/>
                          <a:pt x="135" y="37"/>
                          <a:pt x="38" y="37"/>
                        </a:cubicBezTo>
                        <a:cubicBezTo>
                          <a:pt x="19" y="19"/>
                          <a:pt x="19" y="19"/>
                          <a:pt x="1" y="19"/>
                        </a:cubicBezTo>
                        <a:cubicBezTo>
                          <a:pt x="1" y="116"/>
                          <a:pt x="19" y="231"/>
                          <a:pt x="98" y="287"/>
                        </a:cubicBezTo>
                        <a:cubicBezTo>
                          <a:pt x="171" y="342"/>
                          <a:pt x="373" y="363"/>
                          <a:pt x="591" y="363"/>
                        </a:cubicBezTo>
                        <a:cubicBezTo>
                          <a:pt x="827" y="363"/>
                          <a:pt x="1082" y="339"/>
                          <a:pt x="1211" y="310"/>
                        </a:cubicBezTo>
                        <a:cubicBezTo>
                          <a:pt x="1484" y="268"/>
                          <a:pt x="1424" y="171"/>
                          <a:pt x="1442" y="37"/>
                        </a:cubicBezTo>
                        <a:cubicBezTo>
                          <a:pt x="1405" y="19"/>
                          <a:pt x="1368" y="0"/>
                          <a:pt x="1327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75" name="Google Shape;2190;p47">
                    <a:extLst>
                      <a:ext uri="{FF2B5EF4-FFF2-40B4-BE49-F238E27FC236}">
                        <a16:creationId xmlns:a16="http://schemas.microsoft.com/office/drawing/2014/main" id="{2FD1C710-1E95-73DC-CB71-F474EEE2FFFF}"/>
                      </a:ext>
                    </a:extLst>
                  </p:cNvPr>
                  <p:cNvSpPr/>
                  <p:nvPr/>
                </p:nvSpPr>
                <p:spPr>
                  <a:xfrm>
                    <a:off x="6307080" y="1497855"/>
                    <a:ext cx="250248" cy="7044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63" h="440" extrusionOk="0">
                        <a:moveTo>
                          <a:pt x="1447" y="93"/>
                        </a:moveTo>
                        <a:cubicBezTo>
                          <a:pt x="1447" y="153"/>
                          <a:pt x="1447" y="208"/>
                          <a:pt x="1428" y="231"/>
                        </a:cubicBezTo>
                        <a:cubicBezTo>
                          <a:pt x="1428" y="231"/>
                          <a:pt x="1428" y="250"/>
                          <a:pt x="1387" y="268"/>
                        </a:cubicBezTo>
                        <a:cubicBezTo>
                          <a:pt x="1368" y="268"/>
                          <a:pt x="1331" y="287"/>
                          <a:pt x="1271" y="305"/>
                        </a:cubicBezTo>
                        <a:cubicBezTo>
                          <a:pt x="1137" y="324"/>
                          <a:pt x="906" y="347"/>
                          <a:pt x="675" y="347"/>
                        </a:cubicBezTo>
                        <a:cubicBezTo>
                          <a:pt x="560" y="347"/>
                          <a:pt x="463" y="347"/>
                          <a:pt x="370" y="324"/>
                        </a:cubicBezTo>
                        <a:cubicBezTo>
                          <a:pt x="292" y="324"/>
                          <a:pt x="213" y="305"/>
                          <a:pt x="195" y="287"/>
                        </a:cubicBezTo>
                        <a:cubicBezTo>
                          <a:pt x="158" y="250"/>
                          <a:pt x="139" y="190"/>
                          <a:pt x="139" y="116"/>
                        </a:cubicBezTo>
                        <a:lnTo>
                          <a:pt x="139" y="116"/>
                        </a:lnTo>
                        <a:cubicBezTo>
                          <a:pt x="195" y="134"/>
                          <a:pt x="292" y="153"/>
                          <a:pt x="426" y="171"/>
                        </a:cubicBezTo>
                        <a:cubicBezTo>
                          <a:pt x="520" y="184"/>
                          <a:pt x="636" y="198"/>
                          <a:pt x="743" y="198"/>
                        </a:cubicBezTo>
                        <a:cubicBezTo>
                          <a:pt x="787" y="198"/>
                          <a:pt x="830" y="195"/>
                          <a:pt x="869" y="190"/>
                        </a:cubicBezTo>
                        <a:cubicBezTo>
                          <a:pt x="1137" y="153"/>
                          <a:pt x="1234" y="93"/>
                          <a:pt x="1368" y="93"/>
                        </a:cubicBezTo>
                        <a:close/>
                        <a:moveTo>
                          <a:pt x="1" y="0"/>
                        </a:moveTo>
                        <a:lnTo>
                          <a:pt x="1" y="56"/>
                        </a:lnTo>
                        <a:cubicBezTo>
                          <a:pt x="1" y="153"/>
                          <a:pt x="24" y="287"/>
                          <a:pt x="139" y="365"/>
                        </a:cubicBezTo>
                        <a:cubicBezTo>
                          <a:pt x="195" y="402"/>
                          <a:pt x="273" y="421"/>
                          <a:pt x="347" y="439"/>
                        </a:cubicBezTo>
                        <a:lnTo>
                          <a:pt x="675" y="439"/>
                        </a:lnTo>
                        <a:cubicBezTo>
                          <a:pt x="906" y="439"/>
                          <a:pt x="1137" y="421"/>
                          <a:pt x="1271" y="402"/>
                        </a:cubicBezTo>
                        <a:cubicBezTo>
                          <a:pt x="1350" y="384"/>
                          <a:pt x="1410" y="365"/>
                          <a:pt x="1447" y="347"/>
                        </a:cubicBezTo>
                        <a:cubicBezTo>
                          <a:pt x="1484" y="324"/>
                          <a:pt x="1502" y="305"/>
                          <a:pt x="1525" y="268"/>
                        </a:cubicBezTo>
                        <a:cubicBezTo>
                          <a:pt x="1562" y="208"/>
                          <a:pt x="1544" y="134"/>
                          <a:pt x="1544" y="74"/>
                        </a:cubicBezTo>
                        <a:lnTo>
                          <a:pt x="1544" y="56"/>
                        </a:lnTo>
                        <a:lnTo>
                          <a:pt x="1544" y="37"/>
                        </a:lnTo>
                        <a:lnTo>
                          <a:pt x="1525" y="19"/>
                        </a:lnTo>
                        <a:cubicBezTo>
                          <a:pt x="1484" y="0"/>
                          <a:pt x="1428" y="0"/>
                          <a:pt x="1387" y="0"/>
                        </a:cubicBezTo>
                        <a:lnTo>
                          <a:pt x="1331" y="0"/>
                        </a:lnTo>
                        <a:cubicBezTo>
                          <a:pt x="1179" y="19"/>
                          <a:pt x="1100" y="56"/>
                          <a:pt x="851" y="93"/>
                        </a:cubicBezTo>
                        <a:cubicBezTo>
                          <a:pt x="735" y="93"/>
                          <a:pt x="578" y="93"/>
                          <a:pt x="426" y="74"/>
                        </a:cubicBezTo>
                        <a:cubicBezTo>
                          <a:pt x="292" y="56"/>
                          <a:pt x="176" y="19"/>
                          <a:pt x="116" y="19"/>
                        </a:cubicBezTo>
                        <a:cubicBezTo>
                          <a:pt x="98" y="19"/>
                          <a:pt x="79" y="19"/>
                          <a:pt x="61" y="0"/>
                        </a:cubicBezTo>
                        <a:close/>
                      </a:path>
                    </a:pathLst>
                  </a:custGeom>
                  <a:solidFill>
                    <a:srgbClr val="3E285A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76" name="Google Shape;2191;p47">
                    <a:extLst>
                      <a:ext uri="{FF2B5EF4-FFF2-40B4-BE49-F238E27FC236}">
                        <a16:creationId xmlns:a16="http://schemas.microsoft.com/office/drawing/2014/main" id="{04C70DB2-006D-1DCD-82B4-C879A9DBABA3}"/>
                      </a:ext>
                    </a:extLst>
                  </p:cNvPr>
                  <p:cNvSpPr/>
                  <p:nvPr/>
                </p:nvSpPr>
                <p:spPr>
                  <a:xfrm>
                    <a:off x="6335259" y="1611693"/>
                    <a:ext cx="212463" cy="678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27" h="424" extrusionOk="0">
                        <a:moveTo>
                          <a:pt x="675" y="1"/>
                        </a:moveTo>
                        <a:cubicBezTo>
                          <a:pt x="328" y="19"/>
                          <a:pt x="97" y="172"/>
                          <a:pt x="0" y="251"/>
                        </a:cubicBezTo>
                        <a:cubicBezTo>
                          <a:pt x="37" y="269"/>
                          <a:pt x="79" y="287"/>
                          <a:pt x="97" y="306"/>
                        </a:cubicBezTo>
                        <a:cubicBezTo>
                          <a:pt x="208" y="369"/>
                          <a:pt x="408" y="424"/>
                          <a:pt x="635" y="424"/>
                        </a:cubicBezTo>
                        <a:cubicBezTo>
                          <a:pt x="760" y="424"/>
                          <a:pt x="892" y="407"/>
                          <a:pt x="1021" y="366"/>
                        </a:cubicBezTo>
                        <a:cubicBezTo>
                          <a:pt x="1155" y="329"/>
                          <a:pt x="1252" y="232"/>
                          <a:pt x="1326" y="135"/>
                        </a:cubicBezTo>
                        <a:cubicBezTo>
                          <a:pt x="1234" y="75"/>
                          <a:pt x="1040" y="1"/>
                          <a:pt x="749" y="1"/>
                        </a:cubicBezTo>
                        <a:close/>
                      </a:path>
                    </a:pathLst>
                  </a:custGeom>
                  <a:solidFill>
                    <a:srgbClr val="FFA4B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77" name="Google Shape;2192;p47">
                    <a:extLst>
                      <a:ext uri="{FF2B5EF4-FFF2-40B4-BE49-F238E27FC236}">
                        <a16:creationId xmlns:a16="http://schemas.microsoft.com/office/drawing/2014/main" id="{5D328C44-20D9-A522-8BF0-8C84CC640245}"/>
                      </a:ext>
                    </a:extLst>
                  </p:cNvPr>
                  <p:cNvSpPr/>
                  <p:nvPr/>
                </p:nvSpPr>
                <p:spPr>
                  <a:xfrm>
                    <a:off x="6322610" y="1602086"/>
                    <a:ext cx="237600" cy="8453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84" h="528" extrusionOk="0">
                        <a:moveTo>
                          <a:pt x="828" y="116"/>
                        </a:moveTo>
                        <a:cubicBezTo>
                          <a:pt x="1059" y="116"/>
                          <a:pt x="1197" y="177"/>
                          <a:pt x="1290" y="213"/>
                        </a:cubicBezTo>
                        <a:cubicBezTo>
                          <a:pt x="1234" y="292"/>
                          <a:pt x="1174" y="347"/>
                          <a:pt x="1082" y="366"/>
                        </a:cubicBezTo>
                        <a:cubicBezTo>
                          <a:pt x="953" y="409"/>
                          <a:pt x="818" y="426"/>
                          <a:pt x="692" y="426"/>
                        </a:cubicBezTo>
                        <a:cubicBezTo>
                          <a:pt x="481" y="426"/>
                          <a:pt x="297" y="378"/>
                          <a:pt x="213" y="329"/>
                        </a:cubicBezTo>
                        <a:cubicBezTo>
                          <a:pt x="195" y="329"/>
                          <a:pt x="195" y="311"/>
                          <a:pt x="176" y="311"/>
                        </a:cubicBezTo>
                        <a:cubicBezTo>
                          <a:pt x="292" y="232"/>
                          <a:pt x="463" y="135"/>
                          <a:pt x="754" y="116"/>
                        </a:cubicBezTo>
                        <a:close/>
                        <a:moveTo>
                          <a:pt x="772" y="1"/>
                        </a:moveTo>
                        <a:lnTo>
                          <a:pt x="772" y="19"/>
                        </a:lnTo>
                        <a:lnTo>
                          <a:pt x="754" y="19"/>
                        </a:lnTo>
                        <a:cubicBezTo>
                          <a:pt x="389" y="43"/>
                          <a:pt x="158" y="177"/>
                          <a:pt x="61" y="274"/>
                        </a:cubicBezTo>
                        <a:lnTo>
                          <a:pt x="1" y="311"/>
                        </a:lnTo>
                        <a:lnTo>
                          <a:pt x="61" y="347"/>
                        </a:lnTo>
                        <a:cubicBezTo>
                          <a:pt x="79" y="366"/>
                          <a:pt x="116" y="408"/>
                          <a:pt x="158" y="426"/>
                        </a:cubicBezTo>
                        <a:cubicBezTo>
                          <a:pt x="272" y="484"/>
                          <a:pt x="458" y="528"/>
                          <a:pt x="672" y="528"/>
                        </a:cubicBezTo>
                        <a:cubicBezTo>
                          <a:pt x="813" y="528"/>
                          <a:pt x="966" y="509"/>
                          <a:pt x="1119" y="463"/>
                        </a:cubicBezTo>
                        <a:cubicBezTo>
                          <a:pt x="1253" y="426"/>
                          <a:pt x="1368" y="329"/>
                          <a:pt x="1447" y="232"/>
                        </a:cubicBezTo>
                        <a:lnTo>
                          <a:pt x="1484" y="195"/>
                        </a:lnTo>
                        <a:lnTo>
                          <a:pt x="1428" y="158"/>
                        </a:lnTo>
                        <a:cubicBezTo>
                          <a:pt x="1331" y="98"/>
                          <a:pt x="1119" y="1"/>
                          <a:pt x="828" y="1"/>
                        </a:cubicBezTo>
                        <a:close/>
                      </a:path>
                    </a:pathLst>
                  </a:custGeom>
                  <a:solidFill>
                    <a:srgbClr val="3E285A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78" name="Google Shape;2193;p47">
                    <a:extLst>
                      <a:ext uri="{FF2B5EF4-FFF2-40B4-BE49-F238E27FC236}">
                        <a16:creationId xmlns:a16="http://schemas.microsoft.com/office/drawing/2014/main" id="{A455CE5F-367C-1BF0-1630-9F60206578D5}"/>
                      </a:ext>
                    </a:extLst>
                  </p:cNvPr>
                  <p:cNvSpPr/>
                  <p:nvPr/>
                </p:nvSpPr>
                <p:spPr>
                  <a:xfrm>
                    <a:off x="5983821" y="1281868"/>
                    <a:ext cx="92542" cy="925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8" h="578" extrusionOk="0">
                        <a:moveTo>
                          <a:pt x="287" y="0"/>
                        </a:moveTo>
                        <a:cubicBezTo>
                          <a:pt x="134" y="0"/>
                          <a:pt x="0" y="134"/>
                          <a:pt x="0" y="287"/>
                        </a:cubicBezTo>
                        <a:cubicBezTo>
                          <a:pt x="0" y="444"/>
                          <a:pt x="134" y="578"/>
                          <a:pt x="287" y="578"/>
                        </a:cubicBezTo>
                        <a:cubicBezTo>
                          <a:pt x="462" y="578"/>
                          <a:pt x="578" y="444"/>
                          <a:pt x="578" y="287"/>
                        </a:cubicBezTo>
                        <a:cubicBezTo>
                          <a:pt x="578" y="134"/>
                          <a:pt x="462" y="0"/>
                          <a:pt x="287" y="0"/>
                        </a:cubicBezTo>
                        <a:close/>
                      </a:path>
                    </a:pathLst>
                  </a:custGeom>
                  <a:solidFill>
                    <a:srgbClr val="FFB3AA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79" name="Google Shape;2194;p47">
                    <a:extLst>
                      <a:ext uri="{FF2B5EF4-FFF2-40B4-BE49-F238E27FC236}">
                        <a16:creationId xmlns:a16="http://schemas.microsoft.com/office/drawing/2014/main" id="{C7CEFA1B-3FAC-72DA-106D-AC5816466D8C}"/>
                      </a:ext>
                    </a:extLst>
                  </p:cNvPr>
                  <p:cNvSpPr/>
                  <p:nvPr/>
                </p:nvSpPr>
                <p:spPr>
                  <a:xfrm>
                    <a:off x="5977897" y="1272262"/>
                    <a:ext cx="107432" cy="1111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71" h="694" extrusionOk="0">
                        <a:moveTo>
                          <a:pt x="324" y="116"/>
                        </a:moveTo>
                        <a:cubicBezTo>
                          <a:pt x="463" y="116"/>
                          <a:pt x="578" y="213"/>
                          <a:pt x="578" y="347"/>
                        </a:cubicBezTo>
                        <a:cubicBezTo>
                          <a:pt x="578" y="485"/>
                          <a:pt x="463" y="601"/>
                          <a:pt x="324" y="601"/>
                        </a:cubicBezTo>
                        <a:cubicBezTo>
                          <a:pt x="190" y="601"/>
                          <a:pt x="93" y="485"/>
                          <a:pt x="93" y="347"/>
                        </a:cubicBezTo>
                        <a:cubicBezTo>
                          <a:pt x="93" y="213"/>
                          <a:pt x="190" y="116"/>
                          <a:pt x="324" y="116"/>
                        </a:cubicBezTo>
                        <a:close/>
                        <a:moveTo>
                          <a:pt x="324" y="0"/>
                        </a:moveTo>
                        <a:cubicBezTo>
                          <a:pt x="153" y="0"/>
                          <a:pt x="0" y="157"/>
                          <a:pt x="0" y="347"/>
                        </a:cubicBezTo>
                        <a:cubicBezTo>
                          <a:pt x="0" y="541"/>
                          <a:pt x="153" y="693"/>
                          <a:pt x="324" y="693"/>
                        </a:cubicBezTo>
                        <a:cubicBezTo>
                          <a:pt x="518" y="693"/>
                          <a:pt x="670" y="541"/>
                          <a:pt x="670" y="347"/>
                        </a:cubicBezTo>
                        <a:cubicBezTo>
                          <a:pt x="670" y="157"/>
                          <a:pt x="518" y="0"/>
                          <a:pt x="324" y="0"/>
                        </a:cubicBezTo>
                        <a:close/>
                      </a:path>
                    </a:pathLst>
                  </a:custGeom>
                  <a:solidFill>
                    <a:srgbClr val="3E285A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80" name="Google Shape;2195;p47">
                    <a:extLst>
                      <a:ext uri="{FF2B5EF4-FFF2-40B4-BE49-F238E27FC236}">
                        <a16:creationId xmlns:a16="http://schemas.microsoft.com/office/drawing/2014/main" id="{CC1D1567-B3A1-31FF-A468-AC588C1E4E20}"/>
                      </a:ext>
                    </a:extLst>
                  </p:cNvPr>
                  <p:cNvSpPr/>
                  <p:nvPr/>
                </p:nvSpPr>
                <p:spPr>
                  <a:xfrm>
                    <a:off x="6834637" y="1281868"/>
                    <a:ext cx="92542" cy="925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8" h="578" extrusionOk="0">
                        <a:moveTo>
                          <a:pt x="287" y="0"/>
                        </a:moveTo>
                        <a:cubicBezTo>
                          <a:pt x="134" y="0"/>
                          <a:pt x="0" y="134"/>
                          <a:pt x="0" y="287"/>
                        </a:cubicBezTo>
                        <a:cubicBezTo>
                          <a:pt x="0" y="444"/>
                          <a:pt x="134" y="578"/>
                          <a:pt x="287" y="578"/>
                        </a:cubicBezTo>
                        <a:cubicBezTo>
                          <a:pt x="444" y="578"/>
                          <a:pt x="578" y="444"/>
                          <a:pt x="578" y="287"/>
                        </a:cubicBezTo>
                        <a:cubicBezTo>
                          <a:pt x="578" y="134"/>
                          <a:pt x="444" y="0"/>
                          <a:pt x="287" y="0"/>
                        </a:cubicBezTo>
                        <a:close/>
                      </a:path>
                    </a:pathLst>
                  </a:custGeom>
                  <a:solidFill>
                    <a:srgbClr val="FFB3AA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81" name="Google Shape;2196;p47">
                    <a:extLst>
                      <a:ext uri="{FF2B5EF4-FFF2-40B4-BE49-F238E27FC236}">
                        <a16:creationId xmlns:a16="http://schemas.microsoft.com/office/drawing/2014/main" id="{4C32F342-5DE8-8DEF-AA47-E73D219B632C}"/>
                      </a:ext>
                    </a:extLst>
                  </p:cNvPr>
                  <p:cNvSpPr/>
                  <p:nvPr/>
                </p:nvSpPr>
                <p:spPr>
                  <a:xfrm>
                    <a:off x="6825031" y="1272262"/>
                    <a:ext cx="111115" cy="1111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94" h="694" extrusionOk="0">
                        <a:moveTo>
                          <a:pt x="347" y="116"/>
                        </a:moveTo>
                        <a:cubicBezTo>
                          <a:pt x="485" y="116"/>
                          <a:pt x="578" y="213"/>
                          <a:pt x="578" y="347"/>
                        </a:cubicBezTo>
                        <a:cubicBezTo>
                          <a:pt x="578" y="485"/>
                          <a:pt x="485" y="601"/>
                          <a:pt x="347" y="601"/>
                        </a:cubicBezTo>
                        <a:cubicBezTo>
                          <a:pt x="213" y="601"/>
                          <a:pt x="116" y="485"/>
                          <a:pt x="116" y="347"/>
                        </a:cubicBezTo>
                        <a:cubicBezTo>
                          <a:pt x="116" y="213"/>
                          <a:pt x="213" y="116"/>
                          <a:pt x="347" y="116"/>
                        </a:cubicBezTo>
                        <a:close/>
                        <a:moveTo>
                          <a:pt x="347" y="0"/>
                        </a:moveTo>
                        <a:cubicBezTo>
                          <a:pt x="157" y="0"/>
                          <a:pt x="0" y="157"/>
                          <a:pt x="0" y="347"/>
                        </a:cubicBezTo>
                        <a:cubicBezTo>
                          <a:pt x="0" y="541"/>
                          <a:pt x="157" y="693"/>
                          <a:pt x="347" y="693"/>
                        </a:cubicBezTo>
                        <a:cubicBezTo>
                          <a:pt x="541" y="693"/>
                          <a:pt x="693" y="541"/>
                          <a:pt x="693" y="347"/>
                        </a:cubicBezTo>
                        <a:cubicBezTo>
                          <a:pt x="693" y="157"/>
                          <a:pt x="541" y="0"/>
                          <a:pt x="347" y="0"/>
                        </a:cubicBezTo>
                        <a:close/>
                      </a:path>
                    </a:pathLst>
                  </a:custGeom>
                  <a:solidFill>
                    <a:srgbClr val="3E285A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82" name="Google Shape;2197;p47">
                    <a:extLst>
                      <a:ext uri="{FF2B5EF4-FFF2-40B4-BE49-F238E27FC236}">
                        <a16:creationId xmlns:a16="http://schemas.microsoft.com/office/drawing/2014/main" id="{29F9B727-767A-7D41-7CEA-3775B482213B}"/>
                      </a:ext>
                    </a:extLst>
                  </p:cNvPr>
                  <p:cNvSpPr/>
                  <p:nvPr/>
                </p:nvSpPr>
                <p:spPr>
                  <a:xfrm>
                    <a:off x="6261289" y="658724"/>
                    <a:ext cx="1115629" cy="196599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968" h="12279" extrusionOk="0">
                        <a:moveTo>
                          <a:pt x="1848" y="1"/>
                        </a:moveTo>
                        <a:cubicBezTo>
                          <a:pt x="1179" y="1"/>
                          <a:pt x="606" y="325"/>
                          <a:pt x="287" y="810"/>
                        </a:cubicBezTo>
                        <a:cubicBezTo>
                          <a:pt x="37" y="1235"/>
                          <a:pt x="0" y="1697"/>
                          <a:pt x="134" y="2081"/>
                        </a:cubicBezTo>
                        <a:lnTo>
                          <a:pt x="153" y="2081"/>
                        </a:lnTo>
                        <a:cubicBezTo>
                          <a:pt x="439" y="2800"/>
                          <a:pt x="1065" y="2963"/>
                          <a:pt x="1573" y="2963"/>
                        </a:cubicBezTo>
                        <a:cubicBezTo>
                          <a:pt x="1991" y="2963"/>
                          <a:pt x="2329" y="2853"/>
                          <a:pt x="2329" y="2853"/>
                        </a:cubicBezTo>
                        <a:cubicBezTo>
                          <a:pt x="2329" y="2853"/>
                          <a:pt x="2347" y="3084"/>
                          <a:pt x="2754" y="3236"/>
                        </a:cubicBezTo>
                        <a:cubicBezTo>
                          <a:pt x="2888" y="3281"/>
                          <a:pt x="2984" y="3296"/>
                          <a:pt x="3052" y="3296"/>
                        </a:cubicBezTo>
                        <a:cubicBezTo>
                          <a:pt x="3189" y="3296"/>
                          <a:pt x="3216" y="3236"/>
                          <a:pt x="3216" y="3236"/>
                        </a:cubicBezTo>
                        <a:cubicBezTo>
                          <a:pt x="3216" y="3236"/>
                          <a:pt x="3253" y="3315"/>
                          <a:pt x="3253" y="3546"/>
                        </a:cubicBezTo>
                        <a:cubicBezTo>
                          <a:pt x="3235" y="3795"/>
                          <a:pt x="3235" y="3892"/>
                          <a:pt x="3235" y="3892"/>
                        </a:cubicBezTo>
                        <a:lnTo>
                          <a:pt x="3503" y="3680"/>
                        </a:lnTo>
                        <a:cubicBezTo>
                          <a:pt x="3618" y="3601"/>
                          <a:pt x="3734" y="3564"/>
                          <a:pt x="3868" y="3564"/>
                        </a:cubicBezTo>
                        <a:cubicBezTo>
                          <a:pt x="4214" y="3564"/>
                          <a:pt x="4505" y="3832"/>
                          <a:pt x="4505" y="4179"/>
                        </a:cubicBezTo>
                        <a:cubicBezTo>
                          <a:pt x="4505" y="4525"/>
                          <a:pt x="4214" y="4798"/>
                          <a:pt x="3868" y="4798"/>
                        </a:cubicBezTo>
                        <a:cubicBezTo>
                          <a:pt x="3775" y="4798"/>
                          <a:pt x="3678" y="4779"/>
                          <a:pt x="3581" y="4738"/>
                        </a:cubicBezTo>
                        <a:lnTo>
                          <a:pt x="3581" y="4738"/>
                        </a:lnTo>
                        <a:cubicBezTo>
                          <a:pt x="3618" y="4969"/>
                          <a:pt x="3734" y="6239"/>
                          <a:pt x="3003" y="6799"/>
                        </a:cubicBezTo>
                        <a:cubicBezTo>
                          <a:pt x="2754" y="6993"/>
                          <a:pt x="2481" y="7108"/>
                          <a:pt x="2232" y="7182"/>
                        </a:cubicBezTo>
                        <a:cubicBezTo>
                          <a:pt x="2158" y="7339"/>
                          <a:pt x="2061" y="7473"/>
                          <a:pt x="1982" y="7626"/>
                        </a:cubicBezTo>
                        <a:cubicBezTo>
                          <a:pt x="1580" y="8397"/>
                          <a:pt x="2042" y="8915"/>
                          <a:pt x="2042" y="8915"/>
                        </a:cubicBezTo>
                        <a:cubicBezTo>
                          <a:pt x="2042" y="8915"/>
                          <a:pt x="1211" y="9783"/>
                          <a:pt x="1423" y="10477"/>
                        </a:cubicBezTo>
                        <a:cubicBezTo>
                          <a:pt x="1603" y="11117"/>
                          <a:pt x="2240" y="11742"/>
                          <a:pt x="3112" y="11742"/>
                        </a:cubicBezTo>
                        <a:cubicBezTo>
                          <a:pt x="3184" y="11742"/>
                          <a:pt x="3257" y="11737"/>
                          <a:pt x="3332" y="11729"/>
                        </a:cubicBezTo>
                        <a:cubicBezTo>
                          <a:pt x="3559" y="11702"/>
                          <a:pt x="3741" y="11691"/>
                          <a:pt x="3888" y="11691"/>
                        </a:cubicBezTo>
                        <a:cubicBezTo>
                          <a:pt x="4377" y="11691"/>
                          <a:pt x="4490" y="11815"/>
                          <a:pt x="4639" y="11918"/>
                        </a:cubicBezTo>
                        <a:cubicBezTo>
                          <a:pt x="4809" y="12056"/>
                          <a:pt x="4727" y="12279"/>
                          <a:pt x="4820" y="12279"/>
                        </a:cubicBezTo>
                        <a:cubicBezTo>
                          <a:pt x="4833" y="12279"/>
                          <a:pt x="4849" y="12274"/>
                          <a:pt x="4870" y="12265"/>
                        </a:cubicBezTo>
                        <a:cubicBezTo>
                          <a:pt x="5023" y="12209"/>
                          <a:pt x="5623" y="12015"/>
                          <a:pt x="5854" y="11364"/>
                        </a:cubicBezTo>
                        <a:cubicBezTo>
                          <a:pt x="6085" y="10689"/>
                          <a:pt x="5739" y="10379"/>
                          <a:pt x="5739" y="10379"/>
                        </a:cubicBezTo>
                        <a:cubicBezTo>
                          <a:pt x="5739" y="10379"/>
                          <a:pt x="6256" y="10148"/>
                          <a:pt x="6487" y="9474"/>
                        </a:cubicBezTo>
                        <a:cubicBezTo>
                          <a:pt x="6718" y="8822"/>
                          <a:pt x="6487" y="8319"/>
                          <a:pt x="6487" y="8319"/>
                        </a:cubicBezTo>
                        <a:cubicBezTo>
                          <a:pt x="6487" y="8319"/>
                          <a:pt x="6968" y="7723"/>
                          <a:pt x="6547" y="6720"/>
                        </a:cubicBezTo>
                        <a:cubicBezTo>
                          <a:pt x="6122" y="5740"/>
                          <a:pt x="5023" y="5606"/>
                          <a:pt x="5023" y="5606"/>
                        </a:cubicBezTo>
                        <a:cubicBezTo>
                          <a:pt x="5023" y="5606"/>
                          <a:pt x="5277" y="5412"/>
                          <a:pt x="5351" y="4239"/>
                        </a:cubicBezTo>
                        <a:cubicBezTo>
                          <a:pt x="5448" y="3065"/>
                          <a:pt x="5046" y="1794"/>
                          <a:pt x="3678" y="713"/>
                        </a:cubicBezTo>
                        <a:cubicBezTo>
                          <a:pt x="3082" y="233"/>
                          <a:pt x="2463" y="20"/>
                          <a:pt x="1904" y="2"/>
                        </a:cubicBezTo>
                        <a:cubicBezTo>
                          <a:pt x="1885" y="1"/>
                          <a:pt x="1867" y="1"/>
                          <a:pt x="1848" y="1"/>
                        </a:cubicBezTo>
                        <a:close/>
                      </a:path>
                    </a:pathLst>
                  </a:custGeom>
                  <a:solidFill>
                    <a:srgbClr val="886AAD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83" name="Google Shape;2198;p47">
                    <a:extLst>
                      <a:ext uri="{FF2B5EF4-FFF2-40B4-BE49-F238E27FC236}">
                        <a16:creationId xmlns:a16="http://schemas.microsoft.com/office/drawing/2014/main" id="{79EE9F09-B492-D533-6364-144EDAE36A97}"/>
                      </a:ext>
                    </a:extLst>
                  </p:cNvPr>
                  <p:cNvSpPr/>
                  <p:nvPr/>
                </p:nvSpPr>
                <p:spPr>
                  <a:xfrm>
                    <a:off x="6251682" y="652800"/>
                    <a:ext cx="1100899" cy="19805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876" h="12370" extrusionOk="0">
                        <a:moveTo>
                          <a:pt x="1904" y="98"/>
                        </a:moveTo>
                        <a:cubicBezTo>
                          <a:pt x="1924" y="98"/>
                          <a:pt x="1944" y="98"/>
                          <a:pt x="1964" y="99"/>
                        </a:cubicBezTo>
                        <a:cubicBezTo>
                          <a:pt x="2504" y="117"/>
                          <a:pt x="3119" y="311"/>
                          <a:pt x="3697" y="792"/>
                        </a:cubicBezTo>
                        <a:cubicBezTo>
                          <a:pt x="5046" y="1850"/>
                          <a:pt x="5452" y="3121"/>
                          <a:pt x="5374" y="4276"/>
                        </a:cubicBezTo>
                        <a:cubicBezTo>
                          <a:pt x="5314" y="4853"/>
                          <a:pt x="5240" y="5181"/>
                          <a:pt x="5161" y="5371"/>
                        </a:cubicBezTo>
                        <a:cubicBezTo>
                          <a:pt x="5143" y="5468"/>
                          <a:pt x="5106" y="5528"/>
                          <a:pt x="5083" y="5565"/>
                        </a:cubicBezTo>
                        <a:cubicBezTo>
                          <a:pt x="5064" y="5602"/>
                          <a:pt x="5046" y="5602"/>
                          <a:pt x="5046" y="5602"/>
                        </a:cubicBezTo>
                        <a:lnTo>
                          <a:pt x="4967" y="5680"/>
                        </a:lnTo>
                        <a:lnTo>
                          <a:pt x="5083" y="5699"/>
                        </a:lnTo>
                        <a:cubicBezTo>
                          <a:pt x="5083" y="5699"/>
                          <a:pt x="6164" y="5814"/>
                          <a:pt x="6566" y="6780"/>
                        </a:cubicBezTo>
                        <a:cubicBezTo>
                          <a:pt x="6778" y="7261"/>
                          <a:pt x="6760" y="7663"/>
                          <a:pt x="6681" y="7912"/>
                        </a:cubicBezTo>
                        <a:cubicBezTo>
                          <a:pt x="6626" y="8185"/>
                          <a:pt x="6510" y="8337"/>
                          <a:pt x="6510" y="8337"/>
                        </a:cubicBezTo>
                        <a:lnTo>
                          <a:pt x="6492" y="8356"/>
                        </a:lnTo>
                        <a:lnTo>
                          <a:pt x="6510" y="8374"/>
                        </a:lnTo>
                        <a:cubicBezTo>
                          <a:pt x="6510" y="8374"/>
                          <a:pt x="6723" y="8859"/>
                          <a:pt x="6492" y="9511"/>
                        </a:cubicBezTo>
                        <a:cubicBezTo>
                          <a:pt x="6279" y="10148"/>
                          <a:pt x="5776" y="10361"/>
                          <a:pt x="5776" y="10361"/>
                        </a:cubicBezTo>
                        <a:lnTo>
                          <a:pt x="5720" y="10398"/>
                        </a:lnTo>
                        <a:lnTo>
                          <a:pt x="5757" y="10435"/>
                        </a:lnTo>
                        <a:cubicBezTo>
                          <a:pt x="5757" y="10435"/>
                          <a:pt x="5836" y="10514"/>
                          <a:pt x="5891" y="10666"/>
                        </a:cubicBezTo>
                        <a:cubicBezTo>
                          <a:pt x="5951" y="10823"/>
                          <a:pt x="5970" y="11054"/>
                          <a:pt x="5854" y="11378"/>
                        </a:cubicBezTo>
                        <a:cubicBezTo>
                          <a:pt x="5642" y="12015"/>
                          <a:pt x="5064" y="12209"/>
                          <a:pt x="4912" y="12265"/>
                        </a:cubicBezTo>
                        <a:lnTo>
                          <a:pt x="4893" y="12265"/>
                        </a:lnTo>
                        <a:cubicBezTo>
                          <a:pt x="4875" y="12265"/>
                          <a:pt x="4875" y="12246"/>
                          <a:pt x="4875" y="12209"/>
                        </a:cubicBezTo>
                        <a:cubicBezTo>
                          <a:pt x="4852" y="12131"/>
                          <a:pt x="4833" y="12015"/>
                          <a:pt x="4736" y="11918"/>
                        </a:cubicBezTo>
                        <a:cubicBezTo>
                          <a:pt x="4644" y="11863"/>
                          <a:pt x="4547" y="11766"/>
                          <a:pt x="4353" y="11724"/>
                        </a:cubicBezTo>
                        <a:cubicBezTo>
                          <a:pt x="4256" y="11696"/>
                          <a:pt x="4140" y="11683"/>
                          <a:pt x="3986" y="11683"/>
                        </a:cubicBezTo>
                        <a:cubicBezTo>
                          <a:pt x="3833" y="11683"/>
                          <a:pt x="3641" y="11696"/>
                          <a:pt x="3392" y="11724"/>
                        </a:cubicBezTo>
                        <a:cubicBezTo>
                          <a:pt x="3318" y="11733"/>
                          <a:pt x="3245" y="11737"/>
                          <a:pt x="3175" y="11737"/>
                        </a:cubicBezTo>
                        <a:cubicBezTo>
                          <a:pt x="2320" y="11737"/>
                          <a:pt x="1700" y="11118"/>
                          <a:pt x="1525" y="10495"/>
                        </a:cubicBezTo>
                        <a:cubicBezTo>
                          <a:pt x="1428" y="10185"/>
                          <a:pt x="1580" y="9802"/>
                          <a:pt x="1756" y="9492"/>
                        </a:cubicBezTo>
                        <a:cubicBezTo>
                          <a:pt x="1945" y="9206"/>
                          <a:pt x="2139" y="8975"/>
                          <a:pt x="2139" y="8975"/>
                        </a:cubicBezTo>
                        <a:lnTo>
                          <a:pt x="2176" y="8952"/>
                        </a:lnTo>
                        <a:lnTo>
                          <a:pt x="2139" y="8915"/>
                        </a:lnTo>
                        <a:cubicBezTo>
                          <a:pt x="2139" y="8915"/>
                          <a:pt x="2024" y="8799"/>
                          <a:pt x="1964" y="8587"/>
                        </a:cubicBezTo>
                        <a:cubicBezTo>
                          <a:pt x="1908" y="8374"/>
                          <a:pt x="1890" y="8069"/>
                          <a:pt x="2079" y="7681"/>
                        </a:cubicBezTo>
                        <a:cubicBezTo>
                          <a:pt x="2158" y="7547"/>
                          <a:pt x="2255" y="7395"/>
                          <a:pt x="2333" y="7261"/>
                        </a:cubicBezTo>
                        <a:cubicBezTo>
                          <a:pt x="2583" y="7182"/>
                          <a:pt x="2851" y="7067"/>
                          <a:pt x="3100" y="6873"/>
                        </a:cubicBezTo>
                        <a:cubicBezTo>
                          <a:pt x="3465" y="6586"/>
                          <a:pt x="3641" y="6124"/>
                          <a:pt x="3697" y="5699"/>
                        </a:cubicBezTo>
                        <a:cubicBezTo>
                          <a:pt x="3757" y="5297"/>
                          <a:pt x="3720" y="4987"/>
                          <a:pt x="3697" y="4835"/>
                        </a:cubicBezTo>
                        <a:lnTo>
                          <a:pt x="3697" y="4835"/>
                        </a:lnTo>
                        <a:cubicBezTo>
                          <a:pt x="3775" y="4853"/>
                          <a:pt x="3854" y="4890"/>
                          <a:pt x="3928" y="4890"/>
                        </a:cubicBezTo>
                        <a:cubicBezTo>
                          <a:pt x="4316" y="4890"/>
                          <a:pt x="4602" y="4585"/>
                          <a:pt x="4602" y="4216"/>
                        </a:cubicBezTo>
                        <a:cubicBezTo>
                          <a:pt x="4602" y="3851"/>
                          <a:pt x="4316" y="3546"/>
                          <a:pt x="3928" y="3546"/>
                        </a:cubicBezTo>
                        <a:cubicBezTo>
                          <a:pt x="3794" y="3546"/>
                          <a:pt x="3641" y="3601"/>
                          <a:pt x="3526" y="3680"/>
                        </a:cubicBezTo>
                        <a:lnTo>
                          <a:pt x="3350" y="3832"/>
                        </a:lnTo>
                        <a:lnTo>
                          <a:pt x="3350" y="3583"/>
                        </a:lnTo>
                        <a:cubicBezTo>
                          <a:pt x="3373" y="3467"/>
                          <a:pt x="3350" y="3389"/>
                          <a:pt x="3331" y="3333"/>
                        </a:cubicBezTo>
                        <a:cubicBezTo>
                          <a:pt x="3331" y="3315"/>
                          <a:pt x="3331" y="3292"/>
                          <a:pt x="3313" y="3273"/>
                        </a:cubicBezTo>
                        <a:lnTo>
                          <a:pt x="3313" y="3255"/>
                        </a:lnTo>
                        <a:lnTo>
                          <a:pt x="3258" y="3176"/>
                        </a:lnTo>
                        <a:lnTo>
                          <a:pt x="3216" y="3255"/>
                        </a:lnTo>
                        <a:cubicBezTo>
                          <a:pt x="3216" y="3273"/>
                          <a:pt x="3197" y="3273"/>
                          <a:pt x="3179" y="3273"/>
                        </a:cubicBezTo>
                        <a:cubicBezTo>
                          <a:pt x="3167" y="3279"/>
                          <a:pt x="3146" y="3283"/>
                          <a:pt x="3116" y="3283"/>
                        </a:cubicBezTo>
                        <a:cubicBezTo>
                          <a:pt x="3056" y="3283"/>
                          <a:pt x="2962" y="3267"/>
                          <a:pt x="2832" y="3218"/>
                        </a:cubicBezTo>
                        <a:cubicBezTo>
                          <a:pt x="2638" y="3158"/>
                          <a:pt x="2541" y="3061"/>
                          <a:pt x="2486" y="2987"/>
                        </a:cubicBezTo>
                        <a:cubicBezTo>
                          <a:pt x="2449" y="2927"/>
                          <a:pt x="2426" y="2871"/>
                          <a:pt x="2426" y="2871"/>
                        </a:cubicBezTo>
                        <a:lnTo>
                          <a:pt x="2426" y="2811"/>
                        </a:lnTo>
                        <a:lnTo>
                          <a:pt x="2370" y="2830"/>
                        </a:lnTo>
                        <a:cubicBezTo>
                          <a:pt x="2370" y="2830"/>
                          <a:pt x="2024" y="2948"/>
                          <a:pt x="1607" y="2948"/>
                        </a:cubicBezTo>
                        <a:cubicBezTo>
                          <a:pt x="1573" y="2948"/>
                          <a:pt x="1537" y="2947"/>
                          <a:pt x="1502" y="2945"/>
                        </a:cubicBezTo>
                        <a:cubicBezTo>
                          <a:pt x="1021" y="2908"/>
                          <a:pt x="504" y="2737"/>
                          <a:pt x="254" y="2099"/>
                        </a:cubicBezTo>
                        <a:lnTo>
                          <a:pt x="254" y="2063"/>
                        </a:lnTo>
                        <a:lnTo>
                          <a:pt x="231" y="2063"/>
                        </a:lnTo>
                        <a:cubicBezTo>
                          <a:pt x="116" y="1697"/>
                          <a:pt x="157" y="1272"/>
                          <a:pt x="407" y="866"/>
                        </a:cubicBezTo>
                        <a:cubicBezTo>
                          <a:pt x="685" y="399"/>
                          <a:pt x="1238" y="98"/>
                          <a:pt x="1904" y="98"/>
                        </a:cubicBezTo>
                        <a:close/>
                        <a:moveTo>
                          <a:pt x="1907" y="1"/>
                        </a:moveTo>
                        <a:cubicBezTo>
                          <a:pt x="1219" y="1"/>
                          <a:pt x="629" y="325"/>
                          <a:pt x="310" y="829"/>
                        </a:cubicBezTo>
                        <a:cubicBezTo>
                          <a:pt x="42" y="1254"/>
                          <a:pt x="0" y="1734"/>
                          <a:pt x="139" y="2136"/>
                        </a:cubicBezTo>
                        <a:lnTo>
                          <a:pt x="157" y="2178"/>
                        </a:lnTo>
                        <a:lnTo>
                          <a:pt x="194" y="2178"/>
                        </a:lnTo>
                        <a:cubicBezTo>
                          <a:pt x="462" y="2811"/>
                          <a:pt x="1003" y="3005"/>
                          <a:pt x="1483" y="3042"/>
                        </a:cubicBezTo>
                        <a:cubicBezTo>
                          <a:pt x="1517" y="3043"/>
                          <a:pt x="1551" y="3044"/>
                          <a:pt x="1584" y="3044"/>
                        </a:cubicBezTo>
                        <a:cubicBezTo>
                          <a:pt x="1997" y="3044"/>
                          <a:pt x="2313" y="2944"/>
                          <a:pt x="2352" y="2927"/>
                        </a:cubicBezTo>
                        <a:cubicBezTo>
                          <a:pt x="2370" y="2968"/>
                          <a:pt x="2370" y="2987"/>
                          <a:pt x="2407" y="3042"/>
                        </a:cubicBezTo>
                        <a:cubicBezTo>
                          <a:pt x="2467" y="3139"/>
                          <a:pt x="2601" y="3236"/>
                          <a:pt x="2796" y="3315"/>
                        </a:cubicBezTo>
                        <a:cubicBezTo>
                          <a:pt x="2934" y="3364"/>
                          <a:pt x="3032" y="3380"/>
                          <a:pt x="3105" y="3380"/>
                        </a:cubicBezTo>
                        <a:cubicBezTo>
                          <a:pt x="3141" y="3380"/>
                          <a:pt x="3171" y="3376"/>
                          <a:pt x="3197" y="3370"/>
                        </a:cubicBezTo>
                        <a:cubicBezTo>
                          <a:pt x="3216" y="3370"/>
                          <a:pt x="3234" y="3370"/>
                          <a:pt x="3234" y="3352"/>
                        </a:cubicBezTo>
                        <a:cubicBezTo>
                          <a:pt x="3258" y="3389"/>
                          <a:pt x="3258" y="3467"/>
                          <a:pt x="3258" y="3583"/>
                        </a:cubicBezTo>
                        <a:cubicBezTo>
                          <a:pt x="3258" y="3832"/>
                          <a:pt x="3234" y="3929"/>
                          <a:pt x="3234" y="3929"/>
                        </a:cubicBezTo>
                        <a:lnTo>
                          <a:pt x="3216" y="4045"/>
                        </a:lnTo>
                        <a:lnTo>
                          <a:pt x="3604" y="3754"/>
                        </a:lnTo>
                        <a:cubicBezTo>
                          <a:pt x="3697" y="3680"/>
                          <a:pt x="3812" y="3638"/>
                          <a:pt x="3928" y="3638"/>
                        </a:cubicBezTo>
                        <a:cubicBezTo>
                          <a:pt x="4256" y="3638"/>
                          <a:pt x="4505" y="3911"/>
                          <a:pt x="4505" y="4216"/>
                        </a:cubicBezTo>
                        <a:cubicBezTo>
                          <a:pt x="4505" y="4525"/>
                          <a:pt x="4256" y="4793"/>
                          <a:pt x="3928" y="4793"/>
                        </a:cubicBezTo>
                        <a:cubicBezTo>
                          <a:pt x="3854" y="4793"/>
                          <a:pt x="3757" y="4775"/>
                          <a:pt x="3678" y="4719"/>
                        </a:cubicBezTo>
                        <a:lnTo>
                          <a:pt x="3581" y="4678"/>
                        </a:lnTo>
                        <a:lnTo>
                          <a:pt x="3604" y="4775"/>
                        </a:lnTo>
                        <a:cubicBezTo>
                          <a:pt x="3623" y="4890"/>
                          <a:pt x="3641" y="5278"/>
                          <a:pt x="3604" y="5680"/>
                        </a:cubicBezTo>
                        <a:cubicBezTo>
                          <a:pt x="3544" y="6087"/>
                          <a:pt x="3392" y="6526"/>
                          <a:pt x="3045" y="6799"/>
                        </a:cubicBezTo>
                        <a:cubicBezTo>
                          <a:pt x="2796" y="6970"/>
                          <a:pt x="2523" y="7104"/>
                          <a:pt x="2273" y="7182"/>
                        </a:cubicBezTo>
                        <a:lnTo>
                          <a:pt x="2255" y="7182"/>
                        </a:lnTo>
                        <a:lnTo>
                          <a:pt x="2255" y="7201"/>
                        </a:lnTo>
                        <a:cubicBezTo>
                          <a:pt x="2158" y="7335"/>
                          <a:pt x="2079" y="7492"/>
                          <a:pt x="2005" y="7644"/>
                        </a:cubicBezTo>
                        <a:cubicBezTo>
                          <a:pt x="1793" y="8051"/>
                          <a:pt x="1793" y="8374"/>
                          <a:pt x="1871" y="8605"/>
                        </a:cubicBezTo>
                        <a:cubicBezTo>
                          <a:pt x="1927" y="8818"/>
                          <a:pt x="2024" y="8915"/>
                          <a:pt x="2042" y="8933"/>
                        </a:cubicBezTo>
                        <a:cubicBezTo>
                          <a:pt x="2024" y="8952"/>
                          <a:pt x="1848" y="9146"/>
                          <a:pt x="1677" y="9455"/>
                        </a:cubicBezTo>
                        <a:cubicBezTo>
                          <a:pt x="1483" y="9760"/>
                          <a:pt x="1331" y="10167"/>
                          <a:pt x="1428" y="10532"/>
                        </a:cubicBezTo>
                        <a:cubicBezTo>
                          <a:pt x="1625" y="11191"/>
                          <a:pt x="2281" y="11834"/>
                          <a:pt x="3188" y="11834"/>
                        </a:cubicBezTo>
                        <a:cubicBezTo>
                          <a:pt x="3260" y="11834"/>
                          <a:pt x="3334" y="11830"/>
                          <a:pt x="3410" y="11821"/>
                        </a:cubicBezTo>
                        <a:cubicBezTo>
                          <a:pt x="3627" y="11796"/>
                          <a:pt x="3801" y="11786"/>
                          <a:pt x="3942" y="11786"/>
                        </a:cubicBezTo>
                        <a:cubicBezTo>
                          <a:pt x="4114" y="11786"/>
                          <a:pt x="4238" y="11801"/>
                          <a:pt x="4334" y="11821"/>
                        </a:cubicBezTo>
                        <a:cubicBezTo>
                          <a:pt x="4505" y="11863"/>
                          <a:pt x="4565" y="11918"/>
                          <a:pt x="4662" y="11997"/>
                        </a:cubicBezTo>
                        <a:cubicBezTo>
                          <a:pt x="4736" y="12052"/>
                          <a:pt x="4759" y="12149"/>
                          <a:pt x="4778" y="12228"/>
                        </a:cubicBezTo>
                        <a:cubicBezTo>
                          <a:pt x="4778" y="12265"/>
                          <a:pt x="4778" y="12302"/>
                          <a:pt x="4796" y="12343"/>
                        </a:cubicBezTo>
                        <a:cubicBezTo>
                          <a:pt x="4815" y="12343"/>
                          <a:pt x="4833" y="12362"/>
                          <a:pt x="4875" y="12362"/>
                        </a:cubicBezTo>
                        <a:cubicBezTo>
                          <a:pt x="4881" y="12368"/>
                          <a:pt x="4887" y="12370"/>
                          <a:pt x="4893" y="12370"/>
                        </a:cubicBezTo>
                        <a:cubicBezTo>
                          <a:pt x="4906" y="12370"/>
                          <a:pt x="4918" y="12362"/>
                          <a:pt x="4930" y="12362"/>
                        </a:cubicBezTo>
                        <a:cubicBezTo>
                          <a:pt x="5106" y="12302"/>
                          <a:pt x="5720" y="12094"/>
                          <a:pt x="5951" y="11419"/>
                        </a:cubicBezTo>
                        <a:cubicBezTo>
                          <a:pt x="6067" y="11073"/>
                          <a:pt x="6048" y="10800"/>
                          <a:pt x="5988" y="10629"/>
                        </a:cubicBezTo>
                        <a:cubicBezTo>
                          <a:pt x="5933" y="10495"/>
                          <a:pt x="5891" y="10453"/>
                          <a:pt x="5873" y="10416"/>
                        </a:cubicBezTo>
                        <a:cubicBezTo>
                          <a:pt x="5933" y="10398"/>
                          <a:pt x="6376" y="10167"/>
                          <a:pt x="6584" y="9529"/>
                        </a:cubicBezTo>
                        <a:cubicBezTo>
                          <a:pt x="6815" y="8878"/>
                          <a:pt x="6626" y="8397"/>
                          <a:pt x="6607" y="8356"/>
                        </a:cubicBezTo>
                        <a:cubicBezTo>
                          <a:pt x="6626" y="8337"/>
                          <a:pt x="6723" y="8222"/>
                          <a:pt x="6797" y="7954"/>
                        </a:cubicBezTo>
                        <a:cubicBezTo>
                          <a:pt x="6857" y="7663"/>
                          <a:pt x="6875" y="7242"/>
                          <a:pt x="6663" y="6739"/>
                        </a:cubicBezTo>
                        <a:cubicBezTo>
                          <a:pt x="6261" y="5777"/>
                          <a:pt x="5295" y="5643"/>
                          <a:pt x="5161" y="5625"/>
                        </a:cubicBezTo>
                        <a:cubicBezTo>
                          <a:pt x="5198" y="5583"/>
                          <a:pt x="5221" y="5509"/>
                          <a:pt x="5258" y="5412"/>
                        </a:cubicBezTo>
                        <a:cubicBezTo>
                          <a:pt x="5337" y="5218"/>
                          <a:pt x="5411" y="4872"/>
                          <a:pt x="5471" y="4276"/>
                        </a:cubicBezTo>
                        <a:cubicBezTo>
                          <a:pt x="5545" y="3102"/>
                          <a:pt x="5143" y="1790"/>
                          <a:pt x="3757" y="695"/>
                        </a:cubicBezTo>
                        <a:cubicBezTo>
                          <a:pt x="3161" y="233"/>
                          <a:pt x="2541" y="2"/>
                          <a:pt x="1964" y="2"/>
                        </a:cubicBezTo>
                        <a:cubicBezTo>
                          <a:pt x="1945" y="1"/>
                          <a:pt x="1926" y="1"/>
                          <a:pt x="1907" y="1"/>
                        </a:cubicBezTo>
                        <a:close/>
                      </a:path>
                    </a:pathLst>
                  </a:custGeom>
                  <a:solidFill>
                    <a:srgbClr val="3E285A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grpSp>
          <p:nvGrpSpPr>
            <p:cNvPr id="4" name="Google Shape;2199;p47">
              <a:extLst>
                <a:ext uri="{FF2B5EF4-FFF2-40B4-BE49-F238E27FC236}">
                  <a16:creationId xmlns:a16="http://schemas.microsoft.com/office/drawing/2014/main" id="{1F2CF121-E3E2-5980-05F3-CA68D5A2C543}"/>
                </a:ext>
              </a:extLst>
            </p:cNvPr>
            <p:cNvGrpSpPr/>
            <p:nvPr/>
          </p:nvGrpSpPr>
          <p:grpSpPr>
            <a:xfrm>
              <a:off x="5458177" y="1284078"/>
              <a:ext cx="555350" cy="555265"/>
              <a:chOff x="3894327" y="779703"/>
              <a:chExt cx="555350" cy="555265"/>
            </a:xfrm>
          </p:grpSpPr>
          <p:sp>
            <p:nvSpPr>
              <p:cNvPr id="26" name="Google Shape;2200;p47">
                <a:extLst>
                  <a:ext uri="{FF2B5EF4-FFF2-40B4-BE49-F238E27FC236}">
                    <a16:creationId xmlns:a16="http://schemas.microsoft.com/office/drawing/2014/main" id="{4B5CB55F-9EBB-0C52-204A-7630F9A3588B}"/>
                  </a:ext>
                </a:extLst>
              </p:cNvPr>
              <p:cNvSpPr/>
              <p:nvPr/>
            </p:nvSpPr>
            <p:spPr>
              <a:xfrm>
                <a:off x="4113366" y="784984"/>
                <a:ext cx="119146" cy="78181"/>
              </a:xfrm>
              <a:custGeom>
                <a:avLst/>
                <a:gdLst/>
                <a:ahLst/>
                <a:cxnLst/>
                <a:rect l="l" t="t" r="r" b="b"/>
                <a:pathLst>
                  <a:path w="1399" h="918" extrusionOk="0">
                    <a:moveTo>
                      <a:pt x="330" y="1"/>
                    </a:moveTo>
                    <a:cubicBezTo>
                      <a:pt x="220" y="1"/>
                      <a:pt x="131" y="69"/>
                      <a:pt x="110" y="174"/>
                    </a:cubicBezTo>
                    <a:lnTo>
                      <a:pt x="0" y="745"/>
                    </a:lnTo>
                    <a:lnTo>
                      <a:pt x="0" y="765"/>
                    </a:lnTo>
                    <a:cubicBezTo>
                      <a:pt x="0" y="854"/>
                      <a:pt x="68" y="917"/>
                      <a:pt x="152" y="917"/>
                    </a:cubicBezTo>
                    <a:lnTo>
                      <a:pt x="1267" y="917"/>
                    </a:lnTo>
                    <a:cubicBezTo>
                      <a:pt x="1356" y="917"/>
                      <a:pt x="1398" y="828"/>
                      <a:pt x="1377" y="745"/>
                    </a:cubicBezTo>
                    <a:lnTo>
                      <a:pt x="1267" y="174"/>
                    </a:lnTo>
                    <a:cubicBezTo>
                      <a:pt x="1246" y="69"/>
                      <a:pt x="1157" y="1"/>
                      <a:pt x="1047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2201;p47">
                <a:extLst>
                  <a:ext uri="{FF2B5EF4-FFF2-40B4-BE49-F238E27FC236}">
                    <a16:creationId xmlns:a16="http://schemas.microsoft.com/office/drawing/2014/main" id="{66189A1E-A006-5B7C-5866-EE8052955C22}"/>
                  </a:ext>
                </a:extLst>
              </p:cNvPr>
              <p:cNvSpPr/>
              <p:nvPr/>
            </p:nvSpPr>
            <p:spPr>
              <a:xfrm>
                <a:off x="4106212" y="779703"/>
                <a:ext cx="131665" cy="89253"/>
              </a:xfrm>
              <a:custGeom>
                <a:avLst/>
                <a:gdLst/>
                <a:ahLst/>
                <a:cxnLst/>
                <a:rect l="l" t="t" r="r" b="b"/>
                <a:pathLst>
                  <a:path w="1546" h="1048" extrusionOk="0">
                    <a:moveTo>
                      <a:pt x="1131" y="105"/>
                    </a:moveTo>
                    <a:cubicBezTo>
                      <a:pt x="1220" y="105"/>
                      <a:pt x="1283" y="173"/>
                      <a:pt x="1309" y="262"/>
                    </a:cubicBezTo>
                    <a:lnTo>
                      <a:pt x="1414" y="827"/>
                    </a:lnTo>
                    <a:cubicBezTo>
                      <a:pt x="1414" y="869"/>
                      <a:pt x="1372" y="937"/>
                      <a:pt x="1330" y="937"/>
                    </a:cubicBezTo>
                    <a:lnTo>
                      <a:pt x="236" y="937"/>
                    </a:lnTo>
                    <a:cubicBezTo>
                      <a:pt x="173" y="937"/>
                      <a:pt x="131" y="869"/>
                      <a:pt x="152" y="827"/>
                    </a:cubicBezTo>
                    <a:lnTo>
                      <a:pt x="262" y="262"/>
                    </a:lnTo>
                    <a:cubicBezTo>
                      <a:pt x="262" y="173"/>
                      <a:pt x="346" y="105"/>
                      <a:pt x="414" y="105"/>
                    </a:cubicBezTo>
                    <a:close/>
                    <a:moveTo>
                      <a:pt x="414" y="0"/>
                    </a:moveTo>
                    <a:cubicBezTo>
                      <a:pt x="283" y="0"/>
                      <a:pt x="173" y="105"/>
                      <a:pt x="152" y="236"/>
                    </a:cubicBezTo>
                    <a:lnTo>
                      <a:pt x="21" y="807"/>
                    </a:lnTo>
                    <a:cubicBezTo>
                      <a:pt x="0" y="937"/>
                      <a:pt x="105" y="1047"/>
                      <a:pt x="236" y="1047"/>
                    </a:cubicBezTo>
                    <a:lnTo>
                      <a:pt x="1330" y="1047"/>
                    </a:lnTo>
                    <a:cubicBezTo>
                      <a:pt x="1461" y="1047"/>
                      <a:pt x="1545" y="937"/>
                      <a:pt x="1524" y="807"/>
                    </a:cubicBezTo>
                    <a:lnTo>
                      <a:pt x="1414" y="236"/>
                    </a:lnTo>
                    <a:cubicBezTo>
                      <a:pt x="1393" y="105"/>
                      <a:pt x="1262" y="0"/>
                      <a:pt x="1131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2202;p47">
                <a:extLst>
                  <a:ext uri="{FF2B5EF4-FFF2-40B4-BE49-F238E27FC236}">
                    <a16:creationId xmlns:a16="http://schemas.microsoft.com/office/drawing/2014/main" id="{6EF53B44-2ECF-C054-4F8F-C86FD4C56B4B}"/>
                  </a:ext>
                </a:extLst>
              </p:cNvPr>
              <p:cNvSpPr/>
              <p:nvPr/>
            </p:nvSpPr>
            <p:spPr>
              <a:xfrm>
                <a:off x="4271173" y="837529"/>
                <a:ext cx="122723" cy="120168"/>
              </a:xfrm>
              <a:custGeom>
                <a:avLst/>
                <a:gdLst/>
                <a:ahLst/>
                <a:cxnLst/>
                <a:rect l="l" t="t" r="r" b="b"/>
                <a:pathLst>
                  <a:path w="1441" h="1411" extrusionOk="0">
                    <a:moveTo>
                      <a:pt x="687" y="1"/>
                    </a:moveTo>
                    <a:cubicBezTo>
                      <a:pt x="646" y="1"/>
                      <a:pt x="607" y="12"/>
                      <a:pt x="572" y="38"/>
                    </a:cubicBezTo>
                    <a:lnTo>
                      <a:pt x="90" y="368"/>
                    </a:lnTo>
                    <a:cubicBezTo>
                      <a:pt x="69" y="368"/>
                      <a:pt x="69" y="368"/>
                      <a:pt x="69" y="389"/>
                    </a:cubicBezTo>
                    <a:cubicBezTo>
                      <a:pt x="1" y="431"/>
                      <a:pt x="1" y="541"/>
                      <a:pt x="69" y="583"/>
                    </a:cubicBezTo>
                    <a:lnTo>
                      <a:pt x="834" y="1369"/>
                    </a:lnTo>
                    <a:lnTo>
                      <a:pt x="854" y="1369"/>
                    </a:lnTo>
                    <a:cubicBezTo>
                      <a:pt x="881" y="1398"/>
                      <a:pt x="913" y="1410"/>
                      <a:pt x="945" y="1410"/>
                    </a:cubicBezTo>
                    <a:cubicBezTo>
                      <a:pt x="989" y="1410"/>
                      <a:pt x="1035" y="1387"/>
                      <a:pt x="1074" y="1348"/>
                    </a:cubicBezTo>
                    <a:lnTo>
                      <a:pt x="1378" y="866"/>
                    </a:lnTo>
                    <a:cubicBezTo>
                      <a:pt x="1441" y="782"/>
                      <a:pt x="1441" y="651"/>
                      <a:pt x="1357" y="583"/>
                    </a:cubicBezTo>
                    <a:lnTo>
                      <a:pt x="854" y="59"/>
                    </a:lnTo>
                    <a:cubicBezTo>
                      <a:pt x="803" y="23"/>
                      <a:pt x="744" y="1"/>
                      <a:pt x="687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2203;p47">
                <a:extLst>
                  <a:ext uri="{FF2B5EF4-FFF2-40B4-BE49-F238E27FC236}">
                    <a16:creationId xmlns:a16="http://schemas.microsoft.com/office/drawing/2014/main" id="{B3F8AFDB-2116-6F63-0517-69F9F46CFA38}"/>
                  </a:ext>
                </a:extLst>
              </p:cNvPr>
              <p:cNvSpPr/>
              <p:nvPr/>
            </p:nvSpPr>
            <p:spPr>
              <a:xfrm>
                <a:off x="4265892" y="832334"/>
                <a:ext cx="133879" cy="129791"/>
              </a:xfrm>
              <a:custGeom>
                <a:avLst/>
                <a:gdLst/>
                <a:ahLst/>
                <a:cxnLst/>
                <a:rect l="l" t="t" r="r" b="b"/>
                <a:pathLst>
                  <a:path w="1572" h="1524" extrusionOk="0">
                    <a:moveTo>
                      <a:pt x="749" y="113"/>
                    </a:moveTo>
                    <a:cubicBezTo>
                      <a:pt x="792" y="113"/>
                      <a:pt x="836" y="129"/>
                      <a:pt x="875" y="168"/>
                    </a:cubicBezTo>
                    <a:lnTo>
                      <a:pt x="1372" y="665"/>
                    </a:lnTo>
                    <a:cubicBezTo>
                      <a:pt x="1440" y="733"/>
                      <a:pt x="1440" y="822"/>
                      <a:pt x="1398" y="885"/>
                    </a:cubicBezTo>
                    <a:lnTo>
                      <a:pt x="1068" y="1367"/>
                    </a:lnTo>
                    <a:cubicBezTo>
                      <a:pt x="1055" y="1393"/>
                      <a:pt x="1024" y="1411"/>
                      <a:pt x="993" y="1411"/>
                    </a:cubicBezTo>
                    <a:cubicBezTo>
                      <a:pt x="973" y="1411"/>
                      <a:pt x="953" y="1404"/>
                      <a:pt x="937" y="1388"/>
                    </a:cubicBezTo>
                    <a:lnTo>
                      <a:pt x="173" y="623"/>
                    </a:lnTo>
                    <a:cubicBezTo>
                      <a:pt x="131" y="581"/>
                      <a:pt x="131" y="492"/>
                      <a:pt x="173" y="471"/>
                    </a:cubicBezTo>
                    <a:lnTo>
                      <a:pt x="655" y="141"/>
                    </a:lnTo>
                    <a:cubicBezTo>
                      <a:pt x="682" y="123"/>
                      <a:pt x="715" y="113"/>
                      <a:pt x="749" y="113"/>
                    </a:cubicBezTo>
                    <a:close/>
                    <a:moveTo>
                      <a:pt x="750" y="0"/>
                    </a:moveTo>
                    <a:cubicBezTo>
                      <a:pt x="692" y="0"/>
                      <a:pt x="635" y="18"/>
                      <a:pt x="587" y="58"/>
                    </a:cubicBezTo>
                    <a:lnTo>
                      <a:pt x="110" y="382"/>
                    </a:lnTo>
                    <a:cubicBezTo>
                      <a:pt x="0" y="450"/>
                      <a:pt x="0" y="602"/>
                      <a:pt x="89" y="691"/>
                    </a:cubicBezTo>
                    <a:lnTo>
                      <a:pt x="848" y="1451"/>
                    </a:lnTo>
                    <a:cubicBezTo>
                      <a:pt x="889" y="1500"/>
                      <a:pt x="942" y="1523"/>
                      <a:pt x="996" y="1523"/>
                    </a:cubicBezTo>
                    <a:cubicBezTo>
                      <a:pt x="1062" y="1523"/>
                      <a:pt x="1130" y="1490"/>
                      <a:pt x="1178" y="1430"/>
                    </a:cubicBezTo>
                    <a:lnTo>
                      <a:pt x="1503" y="953"/>
                    </a:lnTo>
                    <a:cubicBezTo>
                      <a:pt x="1571" y="843"/>
                      <a:pt x="1550" y="691"/>
                      <a:pt x="1461" y="602"/>
                    </a:cubicBezTo>
                    <a:lnTo>
                      <a:pt x="958" y="79"/>
                    </a:lnTo>
                    <a:cubicBezTo>
                      <a:pt x="897" y="29"/>
                      <a:pt x="823" y="0"/>
                      <a:pt x="750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2204;p47">
                <a:extLst>
                  <a:ext uri="{FF2B5EF4-FFF2-40B4-BE49-F238E27FC236}">
                    <a16:creationId xmlns:a16="http://schemas.microsoft.com/office/drawing/2014/main" id="{9FD7E8E2-9FA0-D4E6-92DA-27ED1D71C2CE}"/>
                  </a:ext>
                </a:extLst>
              </p:cNvPr>
              <p:cNvSpPr/>
              <p:nvPr/>
            </p:nvSpPr>
            <p:spPr>
              <a:xfrm>
                <a:off x="4366214" y="998658"/>
                <a:ext cx="78096" cy="117783"/>
              </a:xfrm>
              <a:custGeom>
                <a:avLst/>
                <a:gdLst/>
                <a:ahLst/>
                <a:cxnLst/>
                <a:rect l="l" t="t" r="r" b="b"/>
                <a:pathLst>
                  <a:path w="917" h="1383" extrusionOk="0">
                    <a:moveTo>
                      <a:pt x="152" y="0"/>
                    </a:moveTo>
                    <a:cubicBezTo>
                      <a:pt x="63" y="0"/>
                      <a:pt x="0" y="68"/>
                      <a:pt x="0" y="152"/>
                    </a:cubicBezTo>
                    <a:lnTo>
                      <a:pt x="0" y="1226"/>
                    </a:lnTo>
                    <a:lnTo>
                      <a:pt x="0" y="1268"/>
                    </a:lnTo>
                    <a:cubicBezTo>
                      <a:pt x="18" y="1342"/>
                      <a:pt x="68" y="1383"/>
                      <a:pt x="132" y="1383"/>
                    </a:cubicBezTo>
                    <a:cubicBezTo>
                      <a:pt x="145" y="1383"/>
                      <a:pt x="159" y="1381"/>
                      <a:pt x="173" y="1378"/>
                    </a:cubicBezTo>
                    <a:lnTo>
                      <a:pt x="744" y="1268"/>
                    </a:lnTo>
                    <a:cubicBezTo>
                      <a:pt x="849" y="1247"/>
                      <a:pt x="917" y="1158"/>
                      <a:pt x="917" y="1048"/>
                    </a:cubicBezTo>
                    <a:lnTo>
                      <a:pt x="917" y="330"/>
                    </a:lnTo>
                    <a:cubicBezTo>
                      <a:pt x="917" y="220"/>
                      <a:pt x="849" y="131"/>
                      <a:pt x="744" y="110"/>
                    </a:cubicBezTo>
                    <a:lnTo>
                      <a:pt x="173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2205;p47">
                <a:extLst>
                  <a:ext uri="{FF2B5EF4-FFF2-40B4-BE49-F238E27FC236}">
                    <a16:creationId xmlns:a16="http://schemas.microsoft.com/office/drawing/2014/main" id="{9F4998DD-834B-1EBF-4683-9B249CC0A1A0}"/>
                  </a:ext>
                </a:extLst>
              </p:cNvPr>
              <p:cNvSpPr/>
              <p:nvPr/>
            </p:nvSpPr>
            <p:spPr>
              <a:xfrm>
                <a:off x="4360423" y="993037"/>
                <a:ext cx="89253" cy="128599"/>
              </a:xfrm>
              <a:custGeom>
                <a:avLst/>
                <a:gdLst/>
                <a:ahLst/>
                <a:cxnLst/>
                <a:rect l="l" t="t" r="r" b="b"/>
                <a:pathLst>
                  <a:path w="1048" h="1510" extrusionOk="0">
                    <a:moveTo>
                      <a:pt x="241" y="113"/>
                    </a:moveTo>
                    <a:lnTo>
                      <a:pt x="812" y="218"/>
                    </a:lnTo>
                    <a:cubicBezTo>
                      <a:pt x="875" y="244"/>
                      <a:pt x="943" y="307"/>
                      <a:pt x="943" y="396"/>
                    </a:cubicBezTo>
                    <a:lnTo>
                      <a:pt x="943" y="1114"/>
                    </a:lnTo>
                    <a:cubicBezTo>
                      <a:pt x="943" y="1203"/>
                      <a:pt x="875" y="1266"/>
                      <a:pt x="812" y="1292"/>
                    </a:cubicBezTo>
                    <a:lnTo>
                      <a:pt x="241" y="1397"/>
                    </a:lnTo>
                    <a:cubicBezTo>
                      <a:pt x="178" y="1397"/>
                      <a:pt x="110" y="1355"/>
                      <a:pt x="110" y="1292"/>
                    </a:cubicBezTo>
                    <a:lnTo>
                      <a:pt x="110" y="218"/>
                    </a:lnTo>
                    <a:cubicBezTo>
                      <a:pt x="110" y="155"/>
                      <a:pt x="178" y="113"/>
                      <a:pt x="241" y="113"/>
                    </a:cubicBezTo>
                    <a:close/>
                    <a:moveTo>
                      <a:pt x="228" y="1"/>
                    </a:moveTo>
                    <a:cubicBezTo>
                      <a:pt x="110" y="1"/>
                      <a:pt x="0" y="99"/>
                      <a:pt x="0" y="218"/>
                    </a:cubicBezTo>
                    <a:lnTo>
                      <a:pt x="0" y="1292"/>
                    </a:lnTo>
                    <a:cubicBezTo>
                      <a:pt x="0" y="1411"/>
                      <a:pt x="110" y="1509"/>
                      <a:pt x="228" y="1509"/>
                    </a:cubicBezTo>
                    <a:cubicBezTo>
                      <a:pt x="239" y="1509"/>
                      <a:pt x="251" y="1508"/>
                      <a:pt x="262" y="1507"/>
                    </a:cubicBezTo>
                    <a:lnTo>
                      <a:pt x="833" y="1397"/>
                    </a:lnTo>
                    <a:cubicBezTo>
                      <a:pt x="964" y="1376"/>
                      <a:pt x="1048" y="1245"/>
                      <a:pt x="1048" y="1114"/>
                    </a:cubicBezTo>
                    <a:lnTo>
                      <a:pt x="1048" y="396"/>
                    </a:lnTo>
                    <a:cubicBezTo>
                      <a:pt x="1048" y="265"/>
                      <a:pt x="964" y="155"/>
                      <a:pt x="833" y="113"/>
                    </a:cubicBezTo>
                    <a:lnTo>
                      <a:pt x="262" y="4"/>
                    </a:lnTo>
                    <a:cubicBezTo>
                      <a:pt x="251" y="2"/>
                      <a:pt x="239" y="1"/>
                      <a:pt x="228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2206;p47">
                <a:extLst>
                  <a:ext uri="{FF2B5EF4-FFF2-40B4-BE49-F238E27FC236}">
                    <a16:creationId xmlns:a16="http://schemas.microsoft.com/office/drawing/2014/main" id="{B2D94187-5EDE-CC75-F23B-B41789FD9B4C}"/>
                  </a:ext>
                </a:extLst>
              </p:cNvPr>
              <p:cNvSpPr/>
              <p:nvPr/>
            </p:nvSpPr>
            <p:spPr>
              <a:xfrm>
                <a:off x="4271173" y="1157998"/>
                <a:ext cx="122723" cy="119146"/>
              </a:xfrm>
              <a:custGeom>
                <a:avLst/>
                <a:gdLst/>
                <a:ahLst/>
                <a:cxnLst/>
                <a:rect l="l" t="t" r="r" b="b"/>
                <a:pathLst>
                  <a:path w="1441" h="1399" extrusionOk="0">
                    <a:moveTo>
                      <a:pt x="941" y="0"/>
                    </a:moveTo>
                    <a:cubicBezTo>
                      <a:pt x="903" y="0"/>
                      <a:pt x="865" y="17"/>
                      <a:pt x="834" y="51"/>
                    </a:cubicBezTo>
                    <a:lnTo>
                      <a:pt x="69" y="816"/>
                    </a:lnTo>
                    <a:cubicBezTo>
                      <a:pt x="48" y="816"/>
                      <a:pt x="48" y="816"/>
                      <a:pt x="48" y="837"/>
                    </a:cubicBezTo>
                    <a:cubicBezTo>
                      <a:pt x="1" y="900"/>
                      <a:pt x="1" y="989"/>
                      <a:pt x="90" y="1057"/>
                    </a:cubicBezTo>
                    <a:lnTo>
                      <a:pt x="572" y="1361"/>
                    </a:lnTo>
                    <a:cubicBezTo>
                      <a:pt x="607" y="1387"/>
                      <a:pt x="646" y="1398"/>
                      <a:pt x="687" y="1398"/>
                    </a:cubicBezTo>
                    <a:cubicBezTo>
                      <a:pt x="744" y="1398"/>
                      <a:pt x="803" y="1376"/>
                      <a:pt x="854" y="1340"/>
                    </a:cubicBezTo>
                    <a:lnTo>
                      <a:pt x="1357" y="837"/>
                    </a:lnTo>
                    <a:cubicBezTo>
                      <a:pt x="1441" y="748"/>
                      <a:pt x="1441" y="638"/>
                      <a:pt x="1378" y="554"/>
                    </a:cubicBezTo>
                    <a:lnTo>
                      <a:pt x="1074" y="72"/>
                    </a:lnTo>
                    <a:lnTo>
                      <a:pt x="1048" y="51"/>
                    </a:lnTo>
                    <a:cubicBezTo>
                      <a:pt x="1017" y="17"/>
                      <a:pt x="979" y="0"/>
                      <a:pt x="94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2207;p47">
                <a:extLst>
                  <a:ext uri="{FF2B5EF4-FFF2-40B4-BE49-F238E27FC236}">
                    <a16:creationId xmlns:a16="http://schemas.microsoft.com/office/drawing/2014/main" id="{4C80545A-DF91-7529-1E0B-4B9271385AFF}"/>
                  </a:ext>
                </a:extLst>
              </p:cNvPr>
              <p:cNvSpPr/>
              <p:nvPr/>
            </p:nvSpPr>
            <p:spPr>
              <a:xfrm>
                <a:off x="4265892" y="1153314"/>
                <a:ext cx="133879" cy="129025"/>
              </a:xfrm>
              <a:custGeom>
                <a:avLst/>
                <a:gdLst/>
                <a:ahLst/>
                <a:cxnLst/>
                <a:rect l="l" t="t" r="r" b="b"/>
                <a:pathLst>
                  <a:path w="1572" h="1515" extrusionOk="0">
                    <a:moveTo>
                      <a:pt x="993" y="104"/>
                    </a:moveTo>
                    <a:cubicBezTo>
                      <a:pt x="1024" y="104"/>
                      <a:pt x="1055" y="122"/>
                      <a:pt x="1068" y="148"/>
                    </a:cubicBezTo>
                    <a:lnTo>
                      <a:pt x="1398" y="630"/>
                    </a:lnTo>
                    <a:cubicBezTo>
                      <a:pt x="1440" y="693"/>
                      <a:pt x="1440" y="782"/>
                      <a:pt x="1372" y="850"/>
                    </a:cubicBezTo>
                    <a:lnTo>
                      <a:pt x="875" y="1347"/>
                    </a:lnTo>
                    <a:cubicBezTo>
                      <a:pt x="836" y="1386"/>
                      <a:pt x="792" y="1402"/>
                      <a:pt x="749" y="1402"/>
                    </a:cubicBezTo>
                    <a:cubicBezTo>
                      <a:pt x="715" y="1402"/>
                      <a:pt x="682" y="1392"/>
                      <a:pt x="655" y="1374"/>
                    </a:cubicBezTo>
                    <a:lnTo>
                      <a:pt x="173" y="1044"/>
                    </a:lnTo>
                    <a:cubicBezTo>
                      <a:pt x="131" y="1023"/>
                      <a:pt x="110" y="955"/>
                      <a:pt x="152" y="913"/>
                    </a:cubicBezTo>
                    <a:lnTo>
                      <a:pt x="937" y="127"/>
                    </a:lnTo>
                    <a:cubicBezTo>
                      <a:pt x="953" y="111"/>
                      <a:pt x="973" y="104"/>
                      <a:pt x="993" y="104"/>
                    </a:cubicBezTo>
                    <a:close/>
                    <a:moveTo>
                      <a:pt x="1004" y="0"/>
                    </a:moveTo>
                    <a:cubicBezTo>
                      <a:pt x="947" y="0"/>
                      <a:pt x="891" y="22"/>
                      <a:pt x="848" y="64"/>
                    </a:cubicBezTo>
                    <a:lnTo>
                      <a:pt x="89" y="824"/>
                    </a:lnTo>
                    <a:cubicBezTo>
                      <a:pt x="0" y="913"/>
                      <a:pt x="0" y="1065"/>
                      <a:pt x="110" y="1154"/>
                    </a:cubicBezTo>
                    <a:lnTo>
                      <a:pt x="587" y="1457"/>
                    </a:lnTo>
                    <a:cubicBezTo>
                      <a:pt x="635" y="1497"/>
                      <a:pt x="692" y="1515"/>
                      <a:pt x="750" y="1515"/>
                    </a:cubicBezTo>
                    <a:cubicBezTo>
                      <a:pt x="823" y="1515"/>
                      <a:pt x="897" y="1486"/>
                      <a:pt x="958" y="1436"/>
                    </a:cubicBezTo>
                    <a:lnTo>
                      <a:pt x="1461" y="913"/>
                    </a:lnTo>
                    <a:cubicBezTo>
                      <a:pt x="1550" y="824"/>
                      <a:pt x="1571" y="672"/>
                      <a:pt x="1482" y="562"/>
                    </a:cubicBezTo>
                    <a:lnTo>
                      <a:pt x="1178" y="85"/>
                    </a:lnTo>
                    <a:cubicBezTo>
                      <a:pt x="1131" y="27"/>
                      <a:pt x="1067" y="0"/>
                      <a:pt x="1004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2208;p47">
                <a:extLst>
                  <a:ext uri="{FF2B5EF4-FFF2-40B4-BE49-F238E27FC236}">
                    <a16:creationId xmlns:a16="http://schemas.microsoft.com/office/drawing/2014/main" id="{82FB9865-EAC0-81DD-BC4F-CFA26670318C}"/>
                  </a:ext>
                </a:extLst>
              </p:cNvPr>
              <p:cNvSpPr/>
              <p:nvPr/>
            </p:nvSpPr>
            <p:spPr>
              <a:xfrm>
                <a:off x="4111577" y="1251507"/>
                <a:ext cx="119146" cy="78181"/>
              </a:xfrm>
              <a:custGeom>
                <a:avLst/>
                <a:gdLst/>
                <a:ahLst/>
                <a:cxnLst/>
                <a:rect l="l" t="t" r="r" b="b"/>
                <a:pathLst>
                  <a:path w="1399" h="918" extrusionOk="0">
                    <a:moveTo>
                      <a:pt x="131" y="1"/>
                    </a:moveTo>
                    <a:cubicBezTo>
                      <a:pt x="68" y="1"/>
                      <a:pt x="0" y="90"/>
                      <a:pt x="21" y="174"/>
                    </a:cubicBezTo>
                    <a:lnTo>
                      <a:pt x="131" y="744"/>
                    </a:lnTo>
                    <a:cubicBezTo>
                      <a:pt x="152" y="849"/>
                      <a:pt x="241" y="917"/>
                      <a:pt x="351" y="917"/>
                    </a:cubicBezTo>
                    <a:lnTo>
                      <a:pt x="1068" y="917"/>
                    </a:lnTo>
                    <a:cubicBezTo>
                      <a:pt x="1178" y="917"/>
                      <a:pt x="1267" y="849"/>
                      <a:pt x="1288" y="744"/>
                    </a:cubicBezTo>
                    <a:lnTo>
                      <a:pt x="1398" y="174"/>
                    </a:lnTo>
                    <a:lnTo>
                      <a:pt x="1398" y="153"/>
                    </a:lnTo>
                    <a:cubicBezTo>
                      <a:pt x="1398" y="64"/>
                      <a:pt x="1330" y="1"/>
                      <a:pt x="124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2209;p47">
                <a:extLst>
                  <a:ext uri="{FF2B5EF4-FFF2-40B4-BE49-F238E27FC236}">
                    <a16:creationId xmlns:a16="http://schemas.microsoft.com/office/drawing/2014/main" id="{6CAC60C9-74BB-3CB9-6067-2F9E5E714D80}"/>
                  </a:ext>
                </a:extLst>
              </p:cNvPr>
              <p:cNvSpPr/>
              <p:nvPr/>
            </p:nvSpPr>
            <p:spPr>
              <a:xfrm>
                <a:off x="4106212" y="1245716"/>
                <a:ext cx="131665" cy="89253"/>
              </a:xfrm>
              <a:custGeom>
                <a:avLst/>
                <a:gdLst/>
                <a:ahLst/>
                <a:cxnLst/>
                <a:rect l="l" t="t" r="r" b="b"/>
                <a:pathLst>
                  <a:path w="1546" h="1048" extrusionOk="0">
                    <a:moveTo>
                      <a:pt x="1309" y="111"/>
                    </a:moveTo>
                    <a:cubicBezTo>
                      <a:pt x="1372" y="111"/>
                      <a:pt x="1414" y="179"/>
                      <a:pt x="1414" y="221"/>
                    </a:cubicBezTo>
                    <a:lnTo>
                      <a:pt x="1309" y="786"/>
                    </a:lnTo>
                    <a:cubicBezTo>
                      <a:pt x="1283" y="875"/>
                      <a:pt x="1220" y="943"/>
                      <a:pt x="1131" y="943"/>
                    </a:cubicBezTo>
                    <a:lnTo>
                      <a:pt x="414" y="943"/>
                    </a:lnTo>
                    <a:cubicBezTo>
                      <a:pt x="325" y="943"/>
                      <a:pt x="262" y="875"/>
                      <a:pt x="236" y="786"/>
                    </a:cubicBezTo>
                    <a:lnTo>
                      <a:pt x="131" y="221"/>
                    </a:lnTo>
                    <a:cubicBezTo>
                      <a:pt x="131" y="179"/>
                      <a:pt x="173" y="111"/>
                      <a:pt x="236" y="111"/>
                    </a:cubicBezTo>
                    <a:close/>
                    <a:moveTo>
                      <a:pt x="236" y="1"/>
                    </a:moveTo>
                    <a:cubicBezTo>
                      <a:pt x="105" y="1"/>
                      <a:pt x="0" y="132"/>
                      <a:pt x="21" y="242"/>
                    </a:cubicBezTo>
                    <a:lnTo>
                      <a:pt x="131" y="812"/>
                    </a:lnTo>
                    <a:cubicBezTo>
                      <a:pt x="173" y="943"/>
                      <a:pt x="283" y="1048"/>
                      <a:pt x="414" y="1048"/>
                    </a:cubicBezTo>
                    <a:lnTo>
                      <a:pt x="1131" y="1048"/>
                    </a:lnTo>
                    <a:cubicBezTo>
                      <a:pt x="1262" y="1048"/>
                      <a:pt x="1393" y="943"/>
                      <a:pt x="1414" y="812"/>
                    </a:cubicBezTo>
                    <a:lnTo>
                      <a:pt x="1524" y="242"/>
                    </a:lnTo>
                    <a:cubicBezTo>
                      <a:pt x="1545" y="132"/>
                      <a:pt x="1440" y="1"/>
                      <a:pt x="1309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2210;p47">
                <a:extLst>
                  <a:ext uri="{FF2B5EF4-FFF2-40B4-BE49-F238E27FC236}">
                    <a16:creationId xmlns:a16="http://schemas.microsoft.com/office/drawing/2014/main" id="{EB62A51B-3945-CB50-2A8A-15037CE0FBF2}"/>
                  </a:ext>
                </a:extLst>
              </p:cNvPr>
              <p:cNvSpPr/>
              <p:nvPr/>
            </p:nvSpPr>
            <p:spPr>
              <a:xfrm>
                <a:off x="3950108" y="1157913"/>
                <a:ext cx="122723" cy="119231"/>
              </a:xfrm>
              <a:custGeom>
                <a:avLst/>
                <a:gdLst/>
                <a:ahLst/>
                <a:cxnLst/>
                <a:rect l="l" t="t" r="r" b="b"/>
                <a:pathLst>
                  <a:path w="1441" h="1400" extrusionOk="0">
                    <a:moveTo>
                      <a:pt x="499" y="0"/>
                    </a:moveTo>
                    <a:cubicBezTo>
                      <a:pt x="457" y="0"/>
                      <a:pt x="417" y="22"/>
                      <a:pt x="393" y="73"/>
                    </a:cubicBezTo>
                    <a:lnTo>
                      <a:pt x="63" y="534"/>
                    </a:lnTo>
                    <a:cubicBezTo>
                      <a:pt x="0" y="639"/>
                      <a:pt x="21" y="749"/>
                      <a:pt x="84" y="838"/>
                    </a:cubicBezTo>
                    <a:lnTo>
                      <a:pt x="608" y="1341"/>
                    </a:lnTo>
                    <a:cubicBezTo>
                      <a:pt x="647" y="1377"/>
                      <a:pt x="708" y="1399"/>
                      <a:pt x="769" y="1399"/>
                    </a:cubicBezTo>
                    <a:cubicBezTo>
                      <a:pt x="812" y="1399"/>
                      <a:pt x="855" y="1388"/>
                      <a:pt x="891" y="1362"/>
                    </a:cubicBezTo>
                    <a:lnTo>
                      <a:pt x="1372" y="1032"/>
                    </a:lnTo>
                    <a:lnTo>
                      <a:pt x="1393" y="1032"/>
                    </a:lnTo>
                    <a:cubicBezTo>
                      <a:pt x="1440" y="969"/>
                      <a:pt x="1440" y="859"/>
                      <a:pt x="1393" y="817"/>
                    </a:cubicBezTo>
                    <a:lnTo>
                      <a:pt x="608" y="52"/>
                    </a:lnTo>
                    <a:cubicBezTo>
                      <a:pt x="608" y="31"/>
                      <a:pt x="608" y="31"/>
                      <a:pt x="587" y="31"/>
                    </a:cubicBezTo>
                    <a:cubicBezTo>
                      <a:pt x="560" y="12"/>
                      <a:pt x="529" y="0"/>
                      <a:pt x="49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2211;p47">
                <a:extLst>
                  <a:ext uri="{FF2B5EF4-FFF2-40B4-BE49-F238E27FC236}">
                    <a16:creationId xmlns:a16="http://schemas.microsoft.com/office/drawing/2014/main" id="{C98AD1E1-F86A-5FD9-ED4D-461361E75EA9}"/>
                  </a:ext>
                </a:extLst>
              </p:cNvPr>
              <p:cNvSpPr/>
              <p:nvPr/>
            </p:nvSpPr>
            <p:spPr>
              <a:xfrm>
                <a:off x="3944317" y="1152547"/>
                <a:ext cx="135668" cy="129791"/>
              </a:xfrm>
              <a:custGeom>
                <a:avLst/>
                <a:gdLst/>
                <a:ahLst/>
                <a:cxnLst/>
                <a:rect l="l" t="t" r="r" b="b"/>
                <a:pathLst>
                  <a:path w="1593" h="1524" extrusionOk="0">
                    <a:moveTo>
                      <a:pt x="593" y="113"/>
                    </a:moveTo>
                    <a:cubicBezTo>
                      <a:pt x="616" y="113"/>
                      <a:pt x="639" y="120"/>
                      <a:pt x="655" y="136"/>
                    </a:cubicBezTo>
                    <a:lnTo>
                      <a:pt x="1419" y="901"/>
                    </a:lnTo>
                    <a:cubicBezTo>
                      <a:pt x="1461" y="943"/>
                      <a:pt x="1440" y="1032"/>
                      <a:pt x="1398" y="1053"/>
                    </a:cubicBezTo>
                    <a:lnTo>
                      <a:pt x="917" y="1383"/>
                    </a:lnTo>
                    <a:cubicBezTo>
                      <a:pt x="889" y="1401"/>
                      <a:pt x="856" y="1411"/>
                      <a:pt x="823" y="1411"/>
                    </a:cubicBezTo>
                    <a:cubicBezTo>
                      <a:pt x="780" y="1411"/>
                      <a:pt x="735" y="1395"/>
                      <a:pt x="697" y="1356"/>
                    </a:cubicBezTo>
                    <a:lnTo>
                      <a:pt x="199" y="859"/>
                    </a:lnTo>
                    <a:cubicBezTo>
                      <a:pt x="131" y="791"/>
                      <a:pt x="131" y="702"/>
                      <a:pt x="173" y="639"/>
                    </a:cubicBezTo>
                    <a:lnTo>
                      <a:pt x="503" y="157"/>
                    </a:lnTo>
                    <a:cubicBezTo>
                      <a:pt x="516" y="131"/>
                      <a:pt x="555" y="113"/>
                      <a:pt x="593" y="113"/>
                    </a:cubicBezTo>
                    <a:close/>
                    <a:moveTo>
                      <a:pt x="577" y="1"/>
                    </a:moveTo>
                    <a:cubicBezTo>
                      <a:pt x="514" y="1"/>
                      <a:pt x="451" y="34"/>
                      <a:pt x="414" y="94"/>
                    </a:cubicBezTo>
                    <a:lnTo>
                      <a:pt x="89" y="571"/>
                    </a:lnTo>
                    <a:cubicBezTo>
                      <a:pt x="0" y="681"/>
                      <a:pt x="21" y="833"/>
                      <a:pt x="110" y="922"/>
                    </a:cubicBezTo>
                    <a:lnTo>
                      <a:pt x="634" y="1445"/>
                    </a:lnTo>
                    <a:cubicBezTo>
                      <a:pt x="684" y="1495"/>
                      <a:pt x="753" y="1524"/>
                      <a:pt x="823" y="1524"/>
                    </a:cubicBezTo>
                    <a:cubicBezTo>
                      <a:pt x="879" y="1524"/>
                      <a:pt x="936" y="1506"/>
                      <a:pt x="985" y="1466"/>
                    </a:cubicBezTo>
                    <a:lnTo>
                      <a:pt x="1461" y="1163"/>
                    </a:lnTo>
                    <a:cubicBezTo>
                      <a:pt x="1571" y="1074"/>
                      <a:pt x="1592" y="922"/>
                      <a:pt x="1482" y="833"/>
                    </a:cubicBezTo>
                    <a:lnTo>
                      <a:pt x="723" y="73"/>
                    </a:lnTo>
                    <a:cubicBezTo>
                      <a:pt x="683" y="24"/>
                      <a:pt x="629" y="1"/>
                      <a:pt x="577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2212;p47">
                <a:extLst>
                  <a:ext uri="{FF2B5EF4-FFF2-40B4-BE49-F238E27FC236}">
                    <a16:creationId xmlns:a16="http://schemas.microsoft.com/office/drawing/2014/main" id="{E339A654-6E42-1FE9-ADAB-7A69F2442270}"/>
                  </a:ext>
                </a:extLst>
              </p:cNvPr>
              <p:cNvSpPr/>
              <p:nvPr/>
            </p:nvSpPr>
            <p:spPr>
              <a:xfrm>
                <a:off x="3899692" y="998317"/>
                <a:ext cx="79885" cy="117698"/>
              </a:xfrm>
              <a:custGeom>
                <a:avLst/>
                <a:gdLst/>
                <a:ahLst/>
                <a:cxnLst/>
                <a:rect l="l" t="t" r="r" b="b"/>
                <a:pathLst>
                  <a:path w="938" h="1382" extrusionOk="0">
                    <a:moveTo>
                      <a:pt x="776" y="0"/>
                    </a:moveTo>
                    <a:cubicBezTo>
                      <a:pt x="765" y="0"/>
                      <a:pt x="755" y="2"/>
                      <a:pt x="744" y="4"/>
                    </a:cubicBezTo>
                    <a:lnTo>
                      <a:pt x="173" y="114"/>
                    </a:lnTo>
                    <a:cubicBezTo>
                      <a:pt x="69" y="135"/>
                      <a:pt x="1" y="224"/>
                      <a:pt x="1" y="334"/>
                    </a:cubicBezTo>
                    <a:lnTo>
                      <a:pt x="1" y="1052"/>
                    </a:lnTo>
                    <a:cubicBezTo>
                      <a:pt x="1" y="1162"/>
                      <a:pt x="69" y="1251"/>
                      <a:pt x="173" y="1272"/>
                    </a:cubicBezTo>
                    <a:lnTo>
                      <a:pt x="744" y="1382"/>
                    </a:lnTo>
                    <a:lnTo>
                      <a:pt x="786" y="1382"/>
                    </a:lnTo>
                    <a:cubicBezTo>
                      <a:pt x="854" y="1382"/>
                      <a:pt x="938" y="1314"/>
                      <a:pt x="938" y="1230"/>
                    </a:cubicBezTo>
                    <a:lnTo>
                      <a:pt x="938" y="156"/>
                    </a:lnTo>
                    <a:cubicBezTo>
                      <a:pt x="938" y="135"/>
                      <a:pt x="938" y="135"/>
                      <a:pt x="917" y="114"/>
                    </a:cubicBezTo>
                    <a:cubicBezTo>
                      <a:pt x="917" y="59"/>
                      <a:pt x="849" y="0"/>
                      <a:pt x="77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2213;p47">
                <a:extLst>
                  <a:ext uri="{FF2B5EF4-FFF2-40B4-BE49-F238E27FC236}">
                    <a16:creationId xmlns:a16="http://schemas.microsoft.com/office/drawing/2014/main" id="{7CA5FF39-3794-38CE-2FB7-D798DE594A5E}"/>
                  </a:ext>
                </a:extLst>
              </p:cNvPr>
              <p:cNvSpPr/>
              <p:nvPr/>
            </p:nvSpPr>
            <p:spPr>
              <a:xfrm>
                <a:off x="3894327" y="993037"/>
                <a:ext cx="89338" cy="128599"/>
              </a:xfrm>
              <a:custGeom>
                <a:avLst/>
                <a:gdLst/>
                <a:ahLst/>
                <a:cxnLst/>
                <a:rect l="l" t="t" r="r" b="b"/>
                <a:pathLst>
                  <a:path w="1049" h="1510" extrusionOk="0">
                    <a:moveTo>
                      <a:pt x="828" y="113"/>
                    </a:moveTo>
                    <a:cubicBezTo>
                      <a:pt x="891" y="113"/>
                      <a:pt x="938" y="155"/>
                      <a:pt x="938" y="218"/>
                    </a:cubicBezTo>
                    <a:lnTo>
                      <a:pt x="938" y="1292"/>
                    </a:lnTo>
                    <a:cubicBezTo>
                      <a:pt x="938" y="1355"/>
                      <a:pt x="891" y="1397"/>
                      <a:pt x="828" y="1397"/>
                    </a:cubicBezTo>
                    <a:lnTo>
                      <a:pt x="263" y="1292"/>
                    </a:lnTo>
                    <a:cubicBezTo>
                      <a:pt x="174" y="1266"/>
                      <a:pt x="132" y="1203"/>
                      <a:pt x="132" y="1114"/>
                    </a:cubicBezTo>
                    <a:lnTo>
                      <a:pt x="132" y="396"/>
                    </a:lnTo>
                    <a:cubicBezTo>
                      <a:pt x="132" y="307"/>
                      <a:pt x="174" y="244"/>
                      <a:pt x="263" y="218"/>
                    </a:cubicBezTo>
                    <a:lnTo>
                      <a:pt x="828" y="113"/>
                    </a:lnTo>
                    <a:close/>
                    <a:moveTo>
                      <a:pt x="841" y="1"/>
                    </a:moveTo>
                    <a:cubicBezTo>
                      <a:pt x="830" y="1"/>
                      <a:pt x="818" y="2"/>
                      <a:pt x="807" y="4"/>
                    </a:cubicBezTo>
                    <a:lnTo>
                      <a:pt x="236" y="113"/>
                    </a:lnTo>
                    <a:cubicBezTo>
                      <a:pt x="105" y="134"/>
                      <a:pt x="1" y="265"/>
                      <a:pt x="1" y="396"/>
                    </a:cubicBezTo>
                    <a:lnTo>
                      <a:pt x="1" y="1114"/>
                    </a:lnTo>
                    <a:cubicBezTo>
                      <a:pt x="1" y="1245"/>
                      <a:pt x="105" y="1376"/>
                      <a:pt x="236" y="1397"/>
                    </a:cubicBezTo>
                    <a:lnTo>
                      <a:pt x="807" y="1507"/>
                    </a:lnTo>
                    <a:cubicBezTo>
                      <a:pt x="818" y="1508"/>
                      <a:pt x="830" y="1509"/>
                      <a:pt x="841" y="1509"/>
                    </a:cubicBezTo>
                    <a:cubicBezTo>
                      <a:pt x="956" y="1509"/>
                      <a:pt x="1048" y="1411"/>
                      <a:pt x="1048" y="1292"/>
                    </a:cubicBezTo>
                    <a:lnTo>
                      <a:pt x="1048" y="218"/>
                    </a:lnTo>
                    <a:cubicBezTo>
                      <a:pt x="1048" y="99"/>
                      <a:pt x="956" y="1"/>
                      <a:pt x="841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2214;p47">
                <a:extLst>
                  <a:ext uri="{FF2B5EF4-FFF2-40B4-BE49-F238E27FC236}">
                    <a16:creationId xmlns:a16="http://schemas.microsoft.com/office/drawing/2014/main" id="{E7E8DA04-CB48-B7AE-255C-19D89DF7433C}"/>
                  </a:ext>
                </a:extLst>
              </p:cNvPr>
              <p:cNvSpPr/>
              <p:nvPr/>
            </p:nvSpPr>
            <p:spPr>
              <a:xfrm>
                <a:off x="3950108" y="837529"/>
                <a:ext cx="124511" cy="119146"/>
              </a:xfrm>
              <a:custGeom>
                <a:avLst/>
                <a:gdLst/>
                <a:ahLst/>
                <a:cxnLst/>
                <a:rect l="l" t="t" r="r" b="b"/>
                <a:pathLst>
                  <a:path w="1462" h="1399" extrusionOk="0">
                    <a:moveTo>
                      <a:pt x="769" y="1"/>
                    </a:moveTo>
                    <a:cubicBezTo>
                      <a:pt x="708" y="1"/>
                      <a:pt x="647" y="23"/>
                      <a:pt x="608" y="59"/>
                    </a:cubicBezTo>
                    <a:lnTo>
                      <a:pt x="84" y="562"/>
                    </a:lnTo>
                    <a:cubicBezTo>
                      <a:pt x="21" y="651"/>
                      <a:pt x="0" y="761"/>
                      <a:pt x="63" y="866"/>
                    </a:cubicBezTo>
                    <a:lnTo>
                      <a:pt x="393" y="1327"/>
                    </a:lnTo>
                    <a:cubicBezTo>
                      <a:pt x="393" y="1348"/>
                      <a:pt x="393" y="1348"/>
                      <a:pt x="414" y="1348"/>
                    </a:cubicBezTo>
                    <a:cubicBezTo>
                      <a:pt x="435" y="1382"/>
                      <a:pt x="473" y="1399"/>
                      <a:pt x="514" y="1399"/>
                    </a:cubicBezTo>
                    <a:cubicBezTo>
                      <a:pt x="554" y="1399"/>
                      <a:pt x="597" y="1382"/>
                      <a:pt x="629" y="1348"/>
                    </a:cubicBezTo>
                    <a:lnTo>
                      <a:pt x="1393" y="583"/>
                    </a:lnTo>
                    <a:lnTo>
                      <a:pt x="1414" y="562"/>
                    </a:lnTo>
                    <a:cubicBezTo>
                      <a:pt x="1461" y="499"/>
                      <a:pt x="1440" y="410"/>
                      <a:pt x="1372" y="368"/>
                    </a:cubicBezTo>
                    <a:lnTo>
                      <a:pt x="891" y="38"/>
                    </a:lnTo>
                    <a:cubicBezTo>
                      <a:pt x="855" y="12"/>
                      <a:pt x="812" y="1"/>
                      <a:pt x="76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2215;p47">
                <a:extLst>
                  <a:ext uri="{FF2B5EF4-FFF2-40B4-BE49-F238E27FC236}">
                    <a16:creationId xmlns:a16="http://schemas.microsoft.com/office/drawing/2014/main" id="{0F327F8D-2169-4CB9-10AE-E66EEF840BF6}"/>
                  </a:ext>
                </a:extLst>
              </p:cNvPr>
              <p:cNvSpPr/>
              <p:nvPr/>
            </p:nvSpPr>
            <p:spPr>
              <a:xfrm>
                <a:off x="3944317" y="832334"/>
                <a:ext cx="135668" cy="129791"/>
              </a:xfrm>
              <a:custGeom>
                <a:avLst/>
                <a:gdLst/>
                <a:ahLst/>
                <a:cxnLst/>
                <a:rect l="l" t="t" r="r" b="b"/>
                <a:pathLst>
                  <a:path w="1593" h="1524" extrusionOk="0">
                    <a:moveTo>
                      <a:pt x="823" y="113"/>
                    </a:moveTo>
                    <a:cubicBezTo>
                      <a:pt x="856" y="113"/>
                      <a:pt x="889" y="123"/>
                      <a:pt x="917" y="141"/>
                    </a:cubicBezTo>
                    <a:lnTo>
                      <a:pt x="1398" y="471"/>
                    </a:lnTo>
                    <a:cubicBezTo>
                      <a:pt x="1461" y="492"/>
                      <a:pt x="1461" y="581"/>
                      <a:pt x="1419" y="623"/>
                    </a:cubicBezTo>
                    <a:lnTo>
                      <a:pt x="655" y="1388"/>
                    </a:lnTo>
                    <a:cubicBezTo>
                      <a:pt x="639" y="1404"/>
                      <a:pt x="619" y="1411"/>
                      <a:pt x="598" y="1411"/>
                    </a:cubicBezTo>
                    <a:cubicBezTo>
                      <a:pt x="565" y="1411"/>
                      <a:pt x="529" y="1393"/>
                      <a:pt x="503" y="1367"/>
                    </a:cubicBezTo>
                    <a:lnTo>
                      <a:pt x="173" y="885"/>
                    </a:lnTo>
                    <a:cubicBezTo>
                      <a:pt x="131" y="822"/>
                      <a:pt x="152" y="733"/>
                      <a:pt x="199" y="665"/>
                    </a:cubicBezTo>
                    <a:lnTo>
                      <a:pt x="697" y="168"/>
                    </a:lnTo>
                    <a:cubicBezTo>
                      <a:pt x="735" y="129"/>
                      <a:pt x="780" y="113"/>
                      <a:pt x="823" y="113"/>
                    </a:cubicBezTo>
                    <a:close/>
                    <a:moveTo>
                      <a:pt x="823" y="0"/>
                    </a:moveTo>
                    <a:cubicBezTo>
                      <a:pt x="753" y="0"/>
                      <a:pt x="684" y="29"/>
                      <a:pt x="634" y="79"/>
                    </a:cubicBezTo>
                    <a:lnTo>
                      <a:pt x="110" y="602"/>
                    </a:lnTo>
                    <a:cubicBezTo>
                      <a:pt x="21" y="691"/>
                      <a:pt x="0" y="843"/>
                      <a:pt x="89" y="953"/>
                    </a:cubicBezTo>
                    <a:lnTo>
                      <a:pt x="414" y="1430"/>
                    </a:lnTo>
                    <a:cubicBezTo>
                      <a:pt x="451" y="1490"/>
                      <a:pt x="514" y="1523"/>
                      <a:pt x="577" y="1523"/>
                    </a:cubicBezTo>
                    <a:cubicBezTo>
                      <a:pt x="629" y="1523"/>
                      <a:pt x="683" y="1500"/>
                      <a:pt x="723" y="1451"/>
                    </a:cubicBezTo>
                    <a:lnTo>
                      <a:pt x="1508" y="691"/>
                    </a:lnTo>
                    <a:cubicBezTo>
                      <a:pt x="1592" y="602"/>
                      <a:pt x="1571" y="450"/>
                      <a:pt x="1461" y="361"/>
                    </a:cubicBezTo>
                    <a:lnTo>
                      <a:pt x="985" y="58"/>
                    </a:lnTo>
                    <a:cubicBezTo>
                      <a:pt x="936" y="18"/>
                      <a:pt x="879" y="0"/>
                      <a:pt x="823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2216;p47">
                <a:extLst>
                  <a:ext uri="{FF2B5EF4-FFF2-40B4-BE49-F238E27FC236}">
                    <a16:creationId xmlns:a16="http://schemas.microsoft.com/office/drawing/2014/main" id="{A83DB8B1-2FD6-8D57-8F63-5CE48B9A0B54}"/>
                  </a:ext>
                </a:extLst>
              </p:cNvPr>
              <p:cNvSpPr/>
              <p:nvPr/>
            </p:nvSpPr>
            <p:spPr>
              <a:xfrm>
                <a:off x="3959051" y="842554"/>
                <a:ext cx="427784" cy="427784"/>
              </a:xfrm>
              <a:custGeom>
                <a:avLst/>
                <a:gdLst/>
                <a:ahLst/>
                <a:cxnLst/>
                <a:rect l="l" t="t" r="r" b="b"/>
                <a:pathLst>
                  <a:path w="5023" h="5023" extrusionOk="0">
                    <a:moveTo>
                      <a:pt x="2514" y="1200"/>
                    </a:moveTo>
                    <a:cubicBezTo>
                      <a:pt x="3231" y="1200"/>
                      <a:pt x="3823" y="1791"/>
                      <a:pt x="3823" y="2509"/>
                    </a:cubicBezTo>
                    <a:cubicBezTo>
                      <a:pt x="3823" y="3232"/>
                      <a:pt x="3231" y="3818"/>
                      <a:pt x="2514" y="3818"/>
                    </a:cubicBezTo>
                    <a:cubicBezTo>
                      <a:pt x="1791" y="3818"/>
                      <a:pt x="1205" y="3232"/>
                      <a:pt x="1205" y="2509"/>
                    </a:cubicBezTo>
                    <a:cubicBezTo>
                      <a:pt x="1205" y="1791"/>
                      <a:pt x="1791" y="1200"/>
                      <a:pt x="2514" y="1200"/>
                    </a:cubicBezTo>
                    <a:close/>
                    <a:moveTo>
                      <a:pt x="2514" y="0"/>
                    </a:moveTo>
                    <a:cubicBezTo>
                      <a:pt x="1115" y="0"/>
                      <a:pt x="0" y="1137"/>
                      <a:pt x="0" y="2509"/>
                    </a:cubicBezTo>
                    <a:cubicBezTo>
                      <a:pt x="0" y="3886"/>
                      <a:pt x="1115" y="5023"/>
                      <a:pt x="2514" y="5023"/>
                    </a:cubicBezTo>
                    <a:cubicBezTo>
                      <a:pt x="3886" y="5023"/>
                      <a:pt x="5022" y="3886"/>
                      <a:pt x="5022" y="2509"/>
                    </a:cubicBezTo>
                    <a:cubicBezTo>
                      <a:pt x="5022" y="1137"/>
                      <a:pt x="3886" y="0"/>
                      <a:pt x="251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2217;p47">
                <a:extLst>
                  <a:ext uri="{FF2B5EF4-FFF2-40B4-BE49-F238E27FC236}">
                    <a16:creationId xmlns:a16="http://schemas.microsoft.com/office/drawing/2014/main" id="{6575160C-C23F-2943-47A6-75F532D94EE0}"/>
                  </a:ext>
                </a:extLst>
              </p:cNvPr>
              <p:cNvSpPr/>
              <p:nvPr/>
            </p:nvSpPr>
            <p:spPr>
              <a:xfrm>
                <a:off x="3953685" y="838977"/>
                <a:ext cx="436726" cy="434938"/>
              </a:xfrm>
              <a:custGeom>
                <a:avLst/>
                <a:gdLst/>
                <a:ahLst/>
                <a:cxnLst/>
                <a:rect l="l" t="t" r="r" b="b"/>
                <a:pathLst>
                  <a:path w="5128" h="5107" extrusionOk="0">
                    <a:moveTo>
                      <a:pt x="2577" y="1310"/>
                    </a:moveTo>
                    <a:cubicBezTo>
                      <a:pt x="3273" y="1310"/>
                      <a:pt x="3818" y="1854"/>
                      <a:pt x="3818" y="2551"/>
                    </a:cubicBezTo>
                    <a:cubicBezTo>
                      <a:pt x="3818" y="3253"/>
                      <a:pt x="3273" y="3797"/>
                      <a:pt x="2577" y="3797"/>
                    </a:cubicBezTo>
                    <a:cubicBezTo>
                      <a:pt x="1875" y="3797"/>
                      <a:pt x="1309" y="3253"/>
                      <a:pt x="1309" y="2551"/>
                    </a:cubicBezTo>
                    <a:cubicBezTo>
                      <a:pt x="1309" y="1854"/>
                      <a:pt x="1875" y="1310"/>
                      <a:pt x="2577" y="1310"/>
                    </a:cubicBezTo>
                    <a:close/>
                    <a:moveTo>
                      <a:pt x="2577" y="1179"/>
                    </a:moveTo>
                    <a:cubicBezTo>
                      <a:pt x="1812" y="1179"/>
                      <a:pt x="1199" y="1792"/>
                      <a:pt x="1199" y="2551"/>
                    </a:cubicBezTo>
                    <a:cubicBezTo>
                      <a:pt x="1199" y="3316"/>
                      <a:pt x="1812" y="3928"/>
                      <a:pt x="2577" y="3928"/>
                    </a:cubicBezTo>
                    <a:cubicBezTo>
                      <a:pt x="3315" y="3928"/>
                      <a:pt x="3928" y="3316"/>
                      <a:pt x="3928" y="2551"/>
                    </a:cubicBezTo>
                    <a:cubicBezTo>
                      <a:pt x="3928" y="1792"/>
                      <a:pt x="3315" y="1179"/>
                      <a:pt x="2577" y="1179"/>
                    </a:cubicBezTo>
                    <a:close/>
                    <a:moveTo>
                      <a:pt x="2577" y="111"/>
                    </a:moveTo>
                    <a:cubicBezTo>
                      <a:pt x="3928" y="111"/>
                      <a:pt x="5017" y="1200"/>
                      <a:pt x="5017" y="2551"/>
                    </a:cubicBezTo>
                    <a:cubicBezTo>
                      <a:pt x="5017" y="3907"/>
                      <a:pt x="3928" y="4997"/>
                      <a:pt x="2577" y="4997"/>
                    </a:cubicBezTo>
                    <a:cubicBezTo>
                      <a:pt x="1220" y="4997"/>
                      <a:pt x="131" y="3907"/>
                      <a:pt x="131" y="2551"/>
                    </a:cubicBezTo>
                    <a:cubicBezTo>
                      <a:pt x="131" y="1200"/>
                      <a:pt x="1220" y="111"/>
                      <a:pt x="2577" y="111"/>
                    </a:cubicBezTo>
                    <a:close/>
                    <a:moveTo>
                      <a:pt x="2577" y="1"/>
                    </a:moveTo>
                    <a:cubicBezTo>
                      <a:pt x="1158" y="1"/>
                      <a:pt x="0" y="1137"/>
                      <a:pt x="0" y="2551"/>
                    </a:cubicBezTo>
                    <a:cubicBezTo>
                      <a:pt x="0" y="3970"/>
                      <a:pt x="1158" y="5107"/>
                      <a:pt x="2577" y="5107"/>
                    </a:cubicBezTo>
                    <a:cubicBezTo>
                      <a:pt x="3991" y="5107"/>
                      <a:pt x="5127" y="3970"/>
                      <a:pt x="5127" y="2551"/>
                    </a:cubicBezTo>
                    <a:cubicBezTo>
                      <a:pt x="5127" y="1137"/>
                      <a:pt x="3991" y="1"/>
                      <a:pt x="2577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2218;p47">
                <a:extLst>
                  <a:ext uri="{FF2B5EF4-FFF2-40B4-BE49-F238E27FC236}">
                    <a16:creationId xmlns:a16="http://schemas.microsoft.com/office/drawing/2014/main" id="{8D6BE06A-D53A-5D99-B3FB-5E624E9D943D}"/>
                  </a:ext>
                </a:extLst>
              </p:cNvPr>
              <p:cNvSpPr/>
              <p:nvPr/>
            </p:nvSpPr>
            <p:spPr>
              <a:xfrm>
                <a:off x="4046428" y="929931"/>
                <a:ext cx="251152" cy="253025"/>
              </a:xfrm>
              <a:custGeom>
                <a:avLst/>
                <a:gdLst/>
                <a:ahLst/>
                <a:cxnLst/>
                <a:rect l="l" t="t" r="r" b="b"/>
                <a:pathLst>
                  <a:path w="2949" h="2971" extrusionOk="0">
                    <a:moveTo>
                      <a:pt x="1488" y="174"/>
                    </a:moveTo>
                    <a:cubicBezTo>
                      <a:pt x="2205" y="174"/>
                      <a:pt x="2797" y="765"/>
                      <a:pt x="2797" y="1483"/>
                    </a:cubicBezTo>
                    <a:cubicBezTo>
                      <a:pt x="2797" y="2206"/>
                      <a:pt x="2205" y="2792"/>
                      <a:pt x="1488" y="2792"/>
                    </a:cubicBezTo>
                    <a:cubicBezTo>
                      <a:pt x="765" y="2792"/>
                      <a:pt x="179" y="2206"/>
                      <a:pt x="179" y="1483"/>
                    </a:cubicBezTo>
                    <a:cubicBezTo>
                      <a:pt x="179" y="765"/>
                      <a:pt x="765" y="174"/>
                      <a:pt x="1488" y="174"/>
                    </a:cubicBezTo>
                    <a:close/>
                    <a:moveTo>
                      <a:pt x="1488" y="1"/>
                    </a:moveTo>
                    <a:cubicBezTo>
                      <a:pt x="655" y="1"/>
                      <a:pt x="0" y="676"/>
                      <a:pt x="0" y="1483"/>
                    </a:cubicBezTo>
                    <a:cubicBezTo>
                      <a:pt x="0" y="2295"/>
                      <a:pt x="655" y="2970"/>
                      <a:pt x="1488" y="2970"/>
                    </a:cubicBezTo>
                    <a:cubicBezTo>
                      <a:pt x="2294" y="2970"/>
                      <a:pt x="2949" y="2295"/>
                      <a:pt x="2949" y="1483"/>
                    </a:cubicBezTo>
                    <a:cubicBezTo>
                      <a:pt x="2949" y="676"/>
                      <a:pt x="2294" y="1"/>
                      <a:pt x="1488" y="1"/>
                    </a:cubicBezTo>
                    <a:close/>
                  </a:path>
                </a:pathLst>
              </a:custGeom>
              <a:solidFill>
                <a:srgbClr val="356B9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2219;p47">
                <a:extLst>
                  <a:ext uri="{FF2B5EF4-FFF2-40B4-BE49-F238E27FC236}">
                    <a16:creationId xmlns:a16="http://schemas.microsoft.com/office/drawing/2014/main" id="{CB3BD687-4100-7775-8AEC-C0A76B71B683}"/>
                  </a:ext>
                </a:extLst>
              </p:cNvPr>
              <p:cNvSpPr/>
              <p:nvPr/>
            </p:nvSpPr>
            <p:spPr>
              <a:xfrm>
                <a:off x="4041062" y="926354"/>
                <a:ext cx="261882" cy="260179"/>
              </a:xfrm>
              <a:custGeom>
                <a:avLst/>
                <a:gdLst/>
                <a:ahLst/>
                <a:cxnLst/>
                <a:rect l="l" t="t" r="r" b="b"/>
                <a:pathLst>
                  <a:path w="3075" h="3055" extrusionOk="0">
                    <a:moveTo>
                      <a:pt x="1551" y="284"/>
                    </a:moveTo>
                    <a:cubicBezTo>
                      <a:pt x="2247" y="284"/>
                      <a:pt x="2792" y="828"/>
                      <a:pt x="2792" y="1525"/>
                    </a:cubicBezTo>
                    <a:cubicBezTo>
                      <a:pt x="2792" y="2227"/>
                      <a:pt x="2247" y="2771"/>
                      <a:pt x="1551" y="2771"/>
                    </a:cubicBezTo>
                    <a:cubicBezTo>
                      <a:pt x="849" y="2771"/>
                      <a:pt x="283" y="2227"/>
                      <a:pt x="283" y="1525"/>
                    </a:cubicBezTo>
                    <a:cubicBezTo>
                      <a:pt x="283" y="828"/>
                      <a:pt x="849" y="284"/>
                      <a:pt x="1551" y="284"/>
                    </a:cubicBezTo>
                    <a:close/>
                    <a:moveTo>
                      <a:pt x="1551" y="153"/>
                    </a:moveTo>
                    <a:cubicBezTo>
                      <a:pt x="786" y="153"/>
                      <a:pt x="173" y="766"/>
                      <a:pt x="173" y="1525"/>
                    </a:cubicBezTo>
                    <a:cubicBezTo>
                      <a:pt x="173" y="2290"/>
                      <a:pt x="786" y="2902"/>
                      <a:pt x="1551" y="2902"/>
                    </a:cubicBezTo>
                    <a:cubicBezTo>
                      <a:pt x="2289" y="2902"/>
                      <a:pt x="2902" y="2290"/>
                      <a:pt x="2902" y="1525"/>
                    </a:cubicBezTo>
                    <a:cubicBezTo>
                      <a:pt x="2902" y="766"/>
                      <a:pt x="2289" y="153"/>
                      <a:pt x="1551" y="153"/>
                    </a:cubicBezTo>
                    <a:close/>
                    <a:moveTo>
                      <a:pt x="1551" y="111"/>
                    </a:moveTo>
                    <a:cubicBezTo>
                      <a:pt x="2336" y="111"/>
                      <a:pt x="2965" y="739"/>
                      <a:pt x="2965" y="1525"/>
                    </a:cubicBezTo>
                    <a:cubicBezTo>
                      <a:pt x="2965" y="2310"/>
                      <a:pt x="2336" y="2944"/>
                      <a:pt x="1551" y="2944"/>
                    </a:cubicBezTo>
                    <a:cubicBezTo>
                      <a:pt x="765" y="2944"/>
                      <a:pt x="132" y="2310"/>
                      <a:pt x="132" y="1525"/>
                    </a:cubicBezTo>
                    <a:cubicBezTo>
                      <a:pt x="132" y="739"/>
                      <a:pt x="765" y="111"/>
                      <a:pt x="1551" y="111"/>
                    </a:cubicBezTo>
                    <a:close/>
                    <a:moveTo>
                      <a:pt x="1551" y="1"/>
                    </a:moveTo>
                    <a:cubicBezTo>
                      <a:pt x="697" y="1"/>
                      <a:pt x="1" y="677"/>
                      <a:pt x="1" y="1525"/>
                    </a:cubicBezTo>
                    <a:cubicBezTo>
                      <a:pt x="1" y="2379"/>
                      <a:pt x="697" y="3054"/>
                      <a:pt x="1551" y="3054"/>
                    </a:cubicBezTo>
                    <a:cubicBezTo>
                      <a:pt x="2399" y="3054"/>
                      <a:pt x="3075" y="2379"/>
                      <a:pt x="3075" y="1525"/>
                    </a:cubicBezTo>
                    <a:cubicBezTo>
                      <a:pt x="3075" y="677"/>
                      <a:pt x="2399" y="1"/>
                      <a:pt x="1551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" name="Google Shape;2220;p47">
              <a:extLst>
                <a:ext uri="{FF2B5EF4-FFF2-40B4-BE49-F238E27FC236}">
                  <a16:creationId xmlns:a16="http://schemas.microsoft.com/office/drawing/2014/main" id="{969334E2-5974-15D2-415E-4C02615B3C90}"/>
                </a:ext>
              </a:extLst>
            </p:cNvPr>
            <p:cNvGrpSpPr/>
            <p:nvPr/>
          </p:nvGrpSpPr>
          <p:grpSpPr>
            <a:xfrm>
              <a:off x="6243085" y="1707500"/>
              <a:ext cx="555775" cy="553988"/>
              <a:chOff x="6451735" y="1456425"/>
              <a:chExt cx="555775" cy="553988"/>
            </a:xfrm>
          </p:grpSpPr>
          <p:sp>
            <p:nvSpPr>
              <p:cNvPr id="6" name="Google Shape;2221;p47">
                <a:extLst>
                  <a:ext uri="{FF2B5EF4-FFF2-40B4-BE49-F238E27FC236}">
                    <a16:creationId xmlns:a16="http://schemas.microsoft.com/office/drawing/2014/main" id="{F8E281B3-C483-7691-F1BD-F23EC9F47E29}"/>
                  </a:ext>
                </a:extLst>
              </p:cNvPr>
              <p:cNvSpPr/>
              <p:nvPr/>
            </p:nvSpPr>
            <p:spPr>
              <a:xfrm>
                <a:off x="6829007" y="1513484"/>
                <a:ext cx="122808" cy="119657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405" extrusionOk="0">
                    <a:moveTo>
                      <a:pt x="685" y="1"/>
                    </a:moveTo>
                    <a:cubicBezTo>
                      <a:pt x="644" y="1"/>
                      <a:pt x="604" y="12"/>
                      <a:pt x="567" y="32"/>
                    </a:cubicBezTo>
                    <a:lnTo>
                      <a:pt x="85" y="357"/>
                    </a:lnTo>
                    <a:cubicBezTo>
                      <a:pt x="64" y="357"/>
                      <a:pt x="64" y="378"/>
                      <a:pt x="64" y="378"/>
                    </a:cubicBezTo>
                    <a:cubicBezTo>
                      <a:pt x="1" y="446"/>
                      <a:pt x="1" y="535"/>
                      <a:pt x="64" y="598"/>
                    </a:cubicBezTo>
                    <a:lnTo>
                      <a:pt x="828" y="1362"/>
                    </a:lnTo>
                    <a:cubicBezTo>
                      <a:pt x="828" y="1362"/>
                      <a:pt x="828" y="1383"/>
                      <a:pt x="849" y="1383"/>
                    </a:cubicBezTo>
                    <a:cubicBezTo>
                      <a:pt x="873" y="1398"/>
                      <a:pt x="900" y="1405"/>
                      <a:pt x="925" y="1405"/>
                    </a:cubicBezTo>
                    <a:cubicBezTo>
                      <a:pt x="972" y="1405"/>
                      <a:pt x="1018" y="1382"/>
                      <a:pt x="1048" y="1341"/>
                    </a:cubicBezTo>
                    <a:lnTo>
                      <a:pt x="1373" y="859"/>
                    </a:lnTo>
                    <a:cubicBezTo>
                      <a:pt x="1441" y="770"/>
                      <a:pt x="1415" y="666"/>
                      <a:pt x="1352" y="577"/>
                    </a:cubicBezTo>
                    <a:lnTo>
                      <a:pt x="849" y="74"/>
                    </a:lnTo>
                    <a:cubicBezTo>
                      <a:pt x="798" y="22"/>
                      <a:pt x="741" y="1"/>
                      <a:pt x="68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" name="Google Shape;2222;p47">
                <a:extLst>
                  <a:ext uri="{FF2B5EF4-FFF2-40B4-BE49-F238E27FC236}">
                    <a16:creationId xmlns:a16="http://schemas.microsoft.com/office/drawing/2014/main" id="{6B2FB8E7-2E1C-09BE-FB61-7223E5968A22}"/>
                  </a:ext>
                </a:extLst>
              </p:cNvPr>
              <p:cNvSpPr/>
              <p:nvPr/>
            </p:nvSpPr>
            <p:spPr>
              <a:xfrm>
                <a:off x="6821427" y="1508545"/>
                <a:ext cx="135668" cy="129280"/>
              </a:xfrm>
              <a:custGeom>
                <a:avLst/>
                <a:gdLst/>
                <a:ahLst/>
                <a:cxnLst/>
                <a:rect l="l" t="t" r="r" b="b"/>
                <a:pathLst>
                  <a:path w="1593" h="1518" extrusionOk="0">
                    <a:moveTo>
                      <a:pt x="775" y="113"/>
                    </a:moveTo>
                    <a:cubicBezTo>
                      <a:pt x="817" y="113"/>
                      <a:pt x="859" y="130"/>
                      <a:pt x="896" y="153"/>
                    </a:cubicBezTo>
                    <a:lnTo>
                      <a:pt x="896" y="174"/>
                    </a:lnTo>
                    <a:lnTo>
                      <a:pt x="1399" y="677"/>
                    </a:lnTo>
                    <a:cubicBezTo>
                      <a:pt x="1462" y="724"/>
                      <a:pt x="1462" y="828"/>
                      <a:pt x="1420" y="896"/>
                    </a:cubicBezTo>
                    <a:lnTo>
                      <a:pt x="1090" y="1378"/>
                    </a:lnTo>
                    <a:cubicBezTo>
                      <a:pt x="1080" y="1399"/>
                      <a:pt x="1059" y="1410"/>
                      <a:pt x="1035" y="1410"/>
                    </a:cubicBezTo>
                    <a:cubicBezTo>
                      <a:pt x="1010" y="1410"/>
                      <a:pt x="983" y="1399"/>
                      <a:pt x="959" y="1378"/>
                    </a:cubicBezTo>
                    <a:lnTo>
                      <a:pt x="174" y="614"/>
                    </a:lnTo>
                    <a:cubicBezTo>
                      <a:pt x="132" y="567"/>
                      <a:pt x="153" y="504"/>
                      <a:pt x="195" y="462"/>
                    </a:cubicBezTo>
                    <a:lnTo>
                      <a:pt x="676" y="153"/>
                    </a:lnTo>
                    <a:cubicBezTo>
                      <a:pt x="707" y="124"/>
                      <a:pt x="741" y="113"/>
                      <a:pt x="775" y="113"/>
                    </a:cubicBezTo>
                    <a:close/>
                    <a:moveTo>
                      <a:pt x="768" y="0"/>
                    </a:moveTo>
                    <a:cubicBezTo>
                      <a:pt x="714" y="0"/>
                      <a:pt x="659" y="16"/>
                      <a:pt x="614" y="43"/>
                    </a:cubicBezTo>
                    <a:lnTo>
                      <a:pt x="132" y="373"/>
                    </a:lnTo>
                    <a:cubicBezTo>
                      <a:pt x="22" y="436"/>
                      <a:pt x="1" y="614"/>
                      <a:pt x="111" y="697"/>
                    </a:cubicBezTo>
                    <a:lnTo>
                      <a:pt x="875" y="1462"/>
                    </a:lnTo>
                    <a:cubicBezTo>
                      <a:pt x="911" y="1500"/>
                      <a:pt x="958" y="1518"/>
                      <a:pt x="1008" y="1518"/>
                    </a:cubicBezTo>
                    <a:cubicBezTo>
                      <a:pt x="1076" y="1518"/>
                      <a:pt x="1149" y="1484"/>
                      <a:pt x="1200" y="1420"/>
                    </a:cubicBezTo>
                    <a:lnTo>
                      <a:pt x="1504" y="959"/>
                    </a:lnTo>
                    <a:cubicBezTo>
                      <a:pt x="1593" y="828"/>
                      <a:pt x="1572" y="697"/>
                      <a:pt x="1483" y="593"/>
                    </a:cubicBezTo>
                    <a:lnTo>
                      <a:pt x="959" y="90"/>
                    </a:lnTo>
                    <a:lnTo>
                      <a:pt x="959" y="69"/>
                    </a:lnTo>
                    <a:lnTo>
                      <a:pt x="941" y="69"/>
                    </a:lnTo>
                    <a:cubicBezTo>
                      <a:pt x="894" y="21"/>
                      <a:pt x="831" y="0"/>
                      <a:pt x="768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" name="Google Shape;2223;p47">
                <a:extLst>
                  <a:ext uri="{FF2B5EF4-FFF2-40B4-BE49-F238E27FC236}">
                    <a16:creationId xmlns:a16="http://schemas.microsoft.com/office/drawing/2014/main" id="{A7455A9B-C4D0-1E54-AE95-5F281C95267D}"/>
                  </a:ext>
                </a:extLst>
              </p:cNvPr>
              <p:cNvSpPr/>
              <p:nvPr/>
            </p:nvSpPr>
            <p:spPr>
              <a:xfrm>
                <a:off x="6923623" y="1674016"/>
                <a:ext cx="78096" cy="119486"/>
              </a:xfrm>
              <a:custGeom>
                <a:avLst/>
                <a:gdLst/>
                <a:ahLst/>
                <a:cxnLst/>
                <a:rect l="l" t="t" r="r" b="b"/>
                <a:pathLst>
                  <a:path w="917" h="1403" extrusionOk="0">
                    <a:moveTo>
                      <a:pt x="152" y="1"/>
                    </a:moveTo>
                    <a:cubicBezTo>
                      <a:pt x="68" y="1"/>
                      <a:pt x="0" y="64"/>
                      <a:pt x="0" y="153"/>
                    </a:cubicBezTo>
                    <a:lnTo>
                      <a:pt x="0" y="1242"/>
                    </a:lnTo>
                    <a:lnTo>
                      <a:pt x="0" y="1268"/>
                    </a:lnTo>
                    <a:cubicBezTo>
                      <a:pt x="0" y="1342"/>
                      <a:pt x="69" y="1403"/>
                      <a:pt x="142" y="1403"/>
                    </a:cubicBezTo>
                    <a:cubicBezTo>
                      <a:pt x="152" y="1403"/>
                      <a:pt x="163" y="1402"/>
                      <a:pt x="173" y="1399"/>
                    </a:cubicBezTo>
                    <a:lnTo>
                      <a:pt x="744" y="1289"/>
                    </a:lnTo>
                    <a:cubicBezTo>
                      <a:pt x="854" y="1268"/>
                      <a:pt x="917" y="1179"/>
                      <a:pt x="917" y="1069"/>
                    </a:cubicBezTo>
                    <a:lnTo>
                      <a:pt x="917" y="352"/>
                    </a:lnTo>
                    <a:cubicBezTo>
                      <a:pt x="917" y="242"/>
                      <a:pt x="854" y="132"/>
                      <a:pt x="744" y="111"/>
                    </a:cubicBezTo>
                    <a:lnTo>
                      <a:pt x="17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" name="Google Shape;2224;p47">
                <a:extLst>
                  <a:ext uri="{FF2B5EF4-FFF2-40B4-BE49-F238E27FC236}">
                    <a16:creationId xmlns:a16="http://schemas.microsoft.com/office/drawing/2014/main" id="{F900037B-DFBD-6C5D-82BF-009AE384CC38}"/>
                  </a:ext>
                </a:extLst>
              </p:cNvPr>
              <p:cNvSpPr/>
              <p:nvPr/>
            </p:nvSpPr>
            <p:spPr>
              <a:xfrm>
                <a:off x="6918257" y="1670099"/>
                <a:ext cx="89253" cy="126981"/>
              </a:xfrm>
              <a:custGeom>
                <a:avLst/>
                <a:gdLst/>
                <a:ahLst/>
                <a:cxnLst/>
                <a:rect l="l" t="t" r="r" b="b"/>
                <a:pathLst>
                  <a:path w="1048" h="1491" extrusionOk="0">
                    <a:moveTo>
                      <a:pt x="193" y="105"/>
                    </a:moveTo>
                    <a:cubicBezTo>
                      <a:pt x="201" y="105"/>
                      <a:pt x="208" y="106"/>
                      <a:pt x="215" y="110"/>
                    </a:cubicBezTo>
                    <a:lnTo>
                      <a:pt x="786" y="220"/>
                    </a:lnTo>
                    <a:cubicBezTo>
                      <a:pt x="870" y="241"/>
                      <a:pt x="938" y="309"/>
                      <a:pt x="938" y="398"/>
                    </a:cubicBezTo>
                    <a:lnTo>
                      <a:pt x="938" y="1115"/>
                    </a:lnTo>
                    <a:cubicBezTo>
                      <a:pt x="938" y="1183"/>
                      <a:pt x="870" y="1246"/>
                      <a:pt x="786" y="1267"/>
                    </a:cubicBezTo>
                    <a:lnTo>
                      <a:pt x="215" y="1377"/>
                    </a:lnTo>
                    <a:cubicBezTo>
                      <a:pt x="208" y="1381"/>
                      <a:pt x="200" y="1382"/>
                      <a:pt x="191" y="1382"/>
                    </a:cubicBezTo>
                    <a:cubicBezTo>
                      <a:pt x="151" y="1382"/>
                      <a:pt x="105" y="1344"/>
                      <a:pt x="105" y="1288"/>
                    </a:cubicBezTo>
                    <a:lnTo>
                      <a:pt x="105" y="199"/>
                    </a:lnTo>
                    <a:cubicBezTo>
                      <a:pt x="105" y="146"/>
                      <a:pt x="153" y="105"/>
                      <a:pt x="193" y="105"/>
                    </a:cubicBezTo>
                    <a:close/>
                    <a:moveTo>
                      <a:pt x="198" y="0"/>
                    </a:moveTo>
                    <a:cubicBezTo>
                      <a:pt x="102" y="0"/>
                      <a:pt x="0" y="83"/>
                      <a:pt x="0" y="199"/>
                    </a:cubicBezTo>
                    <a:lnTo>
                      <a:pt x="0" y="1288"/>
                    </a:lnTo>
                    <a:cubicBezTo>
                      <a:pt x="0" y="1406"/>
                      <a:pt x="107" y="1490"/>
                      <a:pt x="205" y="1490"/>
                    </a:cubicBezTo>
                    <a:cubicBezTo>
                      <a:pt x="215" y="1490"/>
                      <a:pt x="226" y="1489"/>
                      <a:pt x="236" y="1487"/>
                    </a:cubicBezTo>
                    <a:lnTo>
                      <a:pt x="807" y="1377"/>
                    </a:lnTo>
                    <a:cubicBezTo>
                      <a:pt x="938" y="1356"/>
                      <a:pt x="1048" y="1246"/>
                      <a:pt x="1048" y="1115"/>
                    </a:cubicBezTo>
                    <a:lnTo>
                      <a:pt x="1048" y="398"/>
                    </a:lnTo>
                    <a:cubicBezTo>
                      <a:pt x="1048" y="241"/>
                      <a:pt x="938" y="136"/>
                      <a:pt x="807" y="110"/>
                    </a:cubicBezTo>
                    <a:lnTo>
                      <a:pt x="236" y="5"/>
                    </a:lnTo>
                    <a:cubicBezTo>
                      <a:pt x="224" y="2"/>
                      <a:pt x="211" y="0"/>
                      <a:pt x="198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" name="Google Shape;2225;p47">
                <a:extLst>
                  <a:ext uri="{FF2B5EF4-FFF2-40B4-BE49-F238E27FC236}">
                    <a16:creationId xmlns:a16="http://schemas.microsoft.com/office/drawing/2014/main" id="{25C50685-7BE6-DDAA-4C1B-AFDF792A23E8}"/>
                  </a:ext>
                </a:extLst>
              </p:cNvPr>
              <p:cNvSpPr/>
              <p:nvPr/>
            </p:nvSpPr>
            <p:spPr>
              <a:xfrm>
                <a:off x="6826792" y="1833357"/>
                <a:ext cx="125022" cy="120083"/>
              </a:xfrm>
              <a:custGeom>
                <a:avLst/>
                <a:gdLst/>
                <a:ahLst/>
                <a:cxnLst/>
                <a:rect l="l" t="t" r="r" b="b"/>
                <a:pathLst>
                  <a:path w="1468" h="1410" extrusionOk="0">
                    <a:moveTo>
                      <a:pt x="955" y="1"/>
                    </a:moveTo>
                    <a:cubicBezTo>
                      <a:pt x="913" y="1"/>
                      <a:pt x="875" y="18"/>
                      <a:pt x="854" y="52"/>
                    </a:cubicBezTo>
                    <a:lnTo>
                      <a:pt x="69" y="811"/>
                    </a:lnTo>
                    <a:lnTo>
                      <a:pt x="69" y="837"/>
                    </a:lnTo>
                    <a:cubicBezTo>
                      <a:pt x="1" y="900"/>
                      <a:pt x="27" y="1010"/>
                      <a:pt x="111" y="1052"/>
                    </a:cubicBezTo>
                    <a:lnTo>
                      <a:pt x="572" y="1382"/>
                    </a:lnTo>
                    <a:cubicBezTo>
                      <a:pt x="616" y="1399"/>
                      <a:pt x="660" y="1409"/>
                      <a:pt x="701" y="1409"/>
                    </a:cubicBezTo>
                    <a:cubicBezTo>
                      <a:pt x="761" y="1409"/>
                      <a:pt x="814" y="1388"/>
                      <a:pt x="854" y="1335"/>
                    </a:cubicBezTo>
                    <a:lnTo>
                      <a:pt x="1378" y="837"/>
                    </a:lnTo>
                    <a:cubicBezTo>
                      <a:pt x="1441" y="769"/>
                      <a:pt x="1467" y="638"/>
                      <a:pt x="1399" y="549"/>
                    </a:cubicBezTo>
                    <a:lnTo>
                      <a:pt x="1074" y="73"/>
                    </a:lnTo>
                    <a:lnTo>
                      <a:pt x="1074" y="52"/>
                    </a:lnTo>
                    <a:cubicBezTo>
                      <a:pt x="1040" y="18"/>
                      <a:pt x="996" y="1"/>
                      <a:pt x="95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2226;p47">
                <a:extLst>
                  <a:ext uri="{FF2B5EF4-FFF2-40B4-BE49-F238E27FC236}">
                    <a16:creationId xmlns:a16="http://schemas.microsoft.com/office/drawing/2014/main" id="{B8D04FC9-A1E0-357B-B92C-05460EC797A1}"/>
                  </a:ext>
                </a:extLst>
              </p:cNvPr>
              <p:cNvSpPr/>
              <p:nvPr/>
            </p:nvSpPr>
            <p:spPr>
              <a:xfrm>
                <a:off x="6821427" y="1829354"/>
                <a:ext cx="135668" cy="129280"/>
              </a:xfrm>
              <a:custGeom>
                <a:avLst/>
                <a:gdLst/>
                <a:ahLst/>
                <a:cxnLst/>
                <a:rect l="l" t="t" r="r" b="b"/>
                <a:pathLst>
                  <a:path w="1593" h="1518" extrusionOk="0">
                    <a:moveTo>
                      <a:pt x="1013" y="111"/>
                    </a:moveTo>
                    <a:cubicBezTo>
                      <a:pt x="1047" y="111"/>
                      <a:pt x="1079" y="127"/>
                      <a:pt x="1090" y="162"/>
                    </a:cubicBezTo>
                    <a:lnTo>
                      <a:pt x="1420" y="622"/>
                    </a:lnTo>
                    <a:cubicBezTo>
                      <a:pt x="1462" y="706"/>
                      <a:pt x="1462" y="795"/>
                      <a:pt x="1399" y="837"/>
                    </a:cubicBezTo>
                    <a:lnTo>
                      <a:pt x="896" y="1361"/>
                    </a:lnTo>
                    <a:cubicBezTo>
                      <a:pt x="855" y="1389"/>
                      <a:pt x="808" y="1408"/>
                      <a:pt x="762" y="1408"/>
                    </a:cubicBezTo>
                    <a:cubicBezTo>
                      <a:pt x="733" y="1408"/>
                      <a:pt x="703" y="1400"/>
                      <a:pt x="676" y="1382"/>
                    </a:cubicBezTo>
                    <a:lnTo>
                      <a:pt x="195" y="1057"/>
                    </a:lnTo>
                    <a:cubicBezTo>
                      <a:pt x="153" y="1015"/>
                      <a:pt x="132" y="947"/>
                      <a:pt x="174" y="905"/>
                    </a:cubicBezTo>
                    <a:lnTo>
                      <a:pt x="938" y="141"/>
                    </a:lnTo>
                    <a:cubicBezTo>
                      <a:pt x="957" y="122"/>
                      <a:pt x="986" y="111"/>
                      <a:pt x="1013" y="111"/>
                    </a:cubicBezTo>
                    <a:close/>
                    <a:moveTo>
                      <a:pt x="1005" y="0"/>
                    </a:moveTo>
                    <a:cubicBezTo>
                      <a:pt x="956" y="0"/>
                      <a:pt x="910" y="17"/>
                      <a:pt x="875" y="52"/>
                    </a:cubicBezTo>
                    <a:lnTo>
                      <a:pt x="111" y="816"/>
                    </a:lnTo>
                    <a:cubicBezTo>
                      <a:pt x="1" y="926"/>
                      <a:pt x="22" y="1078"/>
                      <a:pt x="132" y="1146"/>
                    </a:cubicBezTo>
                    <a:lnTo>
                      <a:pt x="614" y="1471"/>
                    </a:lnTo>
                    <a:cubicBezTo>
                      <a:pt x="660" y="1501"/>
                      <a:pt x="716" y="1518"/>
                      <a:pt x="772" y="1518"/>
                    </a:cubicBezTo>
                    <a:cubicBezTo>
                      <a:pt x="843" y="1518"/>
                      <a:pt x="912" y="1491"/>
                      <a:pt x="959" y="1429"/>
                    </a:cubicBezTo>
                    <a:lnTo>
                      <a:pt x="1462" y="947"/>
                    </a:lnTo>
                    <a:lnTo>
                      <a:pt x="1483" y="926"/>
                    </a:lnTo>
                    <a:cubicBezTo>
                      <a:pt x="1572" y="837"/>
                      <a:pt x="1593" y="685"/>
                      <a:pt x="1504" y="575"/>
                    </a:cubicBezTo>
                    <a:lnTo>
                      <a:pt x="1200" y="99"/>
                    </a:lnTo>
                    <a:cubicBezTo>
                      <a:pt x="1148" y="34"/>
                      <a:pt x="1074" y="0"/>
                      <a:pt x="1005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2227;p47">
                <a:extLst>
                  <a:ext uri="{FF2B5EF4-FFF2-40B4-BE49-F238E27FC236}">
                    <a16:creationId xmlns:a16="http://schemas.microsoft.com/office/drawing/2014/main" id="{9C1C8D1C-4319-3147-30E7-5336AF82BC79}"/>
                  </a:ext>
                </a:extLst>
              </p:cNvPr>
              <p:cNvSpPr/>
              <p:nvPr/>
            </p:nvSpPr>
            <p:spPr>
              <a:xfrm>
                <a:off x="6670689" y="1460427"/>
                <a:ext cx="119231" cy="79885"/>
              </a:xfrm>
              <a:custGeom>
                <a:avLst/>
                <a:gdLst/>
                <a:ahLst/>
                <a:cxnLst/>
                <a:rect l="l" t="t" r="r" b="b"/>
                <a:pathLst>
                  <a:path w="1400" h="938" extrusionOk="0">
                    <a:moveTo>
                      <a:pt x="331" y="0"/>
                    </a:moveTo>
                    <a:cubicBezTo>
                      <a:pt x="221" y="0"/>
                      <a:pt x="132" y="84"/>
                      <a:pt x="111" y="194"/>
                    </a:cubicBezTo>
                    <a:lnTo>
                      <a:pt x="1" y="765"/>
                    </a:lnTo>
                    <a:lnTo>
                      <a:pt x="1" y="786"/>
                    </a:lnTo>
                    <a:cubicBezTo>
                      <a:pt x="1" y="870"/>
                      <a:pt x="69" y="938"/>
                      <a:pt x="158" y="938"/>
                    </a:cubicBezTo>
                    <a:lnTo>
                      <a:pt x="1268" y="938"/>
                    </a:lnTo>
                    <a:cubicBezTo>
                      <a:pt x="1357" y="917"/>
                      <a:pt x="1399" y="828"/>
                      <a:pt x="1378" y="765"/>
                    </a:cubicBezTo>
                    <a:lnTo>
                      <a:pt x="1268" y="194"/>
                    </a:lnTo>
                    <a:cubicBezTo>
                      <a:pt x="1247" y="84"/>
                      <a:pt x="1158" y="0"/>
                      <a:pt x="104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2228;p47">
                <a:extLst>
                  <a:ext uri="{FF2B5EF4-FFF2-40B4-BE49-F238E27FC236}">
                    <a16:creationId xmlns:a16="http://schemas.microsoft.com/office/drawing/2014/main" id="{6150517F-4703-DD7A-2085-61C1F2A94676}"/>
                  </a:ext>
                </a:extLst>
              </p:cNvPr>
              <p:cNvSpPr/>
              <p:nvPr/>
            </p:nvSpPr>
            <p:spPr>
              <a:xfrm>
                <a:off x="6663620" y="1456425"/>
                <a:ext cx="132091" cy="89253"/>
              </a:xfrm>
              <a:custGeom>
                <a:avLst/>
                <a:gdLst/>
                <a:ahLst/>
                <a:cxnLst/>
                <a:rect l="l" t="t" r="r" b="b"/>
                <a:pathLst>
                  <a:path w="1551" h="1048" extrusionOk="0">
                    <a:moveTo>
                      <a:pt x="1131" y="110"/>
                    </a:moveTo>
                    <a:cubicBezTo>
                      <a:pt x="1220" y="110"/>
                      <a:pt x="1288" y="178"/>
                      <a:pt x="1309" y="241"/>
                    </a:cubicBezTo>
                    <a:lnTo>
                      <a:pt x="1419" y="812"/>
                    </a:lnTo>
                    <a:cubicBezTo>
                      <a:pt x="1419" y="875"/>
                      <a:pt x="1372" y="917"/>
                      <a:pt x="1309" y="917"/>
                    </a:cubicBezTo>
                    <a:lnTo>
                      <a:pt x="241" y="917"/>
                    </a:lnTo>
                    <a:cubicBezTo>
                      <a:pt x="173" y="917"/>
                      <a:pt x="131" y="875"/>
                      <a:pt x="131" y="812"/>
                    </a:cubicBezTo>
                    <a:lnTo>
                      <a:pt x="241" y="241"/>
                    </a:lnTo>
                    <a:cubicBezTo>
                      <a:pt x="262" y="178"/>
                      <a:pt x="325" y="110"/>
                      <a:pt x="414" y="110"/>
                    </a:cubicBezTo>
                    <a:close/>
                    <a:moveTo>
                      <a:pt x="414" y="0"/>
                    </a:moveTo>
                    <a:cubicBezTo>
                      <a:pt x="283" y="0"/>
                      <a:pt x="173" y="89"/>
                      <a:pt x="131" y="220"/>
                    </a:cubicBezTo>
                    <a:lnTo>
                      <a:pt x="21" y="786"/>
                    </a:lnTo>
                    <a:cubicBezTo>
                      <a:pt x="0" y="917"/>
                      <a:pt x="110" y="1048"/>
                      <a:pt x="241" y="1048"/>
                    </a:cubicBezTo>
                    <a:lnTo>
                      <a:pt x="1309" y="1048"/>
                    </a:lnTo>
                    <a:cubicBezTo>
                      <a:pt x="1440" y="1048"/>
                      <a:pt x="1550" y="917"/>
                      <a:pt x="1524" y="786"/>
                    </a:cubicBezTo>
                    <a:lnTo>
                      <a:pt x="1419" y="220"/>
                    </a:lnTo>
                    <a:cubicBezTo>
                      <a:pt x="1393" y="89"/>
                      <a:pt x="1262" y="0"/>
                      <a:pt x="1131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2229;p47">
                <a:extLst>
                  <a:ext uri="{FF2B5EF4-FFF2-40B4-BE49-F238E27FC236}">
                    <a16:creationId xmlns:a16="http://schemas.microsoft.com/office/drawing/2014/main" id="{2934DADC-24C8-4DB0-F01E-F8E32610AB7B}"/>
                  </a:ext>
                </a:extLst>
              </p:cNvPr>
              <p:cNvSpPr/>
              <p:nvPr/>
            </p:nvSpPr>
            <p:spPr>
              <a:xfrm>
                <a:off x="6668900" y="1926951"/>
                <a:ext cx="119231" cy="79885"/>
              </a:xfrm>
              <a:custGeom>
                <a:avLst/>
                <a:gdLst/>
                <a:ahLst/>
                <a:cxnLst/>
                <a:rect l="l" t="t" r="r" b="b"/>
                <a:pathLst>
                  <a:path w="1400" h="938" extrusionOk="0">
                    <a:moveTo>
                      <a:pt x="132" y="0"/>
                    </a:moveTo>
                    <a:cubicBezTo>
                      <a:pt x="48" y="21"/>
                      <a:pt x="1" y="105"/>
                      <a:pt x="22" y="173"/>
                    </a:cubicBezTo>
                    <a:lnTo>
                      <a:pt x="132" y="739"/>
                    </a:lnTo>
                    <a:cubicBezTo>
                      <a:pt x="153" y="849"/>
                      <a:pt x="242" y="938"/>
                      <a:pt x="352" y="938"/>
                    </a:cubicBezTo>
                    <a:lnTo>
                      <a:pt x="1069" y="938"/>
                    </a:lnTo>
                    <a:cubicBezTo>
                      <a:pt x="1179" y="938"/>
                      <a:pt x="1268" y="849"/>
                      <a:pt x="1289" y="739"/>
                    </a:cubicBezTo>
                    <a:lnTo>
                      <a:pt x="1399" y="173"/>
                    </a:lnTo>
                    <a:lnTo>
                      <a:pt x="1399" y="152"/>
                    </a:lnTo>
                    <a:cubicBezTo>
                      <a:pt x="1399" y="63"/>
                      <a:pt x="1331" y="0"/>
                      <a:pt x="124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2230;p47">
                <a:extLst>
                  <a:ext uri="{FF2B5EF4-FFF2-40B4-BE49-F238E27FC236}">
                    <a16:creationId xmlns:a16="http://schemas.microsoft.com/office/drawing/2014/main" id="{31715BE3-3A74-DA4C-D6B3-853C42CE9241}"/>
                  </a:ext>
                </a:extLst>
              </p:cNvPr>
              <p:cNvSpPr/>
              <p:nvPr/>
            </p:nvSpPr>
            <p:spPr>
              <a:xfrm>
                <a:off x="6663620" y="1921160"/>
                <a:ext cx="132091" cy="89253"/>
              </a:xfrm>
              <a:custGeom>
                <a:avLst/>
                <a:gdLst/>
                <a:ahLst/>
                <a:cxnLst/>
                <a:rect l="l" t="t" r="r" b="b"/>
                <a:pathLst>
                  <a:path w="1551" h="1048" extrusionOk="0">
                    <a:moveTo>
                      <a:pt x="1309" y="131"/>
                    </a:moveTo>
                    <a:cubicBezTo>
                      <a:pt x="1372" y="131"/>
                      <a:pt x="1419" y="173"/>
                      <a:pt x="1419" y="241"/>
                    </a:cubicBezTo>
                    <a:lnTo>
                      <a:pt x="1309" y="807"/>
                    </a:lnTo>
                    <a:cubicBezTo>
                      <a:pt x="1288" y="875"/>
                      <a:pt x="1220" y="937"/>
                      <a:pt x="1131" y="937"/>
                    </a:cubicBezTo>
                    <a:lnTo>
                      <a:pt x="414" y="937"/>
                    </a:lnTo>
                    <a:cubicBezTo>
                      <a:pt x="325" y="937"/>
                      <a:pt x="262" y="875"/>
                      <a:pt x="241" y="807"/>
                    </a:cubicBezTo>
                    <a:lnTo>
                      <a:pt x="131" y="241"/>
                    </a:lnTo>
                    <a:cubicBezTo>
                      <a:pt x="131" y="173"/>
                      <a:pt x="173" y="131"/>
                      <a:pt x="241" y="131"/>
                    </a:cubicBezTo>
                    <a:close/>
                    <a:moveTo>
                      <a:pt x="241" y="0"/>
                    </a:moveTo>
                    <a:cubicBezTo>
                      <a:pt x="110" y="0"/>
                      <a:pt x="0" y="131"/>
                      <a:pt x="21" y="262"/>
                    </a:cubicBezTo>
                    <a:lnTo>
                      <a:pt x="131" y="828"/>
                    </a:lnTo>
                    <a:cubicBezTo>
                      <a:pt x="152" y="958"/>
                      <a:pt x="283" y="1047"/>
                      <a:pt x="414" y="1047"/>
                    </a:cubicBezTo>
                    <a:lnTo>
                      <a:pt x="1131" y="1047"/>
                    </a:lnTo>
                    <a:cubicBezTo>
                      <a:pt x="1262" y="1047"/>
                      <a:pt x="1372" y="958"/>
                      <a:pt x="1419" y="828"/>
                    </a:cubicBezTo>
                    <a:lnTo>
                      <a:pt x="1524" y="262"/>
                    </a:lnTo>
                    <a:cubicBezTo>
                      <a:pt x="1550" y="131"/>
                      <a:pt x="1440" y="0"/>
                      <a:pt x="1309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2231;p47">
                <a:extLst>
                  <a:ext uri="{FF2B5EF4-FFF2-40B4-BE49-F238E27FC236}">
                    <a16:creationId xmlns:a16="http://schemas.microsoft.com/office/drawing/2014/main" id="{2E389829-460E-F189-2001-528B04F9E020}"/>
                  </a:ext>
                </a:extLst>
              </p:cNvPr>
              <p:cNvSpPr/>
              <p:nvPr/>
            </p:nvSpPr>
            <p:spPr>
              <a:xfrm>
                <a:off x="6507517" y="1833697"/>
                <a:ext cx="122723" cy="119742"/>
              </a:xfrm>
              <a:custGeom>
                <a:avLst/>
                <a:gdLst/>
                <a:ahLst/>
                <a:cxnLst/>
                <a:rect l="l" t="t" r="r" b="b"/>
                <a:pathLst>
                  <a:path w="1441" h="1406" extrusionOk="0">
                    <a:moveTo>
                      <a:pt x="515" y="0"/>
                    </a:moveTo>
                    <a:cubicBezTo>
                      <a:pt x="468" y="0"/>
                      <a:pt x="420" y="24"/>
                      <a:pt x="393" y="69"/>
                    </a:cubicBezTo>
                    <a:lnTo>
                      <a:pt x="63" y="545"/>
                    </a:lnTo>
                    <a:cubicBezTo>
                      <a:pt x="0" y="634"/>
                      <a:pt x="21" y="765"/>
                      <a:pt x="84" y="833"/>
                    </a:cubicBezTo>
                    <a:lnTo>
                      <a:pt x="587" y="1331"/>
                    </a:lnTo>
                    <a:cubicBezTo>
                      <a:pt x="639" y="1384"/>
                      <a:pt x="700" y="1405"/>
                      <a:pt x="757" y="1405"/>
                    </a:cubicBezTo>
                    <a:cubicBezTo>
                      <a:pt x="797" y="1405"/>
                      <a:pt x="835" y="1395"/>
                      <a:pt x="869" y="1378"/>
                    </a:cubicBezTo>
                    <a:lnTo>
                      <a:pt x="1351" y="1048"/>
                    </a:lnTo>
                    <a:cubicBezTo>
                      <a:pt x="1372" y="1048"/>
                      <a:pt x="1372" y="1027"/>
                      <a:pt x="1372" y="1027"/>
                    </a:cubicBezTo>
                    <a:cubicBezTo>
                      <a:pt x="1440" y="964"/>
                      <a:pt x="1440" y="875"/>
                      <a:pt x="1372" y="807"/>
                    </a:cubicBezTo>
                    <a:lnTo>
                      <a:pt x="608" y="48"/>
                    </a:lnTo>
                    <a:cubicBezTo>
                      <a:pt x="608" y="48"/>
                      <a:pt x="608" y="22"/>
                      <a:pt x="587" y="22"/>
                    </a:cubicBezTo>
                    <a:cubicBezTo>
                      <a:pt x="565" y="7"/>
                      <a:pt x="540" y="0"/>
                      <a:pt x="51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2232;p47">
                <a:extLst>
                  <a:ext uri="{FF2B5EF4-FFF2-40B4-BE49-F238E27FC236}">
                    <a16:creationId xmlns:a16="http://schemas.microsoft.com/office/drawing/2014/main" id="{6BA80531-4A13-B8C6-A57D-B39B6266D583}"/>
                  </a:ext>
                </a:extLst>
              </p:cNvPr>
              <p:cNvSpPr/>
              <p:nvPr/>
            </p:nvSpPr>
            <p:spPr>
              <a:xfrm>
                <a:off x="6501726" y="1829354"/>
                <a:ext cx="135668" cy="129280"/>
              </a:xfrm>
              <a:custGeom>
                <a:avLst/>
                <a:gdLst/>
                <a:ahLst/>
                <a:cxnLst/>
                <a:rect l="l" t="t" r="r" b="b"/>
                <a:pathLst>
                  <a:path w="1593" h="1518" extrusionOk="0">
                    <a:moveTo>
                      <a:pt x="560" y="109"/>
                    </a:moveTo>
                    <a:cubicBezTo>
                      <a:pt x="585" y="109"/>
                      <a:pt x="613" y="120"/>
                      <a:pt x="634" y="141"/>
                    </a:cubicBezTo>
                    <a:lnTo>
                      <a:pt x="1419" y="905"/>
                    </a:lnTo>
                    <a:cubicBezTo>
                      <a:pt x="1461" y="947"/>
                      <a:pt x="1440" y="1015"/>
                      <a:pt x="1398" y="1057"/>
                    </a:cubicBezTo>
                    <a:lnTo>
                      <a:pt x="917" y="1361"/>
                    </a:lnTo>
                    <a:cubicBezTo>
                      <a:pt x="888" y="1392"/>
                      <a:pt x="854" y="1404"/>
                      <a:pt x="819" y="1404"/>
                    </a:cubicBezTo>
                    <a:cubicBezTo>
                      <a:pt x="778" y="1404"/>
                      <a:pt x="736" y="1387"/>
                      <a:pt x="702" y="1361"/>
                    </a:cubicBezTo>
                    <a:lnTo>
                      <a:pt x="702" y="1340"/>
                    </a:lnTo>
                    <a:lnTo>
                      <a:pt x="199" y="837"/>
                    </a:lnTo>
                    <a:cubicBezTo>
                      <a:pt x="131" y="795"/>
                      <a:pt x="131" y="685"/>
                      <a:pt x="178" y="622"/>
                    </a:cubicBezTo>
                    <a:lnTo>
                      <a:pt x="503" y="141"/>
                    </a:lnTo>
                    <a:cubicBezTo>
                      <a:pt x="513" y="120"/>
                      <a:pt x="536" y="109"/>
                      <a:pt x="560" y="109"/>
                    </a:cubicBezTo>
                    <a:close/>
                    <a:moveTo>
                      <a:pt x="589" y="0"/>
                    </a:moveTo>
                    <a:cubicBezTo>
                      <a:pt x="519" y="0"/>
                      <a:pt x="445" y="34"/>
                      <a:pt x="393" y="99"/>
                    </a:cubicBezTo>
                    <a:lnTo>
                      <a:pt x="89" y="554"/>
                    </a:lnTo>
                    <a:cubicBezTo>
                      <a:pt x="0" y="685"/>
                      <a:pt x="21" y="816"/>
                      <a:pt x="110" y="926"/>
                    </a:cubicBezTo>
                    <a:lnTo>
                      <a:pt x="634" y="1429"/>
                    </a:lnTo>
                    <a:lnTo>
                      <a:pt x="634" y="1450"/>
                    </a:lnTo>
                    <a:lnTo>
                      <a:pt x="653" y="1450"/>
                    </a:lnTo>
                    <a:cubicBezTo>
                      <a:pt x="700" y="1497"/>
                      <a:pt x="762" y="1518"/>
                      <a:pt x="824" y="1518"/>
                    </a:cubicBezTo>
                    <a:cubicBezTo>
                      <a:pt x="880" y="1518"/>
                      <a:pt x="936" y="1501"/>
                      <a:pt x="985" y="1471"/>
                    </a:cubicBezTo>
                    <a:lnTo>
                      <a:pt x="1461" y="1146"/>
                    </a:lnTo>
                    <a:cubicBezTo>
                      <a:pt x="1571" y="1078"/>
                      <a:pt x="1592" y="905"/>
                      <a:pt x="1487" y="816"/>
                    </a:cubicBezTo>
                    <a:lnTo>
                      <a:pt x="723" y="52"/>
                    </a:lnTo>
                    <a:cubicBezTo>
                      <a:pt x="686" y="17"/>
                      <a:pt x="639" y="0"/>
                      <a:pt x="589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2233;p47">
                <a:extLst>
                  <a:ext uri="{FF2B5EF4-FFF2-40B4-BE49-F238E27FC236}">
                    <a16:creationId xmlns:a16="http://schemas.microsoft.com/office/drawing/2014/main" id="{2F057D18-1CD6-BE0E-735A-8AA7B0F8F372}"/>
                  </a:ext>
                </a:extLst>
              </p:cNvPr>
              <p:cNvSpPr/>
              <p:nvPr/>
            </p:nvSpPr>
            <p:spPr>
              <a:xfrm>
                <a:off x="6457100" y="1673676"/>
                <a:ext cx="78096" cy="119572"/>
              </a:xfrm>
              <a:custGeom>
                <a:avLst/>
                <a:gdLst/>
                <a:ahLst/>
                <a:cxnLst/>
                <a:rect l="l" t="t" r="r" b="b"/>
                <a:pathLst>
                  <a:path w="917" h="1404" extrusionOk="0">
                    <a:moveTo>
                      <a:pt x="779" y="1"/>
                    </a:moveTo>
                    <a:cubicBezTo>
                      <a:pt x="767" y="1"/>
                      <a:pt x="756" y="2"/>
                      <a:pt x="744" y="5"/>
                    </a:cubicBezTo>
                    <a:lnTo>
                      <a:pt x="178" y="115"/>
                    </a:lnTo>
                    <a:cubicBezTo>
                      <a:pt x="68" y="136"/>
                      <a:pt x="0" y="225"/>
                      <a:pt x="0" y="330"/>
                    </a:cubicBezTo>
                    <a:lnTo>
                      <a:pt x="0" y="1052"/>
                    </a:lnTo>
                    <a:cubicBezTo>
                      <a:pt x="0" y="1162"/>
                      <a:pt x="68" y="1272"/>
                      <a:pt x="178" y="1293"/>
                    </a:cubicBezTo>
                    <a:lnTo>
                      <a:pt x="744" y="1403"/>
                    </a:lnTo>
                    <a:lnTo>
                      <a:pt x="765" y="1403"/>
                    </a:lnTo>
                    <a:cubicBezTo>
                      <a:pt x="854" y="1403"/>
                      <a:pt x="917" y="1335"/>
                      <a:pt x="917" y="1246"/>
                    </a:cubicBezTo>
                    <a:lnTo>
                      <a:pt x="917" y="157"/>
                    </a:lnTo>
                    <a:lnTo>
                      <a:pt x="917" y="136"/>
                    </a:lnTo>
                    <a:cubicBezTo>
                      <a:pt x="917" y="58"/>
                      <a:pt x="854" y="1"/>
                      <a:pt x="77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2234;p47">
                <a:extLst>
                  <a:ext uri="{FF2B5EF4-FFF2-40B4-BE49-F238E27FC236}">
                    <a16:creationId xmlns:a16="http://schemas.microsoft.com/office/drawing/2014/main" id="{08230652-D9D2-9413-B8FA-CE561D687B7A}"/>
                  </a:ext>
                </a:extLst>
              </p:cNvPr>
              <p:cNvSpPr/>
              <p:nvPr/>
            </p:nvSpPr>
            <p:spPr>
              <a:xfrm>
                <a:off x="6451735" y="1670099"/>
                <a:ext cx="89253" cy="126981"/>
              </a:xfrm>
              <a:custGeom>
                <a:avLst/>
                <a:gdLst/>
                <a:ahLst/>
                <a:cxnLst/>
                <a:rect l="l" t="t" r="r" b="b"/>
                <a:pathLst>
                  <a:path w="1048" h="1491" extrusionOk="0">
                    <a:moveTo>
                      <a:pt x="850" y="105"/>
                    </a:moveTo>
                    <a:cubicBezTo>
                      <a:pt x="890" y="105"/>
                      <a:pt x="938" y="146"/>
                      <a:pt x="938" y="199"/>
                    </a:cubicBezTo>
                    <a:lnTo>
                      <a:pt x="938" y="1288"/>
                    </a:lnTo>
                    <a:cubicBezTo>
                      <a:pt x="938" y="1344"/>
                      <a:pt x="892" y="1382"/>
                      <a:pt x="852" y="1382"/>
                    </a:cubicBezTo>
                    <a:cubicBezTo>
                      <a:pt x="844" y="1382"/>
                      <a:pt x="835" y="1381"/>
                      <a:pt x="828" y="1377"/>
                    </a:cubicBezTo>
                    <a:lnTo>
                      <a:pt x="262" y="1267"/>
                    </a:lnTo>
                    <a:cubicBezTo>
                      <a:pt x="173" y="1246"/>
                      <a:pt x="111" y="1183"/>
                      <a:pt x="111" y="1094"/>
                    </a:cubicBezTo>
                    <a:lnTo>
                      <a:pt x="111" y="372"/>
                    </a:lnTo>
                    <a:cubicBezTo>
                      <a:pt x="111" y="309"/>
                      <a:pt x="173" y="241"/>
                      <a:pt x="262" y="220"/>
                    </a:cubicBezTo>
                    <a:lnTo>
                      <a:pt x="828" y="110"/>
                    </a:lnTo>
                    <a:cubicBezTo>
                      <a:pt x="835" y="106"/>
                      <a:pt x="842" y="105"/>
                      <a:pt x="850" y="105"/>
                    </a:cubicBezTo>
                    <a:close/>
                    <a:moveTo>
                      <a:pt x="847" y="0"/>
                    </a:moveTo>
                    <a:cubicBezTo>
                      <a:pt x="833" y="0"/>
                      <a:pt x="820" y="2"/>
                      <a:pt x="807" y="5"/>
                    </a:cubicBezTo>
                    <a:lnTo>
                      <a:pt x="241" y="110"/>
                    </a:lnTo>
                    <a:cubicBezTo>
                      <a:pt x="111" y="136"/>
                      <a:pt x="1" y="241"/>
                      <a:pt x="1" y="372"/>
                    </a:cubicBezTo>
                    <a:lnTo>
                      <a:pt x="1" y="1094"/>
                    </a:lnTo>
                    <a:cubicBezTo>
                      <a:pt x="1" y="1246"/>
                      <a:pt x="111" y="1356"/>
                      <a:pt x="241" y="1377"/>
                    </a:cubicBezTo>
                    <a:lnTo>
                      <a:pt x="807" y="1487"/>
                    </a:lnTo>
                    <a:cubicBezTo>
                      <a:pt x="818" y="1489"/>
                      <a:pt x="829" y="1490"/>
                      <a:pt x="840" y="1490"/>
                    </a:cubicBezTo>
                    <a:cubicBezTo>
                      <a:pt x="941" y="1490"/>
                      <a:pt x="1048" y="1406"/>
                      <a:pt x="1048" y="1288"/>
                    </a:cubicBezTo>
                    <a:lnTo>
                      <a:pt x="1048" y="199"/>
                    </a:lnTo>
                    <a:cubicBezTo>
                      <a:pt x="1048" y="83"/>
                      <a:pt x="946" y="0"/>
                      <a:pt x="847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235;p47">
                <a:extLst>
                  <a:ext uri="{FF2B5EF4-FFF2-40B4-BE49-F238E27FC236}">
                    <a16:creationId xmlns:a16="http://schemas.microsoft.com/office/drawing/2014/main" id="{2894AE19-A78F-4630-170D-56F4A5729AB7}"/>
                  </a:ext>
                </a:extLst>
              </p:cNvPr>
              <p:cNvSpPr/>
              <p:nvPr/>
            </p:nvSpPr>
            <p:spPr>
              <a:xfrm>
                <a:off x="6507517" y="1513484"/>
                <a:ext cx="124511" cy="120083"/>
              </a:xfrm>
              <a:custGeom>
                <a:avLst/>
                <a:gdLst/>
                <a:ahLst/>
                <a:cxnLst/>
                <a:rect l="l" t="t" r="r" b="b"/>
                <a:pathLst>
                  <a:path w="1462" h="1410" extrusionOk="0">
                    <a:moveTo>
                      <a:pt x="758" y="1"/>
                    </a:moveTo>
                    <a:cubicBezTo>
                      <a:pt x="697" y="1"/>
                      <a:pt x="638" y="22"/>
                      <a:pt x="587" y="74"/>
                    </a:cubicBezTo>
                    <a:lnTo>
                      <a:pt x="84" y="577"/>
                    </a:lnTo>
                    <a:cubicBezTo>
                      <a:pt x="21" y="639"/>
                      <a:pt x="0" y="770"/>
                      <a:pt x="63" y="859"/>
                    </a:cubicBezTo>
                    <a:lnTo>
                      <a:pt x="393" y="1341"/>
                    </a:lnTo>
                    <a:lnTo>
                      <a:pt x="393" y="1362"/>
                    </a:lnTo>
                    <a:cubicBezTo>
                      <a:pt x="424" y="1394"/>
                      <a:pt x="468" y="1409"/>
                      <a:pt x="508" y="1409"/>
                    </a:cubicBezTo>
                    <a:cubicBezTo>
                      <a:pt x="549" y="1409"/>
                      <a:pt x="587" y="1394"/>
                      <a:pt x="608" y="1362"/>
                    </a:cubicBezTo>
                    <a:lnTo>
                      <a:pt x="1393" y="598"/>
                    </a:lnTo>
                    <a:lnTo>
                      <a:pt x="1393" y="577"/>
                    </a:lnTo>
                    <a:cubicBezTo>
                      <a:pt x="1461" y="509"/>
                      <a:pt x="1440" y="404"/>
                      <a:pt x="1351" y="357"/>
                    </a:cubicBezTo>
                    <a:lnTo>
                      <a:pt x="896" y="32"/>
                    </a:lnTo>
                    <a:cubicBezTo>
                      <a:pt x="849" y="12"/>
                      <a:pt x="803" y="1"/>
                      <a:pt x="75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236;p47">
                <a:extLst>
                  <a:ext uri="{FF2B5EF4-FFF2-40B4-BE49-F238E27FC236}">
                    <a16:creationId xmlns:a16="http://schemas.microsoft.com/office/drawing/2014/main" id="{E7C11AD6-D48E-D39A-9D36-24C9C22CFBE0}"/>
                  </a:ext>
                </a:extLst>
              </p:cNvPr>
              <p:cNvSpPr/>
              <p:nvPr/>
            </p:nvSpPr>
            <p:spPr>
              <a:xfrm>
                <a:off x="6501726" y="1508545"/>
                <a:ext cx="135668" cy="129280"/>
              </a:xfrm>
              <a:custGeom>
                <a:avLst/>
                <a:gdLst/>
                <a:ahLst/>
                <a:cxnLst/>
                <a:rect l="l" t="t" r="r" b="b"/>
                <a:pathLst>
                  <a:path w="1593" h="1518" extrusionOk="0">
                    <a:moveTo>
                      <a:pt x="836" y="109"/>
                    </a:moveTo>
                    <a:cubicBezTo>
                      <a:pt x="865" y="109"/>
                      <a:pt x="893" y="116"/>
                      <a:pt x="917" y="132"/>
                    </a:cubicBezTo>
                    <a:lnTo>
                      <a:pt x="1398" y="462"/>
                    </a:lnTo>
                    <a:cubicBezTo>
                      <a:pt x="1440" y="504"/>
                      <a:pt x="1461" y="567"/>
                      <a:pt x="1419" y="614"/>
                    </a:cubicBezTo>
                    <a:lnTo>
                      <a:pt x="655" y="1378"/>
                    </a:lnTo>
                    <a:cubicBezTo>
                      <a:pt x="636" y="1397"/>
                      <a:pt x="609" y="1407"/>
                      <a:pt x="582" y="1407"/>
                    </a:cubicBezTo>
                    <a:cubicBezTo>
                      <a:pt x="548" y="1407"/>
                      <a:pt x="515" y="1390"/>
                      <a:pt x="503" y="1352"/>
                    </a:cubicBezTo>
                    <a:lnTo>
                      <a:pt x="178" y="896"/>
                    </a:lnTo>
                    <a:cubicBezTo>
                      <a:pt x="131" y="807"/>
                      <a:pt x="131" y="724"/>
                      <a:pt x="199" y="677"/>
                    </a:cubicBezTo>
                    <a:lnTo>
                      <a:pt x="702" y="153"/>
                    </a:lnTo>
                    <a:cubicBezTo>
                      <a:pt x="741" y="127"/>
                      <a:pt x="789" y="109"/>
                      <a:pt x="836" y="109"/>
                    </a:cubicBezTo>
                    <a:close/>
                    <a:moveTo>
                      <a:pt x="828" y="0"/>
                    </a:moveTo>
                    <a:cubicBezTo>
                      <a:pt x="756" y="0"/>
                      <a:pt x="684" y="27"/>
                      <a:pt x="634" y="90"/>
                    </a:cubicBezTo>
                    <a:lnTo>
                      <a:pt x="131" y="567"/>
                    </a:lnTo>
                    <a:lnTo>
                      <a:pt x="110" y="593"/>
                    </a:lnTo>
                    <a:cubicBezTo>
                      <a:pt x="21" y="677"/>
                      <a:pt x="0" y="828"/>
                      <a:pt x="89" y="938"/>
                    </a:cubicBezTo>
                    <a:lnTo>
                      <a:pt x="393" y="1420"/>
                    </a:lnTo>
                    <a:cubicBezTo>
                      <a:pt x="444" y="1484"/>
                      <a:pt x="517" y="1518"/>
                      <a:pt x="586" y="1518"/>
                    </a:cubicBezTo>
                    <a:cubicBezTo>
                      <a:pt x="637" y="1518"/>
                      <a:pt x="685" y="1500"/>
                      <a:pt x="723" y="1462"/>
                    </a:cubicBezTo>
                    <a:lnTo>
                      <a:pt x="1487" y="697"/>
                    </a:lnTo>
                    <a:cubicBezTo>
                      <a:pt x="1592" y="593"/>
                      <a:pt x="1571" y="436"/>
                      <a:pt x="1461" y="373"/>
                    </a:cubicBezTo>
                    <a:lnTo>
                      <a:pt x="985" y="43"/>
                    </a:lnTo>
                    <a:cubicBezTo>
                      <a:pt x="937" y="16"/>
                      <a:pt x="882" y="0"/>
                      <a:pt x="828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237;p47">
                <a:extLst>
                  <a:ext uri="{FF2B5EF4-FFF2-40B4-BE49-F238E27FC236}">
                    <a16:creationId xmlns:a16="http://schemas.microsoft.com/office/drawing/2014/main" id="{A264A47A-F0D9-5D18-1078-E0F9D8E28CE0}"/>
                  </a:ext>
                </a:extLst>
              </p:cNvPr>
              <p:cNvSpPr/>
              <p:nvPr/>
            </p:nvSpPr>
            <p:spPr>
              <a:xfrm>
                <a:off x="6516885" y="1519701"/>
                <a:ext cx="425570" cy="425570"/>
              </a:xfrm>
              <a:custGeom>
                <a:avLst/>
                <a:gdLst/>
                <a:ahLst/>
                <a:cxnLst/>
                <a:rect l="l" t="t" r="r" b="b"/>
                <a:pathLst>
                  <a:path w="4997" h="4997" extrusionOk="0">
                    <a:moveTo>
                      <a:pt x="2509" y="1179"/>
                    </a:moveTo>
                    <a:cubicBezTo>
                      <a:pt x="3226" y="1179"/>
                      <a:pt x="3818" y="1771"/>
                      <a:pt x="3818" y="2488"/>
                    </a:cubicBezTo>
                    <a:cubicBezTo>
                      <a:pt x="3818" y="3232"/>
                      <a:pt x="3226" y="3819"/>
                      <a:pt x="2509" y="3819"/>
                    </a:cubicBezTo>
                    <a:cubicBezTo>
                      <a:pt x="1765" y="3819"/>
                      <a:pt x="1178" y="3232"/>
                      <a:pt x="1178" y="2488"/>
                    </a:cubicBezTo>
                    <a:cubicBezTo>
                      <a:pt x="1178" y="1771"/>
                      <a:pt x="1765" y="1179"/>
                      <a:pt x="2509" y="1179"/>
                    </a:cubicBezTo>
                    <a:close/>
                    <a:moveTo>
                      <a:pt x="2509" y="1"/>
                    </a:moveTo>
                    <a:cubicBezTo>
                      <a:pt x="1110" y="1"/>
                      <a:pt x="0" y="1116"/>
                      <a:pt x="0" y="2488"/>
                    </a:cubicBezTo>
                    <a:cubicBezTo>
                      <a:pt x="0" y="3887"/>
                      <a:pt x="1110" y="4997"/>
                      <a:pt x="2509" y="4997"/>
                    </a:cubicBezTo>
                    <a:cubicBezTo>
                      <a:pt x="3881" y="4997"/>
                      <a:pt x="4996" y="3887"/>
                      <a:pt x="4996" y="2488"/>
                    </a:cubicBezTo>
                    <a:cubicBezTo>
                      <a:pt x="4996" y="1116"/>
                      <a:pt x="3881" y="1"/>
                      <a:pt x="250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238;p47">
                <a:extLst>
                  <a:ext uri="{FF2B5EF4-FFF2-40B4-BE49-F238E27FC236}">
                    <a16:creationId xmlns:a16="http://schemas.microsoft.com/office/drawing/2014/main" id="{534C293B-9EB1-6588-0DAA-F1A34C179B0A}"/>
                  </a:ext>
                </a:extLst>
              </p:cNvPr>
              <p:cNvSpPr/>
              <p:nvPr/>
            </p:nvSpPr>
            <p:spPr>
              <a:xfrm>
                <a:off x="6511094" y="1514421"/>
                <a:ext cx="436641" cy="436641"/>
              </a:xfrm>
              <a:custGeom>
                <a:avLst/>
                <a:gdLst/>
                <a:ahLst/>
                <a:cxnLst/>
                <a:rect l="l" t="t" r="r" b="b"/>
                <a:pathLst>
                  <a:path w="5127" h="5127" extrusionOk="0">
                    <a:moveTo>
                      <a:pt x="2577" y="1309"/>
                    </a:moveTo>
                    <a:cubicBezTo>
                      <a:pt x="3252" y="1309"/>
                      <a:pt x="3818" y="1875"/>
                      <a:pt x="3818" y="2550"/>
                    </a:cubicBezTo>
                    <a:cubicBezTo>
                      <a:pt x="3818" y="3247"/>
                      <a:pt x="3252" y="3818"/>
                      <a:pt x="2577" y="3818"/>
                    </a:cubicBezTo>
                    <a:cubicBezTo>
                      <a:pt x="1875" y="3818"/>
                      <a:pt x="1309" y="3247"/>
                      <a:pt x="1309" y="2550"/>
                    </a:cubicBezTo>
                    <a:cubicBezTo>
                      <a:pt x="1309" y="1875"/>
                      <a:pt x="1875" y="1309"/>
                      <a:pt x="2577" y="1309"/>
                    </a:cubicBezTo>
                    <a:close/>
                    <a:moveTo>
                      <a:pt x="2577" y="1199"/>
                    </a:moveTo>
                    <a:cubicBezTo>
                      <a:pt x="1812" y="1199"/>
                      <a:pt x="1199" y="1807"/>
                      <a:pt x="1199" y="2550"/>
                    </a:cubicBezTo>
                    <a:cubicBezTo>
                      <a:pt x="1199" y="3315"/>
                      <a:pt x="1812" y="3928"/>
                      <a:pt x="2577" y="3928"/>
                    </a:cubicBezTo>
                    <a:cubicBezTo>
                      <a:pt x="3315" y="3928"/>
                      <a:pt x="3928" y="3315"/>
                      <a:pt x="3928" y="2550"/>
                    </a:cubicBezTo>
                    <a:cubicBezTo>
                      <a:pt x="3928" y="1807"/>
                      <a:pt x="3315" y="1199"/>
                      <a:pt x="2577" y="1199"/>
                    </a:cubicBezTo>
                    <a:close/>
                    <a:moveTo>
                      <a:pt x="2577" y="105"/>
                    </a:moveTo>
                    <a:cubicBezTo>
                      <a:pt x="3928" y="105"/>
                      <a:pt x="5017" y="1199"/>
                      <a:pt x="5017" y="2550"/>
                    </a:cubicBezTo>
                    <a:cubicBezTo>
                      <a:pt x="5017" y="3902"/>
                      <a:pt x="3928" y="5017"/>
                      <a:pt x="2577" y="5017"/>
                    </a:cubicBezTo>
                    <a:cubicBezTo>
                      <a:pt x="1220" y="5017"/>
                      <a:pt x="110" y="3902"/>
                      <a:pt x="110" y="2550"/>
                    </a:cubicBezTo>
                    <a:cubicBezTo>
                      <a:pt x="110" y="1199"/>
                      <a:pt x="1220" y="105"/>
                      <a:pt x="2577" y="105"/>
                    </a:cubicBezTo>
                    <a:close/>
                    <a:moveTo>
                      <a:pt x="2577" y="0"/>
                    </a:moveTo>
                    <a:cubicBezTo>
                      <a:pt x="1157" y="0"/>
                      <a:pt x="0" y="1152"/>
                      <a:pt x="0" y="2550"/>
                    </a:cubicBezTo>
                    <a:cubicBezTo>
                      <a:pt x="0" y="3970"/>
                      <a:pt x="1157" y="5127"/>
                      <a:pt x="2577" y="5127"/>
                    </a:cubicBezTo>
                    <a:cubicBezTo>
                      <a:pt x="3970" y="5127"/>
                      <a:pt x="5127" y="3970"/>
                      <a:pt x="5127" y="2550"/>
                    </a:cubicBezTo>
                    <a:cubicBezTo>
                      <a:pt x="5127" y="1152"/>
                      <a:pt x="3970" y="0"/>
                      <a:pt x="2577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2239;p47">
                <a:extLst>
                  <a:ext uri="{FF2B5EF4-FFF2-40B4-BE49-F238E27FC236}">
                    <a16:creationId xmlns:a16="http://schemas.microsoft.com/office/drawing/2014/main" id="{4E147169-2C6E-FC34-3973-420C09818B03}"/>
                  </a:ext>
                </a:extLst>
              </p:cNvPr>
              <p:cNvSpPr/>
              <p:nvPr/>
            </p:nvSpPr>
            <p:spPr>
              <a:xfrm>
                <a:off x="6603836" y="1607163"/>
                <a:ext cx="251152" cy="250726"/>
              </a:xfrm>
              <a:custGeom>
                <a:avLst/>
                <a:gdLst/>
                <a:ahLst/>
                <a:cxnLst/>
                <a:rect l="l" t="t" r="r" b="b"/>
                <a:pathLst>
                  <a:path w="2949" h="2944" extrusionOk="0">
                    <a:moveTo>
                      <a:pt x="1488" y="152"/>
                    </a:moveTo>
                    <a:cubicBezTo>
                      <a:pt x="2205" y="152"/>
                      <a:pt x="2797" y="744"/>
                      <a:pt x="2797" y="1461"/>
                    </a:cubicBezTo>
                    <a:cubicBezTo>
                      <a:pt x="2797" y="2205"/>
                      <a:pt x="2205" y="2792"/>
                      <a:pt x="1488" y="2792"/>
                    </a:cubicBezTo>
                    <a:cubicBezTo>
                      <a:pt x="744" y="2792"/>
                      <a:pt x="157" y="2205"/>
                      <a:pt x="157" y="1461"/>
                    </a:cubicBezTo>
                    <a:cubicBezTo>
                      <a:pt x="157" y="744"/>
                      <a:pt x="744" y="152"/>
                      <a:pt x="1488" y="152"/>
                    </a:cubicBezTo>
                    <a:close/>
                    <a:moveTo>
                      <a:pt x="1488" y="0"/>
                    </a:moveTo>
                    <a:cubicBezTo>
                      <a:pt x="655" y="0"/>
                      <a:pt x="0" y="655"/>
                      <a:pt x="0" y="1461"/>
                    </a:cubicBezTo>
                    <a:cubicBezTo>
                      <a:pt x="0" y="2289"/>
                      <a:pt x="655" y="2943"/>
                      <a:pt x="1488" y="2943"/>
                    </a:cubicBezTo>
                    <a:cubicBezTo>
                      <a:pt x="2294" y="2943"/>
                      <a:pt x="2949" y="2289"/>
                      <a:pt x="2949" y="1461"/>
                    </a:cubicBezTo>
                    <a:cubicBezTo>
                      <a:pt x="2949" y="655"/>
                      <a:pt x="2294" y="0"/>
                      <a:pt x="148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240;p47">
                <a:extLst>
                  <a:ext uri="{FF2B5EF4-FFF2-40B4-BE49-F238E27FC236}">
                    <a16:creationId xmlns:a16="http://schemas.microsoft.com/office/drawing/2014/main" id="{26639467-4F1C-437B-EE75-CEF9DA5A73FA}"/>
                  </a:ext>
                </a:extLst>
              </p:cNvPr>
              <p:cNvSpPr/>
              <p:nvPr/>
            </p:nvSpPr>
            <p:spPr>
              <a:xfrm>
                <a:off x="6598683" y="1601815"/>
                <a:ext cx="261882" cy="262308"/>
              </a:xfrm>
              <a:custGeom>
                <a:avLst/>
                <a:gdLst/>
                <a:ahLst/>
                <a:cxnLst/>
                <a:rect l="l" t="t" r="r" b="b"/>
                <a:pathLst>
                  <a:path w="3075" h="3080" extrusionOk="0">
                    <a:moveTo>
                      <a:pt x="1551" y="288"/>
                    </a:moveTo>
                    <a:cubicBezTo>
                      <a:pt x="2226" y="288"/>
                      <a:pt x="2792" y="854"/>
                      <a:pt x="2792" y="1529"/>
                    </a:cubicBezTo>
                    <a:cubicBezTo>
                      <a:pt x="2792" y="2226"/>
                      <a:pt x="2226" y="2797"/>
                      <a:pt x="1551" y="2797"/>
                    </a:cubicBezTo>
                    <a:cubicBezTo>
                      <a:pt x="849" y="2797"/>
                      <a:pt x="283" y="2226"/>
                      <a:pt x="283" y="1529"/>
                    </a:cubicBezTo>
                    <a:cubicBezTo>
                      <a:pt x="283" y="854"/>
                      <a:pt x="849" y="288"/>
                      <a:pt x="1551" y="288"/>
                    </a:cubicBezTo>
                    <a:close/>
                    <a:moveTo>
                      <a:pt x="1551" y="178"/>
                    </a:moveTo>
                    <a:cubicBezTo>
                      <a:pt x="786" y="178"/>
                      <a:pt x="173" y="786"/>
                      <a:pt x="173" y="1529"/>
                    </a:cubicBezTo>
                    <a:cubicBezTo>
                      <a:pt x="173" y="2294"/>
                      <a:pt x="786" y="2907"/>
                      <a:pt x="1551" y="2907"/>
                    </a:cubicBezTo>
                    <a:cubicBezTo>
                      <a:pt x="2289" y="2907"/>
                      <a:pt x="2902" y="2294"/>
                      <a:pt x="2902" y="1529"/>
                    </a:cubicBezTo>
                    <a:cubicBezTo>
                      <a:pt x="2902" y="786"/>
                      <a:pt x="2289" y="178"/>
                      <a:pt x="1551" y="178"/>
                    </a:cubicBezTo>
                    <a:close/>
                    <a:moveTo>
                      <a:pt x="1551" y="110"/>
                    </a:moveTo>
                    <a:cubicBezTo>
                      <a:pt x="2336" y="110"/>
                      <a:pt x="2970" y="744"/>
                      <a:pt x="2970" y="1529"/>
                    </a:cubicBezTo>
                    <a:cubicBezTo>
                      <a:pt x="2970" y="2336"/>
                      <a:pt x="2336" y="2970"/>
                      <a:pt x="1551" y="2970"/>
                    </a:cubicBezTo>
                    <a:cubicBezTo>
                      <a:pt x="765" y="2970"/>
                      <a:pt x="110" y="2336"/>
                      <a:pt x="110" y="1529"/>
                    </a:cubicBezTo>
                    <a:cubicBezTo>
                      <a:pt x="110" y="744"/>
                      <a:pt x="765" y="110"/>
                      <a:pt x="1551" y="110"/>
                    </a:cubicBezTo>
                    <a:close/>
                    <a:moveTo>
                      <a:pt x="1551" y="0"/>
                    </a:moveTo>
                    <a:cubicBezTo>
                      <a:pt x="697" y="0"/>
                      <a:pt x="0" y="702"/>
                      <a:pt x="0" y="1529"/>
                    </a:cubicBezTo>
                    <a:cubicBezTo>
                      <a:pt x="0" y="2383"/>
                      <a:pt x="697" y="3080"/>
                      <a:pt x="1551" y="3080"/>
                    </a:cubicBezTo>
                    <a:cubicBezTo>
                      <a:pt x="2378" y="3080"/>
                      <a:pt x="3075" y="2383"/>
                      <a:pt x="3075" y="1529"/>
                    </a:cubicBezTo>
                    <a:cubicBezTo>
                      <a:pt x="3075" y="702"/>
                      <a:pt x="2378" y="0"/>
                      <a:pt x="1551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37"/>
          <p:cNvSpPr txBox="1">
            <a:spLocks noGrp="1"/>
          </p:cNvSpPr>
          <p:nvPr>
            <p:ph type="title"/>
          </p:nvPr>
        </p:nvSpPr>
        <p:spPr>
          <a:xfrm>
            <a:off x="720000" y="59499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 to RAG</a:t>
            </a:r>
            <a:endParaRPr dirty="0"/>
          </a:p>
        </p:txBody>
      </p:sp>
      <p:sp>
        <p:nvSpPr>
          <p:cNvPr id="869" name="Google Shape;869;p37"/>
          <p:cNvSpPr txBox="1">
            <a:spLocks noGrp="1"/>
          </p:cNvSpPr>
          <p:nvPr>
            <p:ph type="subTitle" idx="2"/>
          </p:nvPr>
        </p:nvSpPr>
        <p:spPr>
          <a:xfrm>
            <a:off x="1143562" y="1472900"/>
            <a:ext cx="6863014" cy="190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b="1" dirty="0"/>
              <a:t>Retrieval-Augmented Generation (RAG)</a:t>
            </a:r>
            <a:r>
              <a:rPr lang="en-IN" dirty="0"/>
              <a:t> is an AI framework that connects Large Language Models (LLMs) to external, private knowledge sources.</a:t>
            </a:r>
          </a:p>
          <a:p>
            <a:pPr marL="0" lvl="0" indent="0"/>
            <a:endParaRPr lang="en-IN" dirty="0"/>
          </a:p>
          <a:p>
            <a:pPr marL="0" lvl="0" indent="0"/>
            <a:endParaRPr lang="en-IN" dirty="0"/>
          </a:p>
          <a:p>
            <a:pPr marL="0" lvl="0" indent="0"/>
            <a:r>
              <a:rPr lang="en-IN" dirty="0"/>
              <a:t>Instead of just relying on what the AI learned during its initial training, RAG lets the model "look up" real-time or proprietary information to provide highly accurate, context-aware answers.</a:t>
            </a:r>
            <a:endParaRPr dirty="0"/>
          </a:p>
        </p:txBody>
      </p:sp>
      <p:grpSp>
        <p:nvGrpSpPr>
          <p:cNvPr id="870" name="Google Shape;870;p37"/>
          <p:cNvGrpSpPr/>
          <p:nvPr/>
        </p:nvGrpSpPr>
        <p:grpSpPr>
          <a:xfrm>
            <a:off x="2930202" y="3756585"/>
            <a:ext cx="3283591" cy="851992"/>
            <a:chOff x="430825" y="1382850"/>
            <a:chExt cx="10927091" cy="2835249"/>
          </a:xfrm>
        </p:grpSpPr>
        <p:sp>
          <p:nvSpPr>
            <p:cNvPr id="871" name="Google Shape;871;p37"/>
            <p:cNvSpPr/>
            <p:nvPr/>
          </p:nvSpPr>
          <p:spPr>
            <a:xfrm>
              <a:off x="2939723" y="2940252"/>
              <a:ext cx="1131693" cy="224206"/>
            </a:xfrm>
            <a:custGeom>
              <a:avLst/>
              <a:gdLst/>
              <a:ahLst/>
              <a:cxnLst/>
              <a:rect l="l" t="t" r="r" b="b"/>
              <a:pathLst>
                <a:path w="3291" h="652" extrusionOk="0">
                  <a:moveTo>
                    <a:pt x="37" y="0"/>
                  </a:moveTo>
                  <a:cubicBezTo>
                    <a:pt x="19" y="0"/>
                    <a:pt x="0" y="19"/>
                    <a:pt x="0" y="37"/>
                  </a:cubicBezTo>
                  <a:cubicBezTo>
                    <a:pt x="0" y="74"/>
                    <a:pt x="19" y="92"/>
                    <a:pt x="37" y="92"/>
                  </a:cubicBezTo>
                  <a:lnTo>
                    <a:pt x="809" y="92"/>
                  </a:lnTo>
                  <a:lnTo>
                    <a:pt x="1368" y="652"/>
                  </a:lnTo>
                  <a:lnTo>
                    <a:pt x="3235" y="652"/>
                  </a:lnTo>
                  <a:cubicBezTo>
                    <a:pt x="3272" y="652"/>
                    <a:pt x="3290" y="633"/>
                    <a:pt x="3290" y="596"/>
                  </a:cubicBezTo>
                  <a:cubicBezTo>
                    <a:pt x="3290" y="578"/>
                    <a:pt x="3272" y="555"/>
                    <a:pt x="3235" y="555"/>
                  </a:cubicBezTo>
                  <a:lnTo>
                    <a:pt x="1405" y="555"/>
                  </a:lnTo>
                  <a:lnTo>
                    <a:pt x="86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37"/>
            <p:cNvSpPr/>
            <p:nvPr/>
          </p:nvSpPr>
          <p:spPr>
            <a:xfrm>
              <a:off x="7712681" y="2940252"/>
              <a:ext cx="1133068" cy="224206"/>
            </a:xfrm>
            <a:custGeom>
              <a:avLst/>
              <a:gdLst/>
              <a:ahLst/>
              <a:cxnLst/>
              <a:rect l="l" t="t" r="r" b="b"/>
              <a:pathLst>
                <a:path w="3295" h="652" extrusionOk="0">
                  <a:moveTo>
                    <a:pt x="2426" y="0"/>
                  </a:moveTo>
                  <a:lnTo>
                    <a:pt x="1867" y="555"/>
                  </a:lnTo>
                  <a:lnTo>
                    <a:pt x="37" y="555"/>
                  </a:lnTo>
                  <a:cubicBezTo>
                    <a:pt x="19" y="555"/>
                    <a:pt x="0" y="578"/>
                    <a:pt x="0" y="596"/>
                  </a:cubicBezTo>
                  <a:cubicBezTo>
                    <a:pt x="0" y="633"/>
                    <a:pt x="19" y="652"/>
                    <a:pt x="37" y="652"/>
                  </a:cubicBezTo>
                  <a:lnTo>
                    <a:pt x="1909" y="652"/>
                  </a:lnTo>
                  <a:lnTo>
                    <a:pt x="2463" y="92"/>
                  </a:lnTo>
                  <a:lnTo>
                    <a:pt x="3253" y="92"/>
                  </a:lnTo>
                  <a:cubicBezTo>
                    <a:pt x="3272" y="92"/>
                    <a:pt x="3295" y="74"/>
                    <a:pt x="3295" y="37"/>
                  </a:cubicBezTo>
                  <a:cubicBezTo>
                    <a:pt x="3295" y="19"/>
                    <a:pt x="3272" y="0"/>
                    <a:pt x="325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37"/>
            <p:cNvSpPr/>
            <p:nvPr/>
          </p:nvSpPr>
          <p:spPr>
            <a:xfrm>
              <a:off x="2945913" y="3025876"/>
              <a:ext cx="895107" cy="245183"/>
            </a:xfrm>
            <a:custGeom>
              <a:avLst/>
              <a:gdLst/>
              <a:ahLst/>
              <a:cxnLst/>
              <a:rect l="l" t="t" r="r" b="b"/>
              <a:pathLst>
                <a:path w="2603" h="713" extrusionOk="0">
                  <a:moveTo>
                    <a:pt x="61" y="1"/>
                  </a:moveTo>
                  <a:cubicBezTo>
                    <a:pt x="19" y="1"/>
                    <a:pt x="1" y="19"/>
                    <a:pt x="1" y="56"/>
                  </a:cubicBezTo>
                  <a:cubicBezTo>
                    <a:pt x="1" y="75"/>
                    <a:pt x="19" y="98"/>
                    <a:pt x="61" y="98"/>
                  </a:cubicBezTo>
                  <a:lnTo>
                    <a:pt x="615" y="98"/>
                  </a:lnTo>
                  <a:lnTo>
                    <a:pt x="1216" y="712"/>
                  </a:lnTo>
                  <a:lnTo>
                    <a:pt x="2542" y="712"/>
                  </a:lnTo>
                  <a:cubicBezTo>
                    <a:pt x="2579" y="712"/>
                    <a:pt x="2602" y="675"/>
                    <a:pt x="2602" y="652"/>
                  </a:cubicBezTo>
                  <a:cubicBezTo>
                    <a:pt x="2602" y="634"/>
                    <a:pt x="2579" y="597"/>
                    <a:pt x="2542" y="597"/>
                  </a:cubicBezTo>
                  <a:lnTo>
                    <a:pt x="1253" y="597"/>
                  </a:lnTo>
                  <a:lnTo>
                    <a:pt x="65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37"/>
            <p:cNvSpPr/>
            <p:nvPr/>
          </p:nvSpPr>
          <p:spPr>
            <a:xfrm>
              <a:off x="7944795" y="3025876"/>
              <a:ext cx="893043" cy="245183"/>
            </a:xfrm>
            <a:custGeom>
              <a:avLst/>
              <a:gdLst/>
              <a:ahLst/>
              <a:cxnLst/>
              <a:rect l="l" t="t" r="r" b="b"/>
              <a:pathLst>
                <a:path w="2597" h="713" extrusionOk="0">
                  <a:moveTo>
                    <a:pt x="1945" y="1"/>
                  </a:moveTo>
                  <a:lnTo>
                    <a:pt x="1326" y="597"/>
                  </a:lnTo>
                  <a:lnTo>
                    <a:pt x="56" y="597"/>
                  </a:lnTo>
                  <a:cubicBezTo>
                    <a:pt x="19" y="597"/>
                    <a:pt x="0" y="634"/>
                    <a:pt x="0" y="652"/>
                  </a:cubicBezTo>
                  <a:cubicBezTo>
                    <a:pt x="0" y="675"/>
                    <a:pt x="19" y="712"/>
                    <a:pt x="56" y="712"/>
                  </a:cubicBezTo>
                  <a:lnTo>
                    <a:pt x="1386" y="712"/>
                  </a:lnTo>
                  <a:lnTo>
                    <a:pt x="1982" y="98"/>
                  </a:lnTo>
                  <a:lnTo>
                    <a:pt x="2541" y="98"/>
                  </a:lnTo>
                  <a:cubicBezTo>
                    <a:pt x="2578" y="98"/>
                    <a:pt x="2597" y="75"/>
                    <a:pt x="2597" y="56"/>
                  </a:cubicBezTo>
                  <a:cubicBezTo>
                    <a:pt x="2597" y="19"/>
                    <a:pt x="2578" y="1"/>
                    <a:pt x="254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37"/>
            <p:cNvSpPr/>
            <p:nvPr/>
          </p:nvSpPr>
          <p:spPr>
            <a:xfrm>
              <a:off x="2958636" y="3151390"/>
              <a:ext cx="232460" cy="33700"/>
            </a:xfrm>
            <a:custGeom>
              <a:avLst/>
              <a:gdLst/>
              <a:ahLst/>
              <a:cxnLst/>
              <a:rect l="l" t="t" r="r" b="b"/>
              <a:pathLst>
                <a:path w="676" h="98" extrusionOk="0">
                  <a:moveTo>
                    <a:pt x="61" y="1"/>
                  </a:moveTo>
                  <a:cubicBezTo>
                    <a:pt x="24" y="1"/>
                    <a:pt x="1" y="19"/>
                    <a:pt x="1" y="38"/>
                  </a:cubicBezTo>
                  <a:cubicBezTo>
                    <a:pt x="1" y="79"/>
                    <a:pt x="24" y="98"/>
                    <a:pt x="61" y="98"/>
                  </a:cubicBezTo>
                  <a:lnTo>
                    <a:pt x="638" y="98"/>
                  </a:lnTo>
                  <a:cubicBezTo>
                    <a:pt x="657" y="98"/>
                    <a:pt x="675" y="79"/>
                    <a:pt x="675" y="38"/>
                  </a:cubicBezTo>
                  <a:cubicBezTo>
                    <a:pt x="675" y="19"/>
                    <a:pt x="657" y="1"/>
                    <a:pt x="63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37"/>
            <p:cNvSpPr/>
            <p:nvPr/>
          </p:nvSpPr>
          <p:spPr>
            <a:xfrm>
              <a:off x="8586462" y="3151390"/>
              <a:ext cx="238649" cy="33700"/>
            </a:xfrm>
            <a:custGeom>
              <a:avLst/>
              <a:gdLst/>
              <a:ahLst/>
              <a:cxnLst/>
              <a:rect l="l" t="t" r="r" b="b"/>
              <a:pathLst>
                <a:path w="694" h="98" extrusionOk="0">
                  <a:moveTo>
                    <a:pt x="61" y="1"/>
                  </a:moveTo>
                  <a:cubicBezTo>
                    <a:pt x="19" y="1"/>
                    <a:pt x="1" y="19"/>
                    <a:pt x="1" y="38"/>
                  </a:cubicBezTo>
                  <a:cubicBezTo>
                    <a:pt x="1" y="79"/>
                    <a:pt x="19" y="98"/>
                    <a:pt x="61" y="98"/>
                  </a:cubicBezTo>
                  <a:lnTo>
                    <a:pt x="638" y="98"/>
                  </a:lnTo>
                  <a:cubicBezTo>
                    <a:pt x="657" y="98"/>
                    <a:pt x="694" y="79"/>
                    <a:pt x="694" y="38"/>
                  </a:cubicBezTo>
                  <a:cubicBezTo>
                    <a:pt x="694" y="19"/>
                    <a:pt x="657" y="1"/>
                    <a:pt x="63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37"/>
            <p:cNvSpPr/>
            <p:nvPr/>
          </p:nvSpPr>
          <p:spPr>
            <a:xfrm>
              <a:off x="3443497" y="3038600"/>
              <a:ext cx="529224" cy="33700"/>
            </a:xfrm>
            <a:custGeom>
              <a:avLst/>
              <a:gdLst/>
              <a:ahLst/>
              <a:cxnLst/>
              <a:rect l="l" t="t" r="r" b="b"/>
              <a:pathLst>
                <a:path w="1539" h="98" extrusionOk="0">
                  <a:moveTo>
                    <a:pt x="37" y="1"/>
                  </a:moveTo>
                  <a:cubicBezTo>
                    <a:pt x="18" y="1"/>
                    <a:pt x="0" y="19"/>
                    <a:pt x="0" y="61"/>
                  </a:cubicBezTo>
                  <a:cubicBezTo>
                    <a:pt x="0" y="79"/>
                    <a:pt x="18" y="98"/>
                    <a:pt x="37" y="98"/>
                  </a:cubicBezTo>
                  <a:lnTo>
                    <a:pt x="1479" y="98"/>
                  </a:lnTo>
                  <a:cubicBezTo>
                    <a:pt x="1502" y="98"/>
                    <a:pt x="1539" y="79"/>
                    <a:pt x="1539" y="61"/>
                  </a:cubicBezTo>
                  <a:cubicBezTo>
                    <a:pt x="1539" y="19"/>
                    <a:pt x="1502" y="1"/>
                    <a:pt x="147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37"/>
            <p:cNvSpPr/>
            <p:nvPr/>
          </p:nvSpPr>
          <p:spPr>
            <a:xfrm>
              <a:off x="7812748" y="3038600"/>
              <a:ext cx="529568" cy="33700"/>
            </a:xfrm>
            <a:custGeom>
              <a:avLst/>
              <a:gdLst/>
              <a:ahLst/>
              <a:cxnLst/>
              <a:rect l="l" t="t" r="r" b="b"/>
              <a:pathLst>
                <a:path w="1540" h="98" extrusionOk="0">
                  <a:moveTo>
                    <a:pt x="56" y="1"/>
                  </a:moveTo>
                  <a:cubicBezTo>
                    <a:pt x="19" y="1"/>
                    <a:pt x="1" y="19"/>
                    <a:pt x="1" y="61"/>
                  </a:cubicBezTo>
                  <a:cubicBezTo>
                    <a:pt x="1" y="79"/>
                    <a:pt x="19" y="98"/>
                    <a:pt x="56" y="98"/>
                  </a:cubicBezTo>
                  <a:lnTo>
                    <a:pt x="1502" y="98"/>
                  </a:lnTo>
                  <a:cubicBezTo>
                    <a:pt x="1521" y="98"/>
                    <a:pt x="1539" y="79"/>
                    <a:pt x="1539" y="61"/>
                  </a:cubicBezTo>
                  <a:cubicBezTo>
                    <a:pt x="1539" y="19"/>
                    <a:pt x="1521" y="1"/>
                    <a:pt x="150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37"/>
            <p:cNvSpPr/>
            <p:nvPr/>
          </p:nvSpPr>
          <p:spPr>
            <a:xfrm>
              <a:off x="4190045" y="1483261"/>
              <a:ext cx="3495833" cy="2277140"/>
            </a:xfrm>
            <a:custGeom>
              <a:avLst/>
              <a:gdLst/>
              <a:ahLst/>
              <a:cxnLst/>
              <a:rect l="l" t="t" r="r" b="b"/>
              <a:pathLst>
                <a:path w="10166" h="6622" extrusionOk="0">
                  <a:moveTo>
                    <a:pt x="4894" y="0"/>
                  </a:moveTo>
                  <a:cubicBezTo>
                    <a:pt x="3314" y="0"/>
                    <a:pt x="2043" y="1289"/>
                    <a:pt x="2043" y="2851"/>
                  </a:cubicBezTo>
                  <a:lnTo>
                    <a:pt x="2043" y="3082"/>
                  </a:lnTo>
                  <a:cubicBezTo>
                    <a:pt x="1964" y="3082"/>
                    <a:pt x="1872" y="3059"/>
                    <a:pt x="1775" y="3059"/>
                  </a:cubicBezTo>
                  <a:cubicBezTo>
                    <a:pt x="791" y="3059"/>
                    <a:pt x="1" y="3849"/>
                    <a:pt x="1" y="4833"/>
                  </a:cubicBezTo>
                  <a:cubicBezTo>
                    <a:pt x="1" y="5813"/>
                    <a:pt x="791" y="6621"/>
                    <a:pt x="1775" y="6621"/>
                  </a:cubicBezTo>
                  <a:lnTo>
                    <a:pt x="8087" y="6621"/>
                  </a:lnTo>
                  <a:cubicBezTo>
                    <a:pt x="9242" y="6621"/>
                    <a:pt x="10166" y="5679"/>
                    <a:pt x="10166" y="4524"/>
                  </a:cubicBezTo>
                  <a:cubicBezTo>
                    <a:pt x="10166" y="3368"/>
                    <a:pt x="9242" y="2444"/>
                    <a:pt x="8087" y="2444"/>
                  </a:cubicBezTo>
                  <a:cubicBezTo>
                    <a:pt x="7971" y="2444"/>
                    <a:pt x="7837" y="2463"/>
                    <a:pt x="7722" y="2481"/>
                  </a:cubicBezTo>
                  <a:cubicBezTo>
                    <a:pt x="7532" y="1058"/>
                    <a:pt x="6317" y="0"/>
                    <a:pt x="489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37"/>
            <p:cNvSpPr/>
            <p:nvPr/>
          </p:nvSpPr>
          <p:spPr>
            <a:xfrm>
              <a:off x="4164599" y="1470538"/>
              <a:ext cx="3521280" cy="2296053"/>
            </a:xfrm>
            <a:custGeom>
              <a:avLst/>
              <a:gdLst/>
              <a:ahLst/>
              <a:cxnLst/>
              <a:rect l="l" t="t" r="r" b="b"/>
              <a:pathLst>
                <a:path w="10240" h="6677" extrusionOk="0">
                  <a:moveTo>
                    <a:pt x="4926" y="74"/>
                  </a:moveTo>
                  <a:cubicBezTo>
                    <a:pt x="6336" y="74"/>
                    <a:pt x="7528" y="1114"/>
                    <a:pt x="7722" y="2518"/>
                  </a:cubicBezTo>
                  <a:lnTo>
                    <a:pt x="7722" y="2560"/>
                  </a:lnTo>
                  <a:lnTo>
                    <a:pt x="7759" y="2541"/>
                  </a:lnTo>
                  <a:cubicBezTo>
                    <a:pt x="7893" y="2518"/>
                    <a:pt x="8008" y="2500"/>
                    <a:pt x="8124" y="2500"/>
                  </a:cubicBezTo>
                  <a:cubicBezTo>
                    <a:pt x="9260" y="2500"/>
                    <a:pt x="10166" y="3424"/>
                    <a:pt x="10166" y="4561"/>
                  </a:cubicBezTo>
                  <a:cubicBezTo>
                    <a:pt x="10166" y="5697"/>
                    <a:pt x="9260" y="6603"/>
                    <a:pt x="8124" y="6603"/>
                  </a:cubicBezTo>
                  <a:lnTo>
                    <a:pt x="1807" y="6603"/>
                  </a:lnTo>
                  <a:cubicBezTo>
                    <a:pt x="846" y="6603"/>
                    <a:pt x="56" y="5831"/>
                    <a:pt x="56" y="4870"/>
                  </a:cubicBezTo>
                  <a:cubicBezTo>
                    <a:pt x="75" y="3904"/>
                    <a:pt x="846" y="3137"/>
                    <a:pt x="1807" y="3137"/>
                  </a:cubicBezTo>
                  <a:cubicBezTo>
                    <a:pt x="1904" y="3137"/>
                    <a:pt x="1983" y="3137"/>
                    <a:pt x="2080" y="3156"/>
                  </a:cubicBezTo>
                  <a:lnTo>
                    <a:pt x="2117" y="3156"/>
                  </a:lnTo>
                  <a:lnTo>
                    <a:pt x="2117" y="3119"/>
                  </a:lnTo>
                  <a:lnTo>
                    <a:pt x="2117" y="2888"/>
                  </a:lnTo>
                  <a:cubicBezTo>
                    <a:pt x="2117" y="1326"/>
                    <a:pt x="3369" y="74"/>
                    <a:pt x="4926" y="74"/>
                  </a:cubicBezTo>
                  <a:close/>
                  <a:moveTo>
                    <a:pt x="4926" y="0"/>
                  </a:moveTo>
                  <a:cubicBezTo>
                    <a:pt x="3332" y="0"/>
                    <a:pt x="2038" y="1289"/>
                    <a:pt x="2038" y="2888"/>
                  </a:cubicBezTo>
                  <a:lnTo>
                    <a:pt x="2038" y="3077"/>
                  </a:lnTo>
                  <a:cubicBezTo>
                    <a:pt x="1964" y="3059"/>
                    <a:pt x="1886" y="3059"/>
                    <a:pt x="1807" y="3059"/>
                  </a:cubicBezTo>
                  <a:cubicBezTo>
                    <a:pt x="809" y="3059"/>
                    <a:pt x="1" y="3867"/>
                    <a:pt x="1" y="4870"/>
                  </a:cubicBezTo>
                  <a:cubicBezTo>
                    <a:pt x="1" y="5868"/>
                    <a:pt x="809" y="6677"/>
                    <a:pt x="1807" y="6677"/>
                  </a:cubicBezTo>
                  <a:lnTo>
                    <a:pt x="8124" y="6677"/>
                  </a:lnTo>
                  <a:cubicBezTo>
                    <a:pt x="9297" y="6677"/>
                    <a:pt x="10240" y="5734"/>
                    <a:pt x="10240" y="4561"/>
                  </a:cubicBezTo>
                  <a:cubicBezTo>
                    <a:pt x="10240" y="3387"/>
                    <a:pt x="9297" y="2444"/>
                    <a:pt x="8124" y="2444"/>
                  </a:cubicBezTo>
                  <a:cubicBezTo>
                    <a:pt x="8008" y="2444"/>
                    <a:pt x="7893" y="2444"/>
                    <a:pt x="7777" y="2463"/>
                  </a:cubicBezTo>
                  <a:cubicBezTo>
                    <a:pt x="7565" y="1058"/>
                    <a:pt x="6373" y="0"/>
                    <a:pt x="4926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81" name="Google Shape;881;p37"/>
            <p:cNvGrpSpPr/>
            <p:nvPr/>
          </p:nvGrpSpPr>
          <p:grpSpPr>
            <a:xfrm>
              <a:off x="430825" y="1382850"/>
              <a:ext cx="2469366" cy="2835249"/>
              <a:chOff x="430825" y="1382850"/>
              <a:chExt cx="2469366" cy="2835249"/>
            </a:xfrm>
          </p:grpSpPr>
          <p:sp>
            <p:nvSpPr>
              <p:cNvPr id="882" name="Google Shape;882;p37"/>
              <p:cNvSpPr/>
              <p:nvPr/>
            </p:nvSpPr>
            <p:spPr>
              <a:xfrm>
                <a:off x="443548" y="1397293"/>
                <a:ext cx="2443920" cy="2806364"/>
              </a:xfrm>
              <a:custGeom>
                <a:avLst/>
                <a:gdLst/>
                <a:ahLst/>
                <a:cxnLst/>
                <a:rect l="l" t="t" r="r" b="b"/>
                <a:pathLst>
                  <a:path w="7107" h="8161" extrusionOk="0">
                    <a:moveTo>
                      <a:pt x="425" y="1"/>
                    </a:moveTo>
                    <a:cubicBezTo>
                      <a:pt x="176" y="1"/>
                      <a:pt x="0" y="190"/>
                      <a:pt x="0" y="421"/>
                    </a:cubicBezTo>
                    <a:lnTo>
                      <a:pt x="0" y="7740"/>
                    </a:lnTo>
                    <a:cubicBezTo>
                      <a:pt x="0" y="7989"/>
                      <a:pt x="176" y="8160"/>
                      <a:pt x="425" y="8160"/>
                    </a:cubicBezTo>
                    <a:lnTo>
                      <a:pt x="6682" y="8160"/>
                    </a:lnTo>
                    <a:cubicBezTo>
                      <a:pt x="6913" y="8160"/>
                      <a:pt x="7107" y="7989"/>
                      <a:pt x="7107" y="7740"/>
                    </a:cubicBezTo>
                    <a:lnTo>
                      <a:pt x="7107" y="421"/>
                    </a:lnTo>
                    <a:cubicBezTo>
                      <a:pt x="7107" y="190"/>
                      <a:pt x="6913" y="1"/>
                      <a:pt x="668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Google Shape;883;p37"/>
              <p:cNvSpPr/>
              <p:nvPr/>
            </p:nvSpPr>
            <p:spPr>
              <a:xfrm>
                <a:off x="430825" y="1382850"/>
                <a:ext cx="2469366" cy="2835249"/>
              </a:xfrm>
              <a:custGeom>
                <a:avLst/>
                <a:gdLst/>
                <a:ahLst/>
                <a:cxnLst/>
                <a:rect l="l" t="t" r="r" b="b"/>
                <a:pathLst>
                  <a:path w="7181" h="8245" extrusionOk="0">
                    <a:moveTo>
                      <a:pt x="6719" y="79"/>
                    </a:moveTo>
                    <a:cubicBezTo>
                      <a:pt x="6931" y="79"/>
                      <a:pt x="7102" y="255"/>
                      <a:pt x="7102" y="463"/>
                    </a:cubicBezTo>
                    <a:lnTo>
                      <a:pt x="7102" y="7782"/>
                    </a:lnTo>
                    <a:cubicBezTo>
                      <a:pt x="7102" y="8013"/>
                      <a:pt x="6931" y="8165"/>
                      <a:pt x="6719" y="8165"/>
                    </a:cubicBezTo>
                    <a:lnTo>
                      <a:pt x="462" y="8165"/>
                    </a:lnTo>
                    <a:cubicBezTo>
                      <a:pt x="231" y="8165"/>
                      <a:pt x="74" y="8013"/>
                      <a:pt x="74" y="7782"/>
                    </a:cubicBezTo>
                    <a:lnTo>
                      <a:pt x="74" y="463"/>
                    </a:lnTo>
                    <a:cubicBezTo>
                      <a:pt x="74" y="255"/>
                      <a:pt x="231" y="79"/>
                      <a:pt x="462" y="79"/>
                    </a:cubicBezTo>
                    <a:close/>
                    <a:moveTo>
                      <a:pt x="462" y="1"/>
                    </a:moveTo>
                    <a:cubicBezTo>
                      <a:pt x="190" y="1"/>
                      <a:pt x="0" y="213"/>
                      <a:pt x="0" y="463"/>
                    </a:cubicBezTo>
                    <a:lnTo>
                      <a:pt x="0" y="7782"/>
                    </a:lnTo>
                    <a:cubicBezTo>
                      <a:pt x="0" y="8050"/>
                      <a:pt x="190" y="8244"/>
                      <a:pt x="462" y="8244"/>
                    </a:cubicBezTo>
                    <a:lnTo>
                      <a:pt x="6719" y="8244"/>
                    </a:lnTo>
                    <a:cubicBezTo>
                      <a:pt x="6968" y="8244"/>
                      <a:pt x="7181" y="8050"/>
                      <a:pt x="7181" y="7782"/>
                    </a:cubicBezTo>
                    <a:lnTo>
                      <a:pt x="7181" y="463"/>
                    </a:lnTo>
                    <a:cubicBezTo>
                      <a:pt x="7181" y="213"/>
                      <a:pt x="6968" y="1"/>
                      <a:pt x="6719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Google Shape;884;p37"/>
              <p:cNvSpPr/>
              <p:nvPr/>
            </p:nvSpPr>
            <p:spPr>
              <a:xfrm>
                <a:off x="569062" y="1562696"/>
                <a:ext cx="2245504" cy="569113"/>
              </a:xfrm>
              <a:custGeom>
                <a:avLst/>
                <a:gdLst/>
                <a:ahLst/>
                <a:cxnLst/>
                <a:rect l="l" t="t" r="r" b="b"/>
                <a:pathLst>
                  <a:path w="6530" h="1655" extrusionOk="0">
                    <a:moveTo>
                      <a:pt x="231" y="0"/>
                    </a:moveTo>
                    <a:cubicBezTo>
                      <a:pt x="97" y="0"/>
                      <a:pt x="0" y="97"/>
                      <a:pt x="0" y="213"/>
                    </a:cubicBezTo>
                    <a:lnTo>
                      <a:pt x="0" y="1423"/>
                    </a:lnTo>
                    <a:cubicBezTo>
                      <a:pt x="0" y="1557"/>
                      <a:pt x="97" y="1654"/>
                      <a:pt x="231" y="1654"/>
                    </a:cubicBezTo>
                    <a:lnTo>
                      <a:pt x="6298" y="1654"/>
                    </a:lnTo>
                    <a:cubicBezTo>
                      <a:pt x="6432" y="1654"/>
                      <a:pt x="6529" y="1557"/>
                      <a:pt x="6529" y="1423"/>
                    </a:cubicBezTo>
                    <a:lnTo>
                      <a:pt x="6529" y="213"/>
                    </a:lnTo>
                    <a:cubicBezTo>
                      <a:pt x="6529" y="97"/>
                      <a:pt x="6432" y="0"/>
                      <a:pt x="629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Google Shape;885;p37"/>
              <p:cNvSpPr/>
              <p:nvPr/>
            </p:nvSpPr>
            <p:spPr>
              <a:xfrm>
                <a:off x="556339" y="1549972"/>
                <a:ext cx="2270950" cy="595935"/>
              </a:xfrm>
              <a:custGeom>
                <a:avLst/>
                <a:gdLst/>
                <a:ahLst/>
                <a:cxnLst/>
                <a:rect l="l" t="t" r="r" b="b"/>
                <a:pathLst>
                  <a:path w="6604" h="1733" extrusionOk="0">
                    <a:moveTo>
                      <a:pt x="6335" y="74"/>
                    </a:moveTo>
                    <a:cubicBezTo>
                      <a:pt x="6451" y="74"/>
                      <a:pt x="6525" y="153"/>
                      <a:pt x="6525" y="250"/>
                    </a:cubicBezTo>
                    <a:lnTo>
                      <a:pt x="6525" y="1460"/>
                    </a:lnTo>
                    <a:cubicBezTo>
                      <a:pt x="6525" y="1576"/>
                      <a:pt x="6451" y="1654"/>
                      <a:pt x="6335" y="1654"/>
                    </a:cubicBezTo>
                    <a:lnTo>
                      <a:pt x="268" y="1654"/>
                    </a:lnTo>
                    <a:cubicBezTo>
                      <a:pt x="153" y="1654"/>
                      <a:pt x="79" y="1576"/>
                      <a:pt x="79" y="1460"/>
                    </a:cubicBezTo>
                    <a:lnTo>
                      <a:pt x="79" y="250"/>
                    </a:lnTo>
                    <a:cubicBezTo>
                      <a:pt x="79" y="153"/>
                      <a:pt x="153" y="74"/>
                      <a:pt x="268" y="74"/>
                    </a:cubicBezTo>
                    <a:close/>
                    <a:moveTo>
                      <a:pt x="268" y="0"/>
                    </a:moveTo>
                    <a:cubicBezTo>
                      <a:pt x="116" y="0"/>
                      <a:pt x="0" y="116"/>
                      <a:pt x="0" y="250"/>
                    </a:cubicBezTo>
                    <a:lnTo>
                      <a:pt x="0" y="1460"/>
                    </a:lnTo>
                    <a:cubicBezTo>
                      <a:pt x="0" y="1617"/>
                      <a:pt x="116" y="1733"/>
                      <a:pt x="268" y="1733"/>
                    </a:cubicBezTo>
                    <a:lnTo>
                      <a:pt x="6335" y="1733"/>
                    </a:lnTo>
                    <a:cubicBezTo>
                      <a:pt x="6488" y="1733"/>
                      <a:pt x="6603" y="1617"/>
                      <a:pt x="6603" y="1460"/>
                    </a:cubicBezTo>
                    <a:lnTo>
                      <a:pt x="6603" y="250"/>
                    </a:lnTo>
                    <a:cubicBezTo>
                      <a:pt x="6603" y="116"/>
                      <a:pt x="6488" y="0"/>
                      <a:pt x="6335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Google Shape;886;p37"/>
              <p:cNvSpPr/>
              <p:nvPr/>
            </p:nvSpPr>
            <p:spPr>
              <a:xfrm>
                <a:off x="569062" y="2283798"/>
                <a:ext cx="2245504" cy="569113"/>
              </a:xfrm>
              <a:custGeom>
                <a:avLst/>
                <a:gdLst/>
                <a:ahLst/>
                <a:cxnLst/>
                <a:rect l="l" t="t" r="r" b="b"/>
                <a:pathLst>
                  <a:path w="6530" h="1655" extrusionOk="0">
                    <a:moveTo>
                      <a:pt x="231" y="1"/>
                    </a:moveTo>
                    <a:cubicBezTo>
                      <a:pt x="97" y="1"/>
                      <a:pt x="0" y="98"/>
                      <a:pt x="0" y="232"/>
                    </a:cubicBezTo>
                    <a:lnTo>
                      <a:pt x="0" y="1447"/>
                    </a:lnTo>
                    <a:cubicBezTo>
                      <a:pt x="0" y="1563"/>
                      <a:pt x="97" y="1655"/>
                      <a:pt x="231" y="1655"/>
                    </a:cubicBezTo>
                    <a:lnTo>
                      <a:pt x="6298" y="1655"/>
                    </a:lnTo>
                    <a:cubicBezTo>
                      <a:pt x="6432" y="1655"/>
                      <a:pt x="6529" y="1563"/>
                      <a:pt x="6529" y="1447"/>
                    </a:cubicBezTo>
                    <a:lnTo>
                      <a:pt x="6529" y="232"/>
                    </a:lnTo>
                    <a:cubicBezTo>
                      <a:pt x="6529" y="98"/>
                      <a:pt x="6432" y="1"/>
                      <a:pt x="629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Google Shape;887;p37"/>
              <p:cNvSpPr/>
              <p:nvPr/>
            </p:nvSpPr>
            <p:spPr>
              <a:xfrm>
                <a:off x="556339" y="2271075"/>
                <a:ext cx="2270950" cy="596279"/>
              </a:xfrm>
              <a:custGeom>
                <a:avLst/>
                <a:gdLst/>
                <a:ahLst/>
                <a:cxnLst/>
                <a:rect l="l" t="t" r="r" b="b"/>
                <a:pathLst>
                  <a:path w="6604" h="1734" extrusionOk="0">
                    <a:moveTo>
                      <a:pt x="6335" y="75"/>
                    </a:moveTo>
                    <a:cubicBezTo>
                      <a:pt x="6451" y="75"/>
                      <a:pt x="6525" y="153"/>
                      <a:pt x="6525" y="269"/>
                    </a:cubicBezTo>
                    <a:lnTo>
                      <a:pt x="6525" y="1484"/>
                    </a:lnTo>
                    <a:cubicBezTo>
                      <a:pt x="6525" y="1576"/>
                      <a:pt x="6451" y="1655"/>
                      <a:pt x="6335" y="1655"/>
                    </a:cubicBezTo>
                    <a:lnTo>
                      <a:pt x="268" y="1655"/>
                    </a:lnTo>
                    <a:cubicBezTo>
                      <a:pt x="153" y="1655"/>
                      <a:pt x="79" y="1576"/>
                      <a:pt x="79" y="1484"/>
                    </a:cubicBezTo>
                    <a:lnTo>
                      <a:pt x="79" y="269"/>
                    </a:lnTo>
                    <a:cubicBezTo>
                      <a:pt x="79" y="153"/>
                      <a:pt x="153" y="75"/>
                      <a:pt x="268" y="75"/>
                    </a:cubicBezTo>
                    <a:close/>
                    <a:moveTo>
                      <a:pt x="268" y="1"/>
                    </a:moveTo>
                    <a:cubicBezTo>
                      <a:pt x="116" y="1"/>
                      <a:pt x="0" y="116"/>
                      <a:pt x="0" y="269"/>
                    </a:cubicBezTo>
                    <a:lnTo>
                      <a:pt x="0" y="1484"/>
                    </a:lnTo>
                    <a:cubicBezTo>
                      <a:pt x="0" y="1618"/>
                      <a:pt x="116" y="1734"/>
                      <a:pt x="268" y="1734"/>
                    </a:cubicBezTo>
                    <a:lnTo>
                      <a:pt x="6335" y="1734"/>
                    </a:lnTo>
                    <a:cubicBezTo>
                      <a:pt x="6488" y="1734"/>
                      <a:pt x="6603" y="1618"/>
                      <a:pt x="6603" y="1484"/>
                    </a:cubicBezTo>
                    <a:lnTo>
                      <a:pt x="6603" y="269"/>
                    </a:lnTo>
                    <a:cubicBezTo>
                      <a:pt x="6603" y="116"/>
                      <a:pt x="6488" y="1"/>
                      <a:pt x="6335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Google Shape;888;p37"/>
              <p:cNvSpPr/>
              <p:nvPr/>
            </p:nvSpPr>
            <p:spPr>
              <a:xfrm>
                <a:off x="569062" y="2959165"/>
                <a:ext cx="2245504" cy="577022"/>
              </a:xfrm>
              <a:custGeom>
                <a:avLst/>
                <a:gdLst/>
                <a:ahLst/>
                <a:cxnLst/>
                <a:rect l="l" t="t" r="r" b="b"/>
                <a:pathLst>
                  <a:path w="6530" h="1678" extrusionOk="0">
                    <a:moveTo>
                      <a:pt x="231" y="1"/>
                    </a:moveTo>
                    <a:cubicBezTo>
                      <a:pt x="97" y="1"/>
                      <a:pt x="0" y="116"/>
                      <a:pt x="0" y="232"/>
                    </a:cubicBezTo>
                    <a:lnTo>
                      <a:pt x="0" y="1447"/>
                    </a:lnTo>
                    <a:cubicBezTo>
                      <a:pt x="0" y="1581"/>
                      <a:pt x="97" y="1678"/>
                      <a:pt x="231" y="1678"/>
                    </a:cubicBezTo>
                    <a:lnTo>
                      <a:pt x="6298" y="1678"/>
                    </a:lnTo>
                    <a:cubicBezTo>
                      <a:pt x="6432" y="1678"/>
                      <a:pt x="6529" y="1581"/>
                      <a:pt x="6529" y="1447"/>
                    </a:cubicBezTo>
                    <a:lnTo>
                      <a:pt x="6529" y="232"/>
                    </a:lnTo>
                    <a:cubicBezTo>
                      <a:pt x="6529" y="116"/>
                      <a:pt x="6432" y="1"/>
                      <a:pt x="629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Google Shape;889;p37"/>
              <p:cNvSpPr/>
              <p:nvPr/>
            </p:nvSpPr>
            <p:spPr>
              <a:xfrm>
                <a:off x="556339" y="2946442"/>
                <a:ext cx="2270950" cy="602469"/>
              </a:xfrm>
              <a:custGeom>
                <a:avLst/>
                <a:gdLst/>
                <a:ahLst/>
                <a:cxnLst/>
                <a:rect l="l" t="t" r="r" b="b"/>
                <a:pathLst>
                  <a:path w="6604" h="1752" extrusionOk="0">
                    <a:moveTo>
                      <a:pt x="6335" y="74"/>
                    </a:moveTo>
                    <a:cubicBezTo>
                      <a:pt x="6451" y="74"/>
                      <a:pt x="6525" y="172"/>
                      <a:pt x="6525" y="269"/>
                    </a:cubicBezTo>
                    <a:lnTo>
                      <a:pt x="6525" y="1484"/>
                    </a:lnTo>
                    <a:cubicBezTo>
                      <a:pt x="6525" y="1576"/>
                      <a:pt x="6451" y="1673"/>
                      <a:pt x="6335" y="1673"/>
                    </a:cubicBezTo>
                    <a:lnTo>
                      <a:pt x="268" y="1673"/>
                    </a:lnTo>
                    <a:cubicBezTo>
                      <a:pt x="153" y="1673"/>
                      <a:pt x="79" y="1576"/>
                      <a:pt x="79" y="1484"/>
                    </a:cubicBezTo>
                    <a:lnTo>
                      <a:pt x="79" y="269"/>
                    </a:lnTo>
                    <a:cubicBezTo>
                      <a:pt x="79" y="172"/>
                      <a:pt x="153" y="74"/>
                      <a:pt x="268" y="74"/>
                    </a:cubicBezTo>
                    <a:close/>
                    <a:moveTo>
                      <a:pt x="268" y="1"/>
                    </a:moveTo>
                    <a:cubicBezTo>
                      <a:pt x="116" y="1"/>
                      <a:pt x="0" y="116"/>
                      <a:pt x="0" y="269"/>
                    </a:cubicBezTo>
                    <a:lnTo>
                      <a:pt x="0" y="1484"/>
                    </a:lnTo>
                    <a:cubicBezTo>
                      <a:pt x="0" y="1636"/>
                      <a:pt x="116" y="1752"/>
                      <a:pt x="268" y="1752"/>
                    </a:cubicBezTo>
                    <a:lnTo>
                      <a:pt x="6335" y="1752"/>
                    </a:lnTo>
                    <a:cubicBezTo>
                      <a:pt x="6488" y="1752"/>
                      <a:pt x="6603" y="1636"/>
                      <a:pt x="6603" y="1484"/>
                    </a:cubicBezTo>
                    <a:lnTo>
                      <a:pt x="6603" y="269"/>
                    </a:lnTo>
                    <a:cubicBezTo>
                      <a:pt x="6603" y="116"/>
                      <a:pt x="6488" y="1"/>
                      <a:pt x="6335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Google Shape;890;p37"/>
              <p:cNvSpPr/>
              <p:nvPr/>
            </p:nvSpPr>
            <p:spPr>
              <a:xfrm>
                <a:off x="721398" y="1688209"/>
                <a:ext cx="788505" cy="318084"/>
              </a:xfrm>
              <a:custGeom>
                <a:avLst/>
                <a:gdLst/>
                <a:ahLst/>
                <a:cxnLst/>
                <a:rect l="l" t="t" r="r" b="b"/>
                <a:pathLst>
                  <a:path w="2293" h="925" extrusionOk="0">
                    <a:moveTo>
                      <a:pt x="214" y="0"/>
                    </a:moveTo>
                    <a:cubicBezTo>
                      <a:pt x="98" y="0"/>
                      <a:pt x="1" y="97"/>
                      <a:pt x="1" y="231"/>
                    </a:cubicBezTo>
                    <a:lnTo>
                      <a:pt x="1" y="693"/>
                    </a:lnTo>
                    <a:cubicBezTo>
                      <a:pt x="1" y="809"/>
                      <a:pt x="98" y="924"/>
                      <a:pt x="214" y="924"/>
                    </a:cubicBezTo>
                    <a:lnTo>
                      <a:pt x="2062" y="924"/>
                    </a:lnTo>
                    <a:cubicBezTo>
                      <a:pt x="2196" y="924"/>
                      <a:pt x="2293" y="809"/>
                      <a:pt x="2293" y="693"/>
                    </a:cubicBezTo>
                    <a:lnTo>
                      <a:pt x="2293" y="231"/>
                    </a:lnTo>
                    <a:cubicBezTo>
                      <a:pt x="2293" y="97"/>
                      <a:pt x="2196" y="0"/>
                      <a:pt x="206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Google Shape;891;p37"/>
              <p:cNvSpPr/>
              <p:nvPr/>
            </p:nvSpPr>
            <p:spPr>
              <a:xfrm>
                <a:off x="709018" y="1675486"/>
                <a:ext cx="813608" cy="343531"/>
              </a:xfrm>
              <a:custGeom>
                <a:avLst/>
                <a:gdLst/>
                <a:ahLst/>
                <a:cxnLst/>
                <a:rect l="l" t="t" r="r" b="b"/>
                <a:pathLst>
                  <a:path w="2366" h="999" extrusionOk="0">
                    <a:moveTo>
                      <a:pt x="2098" y="74"/>
                    </a:moveTo>
                    <a:cubicBezTo>
                      <a:pt x="2213" y="74"/>
                      <a:pt x="2292" y="153"/>
                      <a:pt x="2292" y="268"/>
                    </a:cubicBezTo>
                    <a:lnTo>
                      <a:pt x="2292" y="730"/>
                    </a:lnTo>
                    <a:cubicBezTo>
                      <a:pt x="2292" y="827"/>
                      <a:pt x="2213" y="924"/>
                      <a:pt x="2098" y="924"/>
                    </a:cubicBezTo>
                    <a:lnTo>
                      <a:pt x="250" y="924"/>
                    </a:lnTo>
                    <a:cubicBezTo>
                      <a:pt x="152" y="924"/>
                      <a:pt x="74" y="827"/>
                      <a:pt x="74" y="730"/>
                    </a:cubicBezTo>
                    <a:lnTo>
                      <a:pt x="74" y="268"/>
                    </a:lnTo>
                    <a:cubicBezTo>
                      <a:pt x="74" y="153"/>
                      <a:pt x="152" y="74"/>
                      <a:pt x="250" y="74"/>
                    </a:cubicBezTo>
                    <a:close/>
                    <a:moveTo>
                      <a:pt x="250" y="0"/>
                    </a:moveTo>
                    <a:cubicBezTo>
                      <a:pt x="116" y="0"/>
                      <a:pt x="0" y="116"/>
                      <a:pt x="0" y="268"/>
                    </a:cubicBezTo>
                    <a:lnTo>
                      <a:pt x="0" y="730"/>
                    </a:lnTo>
                    <a:cubicBezTo>
                      <a:pt x="0" y="864"/>
                      <a:pt x="116" y="998"/>
                      <a:pt x="250" y="998"/>
                    </a:cubicBezTo>
                    <a:lnTo>
                      <a:pt x="2098" y="998"/>
                    </a:lnTo>
                    <a:cubicBezTo>
                      <a:pt x="2250" y="998"/>
                      <a:pt x="2366" y="864"/>
                      <a:pt x="2366" y="730"/>
                    </a:cubicBezTo>
                    <a:lnTo>
                      <a:pt x="2366" y="268"/>
                    </a:lnTo>
                    <a:cubicBezTo>
                      <a:pt x="2366" y="116"/>
                      <a:pt x="2250" y="0"/>
                      <a:pt x="2098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Google Shape;892;p37"/>
              <p:cNvSpPr/>
              <p:nvPr/>
            </p:nvSpPr>
            <p:spPr>
              <a:xfrm>
                <a:off x="1635068" y="1614964"/>
                <a:ext cx="125858" cy="125858"/>
              </a:xfrm>
              <a:custGeom>
                <a:avLst/>
                <a:gdLst/>
                <a:ahLst/>
                <a:cxnLst/>
                <a:rect l="l" t="t" r="r" b="b"/>
                <a:pathLst>
                  <a:path w="366" h="366" extrusionOk="0">
                    <a:moveTo>
                      <a:pt x="98" y="1"/>
                    </a:moveTo>
                    <a:cubicBezTo>
                      <a:pt x="38" y="1"/>
                      <a:pt x="1" y="42"/>
                      <a:pt x="1" y="98"/>
                    </a:cubicBezTo>
                    <a:lnTo>
                      <a:pt x="1" y="273"/>
                    </a:lnTo>
                    <a:cubicBezTo>
                      <a:pt x="1" y="310"/>
                      <a:pt x="38" y="366"/>
                      <a:pt x="98" y="366"/>
                    </a:cubicBezTo>
                    <a:lnTo>
                      <a:pt x="269" y="366"/>
                    </a:lnTo>
                    <a:cubicBezTo>
                      <a:pt x="310" y="366"/>
                      <a:pt x="366" y="310"/>
                      <a:pt x="366" y="273"/>
                    </a:cubicBezTo>
                    <a:lnTo>
                      <a:pt x="366" y="98"/>
                    </a:lnTo>
                    <a:cubicBezTo>
                      <a:pt x="366" y="42"/>
                      <a:pt x="310" y="1"/>
                      <a:pt x="26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Google Shape;893;p37"/>
              <p:cNvSpPr/>
              <p:nvPr/>
            </p:nvSpPr>
            <p:spPr>
              <a:xfrm>
                <a:off x="1622345" y="1602241"/>
                <a:ext cx="153024" cy="153024"/>
              </a:xfrm>
              <a:custGeom>
                <a:avLst/>
                <a:gdLst/>
                <a:ahLst/>
                <a:cxnLst/>
                <a:rect l="l" t="t" r="r" b="b"/>
                <a:pathLst>
                  <a:path w="445" h="445" extrusionOk="0">
                    <a:moveTo>
                      <a:pt x="306" y="79"/>
                    </a:moveTo>
                    <a:cubicBezTo>
                      <a:pt x="329" y="79"/>
                      <a:pt x="366" y="98"/>
                      <a:pt x="366" y="135"/>
                    </a:cubicBezTo>
                    <a:lnTo>
                      <a:pt x="366" y="310"/>
                    </a:lnTo>
                    <a:cubicBezTo>
                      <a:pt x="366" y="329"/>
                      <a:pt x="329" y="366"/>
                      <a:pt x="306" y="366"/>
                    </a:cubicBezTo>
                    <a:lnTo>
                      <a:pt x="135" y="366"/>
                    </a:lnTo>
                    <a:cubicBezTo>
                      <a:pt x="98" y="366"/>
                      <a:pt x="75" y="329"/>
                      <a:pt x="75" y="310"/>
                    </a:cubicBezTo>
                    <a:lnTo>
                      <a:pt x="75" y="135"/>
                    </a:lnTo>
                    <a:cubicBezTo>
                      <a:pt x="75" y="98"/>
                      <a:pt x="98" y="79"/>
                      <a:pt x="135" y="79"/>
                    </a:cubicBezTo>
                    <a:close/>
                    <a:moveTo>
                      <a:pt x="135" y="1"/>
                    </a:moveTo>
                    <a:cubicBezTo>
                      <a:pt x="56" y="1"/>
                      <a:pt x="1" y="56"/>
                      <a:pt x="1" y="135"/>
                    </a:cubicBezTo>
                    <a:lnTo>
                      <a:pt x="1" y="310"/>
                    </a:lnTo>
                    <a:cubicBezTo>
                      <a:pt x="1" y="384"/>
                      <a:pt x="56" y="444"/>
                      <a:pt x="135" y="444"/>
                    </a:cubicBezTo>
                    <a:lnTo>
                      <a:pt x="306" y="444"/>
                    </a:lnTo>
                    <a:cubicBezTo>
                      <a:pt x="384" y="444"/>
                      <a:pt x="444" y="384"/>
                      <a:pt x="444" y="310"/>
                    </a:cubicBezTo>
                    <a:lnTo>
                      <a:pt x="444" y="135"/>
                    </a:lnTo>
                    <a:cubicBezTo>
                      <a:pt x="444" y="56"/>
                      <a:pt x="384" y="1"/>
                      <a:pt x="306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Google Shape;894;p37"/>
              <p:cNvSpPr/>
              <p:nvPr/>
            </p:nvSpPr>
            <p:spPr>
              <a:xfrm>
                <a:off x="1635068" y="2336411"/>
                <a:ext cx="125858" cy="127234"/>
              </a:xfrm>
              <a:custGeom>
                <a:avLst/>
                <a:gdLst/>
                <a:ahLst/>
                <a:cxnLst/>
                <a:rect l="l" t="t" r="r" b="b"/>
                <a:pathLst>
                  <a:path w="366" h="370" extrusionOk="0">
                    <a:moveTo>
                      <a:pt x="98" y="0"/>
                    </a:moveTo>
                    <a:cubicBezTo>
                      <a:pt x="38" y="0"/>
                      <a:pt x="1" y="60"/>
                      <a:pt x="1" y="116"/>
                    </a:cubicBezTo>
                    <a:lnTo>
                      <a:pt x="1" y="273"/>
                    </a:lnTo>
                    <a:cubicBezTo>
                      <a:pt x="1" y="328"/>
                      <a:pt x="38" y="370"/>
                      <a:pt x="98" y="370"/>
                    </a:cubicBezTo>
                    <a:lnTo>
                      <a:pt x="269" y="370"/>
                    </a:lnTo>
                    <a:cubicBezTo>
                      <a:pt x="310" y="370"/>
                      <a:pt x="366" y="328"/>
                      <a:pt x="366" y="273"/>
                    </a:cubicBezTo>
                    <a:lnTo>
                      <a:pt x="366" y="116"/>
                    </a:lnTo>
                    <a:cubicBezTo>
                      <a:pt x="366" y="60"/>
                      <a:pt x="310" y="0"/>
                      <a:pt x="26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Google Shape;895;p37"/>
              <p:cNvSpPr/>
              <p:nvPr/>
            </p:nvSpPr>
            <p:spPr>
              <a:xfrm>
                <a:off x="1622345" y="2323687"/>
                <a:ext cx="153024" cy="152681"/>
              </a:xfrm>
              <a:custGeom>
                <a:avLst/>
                <a:gdLst/>
                <a:ahLst/>
                <a:cxnLst/>
                <a:rect l="l" t="t" r="r" b="b"/>
                <a:pathLst>
                  <a:path w="445" h="444" extrusionOk="0">
                    <a:moveTo>
                      <a:pt x="306" y="79"/>
                    </a:moveTo>
                    <a:cubicBezTo>
                      <a:pt x="329" y="79"/>
                      <a:pt x="366" y="116"/>
                      <a:pt x="366" y="153"/>
                    </a:cubicBezTo>
                    <a:lnTo>
                      <a:pt x="366" y="310"/>
                    </a:lnTo>
                    <a:cubicBezTo>
                      <a:pt x="366" y="347"/>
                      <a:pt x="329" y="365"/>
                      <a:pt x="306" y="365"/>
                    </a:cubicBezTo>
                    <a:lnTo>
                      <a:pt x="135" y="365"/>
                    </a:lnTo>
                    <a:cubicBezTo>
                      <a:pt x="98" y="365"/>
                      <a:pt x="75" y="347"/>
                      <a:pt x="75" y="310"/>
                    </a:cubicBezTo>
                    <a:lnTo>
                      <a:pt x="75" y="153"/>
                    </a:lnTo>
                    <a:cubicBezTo>
                      <a:pt x="75" y="116"/>
                      <a:pt x="98" y="79"/>
                      <a:pt x="135" y="79"/>
                    </a:cubicBezTo>
                    <a:close/>
                    <a:moveTo>
                      <a:pt x="135" y="0"/>
                    </a:moveTo>
                    <a:cubicBezTo>
                      <a:pt x="56" y="0"/>
                      <a:pt x="1" y="79"/>
                      <a:pt x="1" y="153"/>
                    </a:cubicBezTo>
                    <a:lnTo>
                      <a:pt x="1" y="310"/>
                    </a:lnTo>
                    <a:cubicBezTo>
                      <a:pt x="1" y="384"/>
                      <a:pt x="56" y="444"/>
                      <a:pt x="135" y="444"/>
                    </a:cubicBezTo>
                    <a:lnTo>
                      <a:pt x="306" y="444"/>
                    </a:lnTo>
                    <a:cubicBezTo>
                      <a:pt x="384" y="444"/>
                      <a:pt x="444" y="384"/>
                      <a:pt x="444" y="310"/>
                    </a:cubicBezTo>
                    <a:lnTo>
                      <a:pt x="444" y="153"/>
                    </a:lnTo>
                    <a:cubicBezTo>
                      <a:pt x="444" y="79"/>
                      <a:pt x="384" y="0"/>
                      <a:pt x="306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Google Shape;896;p37"/>
              <p:cNvSpPr/>
              <p:nvPr/>
            </p:nvSpPr>
            <p:spPr>
              <a:xfrm>
                <a:off x="1635068" y="1767644"/>
                <a:ext cx="125858" cy="119325"/>
              </a:xfrm>
              <a:custGeom>
                <a:avLst/>
                <a:gdLst/>
                <a:ahLst/>
                <a:cxnLst/>
                <a:rect l="l" t="t" r="r" b="b"/>
                <a:pathLst>
                  <a:path w="366" h="347" extrusionOk="0">
                    <a:moveTo>
                      <a:pt x="98" y="0"/>
                    </a:moveTo>
                    <a:cubicBezTo>
                      <a:pt x="38" y="0"/>
                      <a:pt x="1" y="37"/>
                      <a:pt x="1" y="97"/>
                    </a:cubicBezTo>
                    <a:lnTo>
                      <a:pt x="1" y="250"/>
                    </a:lnTo>
                    <a:cubicBezTo>
                      <a:pt x="1" y="310"/>
                      <a:pt x="38" y="347"/>
                      <a:pt x="98" y="347"/>
                    </a:cubicBezTo>
                    <a:lnTo>
                      <a:pt x="269" y="347"/>
                    </a:lnTo>
                    <a:cubicBezTo>
                      <a:pt x="310" y="347"/>
                      <a:pt x="366" y="310"/>
                      <a:pt x="366" y="250"/>
                    </a:cubicBezTo>
                    <a:lnTo>
                      <a:pt x="366" y="97"/>
                    </a:lnTo>
                    <a:cubicBezTo>
                      <a:pt x="366" y="37"/>
                      <a:pt x="310" y="0"/>
                      <a:pt x="26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Google Shape;897;p37"/>
              <p:cNvSpPr/>
              <p:nvPr/>
            </p:nvSpPr>
            <p:spPr>
              <a:xfrm>
                <a:off x="1622345" y="1754921"/>
                <a:ext cx="153024" cy="144771"/>
              </a:xfrm>
              <a:custGeom>
                <a:avLst/>
                <a:gdLst/>
                <a:ahLst/>
                <a:cxnLst/>
                <a:rect l="l" t="t" r="r" b="b"/>
                <a:pathLst>
                  <a:path w="445" h="421" extrusionOk="0">
                    <a:moveTo>
                      <a:pt x="306" y="74"/>
                    </a:moveTo>
                    <a:cubicBezTo>
                      <a:pt x="329" y="74"/>
                      <a:pt x="366" y="97"/>
                      <a:pt x="366" y="134"/>
                    </a:cubicBezTo>
                    <a:lnTo>
                      <a:pt x="366" y="287"/>
                    </a:lnTo>
                    <a:cubicBezTo>
                      <a:pt x="366" y="328"/>
                      <a:pt x="329" y="347"/>
                      <a:pt x="306" y="347"/>
                    </a:cubicBezTo>
                    <a:lnTo>
                      <a:pt x="135" y="347"/>
                    </a:lnTo>
                    <a:cubicBezTo>
                      <a:pt x="98" y="347"/>
                      <a:pt x="75" y="328"/>
                      <a:pt x="75" y="287"/>
                    </a:cubicBezTo>
                    <a:lnTo>
                      <a:pt x="75" y="134"/>
                    </a:lnTo>
                    <a:cubicBezTo>
                      <a:pt x="75" y="97"/>
                      <a:pt x="98" y="74"/>
                      <a:pt x="135" y="74"/>
                    </a:cubicBezTo>
                    <a:close/>
                    <a:moveTo>
                      <a:pt x="135" y="0"/>
                    </a:moveTo>
                    <a:cubicBezTo>
                      <a:pt x="56" y="0"/>
                      <a:pt x="1" y="56"/>
                      <a:pt x="1" y="134"/>
                    </a:cubicBezTo>
                    <a:lnTo>
                      <a:pt x="1" y="287"/>
                    </a:lnTo>
                    <a:cubicBezTo>
                      <a:pt x="1" y="365"/>
                      <a:pt x="56" y="421"/>
                      <a:pt x="135" y="421"/>
                    </a:cubicBezTo>
                    <a:lnTo>
                      <a:pt x="306" y="421"/>
                    </a:lnTo>
                    <a:cubicBezTo>
                      <a:pt x="384" y="421"/>
                      <a:pt x="444" y="365"/>
                      <a:pt x="444" y="287"/>
                    </a:cubicBezTo>
                    <a:lnTo>
                      <a:pt x="444" y="134"/>
                    </a:lnTo>
                    <a:cubicBezTo>
                      <a:pt x="444" y="56"/>
                      <a:pt x="384" y="0"/>
                      <a:pt x="306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Google Shape;898;p37"/>
              <p:cNvSpPr/>
              <p:nvPr/>
            </p:nvSpPr>
            <p:spPr>
              <a:xfrm>
                <a:off x="1635068" y="2488746"/>
                <a:ext cx="125858" cy="125858"/>
              </a:xfrm>
              <a:custGeom>
                <a:avLst/>
                <a:gdLst/>
                <a:ahLst/>
                <a:cxnLst/>
                <a:rect l="l" t="t" r="r" b="b"/>
                <a:pathLst>
                  <a:path w="366" h="366" extrusionOk="0">
                    <a:moveTo>
                      <a:pt x="98" y="1"/>
                    </a:moveTo>
                    <a:cubicBezTo>
                      <a:pt x="38" y="1"/>
                      <a:pt x="1" y="42"/>
                      <a:pt x="1" y="98"/>
                    </a:cubicBezTo>
                    <a:lnTo>
                      <a:pt x="1" y="273"/>
                    </a:lnTo>
                    <a:cubicBezTo>
                      <a:pt x="1" y="329"/>
                      <a:pt x="38" y="366"/>
                      <a:pt x="98" y="366"/>
                    </a:cubicBezTo>
                    <a:lnTo>
                      <a:pt x="269" y="366"/>
                    </a:lnTo>
                    <a:cubicBezTo>
                      <a:pt x="310" y="366"/>
                      <a:pt x="366" y="329"/>
                      <a:pt x="366" y="273"/>
                    </a:cubicBezTo>
                    <a:lnTo>
                      <a:pt x="366" y="98"/>
                    </a:lnTo>
                    <a:cubicBezTo>
                      <a:pt x="366" y="42"/>
                      <a:pt x="310" y="1"/>
                      <a:pt x="26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Google Shape;899;p37"/>
              <p:cNvSpPr/>
              <p:nvPr/>
            </p:nvSpPr>
            <p:spPr>
              <a:xfrm>
                <a:off x="1622345" y="2476023"/>
                <a:ext cx="153024" cy="153024"/>
              </a:xfrm>
              <a:custGeom>
                <a:avLst/>
                <a:gdLst/>
                <a:ahLst/>
                <a:cxnLst/>
                <a:rect l="l" t="t" r="r" b="b"/>
                <a:pathLst>
                  <a:path w="445" h="445" extrusionOk="0">
                    <a:moveTo>
                      <a:pt x="306" y="79"/>
                    </a:moveTo>
                    <a:cubicBezTo>
                      <a:pt x="329" y="79"/>
                      <a:pt x="366" y="98"/>
                      <a:pt x="366" y="135"/>
                    </a:cubicBezTo>
                    <a:lnTo>
                      <a:pt x="366" y="310"/>
                    </a:lnTo>
                    <a:cubicBezTo>
                      <a:pt x="366" y="347"/>
                      <a:pt x="329" y="366"/>
                      <a:pt x="306" y="366"/>
                    </a:cubicBezTo>
                    <a:lnTo>
                      <a:pt x="135" y="366"/>
                    </a:lnTo>
                    <a:cubicBezTo>
                      <a:pt x="98" y="366"/>
                      <a:pt x="75" y="347"/>
                      <a:pt x="75" y="310"/>
                    </a:cubicBezTo>
                    <a:lnTo>
                      <a:pt x="75" y="135"/>
                    </a:lnTo>
                    <a:cubicBezTo>
                      <a:pt x="75" y="98"/>
                      <a:pt x="98" y="79"/>
                      <a:pt x="135" y="79"/>
                    </a:cubicBezTo>
                    <a:close/>
                    <a:moveTo>
                      <a:pt x="135" y="1"/>
                    </a:moveTo>
                    <a:cubicBezTo>
                      <a:pt x="56" y="1"/>
                      <a:pt x="1" y="56"/>
                      <a:pt x="1" y="135"/>
                    </a:cubicBezTo>
                    <a:lnTo>
                      <a:pt x="1" y="310"/>
                    </a:lnTo>
                    <a:cubicBezTo>
                      <a:pt x="1" y="384"/>
                      <a:pt x="56" y="444"/>
                      <a:pt x="135" y="444"/>
                    </a:cubicBezTo>
                    <a:lnTo>
                      <a:pt x="306" y="444"/>
                    </a:lnTo>
                    <a:cubicBezTo>
                      <a:pt x="384" y="444"/>
                      <a:pt x="444" y="384"/>
                      <a:pt x="444" y="310"/>
                    </a:cubicBezTo>
                    <a:lnTo>
                      <a:pt x="444" y="135"/>
                    </a:lnTo>
                    <a:cubicBezTo>
                      <a:pt x="444" y="56"/>
                      <a:pt x="384" y="1"/>
                      <a:pt x="306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Google Shape;900;p37"/>
              <p:cNvSpPr/>
              <p:nvPr/>
            </p:nvSpPr>
            <p:spPr>
              <a:xfrm>
                <a:off x="1635068" y="1913790"/>
                <a:ext cx="125858" cy="125858"/>
              </a:xfrm>
              <a:custGeom>
                <a:avLst/>
                <a:gdLst/>
                <a:ahLst/>
                <a:cxnLst/>
                <a:rect l="l" t="t" r="r" b="b"/>
                <a:pathLst>
                  <a:path w="366" h="366" extrusionOk="0">
                    <a:moveTo>
                      <a:pt x="98" y="0"/>
                    </a:moveTo>
                    <a:cubicBezTo>
                      <a:pt x="38" y="0"/>
                      <a:pt x="1" y="37"/>
                      <a:pt x="1" y="97"/>
                    </a:cubicBezTo>
                    <a:lnTo>
                      <a:pt x="1" y="268"/>
                    </a:lnTo>
                    <a:cubicBezTo>
                      <a:pt x="1" y="328"/>
                      <a:pt x="38" y="365"/>
                      <a:pt x="98" y="365"/>
                    </a:cubicBezTo>
                    <a:lnTo>
                      <a:pt x="269" y="365"/>
                    </a:lnTo>
                    <a:cubicBezTo>
                      <a:pt x="310" y="365"/>
                      <a:pt x="366" y="328"/>
                      <a:pt x="366" y="268"/>
                    </a:cubicBezTo>
                    <a:lnTo>
                      <a:pt x="366" y="97"/>
                    </a:lnTo>
                    <a:cubicBezTo>
                      <a:pt x="366" y="37"/>
                      <a:pt x="310" y="0"/>
                      <a:pt x="26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Google Shape;901;p37"/>
              <p:cNvSpPr/>
              <p:nvPr/>
            </p:nvSpPr>
            <p:spPr>
              <a:xfrm>
                <a:off x="1622345" y="1899348"/>
                <a:ext cx="153024" cy="153024"/>
              </a:xfrm>
              <a:custGeom>
                <a:avLst/>
                <a:gdLst/>
                <a:ahLst/>
                <a:cxnLst/>
                <a:rect l="l" t="t" r="r" b="b"/>
                <a:pathLst>
                  <a:path w="445" h="445" extrusionOk="0">
                    <a:moveTo>
                      <a:pt x="306" y="79"/>
                    </a:moveTo>
                    <a:cubicBezTo>
                      <a:pt x="329" y="79"/>
                      <a:pt x="366" y="98"/>
                      <a:pt x="366" y="139"/>
                    </a:cubicBezTo>
                    <a:lnTo>
                      <a:pt x="366" y="310"/>
                    </a:lnTo>
                    <a:cubicBezTo>
                      <a:pt x="366" y="347"/>
                      <a:pt x="329" y="370"/>
                      <a:pt x="306" y="370"/>
                    </a:cubicBezTo>
                    <a:lnTo>
                      <a:pt x="135" y="370"/>
                    </a:lnTo>
                    <a:cubicBezTo>
                      <a:pt x="98" y="370"/>
                      <a:pt x="75" y="347"/>
                      <a:pt x="75" y="310"/>
                    </a:cubicBezTo>
                    <a:lnTo>
                      <a:pt x="75" y="139"/>
                    </a:lnTo>
                    <a:cubicBezTo>
                      <a:pt x="75" y="98"/>
                      <a:pt x="98" y="79"/>
                      <a:pt x="135" y="79"/>
                    </a:cubicBezTo>
                    <a:close/>
                    <a:moveTo>
                      <a:pt x="135" y="1"/>
                    </a:moveTo>
                    <a:cubicBezTo>
                      <a:pt x="56" y="1"/>
                      <a:pt x="1" y="61"/>
                      <a:pt x="1" y="139"/>
                    </a:cubicBezTo>
                    <a:lnTo>
                      <a:pt x="1" y="310"/>
                    </a:lnTo>
                    <a:cubicBezTo>
                      <a:pt x="1" y="389"/>
                      <a:pt x="56" y="444"/>
                      <a:pt x="135" y="444"/>
                    </a:cubicBezTo>
                    <a:lnTo>
                      <a:pt x="306" y="444"/>
                    </a:lnTo>
                    <a:cubicBezTo>
                      <a:pt x="384" y="444"/>
                      <a:pt x="444" y="389"/>
                      <a:pt x="444" y="310"/>
                    </a:cubicBezTo>
                    <a:lnTo>
                      <a:pt x="444" y="139"/>
                    </a:lnTo>
                    <a:cubicBezTo>
                      <a:pt x="444" y="61"/>
                      <a:pt x="384" y="1"/>
                      <a:pt x="306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Google Shape;902;p37"/>
              <p:cNvSpPr/>
              <p:nvPr/>
            </p:nvSpPr>
            <p:spPr>
              <a:xfrm>
                <a:off x="1635068" y="2641426"/>
                <a:ext cx="125858" cy="119325"/>
              </a:xfrm>
              <a:custGeom>
                <a:avLst/>
                <a:gdLst/>
                <a:ahLst/>
                <a:cxnLst/>
                <a:rect l="l" t="t" r="r" b="b"/>
                <a:pathLst>
                  <a:path w="366" h="347" extrusionOk="0">
                    <a:moveTo>
                      <a:pt x="98" y="0"/>
                    </a:moveTo>
                    <a:cubicBezTo>
                      <a:pt x="38" y="0"/>
                      <a:pt x="1" y="37"/>
                      <a:pt x="1" y="97"/>
                    </a:cubicBezTo>
                    <a:lnTo>
                      <a:pt x="1" y="250"/>
                    </a:lnTo>
                    <a:cubicBezTo>
                      <a:pt x="1" y="310"/>
                      <a:pt x="38" y="347"/>
                      <a:pt x="98" y="347"/>
                    </a:cubicBezTo>
                    <a:lnTo>
                      <a:pt x="269" y="347"/>
                    </a:lnTo>
                    <a:cubicBezTo>
                      <a:pt x="310" y="347"/>
                      <a:pt x="366" y="310"/>
                      <a:pt x="366" y="250"/>
                    </a:cubicBezTo>
                    <a:lnTo>
                      <a:pt x="366" y="97"/>
                    </a:lnTo>
                    <a:cubicBezTo>
                      <a:pt x="366" y="37"/>
                      <a:pt x="310" y="0"/>
                      <a:pt x="26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Google Shape;903;p37"/>
              <p:cNvSpPr/>
              <p:nvPr/>
            </p:nvSpPr>
            <p:spPr>
              <a:xfrm>
                <a:off x="1622345" y="2628703"/>
                <a:ext cx="153024" cy="144771"/>
              </a:xfrm>
              <a:custGeom>
                <a:avLst/>
                <a:gdLst/>
                <a:ahLst/>
                <a:cxnLst/>
                <a:rect l="l" t="t" r="r" b="b"/>
                <a:pathLst>
                  <a:path w="445" h="421" extrusionOk="0">
                    <a:moveTo>
                      <a:pt x="306" y="74"/>
                    </a:moveTo>
                    <a:cubicBezTo>
                      <a:pt x="329" y="74"/>
                      <a:pt x="366" y="97"/>
                      <a:pt x="366" y="134"/>
                    </a:cubicBezTo>
                    <a:lnTo>
                      <a:pt x="366" y="287"/>
                    </a:lnTo>
                    <a:cubicBezTo>
                      <a:pt x="366" y="329"/>
                      <a:pt x="329" y="347"/>
                      <a:pt x="306" y="347"/>
                    </a:cubicBezTo>
                    <a:lnTo>
                      <a:pt x="135" y="347"/>
                    </a:lnTo>
                    <a:cubicBezTo>
                      <a:pt x="98" y="347"/>
                      <a:pt x="75" y="329"/>
                      <a:pt x="75" y="287"/>
                    </a:cubicBezTo>
                    <a:lnTo>
                      <a:pt x="75" y="134"/>
                    </a:lnTo>
                    <a:cubicBezTo>
                      <a:pt x="75" y="97"/>
                      <a:pt x="98" y="74"/>
                      <a:pt x="135" y="74"/>
                    </a:cubicBezTo>
                    <a:close/>
                    <a:moveTo>
                      <a:pt x="135" y="0"/>
                    </a:moveTo>
                    <a:cubicBezTo>
                      <a:pt x="56" y="0"/>
                      <a:pt x="1" y="56"/>
                      <a:pt x="1" y="134"/>
                    </a:cubicBezTo>
                    <a:lnTo>
                      <a:pt x="1" y="287"/>
                    </a:lnTo>
                    <a:cubicBezTo>
                      <a:pt x="1" y="365"/>
                      <a:pt x="56" y="421"/>
                      <a:pt x="135" y="421"/>
                    </a:cubicBezTo>
                    <a:lnTo>
                      <a:pt x="306" y="421"/>
                    </a:lnTo>
                    <a:cubicBezTo>
                      <a:pt x="384" y="421"/>
                      <a:pt x="444" y="365"/>
                      <a:pt x="444" y="287"/>
                    </a:cubicBezTo>
                    <a:lnTo>
                      <a:pt x="444" y="134"/>
                    </a:lnTo>
                    <a:cubicBezTo>
                      <a:pt x="444" y="56"/>
                      <a:pt x="384" y="0"/>
                      <a:pt x="306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Google Shape;904;p37"/>
              <p:cNvSpPr/>
              <p:nvPr/>
            </p:nvSpPr>
            <p:spPr>
              <a:xfrm>
                <a:off x="1800471" y="1614964"/>
                <a:ext cx="125858" cy="125858"/>
              </a:xfrm>
              <a:custGeom>
                <a:avLst/>
                <a:gdLst/>
                <a:ahLst/>
                <a:cxnLst/>
                <a:rect l="l" t="t" r="r" b="b"/>
                <a:pathLst>
                  <a:path w="366" h="366" extrusionOk="0">
                    <a:moveTo>
                      <a:pt x="97" y="1"/>
                    </a:moveTo>
                    <a:cubicBezTo>
                      <a:pt x="42" y="1"/>
                      <a:pt x="0" y="42"/>
                      <a:pt x="0" y="98"/>
                    </a:cubicBezTo>
                    <a:lnTo>
                      <a:pt x="0" y="273"/>
                    </a:lnTo>
                    <a:cubicBezTo>
                      <a:pt x="0" y="310"/>
                      <a:pt x="42" y="366"/>
                      <a:pt x="97" y="366"/>
                    </a:cubicBezTo>
                    <a:lnTo>
                      <a:pt x="273" y="366"/>
                    </a:lnTo>
                    <a:cubicBezTo>
                      <a:pt x="310" y="366"/>
                      <a:pt x="365" y="310"/>
                      <a:pt x="365" y="273"/>
                    </a:cubicBezTo>
                    <a:lnTo>
                      <a:pt x="365" y="98"/>
                    </a:lnTo>
                    <a:cubicBezTo>
                      <a:pt x="365" y="42"/>
                      <a:pt x="310" y="1"/>
                      <a:pt x="27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Google Shape;905;p37"/>
              <p:cNvSpPr/>
              <p:nvPr/>
            </p:nvSpPr>
            <p:spPr>
              <a:xfrm>
                <a:off x="1787748" y="1602241"/>
                <a:ext cx="152681" cy="153024"/>
              </a:xfrm>
              <a:custGeom>
                <a:avLst/>
                <a:gdLst/>
                <a:ahLst/>
                <a:cxnLst/>
                <a:rect l="l" t="t" r="r" b="b"/>
                <a:pathLst>
                  <a:path w="444" h="445" extrusionOk="0">
                    <a:moveTo>
                      <a:pt x="310" y="79"/>
                    </a:moveTo>
                    <a:cubicBezTo>
                      <a:pt x="328" y="79"/>
                      <a:pt x="365" y="98"/>
                      <a:pt x="365" y="135"/>
                    </a:cubicBezTo>
                    <a:lnTo>
                      <a:pt x="365" y="310"/>
                    </a:lnTo>
                    <a:cubicBezTo>
                      <a:pt x="365" y="329"/>
                      <a:pt x="328" y="366"/>
                      <a:pt x="310" y="366"/>
                    </a:cubicBezTo>
                    <a:lnTo>
                      <a:pt x="134" y="366"/>
                    </a:lnTo>
                    <a:cubicBezTo>
                      <a:pt x="97" y="366"/>
                      <a:pt x="79" y="329"/>
                      <a:pt x="79" y="310"/>
                    </a:cubicBezTo>
                    <a:lnTo>
                      <a:pt x="79" y="135"/>
                    </a:lnTo>
                    <a:cubicBezTo>
                      <a:pt x="79" y="98"/>
                      <a:pt x="97" y="79"/>
                      <a:pt x="134" y="79"/>
                    </a:cubicBezTo>
                    <a:close/>
                    <a:moveTo>
                      <a:pt x="134" y="1"/>
                    </a:moveTo>
                    <a:cubicBezTo>
                      <a:pt x="56" y="1"/>
                      <a:pt x="0" y="56"/>
                      <a:pt x="0" y="135"/>
                    </a:cubicBezTo>
                    <a:lnTo>
                      <a:pt x="0" y="310"/>
                    </a:lnTo>
                    <a:cubicBezTo>
                      <a:pt x="0" y="384"/>
                      <a:pt x="56" y="444"/>
                      <a:pt x="134" y="444"/>
                    </a:cubicBezTo>
                    <a:lnTo>
                      <a:pt x="310" y="444"/>
                    </a:lnTo>
                    <a:cubicBezTo>
                      <a:pt x="384" y="444"/>
                      <a:pt x="444" y="384"/>
                      <a:pt x="444" y="310"/>
                    </a:cubicBezTo>
                    <a:lnTo>
                      <a:pt x="444" y="135"/>
                    </a:lnTo>
                    <a:cubicBezTo>
                      <a:pt x="444" y="56"/>
                      <a:pt x="384" y="1"/>
                      <a:pt x="310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Google Shape;906;p37"/>
              <p:cNvSpPr/>
              <p:nvPr/>
            </p:nvSpPr>
            <p:spPr>
              <a:xfrm>
                <a:off x="1800471" y="2336411"/>
                <a:ext cx="125858" cy="127234"/>
              </a:xfrm>
              <a:custGeom>
                <a:avLst/>
                <a:gdLst/>
                <a:ahLst/>
                <a:cxnLst/>
                <a:rect l="l" t="t" r="r" b="b"/>
                <a:pathLst>
                  <a:path w="366" h="370" extrusionOk="0">
                    <a:moveTo>
                      <a:pt x="97" y="0"/>
                    </a:moveTo>
                    <a:cubicBezTo>
                      <a:pt x="42" y="0"/>
                      <a:pt x="0" y="60"/>
                      <a:pt x="0" y="116"/>
                    </a:cubicBezTo>
                    <a:lnTo>
                      <a:pt x="0" y="273"/>
                    </a:lnTo>
                    <a:cubicBezTo>
                      <a:pt x="0" y="328"/>
                      <a:pt x="42" y="370"/>
                      <a:pt x="97" y="370"/>
                    </a:cubicBezTo>
                    <a:lnTo>
                      <a:pt x="273" y="370"/>
                    </a:lnTo>
                    <a:cubicBezTo>
                      <a:pt x="310" y="370"/>
                      <a:pt x="365" y="328"/>
                      <a:pt x="365" y="273"/>
                    </a:cubicBezTo>
                    <a:lnTo>
                      <a:pt x="365" y="116"/>
                    </a:lnTo>
                    <a:cubicBezTo>
                      <a:pt x="365" y="60"/>
                      <a:pt x="310" y="0"/>
                      <a:pt x="27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Google Shape;907;p37"/>
              <p:cNvSpPr/>
              <p:nvPr/>
            </p:nvSpPr>
            <p:spPr>
              <a:xfrm>
                <a:off x="1787748" y="2323687"/>
                <a:ext cx="152681" cy="152681"/>
              </a:xfrm>
              <a:custGeom>
                <a:avLst/>
                <a:gdLst/>
                <a:ahLst/>
                <a:cxnLst/>
                <a:rect l="l" t="t" r="r" b="b"/>
                <a:pathLst>
                  <a:path w="444" h="444" extrusionOk="0">
                    <a:moveTo>
                      <a:pt x="310" y="79"/>
                    </a:moveTo>
                    <a:cubicBezTo>
                      <a:pt x="328" y="79"/>
                      <a:pt x="365" y="116"/>
                      <a:pt x="365" y="153"/>
                    </a:cubicBezTo>
                    <a:lnTo>
                      <a:pt x="365" y="310"/>
                    </a:lnTo>
                    <a:cubicBezTo>
                      <a:pt x="365" y="347"/>
                      <a:pt x="328" y="365"/>
                      <a:pt x="310" y="365"/>
                    </a:cubicBezTo>
                    <a:lnTo>
                      <a:pt x="134" y="365"/>
                    </a:lnTo>
                    <a:cubicBezTo>
                      <a:pt x="97" y="365"/>
                      <a:pt x="79" y="347"/>
                      <a:pt x="79" y="310"/>
                    </a:cubicBezTo>
                    <a:lnTo>
                      <a:pt x="79" y="153"/>
                    </a:lnTo>
                    <a:cubicBezTo>
                      <a:pt x="79" y="116"/>
                      <a:pt x="97" y="79"/>
                      <a:pt x="134" y="79"/>
                    </a:cubicBezTo>
                    <a:close/>
                    <a:moveTo>
                      <a:pt x="134" y="0"/>
                    </a:moveTo>
                    <a:cubicBezTo>
                      <a:pt x="56" y="0"/>
                      <a:pt x="0" y="79"/>
                      <a:pt x="0" y="153"/>
                    </a:cubicBezTo>
                    <a:lnTo>
                      <a:pt x="0" y="310"/>
                    </a:lnTo>
                    <a:cubicBezTo>
                      <a:pt x="0" y="384"/>
                      <a:pt x="56" y="444"/>
                      <a:pt x="134" y="444"/>
                    </a:cubicBezTo>
                    <a:lnTo>
                      <a:pt x="310" y="444"/>
                    </a:lnTo>
                    <a:cubicBezTo>
                      <a:pt x="384" y="444"/>
                      <a:pt x="444" y="384"/>
                      <a:pt x="444" y="310"/>
                    </a:cubicBezTo>
                    <a:lnTo>
                      <a:pt x="444" y="153"/>
                    </a:lnTo>
                    <a:cubicBezTo>
                      <a:pt x="444" y="79"/>
                      <a:pt x="384" y="0"/>
                      <a:pt x="310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Google Shape;908;p37"/>
              <p:cNvSpPr/>
              <p:nvPr/>
            </p:nvSpPr>
            <p:spPr>
              <a:xfrm>
                <a:off x="1800471" y="1767644"/>
                <a:ext cx="125858" cy="119325"/>
              </a:xfrm>
              <a:custGeom>
                <a:avLst/>
                <a:gdLst/>
                <a:ahLst/>
                <a:cxnLst/>
                <a:rect l="l" t="t" r="r" b="b"/>
                <a:pathLst>
                  <a:path w="366" h="347" extrusionOk="0">
                    <a:moveTo>
                      <a:pt x="97" y="0"/>
                    </a:moveTo>
                    <a:cubicBezTo>
                      <a:pt x="42" y="0"/>
                      <a:pt x="0" y="37"/>
                      <a:pt x="0" y="97"/>
                    </a:cubicBezTo>
                    <a:lnTo>
                      <a:pt x="0" y="250"/>
                    </a:lnTo>
                    <a:cubicBezTo>
                      <a:pt x="0" y="310"/>
                      <a:pt x="42" y="347"/>
                      <a:pt x="97" y="347"/>
                    </a:cubicBezTo>
                    <a:lnTo>
                      <a:pt x="273" y="347"/>
                    </a:lnTo>
                    <a:cubicBezTo>
                      <a:pt x="310" y="347"/>
                      <a:pt x="365" y="310"/>
                      <a:pt x="365" y="250"/>
                    </a:cubicBezTo>
                    <a:lnTo>
                      <a:pt x="365" y="97"/>
                    </a:lnTo>
                    <a:cubicBezTo>
                      <a:pt x="365" y="37"/>
                      <a:pt x="310" y="0"/>
                      <a:pt x="27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Google Shape;909;p37"/>
              <p:cNvSpPr/>
              <p:nvPr/>
            </p:nvSpPr>
            <p:spPr>
              <a:xfrm>
                <a:off x="1787748" y="1754921"/>
                <a:ext cx="152681" cy="144771"/>
              </a:xfrm>
              <a:custGeom>
                <a:avLst/>
                <a:gdLst/>
                <a:ahLst/>
                <a:cxnLst/>
                <a:rect l="l" t="t" r="r" b="b"/>
                <a:pathLst>
                  <a:path w="444" h="421" extrusionOk="0">
                    <a:moveTo>
                      <a:pt x="310" y="74"/>
                    </a:moveTo>
                    <a:cubicBezTo>
                      <a:pt x="328" y="74"/>
                      <a:pt x="365" y="97"/>
                      <a:pt x="365" y="134"/>
                    </a:cubicBezTo>
                    <a:lnTo>
                      <a:pt x="365" y="287"/>
                    </a:lnTo>
                    <a:cubicBezTo>
                      <a:pt x="365" y="328"/>
                      <a:pt x="328" y="347"/>
                      <a:pt x="310" y="347"/>
                    </a:cubicBezTo>
                    <a:lnTo>
                      <a:pt x="134" y="347"/>
                    </a:lnTo>
                    <a:cubicBezTo>
                      <a:pt x="97" y="347"/>
                      <a:pt x="79" y="328"/>
                      <a:pt x="79" y="287"/>
                    </a:cubicBezTo>
                    <a:lnTo>
                      <a:pt x="79" y="134"/>
                    </a:lnTo>
                    <a:cubicBezTo>
                      <a:pt x="79" y="97"/>
                      <a:pt x="97" y="74"/>
                      <a:pt x="134" y="74"/>
                    </a:cubicBezTo>
                    <a:close/>
                    <a:moveTo>
                      <a:pt x="134" y="0"/>
                    </a:moveTo>
                    <a:cubicBezTo>
                      <a:pt x="56" y="0"/>
                      <a:pt x="0" y="56"/>
                      <a:pt x="0" y="134"/>
                    </a:cubicBezTo>
                    <a:lnTo>
                      <a:pt x="0" y="287"/>
                    </a:lnTo>
                    <a:cubicBezTo>
                      <a:pt x="0" y="365"/>
                      <a:pt x="56" y="421"/>
                      <a:pt x="134" y="421"/>
                    </a:cubicBezTo>
                    <a:lnTo>
                      <a:pt x="310" y="421"/>
                    </a:lnTo>
                    <a:cubicBezTo>
                      <a:pt x="384" y="421"/>
                      <a:pt x="444" y="365"/>
                      <a:pt x="444" y="287"/>
                    </a:cubicBezTo>
                    <a:lnTo>
                      <a:pt x="444" y="134"/>
                    </a:lnTo>
                    <a:cubicBezTo>
                      <a:pt x="444" y="56"/>
                      <a:pt x="384" y="0"/>
                      <a:pt x="310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Google Shape;910;p37"/>
              <p:cNvSpPr/>
              <p:nvPr/>
            </p:nvSpPr>
            <p:spPr>
              <a:xfrm>
                <a:off x="1800471" y="2488746"/>
                <a:ext cx="125858" cy="125858"/>
              </a:xfrm>
              <a:custGeom>
                <a:avLst/>
                <a:gdLst/>
                <a:ahLst/>
                <a:cxnLst/>
                <a:rect l="l" t="t" r="r" b="b"/>
                <a:pathLst>
                  <a:path w="366" h="366" extrusionOk="0">
                    <a:moveTo>
                      <a:pt x="97" y="1"/>
                    </a:moveTo>
                    <a:cubicBezTo>
                      <a:pt x="42" y="1"/>
                      <a:pt x="0" y="42"/>
                      <a:pt x="0" y="98"/>
                    </a:cubicBezTo>
                    <a:lnTo>
                      <a:pt x="0" y="273"/>
                    </a:lnTo>
                    <a:cubicBezTo>
                      <a:pt x="0" y="329"/>
                      <a:pt x="42" y="366"/>
                      <a:pt x="97" y="366"/>
                    </a:cubicBezTo>
                    <a:lnTo>
                      <a:pt x="273" y="366"/>
                    </a:lnTo>
                    <a:cubicBezTo>
                      <a:pt x="310" y="366"/>
                      <a:pt x="365" y="329"/>
                      <a:pt x="365" y="273"/>
                    </a:cubicBezTo>
                    <a:lnTo>
                      <a:pt x="365" y="98"/>
                    </a:lnTo>
                    <a:cubicBezTo>
                      <a:pt x="365" y="42"/>
                      <a:pt x="310" y="1"/>
                      <a:pt x="27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Google Shape;911;p37"/>
              <p:cNvSpPr/>
              <p:nvPr/>
            </p:nvSpPr>
            <p:spPr>
              <a:xfrm>
                <a:off x="1787748" y="2476023"/>
                <a:ext cx="152681" cy="153024"/>
              </a:xfrm>
              <a:custGeom>
                <a:avLst/>
                <a:gdLst/>
                <a:ahLst/>
                <a:cxnLst/>
                <a:rect l="l" t="t" r="r" b="b"/>
                <a:pathLst>
                  <a:path w="444" h="445" extrusionOk="0">
                    <a:moveTo>
                      <a:pt x="310" y="79"/>
                    </a:moveTo>
                    <a:cubicBezTo>
                      <a:pt x="328" y="79"/>
                      <a:pt x="365" y="98"/>
                      <a:pt x="365" y="135"/>
                    </a:cubicBezTo>
                    <a:lnTo>
                      <a:pt x="365" y="310"/>
                    </a:lnTo>
                    <a:cubicBezTo>
                      <a:pt x="365" y="347"/>
                      <a:pt x="328" y="366"/>
                      <a:pt x="310" y="366"/>
                    </a:cubicBezTo>
                    <a:lnTo>
                      <a:pt x="134" y="366"/>
                    </a:lnTo>
                    <a:cubicBezTo>
                      <a:pt x="97" y="366"/>
                      <a:pt x="79" y="347"/>
                      <a:pt x="79" y="310"/>
                    </a:cubicBezTo>
                    <a:lnTo>
                      <a:pt x="79" y="135"/>
                    </a:lnTo>
                    <a:cubicBezTo>
                      <a:pt x="79" y="98"/>
                      <a:pt x="97" y="79"/>
                      <a:pt x="134" y="79"/>
                    </a:cubicBezTo>
                    <a:close/>
                    <a:moveTo>
                      <a:pt x="134" y="1"/>
                    </a:moveTo>
                    <a:cubicBezTo>
                      <a:pt x="56" y="1"/>
                      <a:pt x="0" y="56"/>
                      <a:pt x="0" y="135"/>
                    </a:cubicBezTo>
                    <a:lnTo>
                      <a:pt x="0" y="310"/>
                    </a:lnTo>
                    <a:cubicBezTo>
                      <a:pt x="0" y="384"/>
                      <a:pt x="56" y="444"/>
                      <a:pt x="134" y="444"/>
                    </a:cubicBezTo>
                    <a:lnTo>
                      <a:pt x="310" y="444"/>
                    </a:lnTo>
                    <a:cubicBezTo>
                      <a:pt x="384" y="444"/>
                      <a:pt x="444" y="384"/>
                      <a:pt x="444" y="310"/>
                    </a:cubicBezTo>
                    <a:lnTo>
                      <a:pt x="444" y="135"/>
                    </a:lnTo>
                    <a:cubicBezTo>
                      <a:pt x="444" y="56"/>
                      <a:pt x="384" y="1"/>
                      <a:pt x="310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Google Shape;912;p37"/>
              <p:cNvSpPr/>
              <p:nvPr/>
            </p:nvSpPr>
            <p:spPr>
              <a:xfrm>
                <a:off x="1800471" y="1913790"/>
                <a:ext cx="125858" cy="125858"/>
              </a:xfrm>
              <a:custGeom>
                <a:avLst/>
                <a:gdLst/>
                <a:ahLst/>
                <a:cxnLst/>
                <a:rect l="l" t="t" r="r" b="b"/>
                <a:pathLst>
                  <a:path w="366" h="366" extrusionOk="0">
                    <a:moveTo>
                      <a:pt x="97" y="0"/>
                    </a:moveTo>
                    <a:cubicBezTo>
                      <a:pt x="42" y="0"/>
                      <a:pt x="0" y="37"/>
                      <a:pt x="0" y="97"/>
                    </a:cubicBezTo>
                    <a:lnTo>
                      <a:pt x="0" y="268"/>
                    </a:lnTo>
                    <a:cubicBezTo>
                      <a:pt x="0" y="328"/>
                      <a:pt x="42" y="365"/>
                      <a:pt x="97" y="365"/>
                    </a:cubicBezTo>
                    <a:lnTo>
                      <a:pt x="273" y="365"/>
                    </a:lnTo>
                    <a:cubicBezTo>
                      <a:pt x="310" y="365"/>
                      <a:pt x="365" y="328"/>
                      <a:pt x="365" y="268"/>
                    </a:cubicBezTo>
                    <a:lnTo>
                      <a:pt x="365" y="97"/>
                    </a:lnTo>
                    <a:cubicBezTo>
                      <a:pt x="365" y="37"/>
                      <a:pt x="310" y="0"/>
                      <a:pt x="27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Google Shape;913;p37"/>
              <p:cNvSpPr/>
              <p:nvPr/>
            </p:nvSpPr>
            <p:spPr>
              <a:xfrm>
                <a:off x="1787748" y="1899348"/>
                <a:ext cx="152681" cy="153024"/>
              </a:xfrm>
              <a:custGeom>
                <a:avLst/>
                <a:gdLst/>
                <a:ahLst/>
                <a:cxnLst/>
                <a:rect l="l" t="t" r="r" b="b"/>
                <a:pathLst>
                  <a:path w="444" h="445" extrusionOk="0">
                    <a:moveTo>
                      <a:pt x="310" y="79"/>
                    </a:moveTo>
                    <a:cubicBezTo>
                      <a:pt x="328" y="79"/>
                      <a:pt x="365" y="98"/>
                      <a:pt x="365" y="139"/>
                    </a:cubicBezTo>
                    <a:lnTo>
                      <a:pt x="365" y="310"/>
                    </a:lnTo>
                    <a:cubicBezTo>
                      <a:pt x="365" y="347"/>
                      <a:pt x="328" y="370"/>
                      <a:pt x="310" y="370"/>
                    </a:cubicBezTo>
                    <a:lnTo>
                      <a:pt x="134" y="370"/>
                    </a:lnTo>
                    <a:cubicBezTo>
                      <a:pt x="97" y="370"/>
                      <a:pt x="79" y="347"/>
                      <a:pt x="79" y="310"/>
                    </a:cubicBezTo>
                    <a:lnTo>
                      <a:pt x="79" y="139"/>
                    </a:lnTo>
                    <a:cubicBezTo>
                      <a:pt x="79" y="98"/>
                      <a:pt x="97" y="79"/>
                      <a:pt x="134" y="79"/>
                    </a:cubicBezTo>
                    <a:close/>
                    <a:moveTo>
                      <a:pt x="134" y="1"/>
                    </a:moveTo>
                    <a:cubicBezTo>
                      <a:pt x="56" y="1"/>
                      <a:pt x="0" y="61"/>
                      <a:pt x="0" y="139"/>
                    </a:cubicBezTo>
                    <a:lnTo>
                      <a:pt x="0" y="310"/>
                    </a:lnTo>
                    <a:cubicBezTo>
                      <a:pt x="0" y="389"/>
                      <a:pt x="56" y="444"/>
                      <a:pt x="134" y="444"/>
                    </a:cubicBezTo>
                    <a:lnTo>
                      <a:pt x="310" y="444"/>
                    </a:lnTo>
                    <a:cubicBezTo>
                      <a:pt x="384" y="444"/>
                      <a:pt x="444" y="389"/>
                      <a:pt x="444" y="310"/>
                    </a:cubicBezTo>
                    <a:lnTo>
                      <a:pt x="444" y="139"/>
                    </a:lnTo>
                    <a:cubicBezTo>
                      <a:pt x="444" y="61"/>
                      <a:pt x="384" y="1"/>
                      <a:pt x="310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Google Shape;914;p37"/>
              <p:cNvSpPr/>
              <p:nvPr/>
            </p:nvSpPr>
            <p:spPr>
              <a:xfrm>
                <a:off x="1800471" y="2641426"/>
                <a:ext cx="125858" cy="119325"/>
              </a:xfrm>
              <a:custGeom>
                <a:avLst/>
                <a:gdLst/>
                <a:ahLst/>
                <a:cxnLst/>
                <a:rect l="l" t="t" r="r" b="b"/>
                <a:pathLst>
                  <a:path w="366" h="347" extrusionOk="0">
                    <a:moveTo>
                      <a:pt x="97" y="0"/>
                    </a:moveTo>
                    <a:cubicBezTo>
                      <a:pt x="42" y="0"/>
                      <a:pt x="0" y="37"/>
                      <a:pt x="0" y="97"/>
                    </a:cubicBezTo>
                    <a:lnTo>
                      <a:pt x="0" y="250"/>
                    </a:lnTo>
                    <a:cubicBezTo>
                      <a:pt x="0" y="310"/>
                      <a:pt x="42" y="347"/>
                      <a:pt x="97" y="347"/>
                    </a:cubicBezTo>
                    <a:lnTo>
                      <a:pt x="273" y="347"/>
                    </a:lnTo>
                    <a:cubicBezTo>
                      <a:pt x="310" y="347"/>
                      <a:pt x="365" y="310"/>
                      <a:pt x="365" y="250"/>
                    </a:cubicBezTo>
                    <a:lnTo>
                      <a:pt x="365" y="97"/>
                    </a:lnTo>
                    <a:cubicBezTo>
                      <a:pt x="365" y="37"/>
                      <a:pt x="310" y="0"/>
                      <a:pt x="27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Google Shape;915;p37"/>
              <p:cNvSpPr/>
              <p:nvPr/>
            </p:nvSpPr>
            <p:spPr>
              <a:xfrm>
                <a:off x="1787748" y="2628703"/>
                <a:ext cx="152681" cy="144771"/>
              </a:xfrm>
              <a:custGeom>
                <a:avLst/>
                <a:gdLst/>
                <a:ahLst/>
                <a:cxnLst/>
                <a:rect l="l" t="t" r="r" b="b"/>
                <a:pathLst>
                  <a:path w="444" h="421" extrusionOk="0">
                    <a:moveTo>
                      <a:pt x="310" y="74"/>
                    </a:moveTo>
                    <a:cubicBezTo>
                      <a:pt x="328" y="74"/>
                      <a:pt x="365" y="97"/>
                      <a:pt x="365" y="134"/>
                    </a:cubicBezTo>
                    <a:lnTo>
                      <a:pt x="365" y="287"/>
                    </a:lnTo>
                    <a:cubicBezTo>
                      <a:pt x="365" y="329"/>
                      <a:pt x="328" y="347"/>
                      <a:pt x="310" y="347"/>
                    </a:cubicBezTo>
                    <a:lnTo>
                      <a:pt x="134" y="347"/>
                    </a:lnTo>
                    <a:cubicBezTo>
                      <a:pt x="97" y="347"/>
                      <a:pt x="79" y="329"/>
                      <a:pt x="79" y="287"/>
                    </a:cubicBezTo>
                    <a:lnTo>
                      <a:pt x="79" y="134"/>
                    </a:lnTo>
                    <a:cubicBezTo>
                      <a:pt x="79" y="97"/>
                      <a:pt x="97" y="74"/>
                      <a:pt x="134" y="74"/>
                    </a:cubicBezTo>
                    <a:close/>
                    <a:moveTo>
                      <a:pt x="134" y="0"/>
                    </a:moveTo>
                    <a:cubicBezTo>
                      <a:pt x="56" y="0"/>
                      <a:pt x="0" y="56"/>
                      <a:pt x="0" y="134"/>
                    </a:cubicBezTo>
                    <a:lnTo>
                      <a:pt x="0" y="287"/>
                    </a:lnTo>
                    <a:cubicBezTo>
                      <a:pt x="0" y="365"/>
                      <a:pt x="56" y="421"/>
                      <a:pt x="134" y="421"/>
                    </a:cubicBezTo>
                    <a:lnTo>
                      <a:pt x="310" y="421"/>
                    </a:lnTo>
                    <a:cubicBezTo>
                      <a:pt x="384" y="421"/>
                      <a:pt x="444" y="365"/>
                      <a:pt x="444" y="287"/>
                    </a:cubicBezTo>
                    <a:lnTo>
                      <a:pt x="444" y="134"/>
                    </a:lnTo>
                    <a:cubicBezTo>
                      <a:pt x="444" y="56"/>
                      <a:pt x="384" y="0"/>
                      <a:pt x="310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Google Shape;916;p37"/>
              <p:cNvSpPr/>
              <p:nvPr/>
            </p:nvSpPr>
            <p:spPr>
              <a:xfrm>
                <a:off x="2032242" y="1972593"/>
                <a:ext cx="159214" cy="67056"/>
              </a:xfrm>
              <a:custGeom>
                <a:avLst/>
                <a:gdLst/>
                <a:ahLst/>
                <a:cxnLst/>
                <a:rect l="l" t="t" r="r" b="b"/>
                <a:pathLst>
                  <a:path w="463" h="195" extrusionOk="0">
                    <a:moveTo>
                      <a:pt x="98" y="0"/>
                    </a:moveTo>
                    <a:cubicBezTo>
                      <a:pt x="38" y="0"/>
                      <a:pt x="1" y="42"/>
                      <a:pt x="1" y="97"/>
                    </a:cubicBezTo>
                    <a:cubicBezTo>
                      <a:pt x="1" y="134"/>
                      <a:pt x="38" y="194"/>
                      <a:pt x="98" y="194"/>
                    </a:cubicBezTo>
                    <a:lnTo>
                      <a:pt x="366" y="194"/>
                    </a:lnTo>
                    <a:cubicBezTo>
                      <a:pt x="426" y="194"/>
                      <a:pt x="463" y="134"/>
                      <a:pt x="463" y="97"/>
                    </a:cubicBezTo>
                    <a:cubicBezTo>
                      <a:pt x="463" y="42"/>
                      <a:pt x="426" y="0"/>
                      <a:pt x="36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Google Shape;917;p37"/>
              <p:cNvSpPr/>
              <p:nvPr/>
            </p:nvSpPr>
            <p:spPr>
              <a:xfrm>
                <a:off x="2019519" y="1959869"/>
                <a:ext cx="184661" cy="92502"/>
              </a:xfrm>
              <a:custGeom>
                <a:avLst/>
                <a:gdLst/>
                <a:ahLst/>
                <a:cxnLst/>
                <a:rect l="l" t="t" r="r" b="b"/>
                <a:pathLst>
                  <a:path w="537" h="269" extrusionOk="0">
                    <a:moveTo>
                      <a:pt x="403" y="79"/>
                    </a:moveTo>
                    <a:cubicBezTo>
                      <a:pt x="445" y="79"/>
                      <a:pt x="463" y="97"/>
                      <a:pt x="463" y="134"/>
                    </a:cubicBezTo>
                    <a:cubicBezTo>
                      <a:pt x="463" y="153"/>
                      <a:pt x="445" y="194"/>
                      <a:pt x="403" y="194"/>
                    </a:cubicBezTo>
                    <a:lnTo>
                      <a:pt x="135" y="194"/>
                    </a:lnTo>
                    <a:cubicBezTo>
                      <a:pt x="98" y="194"/>
                      <a:pt x="75" y="153"/>
                      <a:pt x="75" y="134"/>
                    </a:cubicBezTo>
                    <a:cubicBezTo>
                      <a:pt x="75" y="97"/>
                      <a:pt x="98" y="79"/>
                      <a:pt x="135" y="79"/>
                    </a:cubicBezTo>
                    <a:close/>
                    <a:moveTo>
                      <a:pt x="135" y="0"/>
                    </a:moveTo>
                    <a:cubicBezTo>
                      <a:pt x="56" y="0"/>
                      <a:pt x="1" y="56"/>
                      <a:pt x="1" y="134"/>
                    </a:cubicBezTo>
                    <a:cubicBezTo>
                      <a:pt x="1" y="194"/>
                      <a:pt x="56" y="268"/>
                      <a:pt x="135" y="268"/>
                    </a:cubicBezTo>
                    <a:lnTo>
                      <a:pt x="403" y="268"/>
                    </a:lnTo>
                    <a:cubicBezTo>
                      <a:pt x="482" y="268"/>
                      <a:pt x="537" y="194"/>
                      <a:pt x="537" y="134"/>
                    </a:cubicBezTo>
                    <a:cubicBezTo>
                      <a:pt x="537" y="56"/>
                      <a:pt x="482" y="0"/>
                      <a:pt x="403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Google Shape;918;p37"/>
              <p:cNvSpPr/>
              <p:nvPr/>
            </p:nvSpPr>
            <p:spPr>
              <a:xfrm>
                <a:off x="2019519" y="2694550"/>
                <a:ext cx="159558" cy="65336"/>
              </a:xfrm>
              <a:custGeom>
                <a:avLst/>
                <a:gdLst/>
                <a:ahLst/>
                <a:cxnLst/>
                <a:rect l="l" t="t" r="r" b="b"/>
                <a:pathLst>
                  <a:path w="464" h="190" extrusionOk="0">
                    <a:moveTo>
                      <a:pt x="75" y="0"/>
                    </a:moveTo>
                    <a:cubicBezTo>
                      <a:pt x="38" y="0"/>
                      <a:pt x="1" y="37"/>
                      <a:pt x="1" y="98"/>
                    </a:cubicBezTo>
                    <a:cubicBezTo>
                      <a:pt x="1" y="153"/>
                      <a:pt x="38" y="190"/>
                      <a:pt x="75" y="190"/>
                    </a:cubicBezTo>
                    <a:lnTo>
                      <a:pt x="366" y="190"/>
                    </a:lnTo>
                    <a:cubicBezTo>
                      <a:pt x="421" y="190"/>
                      <a:pt x="463" y="153"/>
                      <a:pt x="463" y="98"/>
                    </a:cubicBezTo>
                    <a:cubicBezTo>
                      <a:pt x="463" y="37"/>
                      <a:pt x="421" y="0"/>
                      <a:pt x="36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Google Shape;919;p37"/>
              <p:cNvSpPr/>
              <p:nvPr/>
            </p:nvSpPr>
            <p:spPr>
              <a:xfrm>
                <a:off x="1998886" y="2680107"/>
                <a:ext cx="192570" cy="94222"/>
              </a:xfrm>
              <a:custGeom>
                <a:avLst/>
                <a:gdLst/>
                <a:ahLst/>
                <a:cxnLst/>
                <a:rect l="l" t="t" r="r" b="b"/>
                <a:pathLst>
                  <a:path w="560" h="274" extrusionOk="0">
                    <a:moveTo>
                      <a:pt x="426" y="79"/>
                    </a:moveTo>
                    <a:cubicBezTo>
                      <a:pt x="463" y="79"/>
                      <a:pt x="481" y="116"/>
                      <a:pt x="481" y="140"/>
                    </a:cubicBezTo>
                    <a:cubicBezTo>
                      <a:pt x="481" y="176"/>
                      <a:pt x="463" y="195"/>
                      <a:pt x="426" y="195"/>
                    </a:cubicBezTo>
                    <a:lnTo>
                      <a:pt x="135" y="195"/>
                    </a:lnTo>
                    <a:cubicBezTo>
                      <a:pt x="116" y="195"/>
                      <a:pt x="98" y="176"/>
                      <a:pt x="98" y="140"/>
                    </a:cubicBezTo>
                    <a:cubicBezTo>
                      <a:pt x="98" y="116"/>
                      <a:pt x="116" y="79"/>
                      <a:pt x="135" y="79"/>
                    </a:cubicBezTo>
                    <a:close/>
                    <a:moveTo>
                      <a:pt x="135" y="1"/>
                    </a:moveTo>
                    <a:cubicBezTo>
                      <a:pt x="79" y="1"/>
                      <a:pt x="1" y="61"/>
                      <a:pt x="1" y="140"/>
                    </a:cubicBezTo>
                    <a:cubicBezTo>
                      <a:pt x="1" y="213"/>
                      <a:pt x="79" y="274"/>
                      <a:pt x="135" y="274"/>
                    </a:cubicBezTo>
                    <a:lnTo>
                      <a:pt x="426" y="274"/>
                    </a:lnTo>
                    <a:cubicBezTo>
                      <a:pt x="505" y="274"/>
                      <a:pt x="560" y="213"/>
                      <a:pt x="560" y="140"/>
                    </a:cubicBezTo>
                    <a:cubicBezTo>
                      <a:pt x="560" y="61"/>
                      <a:pt x="505" y="1"/>
                      <a:pt x="426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Google Shape;920;p37"/>
              <p:cNvSpPr/>
              <p:nvPr/>
            </p:nvSpPr>
            <p:spPr>
              <a:xfrm>
                <a:off x="2224811" y="1972593"/>
                <a:ext cx="159214" cy="67056"/>
              </a:xfrm>
              <a:custGeom>
                <a:avLst/>
                <a:gdLst/>
                <a:ahLst/>
                <a:cxnLst/>
                <a:rect l="l" t="t" r="r" b="b"/>
                <a:pathLst>
                  <a:path w="463" h="195" extrusionOk="0">
                    <a:moveTo>
                      <a:pt x="79" y="0"/>
                    </a:moveTo>
                    <a:cubicBezTo>
                      <a:pt x="37" y="0"/>
                      <a:pt x="0" y="42"/>
                      <a:pt x="0" y="97"/>
                    </a:cubicBezTo>
                    <a:cubicBezTo>
                      <a:pt x="0" y="134"/>
                      <a:pt x="37" y="194"/>
                      <a:pt x="79" y="194"/>
                    </a:cubicBezTo>
                    <a:lnTo>
                      <a:pt x="365" y="194"/>
                    </a:lnTo>
                    <a:cubicBezTo>
                      <a:pt x="425" y="194"/>
                      <a:pt x="462" y="134"/>
                      <a:pt x="462" y="97"/>
                    </a:cubicBezTo>
                    <a:cubicBezTo>
                      <a:pt x="462" y="42"/>
                      <a:pt x="425" y="0"/>
                      <a:pt x="36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Google Shape;921;p37"/>
              <p:cNvSpPr/>
              <p:nvPr/>
            </p:nvSpPr>
            <p:spPr>
              <a:xfrm>
                <a:off x="2212087" y="1959869"/>
                <a:ext cx="184661" cy="92502"/>
              </a:xfrm>
              <a:custGeom>
                <a:avLst/>
                <a:gdLst/>
                <a:ahLst/>
                <a:cxnLst/>
                <a:rect l="l" t="t" r="r" b="b"/>
                <a:pathLst>
                  <a:path w="537" h="269" extrusionOk="0">
                    <a:moveTo>
                      <a:pt x="402" y="79"/>
                    </a:moveTo>
                    <a:cubicBezTo>
                      <a:pt x="439" y="79"/>
                      <a:pt x="462" y="97"/>
                      <a:pt x="462" y="134"/>
                    </a:cubicBezTo>
                    <a:cubicBezTo>
                      <a:pt x="462" y="153"/>
                      <a:pt x="439" y="194"/>
                      <a:pt x="402" y="194"/>
                    </a:cubicBezTo>
                    <a:lnTo>
                      <a:pt x="116" y="194"/>
                    </a:lnTo>
                    <a:cubicBezTo>
                      <a:pt x="92" y="194"/>
                      <a:pt x="74" y="153"/>
                      <a:pt x="74" y="134"/>
                    </a:cubicBezTo>
                    <a:cubicBezTo>
                      <a:pt x="74" y="97"/>
                      <a:pt x="92" y="79"/>
                      <a:pt x="116" y="79"/>
                    </a:cubicBezTo>
                    <a:close/>
                    <a:moveTo>
                      <a:pt x="116" y="0"/>
                    </a:moveTo>
                    <a:cubicBezTo>
                      <a:pt x="56" y="0"/>
                      <a:pt x="0" y="56"/>
                      <a:pt x="0" y="134"/>
                    </a:cubicBezTo>
                    <a:cubicBezTo>
                      <a:pt x="0" y="194"/>
                      <a:pt x="56" y="268"/>
                      <a:pt x="116" y="268"/>
                    </a:cubicBezTo>
                    <a:lnTo>
                      <a:pt x="402" y="268"/>
                    </a:lnTo>
                    <a:cubicBezTo>
                      <a:pt x="481" y="268"/>
                      <a:pt x="536" y="194"/>
                      <a:pt x="536" y="134"/>
                    </a:cubicBezTo>
                    <a:cubicBezTo>
                      <a:pt x="536" y="56"/>
                      <a:pt x="481" y="0"/>
                      <a:pt x="402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Google Shape;922;p37"/>
              <p:cNvSpPr/>
              <p:nvPr/>
            </p:nvSpPr>
            <p:spPr>
              <a:xfrm>
                <a:off x="2224811" y="2693695"/>
                <a:ext cx="159214" cy="67056"/>
              </a:xfrm>
              <a:custGeom>
                <a:avLst/>
                <a:gdLst/>
                <a:ahLst/>
                <a:cxnLst/>
                <a:rect l="l" t="t" r="r" b="b"/>
                <a:pathLst>
                  <a:path w="463" h="195" extrusionOk="0">
                    <a:moveTo>
                      <a:pt x="79" y="1"/>
                    </a:moveTo>
                    <a:cubicBezTo>
                      <a:pt x="37" y="1"/>
                      <a:pt x="0" y="61"/>
                      <a:pt x="0" y="98"/>
                    </a:cubicBezTo>
                    <a:cubicBezTo>
                      <a:pt x="0" y="158"/>
                      <a:pt x="37" y="195"/>
                      <a:pt x="79" y="195"/>
                    </a:cubicBezTo>
                    <a:lnTo>
                      <a:pt x="365" y="195"/>
                    </a:lnTo>
                    <a:cubicBezTo>
                      <a:pt x="425" y="195"/>
                      <a:pt x="462" y="158"/>
                      <a:pt x="462" y="98"/>
                    </a:cubicBezTo>
                    <a:cubicBezTo>
                      <a:pt x="462" y="61"/>
                      <a:pt x="425" y="1"/>
                      <a:pt x="3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Google Shape;923;p37"/>
              <p:cNvSpPr/>
              <p:nvPr/>
            </p:nvSpPr>
            <p:spPr>
              <a:xfrm>
                <a:off x="2212087" y="2680972"/>
                <a:ext cx="184661" cy="92502"/>
              </a:xfrm>
              <a:custGeom>
                <a:avLst/>
                <a:gdLst/>
                <a:ahLst/>
                <a:cxnLst/>
                <a:rect l="l" t="t" r="r" b="b"/>
                <a:pathLst>
                  <a:path w="537" h="269" extrusionOk="0">
                    <a:moveTo>
                      <a:pt x="402" y="79"/>
                    </a:moveTo>
                    <a:cubicBezTo>
                      <a:pt x="439" y="79"/>
                      <a:pt x="462" y="116"/>
                      <a:pt x="462" y="135"/>
                    </a:cubicBezTo>
                    <a:cubicBezTo>
                      <a:pt x="462" y="177"/>
                      <a:pt x="439" y="195"/>
                      <a:pt x="402" y="195"/>
                    </a:cubicBezTo>
                    <a:lnTo>
                      <a:pt x="116" y="195"/>
                    </a:lnTo>
                    <a:cubicBezTo>
                      <a:pt x="92" y="195"/>
                      <a:pt x="74" y="177"/>
                      <a:pt x="74" y="135"/>
                    </a:cubicBezTo>
                    <a:cubicBezTo>
                      <a:pt x="74" y="116"/>
                      <a:pt x="92" y="79"/>
                      <a:pt x="116" y="79"/>
                    </a:cubicBezTo>
                    <a:close/>
                    <a:moveTo>
                      <a:pt x="116" y="1"/>
                    </a:moveTo>
                    <a:cubicBezTo>
                      <a:pt x="56" y="1"/>
                      <a:pt x="0" y="79"/>
                      <a:pt x="0" y="135"/>
                    </a:cubicBezTo>
                    <a:cubicBezTo>
                      <a:pt x="0" y="213"/>
                      <a:pt x="56" y="269"/>
                      <a:pt x="116" y="269"/>
                    </a:cubicBezTo>
                    <a:lnTo>
                      <a:pt x="402" y="269"/>
                    </a:lnTo>
                    <a:cubicBezTo>
                      <a:pt x="481" y="269"/>
                      <a:pt x="536" y="213"/>
                      <a:pt x="536" y="135"/>
                    </a:cubicBezTo>
                    <a:cubicBezTo>
                      <a:pt x="536" y="79"/>
                      <a:pt x="481" y="1"/>
                      <a:pt x="402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Google Shape;924;p37"/>
              <p:cNvSpPr/>
              <p:nvPr/>
            </p:nvSpPr>
            <p:spPr>
              <a:xfrm>
                <a:off x="2417036" y="1972593"/>
                <a:ext cx="165404" cy="67056"/>
              </a:xfrm>
              <a:custGeom>
                <a:avLst/>
                <a:gdLst/>
                <a:ahLst/>
                <a:cxnLst/>
                <a:rect l="l" t="t" r="r" b="b"/>
                <a:pathLst>
                  <a:path w="481" h="195" extrusionOk="0">
                    <a:moveTo>
                      <a:pt x="97" y="0"/>
                    </a:moveTo>
                    <a:cubicBezTo>
                      <a:pt x="56" y="0"/>
                      <a:pt x="0" y="42"/>
                      <a:pt x="0" y="97"/>
                    </a:cubicBezTo>
                    <a:cubicBezTo>
                      <a:pt x="0" y="134"/>
                      <a:pt x="56" y="194"/>
                      <a:pt x="97" y="194"/>
                    </a:cubicBezTo>
                    <a:lnTo>
                      <a:pt x="384" y="194"/>
                    </a:lnTo>
                    <a:cubicBezTo>
                      <a:pt x="421" y="194"/>
                      <a:pt x="481" y="134"/>
                      <a:pt x="481" y="97"/>
                    </a:cubicBezTo>
                    <a:cubicBezTo>
                      <a:pt x="481" y="42"/>
                      <a:pt x="421" y="0"/>
                      <a:pt x="38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Google Shape;925;p37"/>
              <p:cNvSpPr/>
              <p:nvPr/>
            </p:nvSpPr>
            <p:spPr>
              <a:xfrm>
                <a:off x="2402593" y="1959869"/>
                <a:ext cx="192570" cy="92502"/>
              </a:xfrm>
              <a:custGeom>
                <a:avLst/>
                <a:gdLst/>
                <a:ahLst/>
                <a:cxnLst/>
                <a:rect l="l" t="t" r="r" b="b"/>
                <a:pathLst>
                  <a:path w="560" h="269" extrusionOk="0">
                    <a:moveTo>
                      <a:pt x="426" y="79"/>
                    </a:moveTo>
                    <a:cubicBezTo>
                      <a:pt x="444" y="79"/>
                      <a:pt x="486" y="97"/>
                      <a:pt x="486" y="134"/>
                    </a:cubicBezTo>
                    <a:cubicBezTo>
                      <a:pt x="486" y="153"/>
                      <a:pt x="444" y="194"/>
                      <a:pt x="426" y="194"/>
                    </a:cubicBezTo>
                    <a:lnTo>
                      <a:pt x="139" y="194"/>
                    </a:lnTo>
                    <a:cubicBezTo>
                      <a:pt x="116" y="194"/>
                      <a:pt x="79" y="153"/>
                      <a:pt x="79" y="134"/>
                    </a:cubicBezTo>
                    <a:cubicBezTo>
                      <a:pt x="79" y="97"/>
                      <a:pt x="116" y="79"/>
                      <a:pt x="139" y="79"/>
                    </a:cubicBezTo>
                    <a:close/>
                    <a:moveTo>
                      <a:pt x="139" y="0"/>
                    </a:moveTo>
                    <a:cubicBezTo>
                      <a:pt x="61" y="0"/>
                      <a:pt x="1" y="56"/>
                      <a:pt x="1" y="134"/>
                    </a:cubicBezTo>
                    <a:cubicBezTo>
                      <a:pt x="1" y="194"/>
                      <a:pt x="61" y="268"/>
                      <a:pt x="139" y="268"/>
                    </a:cubicBezTo>
                    <a:lnTo>
                      <a:pt x="426" y="268"/>
                    </a:lnTo>
                    <a:cubicBezTo>
                      <a:pt x="504" y="268"/>
                      <a:pt x="560" y="194"/>
                      <a:pt x="560" y="134"/>
                    </a:cubicBezTo>
                    <a:cubicBezTo>
                      <a:pt x="560" y="56"/>
                      <a:pt x="504" y="0"/>
                      <a:pt x="426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Google Shape;926;p37"/>
              <p:cNvSpPr/>
              <p:nvPr/>
            </p:nvSpPr>
            <p:spPr>
              <a:xfrm>
                <a:off x="2417036" y="2693695"/>
                <a:ext cx="165404" cy="67056"/>
              </a:xfrm>
              <a:custGeom>
                <a:avLst/>
                <a:gdLst/>
                <a:ahLst/>
                <a:cxnLst/>
                <a:rect l="l" t="t" r="r" b="b"/>
                <a:pathLst>
                  <a:path w="481" h="195" extrusionOk="0">
                    <a:moveTo>
                      <a:pt x="97" y="1"/>
                    </a:moveTo>
                    <a:cubicBezTo>
                      <a:pt x="56" y="1"/>
                      <a:pt x="0" y="61"/>
                      <a:pt x="0" y="98"/>
                    </a:cubicBezTo>
                    <a:cubicBezTo>
                      <a:pt x="0" y="158"/>
                      <a:pt x="56" y="195"/>
                      <a:pt x="97" y="195"/>
                    </a:cubicBezTo>
                    <a:lnTo>
                      <a:pt x="384" y="195"/>
                    </a:lnTo>
                    <a:cubicBezTo>
                      <a:pt x="421" y="195"/>
                      <a:pt x="481" y="158"/>
                      <a:pt x="481" y="98"/>
                    </a:cubicBezTo>
                    <a:cubicBezTo>
                      <a:pt x="481" y="61"/>
                      <a:pt x="421" y="1"/>
                      <a:pt x="38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Google Shape;927;p37"/>
              <p:cNvSpPr/>
              <p:nvPr/>
            </p:nvSpPr>
            <p:spPr>
              <a:xfrm>
                <a:off x="2402593" y="2680972"/>
                <a:ext cx="192570" cy="92502"/>
              </a:xfrm>
              <a:custGeom>
                <a:avLst/>
                <a:gdLst/>
                <a:ahLst/>
                <a:cxnLst/>
                <a:rect l="l" t="t" r="r" b="b"/>
                <a:pathLst>
                  <a:path w="560" h="269" extrusionOk="0">
                    <a:moveTo>
                      <a:pt x="426" y="79"/>
                    </a:moveTo>
                    <a:cubicBezTo>
                      <a:pt x="444" y="79"/>
                      <a:pt x="486" y="116"/>
                      <a:pt x="486" y="135"/>
                    </a:cubicBezTo>
                    <a:cubicBezTo>
                      <a:pt x="486" y="177"/>
                      <a:pt x="444" y="195"/>
                      <a:pt x="426" y="195"/>
                    </a:cubicBezTo>
                    <a:lnTo>
                      <a:pt x="139" y="195"/>
                    </a:lnTo>
                    <a:cubicBezTo>
                      <a:pt x="116" y="195"/>
                      <a:pt x="79" y="177"/>
                      <a:pt x="79" y="135"/>
                    </a:cubicBezTo>
                    <a:cubicBezTo>
                      <a:pt x="79" y="116"/>
                      <a:pt x="116" y="79"/>
                      <a:pt x="139" y="79"/>
                    </a:cubicBezTo>
                    <a:close/>
                    <a:moveTo>
                      <a:pt x="139" y="1"/>
                    </a:moveTo>
                    <a:cubicBezTo>
                      <a:pt x="61" y="1"/>
                      <a:pt x="1" y="79"/>
                      <a:pt x="1" y="135"/>
                    </a:cubicBezTo>
                    <a:cubicBezTo>
                      <a:pt x="1" y="213"/>
                      <a:pt x="61" y="269"/>
                      <a:pt x="139" y="269"/>
                    </a:cubicBezTo>
                    <a:lnTo>
                      <a:pt x="426" y="269"/>
                    </a:lnTo>
                    <a:cubicBezTo>
                      <a:pt x="504" y="269"/>
                      <a:pt x="560" y="213"/>
                      <a:pt x="560" y="135"/>
                    </a:cubicBezTo>
                    <a:cubicBezTo>
                      <a:pt x="560" y="79"/>
                      <a:pt x="504" y="1"/>
                      <a:pt x="426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Google Shape;928;p37"/>
              <p:cNvSpPr/>
              <p:nvPr/>
            </p:nvSpPr>
            <p:spPr>
              <a:xfrm>
                <a:off x="2615451" y="1972593"/>
                <a:ext cx="165748" cy="67056"/>
              </a:xfrm>
              <a:custGeom>
                <a:avLst/>
                <a:gdLst/>
                <a:ahLst/>
                <a:cxnLst/>
                <a:rect l="l" t="t" r="r" b="b"/>
                <a:pathLst>
                  <a:path w="482" h="195" extrusionOk="0">
                    <a:moveTo>
                      <a:pt x="98" y="0"/>
                    </a:moveTo>
                    <a:cubicBezTo>
                      <a:pt x="56" y="0"/>
                      <a:pt x="1" y="42"/>
                      <a:pt x="1" y="97"/>
                    </a:cubicBezTo>
                    <a:cubicBezTo>
                      <a:pt x="1" y="134"/>
                      <a:pt x="56" y="194"/>
                      <a:pt x="98" y="194"/>
                    </a:cubicBezTo>
                    <a:lnTo>
                      <a:pt x="384" y="194"/>
                    </a:lnTo>
                    <a:cubicBezTo>
                      <a:pt x="421" y="194"/>
                      <a:pt x="481" y="134"/>
                      <a:pt x="481" y="97"/>
                    </a:cubicBezTo>
                    <a:cubicBezTo>
                      <a:pt x="481" y="42"/>
                      <a:pt x="421" y="0"/>
                      <a:pt x="38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Google Shape;929;p37"/>
              <p:cNvSpPr/>
              <p:nvPr/>
            </p:nvSpPr>
            <p:spPr>
              <a:xfrm>
                <a:off x="2601352" y="1959869"/>
                <a:ext cx="192570" cy="92502"/>
              </a:xfrm>
              <a:custGeom>
                <a:avLst/>
                <a:gdLst/>
                <a:ahLst/>
                <a:cxnLst/>
                <a:rect l="l" t="t" r="r" b="b"/>
                <a:pathLst>
                  <a:path w="560" h="269" extrusionOk="0">
                    <a:moveTo>
                      <a:pt x="425" y="79"/>
                    </a:moveTo>
                    <a:cubicBezTo>
                      <a:pt x="444" y="79"/>
                      <a:pt x="485" y="97"/>
                      <a:pt x="485" y="134"/>
                    </a:cubicBezTo>
                    <a:cubicBezTo>
                      <a:pt x="485" y="153"/>
                      <a:pt x="444" y="194"/>
                      <a:pt x="425" y="194"/>
                    </a:cubicBezTo>
                    <a:lnTo>
                      <a:pt x="139" y="194"/>
                    </a:lnTo>
                    <a:cubicBezTo>
                      <a:pt x="116" y="194"/>
                      <a:pt x="79" y="153"/>
                      <a:pt x="79" y="134"/>
                    </a:cubicBezTo>
                    <a:cubicBezTo>
                      <a:pt x="79" y="97"/>
                      <a:pt x="116" y="79"/>
                      <a:pt x="139" y="79"/>
                    </a:cubicBezTo>
                    <a:close/>
                    <a:moveTo>
                      <a:pt x="139" y="0"/>
                    </a:moveTo>
                    <a:cubicBezTo>
                      <a:pt x="60" y="0"/>
                      <a:pt x="0" y="56"/>
                      <a:pt x="0" y="134"/>
                    </a:cubicBezTo>
                    <a:cubicBezTo>
                      <a:pt x="0" y="194"/>
                      <a:pt x="60" y="268"/>
                      <a:pt x="139" y="268"/>
                    </a:cubicBezTo>
                    <a:lnTo>
                      <a:pt x="425" y="268"/>
                    </a:lnTo>
                    <a:cubicBezTo>
                      <a:pt x="504" y="268"/>
                      <a:pt x="559" y="194"/>
                      <a:pt x="559" y="134"/>
                    </a:cubicBezTo>
                    <a:cubicBezTo>
                      <a:pt x="559" y="56"/>
                      <a:pt x="504" y="0"/>
                      <a:pt x="425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Google Shape;930;p37"/>
              <p:cNvSpPr/>
              <p:nvPr/>
            </p:nvSpPr>
            <p:spPr>
              <a:xfrm>
                <a:off x="2615451" y="2693695"/>
                <a:ext cx="165748" cy="67056"/>
              </a:xfrm>
              <a:custGeom>
                <a:avLst/>
                <a:gdLst/>
                <a:ahLst/>
                <a:cxnLst/>
                <a:rect l="l" t="t" r="r" b="b"/>
                <a:pathLst>
                  <a:path w="482" h="195" extrusionOk="0">
                    <a:moveTo>
                      <a:pt x="98" y="1"/>
                    </a:moveTo>
                    <a:cubicBezTo>
                      <a:pt x="56" y="1"/>
                      <a:pt x="1" y="61"/>
                      <a:pt x="1" y="98"/>
                    </a:cubicBezTo>
                    <a:cubicBezTo>
                      <a:pt x="1" y="158"/>
                      <a:pt x="56" y="195"/>
                      <a:pt x="98" y="195"/>
                    </a:cubicBezTo>
                    <a:lnTo>
                      <a:pt x="384" y="195"/>
                    </a:lnTo>
                    <a:cubicBezTo>
                      <a:pt x="421" y="195"/>
                      <a:pt x="481" y="158"/>
                      <a:pt x="481" y="98"/>
                    </a:cubicBezTo>
                    <a:cubicBezTo>
                      <a:pt x="481" y="61"/>
                      <a:pt x="421" y="1"/>
                      <a:pt x="38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Google Shape;931;p37"/>
              <p:cNvSpPr/>
              <p:nvPr/>
            </p:nvSpPr>
            <p:spPr>
              <a:xfrm>
                <a:off x="2601352" y="2680972"/>
                <a:ext cx="192570" cy="92502"/>
              </a:xfrm>
              <a:custGeom>
                <a:avLst/>
                <a:gdLst/>
                <a:ahLst/>
                <a:cxnLst/>
                <a:rect l="l" t="t" r="r" b="b"/>
                <a:pathLst>
                  <a:path w="560" h="269" extrusionOk="0">
                    <a:moveTo>
                      <a:pt x="425" y="79"/>
                    </a:moveTo>
                    <a:cubicBezTo>
                      <a:pt x="444" y="79"/>
                      <a:pt x="485" y="116"/>
                      <a:pt x="485" y="135"/>
                    </a:cubicBezTo>
                    <a:cubicBezTo>
                      <a:pt x="485" y="177"/>
                      <a:pt x="444" y="195"/>
                      <a:pt x="425" y="195"/>
                    </a:cubicBezTo>
                    <a:lnTo>
                      <a:pt x="139" y="195"/>
                    </a:lnTo>
                    <a:cubicBezTo>
                      <a:pt x="116" y="195"/>
                      <a:pt x="79" y="177"/>
                      <a:pt x="79" y="135"/>
                    </a:cubicBezTo>
                    <a:cubicBezTo>
                      <a:pt x="79" y="116"/>
                      <a:pt x="116" y="79"/>
                      <a:pt x="139" y="79"/>
                    </a:cubicBezTo>
                    <a:close/>
                    <a:moveTo>
                      <a:pt x="139" y="1"/>
                    </a:moveTo>
                    <a:cubicBezTo>
                      <a:pt x="60" y="1"/>
                      <a:pt x="0" y="79"/>
                      <a:pt x="0" y="135"/>
                    </a:cubicBezTo>
                    <a:cubicBezTo>
                      <a:pt x="0" y="213"/>
                      <a:pt x="60" y="269"/>
                      <a:pt x="139" y="269"/>
                    </a:cubicBezTo>
                    <a:lnTo>
                      <a:pt x="425" y="269"/>
                    </a:lnTo>
                    <a:cubicBezTo>
                      <a:pt x="504" y="269"/>
                      <a:pt x="559" y="213"/>
                      <a:pt x="559" y="135"/>
                    </a:cubicBezTo>
                    <a:cubicBezTo>
                      <a:pt x="559" y="79"/>
                      <a:pt x="504" y="1"/>
                      <a:pt x="425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Google Shape;932;p37"/>
              <p:cNvSpPr/>
              <p:nvPr/>
            </p:nvSpPr>
            <p:spPr>
              <a:xfrm>
                <a:off x="853445" y="2357043"/>
                <a:ext cx="470765" cy="464231"/>
              </a:xfrm>
              <a:custGeom>
                <a:avLst/>
                <a:gdLst/>
                <a:ahLst/>
                <a:cxnLst/>
                <a:rect l="l" t="t" r="r" b="b"/>
                <a:pathLst>
                  <a:path w="1369" h="1350" extrusionOk="0">
                    <a:moveTo>
                      <a:pt x="675" y="0"/>
                    </a:moveTo>
                    <a:cubicBezTo>
                      <a:pt x="310" y="0"/>
                      <a:pt x="0" y="287"/>
                      <a:pt x="0" y="675"/>
                    </a:cubicBezTo>
                    <a:cubicBezTo>
                      <a:pt x="0" y="1040"/>
                      <a:pt x="310" y="1350"/>
                      <a:pt x="675" y="1350"/>
                    </a:cubicBezTo>
                    <a:cubicBezTo>
                      <a:pt x="1063" y="1350"/>
                      <a:pt x="1368" y="1040"/>
                      <a:pt x="1368" y="675"/>
                    </a:cubicBezTo>
                    <a:cubicBezTo>
                      <a:pt x="1368" y="287"/>
                      <a:pt x="1063" y="0"/>
                      <a:pt x="67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Google Shape;933;p37"/>
              <p:cNvSpPr/>
              <p:nvPr/>
            </p:nvSpPr>
            <p:spPr>
              <a:xfrm>
                <a:off x="853445" y="2357043"/>
                <a:ext cx="470765" cy="232116"/>
              </a:xfrm>
              <a:custGeom>
                <a:avLst/>
                <a:gdLst/>
                <a:ahLst/>
                <a:cxnLst/>
                <a:rect l="l" t="t" r="r" b="b"/>
                <a:pathLst>
                  <a:path w="1369" h="675" extrusionOk="0">
                    <a:moveTo>
                      <a:pt x="1368" y="675"/>
                    </a:moveTo>
                    <a:lnTo>
                      <a:pt x="1368" y="675"/>
                    </a:lnTo>
                    <a:lnTo>
                      <a:pt x="1368" y="675"/>
                    </a:lnTo>
                    <a:lnTo>
                      <a:pt x="1368" y="675"/>
                    </a:lnTo>
                    <a:close/>
                    <a:moveTo>
                      <a:pt x="0" y="675"/>
                    </a:moveTo>
                    <a:lnTo>
                      <a:pt x="0" y="675"/>
                    </a:lnTo>
                    <a:lnTo>
                      <a:pt x="0" y="675"/>
                    </a:lnTo>
                    <a:lnTo>
                      <a:pt x="0" y="675"/>
                    </a:lnTo>
                    <a:lnTo>
                      <a:pt x="0" y="675"/>
                    </a:lnTo>
                    <a:close/>
                    <a:moveTo>
                      <a:pt x="1234" y="268"/>
                    </a:moveTo>
                    <a:lnTo>
                      <a:pt x="1234" y="268"/>
                    </a:lnTo>
                    <a:lnTo>
                      <a:pt x="1234" y="268"/>
                    </a:lnTo>
                    <a:close/>
                    <a:moveTo>
                      <a:pt x="158" y="250"/>
                    </a:moveTo>
                    <a:lnTo>
                      <a:pt x="158" y="250"/>
                    </a:lnTo>
                    <a:lnTo>
                      <a:pt x="158" y="250"/>
                    </a:lnTo>
                    <a:close/>
                    <a:moveTo>
                      <a:pt x="158" y="231"/>
                    </a:moveTo>
                    <a:lnTo>
                      <a:pt x="158" y="231"/>
                    </a:lnTo>
                    <a:lnTo>
                      <a:pt x="158" y="231"/>
                    </a:lnTo>
                    <a:close/>
                    <a:moveTo>
                      <a:pt x="675" y="0"/>
                    </a:moveTo>
                    <a:lnTo>
                      <a:pt x="675" y="0"/>
                    </a:lnTo>
                    <a:cubicBezTo>
                      <a:pt x="486" y="0"/>
                      <a:pt x="292" y="97"/>
                      <a:pt x="158" y="231"/>
                    </a:cubicBezTo>
                    <a:cubicBezTo>
                      <a:pt x="292" y="97"/>
                      <a:pt x="486" y="0"/>
                      <a:pt x="675" y="0"/>
                    </a:cubicBezTo>
                    <a:cubicBezTo>
                      <a:pt x="906" y="0"/>
                      <a:pt x="1100" y="97"/>
                      <a:pt x="1234" y="268"/>
                    </a:cubicBezTo>
                    <a:cubicBezTo>
                      <a:pt x="1100" y="97"/>
                      <a:pt x="906" y="0"/>
                      <a:pt x="675" y="0"/>
                    </a:cubicBezTo>
                    <a:close/>
                  </a:path>
                </a:pathLst>
              </a:custGeom>
              <a:solidFill>
                <a:srgbClr val="2E86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Google Shape;934;p37"/>
              <p:cNvSpPr/>
              <p:nvPr/>
            </p:nvSpPr>
            <p:spPr>
              <a:xfrm>
                <a:off x="840722" y="2344320"/>
                <a:ext cx="497587" cy="489678"/>
              </a:xfrm>
              <a:custGeom>
                <a:avLst/>
                <a:gdLst/>
                <a:ahLst/>
                <a:cxnLst/>
                <a:rect l="l" t="t" r="r" b="b"/>
                <a:pathLst>
                  <a:path w="1447" h="1424" extrusionOk="0">
                    <a:moveTo>
                      <a:pt x="712" y="74"/>
                    </a:moveTo>
                    <a:cubicBezTo>
                      <a:pt x="1077" y="74"/>
                      <a:pt x="1368" y="347"/>
                      <a:pt x="1368" y="712"/>
                    </a:cubicBezTo>
                    <a:cubicBezTo>
                      <a:pt x="1368" y="1058"/>
                      <a:pt x="1077" y="1345"/>
                      <a:pt x="712" y="1345"/>
                    </a:cubicBezTo>
                    <a:cubicBezTo>
                      <a:pt x="366" y="1345"/>
                      <a:pt x="79" y="1058"/>
                      <a:pt x="79" y="712"/>
                    </a:cubicBezTo>
                    <a:cubicBezTo>
                      <a:pt x="79" y="347"/>
                      <a:pt x="366" y="74"/>
                      <a:pt x="712" y="74"/>
                    </a:cubicBezTo>
                    <a:close/>
                    <a:moveTo>
                      <a:pt x="712" y="0"/>
                    </a:moveTo>
                    <a:cubicBezTo>
                      <a:pt x="329" y="0"/>
                      <a:pt x="1" y="305"/>
                      <a:pt x="1" y="712"/>
                    </a:cubicBezTo>
                    <a:cubicBezTo>
                      <a:pt x="1" y="1095"/>
                      <a:pt x="329" y="1424"/>
                      <a:pt x="712" y="1424"/>
                    </a:cubicBezTo>
                    <a:cubicBezTo>
                      <a:pt x="1119" y="1424"/>
                      <a:pt x="1447" y="1095"/>
                      <a:pt x="1447" y="712"/>
                    </a:cubicBezTo>
                    <a:cubicBezTo>
                      <a:pt x="1447" y="305"/>
                      <a:pt x="1119" y="0"/>
                      <a:pt x="712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Google Shape;935;p37"/>
              <p:cNvSpPr/>
              <p:nvPr/>
            </p:nvSpPr>
            <p:spPr>
              <a:xfrm>
                <a:off x="960046" y="2463300"/>
                <a:ext cx="259282" cy="251373"/>
              </a:xfrm>
              <a:custGeom>
                <a:avLst/>
                <a:gdLst/>
                <a:ahLst/>
                <a:cxnLst/>
                <a:rect l="l" t="t" r="r" b="b"/>
                <a:pathLst>
                  <a:path w="754" h="731" extrusionOk="0">
                    <a:moveTo>
                      <a:pt x="365" y="1"/>
                    </a:moveTo>
                    <a:cubicBezTo>
                      <a:pt x="176" y="1"/>
                      <a:pt x="0" y="153"/>
                      <a:pt x="0" y="366"/>
                    </a:cubicBezTo>
                    <a:cubicBezTo>
                      <a:pt x="0" y="555"/>
                      <a:pt x="176" y="731"/>
                      <a:pt x="365" y="731"/>
                    </a:cubicBezTo>
                    <a:cubicBezTo>
                      <a:pt x="578" y="731"/>
                      <a:pt x="753" y="555"/>
                      <a:pt x="753" y="366"/>
                    </a:cubicBezTo>
                    <a:cubicBezTo>
                      <a:pt x="753" y="153"/>
                      <a:pt x="578" y="1"/>
                      <a:pt x="36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Google Shape;936;p37"/>
              <p:cNvSpPr/>
              <p:nvPr/>
            </p:nvSpPr>
            <p:spPr>
              <a:xfrm>
                <a:off x="947322" y="2449201"/>
                <a:ext cx="284729" cy="278195"/>
              </a:xfrm>
              <a:custGeom>
                <a:avLst/>
                <a:gdLst/>
                <a:ahLst/>
                <a:cxnLst/>
                <a:rect l="l" t="t" r="r" b="b"/>
                <a:pathLst>
                  <a:path w="828" h="809" extrusionOk="0">
                    <a:moveTo>
                      <a:pt x="402" y="79"/>
                    </a:moveTo>
                    <a:cubicBezTo>
                      <a:pt x="596" y="79"/>
                      <a:pt x="749" y="213"/>
                      <a:pt x="749" y="407"/>
                    </a:cubicBezTo>
                    <a:cubicBezTo>
                      <a:pt x="749" y="578"/>
                      <a:pt x="596" y="735"/>
                      <a:pt x="402" y="735"/>
                    </a:cubicBezTo>
                    <a:cubicBezTo>
                      <a:pt x="231" y="735"/>
                      <a:pt x="74" y="578"/>
                      <a:pt x="74" y="407"/>
                    </a:cubicBezTo>
                    <a:cubicBezTo>
                      <a:pt x="74" y="213"/>
                      <a:pt x="231" y="79"/>
                      <a:pt x="402" y="79"/>
                    </a:cubicBezTo>
                    <a:close/>
                    <a:moveTo>
                      <a:pt x="402" y="0"/>
                    </a:moveTo>
                    <a:cubicBezTo>
                      <a:pt x="190" y="0"/>
                      <a:pt x="0" y="176"/>
                      <a:pt x="0" y="407"/>
                    </a:cubicBezTo>
                    <a:cubicBezTo>
                      <a:pt x="0" y="619"/>
                      <a:pt x="190" y="809"/>
                      <a:pt x="402" y="809"/>
                    </a:cubicBezTo>
                    <a:cubicBezTo>
                      <a:pt x="633" y="809"/>
                      <a:pt x="827" y="619"/>
                      <a:pt x="827" y="407"/>
                    </a:cubicBezTo>
                    <a:cubicBezTo>
                      <a:pt x="827" y="176"/>
                      <a:pt x="633" y="0"/>
                      <a:pt x="402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Google Shape;937;p37"/>
              <p:cNvSpPr/>
              <p:nvPr/>
            </p:nvSpPr>
            <p:spPr>
              <a:xfrm>
                <a:off x="669129" y="3065766"/>
                <a:ext cx="165748" cy="105226"/>
              </a:xfrm>
              <a:custGeom>
                <a:avLst/>
                <a:gdLst/>
                <a:ahLst/>
                <a:cxnLst/>
                <a:rect l="l" t="t" r="r" b="b"/>
                <a:pathLst>
                  <a:path w="482" h="306" extrusionOk="0">
                    <a:moveTo>
                      <a:pt x="56" y="0"/>
                    </a:moveTo>
                    <a:cubicBezTo>
                      <a:pt x="37" y="0"/>
                      <a:pt x="0" y="37"/>
                      <a:pt x="0" y="74"/>
                    </a:cubicBezTo>
                    <a:lnTo>
                      <a:pt x="0" y="250"/>
                    </a:lnTo>
                    <a:cubicBezTo>
                      <a:pt x="0" y="268"/>
                      <a:pt x="37" y="305"/>
                      <a:pt x="56" y="305"/>
                    </a:cubicBezTo>
                    <a:lnTo>
                      <a:pt x="421" y="305"/>
                    </a:lnTo>
                    <a:cubicBezTo>
                      <a:pt x="444" y="305"/>
                      <a:pt x="481" y="268"/>
                      <a:pt x="481" y="250"/>
                    </a:cubicBezTo>
                    <a:lnTo>
                      <a:pt x="481" y="74"/>
                    </a:lnTo>
                    <a:cubicBezTo>
                      <a:pt x="481" y="37"/>
                      <a:pt x="444" y="0"/>
                      <a:pt x="42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Google Shape;938;p37"/>
              <p:cNvSpPr/>
              <p:nvPr/>
            </p:nvSpPr>
            <p:spPr>
              <a:xfrm>
                <a:off x="654686" y="3051323"/>
                <a:ext cx="192570" cy="133767"/>
              </a:xfrm>
              <a:custGeom>
                <a:avLst/>
                <a:gdLst/>
                <a:ahLst/>
                <a:cxnLst/>
                <a:rect l="l" t="t" r="r" b="b"/>
                <a:pathLst>
                  <a:path w="560" h="389" extrusionOk="0">
                    <a:moveTo>
                      <a:pt x="463" y="79"/>
                    </a:moveTo>
                    <a:cubicBezTo>
                      <a:pt x="463" y="79"/>
                      <a:pt x="486" y="98"/>
                      <a:pt x="486" y="116"/>
                    </a:cubicBezTo>
                    <a:lnTo>
                      <a:pt x="486" y="292"/>
                    </a:lnTo>
                    <a:lnTo>
                      <a:pt x="463" y="310"/>
                    </a:lnTo>
                    <a:lnTo>
                      <a:pt x="98" y="310"/>
                    </a:lnTo>
                    <a:lnTo>
                      <a:pt x="79" y="292"/>
                    </a:lnTo>
                    <a:lnTo>
                      <a:pt x="79" y="116"/>
                    </a:lnTo>
                    <a:cubicBezTo>
                      <a:pt x="79" y="98"/>
                      <a:pt x="98" y="79"/>
                      <a:pt x="98" y="79"/>
                    </a:cubicBezTo>
                    <a:close/>
                    <a:moveTo>
                      <a:pt x="98" y="1"/>
                    </a:moveTo>
                    <a:cubicBezTo>
                      <a:pt x="42" y="1"/>
                      <a:pt x="1" y="61"/>
                      <a:pt x="1" y="116"/>
                    </a:cubicBezTo>
                    <a:lnTo>
                      <a:pt x="1" y="292"/>
                    </a:lnTo>
                    <a:cubicBezTo>
                      <a:pt x="1" y="329"/>
                      <a:pt x="42" y="389"/>
                      <a:pt x="98" y="389"/>
                    </a:cubicBezTo>
                    <a:lnTo>
                      <a:pt x="463" y="389"/>
                    </a:lnTo>
                    <a:cubicBezTo>
                      <a:pt x="523" y="389"/>
                      <a:pt x="560" y="329"/>
                      <a:pt x="560" y="292"/>
                    </a:cubicBezTo>
                    <a:lnTo>
                      <a:pt x="560" y="116"/>
                    </a:lnTo>
                    <a:cubicBezTo>
                      <a:pt x="560" y="61"/>
                      <a:pt x="523" y="1"/>
                      <a:pt x="463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Google Shape;939;p37"/>
              <p:cNvSpPr/>
              <p:nvPr/>
            </p:nvSpPr>
            <p:spPr>
              <a:xfrm>
                <a:off x="874077" y="3065766"/>
                <a:ext cx="159214" cy="105226"/>
              </a:xfrm>
              <a:custGeom>
                <a:avLst/>
                <a:gdLst/>
                <a:ahLst/>
                <a:cxnLst/>
                <a:rect l="l" t="t" r="r" b="b"/>
                <a:pathLst>
                  <a:path w="463" h="306" extrusionOk="0">
                    <a:moveTo>
                      <a:pt x="56" y="0"/>
                    </a:moveTo>
                    <a:cubicBezTo>
                      <a:pt x="19" y="0"/>
                      <a:pt x="1" y="37"/>
                      <a:pt x="1" y="74"/>
                    </a:cubicBezTo>
                    <a:lnTo>
                      <a:pt x="1" y="250"/>
                    </a:lnTo>
                    <a:cubicBezTo>
                      <a:pt x="1" y="268"/>
                      <a:pt x="19" y="305"/>
                      <a:pt x="56" y="305"/>
                    </a:cubicBezTo>
                    <a:lnTo>
                      <a:pt x="403" y="305"/>
                    </a:lnTo>
                    <a:cubicBezTo>
                      <a:pt x="444" y="305"/>
                      <a:pt x="463" y="268"/>
                      <a:pt x="463" y="250"/>
                    </a:cubicBezTo>
                    <a:lnTo>
                      <a:pt x="463" y="74"/>
                    </a:lnTo>
                    <a:cubicBezTo>
                      <a:pt x="463" y="37"/>
                      <a:pt x="444" y="0"/>
                      <a:pt x="40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Google Shape;940;p37"/>
              <p:cNvSpPr/>
              <p:nvPr/>
            </p:nvSpPr>
            <p:spPr>
              <a:xfrm>
                <a:off x="861354" y="3051323"/>
                <a:ext cx="184661" cy="133767"/>
              </a:xfrm>
              <a:custGeom>
                <a:avLst/>
                <a:gdLst/>
                <a:ahLst/>
                <a:cxnLst/>
                <a:rect l="l" t="t" r="r" b="b"/>
                <a:pathLst>
                  <a:path w="537" h="389" extrusionOk="0">
                    <a:moveTo>
                      <a:pt x="440" y="79"/>
                    </a:moveTo>
                    <a:cubicBezTo>
                      <a:pt x="463" y="79"/>
                      <a:pt x="463" y="98"/>
                      <a:pt x="463" y="116"/>
                    </a:cubicBezTo>
                    <a:lnTo>
                      <a:pt x="463" y="292"/>
                    </a:lnTo>
                    <a:cubicBezTo>
                      <a:pt x="463" y="292"/>
                      <a:pt x="463" y="310"/>
                      <a:pt x="440" y="310"/>
                    </a:cubicBezTo>
                    <a:lnTo>
                      <a:pt x="93" y="310"/>
                    </a:lnTo>
                    <a:cubicBezTo>
                      <a:pt x="75" y="310"/>
                      <a:pt x="75" y="292"/>
                      <a:pt x="75" y="292"/>
                    </a:cubicBezTo>
                    <a:lnTo>
                      <a:pt x="75" y="116"/>
                    </a:lnTo>
                    <a:cubicBezTo>
                      <a:pt x="75" y="98"/>
                      <a:pt x="75" y="79"/>
                      <a:pt x="93" y="79"/>
                    </a:cubicBezTo>
                    <a:close/>
                    <a:moveTo>
                      <a:pt x="93" y="1"/>
                    </a:moveTo>
                    <a:cubicBezTo>
                      <a:pt x="38" y="1"/>
                      <a:pt x="1" y="61"/>
                      <a:pt x="1" y="116"/>
                    </a:cubicBezTo>
                    <a:lnTo>
                      <a:pt x="1" y="292"/>
                    </a:lnTo>
                    <a:cubicBezTo>
                      <a:pt x="1" y="329"/>
                      <a:pt x="38" y="389"/>
                      <a:pt x="93" y="389"/>
                    </a:cubicBezTo>
                    <a:lnTo>
                      <a:pt x="440" y="389"/>
                    </a:lnTo>
                    <a:cubicBezTo>
                      <a:pt x="500" y="389"/>
                      <a:pt x="537" y="329"/>
                      <a:pt x="537" y="292"/>
                    </a:cubicBezTo>
                    <a:lnTo>
                      <a:pt x="537" y="116"/>
                    </a:lnTo>
                    <a:cubicBezTo>
                      <a:pt x="537" y="61"/>
                      <a:pt x="500" y="1"/>
                      <a:pt x="440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Google Shape;941;p37"/>
              <p:cNvSpPr/>
              <p:nvPr/>
            </p:nvSpPr>
            <p:spPr>
              <a:xfrm>
                <a:off x="1118915" y="3065766"/>
                <a:ext cx="165404" cy="105226"/>
              </a:xfrm>
              <a:custGeom>
                <a:avLst/>
                <a:gdLst/>
                <a:ahLst/>
                <a:cxnLst/>
                <a:rect l="l" t="t" r="r" b="b"/>
                <a:pathLst>
                  <a:path w="481" h="306" extrusionOk="0">
                    <a:moveTo>
                      <a:pt x="60" y="0"/>
                    </a:moveTo>
                    <a:cubicBezTo>
                      <a:pt x="37" y="0"/>
                      <a:pt x="0" y="37"/>
                      <a:pt x="0" y="74"/>
                    </a:cubicBezTo>
                    <a:lnTo>
                      <a:pt x="0" y="250"/>
                    </a:lnTo>
                    <a:cubicBezTo>
                      <a:pt x="0" y="268"/>
                      <a:pt x="37" y="305"/>
                      <a:pt x="60" y="305"/>
                    </a:cubicBezTo>
                    <a:lnTo>
                      <a:pt x="425" y="305"/>
                    </a:lnTo>
                    <a:cubicBezTo>
                      <a:pt x="444" y="305"/>
                      <a:pt x="481" y="268"/>
                      <a:pt x="481" y="250"/>
                    </a:cubicBezTo>
                    <a:lnTo>
                      <a:pt x="481" y="74"/>
                    </a:lnTo>
                    <a:cubicBezTo>
                      <a:pt x="481" y="37"/>
                      <a:pt x="444" y="0"/>
                      <a:pt x="42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Google Shape;942;p37"/>
              <p:cNvSpPr/>
              <p:nvPr/>
            </p:nvSpPr>
            <p:spPr>
              <a:xfrm>
                <a:off x="1106192" y="3051323"/>
                <a:ext cx="192570" cy="133767"/>
              </a:xfrm>
              <a:custGeom>
                <a:avLst/>
                <a:gdLst/>
                <a:ahLst/>
                <a:cxnLst/>
                <a:rect l="l" t="t" r="r" b="b"/>
                <a:pathLst>
                  <a:path w="560" h="389" extrusionOk="0">
                    <a:moveTo>
                      <a:pt x="462" y="79"/>
                    </a:moveTo>
                    <a:cubicBezTo>
                      <a:pt x="462" y="79"/>
                      <a:pt x="481" y="98"/>
                      <a:pt x="481" y="116"/>
                    </a:cubicBezTo>
                    <a:lnTo>
                      <a:pt x="481" y="292"/>
                    </a:lnTo>
                    <a:lnTo>
                      <a:pt x="462" y="310"/>
                    </a:lnTo>
                    <a:lnTo>
                      <a:pt x="97" y="310"/>
                    </a:lnTo>
                    <a:lnTo>
                      <a:pt x="74" y="292"/>
                    </a:lnTo>
                    <a:lnTo>
                      <a:pt x="74" y="116"/>
                    </a:lnTo>
                    <a:cubicBezTo>
                      <a:pt x="74" y="98"/>
                      <a:pt x="97" y="79"/>
                      <a:pt x="97" y="79"/>
                    </a:cubicBezTo>
                    <a:close/>
                    <a:moveTo>
                      <a:pt x="97" y="1"/>
                    </a:moveTo>
                    <a:cubicBezTo>
                      <a:pt x="37" y="1"/>
                      <a:pt x="0" y="61"/>
                      <a:pt x="0" y="116"/>
                    </a:cubicBezTo>
                    <a:lnTo>
                      <a:pt x="0" y="292"/>
                    </a:lnTo>
                    <a:cubicBezTo>
                      <a:pt x="0" y="329"/>
                      <a:pt x="37" y="389"/>
                      <a:pt x="97" y="389"/>
                    </a:cubicBezTo>
                    <a:lnTo>
                      <a:pt x="462" y="389"/>
                    </a:lnTo>
                    <a:cubicBezTo>
                      <a:pt x="518" y="389"/>
                      <a:pt x="559" y="329"/>
                      <a:pt x="559" y="292"/>
                    </a:cubicBezTo>
                    <a:lnTo>
                      <a:pt x="559" y="116"/>
                    </a:lnTo>
                    <a:cubicBezTo>
                      <a:pt x="559" y="61"/>
                      <a:pt x="518" y="1"/>
                      <a:pt x="462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Google Shape;943;p37"/>
              <p:cNvSpPr/>
              <p:nvPr/>
            </p:nvSpPr>
            <p:spPr>
              <a:xfrm>
                <a:off x="1721037" y="3005244"/>
                <a:ext cx="100412" cy="345250"/>
              </a:xfrm>
              <a:custGeom>
                <a:avLst/>
                <a:gdLst/>
                <a:ahLst/>
                <a:cxnLst/>
                <a:rect l="l" t="t" r="r" b="b"/>
                <a:pathLst>
                  <a:path w="292" h="1004" extrusionOk="0">
                    <a:moveTo>
                      <a:pt x="0" y="1"/>
                    </a:moveTo>
                    <a:lnTo>
                      <a:pt x="0" y="1003"/>
                    </a:lnTo>
                    <a:lnTo>
                      <a:pt x="291" y="1003"/>
                    </a:lnTo>
                    <a:lnTo>
                      <a:pt x="29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Google Shape;944;p37"/>
              <p:cNvSpPr/>
              <p:nvPr/>
            </p:nvSpPr>
            <p:spPr>
              <a:xfrm>
                <a:off x="1708313" y="2992521"/>
                <a:ext cx="125858" cy="370697"/>
              </a:xfrm>
              <a:custGeom>
                <a:avLst/>
                <a:gdLst/>
                <a:ahLst/>
                <a:cxnLst/>
                <a:rect l="l" t="t" r="r" b="b"/>
                <a:pathLst>
                  <a:path w="366" h="1078" extrusionOk="0">
                    <a:moveTo>
                      <a:pt x="287" y="79"/>
                    </a:moveTo>
                    <a:lnTo>
                      <a:pt x="287" y="1003"/>
                    </a:lnTo>
                    <a:lnTo>
                      <a:pt x="79" y="1003"/>
                    </a:lnTo>
                    <a:lnTo>
                      <a:pt x="79" y="79"/>
                    </a:lnTo>
                    <a:close/>
                    <a:moveTo>
                      <a:pt x="0" y="1"/>
                    </a:moveTo>
                    <a:lnTo>
                      <a:pt x="0" y="38"/>
                    </a:lnTo>
                    <a:lnTo>
                      <a:pt x="0" y="1077"/>
                    </a:lnTo>
                    <a:lnTo>
                      <a:pt x="365" y="1077"/>
                    </a:lnTo>
                    <a:lnTo>
                      <a:pt x="365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Google Shape;945;p37"/>
              <p:cNvSpPr/>
              <p:nvPr/>
            </p:nvSpPr>
            <p:spPr>
              <a:xfrm>
                <a:off x="1854459" y="3005244"/>
                <a:ext cx="98692" cy="345250"/>
              </a:xfrm>
              <a:custGeom>
                <a:avLst/>
                <a:gdLst/>
                <a:ahLst/>
                <a:cxnLst/>
                <a:rect l="l" t="t" r="r" b="b"/>
                <a:pathLst>
                  <a:path w="287" h="1004" extrusionOk="0">
                    <a:moveTo>
                      <a:pt x="0" y="1"/>
                    </a:moveTo>
                    <a:lnTo>
                      <a:pt x="0" y="1003"/>
                    </a:lnTo>
                    <a:lnTo>
                      <a:pt x="287" y="1003"/>
                    </a:lnTo>
                    <a:lnTo>
                      <a:pt x="287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Google Shape;946;p37"/>
              <p:cNvSpPr/>
              <p:nvPr/>
            </p:nvSpPr>
            <p:spPr>
              <a:xfrm>
                <a:off x="1840017" y="2992521"/>
                <a:ext cx="125858" cy="370697"/>
              </a:xfrm>
              <a:custGeom>
                <a:avLst/>
                <a:gdLst/>
                <a:ahLst/>
                <a:cxnLst/>
                <a:rect l="l" t="t" r="r" b="b"/>
                <a:pathLst>
                  <a:path w="366" h="1078" extrusionOk="0">
                    <a:moveTo>
                      <a:pt x="292" y="79"/>
                    </a:moveTo>
                    <a:lnTo>
                      <a:pt x="292" y="1003"/>
                    </a:lnTo>
                    <a:lnTo>
                      <a:pt x="79" y="1003"/>
                    </a:lnTo>
                    <a:lnTo>
                      <a:pt x="79" y="79"/>
                    </a:lnTo>
                    <a:close/>
                    <a:moveTo>
                      <a:pt x="1" y="1"/>
                    </a:moveTo>
                    <a:lnTo>
                      <a:pt x="1" y="38"/>
                    </a:lnTo>
                    <a:lnTo>
                      <a:pt x="1" y="1077"/>
                    </a:lnTo>
                    <a:lnTo>
                      <a:pt x="366" y="1077"/>
                    </a:lnTo>
                    <a:lnTo>
                      <a:pt x="366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Google Shape;947;p37"/>
              <p:cNvSpPr/>
              <p:nvPr/>
            </p:nvSpPr>
            <p:spPr>
              <a:xfrm>
                <a:off x="1992696" y="3005244"/>
                <a:ext cx="106945" cy="345250"/>
              </a:xfrm>
              <a:custGeom>
                <a:avLst/>
                <a:gdLst/>
                <a:ahLst/>
                <a:cxnLst/>
                <a:rect l="l" t="t" r="r" b="b"/>
                <a:pathLst>
                  <a:path w="311" h="1004" extrusionOk="0">
                    <a:moveTo>
                      <a:pt x="0" y="1"/>
                    </a:moveTo>
                    <a:lnTo>
                      <a:pt x="0" y="1003"/>
                    </a:lnTo>
                    <a:lnTo>
                      <a:pt x="310" y="1003"/>
                    </a:lnTo>
                    <a:lnTo>
                      <a:pt x="31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Google Shape;948;p37"/>
              <p:cNvSpPr/>
              <p:nvPr/>
            </p:nvSpPr>
            <p:spPr>
              <a:xfrm>
                <a:off x="1979973" y="2992521"/>
                <a:ext cx="132048" cy="370697"/>
              </a:xfrm>
              <a:custGeom>
                <a:avLst/>
                <a:gdLst/>
                <a:ahLst/>
                <a:cxnLst/>
                <a:rect l="l" t="t" r="r" b="b"/>
                <a:pathLst>
                  <a:path w="384" h="1078" extrusionOk="0">
                    <a:moveTo>
                      <a:pt x="305" y="79"/>
                    </a:moveTo>
                    <a:lnTo>
                      <a:pt x="305" y="1003"/>
                    </a:lnTo>
                    <a:lnTo>
                      <a:pt x="74" y="1003"/>
                    </a:lnTo>
                    <a:lnTo>
                      <a:pt x="74" y="79"/>
                    </a:lnTo>
                    <a:close/>
                    <a:moveTo>
                      <a:pt x="0" y="1"/>
                    </a:moveTo>
                    <a:lnTo>
                      <a:pt x="0" y="38"/>
                    </a:lnTo>
                    <a:lnTo>
                      <a:pt x="0" y="1077"/>
                    </a:lnTo>
                    <a:lnTo>
                      <a:pt x="384" y="1077"/>
                    </a:lnTo>
                    <a:lnTo>
                      <a:pt x="384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Google Shape;949;p37"/>
              <p:cNvSpPr/>
              <p:nvPr/>
            </p:nvSpPr>
            <p:spPr>
              <a:xfrm>
                <a:off x="2138842" y="3005244"/>
                <a:ext cx="98692" cy="345250"/>
              </a:xfrm>
              <a:custGeom>
                <a:avLst/>
                <a:gdLst/>
                <a:ahLst/>
                <a:cxnLst/>
                <a:rect l="l" t="t" r="r" b="b"/>
                <a:pathLst>
                  <a:path w="287" h="1004" extrusionOk="0">
                    <a:moveTo>
                      <a:pt x="1" y="1"/>
                    </a:moveTo>
                    <a:lnTo>
                      <a:pt x="1" y="1003"/>
                    </a:lnTo>
                    <a:lnTo>
                      <a:pt x="287" y="1003"/>
                    </a:lnTo>
                    <a:lnTo>
                      <a:pt x="287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Google Shape;950;p37"/>
              <p:cNvSpPr/>
              <p:nvPr/>
            </p:nvSpPr>
            <p:spPr>
              <a:xfrm>
                <a:off x="2124400" y="2992521"/>
                <a:ext cx="127578" cy="370697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078" extrusionOk="0">
                    <a:moveTo>
                      <a:pt x="292" y="79"/>
                    </a:moveTo>
                    <a:lnTo>
                      <a:pt x="292" y="1003"/>
                    </a:lnTo>
                    <a:lnTo>
                      <a:pt x="79" y="1003"/>
                    </a:lnTo>
                    <a:lnTo>
                      <a:pt x="79" y="79"/>
                    </a:lnTo>
                    <a:close/>
                    <a:moveTo>
                      <a:pt x="1" y="1"/>
                    </a:moveTo>
                    <a:lnTo>
                      <a:pt x="1" y="38"/>
                    </a:lnTo>
                    <a:lnTo>
                      <a:pt x="1" y="1077"/>
                    </a:lnTo>
                    <a:lnTo>
                      <a:pt x="371" y="1077"/>
                    </a:lnTo>
                    <a:lnTo>
                      <a:pt x="371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Google Shape;951;p37"/>
              <p:cNvSpPr/>
              <p:nvPr/>
            </p:nvSpPr>
            <p:spPr>
              <a:xfrm>
                <a:off x="2270890" y="3005244"/>
                <a:ext cx="100412" cy="345250"/>
              </a:xfrm>
              <a:custGeom>
                <a:avLst/>
                <a:gdLst/>
                <a:ahLst/>
                <a:cxnLst/>
                <a:rect l="l" t="t" r="r" b="b"/>
                <a:pathLst>
                  <a:path w="292" h="1004" extrusionOk="0">
                    <a:moveTo>
                      <a:pt x="0" y="1"/>
                    </a:moveTo>
                    <a:lnTo>
                      <a:pt x="0" y="1003"/>
                    </a:lnTo>
                    <a:lnTo>
                      <a:pt x="291" y="1003"/>
                    </a:lnTo>
                    <a:lnTo>
                      <a:pt x="29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Google Shape;952;p37"/>
              <p:cNvSpPr/>
              <p:nvPr/>
            </p:nvSpPr>
            <p:spPr>
              <a:xfrm>
                <a:off x="2258166" y="2992521"/>
                <a:ext cx="125858" cy="370697"/>
              </a:xfrm>
              <a:custGeom>
                <a:avLst/>
                <a:gdLst/>
                <a:ahLst/>
                <a:cxnLst/>
                <a:rect l="l" t="t" r="r" b="b"/>
                <a:pathLst>
                  <a:path w="366" h="1078" extrusionOk="0">
                    <a:moveTo>
                      <a:pt x="287" y="79"/>
                    </a:moveTo>
                    <a:lnTo>
                      <a:pt x="287" y="1003"/>
                    </a:lnTo>
                    <a:lnTo>
                      <a:pt x="74" y="1003"/>
                    </a:lnTo>
                    <a:lnTo>
                      <a:pt x="74" y="79"/>
                    </a:lnTo>
                    <a:close/>
                    <a:moveTo>
                      <a:pt x="0" y="1"/>
                    </a:moveTo>
                    <a:lnTo>
                      <a:pt x="0" y="38"/>
                    </a:lnTo>
                    <a:lnTo>
                      <a:pt x="0" y="1077"/>
                    </a:lnTo>
                    <a:lnTo>
                      <a:pt x="365" y="1077"/>
                    </a:lnTo>
                    <a:lnTo>
                      <a:pt x="365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Google Shape;953;p37"/>
              <p:cNvSpPr/>
              <p:nvPr/>
            </p:nvSpPr>
            <p:spPr>
              <a:xfrm>
                <a:off x="2410502" y="3005244"/>
                <a:ext cx="105226" cy="345250"/>
              </a:xfrm>
              <a:custGeom>
                <a:avLst/>
                <a:gdLst/>
                <a:ahLst/>
                <a:cxnLst/>
                <a:rect l="l" t="t" r="r" b="b"/>
                <a:pathLst>
                  <a:path w="306" h="1004" extrusionOk="0">
                    <a:moveTo>
                      <a:pt x="1" y="1"/>
                    </a:moveTo>
                    <a:lnTo>
                      <a:pt x="1" y="1003"/>
                    </a:lnTo>
                    <a:lnTo>
                      <a:pt x="306" y="1003"/>
                    </a:lnTo>
                    <a:lnTo>
                      <a:pt x="30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Google Shape;954;p37"/>
              <p:cNvSpPr/>
              <p:nvPr/>
            </p:nvSpPr>
            <p:spPr>
              <a:xfrm>
                <a:off x="2396403" y="2992521"/>
                <a:ext cx="133767" cy="370697"/>
              </a:xfrm>
              <a:custGeom>
                <a:avLst/>
                <a:gdLst/>
                <a:ahLst/>
                <a:cxnLst/>
                <a:rect l="l" t="t" r="r" b="b"/>
                <a:pathLst>
                  <a:path w="389" h="1078" extrusionOk="0">
                    <a:moveTo>
                      <a:pt x="310" y="79"/>
                    </a:moveTo>
                    <a:lnTo>
                      <a:pt x="310" y="1003"/>
                    </a:lnTo>
                    <a:lnTo>
                      <a:pt x="79" y="1003"/>
                    </a:lnTo>
                    <a:lnTo>
                      <a:pt x="79" y="79"/>
                    </a:lnTo>
                    <a:close/>
                    <a:moveTo>
                      <a:pt x="0" y="1"/>
                    </a:moveTo>
                    <a:lnTo>
                      <a:pt x="0" y="38"/>
                    </a:lnTo>
                    <a:lnTo>
                      <a:pt x="0" y="1077"/>
                    </a:lnTo>
                    <a:lnTo>
                      <a:pt x="388" y="1077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Google Shape;955;p37"/>
              <p:cNvSpPr/>
              <p:nvPr/>
            </p:nvSpPr>
            <p:spPr>
              <a:xfrm>
                <a:off x="2555273" y="3005244"/>
                <a:ext cx="106601" cy="345250"/>
              </a:xfrm>
              <a:custGeom>
                <a:avLst/>
                <a:gdLst/>
                <a:ahLst/>
                <a:cxnLst/>
                <a:rect l="l" t="t" r="r" b="b"/>
                <a:pathLst>
                  <a:path w="310" h="1004" extrusionOk="0">
                    <a:moveTo>
                      <a:pt x="0" y="1"/>
                    </a:moveTo>
                    <a:lnTo>
                      <a:pt x="0" y="1003"/>
                    </a:lnTo>
                    <a:lnTo>
                      <a:pt x="310" y="1003"/>
                    </a:lnTo>
                    <a:lnTo>
                      <a:pt x="31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Google Shape;956;p37"/>
              <p:cNvSpPr/>
              <p:nvPr/>
            </p:nvSpPr>
            <p:spPr>
              <a:xfrm>
                <a:off x="2542549" y="2992521"/>
                <a:ext cx="132048" cy="370697"/>
              </a:xfrm>
              <a:custGeom>
                <a:avLst/>
                <a:gdLst/>
                <a:ahLst/>
                <a:cxnLst/>
                <a:rect l="l" t="t" r="r" b="b"/>
                <a:pathLst>
                  <a:path w="384" h="1078" extrusionOk="0">
                    <a:moveTo>
                      <a:pt x="310" y="79"/>
                    </a:moveTo>
                    <a:lnTo>
                      <a:pt x="310" y="1003"/>
                    </a:lnTo>
                    <a:lnTo>
                      <a:pt x="79" y="1003"/>
                    </a:lnTo>
                    <a:lnTo>
                      <a:pt x="79" y="79"/>
                    </a:lnTo>
                    <a:close/>
                    <a:moveTo>
                      <a:pt x="0" y="1"/>
                    </a:moveTo>
                    <a:lnTo>
                      <a:pt x="0" y="38"/>
                    </a:lnTo>
                    <a:lnTo>
                      <a:pt x="0" y="1077"/>
                    </a:lnTo>
                    <a:lnTo>
                      <a:pt x="384" y="1077"/>
                    </a:lnTo>
                    <a:lnTo>
                      <a:pt x="384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Google Shape;957;p37"/>
              <p:cNvSpPr/>
              <p:nvPr/>
            </p:nvSpPr>
            <p:spPr>
              <a:xfrm>
                <a:off x="629240" y="3383505"/>
                <a:ext cx="2032645" cy="105226"/>
              </a:xfrm>
              <a:custGeom>
                <a:avLst/>
                <a:gdLst/>
                <a:ahLst/>
                <a:cxnLst/>
                <a:rect l="l" t="t" r="r" b="b"/>
                <a:pathLst>
                  <a:path w="5911" h="306" extrusionOk="0">
                    <a:moveTo>
                      <a:pt x="1" y="0"/>
                    </a:moveTo>
                    <a:lnTo>
                      <a:pt x="1" y="305"/>
                    </a:lnTo>
                    <a:lnTo>
                      <a:pt x="5911" y="305"/>
                    </a:lnTo>
                    <a:lnTo>
                      <a:pt x="591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Google Shape;958;p37"/>
              <p:cNvSpPr/>
              <p:nvPr/>
            </p:nvSpPr>
            <p:spPr>
              <a:xfrm>
                <a:off x="615141" y="3369062"/>
                <a:ext cx="2059467" cy="133767"/>
              </a:xfrm>
              <a:custGeom>
                <a:avLst/>
                <a:gdLst/>
                <a:ahLst/>
                <a:cxnLst/>
                <a:rect l="l" t="t" r="r" b="b"/>
                <a:pathLst>
                  <a:path w="5989" h="389" extrusionOk="0">
                    <a:moveTo>
                      <a:pt x="5915" y="79"/>
                    </a:moveTo>
                    <a:lnTo>
                      <a:pt x="5915" y="310"/>
                    </a:lnTo>
                    <a:lnTo>
                      <a:pt x="79" y="310"/>
                    </a:lnTo>
                    <a:lnTo>
                      <a:pt x="79" y="79"/>
                    </a:lnTo>
                    <a:close/>
                    <a:moveTo>
                      <a:pt x="0" y="1"/>
                    </a:moveTo>
                    <a:lnTo>
                      <a:pt x="0" y="42"/>
                    </a:lnTo>
                    <a:lnTo>
                      <a:pt x="0" y="389"/>
                    </a:lnTo>
                    <a:lnTo>
                      <a:pt x="5989" y="389"/>
                    </a:lnTo>
                    <a:lnTo>
                      <a:pt x="5989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Google Shape;959;p37"/>
              <p:cNvSpPr/>
              <p:nvPr/>
            </p:nvSpPr>
            <p:spPr>
              <a:xfrm>
                <a:off x="654686" y="3621809"/>
                <a:ext cx="167467" cy="581836"/>
              </a:xfrm>
              <a:custGeom>
                <a:avLst/>
                <a:gdLst/>
                <a:ahLst/>
                <a:cxnLst/>
                <a:rect l="l" t="t" r="r" b="b"/>
                <a:pathLst>
                  <a:path w="487" h="1692" extrusionOk="0">
                    <a:moveTo>
                      <a:pt x="1" y="0"/>
                    </a:moveTo>
                    <a:lnTo>
                      <a:pt x="1" y="1691"/>
                    </a:lnTo>
                    <a:lnTo>
                      <a:pt x="486" y="1691"/>
                    </a:lnTo>
                    <a:lnTo>
                      <a:pt x="48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Google Shape;960;p37"/>
              <p:cNvSpPr/>
              <p:nvPr/>
            </p:nvSpPr>
            <p:spPr>
              <a:xfrm>
                <a:off x="641963" y="3607366"/>
                <a:ext cx="192914" cy="610722"/>
              </a:xfrm>
              <a:custGeom>
                <a:avLst/>
                <a:gdLst/>
                <a:ahLst/>
                <a:cxnLst/>
                <a:rect l="l" t="t" r="r" b="b"/>
                <a:pathLst>
                  <a:path w="561" h="1776" extrusionOk="0">
                    <a:moveTo>
                      <a:pt x="481" y="79"/>
                    </a:moveTo>
                    <a:lnTo>
                      <a:pt x="481" y="1696"/>
                    </a:lnTo>
                    <a:lnTo>
                      <a:pt x="79" y="1696"/>
                    </a:lnTo>
                    <a:lnTo>
                      <a:pt x="79" y="79"/>
                    </a:lnTo>
                    <a:close/>
                    <a:moveTo>
                      <a:pt x="1" y="1"/>
                    </a:moveTo>
                    <a:lnTo>
                      <a:pt x="1" y="42"/>
                    </a:lnTo>
                    <a:lnTo>
                      <a:pt x="1" y="1775"/>
                    </a:lnTo>
                    <a:lnTo>
                      <a:pt x="560" y="1775"/>
                    </a:lnTo>
                    <a:lnTo>
                      <a:pt x="560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Google Shape;961;p37"/>
              <p:cNvSpPr/>
              <p:nvPr/>
            </p:nvSpPr>
            <p:spPr>
              <a:xfrm>
                <a:off x="867888" y="3621809"/>
                <a:ext cx="165404" cy="581836"/>
              </a:xfrm>
              <a:custGeom>
                <a:avLst/>
                <a:gdLst/>
                <a:ahLst/>
                <a:cxnLst/>
                <a:rect l="l" t="t" r="r" b="b"/>
                <a:pathLst>
                  <a:path w="481" h="1692" extrusionOk="0">
                    <a:moveTo>
                      <a:pt x="0" y="0"/>
                    </a:moveTo>
                    <a:lnTo>
                      <a:pt x="0" y="1691"/>
                    </a:lnTo>
                    <a:lnTo>
                      <a:pt x="481" y="1691"/>
                    </a:lnTo>
                    <a:lnTo>
                      <a:pt x="48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Google Shape;962;p37"/>
              <p:cNvSpPr/>
              <p:nvPr/>
            </p:nvSpPr>
            <p:spPr>
              <a:xfrm>
                <a:off x="853445" y="3607366"/>
                <a:ext cx="192570" cy="610722"/>
              </a:xfrm>
              <a:custGeom>
                <a:avLst/>
                <a:gdLst/>
                <a:ahLst/>
                <a:cxnLst/>
                <a:rect l="l" t="t" r="r" b="b"/>
                <a:pathLst>
                  <a:path w="560" h="1776" extrusionOk="0">
                    <a:moveTo>
                      <a:pt x="486" y="79"/>
                    </a:moveTo>
                    <a:lnTo>
                      <a:pt x="486" y="1696"/>
                    </a:lnTo>
                    <a:lnTo>
                      <a:pt x="79" y="1696"/>
                    </a:lnTo>
                    <a:lnTo>
                      <a:pt x="79" y="79"/>
                    </a:lnTo>
                    <a:close/>
                    <a:moveTo>
                      <a:pt x="0" y="1"/>
                    </a:moveTo>
                    <a:lnTo>
                      <a:pt x="0" y="42"/>
                    </a:lnTo>
                    <a:lnTo>
                      <a:pt x="0" y="1775"/>
                    </a:lnTo>
                    <a:lnTo>
                      <a:pt x="560" y="1775"/>
                    </a:lnTo>
                    <a:lnTo>
                      <a:pt x="560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Google Shape;963;p37"/>
              <p:cNvSpPr/>
              <p:nvPr/>
            </p:nvSpPr>
            <p:spPr>
              <a:xfrm>
                <a:off x="1085559" y="3621809"/>
                <a:ext cx="165404" cy="581836"/>
              </a:xfrm>
              <a:custGeom>
                <a:avLst/>
                <a:gdLst/>
                <a:ahLst/>
                <a:cxnLst/>
                <a:rect l="l" t="t" r="r" b="b"/>
                <a:pathLst>
                  <a:path w="481" h="1692" extrusionOk="0">
                    <a:moveTo>
                      <a:pt x="0" y="0"/>
                    </a:moveTo>
                    <a:lnTo>
                      <a:pt x="0" y="1691"/>
                    </a:lnTo>
                    <a:lnTo>
                      <a:pt x="481" y="1691"/>
                    </a:lnTo>
                    <a:lnTo>
                      <a:pt x="48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Google Shape;964;p37"/>
              <p:cNvSpPr/>
              <p:nvPr/>
            </p:nvSpPr>
            <p:spPr>
              <a:xfrm>
                <a:off x="1072836" y="3607366"/>
                <a:ext cx="192570" cy="610722"/>
              </a:xfrm>
              <a:custGeom>
                <a:avLst/>
                <a:gdLst/>
                <a:ahLst/>
                <a:cxnLst/>
                <a:rect l="l" t="t" r="r" b="b"/>
                <a:pathLst>
                  <a:path w="560" h="1776" extrusionOk="0">
                    <a:moveTo>
                      <a:pt x="481" y="79"/>
                    </a:moveTo>
                    <a:lnTo>
                      <a:pt x="481" y="1696"/>
                    </a:lnTo>
                    <a:lnTo>
                      <a:pt x="79" y="1696"/>
                    </a:lnTo>
                    <a:lnTo>
                      <a:pt x="79" y="79"/>
                    </a:lnTo>
                    <a:close/>
                    <a:moveTo>
                      <a:pt x="0" y="1"/>
                    </a:moveTo>
                    <a:lnTo>
                      <a:pt x="0" y="42"/>
                    </a:lnTo>
                    <a:lnTo>
                      <a:pt x="0" y="1775"/>
                    </a:lnTo>
                    <a:lnTo>
                      <a:pt x="559" y="1775"/>
                    </a:lnTo>
                    <a:lnTo>
                      <a:pt x="559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Google Shape;965;p37"/>
              <p:cNvSpPr/>
              <p:nvPr/>
            </p:nvSpPr>
            <p:spPr>
              <a:xfrm>
                <a:off x="1298417" y="3621809"/>
                <a:ext cx="171938" cy="581836"/>
              </a:xfrm>
              <a:custGeom>
                <a:avLst/>
                <a:gdLst/>
                <a:ahLst/>
                <a:cxnLst/>
                <a:rect l="l" t="t" r="r" b="b"/>
                <a:pathLst>
                  <a:path w="500" h="1692" extrusionOk="0">
                    <a:moveTo>
                      <a:pt x="0" y="0"/>
                    </a:moveTo>
                    <a:lnTo>
                      <a:pt x="0" y="1691"/>
                    </a:lnTo>
                    <a:lnTo>
                      <a:pt x="499" y="1691"/>
                    </a:lnTo>
                    <a:lnTo>
                      <a:pt x="49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Google Shape;966;p37"/>
              <p:cNvSpPr/>
              <p:nvPr/>
            </p:nvSpPr>
            <p:spPr>
              <a:xfrm>
                <a:off x="1283974" y="3607366"/>
                <a:ext cx="199104" cy="610722"/>
              </a:xfrm>
              <a:custGeom>
                <a:avLst/>
                <a:gdLst/>
                <a:ahLst/>
                <a:cxnLst/>
                <a:rect l="l" t="t" r="r" b="b"/>
                <a:pathLst>
                  <a:path w="579" h="1776" extrusionOk="0">
                    <a:moveTo>
                      <a:pt x="504" y="79"/>
                    </a:moveTo>
                    <a:lnTo>
                      <a:pt x="504" y="1696"/>
                    </a:lnTo>
                    <a:lnTo>
                      <a:pt x="79" y="1696"/>
                    </a:lnTo>
                    <a:lnTo>
                      <a:pt x="79" y="79"/>
                    </a:lnTo>
                    <a:close/>
                    <a:moveTo>
                      <a:pt x="1" y="1"/>
                    </a:moveTo>
                    <a:lnTo>
                      <a:pt x="1" y="42"/>
                    </a:lnTo>
                    <a:lnTo>
                      <a:pt x="1" y="1775"/>
                    </a:lnTo>
                    <a:lnTo>
                      <a:pt x="578" y="1775"/>
                    </a:lnTo>
                    <a:lnTo>
                      <a:pt x="578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Google Shape;967;p37"/>
              <p:cNvSpPr/>
              <p:nvPr/>
            </p:nvSpPr>
            <p:spPr>
              <a:xfrm>
                <a:off x="1516088" y="3621809"/>
                <a:ext cx="165404" cy="581836"/>
              </a:xfrm>
              <a:custGeom>
                <a:avLst/>
                <a:gdLst/>
                <a:ahLst/>
                <a:cxnLst/>
                <a:rect l="l" t="t" r="r" b="b"/>
                <a:pathLst>
                  <a:path w="481" h="1692" extrusionOk="0">
                    <a:moveTo>
                      <a:pt x="0" y="0"/>
                    </a:moveTo>
                    <a:lnTo>
                      <a:pt x="0" y="1691"/>
                    </a:lnTo>
                    <a:lnTo>
                      <a:pt x="481" y="1691"/>
                    </a:lnTo>
                    <a:lnTo>
                      <a:pt x="48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Google Shape;968;p37"/>
              <p:cNvSpPr/>
              <p:nvPr/>
            </p:nvSpPr>
            <p:spPr>
              <a:xfrm>
                <a:off x="1503365" y="3607366"/>
                <a:ext cx="192570" cy="610722"/>
              </a:xfrm>
              <a:custGeom>
                <a:avLst/>
                <a:gdLst/>
                <a:ahLst/>
                <a:cxnLst/>
                <a:rect l="l" t="t" r="r" b="b"/>
                <a:pathLst>
                  <a:path w="560" h="1776" extrusionOk="0">
                    <a:moveTo>
                      <a:pt x="481" y="79"/>
                    </a:moveTo>
                    <a:lnTo>
                      <a:pt x="481" y="1696"/>
                    </a:lnTo>
                    <a:lnTo>
                      <a:pt x="74" y="1696"/>
                    </a:lnTo>
                    <a:lnTo>
                      <a:pt x="74" y="79"/>
                    </a:lnTo>
                    <a:close/>
                    <a:moveTo>
                      <a:pt x="0" y="1"/>
                    </a:moveTo>
                    <a:lnTo>
                      <a:pt x="0" y="42"/>
                    </a:lnTo>
                    <a:lnTo>
                      <a:pt x="0" y="1775"/>
                    </a:lnTo>
                    <a:lnTo>
                      <a:pt x="559" y="1775"/>
                    </a:lnTo>
                    <a:lnTo>
                      <a:pt x="559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Google Shape;969;p37"/>
              <p:cNvSpPr/>
              <p:nvPr/>
            </p:nvSpPr>
            <p:spPr>
              <a:xfrm>
                <a:off x="1735136" y="3621809"/>
                <a:ext cx="165748" cy="581836"/>
              </a:xfrm>
              <a:custGeom>
                <a:avLst/>
                <a:gdLst/>
                <a:ahLst/>
                <a:cxnLst/>
                <a:rect l="l" t="t" r="r" b="b"/>
                <a:pathLst>
                  <a:path w="482" h="1692" extrusionOk="0">
                    <a:moveTo>
                      <a:pt x="1" y="0"/>
                    </a:moveTo>
                    <a:lnTo>
                      <a:pt x="1" y="1691"/>
                    </a:lnTo>
                    <a:lnTo>
                      <a:pt x="481" y="1691"/>
                    </a:lnTo>
                    <a:lnTo>
                      <a:pt x="48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Google Shape;970;p37"/>
              <p:cNvSpPr/>
              <p:nvPr/>
            </p:nvSpPr>
            <p:spPr>
              <a:xfrm>
                <a:off x="1721037" y="3607366"/>
                <a:ext cx="192570" cy="610722"/>
              </a:xfrm>
              <a:custGeom>
                <a:avLst/>
                <a:gdLst/>
                <a:ahLst/>
                <a:cxnLst/>
                <a:rect l="l" t="t" r="r" b="b"/>
                <a:pathLst>
                  <a:path w="560" h="1776" extrusionOk="0">
                    <a:moveTo>
                      <a:pt x="481" y="79"/>
                    </a:moveTo>
                    <a:lnTo>
                      <a:pt x="481" y="1696"/>
                    </a:lnTo>
                    <a:lnTo>
                      <a:pt x="79" y="1696"/>
                    </a:lnTo>
                    <a:lnTo>
                      <a:pt x="79" y="79"/>
                    </a:lnTo>
                    <a:close/>
                    <a:moveTo>
                      <a:pt x="0" y="1"/>
                    </a:moveTo>
                    <a:lnTo>
                      <a:pt x="0" y="42"/>
                    </a:lnTo>
                    <a:lnTo>
                      <a:pt x="0" y="1775"/>
                    </a:lnTo>
                    <a:lnTo>
                      <a:pt x="559" y="1775"/>
                    </a:lnTo>
                    <a:lnTo>
                      <a:pt x="559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Google Shape;971;p37"/>
              <p:cNvSpPr/>
              <p:nvPr/>
            </p:nvSpPr>
            <p:spPr>
              <a:xfrm>
                <a:off x="1946617" y="3621809"/>
                <a:ext cx="171938" cy="581836"/>
              </a:xfrm>
              <a:custGeom>
                <a:avLst/>
                <a:gdLst/>
                <a:ahLst/>
                <a:cxnLst/>
                <a:rect l="l" t="t" r="r" b="b"/>
                <a:pathLst>
                  <a:path w="500" h="1692" extrusionOk="0">
                    <a:moveTo>
                      <a:pt x="0" y="0"/>
                    </a:moveTo>
                    <a:lnTo>
                      <a:pt x="0" y="1691"/>
                    </a:lnTo>
                    <a:lnTo>
                      <a:pt x="499" y="1691"/>
                    </a:lnTo>
                    <a:lnTo>
                      <a:pt x="49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Google Shape;972;p37"/>
              <p:cNvSpPr/>
              <p:nvPr/>
            </p:nvSpPr>
            <p:spPr>
              <a:xfrm>
                <a:off x="1933894" y="3607366"/>
                <a:ext cx="199104" cy="610722"/>
              </a:xfrm>
              <a:custGeom>
                <a:avLst/>
                <a:gdLst/>
                <a:ahLst/>
                <a:cxnLst/>
                <a:rect l="l" t="t" r="r" b="b"/>
                <a:pathLst>
                  <a:path w="579" h="1776" extrusionOk="0">
                    <a:moveTo>
                      <a:pt x="499" y="79"/>
                    </a:moveTo>
                    <a:lnTo>
                      <a:pt x="499" y="1696"/>
                    </a:lnTo>
                    <a:lnTo>
                      <a:pt x="74" y="1696"/>
                    </a:lnTo>
                    <a:lnTo>
                      <a:pt x="74" y="79"/>
                    </a:lnTo>
                    <a:close/>
                    <a:moveTo>
                      <a:pt x="0" y="1"/>
                    </a:moveTo>
                    <a:lnTo>
                      <a:pt x="0" y="42"/>
                    </a:lnTo>
                    <a:lnTo>
                      <a:pt x="0" y="1775"/>
                    </a:lnTo>
                    <a:lnTo>
                      <a:pt x="578" y="1775"/>
                    </a:lnTo>
                    <a:lnTo>
                      <a:pt x="578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Google Shape;973;p37"/>
              <p:cNvSpPr/>
              <p:nvPr/>
            </p:nvSpPr>
            <p:spPr>
              <a:xfrm>
                <a:off x="2164289" y="3621809"/>
                <a:ext cx="167123" cy="581836"/>
              </a:xfrm>
              <a:custGeom>
                <a:avLst/>
                <a:gdLst/>
                <a:ahLst/>
                <a:cxnLst/>
                <a:rect l="l" t="t" r="r" b="b"/>
                <a:pathLst>
                  <a:path w="486" h="1692" extrusionOk="0">
                    <a:moveTo>
                      <a:pt x="0" y="0"/>
                    </a:moveTo>
                    <a:lnTo>
                      <a:pt x="0" y="1691"/>
                    </a:lnTo>
                    <a:lnTo>
                      <a:pt x="486" y="1691"/>
                    </a:lnTo>
                    <a:lnTo>
                      <a:pt x="48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Google Shape;974;p37"/>
              <p:cNvSpPr/>
              <p:nvPr/>
            </p:nvSpPr>
            <p:spPr>
              <a:xfrm>
                <a:off x="2151566" y="3607366"/>
                <a:ext cx="192570" cy="610722"/>
              </a:xfrm>
              <a:custGeom>
                <a:avLst/>
                <a:gdLst/>
                <a:ahLst/>
                <a:cxnLst/>
                <a:rect l="l" t="t" r="r" b="b"/>
                <a:pathLst>
                  <a:path w="560" h="1776" extrusionOk="0">
                    <a:moveTo>
                      <a:pt x="481" y="79"/>
                    </a:moveTo>
                    <a:lnTo>
                      <a:pt x="481" y="1696"/>
                    </a:lnTo>
                    <a:lnTo>
                      <a:pt x="79" y="1696"/>
                    </a:lnTo>
                    <a:lnTo>
                      <a:pt x="79" y="79"/>
                    </a:lnTo>
                    <a:close/>
                    <a:moveTo>
                      <a:pt x="0" y="1"/>
                    </a:moveTo>
                    <a:lnTo>
                      <a:pt x="0" y="42"/>
                    </a:lnTo>
                    <a:lnTo>
                      <a:pt x="0" y="1775"/>
                    </a:lnTo>
                    <a:lnTo>
                      <a:pt x="560" y="1775"/>
                    </a:lnTo>
                    <a:lnTo>
                      <a:pt x="560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Google Shape;975;p37"/>
              <p:cNvSpPr/>
              <p:nvPr/>
            </p:nvSpPr>
            <p:spPr>
              <a:xfrm>
                <a:off x="2383680" y="3621809"/>
                <a:ext cx="165404" cy="581836"/>
              </a:xfrm>
              <a:custGeom>
                <a:avLst/>
                <a:gdLst/>
                <a:ahLst/>
                <a:cxnLst/>
                <a:rect l="l" t="t" r="r" b="b"/>
                <a:pathLst>
                  <a:path w="481" h="1692" extrusionOk="0">
                    <a:moveTo>
                      <a:pt x="0" y="0"/>
                    </a:moveTo>
                    <a:lnTo>
                      <a:pt x="0" y="1691"/>
                    </a:lnTo>
                    <a:lnTo>
                      <a:pt x="481" y="1691"/>
                    </a:lnTo>
                    <a:lnTo>
                      <a:pt x="48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Google Shape;976;p37"/>
              <p:cNvSpPr/>
              <p:nvPr/>
            </p:nvSpPr>
            <p:spPr>
              <a:xfrm>
                <a:off x="2370957" y="3607366"/>
                <a:ext cx="190851" cy="610722"/>
              </a:xfrm>
              <a:custGeom>
                <a:avLst/>
                <a:gdLst/>
                <a:ahLst/>
                <a:cxnLst/>
                <a:rect l="l" t="t" r="r" b="b"/>
                <a:pathLst>
                  <a:path w="555" h="1776" extrusionOk="0">
                    <a:moveTo>
                      <a:pt x="481" y="79"/>
                    </a:moveTo>
                    <a:lnTo>
                      <a:pt x="481" y="1696"/>
                    </a:lnTo>
                    <a:lnTo>
                      <a:pt x="74" y="1696"/>
                    </a:lnTo>
                    <a:lnTo>
                      <a:pt x="74" y="79"/>
                    </a:lnTo>
                    <a:close/>
                    <a:moveTo>
                      <a:pt x="0" y="1"/>
                    </a:moveTo>
                    <a:lnTo>
                      <a:pt x="0" y="42"/>
                    </a:lnTo>
                    <a:lnTo>
                      <a:pt x="0" y="1775"/>
                    </a:lnTo>
                    <a:lnTo>
                      <a:pt x="555" y="1775"/>
                    </a:lnTo>
                    <a:lnTo>
                      <a:pt x="555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Google Shape;977;p37"/>
              <p:cNvSpPr/>
              <p:nvPr/>
            </p:nvSpPr>
            <p:spPr>
              <a:xfrm>
                <a:off x="2594818" y="3621809"/>
                <a:ext cx="165748" cy="581836"/>
              </a:xfrm>
              <a:custGeom>
                <a:avLst/>
                <a:gdLst/>
                <a:ahLst/>
                <a:cxnLst/>
                <a:rect l="l" t="t" r="r" b="b"/>
                <a:pathLst>
                  <a:path w="482" h="1692" extrusionOk="0">
                    <a:moveTo>
                      <a:pt x="1" y="0"/>
                    </a:moveTo>
                    <a:lnTo>
                      <a:pt x="1" y="1691"/>
                    </a:lnTo>
                    <a:lnTo>
                      <a:pt x="481" y="1691"/>
                    </a:lnTo>
                    <a:lnTo>
                      <a:pt x="48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Google Shape;978;p37"/>
              <p:cNvSpPr/>
              <p:nvPr/>
            </p:nvSpPr>
            <p:spPr>
              <a:xfrm>
                <a:off x="2582095" y="3607366"/>
                <a:ext cx="192570" cy="610722"/>
              </a:xfrm>
              <a:custGeom>
                <a:avLst/>
                <a:gdLst/>
                <a:ahLst/>
                <a:cxnLst/>
                <a:rect l="l" t="t" r="r" b="b"/>
                <a:pathLst>
                  <a:path w="560" h="1776" extrusionOk="0">
                    <a:moveTo>
                      <a:pt x="481" y="79"/>
                    </a:moveTo>
                    <a:lnTo>
                      <a:pt x="481" y="1696"/>
                    </a:lnTo>
                    <a:lnTo>
                      <a:pt x="79" y="1696"/>
                    </a:lnTo>
                    <a:lnTo>
                      <a:pt x="79" y="79"/>
                    </a:lnTo>
                    <a:close/>
                    <a:moveTo>
                      <a:pt x="1" y="1"/>
                    </a:moveTo>
                    <a:lnTo>
                      <a:pt x="1" y="42"/>
                    </a:lnTo>
                    <a:lnTo>
                      <a:pt x="1" y="1775"/>
                    </a:lnTo>
                    <a:lnTo>
                      <a:pt x="560" y="1775"/>
                    </a:lnTo>
                    <a:lnTo>
                      <a:pt x="560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Google Shape;979;p37"/>
              <p:cNvSpPr/>
              <p:nvPr/>
            </p:nvSpPr>
            <p:spPr>
              <a:xfrm>
                <a:off x="840722" y="2344320"/>
                <a:ext cx="497587" cy="489678"/>
              </a:xfrm>
              <a:custGeom>
                <a:avLst/>
                <a:gdLst/>
                <a:ahLst/>
                <a:cxnLst/>
                <a:rect l="l" t="t" r="r" b="b"/>
                <a:pathLst>
                  <a:path w="1447" h="1424" extrusionOk="0">
                    <a:moveTo>
                      <a:pt x="712" y="74"/>
                    </a:moveTo>
                    <a:cubicBezTo>
                      <a:pt x="1077" y="74"/>
                      <a:pt x="1368" y="347"/>
                      <a:pt x="1368" y="712"/>
                    </a:cubicBezTo>
                    <a:cubicBezTo>
                      <a:pt x="1368" y="1058"/>
                      <a:pt x="1077" y="1345"/>
                      <a:pt x="712" y="1345"/>
                    </a:cubicBezTo>
                    <a:cubicBezTo>
                      <a:pt x="366" y="1345"/>
                      <a:pt x="79" y="1058"/>
                      <a:pt x="79" y="712"/>
                    </a:cubicBezTo>
                    <a:cubicBezTo>
                      <a:pt x="79" y="347"/>
                      <a:pt x="366" y="74"/>
                      <a:pt x="712" y="74"/>
                    </a:cubicBezTo>
                    <a:close/>
                    <a:moveTo>
                      <a:pt x="712" y="0"/>
                    </a:moveTo>
                    <a:cubicBezTo>
                      <a:pt x="329" y="0"/>
                      <a:pt x="1" y="305"/>
                      <a:pt x="1" y="712"/>
                    </a:cubicBezTo>
                    <a:cubicBezTo>
                      <a:pt x="1" y="1095"/>
                      <a:pt x="329" y="1424"/>
                      <a:pt x="712" y="1424"/>
                    </a:cubicBezTo>
                    <a:cubicBezTo>
                      <a:pt x="1119" y="1424"/>
                      <a:pt x="1447" y="1095"/>
                      <a:pt x="1447" y="712"/>
                    </a:cubicBezTo>
                    <a:cubicBezTo>
                      <a:pt x="1447" y="305"/>
                      <a:pt x="1119" y="0"/>
                      <a:pt x="712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80" name="Google Shape;980;p37"/>
            <p:cNvGrpSpPr/>
            <p:nvPr/>
          </p:nvGrpSpPr>
          <p:grpSpPr>
            <a:xfrm>
              <a:off x="8888550" y="1382850"/>
              <a:ext cx="2469366" cy="2835249"/>
              <a:chOff x="430825" y="1382850"/>
              <a:chExt cx="2469366" cy="2835249"/>
            </a:xfrm>
          </p:grpSpPr>
          <p:sp>
            <p:nvSpPr>
              <p:cNvPr id="981" name="Google Shape;981;p37"/>
              <p:cNvSpPr/>
              <p:nvPr/>
            </p:nvSpPr>
            <p:spPr>
              <a:xfrm>
                <a:off x="443548" y="1397293"/>
                <a:ext cx="2443920" cy="2806364"/>
              </a:xfrm>
              <a:custGeom>
                <a:avLst/>
                <a:gdLst/>
                <a:ahLst/>
                <a:cxnLst/>
                <a:rect l="l" t="t" r="r" b="b"/>
                <a:pathLst>
                  <a:path w="7107" h="8161" extrusionOk="0">
                    <a:moveTo>
                      <a:pt x="425" y="1"/>
                    </a:moveTo>
                    <a:cubicBezTo>
                      <a:pt x="176" y="1"/>
                      <a:pt x="0" y="190"/>
                      <a:pt x="0" y="421"/>
                    </a:cubicBezTo>
                    <a:lnTo>
                      <a:pt x="0" y="7740"/>
                    </a:lnTo>
                    <a:cubicBezTo>
                      <a:pt x="0" y="7989"/>
                      <a:pt x="176" y="8160"/>
                      <a:pt x="425" y="8160"/>
                    </a:cubicBezTo>
                    <a:lnTo>
                      <a:pt x="6682" y="8160"/>
                    </a:lnTo>
                    <a:cubicBezTo>
                      <a:pt x="6913" y="8160"/>
                      <a:pt x="7107" y="7989"/>
                      <a:pt x="7107" y="7740"/>
                    </a:cubicBezTo>
                    <a:lnTo>
                      <a:pt x="7107" y="421"/>
                    </a:lnTo>
                    <a:cubicBezTo>
                      <a:pt x="7107" y="190"/>
                      <a:pt x="6913" y="1"/>
                      <a:pt x="668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Google Shape;982;p37"/>
              <p:cNvSpPr/>
              <p:nvPr/>
            </p:nvSpPr>
            <p:spPr>
              <a:xfrm>
                <a:off x="430825" y="1382850"/>
                <a:ext cx="2469366" cy="2835249"/>
              </a:xfrm>
              <a:custGeom>
                <a:avLst/>
                <a:gdLst/>
                <a:ahLst/>
                <a:cxnLst/>
                <a:rect l="l" t="t" r="r" b="b"/>
                <a:pathLst>
                  <a:path w="7181" h="8245" extrusionOk="0">
                    <a:moveTo>
                      <a:pt x="6719" y="79"/>
                    </a:moveTo>
                    <a:cubicBezTo>
                      <a:pt x="6931" y="79"/>
                      <a:pt x="7102" y="255"/>
                      <a:pt x="7102" y="463"/>
                    </a:cubicBezTo>
                    <a:lnTo>
                      <a:pt x="7102" y="7782"/>
                    </a:lnTo>
                    <a:cubicBezTo>
                      <a:pt x="7102" y="8013"/>
                      <a:pt x="6931" y="8165"/>
                      <a:pt x="6719" y="8165"/>
                    </a:cubicBezTo>
                    <a:lnTo>
                      <a:pt x="462" y="8165"/>
                    </a:lnTo>
                    <a:cubicBezTo>
                      <a:pt x="231" y="8165"/>
                      <a:pt x="74" y="8013"/>
                      <a:pt x="74" y="7782"/>
                    </a:cubicBezTo>
                    <a:lnTo>
                      <a:pt x="74" y="463"/>
                    </a:lnTo>
                    <a:cubicBezTo>
                      <a:pt x="74" y="255"/>
                      <a:pt x="231" y="79"/>
                      <a:pt x="462" y="79"/>
                    </a:cubicBezTo>
                    <a:close/>
                    <a:moveTo>
                      <a:pt x="462" y="1"/>
                    </a:moveTo>
                    <a:cubicBezTo>
                      <a:pt x="190" y="1"/>
                      <a:pt x="0" y="213"/>
                      <a:pt x="0" y="463"/>
                    </a:cubicBezTo>
                    <a:lnTo>
                      <a:pt x="0" y="7782"/>
                    </a:lnTo>
                    <a:cubicBezTo>
                      <a:pt x="0" y="8050"/>
                      <a:pt x="190" y="8244"/>
                      <a:pt x="462" y="8244"/>
                    </a:cubicBezTo>
                    <a:lnTo>
                      <a:pt x="6719" y="8244"/>
                    </a:lnTo>
                    <a:cubicBezTo>
                      <a:pt x="6968" y="8244"/>
                      <a:pt x="7181" y="8050"/>
                      <a:pt x="7181" y="7782"/>
                    </a:cubicBezTo>
                    <a:lnTo>
                      <a:pt x="7181" y="463"/>
                    </a:lnTo>
                    <a:cubicBezTo>
                      <a:pt x="7181" y="213"/>
                      <a:pt x="6968" y="1"/>
                      <a:pt x="6719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Google Shape;983;p37"/>
              <p:cNvSpPr/>
              <p:nvPr/>
            </p:nvSpPr>
            <p:spPr>
              <a:xfrm>
                <a:off x="569062" y="1562696"/>
                <a:ext cx="2245504" cy="569113"/>
              </a:xfrm>
              <a:custGeom>
                <a:avLst/>
                <a:gdLst/>
                <a:ahLst/>
                <a:cxnLst/>
                <a:rect l="l" t="t" r="r" b="b"/>
                <a:pathLst>
                  <a:path w="6530" h="1655" extrusionOk="0">
                    <a:moveTo>
                      <a:pt x="231" y="0"/>
                    </a:moveTo>
                    <a:cubicBezTo>
                      <a:pt x="97" y="0"/>
                      <a:pt x="0" y="97"/>
                      <a:pt x="0" y="213"/>
                    </a:cubicBezTo>
                    <a:lnTo>
                      <a:pt x="0" y="1423"/>
                    </a:lnTo>
                    <a:cubicBezTo>
                      <a:pt x="0" y="1557"/>
                      <a:pt x="97" y="1654"/>
                      <a:pt x="231" y="1654"/>
                    </a:cubicBezTo>
                    <a:lnTo>
                      <a:pt x="6298" y="1654"/>
                    </a:lnTo>
                    <a:cubicBezTo>
                      <a:pt x="6432" y="1654"/>
                      <a:pt x="6529" y="1557"/>
                      <a:pt x="6529" y="1423"/>
                    </a:cubicBezTo>
                    <a:lnTo>
                      <a:pt x="6529" y="213"/>
                    </a:lnTo>
                    <a:cubicBezTo>
                      <a:pt x="6529" y="97"/>
                      <a:pt x="6432" y="0"/>
                      <a:pt x="629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Google Shape;984;p37"/>
              <p:cNvSpPr/>
              <p:nvPr/>
            </p:nvSpPr>
            <p:spPr>
              <a:xfrm>
                <a:off x="556339" y="1549972"/>
                <a:ext cx="2270950" cy="595935"/>
              </a:xfrm>
              <a:custGeom>
                <a:avLst/>
                <a:gdLst/>
                <a:ahLst/>
                <a:cxnLst/>
                <a:rect l="l" t="t" r="r" b="b"/>
                <a:pathLst>
                  <a:path w="6604" h="1733" extrusionOk="0">
                    <a:moveTo>
                      <a:pt x="6335" y="74"/>
                    </a:moveTo>
                    <a:cubicBezTo>
                      <a:pt x="6451" y="74"/>
                      <a:pt x="6525" y="153"/>
                      <a:pt x="6525" y="250"/>
                    </a:cubicBezTo>
                    <a:lnTo>
                      <a:pt x="6525" y="1460"/>
                    </a:lnTo>
                    <a:cubicBezTo>
                      <a:pt x="6525" y="1576"/>
                      <a:pt x="6451" y="1654"/>
                      <a:pt x="6335" y="1654"/>
                    </a:cubicBezTo>
                    <a:lnTo>
                      <a:pt x="268" y="1654"/>
                    </a:lnTo>
                    <a:cubicBezTo>
                      <a:pt x="153" y="1654"/>
                      <a:pt x="79" y="1576"/>
                      <a:pt x="79" y="1460"/>
                    </a:cubicBezTo>
                    <a:lnTo>
                      <a:pt x="79" y="250"/>
                    </a:lnTo>
                    <a:cubicBezTo>
                      <a:pt x="79" y="153"/>
                      <a:pt x="153" y="74"/>
                      <a:pt x="268" y="74"/>
                    </a:cubicBezTo>
                    <a:close/>
                    <a:moveTo>
                      <a:pt x="268" y="0"/>
                    </a:moveTo>
                    <a:cubicBezTo>
                      <a:pt x="116" y="0"/>
                      <a:pt x="0" y="116"/>
                      <a:pt x="0" y="250"/>
                    </a:cubicBezTo>
                    <a:lnTo>
                      <a:pt x="0" y="1460"/>
                    </a:lnTo>
                    <a:cubicBezTo>
                      <a:pt x="0" y="1617"/>
                      <a:pt x="116" y="1733"/>
                      <a:pt x="268" y="1733"/>
                    </a:cubicBezTo>
                    <a:lnTo>
                      <a:pt x="6335" y="1733"/>
                    </a:lnTo>
                    <a:cubicBezTo>
                      <a:pt x="6488" y="1733"/>
                      <a:pt x="6603" y="1617"/>
                      <a:pt x="6603" y="1460"/>
                    </a:cubicBezTo>
                    <a:lnTo>
                      <a:pt x="6603" y="250"/>
                    </a:lnTo>
                    <a:cubicBezTo>
                      <a:pt x="6603" y="116"/>
                      <a:pt x="6488" y="0"/>
                      <a:pt x="6335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Google Shape;985;p37"/>
              <p:cNvSpPr/>
              <p:nvPr/>
            </p:nvSpPr>
            <p:spPr>
              <a:xfrm>
                <a:off x="569062" y="2283798"/>
                <a:ext cx="2245504" cy="569113"/>
              </a:xfrm>
              <a:custGeom>
                <a:avLst/>
                <a:gdLst/>
                <a:ahLst/>
                <a:cxnLst/>
                <a:rect l="l" t="t" r="r" b="b"/>
                <a:pathLst>
                  <a:path w="6530" h="1655" extrusionOk="0">
                    <a:moveTo>
                      <a:pt x="231" y="1"/>
                    </a:moveTo>
                    <a:cubicBezTo>
                      <a:pt x="97" y="1"/>
                      <a:pt x="0" y="98"/>
                      <a:pt x="0" y="232"/>
                    </a:cubicBezTo>
                    <a:lnTo>
                      <a:pt x="0" y="1447"/>
                    </a:lnTo>
                    <a:cubicBezTo>
                      <a:pt x="0" y="1563"/>
                      <a:pt x="97" y="1655"/>
                      <a:pt x="231" y="1655"/>
                    </a:cubicBezTo>
                    <a:lnTo>
                      <a:pt x="6298" y="1655"/>
                    </a:lnTo>
                    <a:cubicBezTo>
                      <a:pt x="6432" y="1655"/>
                      <a:pt x="6529" y="1563"/>
                      <a:pt x="6529" y="1447"/>
                    </a:cubicBezTo>
                    <a:lnTo>
                      <a:pt x="6529" y="232"/>
                    </a:lnTo>
                    <a:cubicBezTo>
                      <a:pt x="6529" y="98"/>
                      <a:pt x="6432" y="1"/>
                      <a:pt x="629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Google Shape;986;p37"/>
              <p:cNvSpPr/>
              <p:nvPr/>
            </p:nvSpPr>
            <p:spPr>
              <a:xfrm>
                <a:off x="556339" y="2271075"/>
                <a:ext cx="2270950" cy="596279"/>
              </a:xfrm>
              <a:custGeom>
                <a:avLst/>
                <a:gdLst/>
                <a:ahLst/>
                <a:cxnLst/>
                <a:rect l="l" t="t" r="r" b="b"/>
                <a:pathLst>
                  <a:path w="6604" h="1734" extrusionOk="0">
                    <a:moveTo>
                      <a:pt x="6335" y="75"/>
                    </a:moveTo>
                    <a:cubicBezTo>
                      <a:pt x="6451" y="75"/>
                      <a:pt x="6525" y="153"/>
                      <a:pt x="6525" y="269"/>
                    </a:cubicBezTo>
                    <a:lnTo>
                      <a:pt x="6525" y="1484"/>
                    </a:lnTo>
                    <a:cubicBezTo>
                      <a:pt x="6525" y="1576"/>
                      <a:pt x="6451" y="1655"/>
                      <a:pt x="6335" y="1655"/>
                    </a:cubicBezTo>
                    <a:lnTo>
                      <a:pt x="268" y="1655"/>
                    </a:lnTo>
                    <a:cubicBezTo>
                      <a:pt x="153" y="1655"/>
                      <a:pt x="79" y="1576"/>
                      <a:pt x="79" y="1484"/>
                    </a:cubicBezTo>
                    <a:lnTo>
                      <a:pt x="79" y="269"/>
                    </a:lnTo>
                    <a:cubicBezTo>
                      <a:pt x="79" y="153"/>
                      <a:pt x="153" y="75"/>
                      <a:pt x="268" y="75"/>
                    </a:cubicBezTo>
                    <a:close/>
                    <a:moveTo>
                      <a:pt x="268" y="1"/>
                    </a:moveTo>
                    <a:cubicBezTo>
                      <a:pt x="116" y="1"/>
                      <a:pt x="0" y="116"/>
                      <a:pt x="0" y="269"/>
                    </a:cubicBezTo>
                    <a:lnTo>
                      <a:pt x="0" y="1484"/>
                    </a:lnTo>
                    <a:cubicBezTo>
                      <a:pt x="0" y="1618"/>
                      <a:pt x="116" y="1734"/>
                      <a:pt x="268" y="1734"/>
                    </a:cubicBezTo>
                    <a:lnTo>
                      <a:pt x="6335" y="1734"/>
                    </a:lnTo>
                    <a:cubicBezTo>
                      <a:pt x="6488" y="1734"/>
                      <a:pt x="6603" y="1618"/>
                      <a:pt x="6603" y="1484"/>
                    </a:cubicBezTo>
                    <a:lnTo>
                      <a:pt x="6603" y="269"/>
                    </a:lnTo>
                    <a:cubicBezTo>
                      <a:pt x="6603" y="116"/>
                      <a:pt x="6488" y="1"/>
                      <a:pt x="6335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Google Shape;987;p37"/>
              <p:cNvSpPr/>
              <p:nvPr/>
            </p:nvSpPr>
            <p:spPr>
              <a:xfrm>
                <a:off x="569062" y="2959165"/>
                <a:ext cx="2245504" cy="577022"/>
              </a:xfrm>
              <a:custGeom>
                <a:avLst/>
                <a:gdLst/>
                <a:ahLst/>
                <a:cxnLst/>
                <a:rect l="l" t="t" r="r" b="b"/>
                <a:pathLst>
                  <a:path w="6530" h="1678" extrusionOk="0">
                    <a:moveTo>
                      <a:pt x="231" y="1"/>
                    </a:moveTo>
                    <a:cubicBezTo>
                      <a:pt x="97" y="1"/>
                      <a:pt x="0" y="116"/>
                      <a:pt x="0" y="232"/>
                    </a:cubicBezTo>
                    <a:lnTo>
                      <a:pt x="0" y="1447"/>
                    </a:lnTo>
                    <a:cubicBezTo>
                      <a:pt x="0" y="1581"/>
                      <a:pt x="97" y="1678"/>
                      <a:pt x="231" y="1678"/>
                    </a:cubicBezTo>
                    <a:lnTo>
                      <a:pt x="6298" y="1678"/>
                    </a:lnTo>
                    <a:cubicBezTo>
                      <a:pt x="6432" y="1678"/>
                      <a:pt x="6529" y="1581"/>
                      <a:pt x="6529" y="1447"/>
                    </a:cubicBezTo>
                    <a:lnTo>
                      <a:pt x="6529" y="232"/>
                    </a:lnTo>
                    <a:cubicBezTo>
                      <a:pt x="6529" y="116"/>
                      <a:pt x="6432" y="1"/>
                      <a:pt x="629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Google Shape;988;p37"/>
              <p:cNvSpPr/>
              <p:nvPr/>
            </p:nvSpPr>
            <p:spPr>
              <a:xfrm>
                <a:off x="556339" y="2946442"/>
                <a:ext cx="2270950" cy="602469"/>
              </a:xfrm>
              <a:custGeom>
                <a:avLst/>
                <a:gdLst/>
                <a:ahLst/>
                <a:cxnLst/>
                <a:rect l="l" t="t" r="r" b="b"/>
                <a:pathLst>
                  <a:path w="6604" h="1752" extrusionOk="0">
                    <a:moveTo>
                      <a:pt x="6335" y="74"/>
                    </a:moveTo>
                    <a:cubicBezTo>
                      <a:pt x="6451" y="74"/>
                      <a:pt x="6525" y="172"/>
                      <a:pt x="6525" y="269"/>
                    </a:cubicBezTo>
                    <a:lnTo>
                      <a:pt x="6525" y="1484"/>
                    </a:lnTo>
                    <a:cubicBezTo>
                      <a:pt x="6525" y="1576"/>
                      <a:pt x="6451" y="1673"/>
                      <a:pt x="6335" y="1673"/>
                    </a:cubicBezTo>
                    <a:lnTo>
                      <a:pt x="268" y="1673"/>
                    </a:lnTo>
                    <a:cubicBezTo>
                      <a:pt x="153" y="1673"/>
                      <a:pt x="79" y="1576"/>
                      <a:pt x="79" y="1484"/>
                    </a:cubicBezTo>
                    <a:lnTo>
                      <a:pt x="79" y="269"/>
                    </a:lnTo>
                    <a:cubicBezTo>
                      <a:pt x="79" y="172"/>
                      <a:pt x="153" y="74"/>
                      <a:pt x="268" y="74"/>
                    </a:cubicBezTo>
                    <a:close/>
                    <a:moveTo>
                      <a:pt x="268" y="1"/>
                    </a:moveTo>
                    <a:cubicBezTo>
                      <a:pt x="116" y="1"/>
                      <a:pt x="0" y="116"/>
                      <a:pt x="0" y="269"/>
                    </a:cubicBezTo>
                    <a:lnTo>
                      <a:pt x="0" y="1484"/>
                    </a:lnTo>
                    <a:cubicBezTo>
                      <a:pt x="0" y="1636"/>
                      <a:pt x="116" y="1752"/>
                      <a:pt x="268" y="1752"/>
                    </a:cubicBezTo>
                    <a:lnTo>
                      <a:pt x="6335" y="1752"/>
                    </a:lnTo>
                    <a:cubicBezTo>
                      <a:pt x="6488" y="1752"/>
                      <a:pt x="6603" y="1636"/>
                      <a:pt x="6603" y="1484"/>
                    </a:cubicBezTo>
                    <a:lnTo>
                      <a:pt x="6603" y="269"/>
                    </a:lnTo>
                    <a:cubicBezTo>
                      <a:pt x="6603" y="116"/>
                      <a:pt x="6488" y="1"/>
                      <a:pt x="6335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Google Shape;989;p37"/>
              <p:cNvSpPr/>
              <p:nvPr/>
            </p:nvSpPr>
            <p:spPr>
              <a:xfrm>
                <a:off x="721398" y="1688209"/>
                <a:ext cx="788505" cy="318084"/>
              </a:xfrm>
              <a:custGeom>
                <a:avLst/>
                <a:gdLst/>
                <a:ahLst/>
                <a:cxnLst/>
                <a:rect l="l" t="t" r="r" b="b"/>
                <a:pathLst>
                  <a:path w="2293" h="925" extrusionOk="0">
                    <a:moveTo>
                      <a:pt x="214" y="0"/>
                    </a:moveTo>
                    <a:cubicBezTo>
                      <a:pt x="98" y="0"/>
                      <a:pt x="1" y="97"/>
                      <a:pt x="1" y="231"/>
                    </a:cubicBezTo>
                    <a:lnTo>
                      <a:pt x="1" y="693"/>
                    </a:lnTo>
                    <a:cubicBezTo>
                      <a:pt x="1" y="809"/>
                      <a:pt x="98" y="924"/>
                      <a:pt x="214" y="924"/>
                    </a:cubicBezTo>
                    <a:lnTo>
                      <a:pt x="2062" y="924"/>
                    </a:lnTo>
                    <a:cubicBezTo>
                      <a:pt x="2196" y="924"/>
                      <a:pt x="2293" y="809"/>
                      <a:pt x="2293" y="693"/>
                    </a:cubicBezTo>
                    <a:lnTo>
                      <a:pt x="2293" y="231"/>
                    </a:lnTo>
                    <a:cubicBezTo>
                      <a:pt x="2293" y="97"/>
                      <a:pt x="2196" y="0"/>
                      <a:pt x="206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Google Shape;990;p37"/>
              <p:cNvSpPr/>
              <p:nvPr/>
            </p:nvSpPr>
            <p:spPr>
              <a:xfrm>
                <a:off x="709018" y="1675486"/>
                <a:ext cx="813608" cy="343531"/>
              </a:xfrm>
              <a:custGeom>
                <a:avLst/>
                <a:gdLst/>
                <a:ahLst/>
                <a:cxnLst/>
                <a:rect l="l" t="t" r="r" b="b"/>
                <a:pathLst>
                  <a:path w="2366" h="999" extrusionOk="0">
                    <a:moveTo>
                      <a:pt x="2098" y="74"/>
                    </a:moveTo>
                    <a:cubicBezTo>
                      <a:pt x="2213" y="74"/>
                      <a:pt x="2292" y="153"/>
                      <a:pt x="2292" y="268"/>
                    </a:cubicBezTo>
                    <a:lnTo>
                      <a:pt x="2292" y="730"/>
                    </a:lnTo>
                    <a:cubicBezTo>
                      <a:pt x="2292" y="827"/>
                      <a:pt x="2213" y="924"/>
                      <a:pt x="2098" y="924"/>
                    </a:cubicBezTo>
                    <a:lnTo>
                      <a:pt x="250" y="924"/>
                    </a:lnTo>
                    <a:cubicBezTo>
                      <a:pt x="152" y="924"/>
                      <a:pt x="74" y="827"/>
                      <a:pt x="74" y="730"/>
                    </a:cubicBezTo>
                    <a:lnTo>
                      <a:pt x="74" y="268"/>
                    </a:lnTo>
                    <a:cubicBezTo>
                      <a:pt x="74" y="153"/>
                      <a:pt x="152" y="74"/>
                      <a:pt x="250" y="74"/>
                    </a:cubicBezTo>
                    <a:close/>
                    <a:moveTo>
                      <a:pt x="250" y="0"/>
                    </a:moveTo>
                    <a:cubicBezTo>
                      <a:pt x="116" y="0"/>
                      <a:pt x="0" y="116"/>
                      <a:pt x="0" y="268"/>
                    </a:cubicBezTo>
                    <a:lnTo>
                      <a:pt x="0" y="730"/>
                    </a:lnTo>
                    <a:cubicBezTo>
                      <a:pt x="0" y="864"/>
                      <a:pt x="116" y="998"/>
                      <a:pt x="250" y="998"/>
                    </a:cubicBezTo>
                    <a:lnTo>
                      <a:pt x="2098" y="998"/>
                    </a:lnTo>
                    <a:cubicBezTo>
                      <a:pt x="2250" y="998"/>
                      <a:pt x="2366" y="864"/>
                      <a:pt x="2366" y="730"/>
                    </a:cubicBezTo>
                    <a:lnTo>
                      <a:pt x="2366" y="268"/>
                    </a:lnTo>
                    <a:cubicBezTo>
                      <a:pt x="2366" y="116"/>
                      <a:pt x="2250" y="0"/>
                      <a:pt x="2098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Google Shape;991;p37"/>
              <p:cNvSpPr/>
              <p:nvPr/>
            </p:nvSpPr>
            <p:spPr>
              <a:xfrm>
                <a:off x="1635068" y="1614964"/>
                <a:ext cx="125858" cy="125858"/>
              </a:xfrm>
              <a:custGeom>
                <a:avLst/>
                <a:gdLst/>
                <a:ahLst/>
                <a:cxnLst/>
                <a:rect l="l" t="t" r="r" b="b"/>
                <a:pathLst>
                  <a:path w="366" h="366" extrusionOk="0">
                    <a:moveTo>
                      <a:pt x="98" y="1"/>
                    </a:moveTo>
                    <a:cubicBezTo>
                      <a:pt x="38" y="1"/>
                      <a:pt x="1" y="42"/>
                      <a:pt x="1" y="98"/>
                    </a:cubicBezTo>
                    <a:lnTo>
                      <a:pt x="1" y="273"/>
                    </a:lnTo>
                    <a:cubicBezTo>
                      <a:pt x="1" y="310"/>
                      <a:pt x="38" y="366"/>
                      <a:pt x="98" y="366"/>
                    </a:cubicBezTo>
                    <a:lnTo>
                      <a:pt x="269" y="366"/>
                    </a:lnTo>
                    <a:cubicBezTo>
                      <a:pt x="310" y="366"/>
                      <a:pt x="366" y="310"/>
                      <a:pt x="366" y="273"/>
                    </a:cubicBezTo>
                    <a:lnTo>
                      <a:pt x="366" y="98"/>
                    </a:lnTo>
                    <a:cubicBezTo>
                      <a:pt x="366" y="42"/>
                      <a:pt x="310" y="1"/>
                      <a:pt x="26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Google Shape;992;p37"/>
              <p:cNvSpPr/>
              <p:nvPr/>
            </p:nvSpPr>
            <p:spPr>
              <a:xfrm>
                <a:off x="1622345" y="1602241"/>
                <a:ext cx="153024" cy="153024"/>
              </a:xfrm>
              <a:custGeom>
                <a:avLst/>
                <a:gdLst/>
                <a:ahLst/>
                <a:cxnLst/>
                <a:rect l="l" t="t" r="r" b="b"/>
                <a:pathLst>
                  <a:path w="445" h="445" extrusionOk="0">
                    <a:moveTo>
                      <a:pt x="306" y="79"/>
                    </a:moveTo>
                    <a:cubicBezTo>
                      <a:pt x="329" y="79"/>
                      <a:pt x="366" y="98"/>
                      <a:pt x="366" y="135"/>
                    </a:cubicBezTo>
                    <a:lnTo>
                      <a:pt x="366" y="310"/>
                    </a:lnTo>
                    <a:cubicBezTo>
                      <a:pt x="366" y="329"/>
                      <a:pt x="329" y="366"/>
                      <a:pt x="306" y="366"/>
                    </a:cubicBezTo>
                    <a:lnTo>
                      <a:pt x="135" y="366"/>
                    </a:lnTo>
                    <a:cubicBezTo>
                      <a:pt x="98" y="366"/>
                      <a:pt x="75" y="329"/>
                      <a:pt x="75" y="310"/>
                    </a:cubicBezTo>
                    <a:lnTo>
                      <a:pt x="75" y="135"/>
                    </a:lnTo>
                    <a:cubicBezTo>
                      <a:pt x="75" y="98"/>
                      <a:pt x="98" y="79"/>
                      <a:pt x="135" y="79"/>
                    </a:cubicBezTo>
                    <a:close/>
                    <a:moveTo>
                      <a:pt x="135" y="1"/>
                    </a:moveTo>
                    <a:cubicBezTo>
                      <a:pt x="56" y="1"/>
                      <a:pt x="1" y="56"/>
                      <a:pt x="1" y="135"/>
                    </a:cubicBezTo>
                    <a:lnTo>
                      <a:pt x="1" y="310"/>
                    </a:lnTo>
                    <a:cubicBezTo>
                      <a:pt x="1" y="384"/>
                      <a:pt x="56" y="444"/>
                      <a:pt x="135" y="444"/>
                    </a:cubicBezTo>
                    <a:lnTo>
                      <a:pt x="306" y="444"/>
                    </a:lnTo>
                    <a:cubicBezTo>
                      <a:pt x="384" y="444"/>
                      <a:pt x="444" y="384"/>
                      <a:pt x="444" y="310"/>
                    </a:cubicBezTo>
                    <a:lnTo>
                      <a:pt x="444" y="135"/>
                    </a:lnTo>
                    <a:cubicBezTo>
                      <a:pt x="444" y="56"/>
                      <a:pt x="384" y="1"/>
                      <a:pt x="306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Google Shape;993;p37"/>
              <p:cNvSpPr/>
              <p:nvPr/>
            </p:nvSpPr>
            <p:spPr>
              <a:xfrm>
                <a:off x="1635068" y="2336411"/>
                <a:ext cx="125858" cy="127234"/>
              </a:xfrm>
              <a:custGeom>
                <a:avLst/>
                <a:gdLst/>
                <a:ahLst/>
                <a:cxnLst/>
                <a:rect l="l" t="t" r="r" b="b"/>
                <a:pathLst>
                  <a:path w="366" h="370" extrusionOk="0">
                    <a:moveTo>
                      <a:pt x="98" y="0"/>
                    </a:moveTo>
                    <a:cubicBezTo>
                      <a:pt x="38" y="0"/>
                      <a:pt x="1" y="60"/>
                      <a:pt x="1" y="116"/>
                    </a:cubicBezTo>
                    <a:lnTo>
                      <a:pt x="1" y="273"/>
                    </a:lnTo>
                    <a:cubicBezTo>
                      <a:pt x="1" y="328"/>
                      <a:pt x="38" y="370"/>
                      <a:pt x="98" y="370"/>
                    </a:cubicBezTo>
                    <a:lnTo>
                      <a:pt x="269" y="370"/>
                    </a:lnTo>
                    <a:cubicBezTo>
                      <a:pt x="310" y="370"/>
                      <a:pt x="366" y="328"/>
                      <a:pt x="366" y="273"/>
                    </a:cubicBezTo>
                    <a:lnTo>
                      <a:pt x="366" y="116"/>
                    </a:lnTo>
                    <a:cubicBezTo>
                      <a:pt x="366" y="60"/>
                      <a:pt x="310" y="0"/>
                      <a:pt x="26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Google Shape;994;p37"/>
              <p:cNvSpPr/>
              <p:nvPr/>
            </p:nvSpPr>
            <p:spPr>
              <a:xfrm>
                <a:off x="1622345" y="2323687"/>
                <a:ext cx="153024" cy="152681"/>
              </a:xfrm>
              <a:custGeom>
                <a:avLst/>
                <a:gdLst/>
                <a:ahLst/>
                <a:cxnLst/>
                <a:rect l="l" t="t" r="r" b="b"/>
                <a:pathLst>
                  <a:path w="445" h="444" extrusionOk="0">
                    <a:moveTo>
                      <a:pt x="306" y="79"/>
                    </a:moveTo>
                    <a:cubicBezTo>
                      <a:pt x="329" y="79"/>
                      <a:pt x="366" y="116"/>
                      <a:pt x="366" y="153"/>
                    </a:cubicBezTo>
                    <a:lnTo>
                      <a:pt x="366" y="310"/>
                    </a:lnTo>
                    <a:cubicBezTo>
                      <a:pt x="366" y="347"/>
                      <a:pt x="329" y="365"/>
                      <a:pt x="306" y="365"/>
                    </a:cubicBezTo>
                    <a:lnTo>
                      <a:pt x="135" y="365"/>
                    </a:lnTo>
                    <a:cubicBezTo>
                      <a:pt x="98" y="365"/>
                      <a:pt x="75" y="347"/>
                      <a:pt x="75" y="310"/>
                    </a:cubicBezTo>
                    <a:lnTo>
                      <a:pt x="75" y="153"/>
                    </a:lnTo>
                    <a:cubicBezTo>
                      <a:pt x="75" y="116"/>
                      <a:pt x="98" y="79"/>
                      <a:pt x="135" y="79"/>
                    </a:cubicBezTo>
                    <a:close/>
                    <a:moveTo>
                      <a:pt x="135" y="0"/>
                    </a:moveTo>
                    <a:cubicBezTo>
                      <a:pt x="56" y="0"/>
                      <a:pt x="1" y="79"/>
                      <a:pt x="1" y="153"/>
                    </a:cubicBezTo>
                    <a:lnTo>
                      <a:pt x="1" y="310"/>
                    </a:lnTo>
                    <a:cubicBezTo>
                      <a:pt x="1" y="384"/>
                      <a:pt x="56" y="444"/>
                      <a:pt x="135" y="444"/>
                    </a:cubicBezTo>
                    <a:lnTo>
                      <a:pt x="306" y="444"/>
                    </a:lnTo>
                    <a:cubicBezTo>
                      <a:pt x="384" y="444"/>
                      <a:pt x="444" y="384"/>
                      <a:pt x="444" y="310"/>
                    </a:cubicBezTo>
                    <a:lnTo>
                      <a:pt x="444" y="153"/>
                    </a:lnTo>
                    <a:cubicBezTo>
                      <a:pt x="444" y="79"/>
                      <a:pt x="384" y="0"/>
                      <a:pt x="306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Google Shape;995;p37"/>
              <p:cNvSpPr/>
              <p:nvPr/>
            </p:nvSpPr>
            <p:spPr>
              <a:xfrm>
                <a:off x="1635068" y="1767644"/>
                <a:ext cx="125858" cy="119325"/>
              </a:xfrm>
              <a:custGeom>
                <a:avLst/>
                <a:gdLst/>
                <a:ahLst/>
                <a:cxnLst/>
                <a:rect l="l" t="t" r="r" b="b"/>
                <a:pathLst>
                  <a:path w="366" h="347" extrusionOk="0">
                    <a:moveTo>
                      <a:pt x="98" y="0"/>
                    </a:moveTo>
                    <a:cubicBezTo>
                      <a:pt x="38" y="0"/>
                      <a:pt x="1" y="37"/>
                      <a:pt x="1" y="97"/>
                    </a:cubicBezTo>
                    <a:lnTo>
                      <a:pt x="1" y="250"/>
                    </a:lnTo>
                    <a:cubicBezTo>
                      <a:pt x="1" y="310"/>
                      <a:pt x="38" y="347"/>
                      <a:pt x="98" y="347"/>
                    </a:cubicBezTo>
                    <a:lnTo>
                      <a:pt x="269" y="347"/>
                    </a:lnTo>
                    <a:cubicBezTo>
                      <a:pt x="310" y="347"/>
                      <a:pt x="366" y="310"/>
                      <a:pt x="366" y="250"/>
                    </a:cubicBezTo>
                    <a:lnTo>
                      <a:pt x="366" y="97"/>
                    </a:lnTo>
                    <a:cubicBezTo>
                      <a:pt x="366" y="37"/>
                      <a:pt x="310" y="0"/>
                      <a:pt x="26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Google Shape;996;p37"/>
              <p:cNvSpPr/>
              <p:nvPr/>
            </p:nvSpPr>
            <p:spPr>
              <a:xfrm>
                <a:off x="1622345" y="1754921"/>
                <a:ext cx="153024" cy="144771"/>
              </a:xfrm>
              <a:custGeom>
                <a:avLst/>
                <a:gdLst/>
                <a:ahLst/>
                <a:cxnLst/>
                <a:rect l="l" t="t" r="r" b="b"/>
                <a:pathLst>
                  <a:path w="445" h="421" extrusionOk="0">
                    <a:moveTo>
                      <a:pt x="306" y="74"/>
                    </a:moveTo>
                    <a:cubicBezTo>
                      <a:pt x="329" y="74"/>
                      <a:pt x="366" y="97"/>
                      <a:pt x="366" y="134"/>
                    </a:cubicBezTo>
                    <a:lnTo>
                      <a:pt x="366" y="287"/>
                    </a:lnTo>
                    <a:cubicBezTo>
                      <a:pt x="366" y="328"/>
                      <a:pt x="329" y="347"/>
                      <a:pt x="306" y="347"/>
                    </a:cubicBezTo>
                    <a:lnTo>
                      <a:pt x="135" y="347"/>
                    </a:lnTo>
                    <a:cubicBezTo>
                      <a:pt x="98" y="347"/>
                      <a:pt x="75" y="328"/>
                      <a:pt x="75" y="287"/>
                    </a:cubicBezTo>
                    <a:lnTo>
                      <a:pt x="75" y="134"/>
                    </a:lnTo>
                    <a:cubicBezTo>
                      <a:pt x="75" y="97"/>
                      <a:pt x="98" y="74"/>
                      <a:pt x="135" y="74"/>
                    </a:cubicBezTo>
                    <a:close/>
                    <a:moveTo>
                      <a:pt x="135" y="0"/>
                    </a:moveTo>
                    <a:cubicBezTo>
                      <a:pt x="56" y="0"/>
                      <a:pt x="1" y="56"/>
                      <a:pt x="1" y="134"/>
                    </a:cubicBezTo>
                    <a:lnTo>
                      <a:pt x="1" y="287"/>
                    </a:lnTo>
                    <a:cubicBezTo>
                      <a:pt x="1" y="365"/>
                      <a:pt x="56" y="421"/>
                      <a:pt x="135" y="421"/>
                    </a:cubicBezTo>
                    <a:lnTo>
                      <a:pt x="306" y="421"/>
                    </a:lnTo>
                    <a:cubicBezTo>
                      <a:pt x="384" y="421"/>
                      <a:pt x="444" y="365"/>
                      <a:pt x="444" y="287"/>
                    </a:cubicBezTo>
                    <a:lnTo>
                      <a:pt x="444" y="134"/>
                    </a:lnTo>
                    <a:cubicBezTo>
                      <a:pt x="444" y="56"/>
                      <a:pt x="384" y="0"/>
                      <a:pt x="306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Google Shape;997;p37"/>
              <p:cNvSpPr/>
              <p:nvPr/>
            </p:nvSpPr>
            <p:spPr>
              <a:xfrm>
                <a:off x="1635068" y="2488746"/>
                <a:ext cx="125858" cy="125858"/>
              </a:xfrm>
              <a:custGeom>
                <a:avLst/>
                <a:gdLst/>
                <a:ahLst/>
                <a:cxnLst/>
                <a:rect l="l" t="t" r="r" b="b"/>
                <a:pathLst>
                  <a:path w="366" h="366" extrusionOk="0">
                    <a:moveTo>
                      <a:pt x="98" y="1"/>
                    </a:moveTo>
                    <a:cubicBezTo>
                      <a:pt x="38" y="1"/>
                      <a:pt x="1" y="42"/>
                      <a:pt x="1" y="98"/>
                    </a:cubicBezTo>
                    <a:lnTo>
                      <a:pt x="1" y="273"/>
                    </a:lnTo>
                    <a:cubicBezTo>
                      <a:pt x="1" y="329"/>
                      <a:pt x="38" y="366"/>
                      <a:pt x="98" y="366"/>
                    </a:cubicBezTo>
                    <a:lnTo>
                      <a:pt x="269" y="366"/>
                    </a:lnTo>
                    <a:cubicBezTo>
                      <a:pt x="310" y="366"/>
                      <a:pt x="366" y="329"/>
                      <a:pt x="366" y="273"/>
                    </a:cubicBezTo>
                    <a:lnTo>
                      <a:pt x="366" y="98"/>
                    </a:lnTo>
                    <a:cubicBezTo>
                      <a:pt x="366" y="42"/>
                      <a:pt x="310" y="1"/>
                      <a:pt x="26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Google Shape;998;p37"/>
              <p:cNvSpPr/>
              <p:nvPr/>
            </p:nvSpPr>
            <p:spPr>
              <a:xfrm>
                <a:off x="1622345" y="2476023"/>
                <a:ext cx="153024" cy="153024"/>
              </a:xfrm>
              <a:custGeom>
                <a:avLst/>
                <a:gdLst/>
                <a:ahLst/>
                <a:cxnLst/>
                <a:rect l="l" t="t" r="r" b="b"/>
                <a:pathLst>
                  <a:path w="445" h="445" extrusionOk="0">
                    <a:moveTo>
                      <a:pt x="306" y="79"/>
                    </a:moveTo>
                    <a:cubicBezTo>
                      <a:pt x="329" y="79"/>
                      <a:pt x="366" y="98"/>
                      <a:pt x="366" y="135"/>
                    </a:cubicBezTo>
                    <a:lnTo>
                      <a:pt x="366" y="310"/>
                    </a:lnTo>
                    <a:cubicBezTo>
                      <a:pt x="366" y="347"/>
                      <a:pt x="329" y="366"/>
                      <a:pt x="306" y="366"/>
                    </a:cubicBezTo>
                    <a:lnTo>
                      <a:pt x="135" y="366"/>
                    </a:lnTo>
                    <a:cubicBezTo>
                      <a:pt x="98" y="366"/>
                      <a:pt x="75" y="347"/>
                      <a:pt x="75" y="310"/>
                    </a:cubicBezTo>
                    <a:lnTo>
                      <a:pt x="75" y="135"/>
                    </a:lnTo>
                    <a:cubicBezTo>
                      <a:pt x="75" y="98"/>
                      <a:pt x="98" y="79"/>
                      <a:pt x="135" y="79"/>
                    </a:cubicBezTo>
                    <a:close/>
                    <a:moveTo>
                      <a:pt x="135" y="1"/>
                    </a:moveTo>
                    <a:cubicBezTo>
                      <a:pt x="56" y="1"/>
                      <a:pt x="1" y="56"/>
                      <a:pt x="1" y="135"/>
                    </a:cubicBezTo>
                    <a:lnTo>
                      <a:pt x="1" y="310"/>
                    </a:lnTo>
                    <a:cubicBezTo>
                      <a:pt x="1" y="384"/>
                      <a:pt x="56" y="444"/>
                      <a:pt x="135" y="444"/>
                    </a:cubicBezTo>
                    <a:lnTo>
                      <a:pt x="306" y="444"/>
                    </a:lnTo>
                    <a:cubicBezTo>
                      <a:pt x="384" y="444"/>
                      <a:pt x="444" y="384"/>
                      <a:pt x="444" y="310"/>
                    </a:cubicBezTo>
                    <a:lnTo>
                      <a:pt x="444" y="135"/>
                    </a:lnTo>
                    <a:cubicBezTo>
                      <a:pt x="444" y="56"/>
                      <a:pt x="384" y="1"/>
                      <a:pt x="306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Google Shape;999;p37"/>
              <p:cNvSpPr/>
              <p:nvPr/>
            </p:nvSpPr>
            <p:spPr>
              <a:xfrm>
                <a:off x="1635068" y="1913790"/>
                <a:ext cx="125858" cy="125858"/>
              </a:xfrm>
              <a:custGeom>
                <a:avLst/>
                <a:gdLst/>
                <a:ahLst/>
                <a:cxnLst/>
                <a:rect l="l" t="t" r="r" b="b"/>
                <a:pathLst>
                  <a:path w="366" h="366" extrusionOk="0">
                    <a:moveTo>
                      <a:pt x="98" y="0"/>
                    </a:moveTo>
                    <a:cubicBezTo>
                      <a:pt x="38" y="0"/>
                      <a:pt x="1" y="37"/>
                      <a:pt x="1" y="97"/>
                    </a:cubicBezTo>
                    <a:lnTo>
                      <a:pt x="1" y="268"/>
                    </a:lnTo>
                    <a:cubicBezTo>
                      <a:pt x="1" y="328"/>
                      <a:pt x="38" y="365"/>
                      <a:pt x="98" y="365"/>
                    </a:cubicBezTo>
                    <a:lnTo>
                      <a:pt x="269" y="365"/>
                    </a:lnTo>
                    <a:cubicBezTo>
                      <a:pt x="310" y="365"/>
                      <a:pt x="366" y="328"/>
                      <a:pt x="366" y="268"/>
                    </a:cubicBezTo>
                    <a:lnTo>
                      <a:pt x="366" y="97"/>
                    </a:lnTo>
                    <a:cubicBezTo>
                      <a:pt x="366" y="37"/>
                      <a:pt x="310" y="0"/>
                      <a:pt x="26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Google Shape;1000;p37"/>
              <p:cNvSpPr/>
              <p:nvPr/>
            </p:nvSpPr>
            <p:spPr>
              <a:xfrm>
                <a:off x="1622345" y="1899348"/>
                <a:ext cx="153024" cy="153024"/>
              </a:xfrm>
              <a:custGeom>
                <a:avLst/>
                <a:gdLst/>
                <a:ahLst/>
                <a:cxnLst/>
                <a:rect l="l" t="t" r="r" b="b"/>
                <a:pathLst>
                  <a:path w="445" h="445" extrusionOk="0">
                    <a:moveTo>
                      <a:pt x="306" y="79"/>
                    </a:moveTo>
                    <a:cubicBezTo>
                      <a:pt x="329" y="79"/>
                      <a:pt x="366" y="98"/>
                      <a:pt x="366" y="139"/>
                    </a:cubicBezTo>
                    <a:lnTo>
                      <a:pt x="366" y="310"/>
                    </a:lnTo>
                    <a:cubicBezTo>
                      <a:pt x="366" y="347"/>
                      <a:pt x="329" y="370"/>
                      <a:pt x="306" y="370"/>
                    </a:cubicBezTo>
                    <a:lnTo>
                      <a:pt x="135" y="370"/>
                    </a:lnTo>
                    <a:cubicBezTo>
                      <a:pt x="98" y="370"/>
                      <a:pt x="75" y="347"/>
                      <a:pt x="75" y="310"/>
                    </a:cubicBezTo>
                    <a:lnTo>
                      <a:pt x="75" y="139"/>
                    </a:lnTo>
                    <a:cubicBezTo>
                      <a:pt x="75" y="98"/>
                      <a:pt x="98" y="79"/>
                      <a:pt x="135" y="79"/>
                    </a:cubicBezTo>
                    <a:close/>
                    <a:moveTo>
                      <a:pt x="135" y="1"/>
                    </a:moveTo>
                    <a:cubicBezTo>
                      <a:pt x="56" y="1"/>
                      <a:pt x="1" y="61"/>
                      <a:pt x="1" y="139"/>
                    </a:cubicBezTo>
                    <a:lnTo>
                      <a:pt x="1" y="310"/>
                    </a:lnTo>
                    <a:cubicBezTo>
                      <a:pt x="1" y="389"/>
                      <a:pt x="56" y="444"/>
                      <a:pt x="135" y="444"/>
                    </a:cubicBezTo>
                    <a:lnTo>
                      <a:pt x="306" y="444"/>
                    </a:lnTo>
                    <a:cubicBezTo>
                      <a:pt x="384" y="444"/>
                      <a:pt x="444" y="389"/>
                      <a:pt x="444" y="310"/>
                    </a:cubicBezTo>
                    <a:lnTo>
                      <a:pt x="444" y="139"/>
                    </a:lnTo>
                    <a:cubicBezTo>
                      <a:pt x="444" y="61"/>
                      <a:pt x="384" y="1"/>
                      <a:pt x="306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Google Shape;1001;p37"/>
              <p:cNvSpPr/>
              <p:nvPr/>
            </p:nvSpPr>
            <p:spPr>
              <a:xfrm>
                <a:off x="1635068" y="2641426"/>
                <a:ext cx="125858" cy="119325"/>
              </a:xfrm>
              <a:custGeom>
                <a:avLst/>
                <a:gdLst/>
                <a:ahLst/>
                <a:cxnLst/>
                <a:rect l="l" t="t" r="r" b="b"/>
                <a:pathLst>
                  <a:path w="366" h="347" extrusionOk="0">
                    <a:moveTo>
                      <a:pt x="98" y="0"/>
                    </a:moveTo>
                    <a:cubicBezTo>
                      <a:pt x="38" y="0"/>
                      <a:pt x="1" y="37"/>
                      <a:pt x="1" y="97"/>
                    </a:cubicBezTo>
                    <a:lnTo>
                      <a:pt x="1" y="250"/>
                    </a:lnTo>
                    <a:cubicBezTo>
                      <a:pt x="1" y="310"/>
                      <a:pt x="38" y="347"/>
                      <a:pt x="98" y="347"/>
                    </a:cubicBezTo>
                    <a:lnTo>
                      <a:pt x="269" y="347"/>
                    </a:lnTo>
                    <a:cubicBezTo>
                      <a:pt x="310" y="347"/>
                      <a:pt x="366" y="310"/>
                      <a:pt x="366" y="250"/>
                    </a:cubicBezTo>
                    <a:lnTo>
                      <a:pt x="366" y="97"/>
                    </a:lnTo>
                    <a:cubicBezTo>
                      <a:pt x="366" y="37"/>
                      <a:pt x="310" y="0"/>
                      <a:pt x="26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Google Shape;1002;p37"/>
              <p:cNvSpPr/>
              <p:nvPr/>
            </p:nvSpPr>
            <p:spPr>
              <a:xfrm>
                <a:off x="1622345" y="2628703"/>
                <a:ext cx="153024" cy="144771"/>
              </a:xfrm>
              <a:custGeom>
                <a:avLst/>
                <a:gdLst/>
                <a:ahLst/>
                <a:cxnLst/>
                <a:rect l="l" t="t" r="r" b="b"/>
                <a:pathLst>
                  <a:path w="445" h="421" extrusionOk="0">
                    <a:moveTo>
                      <a:pt x="306" y="74"/>
                    </a:moveTo>
                    <a:cubicBezTo>
                      <a:pt x="329" y="74"/>
                      <a:pt x="366" y="97"/>
                      <a:pt x="366" y="134"/>
                    </a:cubicBezTo>
                    <a:lnTo>
                      <a:pt x="366" y="287"/>
                    </a:lnTo>
                    <a:cubicBezTo>
                      <a:pt x="366" y="329"/>
                      <a:pt x="329" y="347"/>
                      <a:pt x="306" y="347"/>
                    </a:cubicBezTo>
                    <a:lnTo>
                      <a:pt x="135" y="347"/>
                    </a:lnTo>
                    <a:cubicBezTo>
                      <a:pt x="98" y="347"/>
                      <a:pt x="75" y="329"/>
                      <a:pt x="75" y="287"/>
                    </a:cubicBezTo>
                    <a:lnTo>
                      <a:pt x="75" y="134"/>
                    </a:lnTo>
                    <a:cubicBezTo>
                      <a:pt x="75" y="97"/>
                      <a:pt x="98" y="74"/>
                      <a:pt x="135" y="74"/>
                    </a:cubicBezTo>
                    <a:close/>
                    <a:moveTo>
                      <a:pt x="135" y="0"/>
                    </a:moveTo>
                    <a:cubicBezTo>
                      <a:pt x="56" y="0"/>
                      <a:pt x="1" y="56"/>
                      <a:pt x="1" y="134"/>
                    </a:cubicBezTo>
                    <a:lnTo>
                      <a:pt x="1" y="287"/>
                    </a:lnTo>
                    <a:cubicBezTo>
                      <a:pt x="1" y="365"/>
                      <a:pt x="56" y="421"/>
                      <a:pt x="135" y="421"/>
                    </a:cubicBezTo>
                    <a:lnTo>
                      <a:pt x="306" y="421"/>
                    </a:lnTo>
                    <a:cubicBezTo>
                      <a:pt x="384" y="421"/>
                      <a:pt x="444" y="365"/>
                      <a:pt x="444" y="287"/>
                    </a:cubicBezTo>
                    <a:lnTo>
                      <a:pt x="444" y="134"/>
                    </a:lnTo>
                    <a:cubicBezTo>
                      <a:pt x="444" y="56"/>
                      <a:pt x="384" y="0"/>
                      <a:pt x="306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Google Shape;1003;p37"/>
              <p:cNvSpPr/>
              <p:nvPr/>
            </p:nvSpPr>
            <p:spPr>
              <a:xfrm>
                <a:off x="1800471" y="1614964"/>
                <a:ext cx="125858" cy="125858"/>
              </a:xfrm>
              <a:custGeom>
                <a:avLst/>
                <a:gdLst/>
                <a:ahLst/>
                <a:cxnLst/>
                <a:rect l="l" t="t" r="r" b="b"/>
                <a:pathLst>
                  <a:path w="366" h="366" extrusionOk="0">
                    <a:moveTo>
                      <a:pt x="97" y="1"/>
                    </a:moveTo>
                    <a:cubicBezTo>
                      <a:pt x="42" y="1"/>
                      <a:pt x="0" y="42"/>
                      <a:pt x="0" y="98"/>
                    </a:cubicBezTo>
                    <a:lnTo>
                      <a:pt x="0" y="273"/>
                    </a:lnTo>
                    <a:cubicBezTo>
                      <a:pt x="0" y="310"/>
                      <a:pt x="42" y="366"/>
                      <a:pt x="97" y="366"/>
                    </a:cubicBezTo>
                    <a:lnTo>
                      <a:pt x="273" y="366"/>
                    </a:lnTo>
                    <a:cubicBezTo>
                      <a:pt x="310" y="366"/>
                      <a:pt x="365" y="310"/>
                      <a:pt x="365" y="273"/>
                    </a:cubicBezTo>
                    <a:lnTo>
                      <a:pt x="365" y="98"/>
                    </a:lnTo>
                    <a:cubicBezTo>
                      <a:pt x="365" y="42"/>
                      <a:pt x="310" y="1"/>
                      <a:pt x="27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Google Shape;1004;p37"/>
              <p:cNvSpPr/>
              <p:nvPr/>
            </p:nvSpPr>
            <p:spPr>
              <a:xfrm>
                <a:off x="1787748" y="1602241"/>
                <a:ext cx="152681" cy="153024"/>
              </a:xfrm>
              <a:custGeom>
                <a:avLst/>
                <a:gdLst/>
                <a:ahLst/>
                <a:cxnLst/>
                <a:rect l="l" t="t" r="r" b="b"/>
                <a:pathLst>
                  <a:path w="444" h="445" extrusionOk="0">
                    <a:moveTo>
                      <a:pt x="310" y="79"/>
                    </a:moveTo>
                    <a:cubicBezTo>
                      <a:pt x="328" y="79"/>
                      <a:pt x="365" y="98"/>
                      <a:pt x="365" y="135"/>
                    </a:cubicBezTo>
                    <a:lnTo>
                      <a:pt x="365" y="310"/>
                    </a:lnTo>
                    <a:cubicBezTo>
                      <a:pt x="365" y="329"/>
                      <a:pt x="328" y="366"/>
                      <a:pt x="310" y="366"/>
                    </a:cubicBezTo>
                    <a:lnTo>
                      <a:pt x="134" y="366"/>
                    </a:lnTo>
                    <a:cubicBezTo>
                      <a:pt x="97" y="366"/>
                      <a:pt x="79" y="329"/>
                      <a:pt x="79" y="310"/>
                    </a:cubicBezTo>
                    <a:lnTo>
                      <a:pt x="79" y="135"/>
                    </a:lnTo>
                    <a:cubicBezTo>
                      <a:pt x="79" y="98"/>
                      <a:pt x="97" y="79"/>
                      <a:pt x="134" y="79"/>
                    </a:cubicBezTo>
                    <a:close/>
                    <a:moveTo>
                      <a:pt x="134" y="1"/>
                    </a:moveTo>
                    <a:cubicBezTo>
                      <a:pt x="56" y="1"/>
                      <a:pt x="0" y="56"/>
                      <a:pt x="0" y="135"/>
                    </a:cubicBezTo>
                    <a:lnTo>
                      <a:pt x="0" y="310"/>
                    </a:lnTo>
                    <a:cubicBezTo>
                      <a:pt x="0" y="384"/>
                      <a:pt x="56" y="444"/>
                      <a:pt x="134" y="444"/>
                    </a:cubicBezTo>
                    <a:lnTo>
                      <a:pt x="310" y="444"/>
                    </a:lnTo>
                    <a:cubicBezTo>
                      <a:pt x="384" y="444"/>
                      <a:pt x="444" y="384"/>
                      <a:pt x="444" y="310"/>
                    </a:cubicBezTo>
                    <a:lnTo>
                      <a:pt x="444" y="135"/>
                    </a:lnTo>
                    <a:cubicBezTo>
                      <a:pt x="444" y="56"/>
                      <a:pt x="384" y="1"/>
                      <a:pt x="310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Google Shape;1005;p37"/>
              <p:cNvSpPr/>
              <p:nvPr/>
            </p:nvSpPr>
            <p:spPr>
              <a:xfrm>
                <a:off x="1800471" y="2336411"/>
                <a:ext cx="125858" cy="127234"/>
              </a:xfrm>
              <a:custGeom>
                <a:avLst/>
                <a:gdLst/>
                <a:ahLst/>
                <a:cxnLst/>
                <a:rect l="l" t="t" r="r" b="b"/>
                <a:pathLst>
                  <a:path w="366" h="370" extrusionOk="0">
                    <a:moveTo>
                      <a:pt x="97" y="0"/>
                    </a:moveTo>
                    <a:cubicBezTo>
                      <a:pt x="42" y="0"/>
                      <a:pt x="0" y="60"/>
                      <a:pt x="0" y="116"/>
                    </a:cubicBezTo>
                    <a:lnTo>
                      <a:pt x="0" y="273"/>
                    </a:lnTo>
                    <a:cubicBezTo>
                      <a:pt x="0" y="328"/>
                      <a:pt x="42" y="370"/>
                      <a:pt x="97" y="370"/>
                    </a:cubicBezTo>
                    <a:lnTo>
                      <a:pt x="273" y="370"/>
                    </a:lnTo>
                    <a:cubicBezTo>
                      <a:pt x="310" y="370"/>
                      <a:pt x="365" y="328"/>
                      <a:pt x="365" y="273"/>
                    </a:cubicBezTo>
                    <a:lnTo>
                      <a:pt x="365" y="116"/>
                    </a:lnTo>
                    <a:cubicBezTo>
                      <a:pt x="365" y="60"/>
                      <a:pt x="310" y="0"/>
                      <a:pt x="27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Google Shape;1006;p37"/>
              <p:cNvSpPr/>
              <p:nvPr/>
            </p:nvSpPr>
            <p:spPr>
              <a:xfrm>
                <a:off x="1787748" y="2323687"/>
                <a:ext cx="152681" cy="152681"/>
              </a:xfrm>
              <a:custGeom>
                <a:avLst/>
                <a:gdLst/>
                <a:ahLst/>
                <a:cxnLst/>
                <a:rect l="l" t="t" r="r" b="b"/>
                <a:pathLst>
                  <a:path w="444" h="444" extrusionOk="0">
                    <a:moveTo>
                      <a:pt x="310" y="79"/>
                    </a:moveTo>
                    <a:cubicBezTo>
                      <a:pt x="328" y="79"/>
                      <a:pt x="365" y="116"/>
                      <a:pt x="365" y="153"/>
                    </a:cubicBezTo>
                    <a:lnTo>
                      <a:pt x="365" y="310"/>
                    </a:lnTo>
                    <a:cubicBezTo>
                      <a:pt x="365" y="347"/>
                      <a:pt x="328" y="365"/>
                      <a:pt x="310" y="365"/>
                    </a:cubicBezTo>
                    <a:lnTo>
                      <a:pt x="134" y="365"/>
                    </a:lnTo>
                    <a:cubicBezTo>
                      <a:pt x="97" y="365"/>
                      <a:pt x="79" y="347"/>
                      <a:pt x="79" y="310"/>
                    </a:cubicBezTo>
                    <a:lnTo>
                      <a:pt x="79" y="153"/>
                    </a:lnTo>
                    <a:cubicBezTo>
                      <a:pt x="79" y="116"/>
                      <a:pt x="97" y="79"/>
                      <a:pt x="134" y="79"/>
                    </a:cubicBezTo>
                    <a:close/>
                    <a:moveTo>
                      <a:pt x="134" y="0"/>
                    </a:moveTo>
                    <a:cubicBezTo>
                      <a:pt x="56" y="0"/>
                      <a:pt x="0" y="79"/>
                      <a:pt x="0" y="153"/>
                    </a:cubicBezTo>
                    <a:lnTo>
                      <a:pt x="0" y="310"/>
                    </a:lnTo>
                    <a:cubicBezTo>
                      <a:pt x="0" y="384"/>
                      <a:pt x="56" y="444"/>
                      <a:pt x="134" y="444"/>
                    </a:cubicBezTo>
                    <a:lnTo>
                      <a:pt x="310" y="444"/>
                    </a:lnTo>
                    <a:cubicBezTo>
                      <a:pt x="384" y="444"/>
                      <a:pt x="444" y="384"/>
                      <a:pt x="444" y="310"/>
                    </a:cubicBezTo>
                    <a:lnTo>
                      <a:pt x="444" y="153"/>
                    </a:lnTo>
                    <a:cubicBezTo>
                      <a:pt x="444" y="79"/>
                      <a:pt x="384" y="0"/>
                      <a:pt x="310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Google Shape;1007;p37"/>
              <p:cNvSpPr/>
              <p:nvPr/>
            </p:nvSpPr>
            <p:spPr>
              <a:xfrm>
                <a:off x="1800471" y="1767644"/>
                <a:ext cx="125858" cy="119325"/>
              </a:xfrm>
              <a:custGeom>
                <a:avLst/>
                <a:gdLst/>
                <a:ahLst/>
                <a:cxnLst/>
                <a:rect l="l" t="t" r="r" b="b"/>
                <a:pathLst>
                  <a:path w="366" h="347" extrusionOk="0">
                    <a:moveTo>
                      <a:pt x="97" y="0"/>
                    </a:moveTo>
                    <a:cubicBezTo>
                      <a:pt x="42" y="0"/>
                      <a:pt x="0" y="37"/>
                      <a:pt x="0" y="97"/>
                    </a:cubicBezTo>
                    <a:lnTo>
                      <a:pt x="0" y="250"/>
                    </a:lnTo>
                    <a:cubicBezTo>
                      <a:pt x="0" y="310"/>
                      <a:pt x="42" y="347"/>
                      <a:pt x="97" y="347"/>
                    </a:cubicBezTo>
                    <a:lnTo>
                      <a:pt x="273" y="347"/>
                    </a:lnTo>
                    <a:cubicBezTo>
                      <a:pt x="310" y="347"/>
                      <a:pt x="365" y="310"/>
                      <a:pt x="365" y="250"/>
                    </a:cubicBezTo>
                    <a:lnTo>
                      <a:pt x="365" y="97"/>
                    </a:lnTo>
                    <a:cubicBezTo>
                      <a:pt x="365" y="37"/>
                      <a:pt x="310" y="0"/>
                      <a:pt x="27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Google Shape;1008;p37"/>
              <p:cNvSpPr/>
              <p:nvPr/>
            </p:nvSpPr>
            <p:spPr>
              <a:xfrm>
                <a:off x="1787748" y="1754921"/>
                <a:ext cx="152681" cy="144771"/>
              </a:xfrm>
              <a:custGeom>
                <a:avLst/>
                <a:gdLst/>
                <a:ahLst/>
                <a:cxnLst/>
                <a:rect l="l" t="t" r="r" b="b"/>
                <a:pathLst>
                  <a:path w="444" h="421" extrusionOk="0">
                    <a:moveTo>
                      <a:pt x="310" y="74"/>
                    </a:moveTo>
                    <a:cubicBezTo>
                      <a:pt x="328" y="74"/>
                      <a:pt x="365" y="97"/>
                      <a:pt x="365" y="134"/>
                    </a:cubicBezTo>
                    <a:lnTo>
                      <a:pt x="365" y="287"/>
                    </a:lnTo>
                    <a:cubicBezTo>
                      <a:pt x="365" y="328"/>
                      <a:pt x="328" y="347"/>
                      <a:pt x="310" y="347"/>
                    </a:cubicBezTo>
                    <a:lnTo>
                      <a:pt x="134" y="347"/>
                    </a:lnTo>
                    <a:cubicBezTo>
                      <a:pt x="97" y="347"/>
                      <a:pt x="79" y="328"/>
                      <a:pt x="79" y="287"/>
                    </a:cubicBezTo>
                    <a:lnTo>
                      <a:pt x="79" y="134"/>
                    </a:lnTo>
                    <a:cubicBezTo>
                      <a:pt x="79" y="97"/>
                      <a:pt x="97" y="74"/>
                      <a:pt x="134" y="74"/>
                    </a:cubicBezTo>
                    <a:close/>
                    <a:moveTo>
                      <a:pt x="134" y="0"/>
                    </a:moveTo>
                    <a:cubicBezTo>
                      <a:pt x="56" y="0"/>
                      <a:pt x="0" y="56"/>
                      <a:pt x="0" y="134"/>
                    </a:cubicBezTo>
                    <a:lnTo>
                      <a:pt x="0" y="287"/>
                    </a:lnTo>
                    <a:cubicBezTo>
                      <a:pt x="0" y="365"/>
                      <a:pt x="56" y="421"/>
                      <a:pt x="134" y="421"/>
                    </a:cubicBezTo>
                    <a:lnTo>
                      <a:pt x="310" y="421"/>
                    </a:lnTo>
                    <a:cubicBezTo>
                      <a:pt x="384" y="421"/>
                      <a:pt x="444" y="365"/>
                      <a:pt x="444" y="287"/>
                    </a:cubicBezTo>
                    <a:lnTo>
                      <a:pt x="444" y="134"/>
                    </a:lnTo>
                    <a:cubicBezTo>
                      <a:pt x="444" y="56"/>
                      <a:pt x="384" y="0"/>
                      <a:pt x="310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Google Shape;1009;p37"/>
              <p:cNvSpPr/>
              <p:nvPr/>
            </p:nvSpPr>
            <p:spPr>
              <a:xfrm>
                <a:off x="1800471" y="2488746"/>
                <a:ext cx="125858" cy="125858"/>
              </a:xfrm>
              <a:custGeom>
                <a:avLst/>
                <a:gdLst/>
                <a:ahLst/>
                <a:cxnLst/>
                <a:rect l="l" t="t" r="r" b="b"/>
                <a:pathLst>
                  <a:path w="366" h="366" extrusionOk="0">
                    <a:moveTo>
                      <a:pt x="97" y="1"/>
                    </a:moveTo>
                    <a:cubicBezTo>
                      <a:pt x="42" y="1"/>
                      <a:pt x="0" y="42"/>
                      <a:pt x="0" y="98"/>
                    </a:cubicBezTo>
                    <a:lnTo>
                      <a:pt x="0" y="273"/>
                    </a:lnTo>
                    <a:cubicBezTo>
                      <a:pt x="0" y="329"/>
                      <a:pt x="42" y="366"/>
                      <a:pt x="97" y="366"/>
                    </a:cubicBezTo>
                    <a:lnTo>
                      <a:pt x="273" y="366"/>
                    </a:lnTo>
                    <a:cubicBezTo>
                      <a:pt x="310" y="366"/>
                      <a:pt x="365" y="329"/>
                      <a:pt x="365" y="273"/>
                    </a:cubicBezTo>
                    <a:lnTo>
                      <a:pt x="365" y="98"/>
                    </a:lnTo>
                    <a:cubicBezTo>
                      <a:pt x="365" y="42"/>
                      <a:pt x="310" y="1"/>
                      <a:pt x="27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Google Shape;1010;p37"/>
              <p:cNvSpPr/>
              <p:nvPr/>
            </p:nvSpPr>
            <p:spPr>
              <a:xfrm>
                <a:off x="1787748" y="2476023"/>
                <a:ext cx="152681" cy="153024"/>
              </a:xfrm>
              <a:custGeom>
                <a:avLst/>
                <a:gdLst/>
                <a:ahLst/>
                <a:cxnLst/>
                <a:rect l="l" t="t" r="r" b="b"/>
                <a:pathLst>
                  <a:path w="444" h="445" extrusionOk="0">
                    <a:moveTo>
                      <a:pt x="310" y="79"/>
                    </a:moveTo>
                    <a:cubicBezTo>
                      <a:pt x="328" y="79"/>
                      <a:pt x="365" y="98"/>
                      <a:pt x="365" y="135"/>
                    </a:cubicBezTo>
                    <a:lnTo>
                      <a:pt x="365" y="310"/>
                    </a:lnTo>
                    <a:cubicBezTo>
                      <a:pt x="365" y="347"/>
                      <a:pt x="328" y="366"/>
                      <a:pt x="310" y="366"/>
                    </a:cubicBezTo>
                    <a:lnTo>
                      <a:pt x="134" y="366"/>
                    </a:lnTo>
                    <a:cubicBezTo>
                      <a:pt x="97" y="366"/>
                      <a:pt x="79" y="347"/>
                      <a:pt x="79" y="310"/>
                    </a:cubicBezTo>
                    <a:lnTo>
                      <a:pt x="79" y="135"/>
                    </a:lnTo>
                    <a:cubicBezTo>
                      <a:pt x="79" y="98"/>
                      <a:pt x="97" y="79"/>
                      <a:pt x="134" y="79"/>
                    </a:cubicBezTo>
                    <a:close/>
                    <a:moveTo>
                      <a:pt x="134" y="1"/>
                    </a:moveTo>
                    <a:cubicBezTo>
                      <a:pt x="56" y="1"/>
                      <a:pt x="0" y="56"/>
                      <a:pt x="0" y="135"/>
                    </a:cubicBezTo>
                    <a:lnTo>
                      <a:pt x="0" y="310"/>
                    </a:lnTo>
                    <a:cubicBezTo>
                      <a:pt x="0" y="384"/>
                      <a:pt x="56" y="444"/>
                      <a:pt x="134" y="444"/>
                    </a:cubicBezTo>
                    <a:lnTo>
                      <a:pt x="310" y="444"/>
                    </a:lnTo>
                    <a:cubicBezTo>
                      <a:pt x="384" y="444"/>
                      <a:pt x="444" y="384"/>
                      <a:pt x="444" y="310"/>
                    </a:cubicBezTo>
                    <a:lnTo>
                      <a:pt x="444" y="135"/>
                    </a:lnTo>
                    <a:cubicBezTo>
                      <a:pt x="444" y="56"/>
                      <a:pt x="384" y="1"/>
                      <a:pt x="310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Google Shape;1011;p37"/>
              <p:cNvSpPr/>
              <p:nvPr/>
            </p:nvSpPr>
            <p:spPr>
              <a:xfrm>
                <a:off x="1800471" y="1913790"/>
                <a:ext cx="125858" cy="125858"/>
              </a:xfrm>
              <a:custGeom>
                <a:avLst/>
                <a:gdLst/>
                <a:ahLst/>
                <a:cxnLst/>
                <a:rect l="l" t="t" r="r" b="b"/>
                <a:pathLst>
                  <a:path w="366" h="366" extrusionOk="0">
                    <a:moveTo>
                      <a:pt x="97" y="0"/>
                    </a:moveTo>
                    <a:cubicBezTo>
                      <a:pt x="42" y="0"/>
                      <a:pt x="0" y="37"/>
                      <a:pt x="0" y="97"/>
                    </a:cubicBezTo>
                    <a:lnTo>
                      <a:pt x="0" y="268"/>
                    </a:lnTo>
                    <a:cubicBezTo>
                      <a:pt x="0" y="328"/>
                      <a:pt x="42" y="365"/>
                      <a:pt x="97" y="365"/>
                    </a:cubicBezTo>
                    <a:lnTo>
                      <a:pt x="273" y="365"/>
                    </a:lnTo>
                    <a:cubicBezTo>
                      <a:pt x="310" y="365"/>
                      <a:pt x="365" y="328"/>
                      <a:pt x="365" y="268"/>
                    </a:cubicBezTo>
                    <a:lnTo>
                      <a:pt x="365" y="97"/>
                    </a:lnTo>
                    <a:cubicBezTo>
                      <a:pt x="365" y="37"/>
                      <a:pt x="310" y="0"/>
                      <a:pt x="27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Google Shape;1012;p37"/>
              <p:cNvSpPr/>
              <p:nvPr/>
            </p:nvSpPr>
            <p:spPr>
              <a:xfrm>
                <a:off x="1787748" y="1899348"/>
                <a:ext cx="152681" cy="153024"/>
              </a:xfrm>
              <a:custGeom>
                <a:avLst/>
                <a:gdLst/>
                <a:ahLst/>
                <a:cxnLst/>
                <a:rect l="l" t="t" r="r" b="b"/>
                <a:pathLst>
                  <a:path w="444" h="445" extrusionOk="0">
                    <a:moveTo>
                      <a:pt x="310" y="79"/>
                    </a:moveTo>
                    <a:cubicBezTo>
                      <a:pt x="328" y="79"/>
                      <a:pt x="365" y="98"/>
                      <a:pt x="365" y="139"/>
                    </a:cubicBezTo>
                    <a:lnTo>
                      <a:pt x="365" y="310"/>
                    </a:lnTo>
                    <a:cubicBezTo>
                      <a:pt x="365" y="347"/>
                      <a:pt x="328" y="370"/>
                      <a:pt x="310" y="370"/>
                    </a:cubicBezTo>
                    <a:lnTo>
                      <a:pt x="134" y="370"/>
                    </a:lnTo>
                    <a:cubicBezTo>
                      <a:pt x="97" y="370"/>
                      <a:pt x="79" y="347"/>
                      <a:pt x="79" y="310"/>
                    </a:cubicBezTo>
                    <a:lnTo>
                      <a:pt x="79" y="139"/>
                    </a:lnTo>
                    <a:cubicBezTo>
                      <a:pt x="79" y="98"/>
                      <a:pt x="97" y="79"/>
                      <a:pt x="134" y="79"/>
                    </a:cubicBezTo>
                    <a:close/>
                    <a:moveTo>
                      <a:pt x="134" y="1"/>
                    </a:moveTo>
                    <a:cubicBezTo>
                      <a:pt x="56" y="1"/>
                      <a:pt x="0" y="61"/>
                      <a:pt x="0" y="139"/>
                    </a:cubicBezTo>
                    <a:lnTo>
                      <a:pt x="0" y="310"/>
                    </a:lnTo>
                    <a:cubicBezTo>
                      <a:pt x="0" y="389"/>
                      <a:pt x="56" y="444"/>
                      <a:pt x="134" y="444"/>
                    </a:cubicBezTo>
                    <a:lnTo>
                      <a:pt x="310" y="444"/>
                    </a:lnTo>
                    <a:cubicBezTo>
                      <a:pt x="384" y="444"/>
                      <a:pt x="444" y="389"/>
                      <a:pt x="444" y="310"/>
                    </a:cubicBezTo>
                    <a:lnTo>
                      <a:pt x="444" y="139"/>
                    </a:lnTo>
                    <a:cubicBezTo>
                      <a:pt x="444" y="61"/>
                      <a:pt x="384" y="1"/>
                      <a:pt x="310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Google Shape;1013;p37"/>
              <p:cNvSpPr/>
              <p:nvPr/>
            </p:nvSpPr>
            <p:spPr>
              <a:xfrm>
                <a:off x="1800471" y="2641426"/>
                <a:ext cx="125858" cy="119325"/>
              </a:xfrm>
              <a:custGeom>
                <a:avLst/>
                <a:gdLst/>
                <a:ahLst/>
                <a:cxnLst/>
                <a:rect l="l" t="t" r="r" b="b"/>
                <a:pathLst>
                  <a:path w="366" h="347" extrusionOk="0">
                    <a:moveTo>
                      <a:pt x="97" y="0"/>
                    </a:moveTo>
                    <a:cubicBezTo>
                      <a:pt x="42" y="0"/>
                      <a:pt x="0" y="37"/>
                      <a:pt x="0" y="97"/>
                    </a:cubicBezTo>
                    <a:lnTo>
                      <a:pt x="0" y="250"/>
                    </a:lnTo>
                    <a:cubicBezTo>
                      <a:pt x="0" y="310"/>
                      <a:pt x="42" y="347"/>
                      <a:pt x="97" y="347"/>
                    </a:cubicBezTo>
                    <a:lnTo>
                      <a:pt x="273" y="347"/>
                    </a:lnTo>
                    <a:cubicBezTo>
                      <a:pt x="310" y="347"/>
                      <a:pt x="365" y="310"/>
                      <a:pt x="365" y="250"/>
                    </a:cubicBezTo>
                    <a:lnTo>
                      <a:pt x="365" y="97"/>
                    </a:lnTo>
                    <a:cubicBezTo>
                      <a:pt x="365" y="37"/>
                      <a:pt x="310" y="0"/>
                      <a:pt x="27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Google Shape;1014;p37"/>
              <p:cNvSpPr/>
              <p:nvPr/>
            </p:nvSpPr>
            <p:spPr>
              <a:xfrm>
                <a:off x="1787748" y="2628703"/>
                <a:ext cx="152681" cy="144771"/>
              </a:xfrm>
              <a:custGeom>
                <a:avLst/>
                <a:gdLst/>
                <a:ahLst/>
                <a:cxnLst/>
                <a:rect l="l" t="t" r="r" b="b"/>
                <a:pathLst>
                  <a:path w="444" h="421" extrusionOk="0">
                    <a:moveTo>
                      <a:pt x="310" y="74"/>
                    </a:moveTo>
                    <a:cubicBezTo>
                      <a:pt x="328" y="74"/>
                      <a:pt x="365" y="97"/>
                      <a:pt x="365" y="134"/>
                    </a:cubicBezTo>
                    <a:lnTo>
                      <a:pt x="365" y="287"/>
                    </a:lnTo>
                    <a:cubicBezTo>
                      <a:pt x="365" y="329"/>
                      <a:pt x="328" y="347"/>
                      <a:pt x="310" y="347"/>
                    </a:cubicBezTo>
                    <a:lnTo>
                      <a:pt x="134" y="347"/>
                    </a:lnTo>
                    <a:cubicBezTo>
                      <a:pt x="97" y="347"/>
                      <a:pt x="79" y="329"/>
                      <a:pt x="79" y="287"/>
                    </a:cubicBezTo>
                    <a:lnTo>
                      <a:pt x="79" y="134"/>
                    </a:lnTo>
                    <a:cubicBezTo>
                      <a:pt x="79" y="97"/>
                      <a:pt x="97" y="74"/>
                      <a:pt x="134" y="74"/>
                    </a:cubicBezTo>
                    <a:close/>
                    <a:moveTo>
                      <a:pt x="134" y="0"/>
                    </a:moveTo>
                    <a:cubicBezTo>
                      <a:pt x="56" y="0"/>
                      <a:pt x="0" y="56"/>
                      <a:pt x="0" y="134"/>
                    </a:cubicBezTo>
                    <a:lnTo>
                      <a:pt x="0" y="287"/>
                    </a:lnTo>
                    <a:cubicBezTo>
                      <a:pt x="0" y="365"/>
                      <a:pt x="56" y="421"/>
                      <a:pt x="134" y="421"/>
                    </a:cubicBezTo>
                    <a:lnTo>
                      <a:pt x="310" y="421"/>
                    </a:lnTo>
                    <a:cubicBezTo>
                      <a:pt x="384" y="421"/>
                      <a:pt x="444" y="365"/>
                      <a:pt x="444" y="287"/>
                    </a:cubicBezTo>
                    <a:lnTo>
                      <a:pt x="444" y="134"/>
                    </a:lnTo>
                    <a:cubicBezTo>
                      <a:pt x="444" y="56"/>
                      <a:pt x="384" y="0"/>
                      <a:pt x="310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Google Shape;1015;p37"/>
              <p:cNvSpPr/>
              <p:nvPr/>
            </p:nvSpPr>
            <p:spPr>
              <a:xfrm>
                <a:off x="2032242" y="1972593"/>
                <a:ext cx="159214" cy="67056"/>
              </a:xfrm>
              <a:custGeom>
                <a:avLst/>
                <a:gdLst/>
                <a:ahLst/>
                <a:cxnLst/>
                <a:rect l="l" t="t" r="r" b="b"/>
                <a:pathLst>
                  <a:path w="463" h="195" extrusionOk="0">
                    <a:moveTo>
                      <a:pt x="98" y="0"/>
                    </a:moveTo>
                    <a:cubicBezTo>
                      <a:pt x="38" y="0"/>
                      <a:pt x="1" y="42"/>
                      <a:pt x="1" y="97"/>
                    </a:cubicBezTo>
                    <a:cubicBezTo>
                      <a:pt x="1" y="134"/>
                      <a:pt x="38" y="194"/>
                      <a:pt x="98" y="194"/>
                    </a:cubicBezTo>
                    <a:lnTo>
                      <a:pt x="366" y="194"/>
                    </a:lnTo>
                    <a:cubicBezTo>
                      <a:pt x="426" y="194"/>
                      <a:pt x="463" y="134"/>
                      <a:pt x="463" y="97"/>
                    </a:cubicBezTo>
                    <a:cubicBezTo>
                      <a:pt x="463" y="42"/>
                      <a:pt x="426" y="0"/>
                      <a:pt x="36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Google Shape;1016;p37"/>
              <p:cNvSpPr/>
              <p:nvPr/>
            </p:nvSpPr>
            <p:spPr>
              <a:xfrm>
                <a:off x="2019519" y="1959869"/>
                <a:ext cx="184661" cy="92502"/>
              </a:xfrm>
              <a:custGeom>
                <a:avLst/>
                <a:gdLst/>
                <a:ahLst/>
                <a:cxnLst/>
                <a:rect l="l" t="t" r="r" b="b"/>
                <a:pathLst>
                  <a:path w="537" h="269" extrusionOk="0">
                    <a:moveTo>
                      <a:pt x="403" y="79"/>
                    </a:moveTo>
                    <a:cubicBezTo>
                      <a:pt x="445" y="79"/>
                      <a:pt x="463" y="97"/>
                      <a:pt x="463" y="134"/>
                    </a:cubicBezTo>
                    <a:cubicBezTo>
                      <a:pt x="463" y="153"/>
                      <a:pt x="445" y="194"/>
                      <a:pt x="403" y="194"/>
                    </a:cubicBezTo>
                    <a:lnTo>
                      <a:pt x="135" y="194"/>
                    </a:lnTo>
                    <a:cubicBezTo>
                      <a:pt x="98" y="194"/>
                      <a:pt x="75" y="153"/>
                      <a:pt x="75" y="134"/>
                    </a:cubicBezTo>
                    <a:cubicBezTo>
                      <a:pt x="75" y="97"/>
                      <a:pt x="98" y="79"/>
                      <a:pt x="135" y="79"/>
                    </a:cubicBezTo>
                    <a:close/>
                    <a:moveTo>
                      <a:pt x="135" y="0"/>
                    </a:moveTo>
                    <a:cubicBezTo>
                      <a:pt x="56" y="0"/>
                      <a:pt x="1" y="56"/>
                      <a:pt x="1" y="134"/>
                    </a:cubicBezTo>
                    <a:cubicBezTo>
                      <a:pt x="1" y="194"/>
                      <a:pt x="56" y="268"/>
                      <a:pt x="135" y="268"/>
                    </a:cubicBezTo>
                    <a:lnTo>
                      <a:pt x="403" y="268"/>
                    </a:lnTo>
                    <a:cubicBezTo>
                      <a:pt x="482" y="268"/>
                      <a:pt x="537" y="194"/>
                      <a:pt x="537" y="134"/>
                    </a:cubicBezTo>
                    <a:cubicBezTo>
                      <a:pt x="537" y="56"/>
                      <a:pt x="482" y="0"/>
                      <a:pt x="403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Google Shape;1017;p37"/>
              <p:cNvSpPr/>
              <p:nvPr/>
            </p:nvSpPr>
            <p:spPr>
              <a:xfrm>
                <a:off x="2019519" y="2694550"/>
                <a:ext cx="159558" cy="65336"/>
              </a:xfrm>
              <a:custGeom>
                <a:avLst/>
                <a:gdLst/>
                <a:ahLst/>
                <a:cxnLst/>
                <a:rect l="l" t="t" r="r" b="b"/>
                <a:pathLst>
                  <a:path w="464" h="190" extrusionOk="0">
                    <a:moveTo>
                      <a:pt x="75" y="0"/>
                    </a:moveTo>
                    <a:cubicBezTo>
                      <a:pt x="38" y="0"/>
                      <a:pt x="1" y="37"/>
                      <a:pt x="1" y="98"/>
                    </a:cubicBezTo>
                    <a:cubicBezTo>
                      <a:pt x="1" y="153"/>
                      <a:pt x="38" y="190"/>
                      <a:pt x="75" y="190"/>
                    </a:cubicBezTo>
                    <a:lnTo>
                      <a:pt x="366" y="190"/>
                    </a:lnTo>
                    <a:cubicBezTo>
                      <a:pt x="421" y="190"/>
                      <a:pt x="463" y="153"/>
                      <a:pt x="463" y="98"/>
                    </a:cubicBezTo>
                    <a:cubicBezTo>
                      <a:pt x="463" y="37"/>
                      <a:pt x="421" y="0"/>
                      <a:pt x="36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Google Shape;1018;p37"/>
              <p:cNvSpPr/>
              <p:nvPr/>
            </p:nvSpPr>
            <p:spPr>
              <a:xfrm>
                <a:off x="1998886" y="2680107"/>
                <a:ext cx="192570" cy="94222"/>
              </a:xfrm>
              <a:custGeom>
                <a:avLst/>
                <a:gdLst/>
                <a:ahLst/>
                <a:cxnLst/>
                <a:rect l="l" t="t" r="r" b="b"/>
                <a:pathLst>
                  <a:path w="560" h="274" extrusionOk="0">
                    <a:moveTo>
                      <a:pt x="426" y="79"/>
                    </a:moveTo>
                    <a:cubicBezTo>
                      <a:pt x="463" y="79"/>
                      <a:pt x="481" y="116"/>
                      <a:pt x="481" y="140"/>
                    </a:cubicBezTo>
                    <a:cubicBezTo>
                      <a:pt x="481" y="176"/>
                      <a:pt x="463" y="195"/>
                      <a:pt x="426" y="195"/>
                    </a:cubicBezTo>
                    <a:lnTo>
                      <a:pt x="135" y="195"/>
                    </a:lnTo>
                    <a:cubicBezTo>
                      <a:pt x="116" y="195"/>
                      <a:pt x="98" y="176"/>
                      <a:pt x="98" y="140"/>
                    </a:cubicBezTo>
                    <a:cubicBezTo>
                      <a:pt x="98" y="116"/>
                      <a:pt x="116" y="79"/>
                      <a:pt x="135" y="79"/>
                    </a:cubicBezTo>
                    <a:close/>
                    <a:moveTo>
                      <a:pt x="135" y="1"/>
                    </a:moveTo>
                    <a:cubicBezTo>
                      <a:pt x="79" y="1"/>
                      <a:pt x="1" y="61"/>
                      <a:pt x="1" y="140"/>
                    </a:cubicBezTo>
                    <a:cubicBezTo>
                      <a:pt x="1" y="213"/>
                      <a:pt x="79" y="274"/>
                      <a:pt x="135" y="274"/>
                    </a:cubicBezTo>
                    <a:lnTo>
                      <a:pt x="426" y="274"/>
                    </a:lnTo>
                    <a:cubicBezTo>
                      <a:pt x="505" y="274"/>
                      <a:pt x="560" y="213"/>
                      <a:pt x="560" y="140"/>
                    </a:cubicBezTo>
                    <a:cubicBezTo>
                      <a:pt x="560" y="61"/>
                      <a:pt x="505" y="1"/>
                      <a:pt x="426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Google Shape;1019;p37"/>
              <p:cNvSpPr/>
              <p:nvPr/>
            </p:nvSpPr>
            <p:spPr>
              <a:xfrm>
                <a:off x="2224811" y="1972593"/>
                <a:ext cx="159214" cy="67056"/>
              </a:xfrm>
              <a:custGeom>
                <a:avLst/>
                <a:gdLst/>
                <a:ahLst/>
                <a:cxnLst/>
                <a:rect l="l" t="t" r="r" b="b"/>
                <a:pathLst>
                  <a:path w="463" h="195" extrusionOk="0">
                    <a:moveTo>
                      <a:pt x="79" y="0"/>
                    </a:moveTo>
                    <a:cubicBezTo>
                      <a:pt x="37" y="0"/>
                      <a:pt x="0" y="42"/>
                      <a:pt x="0" y="97"/>
                    </a:cubicBezTo>
                    <a:cubicBezTo>
                      <a:pt x="0" y="134"/>
                      <a:pt x="37" y="194"/>
                      <a:pt x="79" y="194"/>
                    </a:cubicBezTo>
                    <a:lnTo>
                      <a:pt x="365" y="194"/>
                    </a:lnTo>
                    <a:cubicBezTo>
                      <a:pt x="425" y="194"/>
                      <a:pt x="462" y="134"/>
                      <a:pt x="462" y="97"/>
                    </a:cubicBezTo>
                    <a:cubicBezTo>
                      <a:pt x="462" y="42"/>
                      <a:pt x="425" y="0"/>
                      <a:pt x="36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Google Shape;1020;p37"/>
              <p:cNvSpPr/>
              <p:nvPr/>
            </p:nvSpPr>
            <p:spPr>
              <a:xfrm>
                <a:off x="2212087" y="1959869"/>
                <a:ext cx="184661" cy="92502"/>
              </a:xfrm>
              <a:custGeom>
                <a:avLst/>
                <a:gdLst/>
                <a:ahLst/>
                <a:cxnLst/>
                <a:rect l="l" t="t" r="r" b="b"/>
                <a:pathLst>
                  <a:path w="537" h="269" extrusionOk="0">
                    <a:moveTo>
                      <a:pt x="402" y="79"/>
                    </a:moveTo>
                    <a:cubicBezTo>
                      <a:pt x="439" y="79"/>
                      <a:pt x="462" y="97"/>
                      <a:pt x="462" y="134"/>
                    </a:cubicBezTo>
                    <a:cubicBezTo>
                      <a:pt x="462" y="153"/>
                      <a:pt x="439" y="194"/>
                      <a:pt x="402" y="194"/>
                    </a:cubicBezTo>
                    <a:lnTo>
                      <a:pt x="116" y="194"/>
                    </a:lnTo>
                    <a:cubicBezTo>
                      <a:pt x="92" y="194"/>
                      <a:pt x="74" y="153"/>
                      <a:pt x="74" y="134"/>
                    </a:cubicBezTo>
                    <a:cubicBezTo>
                      <a:pt x="74" y="97"/>
                      <a:pt x="92" y="79"/>
                      <a:pt x="116" y="79"/>
                    </a:cubicBezTo>
                    <a:close/>
                    <a:moveTo>
                      <a:pt x="116" y="0"/>
                    </a:moveTo>
                    <a:cubicBezTo>
                      <a:pt x="56" y="0"/>
                      <a:pt x="0" y="56"/>
                      <a:pt x="0" y="134"/>
                    </a:cubicBezTo>
                    <a:cubicBezTo>
                      <a:pt x="0" y="194"/>
                      <a:pt x="56" y="268"/>
                      <a:pt x="116" y="268"/>
                    </a:cubicBezTo>
                    <a:lnTo>
                      <a:pt x="402" y="268"/>
                    </a:lnTo>
                    <a:cubicBezTo>
                      <a:pt x="481" y="268"/>
                      <a:pt x="536" y="194"/>
                      <a:pt x="536" y="134"/>
                    </a:cubicBezTo>
                    <a:cubicBezTo>
                      <a:pt x="536" y="56"/>
                      <a:pt x="481" y="0"/>
                      <a:pt x="402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Google Shape;1021;p37"/>
              <p:cNvSpPr/>
              <p:nvPr/>
            </p:nvSpPr>
            <p:spPr>
              <a:xfrm>
                <a:off x="2224811" y="2693695"/>
                <a:ext cx="159214" cy="67056"/>
              </a:xfrm>
              <a:custGeom>
                <a:avLst/>
                <a:gdLst/>
                <a:ahLst/>
                <a:cxnLst/>
                <a:rect l="l" t="t" r="r" b="b"/>
                <a:pathLst>
                  <a:path w="463" h="195" extrusionOk="0">
                    <a:moveTo>
                      <a:pt x="79" y="1"/>
                    </a:moveTo>
                    <a:cubicBezTo>
                      <a:pt x="37" y="1"/>
                      <a:pt x="0" y="61"/>
                      <a:pt x="0" y="98"/>
                    </a:cubicBezTo>
                    <a:cubicBezTo>
                      <a:pt x="0" y="158"/>
                      <a:pt x="37" y="195"/>
                      <a:pt x="79" y="195"/>
                    </a:cubicBezTo>
                    <a:lnTo>
                      <a:pt x="365" y="195"/>
                    </a:lnTo>
                    <a:cubicBezTo>
                      <a:pt x="425" y="195"/>
                      <a:pt x="462" y="158"/>
                      <a:pt x="462" y="98"/>
                    </a:cubicBezTo>
                    <a:cubicBezTo>
                      <a:pt x="462" y="61"/>
                      <a:pt x="425" y="1"/>
                      <a:pt x="3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Google Shape;1022;p37"/>
              <p:cNvSpPr/>
              <p:nvPr/>
            </p:nvSpPr>
            <p:spPr>
              <a:xfrm>
                <a:off x="2212087" y="2680972"/>
                <a:ext cx="184661" cy="92502"/>
              </a:xfrm>
              <a:custGeom>
                <a:avLst/>
                <a:gdLst/>
                <a:ahLst/>
                <a:cxnLst/>
                <a:rect l="l" t="t" r="r" b="b"/>
                <a:pathLst>
                  <a:path w="537" h="269" extrusionOk="0">
                    <a:moveTo>
                      <a:pt x="402" y="79"/>
                    </a:moveTo>
                    <a:cubicBezTo>
                      <a:pt x="439" y="79"/>
                      <a:pt x="462" y="116"/>
                      <a:pt x="462" y="135"/>
                    </a:cubicBezTo>
                    <a:cubicBezTo>
                      <a:pt x="462" y="177"/>
                      <a:pt x="439" y="195"/>
                      <a:pt x="402" y="195"/>
                    </a:cubicBezTo>
                    <a:lnTo>
                      <a:pt x="116" y="195"/>
                    </a:lnTo>
                    <a:cubicBezTo>
                      <a:pt x="92" y="195"/>
                      <a:pt x="74" y="177"/>
                      <a:pt x="74" y="135"/>
                    </a:cubicBezTo>
                    <a:cubicBezTo>
                      <a:pt x="74" y="116"/>
                      <a:pt x="92" y="79"/>
                      <a:pt x="116" y="79"/>
                    </a:cubicBezTo>
                    <a:close/>
                    <a:moveTo>
                      <a:pt x="116" y="1"/>
                    </a:moveTo>
                    <a:cubicBezTo>
                      <a:pt x="56" y="1"/>
                      <a:pt x="0" y="79"/>
                      <a:pt x="0" y="135"/>
                    </a:cubicBezTo>
                    <a:cubicBezTo>
                      <a:pt x="0" y="213"/>
                      <a:pt x="56" y="269"/>
                      <a:pt x="116" y="269"/>
                    </a:cubicBezTo>
                    <a:lnTo>
                      <a:pt x="402" y="269"/>
                    </a:lnTo>
                    <a:cubicBezTo>
                      <a:pt x="481" y="269"/>
                      <a:pt x="536" y="213"/>
                      <a:pt x="536" y="135"/>
                    </a:cubicBezTo>
                    <a:cubicBezTo>
                      <a:pt x="536" y="79"/>
                      <a:pt x="481" y="1"/>
                      <a:pt x="402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Google Shape;1023;p37"/>
              <p:cNvSpPr/>
              <p:nvPr/>
            </p:nvSpPr>
            <p:spPr>
              <a:xfrm>
                <a:off x="2417036" y="1972593"/>
                <a:ext cx="165404" cy="67056"/>
              </a:xfrm>
              <a:custGeom>
                <a:avLst/>
                <a:gdLst/>
                <a:ahLst/>
                <a:cxnLst/>
                <a:rect l="l" t="t" r="r" b="b"/>
                <a:pathLst>
                  <a:path w="481" h="195" extrusionOk="0">
                    <a:moveTo>
                      <a:pt x="97" y="0"/>
                    </a:moveTo>
                    <a:cubicBezTo>
                      <a:pt x="56" y="0"/>
                      <a:pt x="0" y="42"/>
                      <a:pt x="0" y="97"/>
                    </a:cubicBezTo>
                    <a:cubicBezTo>
                      <a:pt x="0" y="134"/>
                      <a:pt x="56" y="194"/>
                      <a:pt x="97" y="194"/>
                    </a:cubicBezTo>
                    <a:lnTo>
                      <a:pt x="384" y="194"/>
                    </a:lnTo>
                    <a:cubicBezTo>
                      <a:pt x="421" y="194"/>
                      <a:pt x="481" y="134"/>
                      <a:pt x="481" y="97"/>
                    </a:cubicBezTo>
                    <a:cubicBezTo>
                      <a:pt x="481" y="42"/>
                      <a:pt x="421" y="0"/>
                      <a:pt x="38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Google Shape;1024;p37"/>
              <p:cNvSpPr/>
              <p:nvPr/>
            </p:nvSpPr>
            <p:spPr>
              <a:xfrm>
                <a:off x="2402593" y="1959869"/>
                <a:ext cx="192570" cy="92502"/>
              </a:xfrm>
              <a:custGeom>
                <a:avLst/>
                <a:gdLst/>
                <a:ahLst/>
                <a:cxnLst/>
                <a:rect l="l" t="t" r="r" b="b"/>
                <a:pathLst>
                  <a:path w="560" h="269" extrusionOk="0">
                    <a:moveTo>
                      <a:pt x="426" y="79"/>
                    </a:moveTo>
                    <a:cubicBezTo>
                      <a:pt x="444" y="79"/>
                      <a:pt x="486" y="97"/>
                      <a:pt x="486" y="134"/>
                    </a:cubicBezTo>
                    <a:cubicBezTo>
                      <a:pt x="486" y="153"/>
                      <a:pt x="444" y="194"/>
                      <a:pt x="426" y="194"/>
                    </a:cubicBezTo>
                    <a:lnTo>
                      <a:pt x="139" y="194"/>
                    </a:lnTo>
                    <a:cubicBezTo>
                      <a:pt x="116" y="194"/>
                      <a:pt x="79" y="153"/>
                      <a:pt x="79" y="134"/>
                    </a:cubicBezTo>
                    <a:cubicBezTo>
                      <a:pt x="79" y="97"/>
                      <a:pt x="116" y="79"/>
                      <a:pt x="139" y="79"/>
                    </a:cubicBezTo>
                    <a:close/>
                    <a:moveTo>
                      <a:pt x="139" y="0"/>
                    </a:moveTo>
                    <a:cubicBezTo>
                      <a:pt x="61" y="0"/>
                      <a:pt x="1" y="56"/>
                      <a:pt x="1" y="134"/>
                    </a:cubicBezTo>
                    <a:cubicBezTo>
                      <a:pt x="1" y="194"/>
                      <a:pt x="61" y="268"/>
                      <a:pt x="139" y="268"/>
                    </a:cubicBezTo>
                    <a:lnTo>
                      <a:pt x="426" y="268"/>
                    </a:lnTo>
                    <a:cubicBezTo>
                      <a:pt x="504" y="268"/>
                      <a:pt x="560" y="194"/>
                      <a:pt x="560" y="134"/>
                    </a:cubicBezTo>
                    <a:cubicBezTo>
                      <a:pt x="560" y="56"/>
                      <a:pt x="504" y="0"/>
                      <a:pt x="426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Google Shape;1025;p37"/>
              <p:cNvSpPr/>
              <p:nvPr/>
            </p:nvSpPr>
            <p:spPr>
              <a:xfrm>
                <a:off x="2417036" y="2693695"/>
                <a:ext cx="165404" cy="67056"/>
              </a:xfrm>
              <a:custGeom>
                <a:avLst/>
                <a:gdLst/>
                <a:ahLst/>
                <a:cxnLst/>
                <a:rect l="l" t="t" r="r" b="b"/>
                <a:pathLst>
                  <a:path w="481" h="195" extrusionOk="0">
                    <a:moveTo>
                      <a:pt x="97" y="1"/>
                    </a:moveTo>
                    <a:cubicBezTo>
                      <a:pt x="56" y="1"/>
                      <a:pt x="0" y="61"/>
                      <a:pt x="0" y="98"/>
                    </a:cubicBezTo>
                    <a:cubicBezTo>
                      <a:pt x="0" y="158"/>
                      <a:pt x="56" y="195"/>
                      <a:pt x="97" y="195"/>
                    </a:cubicBezTo>
                    <a:lnTo>
                      <a:pt x="384" y="195"/>
                    </a:lnTo>
                    <a:cubicBezTo>
                      <a:pt x="421" y="195"/>
                      <a:pt x="481" y="158"/>
                      <a:pt x="481" y="98"/>
                    </a:cubicBezTo>
                    <a:cubicBezTo>
                      <a:pt x="481" y="61"/>
                      <a:pt x="421" y="1"/>
                      <a:pt x="38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Google Shape;1026;p37"/>
              <p:cNvSpPr/>
              <p:nvPr/>
            </p:nvSpPr>
            <p:spPr>
              <a:xfrm>
                <a:off x="2402593" y="2680972"/>
                <a:ext cx="192570" cy="92502"/>
              </a:xfrm>
              <a:custGeom>
                <a:avLst/>
                <a:gdLst/>
                <a:ahLst/>
                <a:cxnLst/>
                <a:rect l="l" t="t" r="r" b="b"/>
                <a:pathLst>
                  <a:path w="560" h="269" extrusionOk="0">
                    <a:moveTo>
                      <a:pt x="426" y="79"/>
                    </a:moveTo>
                    <a:cubicBezTo>
                      <a:pt x="444" y="79"/>
                      <a:pt x="486" y="116"/>
                      <a:pt x="486" y="135"/>
                    </a:cubicBezTo>
                    <a:cubicBezTo>
                      <a:pt x="486" y="177"/>
                      <a:pt x="444" y="195"/>
                      <a:pt x="426" y="195"/>
                    </a:cubicBezTo>
                    <a:lnTo>
                      <a:pt x="139" y="195"/>
                    </a:lnTo>
                    <a:cubicBezTo>
                      <a:pt x="116" y="195"/>
                      <a:pt x="79" y="177"/>
                      <a:pt x="79" y="135"/>
                    </a:cubicBezTo>
                    <a:cubicBezTo>
                      <a:pt x="79" y="116"/>
                      <a:pt x="116" y="79"/>
                      <a:pt x="139" y="79"/>
                    </a:cubicBezTo>
                    <a:close/>
                    <a:moveTo>
                      <a:pt x="139" y="1"/>
                    </a:moveTo>
                    <a:cubicBezTo>
                      <a:pt x="61" y="1"/>
                      <a:pt x="1" y="79"/>
                      <a:pt x="1" y="135"/>
                    </a:cubicBezTo>
                    <a:cubicBezTo>
                      <a:pt x="1" y="213"/>
                      <a:pt x="61" y="269"/>
                      <a:pt x="139" y="269"/>
                    </a:cubicBezTo>
                    <a:lnTo>
                      <a:pt x="426" y="269"/>
                    </a:lnTo>
                    <a:cubicBezTo>
                      <a:pt x="504" y="269"/>
                      <a:pt x="560" y="213"/>
                      <a:pt x="560" y="135"/>
                    </a:cubicBezTo>
                    <a:cubicBezTo>
                      <a:pt x="560" y="79"/>
                      <a:pt x="504" y="1"/>
                      <a:pt x="426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Google Shape;1027;p37"/>
              <p:cNvSpPr/>
              <p:nvPr/>
            </p:nvSpPr>
            <p:spPr>
              <a:xfrm>
                <a:off x="2615451" y="1972593"/>
                <a:ext cx="165748" cy="67056"/>
              </a:xfrm>
              <a:custGeom>
                <a:avLst/>
                <a:gdLst/>
                <a:ahLst/>
                <a:cxnLst/>
                <a:rect l="l" t="t" r="r" b="b"/>
                <a:pathLst>
                  <a:path w="482" h="195" extrusionOk="0">
                    <a:moveTo>
                      <a:pt x="98" y="0"/>
                    </a:moveTo>
                    <a:cubicBezTo>
                      <a:pt x="56" y="0"/>
                      <a:pt x="1" y="42"/>
                      <a:pt x="1" y="97"/>
                    </a:cubicBezTo>
                    <a:cubicBezTo>
                      <a:pt x="1" y="134"/>
                      <a:pt x="56" y="194"/>
                      <a:pt x="98" y="194"/>
                    </a:cubicBezTo>
                    <a:lnTo>
                      <a:pt x="384" y="194"/>
                    </a:lnTo>
                    <a:cubicBezTo>
                      <a:pt x="421" y="194"/>
                      <a:pt x="481" y="134"/>
                      <a:pt x="481" y="97"/>
                    </a:cubicBezTo>
                    <a:cubicBezTo>
                      <a:pt x="481" y="42"/>
                      <a:pt x="421" y="0"/>
                      <a:pt x="38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Google Shape;1028;p37"/>
              <p:cNvSpPr/>
              <p:nvPr/>
            </p:nvSpPr>
            <p:spPr>
              <a:xfrm>
                <a:off x="2601352" y="1959869"/>
                <a:ext cx="192570" cy="92502"/>
              </a:xfrm>
              <a:custGeom>
                <a:avLst/>
                <a:gdLst/>
                <a:ahLst/>
                <a:cxnLst/>
                <a:rect l="l" t="t" r="r" b="b"/>
                <a:pathLst>
                  <a:path w="560" h="269" extrusionOk="0">
                    <a:moveTo>
                      <a:pt x="425" y="79"/>
                    </a:moveTo>
                    <a:cubicBezTo>
                      <a:pt x="444" y="79"/>
                      <a:pt x="485" y="97"/>
                      <a:pt x="485" y="134"/>
                    </a:cubicBezTo>
                    <a:cubicBezTo>
                      <a:pt x="485" y="153"/>
                      <a:pt x="444" y="194"/>
                      <a:pt x="425" y="194"/>
                    </a:cubicBezTo>
                    <a:lnTo>
                      <a:pt x="139" y="194"/>
                    </a:lnTo>
                    <a:cubicBezTo>
                      <a:pt x="116" y="194"/>
                      <a:pt x="79" y="153"/>
                      <a:pt x="79" y="134"/>
                    </a:cubicBezTo>
                    <a:cubicBezTo>
                      <a:pt x="79" y="97"/>
                      <a:pt x="116" y="79"/>
                      <a:pt x="139" y="79"/>
                    </a:cubicBezTo>
                    <a:close/>
                    <a:moveTo>
                      <a:pt x="139" y="0"/>
                    </a:moveTo>
                    <a:cubicBezTo>
                      <a:pt x="60" y="0"/>
                      <a:pt x="0" y="56"/>
                      <a:pt x="0" y="134"/>
                    </a:cubicBezTo>
                    <a:cubicBezTo>
                      <a:pt x="0" y="194"/>
                      <a:pt x="60" y="268"/>
                      <a:pt x="139" y="268"/>
                    </a:cubicBezTo>
                    <a:lnTo>
                      <a:pt x="425" y="268"/>
                    </a:lnTo>
                    <a:cubicBezTo>
                      <a:pt x="504" y="268"/>
                      <a:pt x="559" y="194"/>
                      <a:pt x="559" y="134"/>
                    </a:cubicBezTo>
                    <a:cubicBezTo>
                      <a:pt x="559" y="56"/>
                      <a:pt x="504" y="0"/>
                      <a:pt x="425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Google Shape;1029;p37"/>
              <p:cNvSpPr/>
              <p:nvPr/>
            </p:nvSpPr>
            <p:spPr>
              <a:xfrm>
                <a:off x="2615451" y="2693695"/>
                <a:ext cx="165748" cy="67056"/>
              </a:xfrm>
              <a:custGeom>
                <a:avLst/>
                <a:gdLst/>
                <a:ahLst/>
                <a:cxnLst/>
                <a:rect l="l" t="t" r="r" b="b"/>
                <a:pathLst>
                  <a:path w="482" h="195" extrusionOk="0">
                    <a:moveTo>
                      <a:pt x="98" y="1"/>
                    </a:moveTo>
                    <a:cubicBezTo>
                      <a:pt x="56" y="1"/>
                      <a:pt x="1" y="61"/>
                      <a:pt x="1" y="98"/>
                    </a:cubicBezTo>
                    <a:cubicBezTo>
                      <a:pt x="1" y="158"/>
                      <a:pt x="56" y="195"/>
                      <a:pt x="98" y="195"/>
                    </a:cubicBezTo>
                    <a:lnTo>
                      <a:pt x="384" y="195"/>
                    </a:lnTo>
                    <a:cubicBezTo>
                      <a:pt x="421" y="195"/>
                      <a:pt x="481" y="158"/>
                      <a:pt x="481" y="98"/>
                    </a:cubicBezTo>
                    <a:cubicBezTo>
                      <a:pt x="481" y="61"/>
                      <a:pt x="421" y="1"/>
                      <a:pt x="38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Google Shape;1030;p37"/>
              <p:cNvSpPr/>
              <p:nvPr/>
            </p:nvSpPr>
            <p:spPr>
              <a:xfrm>
                <a:off x="2601352" y="2680972"/>
                <a:ext cx="192570" cy="92502"/>
              </a:xfrm>
              <a:custGeom>
                <a:avLst/>
                <a:gdLst/>
                <a:ahLst/>
                <a:cxnLst/>
                <a:rect l="l" t="t" r="r" b="b"/>
                <a:pathLst>
                  <a:path w="560" h="269" extrusionOk="0">
                    <a:moveTo>
                      <a:pt x="425" y="79"/>
                    </a:moveTo>
                    <a:cubicBezTo>
                      <a:pt x="444" y="79"/>
                      <a:pt x="485" y="116"/>
                      <a:pt x="485" y="135"/>
                    </a:cubicBezTo>
                    <a:cubicBezTo>
                      <a:pt x="485" y="177"/>
                      <a:pt x="444" y="195"/>
                      <a:pt x="425" y="195"/>
                    </a:cubicBezTo>
                    <a:lnTo>
                      <a:pt x="139" y="195"/>
                    </a:lnTo>
                    <a:cubicBezTo>
                      <a:pt x="116" y="195"/>
                      <a:pt x="79" y="177"/>
                      <a:pt x="79" y="135"/>
                    </a:cubicBezTo>
                    <a:cubicBezTo>
                      <a:pt x="79" y="116"/>
                      <a:pt x="116" y="79"/>
                      <a:pt x="139" y="79"/>
                    </a:cubicBezTo>
                    <a:close/>
                    <a:moveTo>
                      <a:pt x="139" y="1"/>
                    </a:moveTo>
                    <a:cubicBezTo>
                      <a:pt x="60" y="1"/>
                      <a:pt x="0" y="79"/>
                      <a:pt x="0" y="135"/>
                    </a:cubicBezTo>
                    <a:cubicBezTo>
                      <a:pt x="0" y="213"/>
                      <a:pt x="60" y="269"/>
                      <a:pt x="139" y="269"/>
                    </a:cubicBezTo>
                    <a:lnTo>
                      <a:pt x="425" y="269"/>
                    </a:lnTo>
                    <a:cubicBezTo>
                      <a:pt x="504" y="269"/>
                      <a:pt x="559" y="213"/>
                      <a:pt x="559" y="135"/>
                    </a:cubicBezTo>
                    <a:cubicBezTo>
                      <a:pt x="559" y="79"/>
                      <a:pt x="504" y="1"/>
                      <a:pt x="425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Google Shape;1031;p37"/>
              <p:cNvSpPr/>
              <p:nvPr/>
            </p:nvSpPr>
            <p:spPr>
              <a:xfrm>
                <a:off x="853445" y="2357043"/>
                <a:ext cx="470765" cy="464231"/>
              </a:xfrm>
              <a:custGeom>
                <a:avLst/>
                <a:gdLst/>
                <a:ahLst/>
                <a:cxnLst/>
                <a:rect l="l" t="t" r="r" b="b"/>
                <a:pathLst>
                  <a:path w="1369" h="1350" extrusionOk="0">
                    <a:moveTo>
                      <a:pt x="675" y="0"/>
                    </a:moveTo>
                    <a:cubicBezTo>
                      <a:pt x="310" y="0"/>
                      <a:pt x="0" y="287"/>
                      <a:pt x="0" y="675"/>
                    </a:cubicBezTo>
                    <a:cubicBezTo>
                      <a:pt x="0" y="1040"/>
                      <a:pt x="310" y="1350"/>
                      <a:pt x="675" y="1350"/>
                    </a:cubicBezTo>
                    <a:cubicBezTo>
                      <a:pt x="1063" y="1350"/>
                      <a:pt x="1368" y="1040"/>
                      <a:pt x="1368" y="675"/>
                    </a:cubicBezTo>
                    <a:cubicBezTo>
                      <a:pt x="1368" y="287"/>
                      <a:pt x="1063" y="0"/>
                      <a:pt x="67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Google Shape;1032;p37"/>
              <p:cNvSpPr/>
              <p:nvPr/>
            </p:nvSpPr>
            <p:spPr>
              <a:xfrm>
                <a:off x="853445" y="2357043"/>
                <a:ext cx="470765" cy="232116"/>
              </a:xfrm>
              <a:custGeom>
                <a:avLst/>
                <a:gdLst/>
                <a:ahLst/>
                <a:cxnLst/>
                <a:rect l="l" t="t" r="r" b="b"/>
                <a:pathLst>
                  <a:path w="1369" h="675" extrusionOk="0">
                    <a:moveTo>
                      <a:pt x="1368" y="675"/>
                    </a:moveTo>
                    <a:lnTo>
                      <a:pt x="1368" y="675"/>
                    </a:lnTo>
                    <a:lnTo>
                      <a:pt x="1368" y="675"/>
                    </a:lnTo>
                    <a:lnTo>
                      <a:pt x="1368" y="675"/>
                    </a:lnTo>
                    <a:close/>
                    <a:moveTo>
                      <a:pt x="0" y="675"/>
                    </a:moveTo>
                    <a:lnTo>
                      <a:pt x="0" y="675"/>
                    </a:lnTo>
                    <a:lnTo>
                      <a:pt x="0" y="675"/>
                    </a:lnTo>
                    <a:lnTo>
                      <a:pt x="0" y="675"/>
                    </a:lnTo>
                    <a:lnTo>
                      <a:pt x="0" y="675"/>
                    </a:lnTo>
                    <a:close/>
                    <a:moveTo>
                      <a:pt x="1234" y="268"/>
                    </a:moveTo>
                    <a:lnTo>
                      <a:pt x="1234" y="268"/>
                    </a:lnTo>
                    <a:lnTo>
                      <a:pt x="1234" y="268"/>
                    </a:lnTo>
                    <a:close/>
                    <a:moveTo>
                      <a:pt x="158" y="250"/>
                    </a:moveTo>
                    <a:lnTo>
                      <a:pt x="158" y="250"/>
                    </a:lnTo>
                    <a:lnTo>
                      <a:pt x="158" y="250"/>
                    </a:lnTo>
                    <a:close/>
                    <a:moveTo>
                      <a:pt x="158" y="231"/>
                    </a:moveTo>
                    <a:lnTo>
                      <a:pt x="158" y="231"/>
                    </a:lnTo>
                    <a:lnTo>
                      <a:pt x="158" y="231"/>
                    </a:lnTo>
                    <a:close/>
                    <a:moveTo>
                      <a:pt x="675" y="0"/>
                    </a:moveTo>
                    <a:lnTo>
                      <a:pt x="675" y="0"/>
                    </a:lnTo>
                    <a:cubicBezTo>
                      <a:pt x="486" y="0"/>
                      <a:pt x="292" y="97"/>
                      <a:pt x="158" y="231"/>
                    </a:cubicBezTo>
                    <a:cubicBezTo>
                      <a:pt x="292" y="97"/>
                      <a:pt x="486" y="0"/>
                      <a:pt x="675" y="0"/>
                    </a:cubicBezTo>
                    <a:cubicBezTo>
                      <a:pt x="906" y="0"/>
                      <a:pt x="1100" y="97"/>
                      <a:pt x="1234" y="268"/>
                    </a:cubicBezTo>
                    <a:cubicBezTo>
                      <a:pt x="1100" y="97"/>
                      <a:pt x="906" y="0"/>
                      <a:pt x="675" y="0"/>
                    </a:cubicBezTo>
                    <a:close/>
                  </a:path>
                </a:pathLst>
              </a:custGeom>
              <a:solidFill>
                <a:srgbClr val="2E86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Google Shape;1033;p37"/>
              <p:cNvSpPr/>
              <p:nvPr/>
            </p:nvSpPr>
            <p:spPr>
              <a:xfrm>
                <a:off x="840722" y="2344320"/>
                <a:ext cx="497587" cy="489678"/>
              </a:xfrm>
              <a:custGeom>
                <a:avLst/>
                <a:gdLst/>
                <a:ahLst/>
                <a:cxnLst/>
                <a:rect l="l" t="t" r="r" b="b"/>
                <a:pathLst>
                  <a:path w="1447" h="1424" extrusionOk="0">
                    <a:moveTo>
                      <a:pt x="712" y="74"/>
                    </a:moveTo>
                    <a:cubicBezTo>
                      <a:pt x="1077" y="74"/>
                      <a:pt x="1368" y="347"/>
                      <a:pt x="1368" y="712"/>
                    </a:cubicBezTo>
                    <a:cubicBezTo>
                      <a:pt x="1368" y="1058"/>
                      <a:pt x="1077" y="1345"/>
                      <a:pt x="712" y="1345"/>
                    </a:cubicBezTo>
                    <a:cubicBezTo>
                      <a:pt x="366" y="1345"/>
                      <a:pt x="79" y="1058"/>
                      <a:pt x="79" y="712"/>
                    </a:cubicBezTo>
                    <a:cubicBezTo>
                      <a:pt x="79" y="347"/>
                      <a:pt x="366" y="74"/>
                      <a:pt x="712" y="74"/>
                    </a:cubicBezTo>
                    <a:close/>
                    <a:moveTo>
                      <a:pt x="712" y="0"/>
                    </a:moveTo>
                    <a:cubicBezTo>
                      <a:pt x="329" y="0"/>
                      <a:pt x="1" y="305"/>
                      <a:pt x="1" y="712"/>
                    </a:cubicBezTo>
                    <a:cubicBezTo>
                      <a:pt x="1" y="1095"/>
                      <a:pt x="329" y="1424"/>
                      <a:pt x="712" y="1424"/>
                    </a:cubicBezTo>
                    <a:cubicBezTo>
                      <a:pt x="1119" y="1424"/>
                      <a:pt x="1447" y="1095"/>
                      <a:pt x="1447" y="712"/>
                    </a:cubicBezTo>
                    <a:cubicBezTo>
                      <a:pt x="1447" y="305"/>
                      <a:pt x="1119" y="0"/>
                      <a:pt x="712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Google Shape;1034;p37"/>
              <p:cNvSpPr/>
              <p:nvPr/>
            </p:nvSpPr>
            <p:spPr>
              <a:xfrm>
                <a:off x="960046" y="2463300"/>
                <a:ext cx="259282" cy="251373"/>
              </a:xfrm>
              <a:custGeom>
                <a:avLst/>
                <a:gdLst/>
                <a:ahLst/>
                <a:cxnLst/>
                <a:rect l="l" t="t" r="r" b="b"/>
                <a:pathLst>
                  <a:path w="754" h="731" extrusionOk="0">
                    <a:moveTo>
                      <a:pt x="365" y="1"/>
                    </a:moveTo>
                    <a:cubicBezTo>
                      <a:pt x="176" y="1"/>
                      <a:pt x="0" y="153"/>
                      <a:pt x="0" y="366"/>
                    </a:cubicBezTo>
                    <a:cubicBezTo>
                      <a:pt x="0" y="555"/>
                      <a:pt x="176" y="731"/>
                      <a:pt x="365" y="731"/>
                    </a:cubicBezTo>
                    <a:cubicBezTo>
                      <a:pt x="578" y="731"/>
                      <a:pt x="753" y="555"/>
                      <a:pt x="753" y="366"/>
                    </a:cubicBezTo>
                    <a:cubicBezTo>
                      <a:pt x="753" y="153"/>
                      <a:pt x="578" y="1"/>
                      <a:pt x="36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Google Shape;1035;p37"/>
              <p:cNvSpPr/>
              <p:nvPr/>
            </p:nvSpPr>
            <p:spPr>
              <a:xfrm>
                <a:off x="947322" y="2449201"/>
                <a:ext cx="284729" cy="278195"/>
              </a:xfrm>
              <a:custGeom>
                <a:avLst/>
                <a:gdLst/>
                <a:ahLst/>
                <a:cxnLst/>
                <a:rect l="l" t="t" r="r" b="b"/>
                <a:pathLst>
                  <a:path w="828" h="809" extrusionOk="0">
                    <a:moveTo>
                      <a:pt x="402" y="79"/>
                    </a:moveTo>
                    <a:cubicBezTo>
                      <a:pt x="596" y="79"/>
                      <a:pt x="749" y="213"/>
                      <a:pt x="749" y="407"/>
                    </a:cubicBezTo>
                    <a:cubicBezTo>
                      <a:pt x="749" y="578"/>
                      <a:pt x="596" y="735"/>
                      <a:pt x="402" y="735"/>
                    </a:cubicBezTo>
                    <a:cubicBezTo>
                      <a:pt x="231" y="735"/>
                      <a:pt x="74" y="578"/>
                      <a:pt x="74" y="407"/>
                    </a:cubicBezTo>
                    <a:cubicBezTo>
                      <a:pt x="74" y="213"/>
                      <a:pt x="231" y="79"/>
                      <a:pt x="402" y="79"/>
                    </a:cubicBezTo>
                    <a:close/>
                    <a:moveTo>
                      <a:pt x="402" y="0"/>
                    </a:moveTo>
                    <a:cubicBezTo>
                      <a:pt x="190" y="0"/>
                      <a:pt x="0" y="176"/>
                      <a:pt x="0" y="407"/>
                    </a:cubicBezTo>
                    <a:cubicBezTo>
                      <a:pt x="0" y="619"/>
                      <a:pt x="190" y="809"/>
                      <a:pt x="402" y="809"/>
                    </a:cubicBezTo>
                    <a:cubicBezTo>
                      <a:pt x="633" y="809"/>
                      <a:pt x="827" y="619"/>
                      <a:pt x="827" y="407"/>
                    </a:cubicBezTo>
                    <a:cubicBezTo>
                      <a:pt x="827" y="176"/>
                      <a:pt x="633" y="0"/>
                      <a:pt x="402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Google Shape;1036;p37"/>
              <p:cNvSpPr/>
              <p:nvPr/>
            </p:nvSpPr>
            <p:spPr>
              <a:xfrm>
                <a:off x="669129" y="3065766"/>
                <a:ext cx="165748" cy="105226"/>
              </a:xfrm>
              <a:custGeom>
                <a:avLst/>
                <a:gdLst/>
                <a:ahLst/>
                <a:cxnLst/>
                <a:rect l="l" t="t" r="r" b="b"/>
                <a:pathLst>
                  <a:path w="482" h="306" extrusionOk="0">
                    <a:moveTo>
                      <a:pt x="56" y="0"/>
                    </a:moveTo>
                    <a:cubicBezTo>
                      <a:pt x="37" y="0"/>
                      <a:pt x="0" y="37"/>
                      <a:pt x="0" y="74"/>
                    </a:cubicBezTo>
                    <a:lnTo>
                      <a:pt x="0" y="250"/>
                    </a:lnTo>
                    <a:cubicBezTo>
                      <a:pt x="0" y="268"/>
                      <a:pt x="37" y="305"/>
                      <a:pt x="56" y="305"/>
                    </a:cubicBezTo>
                    <a:lnTo>
                      <a:pt x="421" y="305"/>
                    </a:lnTo>
                    <a:cubicBezTo>
                      <a:pt x="444" y="305"/>
                      <a:pt x="481" y="268"/>
                      <a:pt x="481" y="250"/>
                    </a:cubicBezTo>
                    <a:lnTo>
                      <a:pt x="481" y="74"/>
                    </a:lnTo>
                    <a:cubicBezTo>
                      <a:pt x="481" y="37"/>
                      <a:pt x="444" y="0"/>
                      <a:pt x="42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Google Shape;1037;p37"/>
              <p:cNvSpPr/>
              <p:nvPr/>
            </p:nvSpPr>
            <p:spPr>
              <a:xfrm>
                <a:off x="654686" y="3051323"/>
                <a:ext cx="192570" cy="133767"/>
              </a:xfrm>
              <a:custGeom>
                <a:avLst/>
                <a:gdLst/>
                <a:ahLst/>
                <a:cxnLst/>
                <a:rect l="l" t="t" r="r" b="b"/>
                <a:pathLst>
                  <a:path w="560" h="389" extrusionOk="0">
                    <a:moveTo>
                      <a:pt x="463" y="79"/>
                    </a:moveTo>
                    <a:cubicBezTo>
                      <a:pt x="463" y="79"/>
                      <a:pt x="486" y="98"/>
                      <a:pt x="486" y="116"/>
                    </a:cubicBezTo>
                    <a:lnTo>
                      <a:pt x="486" y="292"/>
                    </a:lnTo>
                    <a:lnTo>
                      <a:pt x="463" y="310"/>
                    </a:lnTo>
                    <a:lnTo>
                      <a:pt x="98" y="310"/>
                    </a:lnTo>
                    <a:lnTo>
                      <a:pt x="79" y="292"/>
                    </a:lnTo>
                    <a:lnTo>
                      <a:pt x="79" y="116"/>
                    </a:lnTo>
                    <a:cubicBezTo>
                      <a:pt x="79" y="98"/>
                      <a:pt x="98" y="79"/>
                      <a:pt x="98" y="79"/>
                    </a:cubicBezTo>
                    <a:close/>
                    <a:moveTo>
                      <a:pt x="98" y="1"/>
                    </a:moveTo>
                    <a:cubicBezTo>
                      <a:pt x="42" y="1"/>
                      <a:pt x="1" y="61"/>
                      <a:pt x="1" y="116"/>
                    </a:cubicBezTo>
                    <a:lnTo>
                      <a:pt x="1" y="292"/>
                    </a:lnTo>
                    <a:cubicBezTo>
                      <a:pt x="1" y="329"/>
                      <a:pt x="42" y="389"/>
                      <a:pt x="98" y="389"/>
                    </a:cubicBezTo>
                    <a:lnTo>
                      <a:pt x="463" y="389"/>
                    </a:lnTo>
                    <a:cubicBezTo>
                      <a:pt x="523" y="389"/>
                      <a:pt x="560" y="329"/>
                      <a:pt x="560" y="292"/>
                    </a:cubicBezTo>
                    <a:lnTo>
                      <a:pt x="560" y="116"/>
                    </a:lnTo>
                    <a:cubicBezTo>
                      <a:pt x="560" y="61"/>
                      <a:pt x="523" y="1"/>
                      <a:pt x="463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Google Shape;1038;p37"/>
              <p:cNvSpPr/>
              <p:nvPr/>
            </p:nvSpPr>
            <p:spPr>
              <a:xfrm>
                <a:off x="874077" y="3065766"/>
                <a:ext cx="159214" cy="105226"/>
              </a:xfrm>
              <a:custGeom>
                <a:avLst/>
                <a:gdLst/>
                <a:ahLst/>
                <a:cxnLst/>
                <a:rect l="l" t="t" r="r" b="b"/>
                <a:pathLst>
                  <a:path w="463" h="306" extrusionOk="0">
                    <a:moveTo>
                      <a:pt x="56" y="0"/>
                    </a:moveTo>
                    <a:cubicBezTo>
                      <a:pt x="19" y="0"/>
                      <a:pt x="1" y="37"/>
                      <a:pt x="1" y="74"/>
                    </a:cubicBezTo>
                    <a:lnTo>
                      <a:pt x="1" y="250"/>
                    </a:lnTo>
                    <a:cubicBezTo>
                      <a:pt x="1" y="268"/>
                      <a:pt x="19" y="305"/>
                      <a:pt x="56" y="305"/>
                    </a:cubicBezTo>
                    <a:lnTo>
                      <a:pt x="403" y="305"/>
                    </a:lnTo>
                    <a:cubicBezTo>
                      <a:pt x="444" y="305"/>
                      <a:pt x="463" y="268"/>
                      <a:pt x="463" y="250"/>
                    </a:cubicBezTo>
                    <a:lnTo>
                      <a:pt x="463" y="74"/>
                    </a:lnTo>
                    <a:cubicBezTo>
                      <a:pt x="463" y="37"/>
                      <a:pt x="444" y="0"/>
                      <a:pt x="40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Google Shape;1039;p37"/>
              <p:cNvSpPr/>
              <p:nvPr/>
            </p:nvSpPr>
            <p:spPr>
              <a:xfrm>
                <a:off x="861354" y="3051323"/>
                <a:ext cx="184661" cy="133767"/>
              </a:xfrm>
              <a:custGeom>
                <a:avLst/>
                <a:gdLst/>
                <a:ahLst/>
                <a:cxnLst/>
                <a:rect l="l" t="t" r="r" b="b"/>
                <a:pathLst>
                  <a:path w="537" h="389" extrusionOk="0">
                    <a:moveTo>
                      <a:pt x="440" y="79"/>
                    </a:moveTo>
                    <a:cubicBezTo>
                      <a:pt x="463" y="79"/>
                      <a:pt x="463" y="98"/>
                      <a:pt x="463" y="116"/>
                    </a:cubicBezTo>
                    <a:lnTo>
                      <a:pt x="463" y="292"/>
                    </a:lnTo>
                    <a:cubicBezTo>
                      <a:pt x="463" y="292"/>
                      <a:pt x="463" y="310"/>
                      <a:pt x="440" y="310"/>
                    </a:cubicBezTo>
                    <a:lnTo>
                      <a:pt x="93" y="310"/>
                    </a:lnTo>
                    <a:cubicBezTo>
                      <a:pt x="75" y="310"/>
                      <a:pt x="75" y="292"/>
                      <a:pt x="75" y="292"/>
                    </a:cubicBezTo>
                    <a:lnTo>
                      <a:pt x="75" y="116"/>
                    </a:lnTo>
                    <a:cubicBezTo>
                      <a:pt x="75" y="98"/>
                      <a:pt x="75" y="79"/>
                      <a:pt x="93" y="79"/>
                    </a:cubicBezTo>
                    <a:close/>
                    <a:moveTo>
                      <a:pt x="93" y="1"/>
                    </a:moveTo>
                    <a:cubicBezTo>
                      <a:pt x="38" y="1"/>
                      <a:pt x="1" y="61"/>
                      <a:pt x="1" y="116"/>
                    </a:cubicBezTo>
                    <a:lnTo>
                      <a:pt x="1" y="292"/>
                    </a:lnTo>
                    <a:cubicBezTo>
                      <a:pt x="1" y="329"/>
                      <a:pt x="38" y="389"/>
                      <a:pt x="93" y="389"/>
                    </a:cubicBezTo>
                    <a:lnTo>
                      <a:pt x="440" y="389"/>
                    </a:lnTo>
                    <a:cubicBezTo>
                      <a:pt x="500" y="389"/>
                      <a:pt x="537" y="329"/>
                      <a:pt x="537" y="292"/>
                    </a:cubicBezTo>
                    <a:lnTo>
                      <a:pt x="537" y="116"/>
                    </a:lnTo>
                    <a:cubicBezTo>
                      <a:pt x="537" y="61"/>
                      <a:pt x="500" y="1"/>
                      <a:pt x="440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Google Shape;1040;p37"/>
              <p:cNvSpPr/>
              <p:nvPr/>
            </p:nvSpPr>
            <p:spPr>
              <a:xfrm>
                <a:off x="1118915" y="3065766"/>
                <a:ext cx="165404" cy="105226"/>
              </a:xfrm>
              <a:custGeom>
                <a:avLst/>
                <a:gdLst/>
                <a:ahLst/>
                <a:cxnLst/>
                <a:rect l="l" t="t" r="r" b="b"/>
                <a:pathLst>
                  <a:path w="481" h="306" extrusionOk="0">
                    <a:moveTo>
                      <a:pt x="60" y="0"/>
                    </a:moveTo>
                    <a:cubicBezTo>
                      <a:pt x="37" y="0"/>
                      <a:pt x="0" y="37"/>
                      <a:pt x="0" y="74"/>
                    </a:cubicBezTo>
                    <a:lnTo>
                      <a:pt x="0" y="250"/>
                    </a:lnTo>
                    <a:cubicBezTo>
                      <a:pt x="0" y="268"/>
                      <a:pt x="37" y="305"/>
                      <a:pt x="60" y="305"/>
                    </a:cubicBezTo>
                    <a:lnTo>
                      <a:pt x="425" y="305"/>
                    </a:lnTo>
                    <a:cubicBezTo>
                      <a:pt x="444" y="305"/>
                      <a:pt x="481" y="268"/>
                      <a:pt x="481" y="250"/>
                    </a:cubicBezTo>
                    <a:lnTo>
                      <a:pt x="481" y="74"/>
                    </a:lnTo>
                    <a:cubicBezTo>
                      <a:pt x="481" y="37"/>
                      <a:pt x="444" y="0"/>
                      <a:pt x="42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Google Shape;1041;p37"/>
              <p:cNvSpPr/>
              <p:nvPr/>
            </p:nvSpPr>
            <p:spPr>
              <a:xfrm>
                <a:off x="1106192" y="3051323"/>
                <a:ext cx="192570" cy="133767"/>
              </a:xfrm>
              <a:custGeom>
                <a:avLst/>
                <a:gdLst/>
                <a:ahLst/>
                <a:cxnLst/>
                <a:rect l="l" t="t" r="r" b="b"/>
                <a:pathLst>
                  <a:path w="560" h="389" extrusionOk="0">
                    <a:moveTo>
                      <a:pt x="462" y="79"/>
                    </a:moveTo>
                    <a:cubicBezTo>
                      <a:pt x="462" y="79"/>
                      <a:pt x="481" y="98"/>
                      <a:pt x="481" y="116"/>
                    </a:cubicBezTo>
                    <a:lnTo>
                      <a:pt x="481" y="292"/>
                    </a:lnTo>
                    <a:lnTo>
                      <a:pt x="462" y="310"/>
                    </a:lnTo>
                    <a:lnTo>
                      <a:pt x="97" y="310"/>
                    </a:lnTo>
                    <a:lnTo>
                      <a:pt x="74" y="292"/>
                    </a:lnTo>
                    <a:lnTo>
                      <a:pt x="74" y="116"/>
                    </a:lnTo>
                    <a:cubicBezTo>
                      <a:pt x="74" y="98"/>
                      <a:pt x="97" y="79"/>
                      <a:pt x="97" y="79"/>
                    </a:cubicBezTo>
                    <a:close/>
                    <a:moveTo>
                      <a:pt x="97" y="1"/>
                    </a:moveTo>
                    <a:cubicBezTo>
                      <a:pt x="37" y="1"/>
                      <a:pt x="0" y="61"/>
                      <a:pt x="0" y="116"/>
                    </a:cubicBezTo>
                    <a:lnTo>
                      <a:pt x="0" y="292"/>
                    </a:lnTo>
                    <a:cubicBezTo>
                      <a:pt x="0" y="329"/>
                      <a:pt x="37" y="389"/>
                      <a:pt x="97" y="389"/>
                    </a:cubicBezTo>
                    <a:lnTo>
                      <a:pt x="462" y="389"/>
                    </a:lnTo>
                    <a:cubicBezTo>
                      <a:pt x="518" y="389"/>
                      <a:pt x="559" y="329"/>
                      <a:pt x="559" y="292"/>
                    </a:cubicBezTo>
                    <a:lnTo>
                      <a:pt x="559" y="116"/>
                    </a:lnTo>
                    <a:cubicBezTo>
                      <a:pt x="559" y="61"/>
                      <a:pt x="518" y="1"/>
                      <a:pt x="462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Google Shape;1042;p37"/>
              <p:cNvSpPr/>
              <p:nvPr/>
            </p:nvSpPr>
            <p:spPr>
              <a:xfrm>
                <a:off x="1721037" y="3005244"/>
                <a:ext cx="100412" cy="345250"/>
              </a:xfrm>
              <a:custGeom>
                <a:avLst/>
                <a:gdLst/>
                <a:ahLst/>
                <a:cxnLst/>
                <a:rect l="l" t="t" r="r" b="b"/>
                <a:pathLst>
                  <a:path w="292" h="1004" extrusionOk="0">
                    <a:moveTo>
                      <a:pt x="0" y="1"/>
                    </a:moveTo>
                    <a:lnTo>
                      <a:pt x="0" y="1003"/>
                    </a:lnTo>
                    <a:lnTo>
                      <a:pt x="291" y="1003"/>
                    </a:lnTo>
                    <a:lnTo>
                      <a:pt x="29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Google Shape;1043;p37"/>
              <p:cNvSpPr/>
              <p:nvPr/>
            </p:nvSpPr>
            <p:spPr>
              <a:xfrm>
                <a:off x="1708313" y="2992521"/>
                <a:ext cx="125858" cy="370697"/>
              </a:xfrm>
              <a:custGeom>
                <a:avLst/>
                <a:gdLst/>
                <a:ahLst/>
                <a:cxnLst/>
                <a:rect l="l" t="t" r="r" b="b"/>
                <a:pathLst>
                  <a:path w="366" h="1078" extrusionOk="0">
                    <a:moveTo>
                      <a:pt x="287" y="79"/>
                    </a:moveTo>
                    <a:lnTo>
                      <a:pt x="287" y="1003"/>
                    </a:lnTo>
                    <a:lnTo>
                      <a:pt x="79" y="1003"/>
                    </a:lnTo>
                    <a:lnTo>
                      <a:pt x="79" y="79"/>
                    </a:lnTo>
                    <a:close/>
                    <a:moveTo>
                      <a:pt x="0" y="1"/>
                    </a:moveTo>
                    <a:lnTo>
                      <a:pt x="0" y="38"/>
                    </a:lnTo>
                    <a:lnTo>
                      <a:pt x="0" y="1077"/>
                    </a:lnTo>
                    <a:lnTo>
                      <a:pt x="365" y="1077"/>
                    </a:lnTo>
                    <a:lnTo>
                      <a:pt x="365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Google Shape;1044;p37"/>
              <p:cNvSpPr/>
              <p:nvPr/>
            </p:nvSpPr>
            <p:spPr>
              <a:xfrm>
                <a:off x="1854459" y="3005244"/>
                <a:ext cx="98692" cy="345250"/>
              </a:xfrm>
              <a:custGeom>
                <a:avLst/>
                <a:gdLst/>
                <a:ahLst/>
                <a:cxnLst/>
                <a:rect l="l" t="t" r="r" b="b"/>
                <a:pathLst>
                  <a:path w="287" h="1004" extrusionOk="0">
                    <a:moveTo>
                      <a:pt x="0" y="1"/>
                    </a:moveTo>
                    <a:lnTo>
                      <a:pt x="0" y="1003"/>
                    </a:lnTo>
                    <a:lnTo>
                      <a:pt x="287" y="1003"/>
                    </a:lnTo>
                    <a:lnTo>
                      <a:pt x="287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Google Shape;1045;p37"/>
              <p:cNvSpPr/>
              <p:nvPr/>
            </p:nvSpPr>
            <p:spPr>
              <a:xfrm>
                <a:off x="1840017" y="2992521"/>
                <a:ext cx="125858" cy="370697"/>
              </a:xfrm>
              <a:custGeom>
                <a:avLst/>
                <a:gdLst/>
                <a:ahLst/>
                <a:cxnLst/>
                <a:rect l="l" t="t" r="r" b="b"/>
                <a:pathLst>
                  <a:path w="366" h="1078" extrusionOk="0">
                    <a:moveTo>
                      <a:pt x="292" y="79"/>
                    </a:moveTo>
                    <a:lnTo>
                      <a:pt x="292" y="1003"/>
                    </a:lnTo>
                    <a:lnTo>
                      <a:pt x="79" y="1003"/>
                    </a:lnTo>
                    <a:lnTo>
                      <a:pt x="79" y="79"/>
                    </a:lnTo>
                    <a:close/>
                    <a:moveTo>
                      <a:pt x="1" y="1"/>
                    </a:moveTo>
                    <a:lnTo>
                      <a:pt x="1" y="38"/>
                    </a:lnTo>
                    <a:lnTo>
                      <a:pt x="1" y="1077"/>
                    </a:lnTo>
                    <a:lnTo>
                      <a:pt x="366" y="1077"/>
                    </a:lnTo>
                    <a:lnTo>
                      <a:pt x="366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Google Shape;1046;p37"/>
              <p:cNvSpPr/>
              <p:nvPr/>
            </p:nvSpPr>
            <p:spPr>
              <a:xfrm>
                <a:off x="1992696" y="3005244"/>
                <a:ext cx="106945" cy="345250"/>
              </a:xfrm>
              <a:custGeom>
                <a:avLst/>
                <a:gdLst/>
                <a:ahLst/>
                <a:cxnLst/>
                <a:rect l="l" t="t" r="r" b="b"/>
                <a:pathLst>
                  <a:path w="311" h="1004" extrusionOk="0">
                    <a:moveTo>
                      <a:pt x="0" y="1"/>
                    </a:moveTo>
                    <a:lnTo>
                      <a:pt x="0" y="1003"/>
                    </a:lnTo>
                    <a:lnTo>
                      <a:pt x="310" y="1003"/>
                    </a:lnTo>
                    <a:lnTo>
                      <a:pt x="31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Google Shape;1047;p37"/>
              <p:cNvSpPr/>
              <p:nvPr/>
            </p:nvSpPr>
            <p:spPr>
              <a:xfrm>
                <a:off x="1979973" y="2992521"/>
                <a:ext cx="132048" cy="370697"/>
              </a:xfrm>
              <a:custGeom>
                <a:avLst/>
                <a:gdLst/>
                <a:ahLst/>
                <a:cxnLst/>
                <a:rect l="l" t="t" r="r" b="b"/>
                <a:pathLst>
                  <a:path w="384" h="1078" extrusionOk="0">
                    <a:moveTo>
                      <a:pt x="305" y="79"/>
                    </a:moveTo>
                    <a:lnTo>
                      <a:pt x="305" y="1003"/>
                    </a:lnTo>
                    <a:lnTo>
                      <a:pt x="74" y="1003"/>
                    </a:lnTo>
                    <a:lnTo>
                      <a:pt x="74" y="79"/>
                    </a:lnTo>
                    <a:close/>
                    <a:moveTo>
                      <a:pt x="0" y="1"/>
                    </a:moveTo>
                    <a:lnTo>
                      <a:pt x="0" y="38"/>
                    </a:lnTo>
                    <a:lnTo>
                      <a:pt x="0" y="1077"/>
                    </a:lnTo>
                    <a:lnTo>
                      <a:pt x="384" y="1077"/>
                    </a:lnTo>
                    <a:lnTo>
                      <a:pt x="384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Google Shape;1048;p37"/>
              <p:cNvSpPr/>
              <p:nvPr/>
            </p:nvSpPr>
            <p:spPr>
              <a:xfrm>
                <a:off x="2138842" y="3005244"/>
                <a:ext cx="98692" cy="345250"/>
              </a:xfrm>
              <a:custGeom>
                <a:avLst/>
                <a:gdLst/>
                <a:ahLst/>
                <a:cxnLst/>
                <a:rect l="l" t="t" r="r" b="b"/>
                <a:pathLst>
                  <a:path w="287" h="1004" extrusionOk="0">
                    <a:moveTo>
                      <a:pt x="1" y="1"/>
                    </a:moveTo>
                    <a:lnTo>
                      <a:pt x="1" y="1003"/>
                    </a:lnTo>
                    <a:lnTo>
                      <a:pt x="287" y="1003"/>
                    </a:lnTo>
                    <a:lnTo>
                      <a:pt x="287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Google Shape;1049;p37"/>
              <p:cNvSpPr/>
              <p:nvPr/>
            </p:nvSpPr>
            <p:spPr>
              <a:xfrm>
                <a:off x="2124400" y="2992521"/>
                <a:ext cx="127578" cy="370697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078" extrusionOk="0">
                    <a:moveTo>
                      <a:pt x="292" y="79"/>
                    </a:moveTo>
                    <a:lnTo>
                      <a:pt x="292" y="1003"/>
                    </a:lnTo>
                    <a:lnTo>
                      <a:pt x="79" y="1003"/>
                    </a:lnTo>
                    <a:lnTo>
                      <a:pt x="79" y="79"/>
                    </a:lnTo>
                    <a:close/>
                    <a:moveTo>
                      <a:pt x="1" y="1"/>
                    </a:moveTo>
                    <a:lnTo>
                      <a:pt x="1" y="38"/>
                    </a:lnTo>
                    <a:lnTo>
                      <a:pt x="1" y="1077"/>
                    </a:lnTo>
                    <a:lnTo>
                      <a:pt x="371" y="1077"/>
                    </a:lnTo>
                    <a:lnTo>
                      <a:pt x="371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Google Shape;1050;p37"/>
              <p:cNvSpPr/>
              <p:nvPr/>
            </p:nvSpPr>
            <p:spPr>
              <a:xfrm>
                <a:off x="2270890" y="3005244"/>
                <a:ext cx="100412" cy="345250"/>
              </a:xfrm>
              <a:custGeom>
                <a:avLst/>
                <a:gdLst/>
                <a:ahLst/>
                <a:cxnLst/>
                <a:rect l="l" t="t" r="r" b="b"/>
                <a:pathLst>
                  <a:path w="292" h="1004" extrusionOk="0">
                    <a:moveTo>
                      <a:pt x="0" y="1"/>
                    </a:moveTo>
                    <a:lnTo>
                      <a:pt x="0" y="1003"/>
                    </a:lnTo>
                    <a:lnTo>
                      <a:pt x="291" y="1003"/>
                    </a:lnTo>
                    <a:lnTo>
                      <a:pt x="29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Google Shape;1051;p37"/>
              <p:cNvSpPr/>
              <p:nvPr/>
            </p:nvSpPr>
            <p:spPr>
              <a:xfrm>
                <a:off x="2258166" y="2992521"/>
                <a:ext cx="125858" cy="370697"/>
              </a:xfrm>
              <a:custGeom>
                <a:avLst/>
                <a:gdLst/>
                <a:ahLst/>
                <a:cxnLst/>
                <a:rect l="l" t="t" r="r" b="b"/>
                <a:pathLst>
                  <a:path w="366" h="1078" extrusionOk="0">
                    <a:moveTo>
                      <a:pt x="287" y="79"/>
                    </a:moveTo>
                    <a:lnTo>
                      <a:pt x="287" y="1003"/>
                    </a:lnTo>
                    <a:lnTo>
                      <a:pt x="74" y="1003"/>
                    </a:lnTo>
                    <a:lnTo>
                      <a:pt x="74" y="79"/>
                    </a:lnTo>
                    <a:close/>
                    <a:moveTo>
                      <a:pt x="0" y="1"/>
                    </a:moveTo>
                    <a:lnTo>
                      <a:pt x="0" y="38"/>
                    </a:lnTo>
                    <a:lnTo>
                      <a:pt x="0" y="1077"/>
                    </a:lnTo>
                    <a:lnTo>
                      <a:pt x="365" y="1077"/>
                    </a:lnTo>
                    <a:lnTo>
                      <a:pt x="365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Google Shape;1052;p37"/>
              <p:cNvSpPr/>
              <p:nvPr/>
            </p:nvSpPr>
            <p:spPr>
              <a:xfrm>
                <a:off x="2410502" y="3005244"/>
                <a:ext cx="105226" cy="345250"/>
              </a:xfrm>
              <a:custGeom>
                <a:avLst/>
                <a:gdLst/>
                <a:ahLst/>
                <a:cxnLst/>
                <a:rect l="l" t="t" r="r" b="b"/>
                <a:pathLst>
                  <a:path w="306" h="1004" extrusionOk="0">
                    <a:moveTo>
                      <a:pt x="1" y="1"/>
                    </a:moveTo>
                    <a:lnTo>
                      <a:pt x="1" y="1003"/>
                    </a:lnTo>
                    <a:lnTo>
                      <a:pt x="306" y="1003"/>
                    </a:lnTo>
                    <a:lnTo>
                      <a:pt x="30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Google Shape;1053;p37"/>
              <p:cNvSpPr/>
              <p:nvPr/>
            </p:nvSpPr>
            <p:spPr>
              <a:xfrm>
                <a:off x="2396403" y="2992521"/>
                <a:ext cx="133767" cy="370697"/>
              </a:xfrm>
              <a:custGeom>
                <a:avLst/>
                <a:gdLst/>
                <a:ahLst/>
                <a:cxnLst/>
                <a:rect l="l" t="t" r="r" b="b"/>
                <a:pathLst>
                  <a:path w="389" h="1078" extrusionOk="0">
                    <a:moveTo>
                      <a:pt x="310" y="79"/>
                    </a:moveTo>
                    <a:lnTo>
                      <a:pt x="310" y="1003"/>
                    </a:lnTo>
                    <a:lnTo>
                      <a:pt x="79" y="1003"/>
                    </a:lnTo>
                    <a:lnTo>
                      <a:pt x="79" y="79"/>
                    </a:lnTo>
                    <a:close/>
                    <a:moveTo>
                      <a:pt x="0" y="1"/>
                    </a:moveTo>
                    <a:lnTo>
                      <a:pt x="0" y="38"/>
                    </a:lnTo>
                    <a:lnTo>
                      <a:pt x="0" y="1077"/>
                    </a:lnTo>
                    <a:lnTo>
                      <a:pt x="388" y="1077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Google Shape;1054;p37"/>
              <p:cNvSpPr/>
              <p:nvPr/>
            </p:nvSpPr>
            <p:spPr>
              <a:xfrm>
                <a:off x="2555273" y="3005244"/>
                <a:ext cx="106601" cy="345250"/>
              </a:xfrm>
              <a:custGeom>
                <a:avLst/>
                <a:gdLst/>
                <a:ahLst/>
                <a:cxnLst/>
                <a:rect l="l" t="t" r="r" b="b"/>
                <a:pathLst>
                  <a:path w="310" h="1004" extrusionOk="0">
                    <a:moveTo>
                      <a:pt x="0" y="1"/>
                    </a:moveTo>
                    <a:lnTo>
                      <a:pt x="0" y="1003"/>
                    </a:lnTo>
                    <a:lnTo>
                      <a:pt x="310" y="1003"/>
                    </a:lnTo>
                    <a:lnTo>
                      <a:pt x="31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Google Shape;1055;p37"/>
              <p:cNvSpPr/>
              <p:nvPr/>
            </p:nvSpPr>
            <p:spPr>
              <a:xfrm>
                <a:off x="2542549" y="2992521"/>
                <a:ext cx="132048" cy="370697"/>
              </a:xfrm>
              <a:custGeom>
                <a:avLst/>
                <a:gdLst/>
                <a:ahLst/>
                <a:cxnLst/>
                <a:rect l="l" t="t" r="r" b="b"/>
                <a:pathLst>
                  <a:path w="384" h="1078" extrusionOk="0">
                    <a:moveTo>
                      <a:pt x="310" y="79"/>
                    </a:moveTo>
                    <a:lnTo>
                      <a:pt x="310" y="1003"/>
                    </a:lnTo>
                    <a:lnTo>
                      <a:pt x="79" y="1003"/>
                    </a:lnTo>
                    <a:lnTo>
                      <a:pt x="79" y="79"/>
                    </a:lnTo>
                    <a:close/>
                    <a:moveTo>
                      <a:pt x="0" y="1"/>
                    </a:moveTo>
                    <a:lnTo>
                      <a:pt x="0" y="38"/>
                    </a:lnTo>
                    <a:lnTo>
                      <a:pt x="0" y="1077"/>
                    </a:lnTo>
                    <a:lnTo>
                      <a:pt x="384" y="1077"/>
                    </a:lnTo>
                    <a:lnTo>
                      <a:pt x="384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Google Shape;1056;p37"/>
              <p:cNvSpPr/>
              <p:nvPr/>
            </p:nvSpPr>
            <p:spPr>
              <a:xfrm>
                <a:off x="629240" y="3383505"/>
                <a:ext cx="2032645" cy="105226"/>
              </a:xfrm>
              <a:custGeom>
                <a:avLst/>
                <a:gdLst/>
                <a:ahLst/>
                <a:cxnLst/>
                <a:rect l="l" t="t" r="r" b="b"/>
                <a:pathLst>
                  <a:path w="5911" h="306" extrusionOk="0">
                    <a:moveTo>
                      <a:pt x="1" y="0"/>
                    </a:moveTo>
                    <a:lnTo>
                      <a:pt x="1" y="305"/>
                    </a:lnTo>
                    <a:lnTo>
                      <a:pt x="5911" y="305"/>
                    </a:lnTo>
                    <a:lnTo>
                      <a:pt x="591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Google Shape;1057;p37"/>
              <p:cNvSpPr/>
              <p:nvPr/>
            </p:nvSpPr>
            <p:spPr>
              <a:xfrm>
                <a:off x="615141" y="3369062"/>
                <a:ext cx="2059467" cy="133767"/>
              </a:xfrm>
              <a:custGeom>
                <a:avLst/>
                <a:gdLst/>
                <a:ahLst/>
                <a:cxnLst/>
                <a:rect l="l" t="t" r="r" b="b"/>
                <a:pathLst>
                  <a:path w="5989" h="389" extrusionOk="0">
                    <a:moveTo>
                      <a:pt x="5915" y="79"/>
                    </a:moveTo>
                    <a:lnTo>
                      <a:pt x="5915" y="310"/>
                    </a:lnTo>
                    <a:lnTo>
                      <a:pt x="79" y="310"/>
                    </a:lnTo>
                    <a:lnTo>
                      <a:pt x="79" y="79"/>
                    </a:lnTo>
                    <a:close/>
                    <a:moveTo>
                      <a:pt x="0" y="1"/>
                    </a:moveTo>
                    <a:lnTo>
                      <a:pt x="0" y="42"/>
                    </a:lnTo>
                    <a:lnTo>
                      <a:pt x="0" y="389"/>
                    </a:lnTo>
                    <a:lnTo>
                      <a:pt x="5989" y="389"/>
                    </a:lnTo>
                    <a:lnTo>
                      <a:pt x="5989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Google Shape;1058;p37"/>
              <p:cNvSpPr/>
              <p:nvPr/>
            </p:nvSpPr>
            <p:spPr>
              <a:xfrm>
                <a:off x="654686" y="3621809"/>
                <a:ext cx="167467" cy="581836"/>
              </a:xfrm>
              <a:custGeom>
                <a:avLst/>
                <a:gdLst/>
                <a:ahLst/>
                <a:cxnLst/>
                <a:rect l="l" t="t" r="r" b="b"/>
                <a:pathLst>
                  <a:path w="487" h="1692" extrusionOk="0">
                    <a:moveTo>
                      <a:pt x="1" y="0"/>
                    </a:moveTo>
                    <a:lnTo>
                      <a:pt x="1" y="1691"/>
                    </a:lnTo>
                    <a:lnTo>
                      <a:pt x="486" y="1691"/>
                    </a:lnTo>
                    <a:lnTo>
                      <a:pt x="48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Google Shape;1059;p37"/>
              <p:cNvSpPr/>
              <p:nvPr/>
            </p:nvSpPr>
            <p:spPr>
              <a:xfrm>
                <a:off x="641963" y="3607366"/>
                <a:ext cx="192914" cy="610722"/>
              </a:xfrm>
              <a:custGeom>
                <a:avLst/>
                <a:gdLst/>
                <a:ahLst/>
                <a:cxnLst/>
                <a:rect l="l" t="t" r="r" b="b"/>
                <a:pathLst>
                  <a:path w="561" h="1776" extrusionOk="0">
                    <a:moveTo>
                      <a:pt x="481" y="79"/>
                    </a:moveTo>
                    <a:lnTo>
                      <a:pt x="481" y="1696"/>
                    </a:lnTo>
                    <a:lnTo>
                      <a:pt x="79" y="1696"/>
                    </a:lnTo>
                    <a:lnTo>
                      <a:pt x="79" y="79"/>
                    </a:lnTo>
                    <a:close/>
                    <a:moveTo>
                      <a:pt x="1" y="1"/>
                    </a:moveTo>
                    <a:lnTo>
                      <a:pt x="1" y="42"/>
                    </a:lnTo>
                    <a:lnTo>
                      <a:pt x="1" y="1775"/>
                    </a:lnTo>
                    <a:lnTo>
                      <a:pt x="560" y="1775"/>
                    </a:lnTo>
                    <a:lnTo>
                      <a:pt x="560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Google Shape;1060;p37"/>
              <p:cNvSpPr/>
              <p:nvPr/>
            </p:nvSpPr>
            <p:spPr>
              <a:xfrm>
                <a:off x="867888" y="3621809"/>
                <a:ext cx="165404" cy="581836"/>
              </a:xfrm>
              <a:custGeom>
                <a:avLst/>
                <a:gdLst/>
                <a:ahLst/>
                <a:cxnLst/>
                <a:rect l="l" t="t" r="r" b="b"/>
                <a:pathLst>
                  <a:path w="481" h="1692" extrusionOk="0">
                    <a:moveTo>
                      <a:pt x="0" y="0"/>
                    </a:moveTo>
                    <a:lnTo>
                      <a:pt x="0" y="1691"/>
                    </a:lnTo>
                    <a:lnTo>
                      <a:pt x="481" y="1691"/>
                    </a:lnTo>
                    <a:lnTo>
                      <a:pt x="48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Google Shape;1061;p37"/>
              <p:cNvSpPr/>
              <p:nvPr/>
            </p:nvSpPr>
            <p:spPr>
              <a:xfrm>
                <a:off x="853445" y="3607366"/>
                <a:ext cx="192570" cy="610722"/>
              </a:xfrm>
              <a:custGeom>
                <a:avLst/>
                <a:gdLst/>
                <a:ahLst/>
                <a:cxnLst/>
                <a:rect l="l" t="t" r="r" b="b"/>
                <a:pathLst>
                  <a:path w="560" h="1776" extrusionOk="0">
                    <a:moveTo>
                      <a:pt x="486" y="79"/>
                    </a:moveTo>
                    <a:lnTo>
                      <a:pt x="486" y="1696"/>
                    </a:lnTo>
                    <a:lnTo>
                      <a:pt x="79" y="1696"/>
                    </a:lnTo>
                    <a:lnTo>
                      <a:pt x="79" y="79"/>
                    </a:lnTo>
                    <a:close/>
                    <a:moveTo>
                      <a:pt x="0" y="1"/>
                    </a:moveTo>
                    <a:lnTo>
                      <a:pt x="0" y="42"/>
                    </a:lnTo>
                    <a:lnTo>
                      <a:pt x="0" y="1775"/>
                    </a:lnTo>
                    <a:lnTo>
                      <a:pt x="560" y="1775"/>
                    </a:lnTo>
                    <a:lnTo>
                      <a:pt x="560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Google Shape;1062;p37"/>
              <p:cNvSpPr/>
              <p:nvPr/>
            </p:nvSpPr>
            <p:spPr>
              <a:xfrm>
                <a:off x="1085559" y="3621809"/>
                <a:ext cx="165404" cy="581836"/>
              </a:xfrm>
              <a:custGeom>
                <a:avLst/>
                <a:gdLst/>
                <a:ahLst/>
                <a:cxnLst/>
                <a:rect l="l" t="t" r="r" b="b"/>
                <a:pathLst>
                  <a:path w="481" h="1692" extrusionOk="0">
                    <a:moveTo>
                      <a:pt x="0" y="0"/>
                    </a:moveTo>
                    <a:lnTo>
                      <a:pt x="0" y="1691"/>
                    </a:lnTo>
                    <a:lnTo>
                      <a:pt x="481" y="1691"/>
                    </a:lnTo>
                    <a:lnTo>
                      <a:pt x="48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Google Shape;1063;p37"/>
              <p:cNvSpPr/>
              <p:nvPr/>
            </p:nvSpPr>
            <p:spPr>
              <a:xfrm>
                <a:off x="1072836" y="3607366"/>
                <a:ext cx="192570" cy="610722"/>
              </a:xfrm>
              <a:custGeom>
                <a:avLst/>
                <a:gdLst/>
                <a:ahLst/>
                <a:cxnLst/>
                <a:rect l="l" t="t" r="r" b="b"/>
                <a:pathLst>
                  <a:path w="560" h="1776" extrusionOk="0">
                    <a:moveTo>
                      <a:pt x="481" y="79"/>
                    </a:moveTo>
                    <a:lnTo>
                      <a:pt x="481" y="1696"/>
                    </a:lnTo>
                    <a:lnTo>
                      <a:pt x="79" y="1696"/>
                    </a:lnTo>
                    <a:lnTo>
                      <a:pt x="79" y="79"/>
                    </a:lnTo>
                    <a:close/>
                    <a:moveTo>
                      <a:pt x="0" y="1"/>
                    </a:moveTo>
                    <a:lnTo>
                      <a:pt x="0" y="42"/>
                    </a:lnTo>
                    <a:lnTo>
                      <a:pt x="0" y="1775"/>
                    </a:lnTo>
                    <a:lnTo>
                      <a:pt x="559" y="1775"/>
                    </a:lnTo>
                    <a:lnTo>
                      <a:pt x="559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Google Shape;1064;p37"/>
              <p:cNvSpPr/>
              <p:nvPr/>
            </p:nvSpPr>
            <p:spPr>
              <a:xfrm>
                <a:off x="1298417" y="3621809"/>
                <a:ext cx="171938" cy="581836"/>
              </a:xfrm>
              <a:custGeom>
                <a:avLst/>
                <a:gdLst/>
                <a:ahLst/>
                <a:cxnLst/>
                <a:rect l="l" t="t" r="r" b="b"/>
                <a:pathLst>
                  <a:path w="500" h="1692" extrusionOk="0">
                    <a:moveTo>
                      <a:pt x="0" y="0"/>
                    </a:moveTo>
                    <a:lnTo>
                      <a:pt x="0" y="1691"/>
                    </a:lnTo>
                    <a:lnTo>
                      <a:pt x="499" y="1691"/>
                    </a:lnTo>
                    <a:lnTo>
                      <a:pt x="49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Google Shape;1065;p37"/>
              <p:cNvSpPr/>
              <p:nvPr/>
            </p:nvSpPr>
            <p:spPr>
              <a:xfrm>
                <a:off x="1283974" y="3607366"/>
                <a:ext cx="199104" cy="610722"/>
              </a:xfrm>
              <a:custGeom>
                <a:avLst/>
                <a:gdLst/>
                <a:ahLst/>
                <a:cxnLst/>
                <a:rect l="l" t="t" r="r" b="b"/>
                <a:pathLst>
                  <a:path w="579" h="1776" extrusionOk="0">
                    <a:moveTo>
                      <a:pt x="504" y="79"/>
                    </a:moveTo>
                    <a:lnTo>
                      <a:pt x="504" y="1696"/>
                    </a:lnTo>
                    <a:lnTo>
                      <a:pt x="79" y="1696"/>
                    </a:lnTo>
                    <a:lnTo>
                      <a:pt x="79" y="79"/>
                    </a:lnTo>
                    <a:close/>
                    <a:moveTo>
                      <a:pt x="1" y="1"/>
                    </a:moveTo>
                    <a:lnTo>
                      <a:pt x="1" y="42"/>
                    </a:lnTo>
                    <a:lnTo>
                      <a:pt x="1" y="1775"/>
                    </a:lnTo>
                    <a:lnTo>
                      <a:pt x="578" y="1775"/>
                    </a:lnTo>
                    <a:lnTo>
                      <a:pt x="578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Google Shape;1066;p37"/>
              <p:cNvSpPr/>
              <p:nvPr/>
            </p:nvSpPr>
            <p:spPr>
              <a:xfrm>
                <a:off x="1516088" y="3621809"/>
                <a:ext cx="165404" cy="581836"/>
              </a:xfrm>
              <a:custGeom>
                <a:avLst/>
                <a:gdLst/>
                <a:ahLst/>
                <a:cxnLst/>
                <a:rect l="l" t="t" r="r" b="b"/>
                <a:pathLst>
                  <a:path w="481" h="1692" extrusionOk="0">
                    <a:moveTo>
                      <a:pt x="0" y="0"/>
                    </a:moveTo>
                    <a:lnTo>
                      <a:pt x="0" y="1691"/>
                    </a:lnTo>
                    <a:lnTo>
                      <a:pt x="481" y="1691"/>
                    </a:lnTo>
                    <a:lnTo>
                      <a:pt x="48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Google Shape;1067;p37"/>
              <p:cNvSpPr/>
              <p:nvPr/>
            </p:nvSpPr>
            <p:spPr>
              <a:xfrm>
                <a:off x="1503365" y="3607366"/>
                <a:ext cx="192570" cy="610722"/>
              </a:xfrm>
              <a:custGeom>
                <a:avLst/>
                <a:gdLst/>
                <a:ahLst/>
                <a:cxnLst/>
                <a:rect l="l" t="t" r="r" b="b"/>
                <a:pathLst>
                  <a:path w="560" h="1776" extrusionOk="0">
                    <a:moveTo>
                      <a:pt x="481" y="79"/>
                    </a:moveTo>
                    <a:lnTo>
                      <a:pt x="481" y="1696"/>
                    </a:lnTo>
                    <a:lnTo>
                      <a:pt x="74" y="1696"/>
                    </a:lnTo>
                    <a:lnTo>
                      <a:pt x="74" y="79"/>
                    </a:lnTo>
                    <a:close/>
                    <a:moveTo>
                      <a:pt x="0" y="1"/>
                    </a:moveTo>
                    <a:lnTo>
                      <a:pt x="0" y="42"/>
                    </a:lnTo>
                    <a:lnTo>
                      <a:pt x="0" y="1775"/>
                    </a:lnTo>
                    <a:lnTo>
                      <a:pt x="559" y="1775"/>
                    </a:lnTo>
                    <a:lnTo>
                      <a:pt x="559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Google Shape;1068;p37"/>
              <p:cNvSpPr/>
              <p:nvPr/>
            </p:nvSpPr>
            <p:spPr>
              <a:xfrm>
                <a:off x="1735136" y="3621809"/>
                <a:ext cx="165748" cy="581836"/>
              </a:xfrm>
              <a:custGeom>
                <a:avLst/>
                <a:gdLst/>
                <a:ahLst/>
                <a:cxnLst/>
                <a:rect l="l" t="t" r="r" b="b"/>
                <a:pathLst>
                  <a:path w="482" h="1692" extrusionOk="0">
                    <a:moveTo>
                      <a:pt x="1" y="0"/>
                    </a:moveTo>
                    <a:lnTo>
                      <a:pt x="1" y="1691"/>
                    </a:lnTo>
                    <a:lnTo>
                      <a:pt x="481" y="1691"/>
                    </a:lnTo>
                    <a:lnTo>
                      <a:pt x="48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Google Shape;1069;p37"/>
              <p:cNvSpPr/>
              <p:nvPr/>
            </p:nvSpPr>
            <p:spPr>
              <a:xfrm>
                <a:off x="1721037" y="3607366"/>
                <a:ext cx="192570" cy="610722"/>
              </a:xfrm>
              <a:custGeom>
                <a:avLst/>
                <a:gdLst/>
                <a:ahLst/>
                <a:cxnLst/>
                <a:rect l="l" t="t" r="r" b="b"/>
                <a:pathLst>
                  <a:path w="560" h="1776" extrusionOk="0">
                    <a:moveTo>
                      <a:pt x="481" y="79"/>
                    </a:moveTo>
                    <a:lnTo>
                      <a:pt x="481" y="1696"/>
                    </a:lnTo>
                    <a:lnTo>
                      <a:pt x="79" y="1696"/>
                    </a:lnTo>
                    <a:lnTo>
                      <a:pt x="79" y="79"/>
                    </a:lnTo>
                    <a:close/>
                    <a:moveTo>
                      <a:pt x="0" y="1"/>
                    </a:moveTo>
                    <a:lnTo>
                      <a:pt x="0" y="42"/>
                    </a:lnTo>
                    <a:lnTo>
                      <a:pt x="0" y="1775"/>
                    </a:lnTo>
                    <a:lnTo>
                      <a:pt x="559" y="1775"/>
                    </a:lnTo>
                    <a:lnTo>
                      <a:pt x="559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Google Shape;1070;p37"/>
              <p:cNvSpPr/>
              <p:nvPr/>
            </p:nvSpPr>
            <p:spPr>
              <a:xfrm>
                <a:off x="1946617" y="3621809"/>
                <a:ext cx="171938" cy="581836"/>
              </a:xfrm>
              <a:custGeom>
                <a:avLst/>
                <a:gdLst/>
                <a:ahLst/>
                <a:cxnLst/>
                <a:rect l="l" t="t" r="r" b="b"/>
                <a:pathLst>
                  <a:path w="500" h="1692" extrusionOk="0">
                    <a:moveTo>
                      <a:pt x="0" y="0"/>
                    </a:moveTo>
                    <a:lnTo>
                      <a:pt x="0" y="1691"/>
                    </a:lnTo>
                    <a:lnTo>
                      <a:pt x="499" y="1691"/>
                    </a:lnTo>
                    <a:lnTo>
                      <a:pt x="49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Google Shape;1071;p37"/>
              <p:cNvSpPr/>
              <p:nvPr/>
            </p:nvSpPr>
            <p:spPr>
              <a:xfrm>
                <a:off x="1933894" y="3607366"/>
                <a:ext cx="199104" cy="610722"/>
              </a:xfrm>
              <a:custGeom>
                <a:avLst/>
                <a:gdLst/>
                <a:ahLst/>
                <a:cxnLst/>
                <a:rect l="l" t="t" r="r" b="b"/>
                <a:pathLst>
                  <a:path w="579" h="1776" extrusionOk="0">
                    <a:moveTo>
                      <a:pt x="499" y="79"/>
                    </a:moveTo>
                    <a:lnTo>
                      <a:pt x="499" y="1696"/>
                    </a:lnTo>
                    <a:lnTo>
                      <a:pt x="74" y="1696"/>
                    </a:lnTo>
                    <a:lnTo>
                      <a:pt x="74" y="79"/>
                    </a:lnTo>
                    <a:close/>
                    <a:moveTo>
                      <a:pt x="0" y="1"/>
                    </a:moveTo>
                    <a:lnTo>
                      <a:pt x="0" y="42"/>
                    </a:lnTo>
                    <a:lnTo>
                      <a:pt x="0" y="1775"/>
                    </a:lnTo>
                    <a:lnTo>
                      <a:pt x="578" y="1775"/>
                    </a:lnTo>
                    <a:lnTo>
                      <a:pt x="578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Google Shape;1072;p37"/>
              <p:cNvSpPr/>
              <p:nvPr/>
            </p:nvSpPr>
            <p:spPr>
              <a:xfrm>
                <a:off x="2164289" y="3621809"/>
                <a:ext cx="167123" cy="581836"/>
              </a:xfrm>
              <a:custGeom>
                <a:avLst/>
                <a:gdLst/>
                <a:ahLst/>
                <a:cxnLst/>
                <a:rect l="l" t="t" r="r" b="b"/>
                <a:pathLst>
                  <a:path w="486" h="1692" extrusionOk="0">
                    <a:moveTo>
                      <a:pt x="0" y="0"/>
                    </a:moveTo>
                    <a:lnTo>
                      <a:pt x="0" y="1691"/>
                    </a:lnTo>
                    <a:lnTo>
                      <a:pt x="486" y="1691"/>
                    </a:lnTo>
                    <a:lnTo>
                      <a:pt x="48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Google Shape;1073;p37"/>
              <p:cNvSpPr/>
              <p:nvPr/>
            </p:nvSpPr>
            <p:spPr>
              <a:xfrm>
                <a:off x="2151566" y="3607366"/>
                <a:ext cx="192570" cy="610722"/>
              </a:xfrm>
              <a:custGeom>
                <a:avLst/>
                <a:gdLst/>
                <a:ahLst/>
                <a:cxnLst/>
                <a:rect l="l" t="t" r="r" b="b"/>
                <a:pathLst>
                  <a:path w="560" h="1776" extrusionOk="0">
                    <a:moveTo>
                      <a:pt x="481" y="79"/>
                    </a:moveTo>
                    <a:lnTo>
                      <a:pt x="481" y="1696"/>
                    </a:lnTo>
                    <a:lnTo>
                      <a:pt x="79" y="1696"/>
                    </a:lnTo>
                    <a:lnTo>
                      <a:pt x="79" y="79"/>
                    </a:lnTo>
                    <a:close/>
                    <a:moveTo>
                      <a:pt x="0" y="1"/>
                    </a:moveTo>
                    <a:lnTo>
                      <a:pt x="0" y="42"/>
                    </a:lnTo>
                    <a:lnTo>
                      <a:pt x="0" y="1775"/>
                    </a:lnTo>
                    <a:lnTo>
                      <a:pt x="560" y="1775"/>
                    </a:lnTo>
                    <a:lnTo>
                      <a:pt x="560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Google Shape;1074;p37"/>
              <p:cNvSpPr/>
              <p:nvPr/>
            </p:nvSpPr>
            <p:spPr>
              <a:xfrm>
                <a:off x="2383680" y="3621809"/>
                <a:ext cx="165404" cy="581836"/>
              </a:xfrm>
              <a:custGeom>
                <a:avLst/>
                <a:gdLst/>
                <a:ahLst/>
                <a:cxnLst/>
                <a:rect l="l" t="t" r="r" b="b"/>
                <a:pathLst>
                  <a:path w="481" h="1692" extrusionOk="0">
                    <a:moveTo>
                      <a:pt x="0" y="0"/>
                    </a:moveTo>
                    <a:lnTo>
                      <a:pt x="0" y="1691"/>
                    </a:lnTo>
                    <a:lnTo>
                      <a:pt x="481" y="1691"/>
                    </a:lnTo>
                    <a:lnTo>
                      <a:pt x="48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Google Shape;1075;p37"/>
              <p:cNvSpPr/>
              <p:nvPr/>
            </p:nvSpPr>
            <p:spPr>
              <a:xfrm>
                <a:off x="2370957" y="3607366"/>
                <a:ext cx="190851" cy="610722"/>
              </a:xfrm>
              <a:custGeom>
                <a:avLst/>
                <a:gdLst/>
                <a:ahLst/>
                <a:cxnLst/>
                <a:rect l="l" t="t" r="r" b="b"/>
                <a:pathLst>
                  <a:path w="555" h="1776" extrusionOk="0">
                    <a:moveTo>
                      <a:pt x="481" y="79"/>
                    </a:moveTo>
                    <a:lnTo>
                      <a:pt x="481" y="1696"/>
                    </a:lnTo>
                    <a:lnTo>
                      <a:pt x="74" y="1696"/>
                    </a:lnTo>
                    <a:lnTo>
                      <a:pt x="74" y="79"/>
                    </a:lnTo>
                    <a:close/>
                    <a:moveTo>
                      <a:pt x="0" y="1"/>
                    </a:moveTo>
                    <a:lnTo>
                      <a:pt x="0" y="42"/>
                    </a:lnTo>
                    <a:lnTo>
                      <a:pt x="0" y="1775"/>
                    </a:lnTo>
                    <a:lnTo>
                      <a:pt x="555" y="1775"/>
                    </a:lnTo>
                    <a:lnTo>
                      <a:pt x="555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Google Shape;1076;p37"/>
              <p:cNvSpPr/>
              <p:nvPr/>
            </p:nvSpPr>
            <p:spPr>
              <a:xfrm>
                <a:off x="2594818" y="3621809"/>
                <a:ext cx="165748" cy="581836"/>
              </a:xfrm>
              <a:custGeom>
                <a:avLst/>
                <a:gdLst/>
                <a:ahLst/>
                <a:cxnLst/>
                <a:rect l="l" t="t" r="r" b="b"/>
                <a:pathLst>
                  <a:path w="482" h="1692" extrusionOk="0">
                    <a:moveTo>
                      <a:pt x="1" y="0"/>
                    </a:moveTo>
                    <a:lnTo>
                      <a:pt x="1" y="1691"/>
                    </a:lnTo>
                    <a:lnTo>
                      <a:pt x="481" y="1691"/>
                    </a:lnTo>
                    <a:lnTo>
                      <a:pt x="48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Google Shape;1077;p37"/>
              <p:cNvSpPr/>
              <p:nvPr/>
            </p:nvSpPr>
            <p:spPr>
              <a:xfrm>
                <a:off x="2582095" y="3607366"/>
                <a:ext cx="192570" cy="610722"/>
              </a:xfrm>
              <a:custGeom>
                <a:avLst/>
                <a:gdLst/>
                <a:ahLst/>
                <a:cxnLst/>
                <a:rect l="l" t="t" r="r" b="b"/>
                <a:pathLst>
                  <a:path w="560" h="1776" extrusionOk="0">
                    <a:moveTo>
                      <a:pt x="481" y="79"/>
                    </a:moveTo>
                    <a:lnTo>
                      <a:pt x="481" y="1696"/>
                    </a:lnTo>
                    <a:lnTo>
                      <a:pt x="79" y="1696"/>
                    </a:lnTo>
                    <a:lnTo>
                      <a:pt x="79" y="79"/>
                    </a:lnTo>
                    <a:close/>
                    <a:moveTo>
                      <a:pt x="1" y="1"/>
                    </a:moveTo>
                    <a:lnTo>
                      <a:pt x="1" y="42"/>
                    </a:lnTo>
                    <a:lnTo>
                      <a:pt x="1" y="1775"/>
                    </a:lnTo>
                    <a:lnTo>
                      <a:pt x="560" y="1775"/>
                    </a:lnTo>
                    <a:lnTo>
                      <a:pt x="560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Google Shape;1078;p37"/>
              <p:cNvSpPr/>
              <p:nvPr/>
            </p:nvSpPr>
            <p:spPr>
              <a:xfrm>
                <a:off x="840722" y="2344320"/>
                <a:ext cx="497587" cy="489678"/>
              </a:xfrm>
              <a:custGeom>
                <a:avLst/>
                <a:gdLst/>
                <a:ahLst/>
                <a:cxnLst/>
                <a:rect l="l" t="t" r="r" b="b"/>
                <a:pathLst>
                  <a:path w="1447" h="1424" extrusionOk="0">
                    <a:moveTo>
                      <a:pt x="712" y="74"/>
                    </a:moveTo>
                    <a:cubicBezTo>
                      <a:pt x="1077" y="74"/>
                      <a:pt x="1368" y="347"/>
                      <a:pt x="1368" y="712"/>
                    </a:cubicBezTo>
                    <a:cubicBezTo>
                      <a:pt x="1368" y="1058"/>
                      <a:pt x="1077" y="1345"/>
                      <a:pt x="712" y="1345"/>
                    </a:cubicBezTo>
                    <a:cubicBezTo>
                      <a:pt x="366" y="1345"/>
                      <a:pt x="79" y="1058"/>
                      <a:pt x="79" y="712"/>
                    </a:cubicBezTo>
                    <a:cubicBezTo>
                      <a:pt x="79" y="347"/>
                      <a:pt x="366" y="74"/>
                      <a:pt x="712" y="74"/>
                    </a:cubicBezTo>
                    <a:close/>
                    <a:moveTo>
                      <a:pt x="712" y="0"/>
                    </a:moveTo>
                    <a:cubicBezTo>
                      <a:pt x="329" y="0"/>
                      <a:pt x="1" y="305"/>
                      <a:pt x="1" y="712"/>
                    </a:cubicBezTo>
                    <a:cubicBezTo>
                      <a:pt x="1" y="1095"/>
                      <a:pt x="329" y="1424"/>
                      <a:pt x="712" y="1424"/>
                    </a:cubicBezTo>
                    <a:cubicBezTo>
                      <a:pt x="1119" y="1424"/>
                      <a:pt x="1447" y="1095"/>
                      <a:pt x="1447" y="712"/>
                    </a:cubicBezTo>
                    <a:cubicBezTo>
                      <a:pt x="1447" y="305"/>
                      <a:pt x="1119" y="0"/>
                      <a:pt x="712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" name="Google Shape;15612;p80">
            <a:extLst>
              <a:ext uri="{FF2B5EF4-FFF2-40B4-BE49-F238E27FC236}">
                <a16:creationId xmlns:a16="http://schemas.microsoft.com/office/drawing/2014/main" id="{3181BF03-2E07-D086-8982-91A99E6F7080}"/>
              </a:ext>
            </a:extLst>
          </p:cNvPr>
          <p:cNvGrpSpPr/>
          <p:nvPr/>
        </p:nvGrpSpPr>
        <p:grpSpPr>
          <a:xfrm>
            <a:off x="6707176" y="624799"/>
            <a:ext cx="280655" cy="365551"/>
            <a:chOff x="1347157" y="2421723"/>
            <a:chExt cx="280655" cy="365551"/>
          </a:xfrm>
        </p:grpSpPr>
        <p:sp>
          <p:nvSpPr>
            <p:cNvPr id="5" name="Google Shape;15613;p80">
              <a:extLst>
                <a:ext uri="{FF2B5EF4-FFF2-40B4-BE49-F238E27FC236}">
                  <a16:creationId xmlns:a16="http://schemas.microsoft.com/office/drawing/2014/main" id="{424D4EE4-4CF5-C679-734C-787ADC714555}"/>
                </a:ext>
              </a:extLst>
            </p:cNvPr>
            <p:cNvSpPr/>
            <p:nvPr/>
          </p:nvSpPr>
          <p:spPr>
            <a:xfrm>
              <a:off x="1348546" y="2427357"/>
              <a:ext cx="273607" cy="354520"/>
            </a:xfrm>
            <a:custGeom>
              <a:avLst/>
              <a:gdLst/>
              <a:ahLst/>
              <a:cxnLst/>
              <a:rect l="l" t="t" r="r" b="b"/>
              <a:pathLst>
                <a:path w="10442" h="13530" extrusionOk="0">
                  <a:moveTo>
                    <a:pt x="5529" y="0"/>
                  </a:moveTo>
                  <a:cubicBezTo>
                    <a:pt x="4771" y="0"/>
                    <a:pt x="4010" y="189"/>
                    <a:pt x="3318" y="574"/>
                  </a:cubicBezTo>
                  <a:cubicBezTo>
                    <a:pt x="1638" y="1515"/>
                    <a:pt x="725" y="3411"/>
                    <a:pt x="1047" y="5307"/>
                  </a:cubicBezTo>
                  <a:lnTo>
                    <a:pt x="207" y="7793"/>
                  </a:lnTo>
                  <a:cubicBezTo>
                    <a:pt x="1" y="8398"/>
                    <a:pt x="423" y="9051"/>
                    <a:pt x="1061" y="9080"/>
                  </a:cubicBezTo>
                  <a:lnTo>
                    <a:pt x="1426" y="9080"/>
                  </a:lnTo>
                  <a:cubicBezTo>
                    <a:pt x="1532" y="9080"/>
                    <a:pt x="1618" y="9166"/>
                    <a:pt x="1618" y="9272"/>
                  </a:cubicBezTo>
                  <a:lnTo>
                    <a:pt x="1618" y="11005"/>
                  </a:lnTo>
                  <a:cubicBezTo>
                    <a:pt x="1618" y="11513"/>
                    <a:pt x="2031" y="11926"/>
                    <a:pt x="2540" y="11926"/>
                  </a:cubicBezTo>
                  <a:lnTo>
                    <a:pt x="3860" y="11705"/>
                  </a:lnTo>
                  <a:cubicBezTo>
                    <a:pt x="3871" y="11704"/>
                    <a:pt x="3882" y="11703"/>
                    <a:pt x="3893" y="11703"/>
                  </a:cubicBezTo>
                  <a:cubicBezTo>
                    <a:pt x="3999" y="11703"/>
                    <a:pt x="4086" y="11784"/>
                    <a:pt x="4086" y="11893"/>
                  </a:cubicBezTo>
                  <a:lnTo>
                    <a:pt x="4086" y="13241"/>
                  </a:lnTo>
                  <a:cubicBezTo>
                    <a:pt x="4086" y="13400"/>
                    <a:pt x="4210" y="13529"/>
                    <a:pt x="4369" y="13529"/>
                  </a:cubicBezTo>
                  <a:lnTo>
                    <a:pt x="8588" y="13529"/>
                  </a:lnTo>
                  <a:cubicBezTo>
                    <a:pt x="8747" y="13529"/>
                    <a:pt x="8876" y="13400"/>
                    <a:pt x="8876" y="13241"/>
                  </a:cubicBezTo>
                  <a:lnTo>
                    <a:pt x="8876" y="8763"/>
                  </a:lnTo>
                  <a:cubicBezTo>
                    <a:pt x="8876" y="8470"/>
                    <a:pt x="8915" y="8177"/>
                    <a:pt x="8996" y="7899"/>
                  </a:cubicBezTo>
                  <a:cubicBezTo>
                    <a:pt x="9073" y="7616"/>
                    <a:pt x="9193" y="7352"/>
                    <a:pt x="9352" y="7102"/>
                  </a:cubicBezTo>
                  <a:cubicBezTo>
                    <a:pt x="9587" y="6737"/>
                    <a:pt x="9764" y="6339"/>
                    <a:pt x="9889" y="5921"/>
                  </a:cubicBezTo>
                  <a:lnTo>
                    <a:pt x="9884" y="5921"/>
                  </a:lnTo>
                  <a:cubicBezTo>
                    <a:pt x="10441" y="4145"/>
                    <a:pt x="9860" y="2201"/>
                    <a:pt x="8411" y="1025"/>
                  </a:cubicBezTo>
                  <a:cubicBezTo>
                    <a:pt x="7579" y="348"/>
                    <a:pt x="6557" y="0"/>
                    <a:pt x="5529" y="0"/>
                  </a:cubicBezTo>
                  <a:close/>
                </a:path>
              </a:pathLst>
            </a:custGeom>
            <a:solidFill>
              <a:srgbClr val="E2E8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5614;p80">
              <a:extLst>
                <a:ext uri="{FF2B5EF4-FFF2-40B4-BE49-F238E27FC236}">
                  <a16:creationId xmlns:a16="http://schemas.microsoft.com/office/drawing/2014/main" id="{549054A9-83BC-E227-9095-03AC5E7908B0}"/>
                </a:ext>
              </a:extLst>
            </p:cNvPr>
            <p:cNvSpPr/>
            <p:nvPr/>
          </p:nvSpPr>
          <p:spPr>
            <a:xfrm>
              <a:off x="1475969" y="2654428"/>
              <a:ext cx="35740" cy="22220"/>
            </a:xfrm>
            <a:custGeom>
              <a:avLst/>
              <a:gdLst/>
              <a:ahLst/>
              <a:cxnLst/>
              <a:rect l="l" t="t" r="r" b="b"/>
              <a:pathLst>
                <a:path w="1364" h="848" extrusionOk="0">
                  <a:moveTo>
                    <a:pt x="0" y="1"/>
                  </a:moveTo>
                  <a:lnTo>
                    <a:pt x="0" y="169"/>
                  </a:lnTo>
                  <a:cubicBezTo>
                    <a:pt x="0" y="562"/>
                    <a:pt x="326" y="847"/>
                    <a:pt x="682" y="847"/>
                  </a:cubicBezTo>
                  <a:cubicBezTo>
                    <a:pt x="796" y="847"/>
                    <a:pt x="912" y="818"/>
                    <a:pt x="1023" y="754"/>
                  </a:cubicBezTo>
                  <a:lnTo>
                    <a:pt x="1028" y="750"/>
                  </a:lnTo>
                  <a:cubicBezTo>
                    <a:pt x="1234" y="630"/>
                    <a:pt x="1364" y="409"/>
                    <a:pt x="1364" y="169"/>
                  </a:cubicBezTo>
                  <a:lnTo>
                    <a:pt x="1364" y="1"/>
                  </a:lnTo>
                  <a:close/>
                </a:path>
              </a:pathLst>
            </a:custGeom>
            <a:solidFill>
              <a:srgbClr val="4D62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5615;p80">
              <a:extLst>
                <a:ext uri="{FF2B5EF4-FFF2-40B4-BE49-F238E27FC236}">
                  <a16:creationId xmlns:a16="http://schemas.microsoft.com/office/drawing/2014/main" id="{89C5D620-386A-8A71-3C18-63F54A423D2F}"/>
                </a:ext>
              </a:extLst>
            </p:cNvPr>
            <p:cNvSpPr/>
            <p:nvPr/>
          </p:nvSpPr>
          <p:spPr>
            <a:xfrm>
              <a:off x="1494205" y="2654428"/>
              <a:ext cx="17503" cy="19652"/>
            </a:xfrm>
            <a:custGeom>
              <a:avLst/>
              <a:gdLst/>
              <a:ahLst/>
              <a:cxnLst/>
              <a:rect l="l" t="t" r="r" b="b"/>
              <a:pathLst>
                <a:path w="668" h="750" extrusionOk="0">
                  <a:moveTo>
                    <a:pt x="0" y="1"/>
                  </a:moveTo>
                  <a:lnTo>
                    <a:pt x="0" y="169"/>
                  </a:lnTo>
                  <a:cubicBezTo>
                    <a:pt x="0" y="404"/>
                    <a:pt x="125" y="630"/>
                    <a:pt x="332" y="750"/>
                  </a:cubicBezTo>
                  <a:cubicBezTo>
                    <a:pt x="538" y="630"/>
                    <a:pt x="668" y="409"/>
                    <a:pt x="668" y="169"/>
                  </a:cubicBezTo>
                  <a:lnTo>
                    <a:pt x="668" y="1"/>
                  </a:lnTo>
                  <a:close/>
                </a:path>
              </a:pathLst>
            </a:custGeom>
            <a:solidFill>
              <a:srgbClr val="8C9EA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5616;p80">
              <a:extLst>
                <a:ext uri="{FF2B5EF4-FFF2-40B4-BE49-F238E27FC236}">
                  <a16:creationId xmlns:a16="http://schemas.microsoft.com/office/drawing/2014/main" id="{1763CB9A-6ED5-3A4C-FAE6-72B88064DAAB}"/>
                </a:ext>
              </a:extLst>
            </p:cNvPr>
            <p:cNvSpPr/>
            <p:nvPr/>
          </p:nvSpPr>
          <p:spPr>
            <a:xfrm>
              <a:off x="1432708" y="2488514"/>
              <a:ext cx="121265" cy="167722"/>
            </a:xfrm>
            <a:custGeom>
              <a:avLst/>
              <a:gdLst/>
              <a:ahLst/>
              <a:cxnLst/>
              <a:rect l="l" t="t" r="r" b="b"/>
              <a:pathLst>
                <a:path w="4628" h="6401" extrusionOk="0">
                  <a:moveTo>
                    <a:pt x="2328" y="1"/>
                  </a:moveTo>
                  <a:cubicBezTo>
                    <a:pt x="1453" y="1"/>
                    <a:pt x="660" y="533"/>
                    <a:pt x="331" y="1350"/>
                  </a:cubicBezTo>
                  <a:cubicBezTo>
                    <a:pt x="0" y="2190"/>
                    <a:pt x="221" y="3146"/>
                    <a:pt x="888" y="3750"/>
                  </a:cubicBezTo>
                  <a:cubicBezTo>
                    <a:pt x="1147" y="3990"/>
                    <a:pt x="1296" y="4331"/>
                    <a:pt x="1296" y="4691"/>
                  </a:cubicBezTo>
                  <a:lnTo>
                    <a:pt x="1296" y="6035"/>
                  </a:lnTo>
                  <a:cubicBezTo>
                    <a:pt x="1296" y="6131"/>
                    <a:pt x="1334" y="6227"/>
                    <a:pt x="1402" y="6294"/>
                  </a:cubicBezTo>
                  <a:cubicBezTo>
                    <a:pt x="1416" y="6304"/>
                    <a:pt x="1430" y="6318"/>
                    <a:pt x="1445" y="6328"/>
                  </a:cubicBezTo>
                  <a:cubicBezTo>
                    <a:pt x="1454" y="6338"/>
                    <a:pt x="1464" y="6342"/>
                    <a:pt x="1474" y="6347"/>
                  </a:cubicBezTo>
                  <a:cubicBezTo>
                    <a:pt x="1531" y="6386"/>
                    <a:pt x="1598" y="6400"/>
                    <a:pt x="1666" y="6400"/>
                  </a:cubicBezTo>
                  <a:lnTo>
                    <a:pt x="3000" y="6400"/>
                  </a:lnTo>
                  <a:cubicBezTo>
                    <a:pt x="3067" y="6400"/>
                    <a:pt x="3135" y="6386"/>
                    <a:pt x="3192" y="6347"/>
                  </a:cubicBezTo>
                  <a:cubicBezTo>
                    <a:pt x="3202" y="6342"/>
                    <a:pt x="3211" y="6338"/>
                    <a:pt x="3221" y="6328"/>
                  </a:cubicBezTo>
                  <a:cubicBezTo>
                    <a:pt x="3235" y="6318"/>
                    <a:pt x="3245" y="6304"/>
                    <a:pt x="3259" y="6294"/>
                  </a:cubicBezTo>
                  <a:cubicBezTo>
                    <a:pt x="3331" y="6227"/>
                    <a:pt x="3370" y="6131"/>
                    <a:pt x="3370" y="6035"/>
                  </a:cubicBezTo>
                  <a:lnTo>
                    <a:pt x="3370" y="4686"/>
                  </a:lnTo>
                  <a:cubicBezTo>
                    <a:pt x="3370" y="4322"/>
                    <a:pt x="3523" y="3981"/>
                    <a:pt x="3792" y="3736"/>
                  </a:cubicBezTo>
                  <a:cubicBezTo>
                    <a:pt x="4397" y="3179"/>
                    <a:pt x="4627" y="2334"/>
                    <a:pt x="4402" y="1547"/>
                  </a:cubicBezTo>
                  <a:cubicBezTo>
                    <a:pt x="4171" y="765"/>
                    <a:pt x="3514" y="174"/>
                    <a:pt x="2712" y="35"/>
                  </a:cubicBezTo>
                  <a:lnTo>
                    <a:pt x="2664" y="25"/>
                  </a:lnTo>
                  <a:cubicBezTo>
                    <a:pt x="2573" y="11"/>
                    <a:pt x="2482" y="1"/>
                    <a:pt x="2386" y="1"/>
                  </a:cubicBezTo>
                  <a:cubicBezTo>
                    <a:pt x="2366" y="1"/>
                    <a:pt x="2347" y="1"/>
                    <a:pt x="2328" y="1"/>
                  </a:cubicBezTo>
                  <a:close/>
                </a:path>
              </a:pathLst>
            </a:custGeom>
            <a:solidFill>
              <a:srgbClr val="BFC7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5617;p80">
              <a:extLst>
                <a:ext uri="{FF2B5EF4-FFF2-40B4-BE49-F238E27FC236}">
                  <a16:creationId xmlns:a16="http://schemas.microsoft.com/office/drawing/2014/main" id="{18A6F07F-7CBB-D6D0-C9C3-178F26AC0DB0}"/>
                </a:ext>
              </a:extLst>
            </p:cNvPr>
            <p:cNvSpPr/>
            <p:nvPr/>
          </p:nvSpPr>
          <p:spPr>
            <a:xfrm>
              <a:off x="1440988" y="2489404"/>
              <a:ext cx="112985" cy="166831"/>
            </a:xfrm>
            <a:custGeom>
              <a:avLst/>
              <a:gdLst/>
              <a:ahLst/>
              <a:cxnLst/>
              <a:rect l="l" t="t" r="r" b="b"/>
              <a:pathLst>
                <a:path w="4312" h="6367" extrusionOk="0">
                  <a:moveTo>
                    <a:pt x="2391" y="1"/>
                  </a:moveTo>
                  <a:cubicBezTo>
                    <a:pt x="630" y="313"/>
                    <a:pt x="1" y="2511"/>
                    <a:pt x="1326" y="3716"/>
                  </a:cubicBezTo>
                  <a:cubicBezTo>
                    <a:pt x="1590" y="3956"/>
                    <a:pt x="1739" y="4297"/>
                    <a:pt x="1734" y="4657"/>
                  </a:cubicBezTo>
                  <a:lnTo>
                    <a:pt x="1734" y="6001"/>
                  </a:lnTo>
                  <a:cubicBezTo>
                    <a:pt x="1734" y="6203"/>
                    <a:pt x="1902" y="6366"/>
                    <a:pt x="2103" y="6366"/>
                  </a:cubicBezTo>
                  <a:lnTo>
                    <a:pt x="2684" y="6366"/>
                  </a:lnTo>
                  <a:cubicBezTo>
                    <a:pt x="2886" y="6366"/>
                    <a:pt x="3054" y="6203"/>
                    <a:pt x="3054" y="6001"/>
                  </a:cubicBezTo>
                  <a:lnTo>
                    <a:pt x="3054" y="4652"/>
                  </a:lnTo>
                  <a:cubicBezTo>
                    <a:pt x="3054" y="4288"/>
                    <a:pt x="3207" y="3947"/>
                    <a:pt x="3476" y="3702"/>
                  </a:cubicBezTo>
                  <a:cubicBezTo>
                    <a:pt x="4076" y="3145"/>
                    <a:pt x="4311" y="2300"/>
                    <a:pt x="4081" y="1513"/>
                  </a:cubicBezTo>
                  <a:cubicBezTo>
                    <a:pt x="3851" y="731"/>
                    <a:pt x="3198" y="140"/>
                    <a:pt x="2391" y="1"/>
                  </a:cubicBezTo>
                  <a:close/>
                </a:path>
              </a:pathLst>
            </a:custGeom>
            <a:solidFill>
              <a:srgbClr val="CFD6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5618;p80">
              <a:extLst>
                <a:ext uri="{FF2B5EF4-FFF2-40B4-BE49-F238E27FC236}">
                  <a16:creationId xmlns:a16="http://schemas.microsoft.com/office/drawing/2014/main" id="{C4E9E100-44B9-10CC-9EF7-F94E55D7F6A0}"/>
                </a:ext>
              </a:extLst>
            </p:cNvPr>
            <p:cNvSpPr/>
            <p:nvPr/>
          </p:nvSpPr>
          <p:spPr>
            <a:xfrm>
              <a:off x="1466667" y="2613421"/>
              <a:ext cx="54344" cy="21538"/>
            </a:xfrm>
            <a:custGeom>
              <a:avLst/>
              <a:gdLst/>
              <a:ahLst/>
              <a:cxnLst/>
              <a:rect l="l" t="t" r="r" b="b"/>
              <a:pathLst>
                <a:path w="2074" h="822" extrusionOk="0">
                  <a:moveTo>
                    <a:pt x="0" y="1"/>
                  </a:moveTo>
                  <a:lnTo>
                    <a:pt x="0" y="822"/>
                  </a:lnTo>
                  <a:lnTo>
                    <a:pt x="2074" y="822"/>
                  </a:lnTo>
                  <a:lnTo>
                    <a:pt x="2074" y="1"/>
                  </a:lnTo>
                  <a:close/>
                </a:path>
              </a:pathLst>
            </a:custGeom>
            <a:solidFill>
              <a:srgbClr val="C7D2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5619;p80">
              <a:extLst>
                <a:ext uri="{FF2B5EF4-FFF2-40B4-BE49-F238E27FC236}">
                  <a16:creationId xmlns:a16="http://schemas.microsoft.com/office/drawing/2014/main" id="{64B80A4D-3241-CC0E-C763-04D4C9CEBE2E}"/>
                </a:ext>
              </a:extLst>
            </p:cNvPr>
            <p:cNvSpPr/>
            <p:nvPr/>
          </p:nvSpPr>
          <p:spPr>
            <a:xfrm>
              <a:off x="1466667" y="2634933"/>
              <a:ext cx="54344" cy="21303"/>
            </a:xfrm>
            <a:custGeom>
              <a:avLst/>
              <a:gdLst/>
              <a:ahLst/>
              <a:cxnLst/>
              <a:rect l="l" t="t" r="r" b="b"/>
              <a:pathLst>
                <a:path w="2074" h="813" extrusionOk="0">
                  <a:moveTo>
                    <a:pt x="0" y="1"/>
                  </a:moveTo>
                  <a:lnTo>
                    <a:pt x="0" y="447"/>
                  </a:lnTo>
                  <a:cubicBezTo>
                    <a:pt x="0" y="543"/>
                    <a:pt x="38" y="639"/>
                    <a:pt x="106" y="706"/>
                  </a:cubicBezTo>
                  <a:cubicBezTo>
                    <a:pt x="120" y="721"/>
                    <a:pt x="134" y="730"/>
                    <a:pt x="149" y="740"/>
                  </a:cubicBezTo>
                  <a:cubicBezTo>
                    <a:pt x="158" y="750"/>
                    <a:pt x="168" y="754"/>
                    <a:pt x="178" y="759"/>
                  </a:cubicBezTo>
                  <a:cubicBezTo>
                    <a:pt x="235" y="798"/>
                    <a:pt x="302" y="812"/>
                    <a:pt x="370" y="812"/>
                  </a:cubicBezTo>
                  <a:lnTo>
                    <a:pt x="1704" y="812"/>
                  </a:lnTo>
                  <a:cubicBezTo>
                    <a:pt x="1771" y="812"/>
                    <a:pt x="1839" y="798"/>
                    <a:pt x="1896" y="759"/>
                  </a:cubicBezTo>
                  <a:cubicBezTo>
                    <a:pt x="1906" y="754"/>
                    <a:pt x="1915" y="750"/>
                    <a:pt x="1925" y="740"/>
                  </a:cubicBezTo>
                  <a:cubicBezTo>
                    <a:pt x="1939" y="730"/>
                    <a:pt x="1954" y="721"/>
                    <a:pt x="1963" y="706"/>
                  </a:cubicBezTo>
                  <a:cubicBezTo>
                    <a:pt x="2035" y="639"/>
                    <a:pt x="2074" y="543"/>
                    <a:pt x="2074" y="447"/>
                  </a:cubicBezTo>
                  <a:lnTo>
                    <a:pt x="2074" y="1"/>
                  </a:lnTo>
                  <a:close/>
                </a:path>
              </a:pathLst>
            </a:custGeom>
            <a:solidFill>
              <a:srgbClr val="8C9EA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5620;p80">
              <a:extLst>
                <a:ext uri="{FF2B5EF4-FFF2-40B4-BE49-F238E27FC236}">
                  <a16:creationId xmlns:a16="http://schemas.microsoft.com/office/drawing/2014/main" id="{4F967533-E793-1AD0-16C1-B90B57BA9552}"/>
                </a:ext>
              </a:extLst>
            </p:cNvPr>
            <p:cNvSpPr/>
            <p:nvPr/>
          </p:nvSpPr>
          <p:spPr>
            <a:xfrm>
              <a:off x="1486397" y="2613421"/>
              <a:ext cx="34614" cy="21538"/>
            </a:xfrm>
            <a:custGeom>
              <a:avLst/>
              <a:gdLst/>
              <a:ahLst/>
              <a:cxnLst/>
              <a:rect l="l" t="t" r="r" b="b"/>
              <a:pathLst>
                <a:path w="1321" h="822" extrusionOk="0">
                  <a:moveTo>
                    <a:pt x="1" y="1"/>
                  </a:moveTo>
                  <a:lnTo>
                    <a:pt x="1" y="822"/>
                  </a:lnTo>
                  <a:lnTo>
                    <a:pt x="1321" y="822"/>
                  </a:lnTo>
                  <a:lnTo>
                    <a:pt x="1321" y="1"/>
                  </a:lnTo>
                  <a:close/>
                </a:path>
              </a:pathLst>
            </a:custGeom>
            <a:solidFill>
              <a:srgbClr val="D9E0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5621;p80">
              <a:extLst>
                <a:ext uri="{FF2B5EF4-FFF2-40B4-BE49-F238E27FC236}">
                  <a16:creationId xmlns:a16="http://schemas.microsoft.com/office/drawing/2014/main" id="{C676B779-EF41-C339-3612-D40420DFE2B6}"/>
                </a:ext>
              </a:extLst>
            </p:cNvPr>
            <p:cNvSpPr/>
            <p:nvPr/>
          </p:nvSpPr>
          <p:spPr>
            <a:xfrm>
              <a:off x="1486397" y="2634933"/>
              <a:ext cx="34614" cy="21303"/>
            </a:xfrm>
            <a:custGeom>
              <a:avLst/>
              <a:gdLst/>
              <a:ahLst/>
              <a:cxnLst/>
              <a:rect l="l" t="t" r="r" b="b"/>
              <a:pathLst>
                <a:path w="1321" h="813" extrusionOk="0">
                  <a:moveTo>
                    <a:pt x="1" y="1"/>
                  </a:moveTo>
                  <a:lnTo>
                    <a:pt x="1" y="447"/>
                  </a:lnTo>
                  <a:cubicBezTo>
                    <a:pt x="1" y="649"/>
                    <a:pt x="169" y="812"/>
                    <a:pt x="370" y="812"/>
                  </a:cubicBezTo>
                  <a:lnTo>
                    <a:pt x="951" y="812"/>
                  </a:lnTo>
                  <a:cubicBezTo>
                    <a:pt x="1018" y="812"/>
                    <a:pt x="1086" y="798"/>
                    <a:pt x="1143" y="759"/>
                  </a:cubicBezTo>
                  <a:cubicBezTo>
                    <a:pt x="1153" y="754"/>
                    <a:pt x="1162" y="750"/>
                    <a:pt x="1172" y="740"/>
                  </a:cubicBezTo>
                  <a:cubicBezTo>
                    <a:pt x="1186" y="730"/>
                    <a:pt x="1201" y="721"/>
                    <a:pt x="1210" y="706"/>
                  </a:cubicBezTo>
                  <a:cubicBezTo>
                    <a:pt x="1282" y="639"/>
                    <a:pt x="1321" y="543"/>
                    <a:pt x="1321" y="447"/>
                  </a:cubicBezTo>
                  <a:lnTo>
                    <a:pt x="1321" y="1"/>
                  </a:lnTo>
                  <a:close/>
                </a:path>
              </a:pathLst>
            </a:custGeom>
            <a:solidFill>
              <a:srgbClr val="C7D2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5622;p80">
              <a:extLst>
                <a:ext uri="{FF2B5EF4-FFF2-40B4-BE49-F238E27FC236}">
                  <a16:creationId xmlns:a16="http://schemas.microsoft.com/office/drawing/2014/main" id="{E3B5C894-FF59-BF74-2B84-82C65FDBCE7D}"/>
                </a:ext>
              </a:extLst>
            </p:cNvPr>
            <p:cNvSpPr/>
            <p:nvPr/>
          </p:nvSpPr>
          <p:spPr>
            <a:xfrm>
              <a:off x="1372076" y="2659852"/>
              <a:ext cx="138009" cy="127423"/>
            </a:xfrm>
            <a:custGeom>
              <a:avLst/>
              <a:gdLst/>
              <a:ahLst/>
              <a:cxnLst/>
              <a:rect l="l" t="t" r="r" b="b"/>
              <a:pathLst>
                <a:path w="5267" h="4863" extrusionOk="0">
                  <a:moveTo>
                    <a:pt x="279" y="0"/>
                  </a:moveTo>
                  <a:cubicBezTo>
                    <a:pt x="0" y="0"/>
                    <a:pt x="0" y="413"/>
                    <a:pt x="279" y="413"/>
                  </a:cubicBezTo>
                  <a:lnTo>
                    <a:pt x="519" y="413"/>
                  </a:lnTo>
                  <a:lnTo>
                    <a:pt x="519" y="2132"/>
                  </a:lnTo>
                  <a:cubicBezTo>
                    <a:pt x="519" y="2751"/>
                    <a:pt x="1023" y="3260"/>
                    <a:pt x="1647" y="3260"/>
                  </a:cubicBezTo>
                  <a:cubicBezTo>
                    <a:pt x="1648" y="3260"/>
                    <a:pt x="1649" y="3260"/>
                    <a:pt x="1650" y="3260"/>
                  </a:cubicBezTo>
                  <a:cubicBezTo>
                    <a:pt x="1677" y="3260"/>
                    <a:pt x="1664" y="3255"/>
                    <a:pt x="2981" y="3039"/>
                  </a:cubicBezTo>
                  <a:lnTo>
                    <a:pt x="2981" y="4368"/>
                  </a:lnTo>
                  <a:cubicBezTo>
                    <a:pt x="2981" y="4642"/>
                    <a:pt x="3202" y="4858"/>
                    <a:pt x="3476" y="4863"/>
                  </a:cubicBezTo>
                  <a:lnTo>
                    <a:pt x="4988" y="4863"/>
                  </a:lnTo>
                  <a:cubicBezTo>
                    <a:pt x="5266" y="4858"/>
                    <a:pt x="5266" y="4445"/>
                    <a:pt x="4988" y="4445"/>
                  </a:cubicBezTo>
                  <a:lnTo>
                    <a:pt x="3471" y="4445"/>
                  </a:lnTo>
                  <a:cubicBezTo>
                    <a:pt x="3428" y="4445"/>
                    <a:pt x="3394" y="4412"/>
                    <a:pt x="3394" y="4368"/>
                  </a:cubicBezTo>
                  <a:lnTo>
                    <a:pt x="3394" y="2794"/>
                  </a:lnTo>
                  <a:cubicBezTo>
                    <a:pt x="3394" y="2676"/>
                    <a:pt x="3298" y="2585"/>
                    <a:pt x="3186" y="2585"/>
                  </a:cubicBezTo>
                  <a:cubicBezTo>
                    <a:pt x="3175" y="2585"/>
                    <a:pt x="3165" y="2586"/>
                    <a:pt x="3154" y="2588"/>
                  </a:cubicBezTo>
                  <a:lnTo>
                    <a:pt x="1628" y="2847"/>
                  </a:lnTo>
                  <a:cubicBezTo>
                    <a:pt x="1239" y="2837"/>
                    <a:pt x="932" y="2520"/>
                    <a:pt x="932" y="2132"/>
                  </a:cubicBezTo>
                  <a:lnTo>
                    <a:pt x="932" y="207"/>
                  </a:lnTo>
                  <a:cubicBezTo>
                    <a:pt x="932" y="91"/>
                    <a:pt x="836" y="0"/>
                    <a:pt x="720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623;p80">
              <a:extLst>
                <a:ext uri="{FF2B5EF4-FFF2-40B4-BE49-F238E27FC236}">
                  <a16:creationId xmlns:a16="http://schemas.microsoft.com/office/drawing/2014/main" id="{3354463B-50C7-52ED-7DD3-44AAFF630C8E}"/>
                </a:ext>
              </a:extLst>
            </p:cNvPr>
            <p:cNvSpPr/>
            <p:nvPr/>
          </p:nvSpPr>
          <p:spPr>
            <a:xfrm>
              <a:off x="1347157" y="2442004"/>
              <a:ext cx="88040" cy="221306"/>
            </a:xfrm>
            <a:custGeom>
              <a:avLst/>
              <a:gdLst/>
              <a:ahLst/>
              <a:cxnLst/>
              <a:rect l="l" t="t" r="r" b="b"/>
              <a:pathLst>
                <a:path w="3360" h="8446" extrusionOk="0">
                  <a:moveTo>
                    <a:pt x="3055" y="0"/>
                  </a:moveTo>
                  <a:cubicBezTo>
                    <a:pt x="3018" y="0"/>
                    <a:pt x="2978" y="12"/>
                    <a:pt x="2939" y="39"/>
                  </a:cubicBezTo>
                  <a:cubicBezTo>
                    <a:pt x="1619" y="922"/>
                    <a:pt x="831" y="2405"/>
                    <a:pt x="831" y="3994"/>
                  </a:cubicBezTo>
                  <a:cubicBezTo>
                    <a:pt x="831" y="4244"/>
                    <a:pt x="850" y="4488"/>
                    <a:pt x="889" y="4733"/>
                  </a:cubicBezTo>
                  <a:cubicBezTo>
                    <a:pt x="68" y="7225"/>
                    <a:pt x="1" y="7210"/>
                    <a:pt x="1" y="7551"/>
                  </a:cubicBezTo>
                  <a:cubicBezTo>
                    <a:pt x="1" y="7858"/>
                    <a:pt x="121" y="8156"/>
                    <a:pt x="332" y="8377"/>
                  </a:cubicBezTo>
                  <a:cubicBezTo>
                    <a:pt x="378" y="8425"/>
                    <a:pt x="430" y="8445"/>
                    <a:pt x="480" y="8445"/>
                  </a:cubicBezTo>
                  <a:cubicBezTo>
                    <a:pt x="639" y="8445"/>
                    <a:pt x="776" y="8242"/>
                    <a:pt x="630" y="8089"/>
                  </a:cubicBezTo>
                  <a:cubicBezTo>
                    <a:pt x="428" y="7882"/>
                    <a:pt x="361" y="7575"/>
                    <a:pt x="457" y="7301"/>
                  </a:cubicBezTo>
                  <a:lnTo>
                    <a:pt x="1297" y="4815"/>
                  </a:lnTo>
                  <a:cubicBezTo>
                    <a:pt x="1306" y="4781"/>
                    <a:pt x="1311" y="4748"/>
                    <a:pt x="1306" y="4714"/>
                  </a:cubicBezTo>
                  <a:cubicBezTo>
                    <a:pt x="1263" y="4474"/>
                    <a:pt x="1244" y="4234"/>
                    <a:pt x="1244" y="3994"/>
                  </a:cubicBezTo>
                  <a:cubicBezTo>
                    <a:pt x="1244" y="2544"/>
                    <a:pt x="1964" y="1191"/>
                    <a:pt x="3169" y="384"/>
                  </a:cubicBezTo>
                  <a:cubicBezTo>
                    <a:pt x="3359" y="258"/>
                    <a:pt x="3232" y="0"/>
                    <a:pt x="3055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5624;p80">
              <a:extLst>
                <a:ext uri="{FF2B5EF4-FFF2-40B4-BE49-F238E27FC236}">
                  <a16:creationId xmlns:a16="http://schemas.microsoft.com/office/drawing/2014/main" id="{FC06A29F-301C-9FFD-EF7D-8AD3052F6386}"/>
                </a:ext>
              </a:extLst>
            </p:cNvPr>
            <p:cNvSpPr/>
            <p:nvPr/>
          </p:nvSpPr>
          <p:spPr>
            <a:xfrm>
              <a:off x="1438289" y="2421723"/>
              <a:ext cx="189523" cy="168901"/>
            </a:xfrm>
            <a:custGeom>
              <a:avLst/>
              <a:gdLst/>
              <a:ahLst/>
              <a:cxnLst/>
              <a:rect l="l" t="t" r="r" b="b"/>
              <a:pathLst>
                <a:path w="7233" h="6446" extrusionOk="0">
                  <a:moveTo>
                    <a:pt x="2116" y="1"/>
                  </a:moveTo>
                  <a:cubicBezTo>
                    <a:pt x="1476" y="1"/>
                    <a:pt x="830" y="130"/>
                    <a:pt x="219" y="395"/>
                  </a:cubicBezTo>
                  <a:cubicBezTo>
                    <a:pt x="1" y="492"/>
                    <a:pt x="98" y="794"/>
                    <a:pt x="297" y="794"/>
                  </a:cubicBezTo>
                  <a:cubicBezTo>
                    <a:pt x="325" y="794"/>
                    <a:pt x="355" y="788"/>
                    <a:pt x="387" y="774"/>
                  </a:cubicBezTo>
                  <a:cubicBezTo>
                    <a:pt x="939" y="534"/>
                    <a:pt x="1539" y="414"/>
                    <a:pt x="2144" y="414"/>
                  </a:cubicBezTo>
                  <a:cubicBezTo>
                    <a:pt x="5034" y="433"/>
                    <a:pt x="7184" y="3198"/>
                    <a:pt x="6234" y="6175"/>
                  </a:cubicBezTo>
                  <a:cubicBezTo>
                    <a:pt x="6184" y="6336"/>
                    <a:pt x="6312" y="6446"/>
                    <a:pt x="6439" y="6446"/>
                  </a:cubicBezTo>
                  <a:cubicBezTo>
                    <a:pt x="6519" y="6446"/>
                    <a:pt x="6599" y="6402"/>
                    <a:pt x="6632" y="6299"/>
                  </a:cubicBezTo>
                  <a:cubicBezTo>
                    <a:pt x="7232" y="4413"/>
                    <a:pt x="6695" y="2574"/>
                    <a:pt x="5461" y="1365"/>
                  </a:cubicBezTo>
                  <a:cubicBezTo>
                    <a:pt x="4547" y="473"/>
                    <a:pt x="3341" y="1"/>
                    <a:pt x="2116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5625;p80">
              <a:extLst>
                <a:ext uri="{FF2B5EF4-FFF2-40B4-BE49-F238E27FC236}">
                  <a16:creationId xmlns:a16="http://schemas.microsoft.com/office/drawing/2014/main" id="{BE5574BD-7A99-97CE-0007-E13EEC933529}"/>
                </a:ext>
              </a:extLst>
            </p:cNvPr>
            <p:cNvSpPr/>
            <p:nvPr/>
          </p:nvSpPr>
          <p:spPr>
            <a:xfrm>
              <a:off x="1517211" y="2599743"/>
              <a:ext cx="87438" cy="187531"/>
            </a:xfrm>
            <a:custGeom>
              <a:avLst/>
              <a:gdLst/>
              <a:ahLst/>
              <a:cxnLst/>
              <a:rect l="l" t="t" r="r" b="b"/>
              <a:pathLst>
                <a:path w="3337" h="7157" extrusionOk="0">
                  <a:moveTo>
                    <a:pt x="3102" y="0"/>
                  </a:moveTo>
                  <a:cubicBezTo>
                    <a:pt x="3027" y="0"/>
                    <a:pt x="2955" y="40"/>
                    <a:pt x="2915" y="110"/>
                  </a:cubicBezTo>
                  <a:cubicBezTo>
                    <a:pt x="2723" y="475"/>
                    <a:pt x="2233" y="1080"/>
                    <a:pt x="2233" y="2184"/>
                  </a:cubicBezTo>
                  <a:lnTo>
                    <a:pt x="2233" y="6662"/>
                  </a:lnTo>
                  <a:cubicBezTo>
                    <a:pt x="2233" y="6706"/>
                    <a:pt x="2195" y="6739"/>
                    <a:pt x="2151" y="6739"/>
                  </a:cubicBezTo>
                  <a:lnTo>
                    <a:pt x="274" y="6739"/>
                  </a:lnTo>
                  <a:cubicBezTo>
                    <a:pt x="1" y="6739"/>
                    <a:pt x="1" y="7157"/>
                    <a:pt x="274" y="7157"/>
                  </a:cubicBezTo>
                  <a:lnTo>
                    <a:pt x="2151" y="7157"/>
                  </a:lnTo>
                  <a:cubicBezTo>
                    <a:pt x="2425" y="7152"/>
                    <a:pt x="2646" y="6936"/>
                    <a:pt x="2646" y="6662"/>
                  </a:cubicBezTo>
                  <a:lnTo>
                    <a:pt x="2646" y="2184"/>
                  </a:lnTo>
                  <a:cubicBezTo>
                    <a:pt x="2646" y="1205"/>
                    <a:pt x="3073" y="701"/>
                    <a:pt x="3284" y="307"/>
                  </a:cubicBezTo>
                  <a:cubicBezTo>
                    <a:pt x="3337" y="206"/>
                    <a:pt x="3299" y="77"/>
                    <a:pt x="3198" y="24"/>
                  </a:cubicBezTo>
                  <a:cubicBezTo>
                    <a:pt x="3167" y="8"/>
                    <a:pt x="3134" y="0"/>
                    <a:pt x="3102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5626;p80">
              <a:extLst>
                <a:ext uri="{FF2B5EF4-FFF2-40B4-BE49-F238E27FC236}">
                  <a16:creationId xmlns:a16="http://schemas.microsoft.com/office/drawing/2014/main" id="{BA680284-0388-C220-3D3D-0D08DE1DA570}"/>
                </a:ext>
              </a:extLst>
            </p:cNvPr>
            <p:cNvSpPr/>
            <p:nvPr/>
          </p:nvSpPr>
          <p:spPr>
            <a:xfrm>
              <a:off x="1406899" y="2577392"/>
              <a:ext cx="28744" cy="18578"/>
            </a:xfrm>
            <a:custGeom>
              <a:avLst/>
              <a:gdLst/>
              <a:ahLst/>
              <a:cxnLst/>
              <a:rect l="l" t="t" r="r" b="b"/>
              <a:pathLst>
                <a:path w="1097" h="709" extrusionOk="0">
                  <a:moveTo>
                    <a:pt x="795" y="0"/>
                  </a:moveTo>
                  <a:cubicBezTo>
                    <a:pt x="761" y="0"/>
                    <a:pt x="724" y="10"/>
                    <a:pt x="687" y="32"/>
                  </a:cubicBezTo>
                  <a:lnTo>
                    <a:pt x="183" y="320"/>
                  </a:lnTo>
                  <a:cubicBezTo>
                    <a:pt x="1" y="426"/>
                    <a:pt x="73" y="709"/>
                    <a:pt x="289" y="709"/>
                  </a:cubicBezTo>
                  <a:cubicBezTo>
                    <a:pt x="323" y="709"/>
                    <a:pt x="356" y="699"/>
                    <a:pt x="390" y="680"/>
                  </a:cubicBezTo>
                  <a:lnTo>
                    <a:pt x="894" y="392"/>
                  </a:lnTo>
                  <a:cubicBezTo>
                    <a:pt x="1096" y="275"/>
                    <a:pt x="978" y="0"/>
                    <a:pt x="795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5627;p80">
              <a:extLst>
                <a:ext uri="{FF2B5EF4-FFF2-40B4-BE49-F238E27FC236}">
                  <a16:creationId xmlns:a16="http://schemas.microsoft.com/office/drawing/2014/main" id="{A86DDABE-4759-B4E7-913F-8AE1A82DBDFF}"/>
                </a:ext>
              </a:extLst>
            </p:cNvPr>
            <p:cNvSpPr/>
            <p:nvPr/>
          </p:nvSpPr>
          <p:spPr>
            <a:xfrm>
              <a:off x="1549912" y="2578650"/>
              <a:ext cx="28587" cy="18578"/>
            </a:xfrm>
            <a:custGeom>
              <a:avLst/>
              <a:gdLst/>
              <a:ahLst/>
              <a:cxnLst/>
              <a:rect l="l" t="t" r="r" b="b"/>
              <a:pathLst>
                <a:path w="1091" h="709" extrusionOk="0">
                  <a:moveTo>
                    <a:pt x="300" y="0"/>
                  </a:moveTo>
                  <a:cubicBezTo>
                    <a:pt x="115" y="0"/>
                    <a:pt x="0" y="275"/>
                    <a:pt x="202" y="392"/>
                  </a:cubicBezTo>
                  <a:cubicBezTo>
                    <a:pt x="702" y="670"/>
                    <a:pt x="711" y="709"/>
                    <a:pt x="807" y="709"/>
                  </a:cubicBezTo>
                  <a:cubicBezTo>
                    <a:pt x="1019" y="709"/>
                    <a:pt x="1091" y="430"/>
                    <a:pt x="913" y="325"/>
                  </a:cubicBezTo>
                  <a:lnTo>
                    <a:pt x="409" y="32"/>
                  </a:lnTo>
                  <a:cubicBezTo>
                    <a:pt x="371" y="10"/>
                    <a:pt x="334" y="0"/>
                    <a:pt x="300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5628;p80">
              <a:extLst>
                <a:ext uri="{FF2B5EF4-FFF2-40B4-BE49-F238E27FC236}">
                  <a16:creationId xmlns:a16="http://schemas.microsoft.com/office/drawing/2014/main" id="{1582F049-7F3A-9032-2E0A-20ABD47A332C}"/>
                </a:ext>
              </a:extLst>
            </p:cNvPr>
            <p:cNvSpPr/>
            <p:nvPr/>
          </p:nvSpPr>
          <p:spPr>
            <a:xfrm>
              <a:off x="1427022" y="2483116"/>
              <a:ext cx="133738" cy="199008"/>
            </a:xfrm>
            <a:custGeom>
              <a:avLst/>
              <a:gdLst/>
              <a:ahLst/>
              <a:cxnLst/>
              <a:rect l="l" t="t" r="r" b="b"/>
              <a:pathLst>
                <a:path w="5104" h="7595" extrusionOk="0">
                  <a:moveTo>
                    <a:pt x="1787" y="1883"/>
                  </a:moveTo>
                  <a:cubicBezTo>
                    <a:pt x="1880" y="1883"/>
                    <a:pt x="1974" y="1940"/>
                    <a:pt x="1974" y="2055"/>
                  </a:cubicBezTo>
                  <a:lnTo>
                    <a:pt x="1974" y="2228"/>
                  </a:lnTo>
                  <a:lnTo>
                    <a:pt x="1772" y="2228"/>
                  </a:lnTo>
                  <a:cubicBezTo>
                    <a:pt x="1676" y="2223"/>
                    <a:pt x="1599" y="2151"/>
                    <a:pt x="1599" y="2055"/>
                  </a:cubicBezTo>
                  <a:cubicBezTo>
                    <a:pt x="1599" y="1940"/>
                    <a:pt x="1693" y="1883"/>
                    <a:pt x="1787" y="1883"/>
                  </a:cubicBezTo>
                  <a:close/>
                  <a:moveTo>
                    <a:pt x="3313" y="1883"/>
                  </a:moveTo>
                  <a:cubicBezTo>
                    <a:pt x="3407" y="1883"/>
                    <a:pt x="3500" y="1940"/>
                    <a:pt x="3500" y="2055"/>
                  </a:cubicBezTo>
                  <a:cubicBezTo>
                    <a:pt x="3500" y="2151"/>
                    <a:pt x="3424" y="2223"/>
                    <a:pt x="3328" y="2228"/>
                  </a:cubicBezTo>
                  <a:lnTo>
                    <a:pt x="3126" y="2228"/>
                  </a:lnTo>
                  <a:lnTo>
                    <a:pt x="3126" y="2055"/>
                  </a:lnTo>
                  <a:cubicBezTo>
                    <a:pt x="3126" y="1940"/>
                    <a:pt x="3220" y="1883"/>
                    <a:pt x="3313" y="1883"/>
                  </a:cubicBezTo>
                  <a:close/>
                  <a:moveTo>
                    <a:pt x="2713" y="2641"/>
                  </a:moveTo>
                  <a:lnTo>
                    <a:pt x="2713" y="4768"/>
                  </a:lnTo>
                  <a:lnTo>
                    <a:pt x="2387" y="4768"/>
                  </a:lnTo>
                  <a:lnTo>
                    <a:pt x="2387" y="2641"/>
                  </a:lnTo>
                  <a:close/>
                  <a:moveTo>
                    <a:pt x="3380" y="5180"/>
                  </a:moveTo>
                  <a:lnTo>
                    <a:pt x="3380" y="5588"/>
                  </a:lnTo>
                  <a:lnTo>
                    <a:pt x="1719" y="5588"/>
                  </a:lnTo>
                  <a:lnTo>
                    <a:pt x="1719" y="5180"/>
                  </a:lnTo>
                  <a:close/>
                  <a:moveTo>
                    <a:pt x="3380" y="6001"/>
                  </a:moveTo>
                  <a:lnTo>
                    <a:pt x="3380" y="6241"/>
                  </a:lnTo>
                  <a:cubicBezTo>
                    <a:pt x="3380" y="6328"/>
                    <a:pt x="3308" y="6400"/>
                    <a:pt x="3222" y="6400"/>
                  </a:cubicBezTo>
                  <a:lnTo>
                    <a:pt x="1883" y="6400"/>
                  </a:lnTo>
                  <a:cubicBezTo>
                    <a:pt x="1791" y="6400"/>
                    <a:pt x="1719" y="6328"/>
                    <a:pt x="1719" y="6241"/>
                  </a:cubicBezTo>
                  <a:lnTo>
                    <a:pt x="1719" y="6001"/>
                  </a:lnTo>
                  <a:close/>
                  <a:moveTo>
                    <a:pt x="3011" y="6817"/>
                  </a:moveTo>
                  <a:cubicBezTo>
                    <a:pt x="2963" y="7028"/>
                    <a:pt x="2772" y="7176"/>
                    <a:pt x="2552" y="7177"/>
                  </a:cubicBezTo>
                  <a:lnTo>
                    <a:pt x="2552" y="7177"/>
                  </a:lnTo>
                  <a:cubicBezTo>
                    <a:pt x="2333" y="7176"/>
                    <a:pt x="2142" y="7028"/>
                    <a:pt x="2094" y="6817"/>
                  </a:cubicBezTo>
                  <a:close/>
                  <a:moveTo>
                    <a:pt x="2556" y="1"/>
                  </a:moveTo>
                  <a:cubicBezTo>
                    <a:pt x="2544" y="1"/>
                    <a:pt x="2533" y="1"/>
                    <a:pt x="2521" y="1"/>
                  </a:cubicBezTo>
                  <a:cubicBezTo>
                    <a:pt x="1551" y="15"/>
                    <a:pt x="687" y="620"/>
                    <a:pt x="342" y="1527"/>
                  </a:cubicBezTo>
                  <a:cubicBezTo>
                    <a:pt x="1" y="2435"/>
                    <a:pt x="246" y="3457"/>
                    <a:pt x="966" y="4110"/>
                  </a:cubicBezTo>
                  <a:cubicBezTo>
                    <a:pt x="1187" y="4312"/>
                    <a:pt x="1307" y="4600"/>
                    <a:pt x="1307" y="4897"/>
                  </a:cubicBezTo>
                  <a:lnTo>
                    <a:pt x="1307" y="6241"/>
                  </a:lnTo>
                  <a:cubicBezTo>
                    <a:pt x="1307" y="6476"/>
                    <a:pt x="1451" y="6683"/>
                    <a:pt x="1667" y="6774"/>
                  </a:cubicBezTo>
                  <a:cubicBezTo>
                    <a:pt x="1700" y="7235"/>
                    <a:pt x="2089" y="7595"/>
                    <a:pt x="2550" y="7595"/>
                  </a:cubicBezTo>
                  <a:cubicBezTo>
                    <a:pt x="3016" y="7595"/>
                    <a:pt x="3404" y="7235"/>
                    <a:pt x="3438" y="6774"/>
                  </a:cubicBezTo>
                  <a:cubicBezTo>
                    <a:pt x="3654" y="6683"/>
                    <a:pt x="3793" y="6472"/>
                    <a:pt x="3793" y="6241"/>
                  </a:cubicBezTo>
                  <a:lnTo>
                    <a:pt x="3793" y="4892"/>
                  </a:lnTo>
                  <a:cubicBezTo>
                    <a:pt x="3793" y="4816"/>
                    <a:pt x="3803" y="4739"/>
                    <a:pt x="3817" y="4662"/>
                  </a:cubicBezTo>
                  <a:cubicBezTo>
                    <a:pt x="3856" y="4503"/>
                    <a:pt x="3733" y="4406"/>
                    <a:pt x="3612" y="4406"/>
                  </a:cubicBezTo>
                  <a:cubicBezTo>
                    <a:pt x="3525" y="4406"/>
                    <a:pt x="3438" y="4456"/>
                    <a:pt x="3414" y="4571"/>
                  </a:cubicBezTo>
                  <a:cubicBezTo>
                    <a:pt x="3400" y="4633"/>
                    <a:pt x="3390" y="4700"/>
                    <a:pt x="3385" y="4768"/>
                  </a:cubicBezTo>
                  <a:lnTo>
                    <a:pt x="3126" y="4768"/>
                  </a:lnTo>
                  <a:lnTo>
                    <a:pt x="3126" y="2641"/>
                  </a:lnTo>
                  <a:lnTo>
                    <a:pt x="3328" y="2641"/>
                  </a:lnTo>
                  <a:cubicBezTo>
                    <a:pt x="3333" y="2641"/>
                    <a:pt x="3339" y="2641"/>
                    <a:pt x="3345" y="2641"/>
                  </a:cubicBezTo>
                  <a:cubicBezTo>
                    <a:pt x="3668" y="2641"/>
                    <a:pt x="3932" y="2381"/>
                    <a:pt x="3932" y="2055"/>
                  </a:cubicBezTo>
                  <a:cubicBezTo>
                    <a:pt x="3932" y="1730"/>
                    <a:pt x="3668" y="1470"/>
                    <a:pt x="3345" y="1470"/>
                  </a:cubicBezTo>
                  <a:cubicBezTo>
                    <a:pt x="3339" y="1470"/>
                    <a:pt x="3333" y="1470"/>
                    <a:pt x="3328" y="1470"/>
                  </a:cubicBezTo>
                  <a:lnTo>
                    <a:pt x="3299" y="1470"/>
                  </a:lnTo>
                  <a:cubicBezTo>
                    <a:pt x="2972" y="1470"/>
                    <a:pt x="2713" y="1734"/>
                    <a:pt x="2713" y="2055"/>
                  </a:cubicBezTo>
                  <a:lnTo>
                    <a:pt x="2713" y="2228"/>
                  </a:lnTo>
                  <a:lnTo>
                    <a:pt x="2387" y="2228"/>
                  </a:lnTo>
                  <a:lnTo>
                    <a:pt x="2387" y="2055"/>
                  </a:lnTo>
                  <a:cubicBezTo>
                    <a:pt x="2387" y="1734"/>
                    <a:pt x="2123" y="1470"/>
                    <a:pt x="1801" y="1470"/>
                  </a:cubicBezTo>
                  <a:lnTo>
                    <a:pt x="1772" y="1470"/>
                  </a:lnTo>
                  <a:cubicBezTo>
                    <a:pt x="1455" y="1479"/>
                    <a:pt x="1206" y="1739"/>
                    <a:pt x="1206" y="2055"/>
                  </a:cubicBezTo>
                  <a:cubicBezTo>
                    <a:pt x="1206" y="2372"/>
                    <a:pt x="1455" y="2631"/>
                    <a:pt x="1772" y="2641"/>
                  </a:cubicBezTo>
                  <a:lnTo>
                    <a:pt x="1974" y="2641"/>
                  </a:lnTo>
                  <a:lnTo>
                    <a:pt x="1974" y="4768"/>
                  </a:lnTo>
                  <a:lnTo>
                    <a:pt x="1715" y="4768"/>
                  </a:lnTo>
                  <a:cubicBezTo>
                    <a:pt x="1681" y="4398"/>
                    <a:pt x="1513" y="4052"/>
                    <a:pt x="1239" y="3803"/>
                  </a:cubicBezTo>
                  <a:cubicBezTo>
                    <a:pt x="644" y="3260"/>
                    <a:pt x="443" y="2411"/>
                    <a:pt x="731" y="1657"/>
                  </a:cubicBezTo>
                  <a:cubicBezTo>
                    <a:pt x="1023" y="908"/>
                    <a:pt x="1743" y="414"/>
                    <a:pt x="2545" y="414"/>
                  </a:cubicBezTo>
                  <a:lnTo>
                    <a:pt x="2593" y="414"/>
                  </a:lnTo>
                  <a:cubicBezTo>
                    <a:pt x="3635" y="447"/>
                    <a:pt x="4470" y="1292"/>
                    <a:pt x="4494" y="2334"/>
                  </a:cubicBezTo>
                  <a:lnTo>
                    <a:pt x="4494" y="2363"/>
                  </a:lnTo>
                  <a:cubicBezTo>
                    <a:pt x="4494" y="2891"/>
                    <a:pt x="4278" y="3400"/>
                    <a:pt x="3894" y="3769"/>
                  </a:cubicBezTo>
                  <a:cubicBezTo>
                    <a:pt x="3738" y="3914"/>
                    <a:pt x="3875" y="4128"/>
                    <a:pt x="4037" y="4128"/>
                  </a:cubicBezTo>
                  <a:cubicBezTo>
                    <a:pt x="4084" y="4128"/>
                    <a:pt x="4133" y="4110"/>
                    <a:pt x="4177" y="4067"/>
                  </a:cubicBezTo>
                  <a:cubicBezTo>
                    <a:pt x="4883" y="3400"/>
                    <a:pt x="5104" y="2367"/>
                    <a:pt x="4734" y="1470"/>
                  </a:cubicBezTo>
                  <a:cubicBezTo>
                    <a:pt x="4374" y="583"/>
                    <a:pt x="3512" y="1"/>
                    <a:pt x="2556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5629;p80">
              <a:extLst>
                <a:ext uri="{FF2B5EF4-FFF2-40B4-BE49-F238E27FC236}">
                  <a16:creationId xmlns:a16="http://schemas.microsoft.com/office/drawing/2014/main" id="{1E4EFA2A-3735-3CD0-4294-08911A7F570E}"/>
                </a:ext>
              </a:extLst>
            </p:cNvPr>
            <p:cNvSpPr/>
            <p:nvPr/>
          </p:nvSpPr>
          <p:spPr>
            <a:xfrm>
              <a:off x="1488415" y="2449996"/>
              <a:ext cx="10848" cy="26071"/>
            </a:xfrm>
            <a:custGeom>
              <a:avLst/>
              <a:gdLst/>
              <a:ahLst/>
              <a:cxnLst/>
              <a:rect l="l" t="t" r="r" b="b"/>
              <a:pathLst>
                <a:path w="414" h="995" extrusionOk="0">
                  <a:moveTo>
                    <a:pt x="207" y="0"/>
                  </a:moveTo>
                  <a:cubicBezTo>
                    <a:pt x="104" y="0"/>
                    <a:pt x="1" y="70"/>
                    <a:pt x="1" y="209"/>
                  </a:cubicBezTo>
                  <a:lnTo>
                    <a:pt x="1" y="790"/>
                  </a:lnTo>
                  <a:cubicBezTo>
                    <a:pt x="1" y="927"/>
                    <a:pt x="104" y="995"/>
                    <a:pt x="207" y="995"/>
                  </a:cubicBezTo>
                  <a:cubicBezTo>
                    <a:pt x="310" y="995"/>
                    <a:pt x="413" y="927"/>
                    <a:pt x="413" y="790"/>
                  </a:cubicBezTo>
                  <a:lnTo>
                    <a:pt x="413" y="209"/>
                  </a:lnTo>
                  <a:cubicBezTo>
                    <a:pt x="413" y="70"/>
                    <a:pt x="310" y="0"/>
                    <a:pt x="207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5630;p80">
              <a:extLst>
                <a:ext uri="{FF2B5EF4-FFF2-40B4-BE49-F238E27FC236}">
                  <a16:creationId xmlns:a16="http://schemas.microsoft.com/office/drawing/2014/main" id="{D8B7117C-B001-9F7F-F46E-73295DC621BF}"/>
                </a:ext>
              </a:extLst>
            </p:cNvPr>
            <p:cNvSpPr/>
            <p:nvPr/>
          </p:nvSpPr>
          <p:spPr>
            <a:xfrm>
              <a:off x="1441276" y="2461708"/>
              <a:ext cx="21014" cy="24080"/>
            </a:xfrm>
            <a:custGeom>
              <a:avLst/>
              <a:gdLst/>
              <a:ahLst/>
              <a:cxnLst/>
              <a:rect l="l" t="t" r="r" b="b"/>
              <a:pathLst>
                <a:path w="802" h="919" extrusionOk="0">
                  <a:moveTo>
                    <a:pt x="281" y="1"/>
                  </a:moveTo>
                  <a:cubicBezTo>
                    <a:pt x="139" y="1"/>
                    <a:pt x="0" y="149"/>
                    <a:pt x="95" y="314"/>
                  </a:cubicBezTo>
                  <a:lnTo>
                    <a:pt x="383" y="813"/>
                  </a:lnTo>
                  <a:cubicBezTo>
                    <a:pt x="422" y="881"/>
                    <a:pt x="493" y="918"/>
                    <a:pt x="566" y="918"/>
                  </a:cubicBezTo>
                  <a:cubicBezTo>
                    <a:pt x="602" y="918"/>
                    <a:pt x="638" y="909"/>
                    <a:pt x="671" y="890"/>
                  </a:cubicBezTo>
                  <a:cubicBezTo>
                    <a:pt x="767" y="832"/>
                    <a:pt x="801" y="708"/>
                    <a:pt x="743" y="607"/>
                  </a:cubicBezTo>
                  <a:lnTo>
                    <a:pt x="455" y="108"/>
                  </a:lnTo>
                  <a:cubicBezTo>
                    <a:pt x="412" y="32"/>
                    <a:pt x="346" y="1"/>
                    <a:pt x="281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5631;p80">
              <a:extLst>
                <a:ext uri="{FF2B5EF4-FFF2-40B4-BE49-F238E27FC236}">
                  <a16:creationId xmlns:a16="http://schemas.microsoft.com/office/drawing/2014/main" id="{CFFCF834-6253-3169-943E-AB5493208E74}"/>
                </a:ext>
              </a:extLst>
            </p:cNvPr>
            <p:cNvSpPr/>
            <p:nvPr/>
          </p:nvSpPr>
          <p:spPr>
            <a:xfrm>
              <a:off x="1407135" y="2494514"/>
              <a:ext cx="27355" cy="18578"/>
            </a:xfrm>
            <a:custGeom>
              <a:avLst/>
              <a:gdLst/>
              <a:ahLst/>
              <a:cxnLst/>
              <a:rect l="l" t="t" r="r" b="b"/>
              <a:pathLst>
                <a:path w="1044" h="709" extrusionOk="0">
                  <a:moveTo>
                    <a:pt x="300" y="0"/>
                  </a:moveTo>
                  <a:cubicBezTo>
                    <a:pt x="116" y="0"/>
                    <a:pt x="1" y="274"/>
                    <a:pt x="203" y="392"/>
                  </a:cubicBezTo>
                  <a:cubicBezTo>
                    <a:pt x="702" y="670"/>
                    <a:pt x="712" y="708"/>
                    <a:pt x="808" y="708"/>
                  </a:cubicBezTo>
                  <a:cubicBezTo>
                    <a:pt x="880" y="708"/>
                    <a:pt x="947" y="665"/>
                    <a:pt x="986" y="603"/>
                  </a:cubicBezTo>
                  <a:cubicBezTo>
                    <a:pt x="1043" y="502"/>
                    <a:pt x="1010" y="377"/>
                    <a:pt x="909" y="320"/>
                  </a:cubicBezTo>
                  <a:lnTo>
                    <a:pt x="410" y="32"/>
                  </a:lnTo>
                  <a:cubicBezTo>
                    <a:pt x="372" y="10"/>
                    <a:pt x="335" y="0"/>
                    <a:pt x="300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5632;p80">
              <a:extLst>
                <a:ext uri="{FF2B5EF4-FFF2-40B4-BE49-F238E27FC236}">
                  <a16:creationId xmlns:a16="http://schemas.microsoft.com/office/drawing/2014/main" id="{68F45E5C-4D93-112C-DD3D-381B59E2AD7E}"/>
                </a:ext>
              </a:extLst>
            </p:cNvPr>
            <p:cNvSpPr/>
            <p:nvPr/>
          </p:nvSpPr>
          <p:spPr>
            <a:xfrm>
              <a:off x="1395474" y="2539739"/>
              <a:ext cx="27801" cy="10822"/>
            </a:xfrm>
            <a:custGeom>
              <a:avLst/>
              <a:gdLst/>
              <a:ahLst/>
              <a:cxnLst/>
              <a:rect l="l" t="t" r="r" b="b"/>
              <a:pathLst>
                <a:path w="1061" h="413" extrusionOk="0">
                  <a:moveTo>
                    <a:pt x="279" y="0"/>
                  </a:moveTo>
                  <a:cubicBezTo>
                    <a:pt x="0" y="0"/>
                    <a:pt x="0" y="413"/>
                    <a:pt x="279" y="413"/>
                  </a:cubicBezTo>
                  <a:lnTo>
                    <a:pt x="855" y="413"/>
                  </a:lnTo>
                  <a:cubicBezTo>
                    <a:pt x="970" y="413"/>
                    <a:pt x="1061" y="322"/>
                    <a:pt x="1061" y="206"/>
                  </a:cubicBezTo>
                  <a:cubicBezTo>
                    <a:pt x="1061" y="91"/>
                    <a:pt x="970" y="0"/>
                    <a:pt x="855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5633;p80">
              <a:extLst>
                <a:ext uri="{FF2B5EF4-FFF2-40B4-BE49-F238E27FC236}">
                  <a16:creationId xmlns:a16="http://schemas.microsoft.com/office/drawing/2014/main" id="{847E2821-FAB1-ED56-0568-D7E3C522312C}"/>
                </a:ext>
              </a:extLst>
            </p:cNvPr>
            <p:cNvSpPr/>
            <p:nvPr/>
          </p:nvSpPr>
          <p:spPr>
            <a:xfrm>
              <a:off x="1561127" y="2541233"/>
              <a:ext cx="27801" cy="10848"/>
            </a:xfrm>
            <a:custGeom>
              <a:avLst/>
              <a:gdLst/>
              <a:ahLst/>
              <a:cxnLst/>
              <a:rect l="l" t="t" r="r" b="b"/>
              <a:pathLst>
                <a:path w="1061" h="414" extrusionOk="0">
                  <a:moveTo>
                    <a:pt x="274" y="1"/>
                  </a:moveTo>
                  <a:cubicBezTo>
                    <a:pt x="0" y="1"/>
                    <a:pt x="0" y="413"/>
                    <a:pt x="274" y="413"/>
                  </a:cubicBezTo>
                  <a:lnTo>
                    <a:pt x="855" y="413"/>
                  </a:lnTo>
                  <a:cubicBezTo>
                    <a:pt x="970" y="413"/>
                    <a:pt x="1061" y="322"/>
                    <a:pt x="1061" y="207"/>
                  </a:cubicBezTo>
                  <a:cubicBezTo>
                    <a:pt x="1061" y="92"/>
                    <a:pt x="970" y="1"/>
                    <a:pt x="855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5634;p80">
              <a:extLst>
                <a:ext uri="{FF2B5EF4-FFF2-40B4-BE49-F238E27FC236}">
                  <a16:creationId xmlns:a16="http://schemas.microsoft.com/office/drawing/2014/main" id="{7085B8C3-E040-7BC6-A962-420AB7BAE789}"/>
                </a:ext>
              </a:extLst>
            </p:cNvPr>
            <p:cNvSpPr/>
            <p:nvPr/>
          </p:nvSpPr>
          <p:spPr>
            <a:xfrm>
              <a:off x="1550646" y="2495772"/>
              <a:ext cx="29137" cy="18656"/>
            </a:xfrm>
            <a:custGeom>
              <a:avLst/>
              <a:gdLst/>
              <a:ahLst/>
              <a:cxnLst/>
              <a:rect l="l" t="t" r="r" b="b"/>
              <a:pathLst>
                <a:path w="1112" h="712" extrusionOk="0">
                  <a:moveTo>
                    <a:pt x="812" y="0"/>
                  </a:moveTo>
                  <a:cubicBezTo>
                    <a:pt x="777" y="0"/>
                    <a:pt x="740" y="10"/>
                    <a:pt x="702" y="32"/>
                  </a:cubicBezTo>
                  <a:lnTo>
                    <a:pt x="203" y="320"/>
                  </a:lnTo>
                  <a:cubicBezTo>
                    <a:pt x="1" y="437"/>
                    <a:pt x="116" y="711"/>
                    <a:pt x="301" y="711"/>
                  </a:cubicBezTo>
                  <a:cubicBezTo>
                    <a:pt x="335" y="711"/>
                    <a:pt x="372" y="701"/>
                    <a:pt x="410" y="680"/>
                  </a:cubicBezTo>
                  <a:lnTo>
                    <a:pt x="909" y="392"/>
                  </a:lnTo>
                  <a:cubicBezTo>
                    <a:pt x="1111" y="274"/>
                    <a:pt x="996" y="0"/>
                    <a:pt x="812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5635;p80">
              <a:extLst>
                <a:ext uri="{FF2B5EF4-FFF2-40B4-BE49-F238E27FC236}">
                  <a16:creationId xmlns:a16="http://schemas.microsoft.com/office/drawing/2014/main" id="{C5B5373F-2E3C-DF67-AA53-B93F44A7995B}"/>
                </a:ext>
              </a:extLst>
            </p:cNvPr>
            <p:cNvSpPr/>
            <p:nvPr/>
          </p:nvSpPr>
          <p:spPr>
            <a:xfrm>
              <a:off x="1524155" y="2462416"/>
              <a:ext cx="22010" cy="24159"/>
            </a:xfrm>
            <a:custGeom>
              <a:avLst/>
              <a:gdLst/>
              <a:ahLst/>
              <a:cxnLst/>
              <a:rect l="l" t="t" r="r" b="b"/>
              <a:pathLst>
                <a:path w="840" h="922" extrusionOk="0">
                  <a:moveTo>
                    <a:pt x="556" y="1"/>
                  </a:moveTo>
                  <a:cubicBezTo>
                    <a:pt x="492" y="1"/>
                    <a:pt x="427" y="31"/>
                    <a:pt x="384" y="105"/>
                  </a:cubicBezTo>
                  <a:lnTo>
                    <a:pt x="96" y="609"/>
                  </a:lnTo>
                  <a:cubicBezTo>
                    <a:pt x="0" y="773"/>
                    <a:pt x="140" y="922"/>
                    <a:pt x="281" y="922"/>
                  </a:cubicBezTo>
                  <a:cubicBezTo>
                    <a:pt x="346" y="922"/>
                    <a:pt x="412" y="890"/>
                    <a:pt x="456" y="815"/>
                  </a:cubicBezTo>
                  <a:lnTo>
                    <a:pt x="744" y="316"/>
                  </a:lnTo>
                  <a:cubicBezTo>
                    <a:pt x="840" y="150"/>
                    <a:pt x="699" y="1"/>
                    <a:pt x="556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9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E04931-1DE5-B1B4-AAC5-20006902C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95B9B-EDB8-DB51-4EB3-9C0338E24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do we need RAG? 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B5A35037-D2AE-4F15-E2E1-CD9ED66F2C14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2356339" y="1888271"/>
            <a:ext cx="4290645" cy="2535045"/>
          </a:xfrm>
        </p:spPr>
        <p:txBody>
          <a:bodyPr/>
          <a:lstStyle/>
          <a:p>
            <a:r>
              <a:rPr lang="en-IN" dirty="0"/>
              <a:t>When asked about specific company</a:t>
            </a:r>
          </a:p>
          <a:p>
            <a:r>
              <a:rPr lang="en-IN" dirty="0"/>
              <a:t>data, an LLM will resort to guesswork</a:t>
            </a:r>
          </a:p>
          <a:p>
            <a:r>
              <a:rPr lang="en-IN" dirty="0"/>
              <a:t>either inventing plausible-sounding</a:t>
            </a:r>
          </a:p>
          <a:p>
            <a:r>
              <a:rPr lang="en-IN" dirty="0"/>
              <a:t>details  (</a:t>
            </a:r>
            <a:r>
              <a:rPr lang="en-IN" b="1" dirty="0"/>
              <a:t>hallucinating</a:t>
            </a:r>
            <a:r>
              <a:rPr lang="en-IN" dirty="0"/>
              <a:t>) or falling back on</a:t>
            </a:r>
          </a:p>
          <a:p>
            <a:r>
              <a:rPr lang="en-IN" b="1" dirty="0"/>
              <a:t>generic industry data</a:t>
            </a:r>
            <a:r>
              <a:rPr lang="en-IN" dirty="0"/>
              <a:t>.</a:t>
            </a:r>
            <a:endParaRPr lang="en-IN" b="1" dirty="0"/>
          </a:p>
        </p:txBody>
      </p:sp>
      <p:sp>
        <p:nvSpPr>
          <p:cNvPr id="23" name="Subtitle 22">
            <a:extLst>
              <a:ext uri="{FF2B5EF4-FFF2-40B4-BE49-F238E27FC236}">
                <a16:creationId xmlns:a16="http://schemas.microsoft.com/office/drawing/2014/main" id="{BA86A5C3-3E68-B7F6-9D35-9C1BBEE09C99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2356236" y="1093925"/>
            <a:ext cx="4296240" cy="794347"/>
          </a:xfrm>
        </p:spPr>
        <p:txBody>
          <a:bodyPr/>
          <a:lstStyle/>
          <a:p>
            <a:r>
              <a:rPr lang="en-IN" dirty="0"/>
              <a:t>Limitation of LLMS</a:t>
            </a:r>
          </a:p>
        </p:txBody>
      </p:sp>
      <p:grpSp>
        <p:nvGrpSpPr>
          <p:cNvPr id="5" name="Google Shape;13944;p79">
            <a:extLst>
              <a:ext uri="{FF2B5EF4-FFF2-40B4-BE49-F238E27FC236}">
                <a16:creationId xmlns:a16="http://schemas.microsoft.com/office/drawing/2014/main" id="{C0431796-8C63-DAB6-323C-D98D1F9421FC}"/>
              </a:ext>
            </a:extLst>
          </p:cNvPr>
          <p:cNvGrpSpPr/>
          <p:nvPr/>
        </p:nvGrpSpPr>
        <p:grpSpPr>
          <a:xfrm>
            <a:off x="6908948" y="628378"/>
            <a:ext cx="289336" cy="358393"/>
            <a:chOff x="2671485" y="3381452"/>
            <a:chExt cx="289336" cy="358393"/>
          </a:xfrm>
        </p:grpSpPr>
        <p:sp>
          <p:nvSpPr>
            <p:cNvPr id="6" name="Google Shape;13945;p79">
              <a:extLst>
                <a:ext uri="{FF2B5EF4-FFF2-40B4-BE49-F238E27FC236}">
                  <a16:creationId xmlns:a16="http://schemas.microsoft.com/office/drawing/2014/main" id="{1D316691-EB12-493F-BA68-FC8DD93F481C}"/>
                </a:ext>
              </a:extLst>
            </p:cNvPr>
            <p:cNvSpPr/>
            <p:nvPr/>
          </p:nvSpPr>
          <p:spPr>
            <a:xfrm>
              <a:off x="2744973" y="3660537"/>
              <a:ext cx="60510" cy="41135"/>
            </a:xfrm>
            <a:custGeom>
              <a:avLst/>
              <a:gdLst/>
              <a:ahLst/>
              <a:cxnLst/>
              <a:rect l="l" t="t" r="r" b="b"/>
              <a:pathLst>
                <a:path w="2308" h="1569" extrusionOk="0">
                  <a:moveTo>
                    <a:pt x="0" y="1"/>
                  </a:moveTo>
                  <a:lnTo>
                    <a:pt x="0" y="1569"/>
                  </a:lnTo>
                  <a:lnTo>
                    <a:pt x="2307" y="1569"/>
                  </a:lnTo>
                  <a:lnTo>
                    <a:pt x="2307" y="1"/>
                  </a:lnTo>
                  <a:close/>
                </a:path>
              </a:pathLst>
            </a:custGeom>
            <a:solidFill>
              <a:srgbClr val="D3DC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3946;p79">
              <a:extLst>
                <a:ext uri="{FF2B5EF4-FFF2-40B4-BE49-F238E27FC236}">
                  <a16:creationId xmlns:a16="http://schemas.microsoft.com/office/drawing/2014/main" id="{81873331-812D-F23C-7939-992A5CDFDAF7}"/>
                </a:ext>
              </a:extLst>
            </p:cNvPr>
            <p:cNvSpPr/>
            <p:nvPr/>
          </p:nvSpPr>
          <p:spPr>
            <a:xfrm>
              <a:off x="2826824" y="3660537"/>
              <a:ext cx="60589" cy="41135"/>
            </a:xfrm>
            <a:custGeom>
              <a:avLst/>
              <a:gdLst/>
              <a:ahLst/>
              <a:cxnLst/>
              <a:rect l="l" t="t" r="r" b="b"/>
              <a:pathLst>
                <a:path w="2311" h="1569" extrusionOk="0">
                  <a:moveTo>
                    <a:pt x="0" y="1"/>
                  </a:moveTo>
                  <a:lnTo>
                    <a:pt x="0" y="1569"/>
                  </a:lnTo>
                  <a:lnTo>
                    <a:pt x="2311" y="1569"/>
                  </a:lnTo>
                  <a:lnTo>
                    <a:pt x="2311" y="1"/>
                  </a:lnTo>
                  <a:close/>
                </a:path>
              </a:pathLst>
            </a:custGeom>
            <a:solidFill>
              <a:srgbClr val="D3DC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3947;p79">
              <a:extLst>
                <a:ext uri="{FF2B5EF4-FFF2-40B4-BE49-F238E27FC236}">
                  <a16:creationId xmlns:a16="http://schemas.microsoft.com/office/drawing/2014/main" id="{DB05787A-6CAD-BE0E-09A1-A6CB576657FF}"/>
                </a:ext>
              </a:extLst>
            </p:cNvPr>
            <p:cNvSpPr/>
            <p:nvPr/>
          </p:nvSpPr>
          <p:spPr>
            <a:xfrm>
              <a:off x="2744973" y="3690740"/>
              <a:ext cx="60510" cy="43809"/>
            </a:xfrm>
            <a:custGeom>
              <a:avLst/>
              <a:gdLst/>
              <a:ahLst/>
              <a:cxnLst/>
              <a:rect l="l" t="t" r="r" b="b"/>
              <a:pathLst>
                <a:path w="2308" h="1671" extrusionOk="0">
                  <a:moveTo>
                    <a:pt x="0" y="0"/>
                  </a:moveTo>
                  <a:lnTo>
                    <a:pt x="0" y="1670"/>
                  </a:lnTo>
                  <a:lnTo>
                    <a:pt x="2307" y="1670"/>
                  </a:lnTo>
                  <a:lnTo>
                    <a:pt x="2307" y="0"/>
                  </a:lnTo>
                  <a:close/>
                </a:path>
              </a:pathLst>
            </a:custGeom>
            <a:solidFill>
              <a:srgbClr val="BFCC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3948;p79">
              <a:extLst>
                <a:ext uri="{FF2B5EF4-FFF2-40B4-BE49-F238E27FC236}">
                  <a16:creationId xmlns:a16="http://schemas.microsoft.com/office/drawing/2014/main" id="{54114682-6FEC-B43A-5621-485B34952166}"/>
                </a:ext>
              </a:extLst>
            </p:cNvPr>
            <p:cNvSpPr/>
            <p:nvPr/>
          </p:nvSpPr>
          <p:spPr>
            <a:xfrm>
              <a:off x="2676781" y="3525228"/>
              <a:ext cx="128780" cy="135335"/>
            </a:xfrm>
            <a:custGeom>
              <a:avLst/>
              <a:gdLst/>
              <a:ahLst/>
              <a:cxnLst/>
              <a:rect l="l" t="t" r="r" b="b"/>
              <a:pathLst>
                <a:path w="4912" h="5162" extrusionOk="0">
                  <a:moveTo>
                    <a:pt x="1" y="1"/>
                  </a:moveTo>
                  <a:lnTo>
                    <a:pt x="1" y="1938"/>
                  </a:lnTo>
                  <a:cubicBezTo>
                    <a:pt x="1" y="2043"/>
                    <a:pt x="52" y="2145"/>
                    <a:pt x="139" y="2203"/>
                  </a:cubicBezTo>
                  <a:lnTo>
                    <a:pt x="2753" y="4017"/>
                  </a:lnTo>
                  <a:cubicBezTo>
                    <a:pt x="2844" y="4083"/>
                    <a:pt x="2898" y="4184"/>
                    <a:pt x="2898" y="4296"/>
                  </a:cubicBezTo>
                  <a:lnTo>
                    <a:pt x="2898" y="5162"/>
                  </a:lnTo>
                  <a:lnTo>
                    <a:pt x="4912" y="5162"/>
                  </a:lnTo>
                  <a:lnTo>
                    <a:pt x="4912" y="2590"/>
                  </a:lnTo>
                  <a:cubicBezTo>
                    <a:pt x="4912" y="2493"/>
                    <a:pt x="4865" y="2402"/>
                    <a:pt x="4789" y="2340"/>
                  </a:cubicBezTo>
                  <a:lnTo>
                    <a:pt x="3188" y="1084"/>
                  </a:lnTo>
                  <a:lnTo>
                    <a:pt x="2808" y="1464"/>
                  </a:lnTo>
                  <a:cubicBezTo>
                    <a:pt x="2721" y="1551"/>
                    <a:pt x="2724" y="1692"/>
                    <a:pt x="2815" y="1775"/>
                  </a:cubicBezTo>
                  <a:lnTo>
                    <a:pt x="3637" y="2518"/>
                  </a:lnTo>
                  <a:cubicBezTo>
                    <a:pt x="3717" y="2590"/>
                    <a:pt x="3720" y="2710"/>
                    <a:pt x="3644" y="2786"/>
                  </a:cubicBezTo>
                  <a:lnTo>
                    <a:pt x="3586" y="2847"/>
                  </a:lnTo>
                  <a:cubicBezTo>
                    <a:pt x="3518" y="2920"/>
                    <a:pt x="3423" y="2960"/>
                    <a:pt x="3329" y="2960"/>
                  </a:cubicBezTo>
                  <a:lnTo>
                    <a:pt x="3184" y="2960"/>
                  </a:lnTo>
                  <a:cubicBezTo>
                    <a:pt x="3036" y="2960"/>
                    <a:pt x="2891" y="2913"/>
                    <a:pt x="2772" y="2829"/>
                  </a:cubicBezTo>
                  <a:lnTo>
                    <a:pt x="993" y="1623"/>
                  </a:lnTo>
                  <a:cubicBezTo>
                    <a:pt x="903" y="1562"/>
                    <a:pt x="852" y="1464"/>
                    <a:pt x="852" y="1359"/>
                  </a:cubicBezTo>
                  <a:lnTo>
                    <a:pt x="852" y="222"/>
                  </a:lnTo>
                  <a:cubicBezTo>
                    <a:pt x="852" y="99"/>
                    <a:pt x="751" y="1"/>
                    <a:pt x="627" y="1"/>
                  </a:cubicBezTo>
                  <a:close/>
                </a:path>
              </a:pathLst>
            </a:custGeom>
            <a:solidFill>
              <a:srgbClr val="9EB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3949;p79">
              <a:extLst>
                <a:ext uri="{FF2B5EF4-FFF2-40B4-BE49-F238E27FC236}">
                  <a16:creationId xmlns:a16="http://schemas.microsoft.com/office/drawing/2014/main" id="{36BC442A-EFF8-C1C1-2B6B-CCB2FC0A105B}"/>
                </a:ext>
              </a:extLst>
            </p:cNvPr>
            <p:cNvSpPr/>
            <p:nvPr/>
          </p:nvSpPr>
          <p:spPr>
            <a:xfrm>
              <a:off x="2752759" y="3640690"/>
              <a:ext cx="52723" cy="19873"/>
            </a:xfrm>
            <a:custGeom>
              <a:avLst/>
              <a:gdLst/>
              <a:ahLst/>
              <a:cxnLst/>
              <a:rect l="l" t="t" r="r" b="b"/>
              <a:pathLst>
                <a:path w="2011" h="758" extrusionOk="0">
                  <a:moveTo>
                    <a:pt x="0" y="1"/>
                  </a:moveTo>
                  <a:lnTo>
                    <a:pt x="0" y="758"/>
                  </a:lnTo>
                  <a:lnTo>
                    <a:pt x="2010" y="758"/>
                  </a:lnTo>
                  <a:lnTo>
                    <a:pt x="2010" y="1"/>
                  </a:lnTo>
                  <a:close/>
                </a:path>
              </a:pathLst>
            </a:custGeom>
            <a:solidFill>
              <a:srgbClr val="E0E6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3950;p79">
              <a:extLst>
                <a:ext uri="{FF2B5EF4-FFF2-40B4-BE49-F238E27FC236}">
                  <a16:creationId xmlns:a16="http://schemas.microsoft.com/office/drawing/2014/main" id="{03C65FA8-5B79-0CE8-7998-3D128E818E2C}"/>
                </a:ext>
              </a:extLst>
            </p:cNvPr>
            <p:cNvSpPr/>
            <p:nvPr/>
          </p:nvSpPr>
          <p:spPr>
            <a:xfrm>
              <a:off x="2826824" y="3690740"/>
              <a:ext cx="60589" cy="43809"/>
            </a:xfrm>
            <a:custGeom>
              <a:avLst/>
              <a:gdLst/>
              <a:ahLst/>
              <a:cxnLst/>
              <a:rect l="l" t="t" r="r" b="b"/>
              <a:pathLst>
                <a:path w="2311" h="1671" extrusionOk="0">
                  <a:moveTo>
                    <a:pt x="0" y="0"/>
                  </a:moveTo>
                  <a:lnTo>
                    <a:pt x="0" y="1670"/>
                  </a:lnTo>
                  <a:lnTo>
                    <a:pt x="2311" y="1670"/>
                  </a:lnTo>
                  <a:lnTo>
                    <a:pt x="2311" y="0"/>
                  </a:lnTo>
                  <a:close/>
                </a:path>
              </a:pathLst>
            </a:custGeom>
            <a:solidFill>
              <a:srgbClr val="BFCC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3951;p79">
              <a:extLst>
                <a:ext uri="{FF2B5EF4-FFF2-40B4-BE49-F238E27FC236}">
                  <a16:creationId xmlns:a16="http://schemas.microsoft.com/office/drawing/2014/main" id="{E537CAE2-A296-5749-8DD5-00B923532F9B}"/>
                </a:ext>
              </a:extLst>
            </p:cNvPr>
            <p:cNvSpPr/>
            <p:nvPr/>
          </p:nvSpPr>
          <p:spPr>
            <a:xfrm>
              <a:off x="2826824" y="3525228"/>
              <a:ext cx="128675" cy="135335"/>
            </a:xfrm>
            <a:custGeom>
              <a:avLst/>
              <a:gdLst/>
              <a:ahLst/>
              <a:cxnLst/>
              <a:rect l="l" t="t" r="r" b="b"/>
              <a:pathLst>
                <a:path w="4908" h="5162" extrusionOk="0">
                  <a:moveTo>
                    <a:pt x="4281" y="1"/>
                  </a:moveTo>
                  <a:cubicBezTo>
                    <a:pt x="4158" y="1"/>
                    <a:pt x="4057" y="102"/>
                    <a:pt x="4060" y="225"/>
                  </a:cubicBezTo>
                  <a:lnTo>
                    <a:pt x="4060" y="1359"/>
                  </a:lnTo>
                  <a:cubicBezTo>
                    <a:pt x="4060" y="1464"/>
                    <a:pt x="4006" y="1562"/>
                    <a:pt x="3919" y="1623"/>
                  </a:cubicBezTo>
                  <a:lnTo>
                    <a:pt x="2141" y="2829"/>
                  </a:lnTo>
                  <a:cubicBezTo>
                    <a:pt x="2018" y="2913"/>
                    <a:pt x="1873" y="2960"/>
                    <a:pt x="1728" y="2960"/>
                  </a:cubicBezTo>
                  <a:lnTo>
                    <a:pt x="1583" y="2960"/>
                  </a:lnTo>
                  <a:cubicBezTo>
                    <a:pt x="1485" y="2960"/>
                    <a:pt x="1395" y="2920"/>
                    <a:pt x="1326" y="2847"/>
                  </a:cubicBezTo>
                  <a:lnTo>
                    <a:pt x="1264" y="2786"/>
                  </a:lnTo>
                  <a:cubicBezTo>
                    <a:pt x="1192" y="2710"/>
                    <a:pt x="1195" y="2590"/>
                    <a:pt x="1275" y="2518"/>
                  </a:cubicBezTo>
                  <a:lnTo>
                    <a:pt x="2097" y="1775"/>
                  </a:lnTo>
                  <a:cubicBezTo>
                    <a:pt x="2188" y="1692"/>
                    <a:pt x="2191" y="1551"/>
                    <a:pt x="2104" y="1464"/>
                  </a:cubicBezTo>
                  <a:lnTo>
                    <a:pt x="1721" y="1084"/>
                  </a:lnTo>
                  <a:lnTo>
                    <a:pt x="123" y="2340"/>
                  </a:lnTo>
                  <a:cubicBezTo>
                    <a:pt x="44" y="2402"/>
                    <a:pt x="0" y="2493"/>
                    <a:pt x="0" y="2590"/>
                  </a:cubicBezTo>
                  <a:lnTo>
                    <a:pt x="0" y="5162"/>
                  </a:lnTo>
                  <a:lnTo>
                    <a:pt x="2010" y="5162"/>
                  </a:lnTo>
                  <a:lnTo>
                    <a:pt x="2010" y="4296"/>
                  </a:lnTo>
                  <a:cubicBezTo>
                    <a:pt x="2010" y="4184"/>
                    <a:pt x="2065" y="4083"/>
                    <a:pt x="2155" y="4017"/>
                  </a:cubicBezTo>
                  <a:lnTo>
                    <a:pt x="4770" y="2203"/>
                  </a:lnTo>
                  <a:cubicBezTo>
                    <a:pt x="4857" y="2145"/>
                    <a:pt x="4908" y="2043"/>
                    <a:pt x="4908" y="1938"/>
                  </a:cubicBezTo>
                  <a:lnTo>
                    <a:pt x="4908" y="1"/>
                  </a:lnTo>
                  <a:close/>
                </a:path>
              </a:pathLst>
            </a:custGeom>
            <a:solidFill>
              <a:srgbClr val="9EB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952;p79">
              <a:extLst>
                <a:ext uri="{FF2B5EF4-FFF2-40B4-BE49-F238E27FC236}">
                  <a16:creationId xmlns:a16="http://schemas.microsoft.com/office/drawing/2014/main" id="{4057FE82-4E9B-DEC1-3D3F-BA3E86C0D8DC}"/>
                </a:ext>
              </a:extLst>
            </p:cNvPr>
            <p:cNvSpPr/>
            <p:nvPr/>
          </p:nvSpPr>
          <p:spPr>
            <a:xfrm>
              <a:off x="2826824" y="3640690"/>
              <a:ext cx="52723" cy="19873"/>
            </a:xfrm>
            <a:custGeom>
              <a:avLst/>
              <a:gdLst/>
              <a:ahLst/>
              <a:cxnLst/>
              <a:rect l="l" t="t" r="r" b="b"/>
              <a:pathLst>
                <a:path w="2011" h="758" extrusionOk="0">
                  <a:moveTo>
                    <a:pt x="0" y="1"/>
                  </a:moveTo>
                  <a:lnTo>
                    <a:pt x="0" y="758"/>
                  </a:lnTo>
                  <a:lnTo>
                    <a:pt x="2010" y="758"/>
                  </a:lnTo>
                  <a:lnTo>
                    <a:pt x="2010" y="1"/>
                  </a:lnTo>
                  <a:close/>
                </a:path>
              </a:pathLst>
            </a:custGeom>
            <a:solidFill>
              <a:srgbClr val="E0E6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3953;p79">
              <a:extLst>
                <a:ext uri="{FF2B5EF4-FFF2-40B4-BE49-F238E27FC236}">
                  <a16:creationId xmlns:a16="http://schemas.microsoft.com/office/drawing/2014/main" id="{601E95BC-7108-EB46-3D5D-113EBF322570}"/>
                </a:ext>
              </a:extLst>
            </p:cNvPr>
            <p:cNvSpPr/>
            <p:nvPr/>
          </p:nvSpPr>
          <p:spPr>
            <a:xfrm>
              <a:off x="2740883" y="3386721"/>
              <a:ext cx="147106" cy="176627"/>
            </a:xfrm>
            <a:custGeom>
              <a:avLst/>
              <a:gdLst/>
              <a:ahLst/>
              <a:cxnLst/>
              <a:rect l="l" t="t" r="r" b="b"/>
              <a:pathLst>
                <a:path w="5611" h="6737" extrusionOk="0">
                  <a:moveTo>
                    <a:pt x="2872" y="1"/>
                  </a:moveTo>
                  <a:cubicBezTo>
                    <a:pt x="2302" y="1"/>
                    <a:pt x="1735" y="180"/>
                    <a:pt x="1257" y="529"/>
                  </a:cubicBezTo>
                  <a:cubicBezTo>
                    <a:pt x="424" y="1133"/>
                    <a:pt x="1" y="2158"/>
                    <a:pt x="164" y="3176"/>
                  </a:cubicBezTo>
                  <a:cubicBezTo>
                    <a:pt x="330" y="4194"/>
                    <a:pt x="1051" y="5034"/>
                    <a:pt x="2032" y="5349"/>
                  </a:cubicBezTo>
                  <a:lnTo>
                    <a:pt x="2873" y="6736"/>
                  </a:lnTo>
                  <a:lnTo>
                    <a:pt x="3709" y="5349"/>
                  </a:lnTo>
                  <a:cubicBezTo>
                    <a:pt x="4843" y="4987"/>
                    <a:pt x="5611" y="3933"/>
                    <a:pt x="5611" y="2741"/>
                  </a:cubicBezTo>
                  <a:cubicBezTo>
                    <a:pt x="5611" y="1709"/>
                    <a:pt x="5031" y="768"/>
                    <a:pt x="4111" y="300"/>
                  </a:cubicBezTo>
                  <a:cubicBezTo>
                    <a:pt x="3721" y="100"/>
                    <a:pt x="3296" y="1"/>
                    <a:pt x="2872" y="1"/>
                  </a:cubicBezTo>
                  <a:close/>
                </a:path>
              </a:pathLst>
            </a:custGeom>
            <a:solidFill>
              <a:srgbClr val="D2DB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3954;p79">
              <a:extLst>
                <a:ext uri="{FF2B5EF4-FFF2-40B4-BE49-F238E27FC236}">
                  <a16:creationId xmlns:a16="http://schemas.microsoft.com/office/drawing/2014/main" id="{1165CC52-83E1-3A39-CEED-B6FA3656721F}"/>
                </a:ext>
              </a:extLst>
            </p:cNvPr>
            <p:cNvSpPr/>
            <p:nvPr/>
          </p:nvSpPr>
          <p:spPr>
            <a:xfrm>
              <a:off x="2786553" y="3428958"/>
              <a:ext cx="59173" cy="59173"/>
            </a:xfrm>
            <a:custGeom>
              <a:avLst/>
              <a:gdLst/>
              <a:ahLst/>
              <a:cxnLst/>
              <a:rect l="l" t="t" r="r" b="b"/>
              <a:pathLst>
                <a:path w="2257" h="2257" extrusionOk="0">
                  <a:moveTo>
                    <a:pt x="1127" y="0"/>
                  </a:moveTo>
                  <a:cubicBezTo>
                    <a:pt x="508" y="0"/>
                    <a:pt x="1" y="507"/>
                    <a:pt x="1" y="1130"/>
                  </a:cubicBezTo>
                  <a:cubicBezTo>
                    <a:pt x="1" y="1753"/>
                    <a:pt x="508" y="2257"/>
                    <a:pt x="1127" y="2257"/>
                  </a:cubicBezTo>
                  <a:cubicBezTo>
                    <a:pt x="1750" y="2257"/>
                    <a:pt x="2257" y="1753"/>
                    <a:pt x="2257" y="1130"/>
                  </a:cubicBezTo>
                  <a:cubicBezTo>
                    <a:pt x="2257" y="507"/>
                    <a:pt x="1750" y="0"/>
                    <a:pt x="1127" y="0"/>
                  </a:cubicBezTo>
                  <a:close/>
                </a:path>
              </a:pathLst>
            </a:custGeom>
            <a:solidFill>
              <a:srgbClr val="BFCC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3955;p79">
              <a:extLst>
                <a:ext uri="{FF2B5EF4-FFF2-40B4-BE49-F238E27FC236}">
                  <a16:creationId xmlns:a16="http://schemas.microsoft.com/office/drawing/2014/main" id="{0407D47F-401C-9609-235A-67A26A2A46F2}"/>
                </a:ext>
              </a:extLst>
            </p:cNvPr>
            <p:cNvSpPr/>
            <p:nvPr/>
          </p:nvSpPr>
          <p:spPr>
            <a:xfrm>
              <a:off x="2671485" y="3520011"/>
              <a:ext cx="139320" cy="219834"/>
            </a:xfrm>
            <a:custGeom>
              <a:avLst/>
              <a:gdLst/>
              <a:ahLst/>
              <a:cxnLst/>
              <a:rect l="l" t="t" r="r" b="b"/>
              <a:pathLst>
                <a:path w="5314" h="8385" extrusionOk="0">
                  <a:moveTo>
                    <a:pt x="4911" y="5560"/>
                  </a:moveTo>
                  <a:lnTo>
                    <a:pt x="4911" y="6310"/>
                  </a:lnTo>
                  <a:lnTo>
                    <a:pt x="3003" y="6310"/>
                  </a:lnTo>
                  <a:lnTo>
                    <a:pt x="3003" y="5560"/>
                  </a:lnTo>
                  <a:close/>
                  <a:moveTo>
                    <a:pt x="203" y="1"/>
                  </a:moveTo>
                  <a:cubicBezTo>
                    <a:pt x="91" y="1"/>
                    <a:pt x="0" y="91"/>
                    <a:pt x="0" y="203"/>
                  </a:cubicBezTo>
                  <a:lnTo>
                    <a:pt x="0" y="2141"/>
                  </a:lnTo>
                  <a:cubicBezTo>
                    <a:pt x="4" y="2311"/>
                    <a:pt x="87" y="2474"/>
                    <a:pt x="228" y="2568"/>
                  </a:cubicBezTo>
                  <a:lnTo>
                    <a:pt x="1460" y="3423"/>
                  </a:lnTo>
                  <a:cubicBezTo>
                    <a:pt x="1496" y="3445"/>
                    <a:pt x="1532" y="3455"/>
                    <a:pt x="1566" y="3455"/>
                  </a:cubicBezTo>
                  <a:cubicBezTo>
                    <a:pt x="1733" y="3455"/>
                    <a:pt x="1850" y="3223"/>
                    <a:pt x="1684" y="3094"/>
                  </a:cubicBezTo>
                  <a:lnTo>
                    <a:pt x="453" y="2239"/>
                  </a:lnTo>
                  <a:cubicBezTo>
                    <a:pt x="420" y="2217"/>
                    <a:pt x="402" y="2181"/>
                    <a:pt x="402" y="2141"/>
                  </a:cubicBezTo>
                  <a:lnTo>
                    <a:pt x="402" y="403"/>
                  </a:lnTo>
                  <a:lnTo>
                    <a:pt x="829" y="403"/>
                  </a:lnTo>
                  <a:cubicBezTo>
                    <a:pt x="844" y="403"/>
                    <a:pt x="851" y="414"/>
                    <a:pt x="851" y="424"/>
                  </a:cubicBezTo>
                  <a:lnTo>
                    <a:pt x="851" y="1558"/>
                  </a:lnTo>
                  <a:cubicBezTo>
                    <a:pt x="851" y="1728"/>
                    <a:pt x="938" y="1891"/>
                    <a:pt x="1079" y="1989"/>
                  </a:cubicBezTo>
                  <a:lnTo>
                    <a:pt x="2858" y="3195"/>
                  </a:lnTo>
                  <a:cubicBezTo>
                    <a:pt x="3013" y="3300"/>
                    <a:pt x="3198" y="3358"/>
                    <a:pt x="3383" y="3358"/>
                  </a:cubicBezTo>
                  <a:lnTo>
                    <a:pt x="3528" y="3358"/>
                  </a:lnTo>
                  <a:cubicBezTo>
                    <a:pt x="3680" y="3358"/>
                    <a:pt x="3825" y="3296"/>
                    <a:pt x="3930" y="3188"/>
                  </a:cubicBezTo>
                  <a:lnTo>
                    <a:pt x="3988" y="3126"/>
                  </a:lnTo>
                  <a:cubicBezTo>
                    <a:pt x="4140" y="2970"/>
                    <a:pt x="4132" y="2717"/>
                    <a:pt x="3970" y="2572"/>
                  </a:cubicBezTo>
                  <a:lnTo>
                    <a:pt x="3151" y="1826"/>
                  </a:lnTo>
                  <a:cubicBezTo>
                    <a:pt x="3147" y="1822"/>
                    <a:pt x="3144" y="1819"/>
                    <a:pt x="3144" y="1815"/>
                  </a:cubicBezTo>
                  <a:cubicBezTo>
                    <a:pt x="3144" y="1811"/>
                    <a:pt x="3147" y="1808"/>
                    <a:pt x="3147" y="1808"/>
                  </a:cubicBezTo>
                  <a:lnTo>
                    <a:pt x="3408" y="1551"/>
                  </a:lnTo>
                  <a:lnTo>
                    <a:pt x="4868" y="2699"/>
                  </a:lnTo>
                  <a:cubicBezTo>
                    <a:pt x="4893" y="2721"/>
                    <a:pt x="4911" y="2753"/>
                    <a:pt x="4911" y="2789"/>
                  </a:cubicBezTo>
                  <a:lnTo>
                    <a:pt x="4911" y="5162"/>
                  </a:lnTo>
                  <a:lnTo>
                    <a:pt x="3303" y="5162"/>
                  </a:lnTo>
                  <a:lnTo>
                    <a:pt x="3303" y="4492"/>
                  </a:lnTo>
                  <a:cubicBezTo>
                    <a:pt x="3299" y="4318"/>
                    <a:pt x="3216" y="4151"/>
                    <a:pt x="3071" y="4050"/>
                  </a:cubicBezTo>
                  <a:lnTo>
                    <a:pt x="2336" y="3543"/>
                  </a:lnTo>
                  <a:cubicBezTo>
                    <a:pt x="2299" y="3521"/>
                    <a:pt x="2263" y="3511"/>
                    <a:pt x="2228" y="3511"/>
                  </a:cubicBezTo>
                  <a:cubicBezTo>
                    <a:pt x="2059" y="3511"/>
                    <a:pt x="1942" y="3743"/>
                    <a:pt x="2108" y="3872"/>
                  </a:cubicBezTo>
                  <a:lnTo>
                    <a:pt x="2843" y="4383"/>
                  </a:lnTo>
                  <a:cubicBezTo>
                    <a:pt x="2879" y="4408"/>
                    <a:pt x="2901" y="4448"/>
                    <a:pt x="2901" y="4495"/>
                  </a:cubicBezTo>
                  <a:lnTo>
                    <a:pt x="2901" y="5162"/>
                  </a:lnTo>
                  <a:lnTo>
                    <a:pt x="2803" y="5162"/>
                  </a:lnTo>
                  <a:cubicBezTo>
                    <a:pt x="2691" y="5162"/>
                    <a:pt x="2601" y="5252"/>
                    <a:pt x="2601" y="5361"/>
                  </a:cubicBezTo>
                  <a:lnTo>
                    <a:pt x="2601" y="6929"/>
                  </a:lnTo>
                  <a:lnTo>
                    <a:pt x="2601" y="8186"/>
                  </a:lnTo>
                  <a:cubicBezTo>
                    <a:pt x="2601" y="8294"/>
                    <a:pt x="2691" y="8385"/>
                    <a:pt x="2803" y="8385"/>
                  </a:cubicBezTo>
                  <a:lnTo>
                    <a:pt x="3495" y="8385"/>
                  </a:lnTo>
                  <a:cubicBezTo>
                    <a:pt x="3763" y="8385"/>
                    <a:pt x="3763" y="7983"/>
                    <a:pt x="3495" y="7983"/>
                  </a:cubicBezTo>
                  <a:lnTo>
                    <a:pt x="3003" y="7983"/>
                  </a:lnTo>
                  <a:lnTo>
                    <a:pt x="3003" y="6712"/>
                  </a:lnTo>
                  <a:lnTo>
                    <a:pt x="4911" y="6712"/>
                  </a:lnTo>
                  <a:lnTo>
                    <a:pt x="4911" y="7987"/>
                  </a:lnTo>
                  <a:lnTo>
                    <a:pt x="4285" y="7987"/>
                  </a:lnTo>
                  <a:cubicBezTo>
                    <a:pt x="4017" y="7987"/>
                    <a:pt x="4017" y="8385"/>
                    <a:pt x="4285" y="8385"/>
                  </a:cubicBezTo>
                  <a:lnTo>
                    <a:pt x="5110" y="8385"/>
                  </a:lnTo>
                  <a:cubicBezTo>
                    <a:pt x="5223" y="8385"/>
                    <a:pt x="5313" y="8294"/>
                    <a:pt x="5313" y="8186"/>
                  </a:cubicBezTo>
                  <a:lnTo>
                    <a:pt x="5313" y="5364"/>
                  </a:lnTo>
                  <a:lnTo>
                    <a:pt x="5313" y="2789"/>
                  </a:lnTo>
                  <a:cubicBezTo>
                    <a:pt x="5313" y="2630"/>
                    <a:pt x="5241" y="2482"/>
                    <a:pt x="5114" y="2384"/>
                  </a:cubicBezTo>
                  <a:lnTo>
                    <a:pt x="3517" y="1127"/>
                  </a:lnTo>
                  <a:cubicBezTo>
                    <a:pt x="3480" y="1097"/>
                    <a:pt x="3436" y="1082"/>
                    <a:pt x="3391" y="1082"/>
                  </a:cubicBezTo>
                  <a:cubicBezTo>
                    <a:pt x="3340" y="1082"/>
                    <a:pt x="3288" y="1102"/>
                    <a:pt x="3249" y="1141"/>
                  </a:cubicBezTo>
                  <a:lnTo>
                    <a:pt x="2869" y="1525"/>
                  </a:lnTo>
                  <a:cubicBezTo>
                    <a:pt x="2698" y="1692"/>
                    <a:pt x="2706" y="1964"/>
                    <a:pt x="2883" y="2123"/>
                  </a:cubicBezTo>
                  <a:lnTo>
                    <a:pt x="3694" y="2858"/>
                  </a:lnTo>
                  <a:lnTo>
                    <a:pt x="3644" y="2909"/>
                  </a:lnTo>
                  <a:cubicBezTo>
                    <a:pt x="3615" y="2941"/>
                    <a:pt x="3571" y="2956"/>
                    <a:pt x="3531" y="2960"/>
                  </a:cubicBezTo>
                  <a:lnTo>
                    <a:pt x="3386" y="2960"/>
                  </a:lnTo>
                  <a:cubicBezTo>
                    <a:pt x="3278" y="2960"/>
                    <a:pt x="3173" y="2927"/>
                    <a:pt x="3086" y="2869"/>
                  </a:cubicBezTo>
                  <a:lnTo>
                    <a:pt x="1308" y="1659"/>
                  </a:lnTo>
                  <a:cubicBezTo>
                    <a:pt x="1271" y="1638"/>
                    <a:pt x="1253" y="1598"/>
                    <a:pt x="1253" y="1558"/>
                  </a:cubicBezTo>
                  <a:lnTo>
                    <a:pt x="1253" y="424"/>
                  </a:lnTo>
                  <a:cubicBezTo>
                    <a:pt x="1253" y="193"/>
                    <a:pt x="1065" y="1"/>
                    <a:pt x="82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3956;p79">
              <a:extLst>
                <a:ext uri="{FF2B5EF4-FFF2-40B4-BE49-F238E27FC236}">
                  <a16:creationId xmlns:a16="http://schemas.microsoft.com/office/drawing/2014/main" id="{61E8FFD8-42CF-2AB1-7F4F-3BE74707B8EC}"/>
                </a:ext>
              </a:extLst>
            </p:cNvPr>
            <p:cNvSpPr/>
            <p:nvPr/>
          </p:nvSpPr>
          <p:spPr>
            <a:xfrm>
              <a:off x="2821501" y="3520011"/>
              <a:ext cx="139320" cy="219755"/>
            </a:xfrm>
            <a:custGeom>
              <a:avLst/>
              <a:gdLst/>
              <a:ahLst/>
              <a:cxnLst/>
              <a:rect l="l" t="t" r="r" b="b"/>
              <a:pathLst>
                <a:path w="5314" h="8382" extrusionOk="0">
                  <a:moveTo>
                    <a:pt x="4911" y="403"/>
                  </a:moveTo>
                  <a:lnTo>
                    <a:pt x="4911" y="2137"/>
                  </a:lnTo>
                  <a:cubicBezTo>
                    <a:pt x="4911" y="2177"/>
                    <a:pt x="4893" y="2217"/>
                    <a:pt x="4861" y="2239"/>
                  </a:cubicBezTo>
                  <a:lnTo>
                    <a:pt x="2242" y="4053"/>
                  </a:lnTo>
                  <a:cubicBezTo>
                    <a:pt x="2097" y="4151"/>
                    <a:pt x="2014" y="4318"/>
                    <a:pt x="2014" y="4495"/>
                  </a:cubicBezTo>
                  <a:lnTo>
                    <a:pt x="2014" y="5162"/>
                  </a:lnTo>
                  <a:lnTo>
                    <a:pt x="402" y="5162"/>
                  </a:lnTo>
                  <a:lnTo>
                    <a:pt x="402" y="2789"/>
                  </a:lnTo>
                  <a:cubicBezTo>
                    <a:pt x="402" y="2753"/>
                    <a:pt x="421" y="2721"/>
                    <a:pt x="450" y="2699"/>
                  </a:cubicBezTo>
                  <a:lnTo>
                    <a:pt x="790" y="2431"/>
                  </a:lnTo>
                  <a:lnTo>
                    <a:pt x="1909" y="1551"/>
                  </a:lnTo>
                  <a:lnTo>
                    <a:pt x="2166" y="1808"/>
                  </a:lnTo>
                  <a:cubicBezTo>
                    <a:pt x="2170" y="1811"/>
                    <a:pt x="2170" y="1822"/>
                    <a:pt x="2166" y="1826"/>
                  </a:cubicBezTo>
                  <a:lnTo>
                    <a:pt x="1344" y="2572"/>
                  </a:lnTo>
                  <a:cubicBezTo>
                    <a:pt x="1181" y="2717"/>
                    <a:pt x="1174" y="2970"/>
                    <a:pt x="1326" y="3126"/>
                  </a:cubicBezTo>
                  <a:lnTo>
                    <a:pt x="1384" y="3188"/>
                  </a:lnTo>
                  <a:cubicBezTo>
                    <a:pt x="1489" y="3296"/>
                    <a:pt x="1634" y="3358"/>
                    <a:pt x="1786" y="3358"/>
                  </a:cubicBezTo>
                  <a:lnTo>
                    <a:pt x="1931" y="3358"/>
                  </a:lnTo>
                  <a:cubicBezTo>
                    <a:pt x="2116" y="3358"/>
                    <a:pt x="2300" y="3300"/>
                    <a:pt x="2456" y="3195"/>
                  </a:cubicBezTo>
                  <a:lnTo>
                    <a:pt x="4234" y="1989"/>
                  </a:lnTo>
                  <a:cubicBezTo>
                    <a:pt x="4375" y="1891"/>
                    <a:pt x="4462" y="1728"/>
                    <a:pt x="4462" y="1558"/>
                  </a:cubicBezTo>
                  <a:lnTo>
                    <a:pt x="4462" y="424"/>
                  </a:lnTo>
                  <a:cubicBezTo>
                    <a:pt x="4462" y="414"/>
                    <a:pt x="4470" y="403"/>
                    <a:pt x="4484" y="403"/>
                  </a:cubicBezTo>
                  <a:close/>
                  <a:moveTo>
                    <a:pt x="2311" y="5560"/>
                  </a:moveTo>
                  <a:lnTo>
                    <a:pt x="2311" y="6310"/>
                  </a:lnTo>
                  <a:lnTo>
                    <a:pt x="402" y="6310"/>
                  </a:lnTo>
                  <a:lnTo>
                    <a:pt x="402" y="5560"/>
                  </a:lnTo>
                  <a:close/>
                  <a:moveTo>
                    <a:pt x="2311" y="6712"/>
                  </a:moveTo>
                  <a:lnTo>
                    <a:pt x="2311" y="7983"/>
                  </a:lnTo>
                  <a:lnTo>
                    <a:pt x="402" y="7983"/>
                  </a:lnTo>
                  <a:lnTo>
                    <a:pt x="402" y="6929"/>
                  </a:lnTo>
                  <a:lnTo>
                    <a:pt x="402" y="6712"/>
                  </a:lnTo>
                  <a:close/>
                  <a:moveTo>
                    <a:pt x="4484" y="1"/>
                  </a:moveTo>
                  <a:cubicBezTo>
                    <a:pt x="4249" y="1"/>
                    <a:pt x="4060" y="189"/>
                    <a:pt x="4060" y="421"/>
                  </a:cubicBezTo>
                  <a:lnTo>
                    <a:pt x="4060" y="1558"/>
                  </a:lnTo>
                  <a:cubicBezTo>
                    <a:pt x="4060" y="1598"/>
                    <a:pt x="4042" y="1634"/>
                    <a:pt x="4010" y="1656"/>
                  </a:cubicBezTo>
                  <a:lnTo>
                    <a:pt x="2231" y="2865"/>
                  </a:lnTo>
                  <a:cubicBezTo>
                    <a:pt x="2141" y="2923"/>
                    <a:pt x="2036" y="2956"/>
                    <a:pt x="1927" y="2956"/>
                  </a:cubicBezTo>
                  <a:lnTo>
                    <a:pt x="1786" y="2956"/>
                  </a:lnTo>
                  <a:cubicBezTo>
                    <a:pt x="1742" y="2956"/>
                    <a:pt x="1699" y="2938"/>
                    <a:pt x="1670" y="2905"/>
                  </a:cubicBezTo>
                  <a:lnTo>
                    <a:pt x="1619" y="2855"/>
                  </a:lnTo>
                  <a:lnTo>
                    <a:pt x="2434" y="2119"/>
                  </a:lnTo>
                  <a:cubicBezTo>
                    <a:pt x="2608" y="1960"/>
                    <a:pt x="2615" y="1688"/>
                    <a:pt x="2449" y="1522"/>
                  </a:cubicBezTo>
                  <a:lnTo>
                    <a:pt x="2065" y="1138"/>
                  </a:lnTo>
                  <a:cubicBezTo>
                    <a:pt x="2026" y="1099"/>
                    <a:pt x="1976" y="1080"/>
                    <a:pt x="1926" y="1080"/>
                  </a:cubicBezTo>
                  <a:cubicBezTo>
                    <a:pt x="1882" y="1080"/>
                    <a:pt x="1838" y="1095"/>
                    <a:pt x="1800" y="1123"/>
                  </a:cubicBezTo>
                  <a:lnTo>
                    <a:pt x="540" y="2112"/>
                  </a:lnTo>
                  <a:lnTo>
                    <a:pt x="200" y="2380"/>
                  </a:lnTo>
                  <a:cubicBezTo>
                    <a:pt x="73" y="2478"/>
                    <a:pt x="0" y="2630"/>
                    <a:pt x="0" y="2789"/>
                  </a:cubicBezTo>
                  <a:lnTo>
                    <a:pt x="0" y="5361"/>
                  </a:lnTo>
                  <a:lnTo>
                    <a:pt x="0" y="6509"/>
                  </a:lnTo>
                  <a:lnTo>
                    <a:pt x="0" y="8178"/>
                  </a:lnTo>
                  <a:cubicBezTo>
                    <a:pt x="0" y="8291"/>
                    <a:pt x="91" y="8381"/>
                    <a:pt x="203" y="8381"/>
                  </a:cubicBezTo>
                  <a:lnTo>
                    <a:pt x="2510" y="8381"/>
                  </a:lnTo>
                  <a:cubicBezTo>
                    <a:pt x="2623" y="8381"/>
                    <a:pt x="2709" y="8291"/>
                    <a:pt x="2709" y="8178"/>
                  </a:cubicBezTo>
                  <a:lnTo>
                    <a:pt x="2709" y="6925"/>
                  </a:lnTo>
                  <a:lnTo>
                    <a:pt x="2709" y="6922"/>
                  </a:lnTo>
                  <a:lnTo>
                    <a:pt x="2709" y="5357"/>
                  </a:lnTo>
                  <a:cubicBezTo>
                    <a:pt x="2709" y="5245"/>
                    <a:pt x="2623" y="5158"/>
                    <a:pt x="2510" y="5158"/>
                  </a:cubicBezTo>
                  <a:lnTo>
                    <a:pt x="2412" y="5158"/>
                  </a:lnTo>
                  <a:lnTo>
                    <a:pt x="2412" y="4492"/>
                  </a:lnTo>
                  <a:cubicBezTo>
                    <a:pt x="2412" y="4444"/>
                    <a:pt x="2434" y="4405"/>
                    <a:pt x="2470" y="4379"/>
                  </a:cubicBezTo>
                  <a:lnTo>
                    <a:pt x="5085" y="2565"/>
                  </a:lnTo>
                  <a:cubicBezTo>
                    <a:pt x="5227" y="2467"/>
                    <a:pt x="5313" y="2308"/>
                    <a:pt x="5313" y="2134"/>
                  </a:cubicBezTo>
                  <a:lnTo>
                    <a:pt x="5313" y="200"/>
                  </a:lnTo>
                  <a:cubicBezTo>
                    <a:pt x="5313" y="88"/>
                    <a:pt x="5223" y="1"/>
                    <a:pt x="511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3957;p79">
              <a:extLst>
                <a:ext uri="{FF2B5EF4-FFF2-40B4-BE49-F238E27FC236}">
                  <a16:creationId xmlns:a16="http://schemas.microsoft.com/office/drawing/2014/main" id="{494B1E87-3DAB-A891-BB19-BC083C4894DC}"/>
                </a:ext>
              </a:extLst>
            </p:cNvPr>
            <p:cNvSpPr/>
            <p:nvPr/>
          </p:nvSpPr>
          <p:spPr>
            <a:xfrm>
              <a:off x="2739152" y="3381452"/>
              <a:ext cx="154159" cy="187141"/>
            </a:xfrm>
            <a:custGeom>
              <a:avLst/>
              <a:gdLst/>
              <a:ahLst/>
              <a:cxnLst/>
              <a:rect l="l" t="t" r="r" b="b"/>
              <a:pathLst>
                <a:path w="5880" h="7138" extrusionOk="0">
                  <a:moveTo>
                    <a:pt x="2936" y="0"/>
                  </a:moveTo>
                  <a:cubicBezTo>
                    <a:pt x="1452" y="0"/>
                    <a:pt x="190" y="1113"/>
                    <a:pt x="16" y="2602"/>
                  </a:cubicBezTo>
                  <a:cubicBezTo>
                    <a:pt x="0" y="2745"/>
                    <a:pt x="110" y="2823"/>
                    <a:pt x="218" y="2823"/>
                  </a:cubicBezTo>
                  <a:cubicBezTo>
                    <a:pt x="310" y="2823"/>
                    <a:pt x="401" y="2767"/>
                    <a:pt x="414" y="2645"/>
                  </a:cubicBezTo>
                  <a:cubicBezTo>
                    <a:pt x="523" y="1722"/>
                    <a:pt x="1128" y="932"/>
                    <a:pt x="1990" y="585"/>
                  </a:cubicBezTo>
                  <a:cubicBezTo>
                    <a:pt x="2296" y="461"/>
                    <a:pt x="2618" y="401"/>
                    <a:pt x="2937" y="401"/>
                  </a:cubicBezTo>
                  <a:cubicBezTo>
                    <a:pt x="3516" y="401"/>
                    <a:pt x="4088" y="599"/>
                    <a:pt x="4550" y="979"/>
                  </a:cubicBezTo>
                  <a:cubicBezTo>
                    <a:pt x="5267" y="1570"/>
                    <a:pt x="5608" y="2504"/>
                    <a:pt x="5434" y="3417"/>
                  </a:cubicBezTo>
                  <a:cubicBezTo>
                    <a:pt x="5257" y="4330"/>
                    <a:pt x="4601" y="5076"/>
                    <a:pt x="3714" y="5362"/>
                  </a:cubicBezTo>
                  <a:cubicBezTo>
                    <a:pt x="3670" y="5376"/>
                    <a:pt x="3630" y="5405"/>
                    <a:pt x="3605" y="5449"/>
                  </a:cubicBezTo>
                  <a:lnTo>
                    <a:pt x="2939" y="6550"/>
                  </a:lnTo>
                  <a:lnTo>
                    <a:pt x="2269" y="5449"/>
                  </a:lnTo>
                  <a:cubicBezTo>
                    <a:pt x="2243" y="5405"/>
                    <a:pt x="2207" y="5376"/>
                    <a:pt x="2160" y="5362"/>
                  </a:cubicBezTo>
                  <a:cubicBezTo>
                    <a:pt x="1262" y="5072"/>
                    <a:pt x="595" y="4308"/>
                    <a:pt x="436" y="3377"/>
                  </a:cubicBezTo>
                  <a:cubicBezTo>
                    <a:pt x="415" y="3262"/>
                    <a:pt x="329" y="3210"/>
                    <a:pt x="242" y="3210"/>
                  </a:cubicBezTo>
                  <a:cubicBezTo>
                    <a:pt x="129" y="3210"/>
                    <a:pt x="15" y="3297"/>
                    <a:pt x="41" y="3446"/>
                  </a:cubicBezTo>
                  <a:cubicBezTo>
                    <a:pt x="222" y="4496"/>
                    <a:pt x="958" y="5365"/>
                    <a:pt x="1964" y="5717"/>
                  </a:cubicBezTo>
                  <a:lnTo>
                    <a:pt x="2765" y="7042"/>
                  </a:lnTo>
                  <a:cubicBezTo>
                    <a:pt x="2805" y="7106"/>
                    <a:pt x="2872" y="7137"/>
                    <a:pt x="2938" y="7137"/>
                  </a:cubicBezTo>
                  <a:cubicBezTo>
                    <a:pt x="3005" y="7137"/>
                    <a:pt x="3071" y="7106"/>
                    <a:pt x="3109" y="7042"/>
                  </a:cubicBezTo>
                  <a:lnTo>
                    <a:pt x="3909" y="5717"/>
                  </a:lnTo>
                  <a:cubicBezTo>
                    <a:pt x="5090" y="5307"/>
                    <a:pt x="5879" y="4192"/>
                    <a:pt x="5876" y="2942"/>
                  </a:cubicBezTo>
                  <a:cubicBezTo>
                    <a:pt x="5876" y="1385"/>
                    <a:pt x="4663" y="96"/>
                    <a:pt x="3109" y="5"/>
                  </a:cubicBezTo>
                  <a:cubicBezTo>
                    <a:pt x="3051" y="2"/>
                    <a:pt x="2993" y="0"/>
                    <a:pt x="293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3958;p79">
              <a:extLst>
                <a:ext uri="{FF2B5EF4-FFF2-40B4-BE49-F238E27FC236}">
                  <a16:creationId xmlns:a16="http://schemas.microsoft.com/office/drawing/2014/main" id="{4E6DFEF3-C33D-2B40-25E8-89C102053C66}"/>
                </a:ext>
              </a:extLst>
            </p:cNvPr>
            <p:cNvSpPr/>
            <p:nvPr/>
          </p:nvSpPr>
          <p:spPr>
            <a:xfrm>
              <a:off x="2767284" y="3411523"/>
              <a:ext cx="97739" cy="94121"/>
            </a:xfrm>
            <a:custGeom>
              <a:avLst/>
              <a:gdLst/>
              <a:ahLst/>
              <a:cxnLst/>
              <a:rect l="l" t="t" r="r" b="b"/>
              <a:pathLst>
                <a:path w="3728" h="3590" extrusionOk="0">
                  <a:moveTo>
                    <a:pt x="1866" y="868"/>
                  </a:moveTo>
                  <a:cubicBezTo>
                    <a:pt x="2376" y="868"/>
                    <a:pt x="2789" y="1281"/>
                    <a:pt x="2793" y="1795"/>
                  </a:cubicBezTo>
                  <a:cubicBezTo>
                    <a:pt x="2789" y="2306"/>
                    <a:pt x="2376" y="2723"/>
                    <a:pt x="1866" y="2723"/>
                  </a:cubicBezTo>
                  <a:cubicBezTo>
                    <a:pt x="1351" y="2723"/>
                    <a:pt x="938" y="2306"/>
                    <a:pt x="938" y="1795"/>
                  </a:cubicBezTo>
                  <a:cubicBezTo>
                    <a:pt x="938" y="1285"/>
                    <a:pt x="1351" y="868"/>
                    <a:pt x="1866" y="868"/>
                  </a:cubicBezTo>
                  <a:close/>
                  <a:moveTo>
                    <a:pt x="1864" y="1"/>
                  </a:moveTo>
                  <a:cubicBezTo>
                    <a:pt x="1763" y="1"/>
                    <a:pt x="1663" y="68"/>
                    <a:pt x="1663" y="202"/>
                  </a:cubicBezTo>
                  <a:lnTo>
                    <a:pt x="1663" y="481"/>
                  </a:lnTo>
                  <a:cubicBezTo>
                    <a:pt x="1453" y="513"/>
                    <a:pt x="1250" y="597"/>
                    <a:pt x="1076" y="727"/>
                  </a:cubicBezTo>
                  <a:lnTo>
                    <a:pt x="877" y="524"/>
                  </a:lnTo>
                  <a:cubicBezTo>
                    <a:pt x="834" y="483"/>
                    <a:pt x="786" y="465"/>
                    <a:pt x="740" y="465"/>
                  </a:cubicBezTo>
                  <a:cubicBezTo>
                    <a:pt x="586" y="465"/>
                    <a:pt x="455" y="662"/>
                    <a:pt x="594" y="810"/>
                  </a:cubicBezTo>
                  <a:lnTo>
                    <a:pt x="794" y="1009"/>
                  </a:lnTo>
                  <a:cubicBezTo>
                    <a:pt x="667" y="1180"/>
                    <a:pt x="584" y="1383"/>
                    <a:pt x="551" y="1596"/>
                  </a:cubicBezTo>
                  <a:lnTo>
                    <a:pt x="268" y="1596"/>
                  </a:lnTo>
                  <a:cubicBezTo>
                    <a:pt x="0" y="1596"/>
                    <a:pt x="0" y="1995"/>
                    <a:pt x="268" y="1995"/>
                  </a:cubicBezTo>
                  <a:lnTo>
                    <a:pt x="551" y="1995"/>
                  </a:lnTo>
                  <a:cubicBezTo>
                    <a:pt x="584" y="2208"/>
                    <a:pt x="667" y="2407"/>
                    <a:pt x="794" y="2581"/>
                  </a:cubicBezTo>
                  <a:lnTo>
                    <a:pt x="594" y="2780"/>
                  </a:lnTo>
                  <a:cubicBezTo>
                    <a:pt x="445" y="2925"/>
                    <a:pt x="579" y="3128"/>
                    <a:pt x="735" y="3128"/>
                  </a:cubicBezTo>
                  <a:cubicBezTo>
                    <a:pt x="783" y="3128"/>
                    <a:pt x="833" y="3109"/>
                    <a:pt x="877" y="3063"/>
                  </a:cubicBezTo>
                  <a:lnTo>
                    <a:pt x="1076" y="2864"/>
                  </a:lnTo>
                  <a:cubicBezTo>
                    <a:pt x="1250" y="2991"/>
                    <a:pt x="1453" y="3074"/>
                    <a:pt x="1663" y="3106"/>
                  </a:cubicBezTo>
                  <a:lnTo>
                    <a:pt x="1663" y="3389"/>
                  </a:lnTo>
                  <a:cubicBezTo>
                    <a:pt x="1663" y="3523"/>
                    <a:pt x="1763" y="3590"/>
                    <a:pt x="1864" y="3590"/>
                  </a:cubicBezTo>
                  <a:cubicBezTo>
                    <a:pt x="1964" y="3590"/>
                    <a:pt x="2065" y="3523"/>
                    <a:pt x="2065" y="3389"/>
                  </a:cubicBezTo>
                  <a:lnTo>
                    <a:pt x="2065" y="3106"/>
                  </a:lnTo>
                  <a:cubicBezTo>
                    <a:pt x="2275" y="3074"/>
                    <a:pt x="2478" y="2991"/>
                    <a:pt x="2652" y="2864"/>
                  </a:cubicBezTo>
                  <a:lnTo>
                    <a:pt x="2851" y="3063"/>
                  </a:lnTo>
                  <a:cubicBezTo>
                    <a:pt x="2895" y="3109"/>
                    <a:pt x="2945" y="3128"/>
                    <a:pt x="2993" y="3128"/>
                  </a:cubicBezTo>
                  <a:cubicBezTo>
                    <a:pt x="3148" y="3128"/>
                    <a:pt x="3283" y="2925"/>
                    <a:pt x="3133" y="2780"/>
                  </a:cubicBezTo>
                  <a:lnTo>
                    <a:pt x="2934" y="2581"/>
                  </a:lnTo>
                  <a:cubicBezTo>
                    <a:pt x="3061" y="2407"/>
                    <a:pt x="3144" y="2208"/>
                    <a:pt x="3177" y="1995"/>
                  </a:cubicBezTo>
                  <a:lnTo>
                    <a:pt x="3459" y="1995"/>
                  </a:lnTo>
                  <a:cubicBezTo>
                    <a:pt x="3727" y="1995"/>
                    <a:pt x="3727" y="1596"/>
                    <a:pt x="3459" y="1596"/>
                  </a:cubicBezTo>
                  <a:lnTo>
                    <a:pt x="3177" y="1596"/>
                  </a:lnTo>
                  <a:cubicBezTo>
                    <a:pt x="3144" y="1383"/>
                    <a:pt x="3061" y="1180"/>
                    <a:pt x="2934" y="1009"/>
                  </a:cubicBezTo>
                  <a:lnTo>
                    <a:pt x="3133" y="810"/>
                  </a:lnTo>
                  <a:cubicBezTo>
                    <a:pt x="3273" y="662"/>
                    <a:pt x="3141" y="465"/>
                    <a:pt x="2988" y="465"/>
                  </a:cubicBezTo>
                  <a:cubicBezTo>
                    <a:pt x="2942" y="465"/>
                    <a:pt x="2894" y="483"/>
                    <a:pt x="2851" y="524"/>
                  </a:cubicBezTo>
                  <a:lnTo>
                    <a:pt x="2652" y="727"/>
                  </a:lnTo>
                  <a:cubicBezTo>
                    <a:pt x="2478" y="597"/>
                    <a:pt x="2275" y="513"/>
                    <a:pt x="2065" y="481"/>
                  </a:cubicBezTo>
                  <a:lnTo>
                    <a:pt x="2065" y="202"/>
                  </a:lnTo>
                  <a:cubicBezTo>
                    <a:pt x="2065" y="68"/>
                    <a:pt x="1964" y="1"/>
                    <a:pt x="1864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3959;p79">
              <a:extLst>
                <a:ext uri="{FF2B5EF4-FFF2-40B4-BE49-F238E27FC236}">
                  <a16:creationId xmlns:a16="http://schemas.microsoft.com/office/drawing/2014/main" id="{31F27B63-5E16-48AA-5EFA-B3B52436036E}"/>
                </a:ext>
              </a:extLst>
            </p:cNvPr>
            <p:cNvSpPr/>
            <p:nvPr/>
          </p:nvSpPr>
          <p:spPr>
            <a:xfrm>
              <a:off x="2798614" y="3440992"/>
              <a:ext cx="40952" cy="35079"/>
            </a:xfrm>
            <a:custGeom>
              <a:avLst/>
              <a:gdLst/>
              <a:ahLst/>
              <a:cxnLst/>
              <a:rect l="l" t="t" r="r" b="b"/>
              <a:pathLst>
                <a:path w="1562" h="1338" extrusionOk="0">
                  <a:moveTo>
                    <a:pt x="671" y="403"/>
                  </a:moveTo>
                  <a:cubicBezTo>
                    <a:pt x="906" y="403"/>
                    <a:pt x="1026" y="693"/>
                    <a:pt x="859" y="860"/>
                  </a:cubicBezTo>
                  <a:cubicBezTo>
                    <a:pt x="804" y="915"/>
                    <a:pt x="736" y="940"/>
                    <a:pt x="670" y="940"/>
                  </a:cubicBezTo>
                  <a:cubicBezTo>
                    <a:pt x="533" y="940"/>
                    <a:pt x="403" y="833"/>
                    <a:pt x="403" y="671"/>
                  </a:cubicBezTo>
                  <a:cubicBezTo>
                    <a:pt x="403" y="525"/>
                    <a:pt x="519" y="407"/>
                    <a:pt x="664" y="407"/>
                  </a:cubicBezTo>
                  <a:cubicBezTo>
                    <a:pt x="666" y="407"/>
                    <a:pt x="668" y="407"/>
                    <a:pt x="671" y="407"/>
                  </a:cubicBezTo>
                  <a:lnTo>
                    <a:pt x="671" y="403"/>
                  </a:lnTo>
                  <a:close/>
                  <a:moveTo>
                    <a:pt x="674" y="0"/>
                  </a:moveTo>
                  <a:cubicBezTo>
                    <a:pt x="331" y="0"/>
                    <a:pt x="1" y="267"/>
                    <a:pt x="1" y="671"/>
                  </a:cubicBezTo>
                  <a:cubicBezTo>
                    <a:pt x="1" y="1041"/>
                    <a:pt x="301" y="1338"/>
                    <a:pt x="671" y="1338"/>
                  </a:cubicBezTo>
                  <a:cubicBezTo>
                    <a:pt x="1265" y="1338"/>
                    <a:pt x="1562" y="621"/>
                    <a:pt x="1141" y="197"/>
                  </a:cubicBezTo>
                  <a:cubicBezTo>
                    <a:pt x="1006" y="61"/>
                    <a:pt x="838" y="0"/>
                    <a:pt x="67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" name="Google Shape;13707;p79">
            <a:extLst>
              <a:ext uri="{FF2B5EF4-FFF2-40B4-BE49-F238E27FC236}">
                <a16:creationId xmlns:a16="http://schemas.microsoft.com/office/drawing/2014/main" id="{A558A815-AEFF-9098-18A7-BBCE0E99AA32}"/>
              </a:ext>
            </a:extLst>
          </p:cNvPr>
          <p:cNvGrpSpPr/>
          <p:nvPr/>
        </p:nvGrpSpPr>
        <p:grpSpPr>
          <a:xfrm>
            <a:off x="6128870" y="1408391"/>
            <a:ext cx="221826" cy="358419"/>
            <a:chOff x="2695605" y="2900833"/>
            <a:chExt cx="221826" cy="358419"/>
          </a:xfrm>
        </p:grpSpPr>
        <p:sp>
          <p:nvSpPr>
            <p:cNvPr id="41" name="Google Shape;13708;p79">
              <a:extLst>
                <a:ext uri="{FF2B5EF4-FFF2-40B4-BE49-F238E27FC236}">
                  <a16:creationId xmlns:a16="http://schemas.microsoft.com/office/drawing/2014/main" id="{85B0A07D-44AE-8FF4-9086-ADBD64000577}"/>
                </a:ext>
              </a:extLst>
            </p:cNvPr>
            <p:cNvSpPr/>
            <p:nvPr/>
          </p:nvSpPr>
          <p:spPr>
            <a:xfrm>
              <a:off x="2701950" y="3037740"/>
              <a:ext cx="30701" cy="43914"/>
            </a:xfrm>
            <a:custGeom>
              <a:avLst/>
              <a:gdLst/>
              <a:ahLst/>
              <a:cxnLst/>
              <a:rect l="l" t="t" r="r" b="b"/>
              <a:pathLst>
                <a:path w="1171" h="1675" extrusionOk="0">
                  <a:moveTo>
                    <a:pt x="758" y="1"/>
                  </a:moveTo>
                  <a:lnTo>
                    <a:pt x="1" y="1674"/>
                  </a:lnTo>
                  <a:lnTo>
                    <a:pt x="1170" y="1674"/>
                  </a:lnTo>
                  <a:lnTo>
                    <a:pt x="1170" y="1"/>
                  </a:lnTo>
                  <a:close/>
                </a:path>
              </a:pathLst>
            </a:custGeom>
            <a:solidFill>
              <a:srgbClr val="D5DE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3709;p79">
              <a:extLst>
                <a:ext uri="{FF2B5EF4-FFF2-40B4-BE49-F238E27FC236}">
                  <a16:creationId xmlns:a16="http://schemas.microsoft.com/office/drawing/2014/main" id="{413C83EA-F6D6-4F87-0FA9-29D4B23A7C8B}"/>
                </a:ext>
              </a:extLst>
            </p:cNvPr>
            <p:cNvSpPr/>
            <p:nvPr/>
          </p:nvSpPr>
          <p:spPr>
            <a:xfrm>
              <a:off x="2724837" y="3074025"/>
              <a:ext cx="162575" cy="179957"/>
            </a:xfrm>
            <a:custGeom>
              <a:avLst/>
              <a:gdLst/>
              <a:ahLst/>
              <a:cxnLst/>
              <a:rect l="l" t="t" r="r" b="b"/>
              <a:pathLst>
                <a:path w="6201" h="6864" extrusionOk="0">
                  <a:moveTo>
                    <a:pt x="1786" y="0"/>
                  </a:moveTo>
                  <a:lnTo>
                    <a:pt x="1786" y="4245"/>
                  </a:lnTo>
                  <a:lnTo>
                    <a:pt x="1" y="6864"/>
                  </a:lnTo>
                  <a:lnTo>
                    <a:pt x="6201" y="5027"/>
                  </a:lnTo>
                  <a:lnTo>
                    <a:pt x="5245" y="3952"/>
                  </a:lnTo>
                  <a:lnTo>
                    <a:pt x="5238" y="3941"/>
                  </a:lnTo>
                  <a:lnTo>
                    <a:pt x="5238" y="0"/>
                  </a:lnTo>
                  <a:close/>
                </a:path>
              </a:pathLst>
            </a:custGeom>
            <a:solidFill>
              <a:srgbClr val="E0E6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3710;p79">
              <a:extLst>
                <a:ext uri="{FF2B5EF4-FFF2-40B4-BE49-F238E27FC236}">
                  <a16:creationId xmlns:a16="http://schemas.microsoft.com/office/drawing/2014/main" id="{1DF7D074-16F0-9851-C214-D5589FB4EC30}"/>
                </a:ext>
              </a:extLst>
            </p:cNvPr>
            <p:cNvSpPr/>
            <p:nvPr/>
          </p:nvSpPr>
          <p:spPr>
            <a:xfrm>
              <a:off x="2771662" y="3073920"/>
              <a:ext cx="90503" cy="80750"/>
            </a:xfrm>
            <a:custGeom>
              <a:avLst/>
              <a:gdLst/>
              <a:ahLst/>
              <a:cxnLst/>
              <a:rect l="l" t="t" r="r" b="b"/>
              <a:pathLst>
                <a:path w="3452" h="3080" extrusionOk="0">
                  <a:moveTo>
                    <a:pt x="0" y="1"/>
                  </a:moveTo>
                  <a:lnTo>
                    <a:pt x="0" y="3079"/>
                  </a:lnTo>
                  <a:lnTo>
                    <a:pt x="101" y="3079"/>
                  </a:lnTo>
                  <a:lnTo>
                    <a:pt x="3260" y="1337"/>
                  </a:lnTo>
                  <a:cubicBezTo>
                    <a:pt x="3325" y="1301"/>
                    <a:pt x="3390" y="1265"/>
                    <a:pt x="3452" y="1225"/>
                  </a:cubicBezTo>
                  <a:lnTo>
                    <a:pt x="3452" y="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D5DE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3711;p79">
              <a:extLst>
                <a:ext uri="{FF2B5EF4-FFF2-40B4-BE49-F238E27FC236}">
                  <a16:creationId xmlns:a16="http://schemas.microsoft.com/office/drawing/2014/main" id="{D60F2410-4F1D-99D9-2380-5F114BB06F81}"/>
                </a:ext>
              </a:extLst>
            </p:cNvPr>
            <p:cNvSpPr/>
            <p:nvPr/>
          </p:nvSpPr>
          <p:spPr>
            <a:xfrm>
              <a:off x="2724837" y="3177427"/>
              <a:ext cx="162575" cy="76555"/>
            </a:xfrm>
            <a:custGeom>
              <a:avLst/>
              <a:gdLst/>
              <a:ahLst/>
              <a:cxnLst/>
              <a:rect l="l" t="t" r="r" b="b"/>
              <a:pathLst>
                <a:path w="6201" h="2920" extrusionOk="0">
                  <a:moveTo>
                    <a:pt x="5234" y="0"/>
                  </a:moveTo>
                  <a:lnTo>
                    <a:pt x="1" y="2920"/>
                  </a:lnTo>
                  <a:lnTo>
                    <a:pt x="6201" y="1083"/>
                  </a:lnTo>
                  <a:lnTo>
                    <a:pt x="5245" y="8"/>
                  </a:lnTo>
                  <a:cubicBezTo>
                    <a:pt x="5230" y="8"/>
                    <a:pt x="5223" y="8"/>
                    <a:pt x="5234" y="0"/>
                  </a:cubicBezTo>
                  <a:close/>
                </a:path>
              </a:pathLst>
            </a:custGeom>
            <a:solidFill>
              <a:srgbClr val="D5DE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3712;p79">
              <a:extLst>
                <a:ext uri="{FF2B5EF4-FFF2-40B4-BE49-F238E27FC236}">
                  <a16:creationId xmlns:a16="http://schemas.microsoft.com/office/drawing/2014/main" id="{8D5B1508-CAE8-8553-9910-E3139B7FAF2E}"/>
                </a:ext>
              </a:extLst>
            </p:cNvPr>
            <p:cNvSpPr/>
            <p:nvPr/>
          </p:nvSpPr>
          <p:spPr>
            <a:xfrm>
              <a:off x="2721718" y="2906050"/>
              <a:ext cx="190391" cy="238160"/>
            </a:xfrm>
            <a:custGeom>
              <a:avLst/>
              <a:gdLst/>
              <a:ahLst/>
              <a:cxnLst/>
              <a:rect l="l" t="t" r="r" b="b"/>
              <a:pathLst>
                <a:path w="7262" h="9084" extrusionOk="0">
                  <a:moveTo>
                    <a:pt x="3633" y="1"/>
                  </a:moveTo>
                  <a:cubicBezTo>
                    <a:pt x="1626" y="1"/>
                    <a:pt x="0" y="1572"/>
                    <a:pt x="0" y="3510"/>
                  </a:cubicBezTo>
                  <a:cubicBezTo>
                    <a:pt x="0" y="3575"/>
                    <a:pt x="7" y="6991"/>
                    <a:pt x="7" y="8443"/>
                  </a:cubicBezTo>
                  <a:cubicBezTo>
                    <a:pt x="7" y="8798"/>
                    <a:pt x="297" y="9084"/>
                    <a:pt x="652" y="9084"/>
                  </a:cubicBezTo>
                  <a:lnTo>
                    <a:pt x="1905" y="9084"/>
                  </a:lnTo>
                  <a:lnTo>
                    <a:pt x="4973" y="7393"/>
                  </a:lnTo>
                  <a:cubicBezTo>
                    <a:pt x="6385" y="6614"/>
                    <a:pt x="7262" y="5125"/>
                    <a:pt x="7262" y="3510"/>
                  </a:cubicBezTo>
                  <a:cubicBezTo>
                    <a:pt x="7262" y="1572"/>
                    <a:pt x="5635" y="1"/>
                    <a:pt x="3633" y="1"/>
                  </a:cubicBezTo>
                  <a:close/>
                </a:path>
              </a:pathLst>
            </a:custGeom>
            <a:solidFill>
              <a:srgbClr val="9EB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3713;p79">
              <a:extLst>
                <a:ext uri="{FF2B5EF4-FFF2-40B4-BE49-F238E27FC236}">
                  <a16:creationId xmlns:a16="http://schemas.microsoft.com/office/drawing/2014/main" id="{1C4557F6-DD17-287D-1E37-006F0FE950F2}"/>
                </a:ext>
              </a:extLst>
            </p:cNvPr>
            <p:cNvSpPr/>
            <p:nvPr/>
          </p:nvSpPr>
          <p:spPr>
            <a:xfrm>
              <a:off x="2766051" y="2929986"/>
              <a:ext cx="119290" cy="119290"/>
            </a:xfrm>
            <a:custGeom>
              <a:avLst/>
              <a:gdLst/>
              <a:ahLst/>
              <a:cxnLst/>
              <a:rect l="l" t="t" r="r" b="b"/>
              <a:pathLst>
                <a:path w="4550" h="4550" extrusionOk="0">
                  <a:moveTo>
                    <a:pt x="2275" y="0"/>
                  </a:moveTo>
                  <a:cubicBezTo>
                    <a:pt x="1018" y="0"/>
                    <a:pt x="0" y="1018"/>
                    <a:pt x="0" y="2275"/>
                  </a:cubicBezTo>
                  <a:cubicBezTo>
                    <a:pt x="0" y="3531"/>
                    <a:pt x="1018" y="4549"/>
                    <a:pt x="2275" y="4549"/>
                  </a:cubicBezTo>
                  <a:cubicBezTo>
                    <a:pt x="3532" y="4549"/>
                    <a:pt x="4549" y="3531"/>
                    <a:pt x="4549" y="2275"/>
                  </a:cubicBezTo>
                  <a:cubicBezTo>
                    <a:pt x="4549" y="1018"/>
                    <a:pt x="3532" y="0"/>
                    <a:pt x="2275" y="0"/>
                  </a:cubicBezTo>
                  <a:close/>
                </a:path>
              </a:pathLst>
            </a:custGeom>
            <a:solidFill>
              <a:srgbClr val="D6DE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3714;p79">
              <a:extLst>
                <a:ext uri="{FF2B5EF4-FFF2-40B4-BE49-F238E27FC236}">
                  <a16:creationId xmlns:a16="http://schemas.microsoft.com/office/drawing/2014/main" id="{7DCECD89-F779-0040-164F-A325F33AA32F}"/>
                </a:ext>
              </a:extLst>
            </p:cNvPr>
            <p:cNvSpPr/>
            <p:nvPr/>
          </p:nvSpPr>
          <p:spPr>
            <a:xfrm>
              <a:off x="2813059" y="2953713"/>
              <a:ext cx="46457" cy="46379"/>
            </a:xfrm>
            <a:custGeom>
              <a:avLst/>
              <a:gdLst/>
              <a:ahLst/>
              <a:cxnLst/>
              <a:rect l="l" t="t" r="r" b="b"/>
              <a:pathLst>
                <a:path w="1772" h="1769" extrusionOk="0">
                  <a:moveTo>
                    <a:pt x="884" y="1"/>
                  </a:moveTo>
                  <a:cubicBezTo>
                    <a:pt x="398" y="1"/>
                    <a:pt x="0" y="396"/>
                    <a:pt x="0" y="884"/>
                  </a:cubicBezTo>
                  <a:cubicBezTo>
                    <a:pt x="0" y="1370"/>
                    <a:pt x="398" y="1768"/>
                    <a:pt x="884" y="1768"/>
                  </a:cubicBezTo>
                  <a:cubicBezTo>
                    <a:pt x="1373" y="1768"/>
                    <a:pt x="1771" y="1370"/>
                    <a:pt x="1771" y="884"/>
                  </a:cubicBezTo>
                  <a:cubicBezTo>
                    <a:pt x="1771" y="396"/>
                    <a:pt x="1373" y="1"/>
                    <a:pt x="884" y="1"/>
                  </a:cubicBezTo>
                  <a:close/>
                </a:path>
              </a:pathLst>
            </a:custGeom>
            <a:solidFill>
              <a:srgbClr val="BFCC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3715;p79">
              <a:extLst>
                <a:ext uri="{FF2B5EF4-FFF2-40B4-BE49-F238E27FC236}">
                  <a16:creationId xmlns:a16="http://schemas.microsoft.com/office/drawing/2014/main" id="{C910A69D-A0FA-76E8-359B-083400DE0A6C}"/>
                </a:ext>
              </a:extLst>
            </p:cNvPr>
            <p:cNvSpPr/>
            <p:nvPr/>
          </p:nvSpPr>
          <p:spPr>
            <a:xfrm>
              <a:off x="2695605" y="2900833"/>
              <a:ext cx="221826" cy="358419"/>
            </a:xfrm>
            <a:custGeom>
              <a:avLst/>
              <a:gdLst/>
              <a:ahLst/>
              <a:cxnLst/>
              <a:rect l="l" t="t" r="r" b="b"/>
              <a:pathLst>
                <a:path w="8461" h="13671" extrusionOk="0">
                  <a:moveTo>
                    <a:pt x="800" y="6146"/>
                  </a:moveTo>
                  <a:lnTo>
                    <a:pt x="800" y="6697"/>
                  </a:lnTo>
                  <a:lnTo>
                    <a:pt x="554" y="6697"/>
                  </a:lnTo>
                  <a:lnTo>
                    <a:pt x="800" y="6146"/>
                  </a:lnTo>
                  <a:close/>
                  <a:moveTo>
                    <a:pt x="4629" y="0"/>
                  </a:moveTo>
                  <a:cubicBezTo>
                    <a:pt x="2517" y="0"/>
                    <a:pt x="797" y="1663"/>
                    <a:pt x="797" y="3709"/>
                  </a:cubicBezTo>
                  <a:cubicBezTo>
                    <a:pt x="797" y="3734"/>
                    <a:pt x="797" y="4328"/>
                    <a:pt x="800" y="5180"/>
                  </a:cubicBezTo>
                  <a:lnTo>
                    <a:pt x="62" y="6813"/>
                  </a:lnTo>
                  <a:cubicBezTo>
                    <a:pt x="0" y="6947"/>
                    <a:pt x="98" y="7095"/>
                    <a:pt x="243" y="7095"/>
                  </a:cubicBezTo>
                  <a:lnTo>
                    <a:pt x="800" y="7095"/>
                  </a:lnTo>
                  <a:cubicBezTo>
                    <a:pt x="800" y="7610"/>
                    <a:pt x="800" y="8138"/>
                    <a:pt x="804" y="8642"/>
                  </a:cubicBezTo>
                  <a:cubicBezTo>
                    <a:pt x="804" y="9105"/>
                    <a:pt x="1181" y="9482"/>
                    <a:pt x="1648" y="9482"/>
                  </a:cubicBezTo>
                  <a:lnTo>
                    <a:pt x="2698" y="9482"/>
                  </a:lnTo>
                  <a:lnTo>
                    <a:pt x="2698" y="10790"/>
                  </a:lnTo>
                  <a:lnTo>
                    <a:pt x="949" y="13357"/>
                  </a:lnTo>
                  <a:cubicBezTo>
                    <a:pt x="856" y="13495"/>
                    <a:pt x="962" y="13671"/>
                    <a:pt x="1114" y="13671"/>
                  </a:cubicBezTo>
                  <a:cubicBezTo>
                    <a:pt x="1133" y="13671"/>
                    <a:pt x="1153" y="13668"/>
                    <a:pt x="1173" y="13662"/>
                  </a:cubicBezTo>
                  <a:lnTo>
                    <a:pt x="2995" y="13122"/>
                  </a:lnTo>
                  <a:cubicBezTo>
                    <a:pt x="3229" y="13053"/>
                    <a:pt x="3157" y="12728"/>
                    <a:pt x="2948" y="12728"/>
                  </a:cubicBezTo>
                  <a:cubicBezTo>
                    <a:pt x="2928" y="12728"/>
                    <a:pt x="2906" y="12731"/>
                    <a:pt x="2883" y="12738"/>
                  </a:cubicBezTo>
                  <a:lnTo>
                    <a:pt x="1597" y="13118"/>
                  </a:lnTo>
                  <a:lnTo>
                    <a:pt x="1597" y="13118"/>
                  </a:lnTo>
                  <a:lnTo>
                    <a:pt x="3068" y="10963"/>
                  </a:lnTo>
                  <a:cubicBezTo>
                    <a:pt x="3089" y="10931"/>
                    <a:pt x="3100" y="10891"/>
                    <a:pt x="3100" y="10851"/>
                  </a:cubicBezTo>
                  <a:lnTo>
                    <a:pt x="3100" y="9402"/>
                  </a:lnTo>
                  <a:lnTo>
                    <a:pt x="4317" y="8732"/>
                  </a:lnTo>
                  <a:cubicBezTo>
                    <a:pt x="4514" y="8622"/>
                    <a:pt x="4405" y="8354"/>
                    <a:pt x="4225" y="8354"/>
                  </a:cubicBezTo>
                  <a:cubicBezTo>
                    <a:pt x="4194" y="8354"/>
                    <a:pt x="4160" y="8362"/>
                    <a:pt x="4125" y="8381"/>
                  </a:cubicBezTo>
                  <a:lnTo>
                    <a:pt x="2850" y="9084"/>
                  </a:lnTo>
                  <a:lnTo>
                    <a:pt x="1648" y="9084"/>
                  </a:lnTo>
                  <a:cubicBezTo>
                    <a:pt x="1405" y="9084"/>
                    <a:pt x="1206" y="8888"/>
                    <a:pt x="1206" y="8642"/>
                  </a:cubicBezTo>
                  <a:lnTo>
                    <a:pt x="1206" y="8091"/>
                  </a:lnTo>
                  <a:lnTo>
                    <a:pt x="2238" y="8091"/>
                  </a:lnTo>
                  <a:cubicBezTo>
                    <a:pt x="2506" y="8088"/>
                    <a:pt x="2506" y="7689"/>
                    <a:pt x="2238" y="7689"/>
                  </a:cubicBezTo>
                  <a:lnTo>
                    <a:pt x="1206" y="7689"/>
                  </a:lnTo>
                  <a:cubicBezTo>
                    <a:pt x="1202" y="5730"/>
                    <a:pt x="1199" y="3760"/>
                    <a:pt x="1199" y="3709"/>
                  </a:cubicBezTo>
                  <a:cubicBezTo>
                    <a:pt x="1199" y="1887"/>
                    <a:pt x="2738" y="406"/>
                    <a:pt x="4629" y="406"/>
                  </a:cubicBezTo>
                  <a:cubicBezTo>
                    <a:pt x="6523" y="406"/>
                    <a:pt x="8062" y="1887"/>
                    <a:pt x="8062" y="3709"/>
                  </a:cubicBezTo>
                  <a:cubicBezTo>
                    <a:pt x="8058" y="5252"/>
                    <a:pt x="7222" y="6672"/>
                    <a:pt x="5871" y="7418"/>
                  </a:cubicBezTo>
                  <a:lnTo>
                    <a:pt x="4915" y="7946"/>
                  </a:lnTo>
                  <a:cubicBezTo>
                    <a:pt x="4715" y="8054"/>
                    <a:pt x="4826" y="8326"/>
                    <a:pt x="5005" y="8326"/>
                  </a:cubicBezTo>
                  <a:cubicBezTo>
                    <a:pt x="5037" y="8326"/>
                    <a:pt x="5072" y="8317"/>
                    <a:pt x="5107" y="8298"/>
                  </a:cubicBezTo>
                  <a:lnTo>
                    <a:pt x="6066" y="7769"/>
                  </a:lnTo>
                  <a:cubicBezTo>
                    <a:pt x="6095" y="7751"/>
                    <a:pt x="6124" y="7733"/>
                    <a:pt x="6157" y="7718"/>
                  </a:cubicBezTo>
                  <a:lnTo>
                    <a:pt x="6157" y="10550"/>
                  </a:lnTo>
                  <a:cubicBezTo>
                    <a:pt x="6157" y="10598"/>
                    <a:pt x="6175" y="10645"/>
                    <a:pt x="6204" y="10681"/>
                  </a:cubicBezTo>
                  <a:lnTo>
                    <a:pt x="6961" y="11532"/>
                  </a:lnTo>
                  <a:lnTo>
                    <a:pt x="3676" y="12506"/>
                  </a:lnTo>
                  <a:cubicBezTo>
                    <a:pt x="3442" y="12575"/>
                    <a:pt x="3514" y="12900"/>
                    <a:pt x="3723" y="12900"/>
                  </a:cubicBezTo>
                  <a:cubicBezTo>
                    <a:pt x="3744" y="12900"/>
                    <a:pt x="3765" y="12897"/>
                    <a:pt x="3788" y="12890"/>
                  </a:cubicBezTo>
                  <a:lnTo>
                    <a:pt x="7374" y="11829"/>
                  </a:lnTo>
                  <a:cubicBezTo>
                    <a:pt x="7515" y="11786"/>
                    <a:pt x="7566" y="11612"/>
                    <a:pt x="7468" y="11503"/>
                  </a:cubicBezTo>
                  <a:lnTo>
                    <a:pt x="6552" y="10471"/>
                  </a:lnTo>
                  <a:lnTo>
                    <a:pt x="6552" y="7454"/>
                  </a:lnTo>
                  <a:cubicBezTo>
                    <a:pt x="7751" y="6581"/>
                    <a:pt x="8460" y="5190"/>
                    <a:pt x="8460" y="3709"/>
                  </a:cubicBezTo>
                  <a:cubicBezTo>
                    <a:pt x="8460" y="1663"/>
                    <a:pt x="6740" y="0"/>
                    <a:pt x="4629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3716;p79">
              <a:extLst>
                <a:ext uri="{FF2B5EF4-FFF2-40B4-BE49-F238E27FC236}">
                  <a16:creationId xmlns:a16="http://schemas.microsoft.com/office/drawing/2014/main" id="{5C643924-264C-A0C1-CD25-D9740872D64E}"/>
                </a:ext>
              </a:extLst>
            </p:cNvPr>
            <p:cNvSpPr/>
            <p:nvPr/>
          </p:nvSpPr>
          <p:spPr>
            <a:xfrm>
              <a:off x="2760703" y="2924743"/>
              <a:ext cx="133080" cy="129829"/>
            </a:xfrm>
            <a:custGeom>
              <a:avLst/>
              <a:gdLst/>
              <a:ahLst/>
              <a:cxnLst/>
              <a:rect l="l" t="t" r="r" b="b"/>
              <a:pathLst>
                <a:path w="5076" h="4952" extrusionOk="0">
                  <a:moveTo>
                    <a:pt x="2478" y="1"/>
                  </a:moveTo>
                  <a:cubicBezTo>
                    <a:pt x="2464" y="1"/>
                    <a:pt x="2450" y="1"/>
                    <a:pt x="2435" y="1"/>
                  </a:cubicBezTo>
                  <a:cubicBezTo>
                    <a:pt x="1153" y="23"/>
                    <a:pt x="99" y="1022"/>
                    <a:pt x="12" y="2305"/>
                  </a:cubicBezTo>
                  <a:cubicBezTo>
                    <a:pt x="1" y="2443"/>
                    <a:pt x="107" y="2517"/>
                    <a:pt x="212" y="2517"/>
                  </a:cubicBezTo>
                  <a:cubicBezTo>
                    <a:pt x="307" y="2517"/>
                    <a:pt x="402" y="2457"/>
                    <a:pt x="411" y="2330"/>
                  </a:cubicBezTo>
                  <a:cubicBezTo>
                    <a:pt x="487" y="1258"/>
                    <a:pt x="1367" y="421"/>
                    <a:pt x="2443" y="403"/>
                  </a:cubicBezTo>
                  <a:cubicBezTo>
                    <a:pt x="2454" y="403"/>
                    <a:pt x="2466" y="403"/>
                    <a:pt x="2478" y="403"/>
                  </a:cubicBezTo>
                  <a:cubicBezTo>
                    <a:pt x="3535" y="403"/>
                    <a:pt x="4429" y="1201"/>
                    <a:pt x="4540" y="2257"/>
                  </a:cubicBezTo>
                  <a:cubicBezTo>
                    <a:pt x="4652" y="3326"/>
                    <a:pt x="3931" y="4304"/>
                    <a:pt x="2877" y="4510"/>
                  </a:cubicBezTo>
                  <a:cubicBezTo>
                    <a:pt x="2743" y="4536"/>
                    <a:pt x="2609" y="4549"/>
                    <a:pt x="2476" y="4549"/>
                  </a:cubicBezTo>
                  <a:cubicBezTo>
                    <a:pt x="1568" y="4549"/>
                    <a:pt x="746" y="3952"/>
                    <a:pt x="487" y="3051"/>
                  </a:cubicBezTo>
                  <a:cubicBezTo>
                    <a:pt x="457" y="2949"/>
                    <a:pt x="378" y="2905"/>
                    <a:pt x="300" y="2905"/>
                  </a:cubicBezTo>
                  <a:cubicBezTo>
                    <a:pt x="179" y="2905"/>
                    <a:pt x="57" y="3007"/>
                    <a:pt x="103" y="3163"/>
                  </a:cubicBezTo>
                  <a:cubicBezTo>
                    <a:pt x="413" y="4238"/>
                    <a:pt x="1396" y="4951"/>
                    <a:pt x="2477" y="4951"/>
                  </a:cubicBezTo>
                  <a:cubicBezTo>
                    <a:pt x="2634" y="4951"/>
                    <a:pt x="2794" y="4936"/>
                    <a:pt x="2953" y="4905"/>
                  </a:cubicBezTo>
                  <a:cubicBezTo>
                    <a:pt x="4214" y="4662"/>
                    <a:pt x="5076" y="3492"/>
                    <a:pt x="4942" y="2218"/>
                  </a:cubicBezTo>
                  <a:cubicBezTo>
                    <a:pt x="4809" y="953"/>
                    <a:pt x="3745" y="1"/>
                    <a:pt x="2478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3717;p79">
              <a:extLst>
                <a:ext uri="{FF2B5EF4-FFF2-40B4-BE49-F238E27FC236}">
                  <a16:creationId xmlns:a16="http://schemas.microsoft.com/office/drawing/2014/main" id="{4A71C851-DA96-E9E7-3D07-3C784CC20A05}"/>
                </a:ext>
              </a:extLst>
            </p:cNvPr>
            <p:cNvSpPr/>
            <p:nvPr/>
          </p:nvSpPr>
          <p:spPr>
            <a:xfrm>
              <a:off x="2787602" y="2948260"/>
              <a:ext cx="85967" cy="76765"/>
            </a:xfrm>
            <a:custGeom>
              <a:avLst/>
              <a:gdLst/>
              <a:ahLst/>
              <a:cxnLst/>
              <a:rect l="l" t="t" r="r" b="b"/>
              <a:pathLst>
                <a:path w="3279" h="2928" extrusionOk="0">
                  <a:moveTo>
                    <a:pt x="1858" y="406"/>
                  </a:moveTo>
                  <a:cubicBezTo>
                    <a:pt x="2033" y="406"/>
                    <a:pt x="2208" y="473"/>
                    <a:pt x="2340" y="607"/>
                  </a:cubicBezTo>
                  <a:cubicBezTo>
                    <a:pt x="2608" y="875"/>
                    <a:pt x="2608" y="1306"/>
                    <a:pt x="2344" y="1574"/>
                  </a:cubicBezTo>
                  <a:cubicBezTo>
                    <a:pt x="2210" y="1708"/>
                    <a:pt x="2034" y="1775"/>
                    <a:pt x="1858" y="1775"/>
                  </a:cubicBezTo>
                  <a:cubicBezTo>
                    <a:pt x="1683" y="1775"/>
                    <a:pt x="1507" y="1708"/>
                    <a:pt x="1373" y="1574"/>
                  </a:cubicBezTo>
                  <a:cubicBezTo>
                    <a:pt x="1109" y="1306"/>
                    <a:pt x="1109" y="875"/>
                    <a:pt x="1373" y="607"/>
                  </a:cubicBezTo>
                  <a:cubicBezTo>
                    <a:pt x="1507" y="473"/>
                    <a:pt x="1683" y="406"/>
                    <a:pt x="1858" y="406"/>
                  </a:cubicBezTo>
                  <a:close/>
                  <a:moveTo>
                    <a:pt x="1851" y="1"/>
                  </a:moveTo>
                  <a:cubicBezTo>
                    <a:pt x="994" y="1"/>
                    <a:pt x="460" y="974"/>
                    <a:pt x="964" y="1705"/>
                  </a:cubicBezTo>
                  <a:lnTo>
                    <a:pt x="80" y="2588"/>
                  </a:lnTo>
                  <a:cubicBezTo>
                    <a:pt x="0" y="2664"/>
                    <a:pt x="0" y="2791"/>
                    <a:pt x="80" y="2871"/>
                  </a:cubicBezTo>
                  <a:cubicBezTo>
                    <a:pt x="118" y="2909"/>
                    <a:pt x="169" y="2928"/>
                    <a:pt x="220" y="2928"/>
                  </a:cubicBezTo>
                  <a:cubicBezTo>
                    <a:pt x="271" y="2928"/>
                    <a:pt x="323" y="2909"/>
                    <a:pt x="363" y="2871"/>
                  </a:cubicBezTo>
                  <a:lnTo>
                    <a:pt x="1246" y="1987"/>
                  </a:lnTo>
                  <a:cubicBezTo>
                    <a:pt x="1432" y="2113"/>
                    <a:pt x="1644" y="2175"/>
                    <a:pt x="1856" y="2175"/>
                  </a:cubicBezTo>
                  <a:cubicBezTo>
                    <a:pt x="2135" y="2175"/>
                    <a:pt x="2412" y="2067"/>
                    <a:pt x="2623" y="1857"/>
                  </a:cubicBezTo>
                  <a:cubicBezTo>
                    <a:pt x="3278" y="1208"/>
                    <a:pt x="2876" y="93"/>
                    <a:pt x="1960" y="6"/>
                  </a:cubicBezTo>
                  <a:cubicBezTo>
                    <a:pt x="1923" y="2"/>
                    <a:pt x="1887" y="1"/>
                    <a:pt x="185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610413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2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74864-015E-C293-7B07-846D70093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95F08-2AA9-CD41-FFE6-7788303F0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do we need RAG? 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2E9BC1CB-67C2-8B39-DA3D-8D91022F554F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2356339" y="1888271"/>
            <a:ext cx="4290645" cy="2535045"/>
          </a:xfrm>
        </p:spPr>
        <p:txBody>
          <a:bodyPr/>
          <a:lstStyle/>
          <a:p>
            <a:r>
              <a:rPr lang="en-IN" dirty="0"/>
              <a:t>When asked about specific company</a:t>
            </a:r>
          </a:p>
          <a:p>
            <a:r>
              <a:rPr lang="en-IN" dirty="0"/>
              <a:t>data, an LLM will resort to guesswork</a:t>
            </a:r>
          </a:p>
          <a:p>
            <a:r>
              <a:rPr lang="en-IN" dirty="0"/>
              <a:t>either inventing plausible-sounding</a:t>
            </a:r>
          </a:p>
          <a:p>
            <a:r>
              <a:rPr lang="en-IN" dirty="0"/>
              <a:t>details  (</a:t>
            </a:r>
            <a:r>
              <a:rPr lang="en-IN" b="1" dirty="0"/>
              <a:t>hallucinating</a:t>
            </a:r>
            <a:r>
              <a:rPr lang="en-IN" dirty="0"/>
              <a:t>) or falling back on</a:t>
            </a:r>
          </a:p>
          <a:p>
            <a:r>
              <a:rPr lang="en-IN" b="1" dirty="0"/>
              <a:t>generic industry data</a:t>
            </a:r>
            <a:r>
              <a:rPr lang="en-IN" dirty="0"/>
              <a:t>.</a:t>
            </a:r>
            <a:endParaRPr lang="en-IN" b="1" dirty="0"/>
          </a:p>
        </p:txBody>
      </p:sp>
      <p:sp>
        <p:nvSpPr>
          <p:cNvPr id="23" name="Subtitle 22">
            <a:extLst>
              <a:ext uri="{FF2B5EF4-FFF2-40B4-BE49-F238E27FC236}">
                <a16:creationId xmlns:a16="http://schemas.microsoft.com/office/drawing/2014/main" id="{C968E487-42D6-5C10-4124-D5BCECD5F2F7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2356236" y="1093925"/>
            <a:ext cx="4296240" cy="794347"/>
          </a:xfrm>
        </p:spPr>
        <p:txBody>
          <a:bodyPr/>
          <a:lstStyle/>
          <a:p>
            <a:r>
              <a:rPr lang="en-IN" dirty="0"/>
              <a:t>Limitation of LLMS</a:t>
            </a:r>
          </a:p>
        </p:txBody>
      </p:sp>
      <p:grpSp>
        <p:nvGrpSpPr>
          <p:cNvPr id="5" name="Google Shape;13944;p79">
            <a:extLst>
              <a:ext uri="{FF2B5EF4-FFF2-40B4-BE49-F238E27FC236}">
                <a16:creationId xmlns:a16="http://schemas.microsoft.com/office/drawing/2014/main" id="{E99E064D-22A1-0FE7-B40D-440DD7D0457D}"/>
              </a:ext>
            </a:extLst>
          </p:cNvPr>
          <p:cNvGrpSpPr/>
          <p:nvPr/>
        </p:nvGrpSpPr>
        <p:grpSpPr>
          <a:xfrm>
            <a:off x="6908948" y="628378"/>
            <a:ext cx="289336" cy="358393"/>
            <a:chOff x="2671485" y="3381452"/>
            <a:chExt cx="289336" cy="358393"/>
          </a:xfrm>
        </p:grpSpPr>
        <p:sp>
          <p:nvSpPr>
            <p:cNvPr id="6" name="Google Shape;13945;p79">
              <a:extLst>
                <a:ext uri="{FF2B5EF4-FFF2-40B4-BE49-F238E27FC236}">
                  <a16:creationId xmlns:a16="http://schemas.microsoft.com/office/drawing/2014/main" id="{A24827AE-F88B-ABBD-7632-977207FCADA5}"/>
                </a:ext>
              </a:extLst>
            </p:cNvPr>
            <p:cNvSpPr/>
            <p:nvPr/>
          </p:nvSpPr>
          <p:spPr>
            <a:xfrm>
              <a:off x="2744973" y="3660537"/>
              <a:ext cx="60510" cy="41135"/>
            </a:xfrm>
            <a:custGeom>
              <a:avLst/>
              <a:gdLst/>
              <a:ahLst/>
              <a:cxnLst/>
              <a:rect l="l" t="t" r="r" b="b"/>
              <a:pathLst>
                <a:path w="2308" h="1569" extrusionOk="0">
                  <a:moveTo>
                    <a:pt x="0" y="1"/>
                  </a:moveTo>
                  <a:lnTo>
                    <a:pt x="0" y="1569"/>
                  </a:lnTo>
                  <a:lnTo>
                    <a:pt x="2307" y="1569"/>
                  </a:lnTo>
                  <a:lnTo>
                    <a:pt x="2307" y="1"/>
                  </a:lnTo>
                  <a:close/>
                </a:path>
              </a:pathLst>
            </a:custGeom>
            <a:solidFill>
              <a:srgbClr val="D3DC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3946;p79">
              <a:extLst>
                <a:ext uri="{FF2B5EF4-FFF2-40B4-BE49-F238E27FC236}">
                  <a16:creationId xmlns:a16="http://schemas.microsoft.com/office/drawing/2014/main" id="{13CA8EB4-0E9D-3F4B-A04B-67E71EA1E4A4}"/>
                </a:ext>
              </a:extLst>
            </p:cNvPr>
            <p:cNvSpPr/>
            <p:nvPr/>
          </p:nvSpPr>
          <p:spPr>
            <a:xfrm>
              <a:off x="2826824" y="3660537"/>
              <a:ext cx="60589" cy="41135"/>
            </a:xfrm>
            <a:custGeom>
              <a:avLst/>
              <a:gdLst/>
              <a:ahLst/>
              <a:cxnLst/>
              <a:rect l="l" t="t" r="r" b="b"/>
              <a:pathLst>
                <a:path w="2311" h="1569" extrusionOk="0">
                  <a:moveTo>
                    <a:pt x="0" y="1"/>
                  </a:moveTo>
                  <a:lnTo>
                    <a:pt x="0" y="1569"/>
                  </a:lnTo>
                  <a:lnTo>
                    <a:pt x="2311" y="1569"/>
                  </a:lnTo>
                  <a:lnTo>
                    <a:pt x="2311" y="1"/>
                  </a:lnTo>
                  <a:close/>
                </a:path>
              </a:pathLst>
            </a:custGeom>
            <a:solidFill>
              <a:srgbClr val="D3DC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3947;p79">
              <a:extLst>
                <a:ext uri="{FF2B5EF4-FFF2-40B4-BE49-F238E27FC236}">
                  <a16:creationId xmlns:a16="http://schemas.microsoft.com/office/drawing/2014/main" id="{3616D6ED-10AE-9D9A-F885-3E3A66089AA4}"/>
                </a:ext>
              </a:extLst>
            </p:cNvPr>
            <p:cNvSpPr/>
            <p:nvPr/>
          </p:nvSpPr>
          <p:spPr>
            <a:xfrm>
              <a:off x="2744973" y="3690740"/>
              <a:ext cx="60510" cy="43809"/>
            </a:xfrm>
            <a:custGeom>
              <a:avLst/>
              <a:gdLst/>
              <a:ahLst/>
              <a:cxnLst/>
              <a:rect l="l" t="t" r="r" b="b"/>
              <a:pathLst>
                <a:path w="2308" h="1671" extrusionOk="0">
                  <a:moveTo>
                    <a:pt x="0" y="0"/>
                  </a:moveTo>
                  <a:lnTo>
                    <a:pt x="0" y="1670"/>
                  </a:lnTo>
                  <a:lnTo>
                    <a:pt x="2307" y="1670"/>
                  </a:lnTo>
                  <a:lnTo>
                    <a:pt x="2307" y="0"/>
                  </a:lnTo>
                  <a:close/>
                </a:path>
              </a:pathLst>
            </a:custGeom>
            <a:solidFill>
              <a:srgbClr val="BFCC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3948;p79">
              <a:extLst>
                <a:ext uri="{FF2B5EF4-FFF2-40B4-BE49-F238E27FC236}">
                  <a16:creationId xmlns:a16="http://schemas.microsoft.com/office/drawing/2014/main" id="{CC91E886-3545-059B-D4FE-CA74F5D3F19B}"/>
                </a:ext>
              </a:extLst>
            </p:cNvPr>
            <p:cNvSpPr/>
            <p:nvPr/>
          </p:nvSpPr>
          <p:spPr>
            <a:xfrm>
              <a:off x="2676781" y="3525228"/>
              <a:ext cx="128780" cy="135335"/>
            </a:xfrm>
            <a:custGeom>
              <a:avLst/>
              <a:gdLst/>
              <a:ahLst/>
              <a:cxnLst/>
              <a:rect l="l" t="t" r="r" b="b"/>
              <a:pathLst>
                <a:path w="4912" h="5162" extrusionOk="0">
                  <a:moveTo>
                    <a:pt x="1" y="1"/>
                  </a:moveTo>
                  <a:lnTo>
                    <a:pt x="1" y="1938"/>
                  </a:lnTo>
                  <a:cubicBezTo>
                    <a:pt x="1" y="2043"/>
                    <a:pt x="52" y="2145"/>
                    <a:pt x="139" y="2203"/>
                  </a:cubicBezTo>
                  <a:lnTo>
                    <a:pt x="2753" y="4017"/>
                  </a:lnTo>
                  <a:cubicBezTo>
                    <a:pt x="2844" y="4083"/>
                    <a:pt x="2898" y="4184"/>
                    <a:pt x="2898" y="4296"/>
                  </a:cubicBezTo>
                  <a:lnTo>
                    <a:pt x="2898" y="5162"/>
                  </a:lnTo>
                  <a:lnTo>
                    <a:pt x="4912" y="5162"/>
                  </a:lnTo>
                  <a:lnTo>
                    <a:pt x="4912" y="2590"/>
                  </a:lnTo>
                  <a:cubicBezTo>
                    <a:pt x="4912" y="2493"/>
                    <a:pt x="4865" y="2402"/>
                    <a:pt x="4789" y="2340"/>
                  </a:cubicBezTo>
                  <a:lnTo>
                    <a:pt x="3188" y="1084"/>
                  </a:lnTo>
                  <a:lnTo>
                    <a:pt x="2808" y="1464"/>
                  </a:lnTo>
                  <a:cubicBezTo>
                    <a:pt x="2721" y="1551"/>
                    <a:pt x="2724" y="1692"/>
                    <a:pt x="2815" y="1775"/>
                  </a:cubicBezTo>
                  <a:lnTo>
                    <a:pt x="3637" y="2518"/>
                  </a:lnTo>
                  <a:cubicBezTo>
                    <a:pt x="3717" y="2590"/>
                    <a:pt x="3720" y="2710"/>
                    <a:pt x="3644" y="2786"/>
                  </a:cubicBezTo>
                  <a:lnTo>
                    <a:pt x="3586" y="2847"/>
                  </a:lnTo>
                  <a:cubicBezTo>
                    <a:pt x="3518" y="2920"/>
                    <a:pt x="3423" y="2960"/>
                    <a:pt x="3329" y="2960"/>
                  </a:cubicBezTo>
                  <a:lnTo>
                    <a:pt x="3184" y="2960"/>
                  </a:lnTo>
                  <a:cubicBezTo>
                    <a:pt x="3036" y="2960"/>
                    <a:pt x="2891" y="2913"/>
                    <a:pt x="2772" y="2829"/>
                  </a:cubicBezTo>
                  <a:lnTo>
                    <a:pt x="993" y="1623"/>
                  </a:lnTo>
                  <a:cubicBezTo>
                    <a:pt x="903" y="1562"/>
                    <a:pt x="852" y="1464"/>
                    <a:pt x="852" y="1359"/>
                  </a:cubicBezTo>
                  <a:lnTo>
                    <a:pt x="852" y="222"/>
                  </a:lnTo>
                  <a:cubicBezTo>
                    <a:pt x="852" y="99"/>
                    <a:pt x="751" y="1"/>
                    <a:pt x="627" y="1"/>
                  </a:cubicBezTo>
                  <a:close/>
                </a:path>
              </a:pathLst>
            </a:custGeom>
            <a:solidFill>
              <a:srgbClr val="9EB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3949;p79">
              <a:extLst>
                <a:ext uri="{FF2B5EF4-FFF2-40B4-BE49-F238E27FC236}">
                  <a16:creationId xmlns:a16="http://schemas.microsoft.com/office/drawing/2014/main" id="{E2C0648F-8F3A-75EA-8C56-183DF90A843B}"/>
                </a:ext>
              </a:extLst>
            </p:cNvPr>
            <p:cNvSpPr/>
            <p:nvPr/>
          </p:nvSpPr>
          <p:spPr>
            <a:xfrm>
              <a:off x="2752759" y="3640690"/>
              <a:ext cx="52723" cy="19873"/>
            </a:xfrm>
            <a:custGeom>
              <a:avLst/>
              <a:gdLst/>
              <a:ahLst/>
              <a:cxnLst/>
              <a:rect l="l" t="t" r="r" b="b"/>
              <a:pathLst>
                <a:path w="2011" h="758" extrusionOk="0">
                  <a:moveTo>
                    <a:pt x="0" y="1"/>
                  </a:moveTo>
                  <a:lnTo>
                    <a:pt x="0" y="758"/>
                  </a:lnTo>
                  <a:lnTo>
                    <a:pt x="2010" y="758"/>
                  </a:lnTo>
                  <a:lnTo>
                    <a:pt x="2010" y="1"/>
                  </a:lnTo>
                  <a:close/>
                </a:path>
              </a:pathLst>
            </a:custGeom>
            <a:solidFill>
              <a:srgbClr val="E0E6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3950;p79">
              <a:extLst>
                <a:ext uri="{FF2B5EF4-FFF2-40B4-BE49-F238E27FC236}">
                  <a16:creationId xmlns:a16="http://schemas.microsoft.com/office/drawing/2014/main" id="{850D088F-F2DD-A9E8-8E77-D0725C5DE849}"/>
                </a:ext>
              </a:extLst>
            </p:cNvPr>
            <p:cNvSpPr/>
            <p:nvPr/>
          </p:nvSpPr>
          <p:spPr>
            <a:xfrm>
              <a:off x="2826824" y="3690740"/>
              <a:ext cx="60589" cy="43809"/>
            </a:xfrm>
            <a:custGeom>
              <a:avLst/>
              <a:gdLst/>
              <a:ahLst/>
              <a:cxnLst/>
              <a:rect l="l" t="t" r="r" b="b"/>
              <a:pathLst>
                <a:path w="2311" h="1671" extrusionOk="0">
                  <a:moveTo>
                    <a:pt x="0" y="0"/>
                  </a:moveTo>
                  <a:lnTo>
                    <a:pt x="0" y="1670"/>
                  </a:lnTo>
                  <a:lnTo>
                    <a:pt x="2311" y="1670"/>
                  </a:lnTo>
                  <a:lnTo>
                    <a:pt x="2311" y="0"/>
                  </a:lnTo>
                  <a:close/>
                </a:path>
              </a:pathLst>
            </a:custGeom>
            <a:solidFill>
              <a:srgbClr val="BFCC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3951;p79">
              <a:extLst>
                <a:ext uri="{FF2B5EF4-FFF2-40B4-BE49-F238E27FC236}">
                  <a16:creationId xmlns:a16="http://schemas.microsoft.com/office/drawing/2014/main" id="{44DE8907-76F8-BFC0-2AA6-F2BEE1DF3AC2}"/>
                </a:ext>
              </a:extLst>
            </p:cNvPr>
            <p:cNvSpPr/>
            <p:nvPr/>
          </p:nvSpPr>
          <p:spPr>
            <a:xfrm>
              <a:off x="2826824" y="3525228"/>
              <a:ext cx="128675" cy="135335"/>
            </a:xfrm>
            <a:custGeom>
              <a:avLst/>
              <a:gdLst/>
              <a:ahLst/>
              <a:cxnLst/>
              <a:rect l="l" t="t" r="r" b="b"/>
              <a:pathLst>
                <a:path w="4908" h="5162" extrusionOk="0">
                  <a:moveTo>
                    <a:pt x="4281" y="1"/>
                  </a:moveTo>
                  <a:cubicBezTo>
                    <a:pt x="4158" y="1"/>
                    <a:pt x="4057" y="102"/>
                    <a:pt x="4060" y="225"/>
                  </a:cubicBezTo>
                  <a:lnTo>
                    <a:pt x="4060" y="1359"/>
                  </a:lnTo>
                  <a:cubicBezTo>
                    <a:pt x="4060" y="1464"/>
                    <a:pt x="4006" y="1562"/>
                    <a:pt x="3919" y="1623"/>
                  </a:cubicBezTo>
                  <a:lnTo>
                    <a:pt x="2141" y="2829"/>
                  </a:lnTo>
                  <a:cubicBezTo>
                    <a:pt x="2018" y="2913"/>
                    <a:pt x="1873" y="2960"/>
                    <a:pt x="1728" y="2960"/>
                  </a:cubicBezTo>
                  <a:lnTo>
                    <a:pt x="1583" y="2960"/>
                  </a:lnTo>
                  <a:cubicBezTo>
                    <a:pt x="1485" y="2960"/>
                    <a:pt x="1395" y="2920"/>
                    <a:pt x="1326" y="2847"/>
                  </a:cubicBezTo>
                  <a:lnTo>
                    <a:pt x="1264" y="2786"/>
                  </a:lnTo>
                  <a:cubicBezTo>
                    <a:pt x="1192" y="2710"/>
                    <a:pt x="1195" y="2590"/>
                    <a:pt x="1275" y="2518"/>
                  </a:cubicBezTo>
                  <a:lnTo>
                    <a:pt x="2097" y="1775"/>
                  </a:lnTo>
                  <a:cubicBezTo>
                    <a:pt x="2188" y="1692"/>
                    <a:pt x="2191" y="1551"/>
                    <a:pt x="2104" y="1464"/>
                  </a:cubicBezTo>
                  <a:lnTo>
                    <a:pt x="1721" y="1084"/>
                  </a:lnTo>
                  <a:lnTo>
                    <a:pt x="123" y="2340"/>
                  </a:lnTo>
                  <a:cubicBezTo>
                    <a:pt x="44" y="2402"/>
                    <a:pt x="0" y="2493"/>
                    <a:pt x="0" y="2590"/>
                  </a:cubicBezTo>
                  <a:lnTo>
                    <a:pt x="0" y="5162"/>
                  </a:lnTo>
                  <a:lnTo>
                    <a:pt x="2010" y="5162"/>
                  </a:lnTo>
                  <a:lnTo>
                    <a:pt x="2010" y="4296"/>
                  </a:lnTo>
                  <a:cubicBezTo>
                    <a:pt x="2010" y="4184"/>
                    <a:pt x="2065" y="4083"/>
                    <a:pt x="2155" y="4017"/>
                  </a:cubicBezTo>
                  <a:lnTo>
                    <a:pt x="4770" y="2203"/>
                  </a:lnTo>
                  <a:cubicBezTo>
                    <a:pt x="4857" y="2145"/>
                    <a:pt x="4908" y="2043"/>
                    <a:pt x="4908" y="1938"/>
                  </a:cubicBezTo>
                  <a:lnTo>
                    <a:pt x="4908" y="1"/>
                  </a:lnTo>
                  <a:close/>
                </a:path>
              </a:pathLst>
            </a:custGeom>
            <a:solidFill>
              <a:srgbClr val="9EB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952;p79">
              <a:extLst>
                <a:ext uri="{FF2B5EF4-FFF2-40B4-BE49-F238E27FC236}">
                  <a16:creationId xmlns:a16="http://schemas.microsoft.com/office/drawing/2014/main" id="{66D80C6C-7D2A-7C8A-D256-5C7AEDD0D335}"/>
                </a:ext>
              </a:extLst>
            </p:cNvPr>
            <p:cNvSpPr/>
            <p:nvPr/>
          </p:nvSpPr>
          <p:spPr>
            <a:xfrm>
              <a:off x="2826824" y="3640690"/>
              <a:ext cx="52723" cy="19873"/>
            </a:xfrm>
            <a:custGeom>
              <a:avLst/>
              <a:gdLst/>
              <a:ahLst/>
              <a:cxnLst/>
              <a:rect l="l" t="t" r="r" b="b"/>
              <a:pathLst>
                <a:path w="2011" h="758" extrusionOk="0">
                  <a:moveTo>
                    <a:pt x="0" y="1"/>
                  </a:moveTo>
                  <a:lnTo>
                    <a:pt x="0" y="758"/>
                  </a:lnTo>
                  <a:lnTo>
                    <a:pt x="2010" y="758"/>
                  </a:lnTo>
                  <a:lnTo>
                    <a:pt x="2010" y="1"/>
                  </a:lnTo>
                  <a:close/>
                </a:path>
              </a:pathLst>
            </a:custGeom>
            <a:solidFill>
              <a:srgbClr val="E0E6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3953;p79">
              <a:extLst>
                <a:ext uri="{FF2B5EF4-FFF2-40B4-BE49-F238E27FC236}">
                  <a16:creationId xmlns:a16="http://schemas.microsoft.com/office/drawing/2014/main" id="{E0B020DB-F9BE-870B-FA62-92E292B13A75}"/>
                </a:ext>
              </a:extLst>
            </p:cNvPr>
            <p:cNvSpPr/>
            <p:nvPr/>
          </p:nvSpPr>
          <p:spPr>
            <a:xfrm>
              <a:off x="2740883" y="3386721"/>
              <a:ext cx="147106" cy="176627"/>
            </a:xfrm>
            <a:custGeom>
              <a:avLst/>
              <a:gdLst/>
              <a:ahLst/>
              <a:cxnLst/>
              <a:rect l="l" t="t" r="r" b="b"/>
              <a:pathLst>
                <a:path w="5611" h="6737" extrusionOk="0">
                  <a:moveTo>
                    <a:pt x="2872" y="1"/>
                  </a:moveTo>
                  <a:cubicBezTo>
                    <a:pt x="2302" y="1"/>
                    <a:pt x="1735" y="180"/>
                    <a:pt x="1257" y="529"/>
                  </a:cubicBezTo>
                  <a:cubicBezTo>
                    <a:pt x="424" y="1133"/>
                    <a:pt x="1" y="2158"/>
                    <a:pt x="164" y="3176"/>
                  </a:cubicBezTo>
                  <a:cubicBezTo>
                    <a:pt x="330" y="4194"/>
                    <a:pt x="1051" y="5034"/>
                    <a:pt x="2032" y="5349"/>
                  </a:cubicBezTo>
                  <a:lnTo>
                    <a:pt x="2873" y="6736"/>
                  </a:lnTo>
                  <a:lnTo>
                    <a:pt x="3709" y="5349"/>
                  </a:lnTo>
                  <a:cubicBezTo>
                    <a:pt x="4843" y="4987"/>
                    <a:pt x="5611" y="3933"/>
                    <a:pt x="5611" y="2741"/>
                  </a:cubicBezTo>
                  <a:cubicBezTo>
                    <a:pt x="5611" y="1709"/>
                    <a:pt x="5031" y="768"/>
                    <a:pt x="4111" y="300"/>
                  </a:cubicBezTo>
                  <a:cubicBezTo>
                    <a:pt x="3721" y="100"/>
                    <a:pt x="3296" y="1"/>
                    <a:pt x="2872" y="1"/>
                  </a:cubicBezTo>
                  <a:close/>
                </a:path>
              </a:pathLst>
            </a:custGeom>
            <a:solidFill>
              <a:srgbClr val="D2DB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3954;p79">
              <a:extLst>
                <a:ext uri="{FF2B5EF4-FFF2-40B4-BE49-F238E27FC236}">
                  <a16:creationId xmlns:a16="http://schemas.microsoft.com/office/drawing/2014/main" id="{29DAFF90-81C6-C6CD-BCF3-C10A6518FB8C}"/>
                </a:ext>
              </a:extLst>
            </p:cNvPr>
            <p:cNvSpPr/>
            <p:nvPr/>
          </p:nvSpPr>
          <p:spPr>
            <a:xfrm>
              <a:off x="2786553" y="3428958"/>
              <a:ext cx="59173" cy="59173"/>
            </a:xfrm>
            <a:custGeom>
              <a:avLst/>
              <a:gdLst/>
              <a:ahLst/>
              <a:cxnLst/>
              <a:rect l="l" t="t" r="r" b="b"/>
              <a:pathLst>
                <a:path w="2257" h="2257" extrusionOk="0">
                  <a:moveTo>
                    <a:pt x="1127" y="0"/>
                  </a:moveTo>
                  <a:cubicBezTo>
                    <a:pt x="508" y="0"/>
                    <a:pt x="1" y="507"/>
                    <a:pt x="1" y="1130"/>
                  </a:cubicBezTo>
                  <a:cubicBezTo>
                    <a:pt x="1" y="1753"/>
                    <a:pt x="508" y="2257"/>
                    <a:pt x="1127" y="2257"/>
                  </a:cubicBezTo>
                  <a:cubicBezTo>
                    <a:pt x="1750" y="2257"/>
                    <a:pt x="2257" y="1753"/>
                    <a:pt x="2257" y="1130"/>
                  </a:cubicBezTo>
                  <a:cubicBezTo>
                    <a:pt x="2257" y="507"/>
                    <a:pt x="1750" y="0"/>
                    <a:pt x="1127" y="0"/>
                  </a:cubicBezTo>
                  <a:close/>
                </a:path>
              </a:pathLst>
            </a:custGeom>
            <a:solidFill>
              <a:srgbClr val="BFCC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3955;p79">
              <a:extLst>
                <a:ext uri="{FF2B5EF4-FFF2-40B4-BE49-F238E27FC236}">
                  <a16:creationId xmlns:a16="http://schemas.microsoft.com/office/drawing/2014/main" id="{CD286C0E-EDC8-3807-F4B3-BDD799723D3A}"/>
                </a:ext>
              </a:extLst>
            </p:cNvPr>
            <p:cNvSpPr/>
            <p:nvPr/>
          </p:nvSpPr>
          <p:spPr>
            <a:xfrm>
              <a:off x="2671485" y="3520011"/>
              <a:ext cx="139320" cy="219834"/>
            </a:xfrm>
            <a:custGeom>
              <a:avLst/>
              <a:gdLst/>
              <a:ahLst/>
              <a:cxnLst/>
              <a:rect l="l" t="t" r="r" b="b"/>
              <a:pathLst>
                <a:path w="5314" h="8385" extrusionOk="0">
                  <a:moveTo>
                    <a:pt x="4911" y="5560"/>
                  </a:moveTo>
                  <a:lnTo>
                    <a:pt x="4911" y="6310"/>
                  </a:lnTo>
                  <a:lnTo>
                    <a:pt x="3003" y="6310"/>
                  </a:lnTo>
                  <a:lnTo>
                    <a:pt x="3003" y="5560"/>
                  </a:lnTo>
                  <a:close/>
                  <a:moveTo>
                    <a:pt x="203" y="1"/>
                  </a:moveTo>
                  <a:cubicBezTo>
                    <a:pt x="91" y="1"/>
                    <a:pt x="0" y="91"/>
                    <a:pt x="0" y="203"/>
                  </a:cubicBezTo>
                  <a:lnTo>
                    <a:pt x="0" y="2141"/>
                  </a:lnTo>
                  <a:cubicBezTo>
                    <a:pt x="4" y="2311"/>
                    <a:pt x="87" y="2474"/>
                    <a:pt x="228" y="2568"/>
                  </a:cubicBezTo>
                  <a:lnTo>
                    <a:pt x="1460" y="3423"/>
                  </a:lnTo>
                  <a:cubicBezTo>
                    <a:pt x="1496" y="3445"/>
                    <a:pt x="1532" y="3455"/>
                    <a:pt x="1566" y="3455"/>
                  </a:cubicBezTo>
                  <a:cubicBezTo>
                    <a:pt x="1733" y="3455"/>
                    <a:pt x="1850" y="3223"/>
                    <a:pt x="1684" y="3094"/>
                  </a:cubicBezTo>
                  <a:lnTo>
                    <a:pt x="453" y="2239"/>
                  </a:lnTo>
                  <a:cubicBezTo>
                    <a:pt x="420" y="2217"/>
                    <a:pt x="402" y="2181"/>
                    <a:pt x="402" y="2141"/>
                  </a:cubicBezTo>
                  <a:lnTo>
                    <a:pt x="402" y="403"/>
                  </a:lnTo>
                  <a:lnTo>
                    <a:pt x="829" y="403"/>
                  </a:lnTo>
                  <a:cubicBezTo>
                    <a:pt x="844" y="403"/>
                    <a:pt x="851" y="414"/>
                    <a:pt x="851" y="424"/>
                  </a:cubicBezTo>
                  <a:lnTo>
                    <a:pt x="851" y="1558"/>
                  </a:lnTo>
                  <a:cubicBezTo>
                    <a:pt x="851" y="1728"/>
                    <a:pt x="938" y="1891"/>
                    <a:pt x="1079" y="1989"/>
                  </a:cubicBezTo>
                  <a:lnTo>
                    <a:pt x="2858" y="3195"/>
                  </a:lnTo>
                  <a:cubicBezTo>
                    <a:pt x="3013" y="3300"/>
                    <a:pt x="3198" y="3358"/>
                    <a:pt x="3383" y="3358"/>
                  </a:cubicBezTo>
                  <a:lnTo>
                    <a:pt x="3528" y="3358"/>
                  </a:lnTo>
                  <a:cubicBezTo>
                    <a:pt x="3680" y="3358"/>
                    <a:pt x="3825" y="3296"/>
                    <a:pt x="3930" y="3188"/>
                  </a:cubicBezTo>
                  <a:lnTo>
                    <a:pt x="3988" y="3126"/>
                  </a:lnTo>
                  <a:cubicBezTo>
                    <a:pt x="4140" y="2970"/>
                    <a:pt x="4132" y="2717"/>
                    <a:pt x="3970" y="2572"/>
                  </a:cubicBezTo>
                  <a:lnTo>
                    <a:pt x="3151" y="1826"/>
                  </a:lnTo>
                  <a:cubicBezTo>
                    <a:pt x="3147" y="1822"/>
                    <a:pt x="3144" y="1819"/>
                    <a:pt x="3144" y="1815"/>
                  </a:cubicBezTo>
                  <a:cubicBezTo>
                    <a:pt x="3144" y="1811"/>
                    <a:pt x="3147" y="1808"/>
                    <a:pt x="3147" y="1808"/>
                  </a:cubicBezTo>
                  <a:lnTo>
                    <a:pt x="3408" y="1551"/>
                  </a:lnTo>
                  <a:lnTo>
                    <a:pt x="4868" y="2699"/>
                  </a:lnTo>
                  <a:cubicBezTo>
                    <a:pt x="4893" y="2721"/>
                    <a:pt x="4911" y="2753"/>
                    <a:pt x="4911" y="2789"/>
                  </a:cubicBezTo>
                  <a:lnTo>
                    <a:pt x="4911" y="5162"/>
                  </a:lnTo>
                  <a:lnTo>
                    <a:pt x="3303" y="5162"/>
                  </a:lnTo>
                  <a:lnTo>
                    <a:pt x="3303" y="4492"/>
                  </a:lnTo>
                  <a:cubicBezTo>
                    <a:pt x="3299" y="4318"/>
                    <a:pt x="3216" y="4151"/>
                    <a:pt x="3071" y="4050"/>
                  </a:cubicBezTo>
                  <a:lnTo>
                    <a:pt x="2336" y="3543"/>
                  </a:lnTo>
                  <a:cubicBezTo>
                    <a:pt x="2299" y="3521"/>
                    <a:pt x="2263" y="3511"/>
                    <a:pt x="2228" y="3511"/>
                  </a:cubicBezTo>
                  <a:cubicBezTo>
                    <a:pt x="2059" y="3511"/>
                    <a:pt x="1942" y="3743"/>
                    <a:pt x="2108" y="3872"/>
                  </a:cubicBezTo>
                  <a:lnTo>
                    <a:pt x="2843" y="4383"/>
                  </a:lnTo>
                  <a:cubicBezTo>
                    <a:pt x="2879" y="4408"/>
                    <a:pt x="2901" y="4448"/>
                    <a:pt x="2901" y="4495"/>
                  </a:cubicBezTo>
                  <a:lnTo>
                    <a:pt x="2901" y="5162"/>
                  </a:lnTo>
                  <a:lnTo>
                    <a:pt x="2803" y="5162"/>
                  </a:lnTo>
                  <a:cubicBezTo>
                    <a:pt x="2691" y="5162"/>
                    <a:pt x="2601" y="5252"/>
                    <a:pt x="2601" y="5361"/>
                  </a:cubicBezTo>
                  <a:lnTo>
                    <a:pt x="2601" y="6929"/>
                  </a:lnTo>
                  <a:lnTo>
                    <a:pt x="2601" y="8186"/>
                  </a:lnTo>
                  <a:cubicBezTo>
                    <a:pt x="2601" y="8294"/>
                    <a:pt x="2691" y="8385"/>
                    <a:pt x="2803" y="8385"/>
                  </a:cubicBezTo>
                  <a:lnTo>
                    <a:pt x="3495" y="8385"/>
                  </a:lnTo>
                  <a:cubicBezTo>
                    <a:pt x="3763" y="8385"/>
                    <a:pt x="3763" y="7983"/>
                    <a:pt x="3495" y="7983"/>
                  </a:cubicBezTo>
                  <a:lnTo>
                    <a:pt x="3003" y="7983"/>
                  </a:lnTo>
                  <a:lnTo>
                    <a:pt x="3003" y="6712"/>
                  </a:lnTo>
                  <a:lnTo>
                    <a:pt x="4911" y="6712"/>
                  </a:lnTo>
                  <a:lnTo>
                    <a:pt x="4911" y="7987"/>
                  </a:lnTo>
                  <a:lnTo>
                    <a:pt x="4285" y="7987"/>
                  </a:lnTo>
                  <a:cubicBezTo>
                    <a:pt x="4017" y="7987"/>
                    <a:pt x="4017" y="8385"/>
                    <a:pt x="4285" y="8385"/>
                  </a:cubicBezTo>
                  <a:lnTo>
                    <a:pt x="5110" y="8385"/>
                  </a:lnTo>
                  <a:cubicBezTo>
                    <a:pt x="5223" y="8385"/>
                    <a:pt x="5313" y="8294"/>
                    <a:pt x="5313" y="8186"/>
                  </a:cubicBezTo>
                  <a:lnTo>
                    <a:pt x="5313" y="5364"/>
                  </a:lnTo>
                  <a:lnTo>
                    <a:pt x="5313" y="2789"/>
                  </a:lnTo>
                  <a:cubicBezTo>
                    <a:pt x="5313" y="2630"/>
                    <a:pt x="5241" y="2482"/>
                    <a:pt x="5114" y="2384"/>
                  </a:cubicBezTo>
                  <a:lnTo>
                    <a:pt x="3517" y="1127"/>
                  </a:lnTo>
                  <a:cubicBezTo>
                    <a:pt x="3480" y="1097"/>
                    <a:pt x="3436" y="1082"/>
                    <a:pt x="3391" y="1082"/>
                  </a:cubicBezTo>
                  <a:cubicBezTo>
                    <a:pt x="3340" y="1082"/>
                    <a:pt x="3288" y="1102"/>
                    <a:pt x="3249" y="1141"/>
                  </a:cubicBezTo>
                  <a:lnTo>
                    <a:pt x="2869" y="1525"/>
                  </a:lnTo>
                  <a:cubicBezTo>
                    <a:pt x="2698" y="1692"/>
                    <a:pt x="2706" y="1964"/>
                    <a:pt x="2883" y="2123"/>
                  </a:cubicBezTo>
                  <a:lnTo>
                    <a:pt x="3694" y="2858"/>
                  </a:lnTo>
                  <a:lnTo>
                    <a:pt x="3644" y="2909"/>
                  </a:lnTo>
                  <a:cubicBezTo>
                    <a:pt x="3615" y="2941"/>
                    <a:pt x="3571" y="2956"/>
                    <a:pt x="3531" y="2960"/>
                  </a:cubicBezTo>
                  <a:lnTo>
                    <a:pt x="3386" y="2960"/>
                  </a:lnTo>
                  <a:cubicBezTo>
                    <a:pt x="3278" y="2960"/>
                    <a:pt x="3173" y="2927"/>
                    <a:pt x="3086" y="2869"/>
                  </a:cubicBezTo>
                  <a:lnTo>
                    <a:pt x="1308" y="1659"/>
                  </a:lnTo>
                  <a:cubicBezTo>
                    <a:pt x="1271" y="1638"/>
                    <a:pt x="1253" y="1598"/>
                    <a:pt x="1253" y="1558"/>
                  </a:cubicBezTo>
                  <a:lnTo>
                    <a:pt x="1253" y="424"/>
                  </a:lnTo>
                  <a:cubicBezTo>
                    <a:pt x="1253" y="193"/>
                    <a:pt x="1065" y="1"/>
                    <a:pt x="82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3956;p79">
              <a:extLst>
                <a:ext uri="{FF2B5EF4-FFF2-40B4-BE49-F238E27FC236}">
                  <a16:creationId xmlns:a16="http://schemas.microsoft.com/office/drawing/2014/main" id="{D596B4F6-CFA8-0728-B382-306902F9B6D8}"/>
                </a:ext>
              </a:extLst>
            </p:cNvPr>
            <p:cNvSpPr/>
            <p:nvPr/>
          </p:nvSpPr>
          <p:spPr>
            <a:xfrm>
              <a:off x="2821501" y="3520011"/>
              <a:ext cx="139320" cy="219755"/>
            </a:xfrm>
            <a:custGeom>
              <a:avLst/>
              <a:gdLst/>
              <a:ahLst/>
              <a:cxnLst/>
              <a:rect l="l" t="t" r="r" b="b"/>
              <a:pathLst>
                <a:path w="5314" h="8382" extrusionOk="0">
                  <a:moveTo>
                    <a:pt x="4911" y="403"/>
                  </a:moveTo>
                  <a:lnTo>
                    <a:pt x="4911" y="2137"/>
                  </a:lnTo>
                  <a:cubicBezTo>
                    <a:pt x="4911" y="2177"/>
                    <a:pt x="4893" y="2217"/>
                    <a:pt x="4861" y="2239"/>
                  </a:cubicBezTo>
                  <a:lnTo>
                    <a:pt x="2242" y="4053"/>
                  </a:lnTo>
                  <a:cubicBezTo>
                    <a:pt x="2097" y="4151"/>
                    <a:pt x="2014" y="4318"/>
                    <a:pt x="2014" y="4495"/>
                  </a:cubicBezTo>
                  <a:lnTo>
                    <a:pt x="2014" y="5162"/>
                  </a:lnTo>
                  <a:lnTo>
                    <a:pt x="402" y="5162"/>
                  </a:lnTo>
                  <a:lnTo>
                    <a:pt x="402" y="2789"/>
                  </a:lnTo>
                  <a:cubicBezTo>
                    <a:pt x="402" y="2753"/>
                    <a:pt x="421" y="2721"/>
                    <a:pt x="450" y="2699"/>
                  </a:cubicBezTo>
                  <a:lnTo>
                    <a:pt x="790" y="2431"/>
                  </a:lnTo>
                  <a:lnTo>
                    <a:pt x="1909" y="1551"/>
                  </a:lnTo>
                  <a:lnTo>
                    <a:pt x="2166" y="1808"/>
                  </a:lnTo>
                  <a:cubicBezTo>
                    <a:pt x="2170" y="1811"/>
                    <a:pt x="2170" y="1822"/>
                    <a:pt x="2166" y="1826"/>
                  </a:cubicBezTo>
                  <a:lnTo>
                    <a:pt x="1344" y="2572"/>
                  </a:lnTo>
                  <a:cubicBezTo>
                    <a:pt x="1181" y="2717"/>
                    <a:pt x="1174" y="2970"/>
                    <a:pt x="1326" y="3126"/>
                  </a:cubicBezTo>
                  <a:lnTo>
                    <a:pt x="1384" y="3188"/>
                  </a:lnTo>
                  <a:cubicBezTo>
                    <a:pt x="1489" y="3296"/>
                    <a:pt x="1634" y="3358"/>
                    <a:pt x="1786" y="3358"/>
                  </a:cubicBezTo>
                  <a:lnTo>
                    <a:pt x="1931" y="3358"/>
                  </a:lnTo>
                  <a:cubicBezTo>
                    <a:pt x="2116" y="3358"/>
                    <a:pt x="2300" y="3300"/>
                    <a:pt x="2456" y="3195"/>
                  </a:cubicBezTo>
                  <a:lnTo>
                    <a:pt x="4234" y="1989"/>
                  </a:lnTo>
                  <a:cubicBezTo>
                    <a:pt x="4375" y="1891"/>
                    <a:pt x="4462" y="1728"/>
                    <a:pt x="4462" y="1558"/>
                  </a:cubicBezTo>
                  <a:lnTo>
                    <a:pt x="4462" y="424"/>
                  </a:lnTo>
                  <a:cubicBezTo>
                    <a:pt x="4462" y="414"/>
                    <a:pt x="4470" y="403"/>
                    <a:pt x="4484" y="403"/>
                  </a:cubicBezTo>
                  <a:close/>
                  <a:moveTo>
                    <a:pt x="2311" y="5560"/>
                  </a:moveTo>
                  <a:lnTo>
                    <a:pt x="2311" y="6310"/>
                  </a:lnTo>
                  <a:lnTo>
                    <a:pt x="402" y="6310"/>
                  </a:lnTo>
                  <a:lnTo>
                    <a:pt x="402" y="5560"/>
                  </a:lnTo>
                  <a:close/>
                  <a:moveTo>
                    <a:pt x="2311" y="6712"/>
                  </a:moveTo>
                  <a:lnTo>
                    <a:pt x="2311" y="7983"/>
                  </a:lnTo>
                  <a:lnTo>
                    <a:pt x="402" y="7983"/>
                  </a:lnTo>
                  <a:lnTo>
                    <a:pt x="402" y="6929"/>
                  </a:lnTo>
                  <a:lnTo>
                    <a:pt x="402" y="6712"/>
                  </a:lnTo>
                  <a:close/>
                  <a:moveTo>
                    <a:pt x="4484" y="1"/>
                  </a:moveTo>
                  <a:cubicBezTo>
                    <a:pt x="4249" y="1"/>
                    <a:pt x="4060" y="189"/>
                    <a:pt x="4060" y="421"/>
                  </a:cubicBezTo>
                  <a:lnTo>
                    <a:pt x="4060" y="1558"/>
                  </a:lnTo>
                  <a:cubicBezTo>
                    <a:pt x="4060" y="1598"/>
                    <a:pt x="4042" y="1634"/>
                    <a:pt x="4010" y="1656"/>
                  </a:cubicBezTo>
                  <a:lnTo>
                    <a:pt x="2231" y="2865"/>
                  </a:lnTo>
                  <a:cubicBezTo>
                    <a:pt x="2141" y="2923"/>
                    <a:pt x="2036" y="2956"/>
                    <a:pt x="1927" y="2956"/>
                  </a:cubicBezTo>
                  <a:lnTo>
                    <a:pt x="1786" y="2956"/>
                  </a:lnTo>
                  <a:cubicBezTo>
                    <a:pt x="1742" y="2956"/>
                    <a:pt x="1699" y="2938"/>
                    <a:pt x="1670" y="2905"/>
                  </a:cubicBezTo>
                  <a:lnTo>
                    <a:pt x="1619" y="2855"/>
                  </a:lnTo>
                  <a:lnTo>
                    <a:pt x="2434" y="2119"/>
                  </a:lnTo>
                  <a:cubicBezTo>
                    <a:pt x="2608" y="1960"/>
                    <a:pt x="2615" y="1688"/>
                    <a:pt x="2449" y="1522"/>
                  </a:cubicBezTo>
                  <a:lnTo>
                    <a:pt x="2065" y="1138"/>
                  </a:lnTo>
                  <a:cubicBezTo>
                    <a:pt x="2026" y="1099"/>
                    <a:pt x="1976" y="1080"/>
                    <a:pt x="1926" y="1080"/>
                  </a:cubicBezTo>
                  <a:cubicBezTo>
                    <a:pt x="1882" y="1080"/>
                    <a:pt x="1838" y="1095"/>
                    <a:pt x="1800" y="1123"/>
                  </a:cubicBezTo>
                  <a:lnTo>
                    <a:pt x="540" y="2112"/>
                  </a:lnTo>
                  <a:lnTo>
                    <a:pt x="200" y="2380"/>
                  </a:lnTo>
                  <a:cubicBezTo>
                    <a:pt x="73" y="2478"/>
                    <a:pt x="0" y="2630"/>
                    <a:pt x="0" y="2789"/>
                  </a:cubicBezTo>
                  <a:lnTo>
                    <a:pt x="0" y="5361"/>
                  </a:lnTo>
                  <a:lnTo>
                    <a:pt x="0" y="6509"/>
                  </a:lnTo>
                  <a:lnTo>
                    <a:pt x="0" y="8178"/>
                  </a:lnTo>
                  <a:cubicBezTo>
                    <a:pt x="0" y="8291"/>
                    <a:pt x="91" y="8381"/>
                    <a:pt x="203" y="8381"/>
                  </a:cubicBezTo>
                  <a:lnTo>
                    <a:pt x="2510" y="8381"/>
                  </a:lnTo>
                  <a:cubicBezTo>
                    <a:pt x="2623" y="8381"/>
                    <a:pt x="2709" y="8291"/>
                    <a:pt x="2709" y="8178"/>
                  </a:cubicBezTo>
                  <a:lnTo>
                    <a:pt x="2709" y="6925"/>
                  </a:lnTo>
                  <a:lnTo>
                    <a:pt x="2709" y="6922"/>
                  </a:lnTo>
                  <a:lnTo>
                    <a:pt x="2709" y="5357"/>
                  </a:lnTo>
                  <a:cubicBezTo>
                    <a:pt x="2709" y="5245"/>
                    <a:pt x="2623" y="5158"/>
                    <a:pt x="2510" y="5158"/>
                  </a:cubicBezTo>
                  <a:lnTo>
                    <a:pt x="2412" y="5158"/>
                  </a:lnTo>
                  <a:lnTo>
                    <a:pt x="2412" y="4492"/>
                  </a:lnTo>
                  <a:cubicBezTo>
                    <a:pt x="2412" y="4444"/>
                    <a:pt x="2434" y="4405"/>
                    <a:pt x="2470" y="4379"/>
                  </a:cubicBezTo>
                  <a:lnTo>
                    <a:pt x="5085" y="2565"/>
                  </a:lnTo>
                  <a:cubicBezTo>
                    <a:pt x="5227" y="2467"/>
                    <a:pt x="5313" y="2308"/>
                    <a:pt x="5313" y="2134"/>
                  </a:cubicBezTo>
                  <a:lnTo>
                    <a:pt x="5313" y="200"/>
                  </a:lnTo>
                  <a:cubicBezTo>
                    <a:pt x="5313" y="88"/>
                    <a:pt x="5223" y="1"/>
                    <a:pt x="511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3957;p79">
              <a:extLst>
                <a:ext uri="{FF2B5EF4-FFF2-40B4-BE49-F238E27FC236}">
                  <a16:creationId xmlns:a16="http://schemas.microsoft.com/office/drawing/2014/main" id="{F63D174E-BC8F-B019-FDC2-E342EDCA9B86}"/>
                </a:ext>
              </a:extLst>
            </p:cNvPr>
            <p:cNvSpPr/>
            <p:nvPr/>
          </p:nvSpPr>
          <p:spPr>
            <a:xfrm>
              <a:off x="2739152" y="3381452"/>
              <a:ext cx="154159" cy="187141"/>
            </a:xfrm>
            <a:custGeom>
              <a:avLst/>
              <a:gdLst/>
              <a:ahLst/>
              <a:cxnLst/>
              <a:rect l="l" t="t" r="r" b="b"/>
              <a:pathLst>
                <a:path w="5880" h="7138" extrusionOk="0">
                  <a:moveTo>
                    <a:pt x="2936" y="0"/>
                  </a:moveTo>
                  <a:cubicBezTo>
                    <a:pt x="1452" y="0"/>
                    <a:pt x="190" y="1113"/>
                    <a:pt x="16" y="2602"/>
                  </a:cubicBezTo>
                  <a:cubicBezTo>
                    <a:pt x="0" y="2745"/>
                    <a:pt x="110" y="2823"/>
                    <a:pt x="218" y="2823"/>
                  </a:cubicBezTo>
                  <a:cubicBezTo>
                    <a:pt x="310" y="2823"/>
                    <a:pt x="401" y="2767"/>
                    <a:pt x="414" y="2645"/>
                  </a:cubicBezTo>
                  <a:cubicBezTo>
                    <a:pt x="523" y="1722"/>
                    <a:pt x="1128" y="932"/>
                    <a:pt x="1990" y="585"/>
                  </a:cubicBezTo>
                  <a:cubicBezTo>
                    <a:pt x="2296" y="461"/>
                    <a:pt x="2618" y="401"/>
                    <a:pt x="2937" y="401"/>
                  </a:cubicBezTo>
                  <a:cubicBezTo>
                    <a:pt x="3516" y="401"/>
                    <a:pt x="4088" y="599"/>
                    <a:pt x="4550" y="979"/>
                  </a:cubicBezTo>
                  <a:cubicBezTo>
                    <a:pt x="5267" y="1570"/>
                    <a:pt x="5608" y="2504"/>
                    <a:pt x="5434" y="3417"/>
                  </a:cubicBezTo>
                  <a:cubicBezTo>
                    <a:pt x="5257" y="4330"/>
                    <a:pt x="4601" y="5076"/>
                    <a:pt x="3714" y="5362"/>
                  </a:cubicBezTo>
                  <a:cubicBezTo>
                    <a:pt x="3670" y="5376"/>
                    <a:pt x="3630" y="5405"/>
                    <a:pt x="3605" y="5449"/>
                  </a:cubicBezTo>
                  <a:lnTo>
                    <a:pt x="2939" y="6550"/>
                  </a:lnTo>
                  <a:lnTo>
                    <a:pt x="2269" y="5449"/>
                  </a:lnTo>
                  <a:cubicBezTo>
                    <a:pt x="2243" y="5405"/>
                    <a:pt x="2207" y="5376"/>
                    <a:pt x="2160" y="5362"/>
                  </a:cubicBezTo>
                  <a:cubicBezTo>
                    <a:pt x="1262" y="5072"/>
                    <a:pt x="595" y="4308"/>
                    <a:pt x="436" y="3377"/>
                  </a:cubicBezTo>
                  <a:cubicBezTo>
                    <a:pt x="415" y="3262"/>
                    <a:pt x="329" y="3210"/>
                    <a:pt x="242" y="3210"/>
                  </a:cubicBezTo>
                  <a:cubicBezTo>
                    <a:pt x="129" y="3210"/>
                    <a:pt x="15" y="3297"/>
                    <a:pt x="41" y="3446"/>
                  </a:cubicBezTo>
                  <a:cubicBezTo>
                    <a:pt x="222" y="4496"/>
                    <a:pt x="958" y="5365"/>
                    <a:pt x="1964" y="5717"/>
                  </a:cubicBezTo>
                  <a:lnTo>
                    <a:pt x="2765" y="7042"/>
                  </a:lnTo>
                  <a:cubicBezTo>
                    <a:pt x="2805" y="7106"/>
                    <a:pt x="2872" y="7137"/>
                    <a:pt x="2938" y="7137"/>
                  </a:cubicBezTo>
                  <a:cubicBezTo>
                    <a:pt x="3005" y="7137"/>
                    <a:pt x="3071" y="7106"/>
                    <a:pt x="3109" y="7042"/>
                  </a:cubicBezTo>
                  <a:lnTo>
                    <a:pt x="3909" y="5717"/>
                  </a:lnTo>
                  <a:cubicBezTo>
                    <a:pt x="5090" y="5307"/>
                    <a:pt x="5879" y="4192"/>
                    <a:pt x="5876" y="2942"/>
                  </a:cubicBezTo>
                  <a:cubicBezTo>
                    <a:pt x="5876" y="1385"/>
                    <a:pt x="4663" y="96"/>
                    <a:pt x="3109" y="5"/>
                  </a:cubicBezTo>
                  <a:cubicBezTo>
                    <a:pt x="3051" y="2"/>
                    <a:pt x="2993" y="0"/>
                    <a:pt x="293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3958;p79">
              <a:extLst>
                <a:ext uri="{FF2B5EF4-FFF2-40B4-BE49-F238E27FC236}">
                  <a16:creationId xmlns:a16="http://schemas.microsoft.com/office/drawing/2014/main" id="{3BB4628E-78E3-BC10-E997-14C710AB8810}"/>
                </a:ext>
              </a:extLst>
            </p:cNvPr>
            <p:cNvSpPr/>
            <p:nvPr/>
          </p:nvSpPr>
          <p:spPr>
            <a:xfrm>
              <a:off x="2767284" y="3411523"/>
              <a:ext cx="97739" cy="94121"/>
            </a:xfrm>
            <a:custGeom>
              <a:avLst/>
              <a:gdLst/>
              <a:ahLst/>
              <a:cxnLst/>
              <a:rect l="l" t="t" r="r" b="b"/>
              <a:pathLst>
                <a:path w="3728" h="3590" extrusionOk="0">
                  <a:moveTo>
                    <a:pt x="1866" y="868"/>
                  </a:moveTo>
                  <a:cubicBezTo>
                    <a:pt x="2376" y="868"/>
                    <a:pt x="2789" y="1281"/>
                    <a:pt x="2793" y="1795"/>
                  </a:cubicBezTo>
                  <a:cubicBezTo>
                    <a:pt x="2789" y="2306"/>
                    <a:pt x="2376" y="2723"/>
                    <a:pt x="1866" y="2723"/>
                  </a:cubicBezTo>
                  <a:cubicBezTo>
                    <a:pt x="1351" y="2723"/>
                    <a:pt x="938" y="2306"/>
                    <a:pt x="938" y="1795"/>
                  </a:cubicBezTo>
                  <a:cubicBezTo>
                    <a:pt x="938" y="1285"/>
                    <a:pt x="1351" y="868"/>
                    <a:pt x="1866" y="868"/>
                  </a:cubicBezTo>
                  <a:close/>
                  <a:moveTo>
                    <a:pt x="1864" y="1"/>
                  </a:moveTo>
                  <a:cubicBezTo>
                    <a:pt x="1763" y="1"/>
                    <a:pt x="1663" y="68"/>
                    <a:pt x="1663" y="202"/>
                  </a:cubicBezTo>
                  <a:lnTo>
                    <a:pt x="1663" y="481"/>
                  </a:lnTo>
                  <a:cubicBezTo>
                    <a:pt x="1453" y="513"/>
                    <a:pt x="1250" y="597"/>
                    <a:pt x="1076" y="727"/>
                  </a:cubicBezTo>
                  <a:lnTo>
                    <a:pt x="877" y="524"/>
                  </a:lnTo>
                  <a:cubicBezTo>
                    <a:pt x="834" y="483"/>
                    <a:pt x="786" y="465"/>
                    <a:pt x="740" y="465"/>
                  </a:cubicBezTo>
                  <a:cubicBezTo>
                    <a:pt x="586" y="465"/>
                    <a:pt x="455" y="662"/>
                    <a:pt x="594" y="810"/>
                  </a:cubicBezTo>
                  <a:lnTo>
                    <a:pt x="794" y="1009"/>
                  </a:lnTo>
                  <a:cubicBezTo>
                    <a:pt x="667" y="1180"/>
                    <a:pt x="584" y="1383"/>
                    <a:pt x="551" y="1596"/>
                  </a:cubicBezTo>
                  <a:lnTo>
                    <a:pt x="268" y="1596"/>
                  </a:lnTo>
                  <a:cubicBezTo>
                    <a:pt x="0" y="1596"/>
                    <a:pt x="0" y="1995"/>
                    <a:pt x="268" y="1995"/>
                  </a:cubicBezTo>
                  <a:lnTo>
                    <a:pt x="551" y="1995"/>
                  </a:lnTo>
                  <a:cubicBezTo>
                    <a:pt x="584" y="2208"/>
                    <a:pt x="667" y="2407"/>
                    <a:pt x="794" y="2581"/>
                  </a:cubicBezTo>
                  <a:lnTo>
                    <a:pt x="594" y="2780"/>
                  </a:lnTo>
                  <a:cubicBezTo>
                    <a:pt x="445" y="2925"/>
                    <a:pt x="579" y="3128"/>
                    <a:pt x="735" y="3128"/>
                  </a:cubicBezTo>
                  <a:cubicBezTo>
                    <a:pt x="783" y="3128"/>
                    <a:pt x="833" y="3109"/>
                    <a:pt x="877" y="3063"/>
                  </a:cubicBezTo>
                  <a:lnTo>
                    <a:pt x="1076" y="2864"/>
                  </a:lnTo>
                  <a:cubicBezTo>
                    <a:pt x="1250" y="2991"/>
                    <a:pt x="1453" y="3074"/>
                    <a:pt x="1663" y="3106"/>
                  </a:cubicBezTo>
                  <a:lnTo>
                    <a:pt x="1663" y="3389"/>
                  </a:lnTo>
                  <a:cubicBezTo>
                    <a:pt x="1663" y="3523"/>
                    <a:pt x="1763" y="3590"/>
                    <a:pt x="1864" y="3590"/>
                  </a:cubicBezTo>
                  <a:cubicBezTo>
                    <a:pt x="1964" y="3590"/>
                    <a:pt x="2065" y="3523"/>
                    <a:pt x="2065" y="3389"/>
                  </a:cubicBezTo>
                  <a:lnTo>
                    <a:pt x="2065" y="3106"/>
                  </a:lnTo>
                  <a:cubicBezTo>
                    <a:pt x="2275" y="3074"/>
                    <a:pt x="2478" y="2991"/>
                    <a:pt x="2652" y="2864"/>
                  </a:cubicBezTo>
                  <a:lnTo>
                    <a:pt x="2851" y="3063"/>
                  </a:lnTo>
                  <a:cubicBezTo>
                    <a:pt x="2895" y="3109"/>
                    <a:pt x="2945" y="3128"/>
                    <a:pt x="2993" y="3128"/>
                  </a:cubicBezTo>
                  <a:cubicBezTo>
                    <a:pt x="3148" y="3128"/>
                    <a:pt x="3283" y="2925"/>
                    <a:pt x="3133" y="2780"/>
                  </a:cubicBezTo>
                  <a:lnTo>
                    <a:pt x="2934" y="2581"/>
                  </a:lnTo>
                  <a:cubicBezTo>
                    <a:pt x="3061" y="2407"/>
                    <a:pt x="3144" y="2208"/>
                    <a:pt x="3177" y="1995"/>
                  </a:cubicBezTo>
                  <a:lnTo>
                    <a:pt x="3459" y="1995"/>
                  </a:lnTo>
                  <a:cubicBezTo>
                    <a:pt x="3727" y="1995"/>
                    <a:pt x="3727" y="1596"/>
                    <a:pt x="3459" y="1596"/>
                  </a:cubicBezTo>
                  <a:lnTo>
                    <a:pt x="3177" y="1596"/>
                  </a:lnTo>
                  <a:cubicBezTo>
                    <a:pt x="3144" y="1383"/>
                    <a:pt x="3061" y="1180"/>
                    <a:pt x="2934" y="1009"/>
                  </a:cubicBezTo>
                  <a:lnTo>
                    <a:pt x="3133" y="810"/>
                  </a:lnTo>
                  <a:cubicBezTo>
                    <a:pt x="3273" y="662"/>
                    <a:pt x="3141" y="465"/>
                    <a:pt x="2988" y="465"/>
                  </a:cubicBezTo>
                  <a:cubicBezTo>
                    <a:pt x="2942" y="465"/>
                    <a:pt x="2894" y="483"/>
                    <a:pt x="2851" y="524"/>
                  </a:cubicBezTo>
                  <a:lnTo>
                    <a:pt x="2652" y="727"/>
                  </a:lnTo>
                  <a:cubicBezTo>
                    <a:pt x="2478" y="597"/>
                    <a:pt x="2275" y="513"/>
                    <a:pt x="2065" y="481"/>
                  </a:cubicBezTo>
                  <a:lnTo>
                    <a:pt x="2065" y="202"/>
                  </a:lnTo>
                  <a:cubicBezTo>
                    <a:pt x="2065" y="68"/>
                    <a:pt x="1964" y="1"/>
                    <a:pt x="1864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3959;p79">
              <a:extLst>
                <a:ext uri="{FF2B5EF4-FFF2-40B4-BE49-F238E27FC236}">
                  <a16:creationId xmlns:a16="http://schemas.microsoft.com/office/drawing/2014/main" id="{CC1CEC05-4A51-5AED-C370-B18F8E691B15}"/>
                </a:ext>
              </a:extLst>
            </p:cNvPr>
            <p:cNvSpPr/>
            <p:nvPr/>
          </p:nvSpPr>
          <p:spPr>
            <a:xfrm>
              <a:off x="2798614" y="3440992"/>
              <a:ext cx="40952" cy="35079"/>
            </a:xfrm>
            <a:custGeom>
              <a:avLst/>
              <a:gdLst/>
              <a:ahLst/>
              <a:cxnLst/>
              <a:rect l="l" t="t" r="r" b="b"/>
              <a:pathLst>
                <a:path w="1562" h="1338" extrusionOk="0">
                  <a:moveTo>
                    <a:pt x="671" y="403"/>
                  </a:moveTo>
                  <a:cubicBezTo>
                    <a:pt x="906" y="403"/>
                    <a:pt x="1026" y="693"/>
                    <a:pt x="859" y="860"/>
                  </a:cubicBezTo>
                  <a:cubicBezTo>
                    <a:pt x="804" y="915"/>
                    <a:pt x="736" y="940"/>
                    <a:pt x="670" y="940"/>
                  </a:cubicBezTo>
                  <a:cubicBezTo>
                    <a:pt x="533" y="940"/>
                    <a:pt x="403" y="833"/>
                    <a:pt x="403" y="671"/>
                  </a:cubicBezTo>
                  <a:cubicBezTo>
                    <a:pt x="403" y="525"/>
                    <a:pt x="519" y="407"/>
                    <a:pt x="664" y="407"/>
                  </a:cubicBezTo>
                  <a:cubicBezTo>
                    <a:pt x="666" y="407"/>
                    <a:pt x="668" y="407"/>
                    <a:pt x="671" y="407"/>
                  </a:cubicBezTo>
                  <a:lnTo>
                    <a:pt x="671" y="403"/>
                  </a:lnTo>
                  <a:close/>
                  <a:moveTo>
                    <a:pt x="674" y="0"/>
                  </a:moveTo>
                  <a:cubicBezTo>
                    <a:pt x="331" y="0"/>
                    <a:pt x="1" y="267"/>
                    <a:pt x="1" y="671"/>
                  </a:cubicBezTo>
                  <a:cubicBezTo>
                    <a:pt x="1" y="1041"/>
                    <a:pt x="301" y="1338"/>
                    <a:pt x="671" y="1338"/>
                  </a:cubicBezTo>
                  <a:cubicBezTo>
                    <a:pt x="1265" y="1338"/>
                    <a:pt x="1562" y="621"/>
                    <a:pt x="1141" y="197"/>
                  </a:cubicBezTo>
                  <a:cubicBezTo>
                    <a:pt x="1006" y="61"/>
                    <a:pt x="838" y="0"/>
                    <a:pt x="67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" name="Google Shape;13707;p79">
            <a:extLst>
              <a:ext uri="{FF2B5EF4-FFF2-40B4-BE49-F238E27FC236}">
                <a16:creationId xmlns:a16="http://schemas.microsoft.com/office/drawing/2014/main" id="{77615231-E685-54CC-D54D-0409A71D82DE}"/>
              </a:ext>
            </a:extLst>
          </p:cNvPr>
          <p:cNvGrpSpPr/>
          <p:nvPr/>
        </p:nvGrpSpPr>
        <p:grpSpPr>
          <a:xfrm>
            <a:off x="6128870" y="1408391"/>
            <a:ext cx="221826" cy="358419"/>
            <a:chOff x="2695605" y="2900833"/>
            <a:chExt cx="221826" cy="358419"/>
          </a:xfrm>
        </p:grpSpPr>
        <p:sp>
          <p:nvSpPr>
            <p:cNvPr id="41" name="Google Shape;13708;p79">
              <a:extLst>
                <a:ext uri="{FF2B5EF4-FFF2-40B4-BE49-F238E27FC236}">
                  <a16:creationId xmlns:a16="http://schemas.microsoft.com/office/drawing/2014/main" id="{3B34E983-FA04-1E62-60A2-29D8D1C3BCA6}"/>
                </a:ext>
              </a:extLst>
            </p:cNvPr>
            <p:cNvSpPr/>
            <p:nvPr/>
          </p:nvSpPr>
          <p:spPr>
            <a:xfrm>
              <a:off x="2701950" y="3037740"/>
              <a:ext cx="30701" cy="43914"/>
            </a:xfrm>
            <a:custGeom>
              <a:avLst/>
              <a:gdLst/>
              <a:ahLst/>
              <a:cxnLst/>
              <a:rect l="l" t="t" r="r" b="b"/>
              <a:pathLst>
                <a:path w="1171" h="1675" extrusionOk="0">
                  <a:moveTo>
                    <a:pt x="758" y="1"/>
                  </a:moveTo>
                  <a:lnTo>
                    <a:pt x="1" y="1674"/>
                  </a:lnTo>
                  <a:lnTo>
                    <a:pt x="1170" y="1674"/>
                  </a:lnTo>
                  <a:lnTo>
                    <a:pt x="1170" y="1"/>
                  </a:lnTo>
                  <a:close/>
                </a:path>
              </a:pathLst>
            </a:custGeom>
            <a:solidFill>
              <a:srgbClr val="D5DE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3709;p79">
              <a:extLst>
                <a:ext uri="{FF2B5EF4-FFF2-40B4-BE49-F238E27FC236}">
                  <a16:creationId xmlns:a16="http://schemas.microsoft.com/office/drawing/2014/main" id="{3E321A61-95FF-B8CA-1821-11EC0509608D}"/>
                </a:ext>
              </a:extLst>
            </p:cNvPr>
            <p:cNvSpPr/>
            <p:nvPr/>
          </p:nvSpPr>
          <p:spPr>
            <a:xfrm>
              <a:off x="2724837" y="3074025"/>
              <a:ext cx="162575" cy="179957"/>
            </a:xfrm>
            <a:custGeom>
              <a:avLst/>
              <a:gdLst/>
              <a:ahLst/>
              <a:cxnLst/>
              <a:rect l="l" t="t" r="r" b="b"/>
              <a:pathLst>
                <a:path w="6201" h="6864" extrusionOk="0">
                  <a:moveTo>
                    <a:pt x="1786" y="0"/>
                  </a:moveTo>
                  <a:lnTo>
                    <a:pt x="1786" y="4245"/>
                  </a:lnTo>
                  <a:lnTo>
                    <a:pt x="1" y="6864"/>
                  </a:lnTo>
                  <a:lnTo>
                    <a:pt x="6201" y="5027"/>
                  </a:lnTo>
                  <a:lnTo>
                    <a:pt x="5245" y="3952"/>
                  </a:lnTo>
                  <a:lnTo>
                    <a:pt x="5238" y="3941"/>
                  </a:lnTo>
                  <a:lnTo>
                    <a:pt x="5238" y="0"/>
                  </a:lnTo>
                  <a:close/>
                </a:path>
              </a:pathLst>
            </a:custGeom>
            <a:solidFill>
              <a:srgbClr val="E0E6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3710;p79">
              <a:extLst>
                <a:ext uri="{FF2B5EF4-FFF2-40B4-BE49-F238E27FC236}">
                  <a16:creationId xmlns:a16="http://schemas.microsoft.com/office/drawing/2014/main" id="{749FBC74-A8A7-C99C-6415-FB2B8D60B911}"/>
                </a:ext>
              </a:extLst>
            </p:cNvPr>
            <p:cNvSpPr/>
            <p:nvPr/>
          </p:nvSpPr>
          <p:spPr>
            <a:xfrm>
              <a:off x="2771662" y="3073920"/>
              <a:ext cx="90503" cy="80750"/>
            </a:xfrm>
            <a:custGeom>
              <a:avLst/>
              <a:gdLst/>
              <a:ahLst/>
              <a:cxnLst/>
              <a:rect l="l" t="t" r="r" b="b"/>
              <a:pathLst>
                <a:path w="3452" h="3080" extrusionOk="0">
                  <a:moveTo>
                    <a:pt x="0" y="1"/>
                  </a:moveTo>
                  <a:lnTo>
                    <a:pt x="0" y="3079"/>
                  </a:lnTo>
                  <a:lnTo>
                    <a:pt x="101" y="3079"/>
                  </a:lnTo>
                  <a:lnTo>
                    <a:pt x="3260" y="1337"/>
                  </a:lnTo>
                  <a:cubicBezTo>
                    <a:pt x="3325" y="1301"/>
                    <a:pt x="3390" y="1265"/>
                    <a:pt x="3452" y="1225"/>
                  </a:cubicBezTo>
                  <a:lnTo>
                    <a:pt x="3452" y="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D5DE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3711;p79">
              <a:extLst>
                <a:ext uri="{FF2B5EF4-FFF2-40B4-BE49-F238E27FC236}">
                  <a16:creationId xmlns:a16="http://schemas.microsoft.com/office/drawing/2014/main" id="{DD83D945-5F96-74FD-3727-6B33A78F936F}"/>
                </a:ext>
              </a:extLst>
            </p:cNvPr>
            <p:cNvSpPr/>
            <p:nvPr/>
          </p:nvSpPr>
          <p:spPr>
            <a:xfrm>
              <a:off x="2724837" y="3177427"/>
              <a:ext cx="162575" cy="76555"/>
            </a:xfrm>
            <a:custGeom>
              <a:avLst/>
              <a:gdLst/>
              <a:ahLst/>
              <a:cxnLst/>
              <a:rect l="l" t="t" r="r" b="b"/>
              <a:pathLst>
                <a:path w="6201" h="2920" extrusionOk="0">
                  <a:moveTo>
                    <a:pt x="5234" y="0"/>
                  </a:moveTo>
                  <a:lnTo>
                    <a:pt x="1" y="2920"/>
                  </a:lnTo>
                  <a:lnTo>
                    <a:pt x="6201" y="1083"/>
                  </a:lnTo>
                  <a:lnTo>
                    <a:pt x="5245" y="8"/>
                  </a:lnTo>
                  <a:cubicBezTo>
                    <a:pt x="5230" y="8"/>
                    <a:pt x="5223" y="8"/>
                    <a:pt x="5234" y="0"/>
                  </a:cubicBezTo>
                  <a:close/>
                </a:path>
              </a:pathLst>
            </a:custGeom>
            <a:solidFill>
              <a:srgbClr val="D5DE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3712;p79">
              <a:extLst>
                <a:ext uri="{FF2B5EF4-FFF2-40B4-BE49-F238E27FC236}">
                  <a16:creationId xmlns:a16="http://schemas.microsoft.com/office/drawing/2014/main" id="{F2FE7E13-7E0D-3079-01C1-21B198C965BB}"/>
                </a:ext>
              </a:extLst>
            </p:cNvPr>
            <p:cNvSpPr/>
            <p:nvPr/>
          </p:nvSpPr>
          <p:spPr>
            <a:xfrm>
              <a:off x="2721718" y="2906050"/>
              <a:ext cx="190391" cy="238160"/>
            </a:xfrm>
            <a:custGeom>
              <a:avLst/>
              <a:gdLst/>
              <a:ahLst/>
              <a:cxnLst/>
              <a:rect l="l" t="t" r="r" b="b"/>
              <a:pathLst>
                <a:path w="7262" h="9084" extrusionOk="0">
                  <a:moveTo>
                    <a:pt x="3633" y="1"/>
                  </a:moveTo>
                  <a:cubicBezTo>
                    <a:pt x="1626" y="1"/>
                    <a:pt x="0" y="1572"/>
                    <a:pt x="0" y="3510"/>
                  </a:cubicBezTo>
                  <a:cubicBezTo>
                    <a:pt x="0" y="3575"/>
                    <a:pt x="7" y="6991"/>
                    <a:pt x="7" y="8443"/>
                  </a:cubicBezTo>
                  <a:cubicBezTo>
                    <a:pt x="7" y="8798"/>
                    <a:pt x="297" y="9084"/>
                    <a:pt x="652" y="9084"/>
                  </a:cubicBezTo>
                  <a:lnTo>
                    <a:pt x="1905" y="9084"/>
                  </a:lnTo>
                  <a:lnTo>
                    <a:pt x="4973" y="7393"/>
                  </a:lnTo>
                  <a:cubicBezTo>
                    <a:pt x="6385" y="6614"/>
                    <a:pt x="7262" y="5125"/>
                    <a:pt x="7262" y="3510"/>
                  </a:cubicBezTo>
                  <a:cubicBezTo>
                    <a:pt x="7262" y="1572"/>
                    <a:pt x="5635" y="1"/>
                    <a:pt x="3633" y="1"/>
                  </a:cubicBezTo>
                  <a:close/>
                </a:path>
              </a:pathLst>
            </a:custGeom>
            <a:solidFill>
              <a:srgbClr val="9EB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3713;p79">
              <a:extLst>
                <a:ext uri="{FF2B5EF4-FFF2-40B4-BE49-F238E27FC236}">
                  <a16:creationId xmlns:a16="http://schemas.microsoft.com/office/drawing/2014/main" id="{5EEF894E-3539-CC21-F4AD-1BAAD8947F1C}"/>
                </a:ext>
              </a:extLst>
            </p:cNvPr>
            <p:cNvSpPr/>
            <p:nvPr/>
          </p:nvSpPr>
          <p:spPr>
            <a:xfrm>
              <a:off x="2766051" y="2929986"/>
              <a:ext cx="119290" cy="119290"/>
            </a:xfrm>
            <a:custGeom>
              <a:avLst/>
              <a:gdLst/>
              <a:ahLst/>
              <a:cxnLst/>
              <a:rect l="l" t="t" r="r" b="b"/>
              <a:pathLst>
                <a:path w="4550" h="4550" extrusionOk="0">
                  <a:moveTo>
                    <a:pt x="2275" y="0"/>
                  </a:moveTo>
                  <a:cubicBezTo>
                    <a:pt x="1018" y="0"/>
                    <a:pt x="0" y="1018"/>
                    <a:pt x="0" y="2275"/>
                  </a:cubicBezTo>
                  <a:cubicBezTo>
                    <a:pt x="0" y="3531"/>
                    <a:pt x="1018" y="4549"/>
                    <a:pt x="2275" y="4549"/>
                  </a:cubicBezTo>
                  <a:cubicBezTo>
                    <a:pt x="3532" y="4549"/>
                    <a:pt x="4549" y="3531"/>
                    <a:pt x="4549" y="2275"/>
                  </a:cubicBezTo>
                  <a:cubicBezTo>
                    <a:pt x="4549" y="1018"/>
                    <a:pt x="3532" y="0"/>
                    <a:pt x="2275" y="0"/>
                  </a:cubicBezTo>
                  <a:close/>
                </a:path>
              </a:pathLst>
            </a:custGeom>
            <a:solidFill>
              <a:srgbClr val="D6DE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3714;p79">
              <a:extLst>
                <a:ext uri="{FF2B5EF4-FFF2-40B4-BE49-F238E27FC236}">
                  <a16:creationId xmlns:a16="http://schemas.microsoft.com/office/drawing/2014/main" id="{0EE98794-6856-5846-EF24-353EC3953D9E}"/>
                </a:ext>
              </a:extLst>
            </p:cNvPr>
            <p:cNvSpPr/>
            <p:nvPr/>
          </p:nvSpPr>
          <p:spPr>
            <a:xfrm>
              <a:off x="2813059" y="2953713"/>
              <a:ext cx="46457" cy="46379"/>
            </a:xfrm>
            <a:custGeom>
              <a:avLst/>
              <a:gdLst/>
              <a:ahLst/>
              <a:cxnLst/>
              <a:rect l="l" t="t" r="r" b="b"/>
              <a:pathLst>
                <a:path w="1772" h="1769" extrusionOk="0">
                  <a:moveTo>
                    <a:pt x="884" y="1"/>
                  </a:moveTo>
                  <a:cubicBezTo>
                    <a:pt x="398" y="1"/>
                    <a:pt x="0" y="396"/>
                    <a:pt x="0" y="884"/>
                  </a:cubicBezTo>
                  <a:cubicBezTo>
                    <a:pt x="0" y="1370"/>
                    <a:pt x="398" y="1768"/>
                    <a:pt x="884" y="1768"/>
                  </a:cubicBezTo>
                  <a:cubicBezTo>
                    <a:pt x="1373" y="1768"/>
                    <a:pt x="1771" y="1370"/>
                    <a:pt x="1771" y="884"/>
                  </a:cubicBezTo>
                  <a:cubicBezTo>
                    <a:pt x="1771" y="396"/>
                    <a:pt x="1373" y="1"/>
                    <a:pt x="884" y="1"/>
                  </a:cubicBezTo>
                  <a:close/>
                </a:path>
              </a:pathLst>
            </a:custGeom>
            <a:solidFill>
              <a:srgbClr val="BFCC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3715;p79">
              <a:extLst>
                <a:ext uri="{FF2B5EF4-FFF2-40B4-BE49-F238E27FC236}">
                  <a16:creationId xmlns:a16="http://schemas.microsoft.com/office/drawing/2014/main" id="{B266918E-EE6D-230E-DA00-A143DC73E2BA}"/>
                </a:ext>
              </a:extLst>
            </p:cNvPr>
            <p:cNvSpPr/>
            <p:nvPr/>
          </p:nvSpPr>
          <p:spPr>
            <a:xfrm>
              <a:off x="2695605" y="2900833"/>
              <a:ext cx="221826" cy="358419"/>
            </a:xfrm>
            <a:custGeom>
              <a:avLst/>
              <a:gdLst/>
              <a:ahLst/>
              <a:cxnLst/>
              <a:rect l="l" t="t" r="r" b="b"/>
              <a:pathLst>
                <a:path w="8461" h="13671" extrusionOk="0">
                  <a:moveTo>
                    <a:pt x="800" y="6146"/>
                  </a:moveTo>
                  <a:lnTo>
                    <a:pt x="800" y="6697"/>
                  </a:lnTo>
                  <a:lnTo>
                    <a:pt x="554" y="6697"/>
                  </a:lnTo>
                  <a:lnTo>
                    <a:pt x="800" y="6146"/>
                  </a:lnTo>
                  <a:close/>
                  <a:moveTo>
                    <a:pt x="4629" y="0"/>
                  </a:moveTo>
                  <a:cubicBezTo>
                    <a:pt x="2517" y="0"/>
                    <a:pt x="797" y="1663"/>
                    <a:pt x="797" y="3709"/>
                  </a:cubicBezTo>
                  <a:cubicBezTo>
                    <a:pt x="797" y="3734"/>
                    <a:pt x="797" y="4328"/>
                    <a:pt x="800" y="5180"/>
                  </a:cubicBezTo>
                  <a:lnTo>
                    <a:pt x="62" y="6813"/>
                  </a:lnTo>
                  <a:cubicBezTo>
                    <a:pt x="0" y="6947"/>
                    <a:pt x="98" y="7095"/>
                    <a:pt x="243" y="7095"/>
                  </a:cubicBezTo>
                  <a:lnTo>
                    <a:pt x="800" y="7095"/>
                  </a:lnTo>
                  <a:cubicBezTo>
                    <a:pt x="800" y="7610"/>
                    <a:pt x="800" y="8138"/>
                    <a:pt x="804" y="8642"/>
                  </a:cubicBezTo>
                  <a:cubicBezTo>
                    <a:pt x="804" y="9105"/>
                    <a:pt x="1181" y="9482"/>
                    <a:pt x="1648" y="9482"/>
                  </a:cubicBezTo>
                  <a:lnTo>
                    <a:pt x="2698" y="9482"/>
                  </a:lnTo>
                  <a:lnTo>
                    <a:pt x="2698" y="10790"/>
                  </a:lnTo>
                  <a:lnTo>
                    <a:pt x="949" y="13357"/>
                  </a:lnTo>
                  <a:cubicBezTo>
                    <a:pt x="856" y="13495"/>
                    <a:pt x="962" y="13671"/>
                    <a:pt x="1114" y="13671"/>
                  </a:cubicBezTo>
                  <a:cubicBezTo>
                    <a:pt x="1133" y="13671"/>
                    <a:pt x="1153" y="13668"/>
                    <a:pt x="1173" y="13662"/>
                  </a:cubicBezTo>
                  <a:lnTo>
                    <a:pt x="2995" y="13122"/>
                  </a:lnTo>
                  <a:cubicBezTo>
                    <a:pt x="3229" y="13053"/>
                    <a:pt x="3157" y="12728"/>
                    <a:pt x="2948" y="12728"/>
                  </a:cubicBezTo>
                  <a:cubicBezTo>
                    <a:pt x="2928" y="12728"/>
                    <a:pt x="2906" y="12731"/>
                    <a:pt x="2883" y="12738"/>
                  </a:cubicBezTo>
                  <a:lnTo>
                    <a:pt x="1597" y="13118"/>
                  </a:lnTo>
                  <a:lnTo>
                    <a:pt x="1597" y="13118"/>
                  </a:lnTo>
                  <a:lnTo>
                    <a:pt x="3068" y="10963"/>
                  </a:lnTo>
                  <a:cubicBezTo>
                    <a:pt x="3089" y="10931"/>
                    <a:pt x="3100" y="10891"/>
                    <a:pt x="3100" y="10851"/>
                  </a:cubicBezTo>
                  <a:lnTo>
                    <a:pt x="3100" y="9402"/>
                  </a:lnTo>
                  <a:lnTo>
                    <a:pt x="4317" y="8732"/>
                  </a:lnTo>
                  <a:cubicBezTo>
                    <a:pt x="4514" y="8622"/>
                    <a:pt x="4405" y="8354"/>
                    <a:pt x="4225" y="8354"/>
                  </a:cubicBezTo>
                  <a:cubicBezTo>
                    <a:pt x="4194" y="8354"/>
                    <a:pt x="4160" y="8362"/>
                    <a:pt x="4125" y="8381"/>
                  </a:cubicBezTo>
                  <a:lnTo>
                    <a:pt x="2850" y="9084"/>
                  </a:lnTo>
                  <a:lnTo>
                    <a:pt x="1648" y="9084"/>
                  </a:lnTo>
                  <a:cubicBezTo>
                    <a:pt x="1405" y="9084"/>
                    <a:pt x="1206" y="8888"/>
                    <a:pt x="1206" y="8642"/>
                  </a:cubicBezTo>
                  <a:lnTo>
                    <a:pt x="1206" y="8091"/>
                  </a:lnTo>
                  <a:lnTo>
                    <a:pt x="2238" y="8091"/>
                  </a:lnTo>
                  <a:cubicBezTo>
                    <a:pt x="2506" y="8088"/>
                    <a:pt x="2506" y="7689"/>
                    <a:pt x="2238" y="7689"/>
                  </a:cubicBezTo>
                  <a:lnTo>
                    <a:pt x="1206" y="7689"/>
                  </a:lnTo>
                  <a:cubicBezTo>
                    <a:pt x="1202" y="5730"/>
                    <a:pt x="1199" y="3760"/>
                    <a:pt x="1199" y="3709"/>
                  </a:cubicBezTo>
                  <a:cubicBezTo>
                    <a:pt x="1199" y="1887"/>
                    <a:pt x="2738" y="406"/>
                    <a:pt x="4629" y="406"/>
                  </a:cubicBezTo>
                  <a:cubicBezTo>
                    <a:pt x="6523" y="406"/>
                    <a:pt x="8062" y="1887"/>
                    <a:pt x="8062" y="3709"/>
                  </a:cubicBezTo>
                  <a:cubicBezTo>
                    <a:pt x="8058" y="5252"/>
                    <a:pt x="7222" y="6672"/>
                    <a:pt x="5871" y="7418"/>
                  </a:cubicBezTo>
                  <a:lnTo>
                    <a:pt x="4915" y="7946"/>
                  </a:lnTo>
                  <a:cubicBezTo>
                    <a:pt x="4715" y="8054"/>
                    <a:pt x="4826" y="8326"/>
                    <a:pt x="5005" y="8326"/>
                  </a:cubicBezTo>
                  <a:cubicBezTo>
                    <a:pt x="5037" y="8326"/>
                    <a:pt x="5072" y="8317"/>
                    <a:pt x="5107" y="8298"/>
                  </a:cubicBezTo>
                  <a:lnTo>
                    <a:pt x="6066" y="7769"/>
                  </a:lnTo>
                  <a:cubicBezTo>
                    <a:pt x="6095" y="7751"/>
                    <a:pt x="6124" y="7733"/>
                    <a:pt x="6157" y="7718"/>
                  </a:cubicBezTo>
                  <a:lnTo>
                    <a:pt x="6157" y="10550"/>
                  </a:lnTo>
                  <a:cubicBezTo>
                    <a:pt x="6157" y="10598"/>
                    <a:pt x="6175" y="10645"/>
                    <a:pt x="6204" y="10681"/>
                  </a:cubicBezTo>
                  <a:lnTo>
                    <a:pt x="6961" y="11532"/>
                  </a:lnTo>
                  <a:lnTo>
                    <a:pt x="3676" y="12506"/>
                  </a:lnTo>
                  <a:cubicBezTo>
                    <a:pt x="3442" y="12575"/>
                    <a:pt x="3514" y="12900"/>
                    <a:pt x="3723" y="12900"/>
                  </a:cubicBezTo>
                  <a:cubicBezTo>
                    <a:pt x="3744" y="12900"/>
                    <a:pt x="3765" y="12897"/>
                    <a:pt x="3788" y="12890"/>
                  </a:cubicBezTo>
                  <a:lnTo>
                    <a:pt x="7374" y="11829"/>
                  </a:lnTo>
                  <a:cubicBezTo>
                    <a:pt x="7515" y="11786"/>
                    <a:pt x="7566" y="11612"/>
                    <a:pt x="7468" y="11503"/>
                  </a:cubicBezTo>
                  <a:lnTo>
                    <a:pt x="6552" y="10471"/>
                  </a:lnTo>
                  <a:lnTo>
                    <a:pt x="6552" y="7454"/>
                  </a:lnTo>
                  <a:cubicBezTo>
                    <a:pt x="7751" y="6581"/>
                    <a:pt x="8460" y="5190"/>
                    <a:pt x="8460" y="3709"/>
                  </a:cubicBezTo>
                  <a:cubicBezTo>
                    <a:pt x="8460" y="1663"/>
                    <a:pt x="6740" y="0"/>
                    <a:pt x="4629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3716;p79">
              <a:extLst>
                <a:ext uri="{FF2B5EF4-FFF2-40B4-BE49-F238E27FC236}">
                  <a16:creationId xmlns:a16="http://schemas.microsoft.com/office/drawing/2014/main" id="{D6FA0D7B-023D-D4BD-3C7F-CBA54A6AE9B1}"/>
                </a:ext>
              </a:extLst>
            </p:cNvPr>
            <p:cNvSpPr/>
            <p:nvPr/>
          </p:nvSpPr>
          <p:spPr>
            <a:xfrm>
              <a:off x="2760703" y="2924743"/>
              <a:ext cx="133080" cy="129829"/>
            </a:xfrm>
            <a:custGeom>
              <a:avLst/>
              <a:gdLst/>
              <a:ahLst/>
              <a:cxnLst/>
              <a:rect l="l" t="t" r="r" b="b"/>
              <a:pathLst>
                <a:path w="5076" h="4952" extrusionOk="0">
                  <a:moveTo>
                    <a:pt x="2478" y="1"/>
                  </a:moveTo>
                  <a:cubicBezTo>
                    <a:pt x="2464" y="1"/>
                    <a:pt x="2450" y="1"/>
                    <a:pt x="2435" y="1"/>
                  </a:cubicBezTo>
                  <a:cubicBezTo>
                    <a:pt x="1153" y="23"/>
                    <a:pt x="99" y="1022"/>
                    <a:pt x="12" y="2305"/>
                  </a:cubicBezTo>
                  <a:cubicBezTo>
                    <a:pt x="1" y="2443"/>
                    <a:pt x="107" y="2517"/>
                    <a:pt x="212" y="2517"/>
                  </a:cubicBezTo>
                  <a:cubicBezTo>
                    <a:pt x="307" y="2517"/>
                    <a:pt x="402" y="2457"/>
                    <a:pt x="411" y="2330"/>
                  </a:cubicBezTo>
                  <a:cubicBezTo>
                    <a:pt x="487" y="1258"/>
                    <a:pt x="1367" y="421"/>
                    <a:pt x="2443" y="403"/>
                  </a:cubicBezTo>
                  <a:cubicBezTo>
                    <a:pt x="2454" y="403"/>
                    <a:pt x="2466" y="403"/>
                    <a:pt x="2478" y="403"/>
                  </a:cubicBezTo>
                  <a:cubicBezTo>
                    <a:pt x="3535" y="403"/>
                    <a:pt x="4429" y="1201"/>
                    <a:pt x="4540" y="2257"/>
                  </a:cubicBezTo>
                  <a:cubicBezTo>
                    <a:pt x="4652" y="3326"/>
                    <a:pt x="3931" y="4304"/>
                    <a:pt x="2877" y="4510"/>
                  </a:cubicBezTo>
                  <a:cubicBezTo>
                    <a:pt x="2743" y="4536"/>
                    <a:pt x="2609" y="4549"/>
                    <a:pt x="2476" y="4549"/>
                  </a:cubicBezTo>
                  <a:cubicBezTo>
                    <a:pt x="1568" y="4549"/>
                    <a:pt x="746" y="3952"/>
                    <a:pt x="487" y="3051"/>
                  </a:cubicBezTo>
                  <a:cubicBezTo>
                    <a:pt x="457" y="2949"/>
                    <a:pt x="378" y="2905"/>
                    <a:pt x="300" y="2905"/>
                  </a:cubicBezTo>
                  <a:cubicBezTo>
                    <a:pt x="179" y="2905"/>
                    <a:pt x="57" y="3007"/>
                    <a:pt x="103" y="3163"/>
                  </a:cubicBezTo>
                  <a:cubicBezTo>
                    <a:pt x="413" y="4238"/>
                    <a:pt x="1396" y="4951"/>
                    <a:pt x="2477" y="4951"/>
                  </a:cubicBezTo>
                  <a:cubicBezTo>
                    <a:pt x="2634" y="4951"/>
                    <a:pt x="2794" y="4936"/>
                    <a:pt x="2953" y="4905"/>
                  </a:cubicBezTo>
                  <a:cubicBezTo>
                    <a:pt x="4214" y="4662"/>
                    <a:pt x="5076" y="3492"/>
                    <a:pt x="4942" y="2218"/>
                  </a:cubicBezTo>
                  <a:cubicBezTo>
                    <a:pt x="4809" y="953"/>
                    <a:pt x="3745" y="1"/>
                    <a:pt x="2478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3717;p79">
              <a:extLst>
                <a:ext uri="{FF2B5EF4-FFF2-40B4-BE49-F238E27FC236}">
                  <a16:creationId xmlns:a16="http://schemas.microsoft.com/office/drawing/2014/main" id="{D414D6AD-50DB-0F44-3334-B5DEEAAC69DB}"/>
                </a:ext>
              </a:extLst>
            </p:cNvPr>
            <p:cNvSpPr/>
            <p:nvPr/>
          </p:nvSpPr>
          <p:spPr>
            <a:xfrm>
              <a:off x="2787602" y="2948260"/>
              <a:ext cx="85967" cy="76765"/>
            </a:xfrm>
            <a:custGeom>
              <a:avLst/>
              <a:gdLst/>
              <a:ahLst/>
              <a:cxnLst/>
              <a:rect l="l" t="t" r="r" b="b"/>
              <a:pathLst>
                <a:path w="3279" h="2928" extrusionOk="0">
                  <a:moveTo>
                    <a:pt x="1858" y="406"/>
                  </a:moveTo>
                  <a:cubicBezTo>
                    <a:pt x="2033" y="406"/>
                    <a:pt x="2208" y="473"/>
                    <a:pt x="2340" y="607"/>
                  </a:cubicBezTo>
                  <a:cubicBezTo>
                    <a:pt x="2608" y="875"/>
                    <a:pt x="2608" y="1306"/>
                    <a:pt x="2344" y="1574"/>
                  </a:cubicBezTo>
                  <a:cubicBezTo>
                    <a:pt x="2210" y="1708"/>
                    <a:pt x="2034" y="1775"/>
                    <a:pt x="1858" y="1775"/>
                  </a:cubicBezTo>
                  <a:cubicBezTo>
                    <a:pt x="1683" y="1775"/>
                    <a:pt x="1507" y="1708"/>
                    <a:pt x="1373" y="1574"/>
                  </a:cubicBezTo>
                  <a:cubicBezTo>
                    <a:pt x="1109" y="1306"/>
                    <a:pt x="1109" y="875"/>
                    <a:pt x="1373" y="607"/>
                  </a:cubicBezTo>
                  <a:cubicBezTo>
                    <a:pt x="1507" y="473"/>
                    <a:pt x="1683" y="406"/>
                    <a:pt x="1858" y="406"/>
                  </a:cubicBezTo>
                  <a:close/>
                  <a:moveTo>
                    <a:pt x="1851" y="1"/>
                  </a:moveTo>
                  <a:cubicBezTo>
                    <a:pt x="994" y="1"/>
                    <a:pt x="460" y="974"/>
                    <a:pt x="964" y="1705"/>
                  </a:cubicBezTo>
                  <a:lnTo>
                    <a:pt x="80" y="2588"/>
                  </a:lnTo>
                  <a:cubicBezTo>
                    <a:pt x="0" y="2664"/>
                    <a:pt x="0" y="2791"/>
                    <a:pt x="80" y="2871"/>
                  </a:cubicBezTo>
                  <a:cubicBezTo>
                    <a:pt x="118" y="2909"/>
                    <a:pt x="169" y="2928"/>
                    <a:pt x="220" y="2928"/>
                  </a:cubicBezTo>
                  <a:cubicBezTo>
                    <a:pt x="271" y="2928"/>
                    <a:pt x="323" y="2909"/>
                    <a:pt x="363" y="2871"/>
                  </a:cubicBezTo>
                  <a:lnTo>
                    <a:pt x="1246" y="1987"/>
                  </a:lnTo>
                  <a:cubicBezTo>
                    <a:pt x="1432" y="2113"/>
                    <a:pt x="1644" y="2175"/>
                    <a:pt x="1856" y="2175"/>
                  </a:cubicBezTo>
                  <a:cubicBezTo>
                    <a:pt x="2135" y="2175"/>
                    <a:pt x="2412" y="2067"/>
                    <a:pt x="2623" y="1857"/>
                  </a:cubicBezTo>
                  <a:cubicBezTo>
                    <a:pt x="3278" y="1208"/>
                    <a:pt x="2876" y="93"/>
                    <a:pt x="1960" y="6"/>
                  </a:cubicBezTo>
                  <a:cubicBezTo>
                    <a:pt x="1923" y="2"/>
                    <a:pt x="1887" y="1"/>
                    <a:pt x="185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4" name="Subtitle 20">
            <a:extLst>
              <a:ext uri="{FF2B5EF4-FFF2-40B4-BE49-F238E27FC236}">
                <a16:creationId xmlns:a16="http://schemas.microsoft.com/office/drawing/2014/main" id="{27CC1B16-51E0-CE29-6560-335EBDC6C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82840" y="1888271"/>
            <a:ext cx="4279804" cy="2951015"/>
          </a:xfrm>
        </p:spPr>
        <p:txBody>
          <a:bodyPr/>
          <a:lstStyle/>
          <a:p>
            <a:r>
              <a:rPr lang="en-IN" dirty="0"/>
              <a:t>Even if we upload the data the model don’t exactly have the live updates on the data.</a:t>
            </a:r>
          </a:p>
        </p:txBody>
      </p:sp>
      <p:sp>
        <p:nvSpPr>
          <p:cNvPr id="55" name="Subtitle 21">
            <a:extLst>
              <a:ext uri="{FF2B5EF4-FFF2-40B4-BE49-F238E27FC236}">
                <a16:creationId xmlns:a16="http://schemas.microsoft.com/office/drawing/2014/main" id="{15AE07A8-7D1D-1F8E-52E4-29479B42EC92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4582840" y="1339638"/>
            <a:ext cx="4209468" cy="548634"/>
          </a:xfrm>
        </p:spPr>
        <p:txBody>
          <a:bodyPr/>
          <a:lstStyle/>
          <a:p>
            <a:r>
              <a:rPr lang="en-IN" dirty="0"/>
              <a:t>Zero-Shot Learning</a:t>
            </a:r>
          </a:p>
        </p:txBody>
      </p:sp>
      <p:grpSp>
        <p:nvGrpSpPr>
          <p:cNvPr id="56" name="Google Shape;18610;p82">
            <a:extLst>
              <a:ext uri="{FF2B5EF4-FFF2-40B4-BE49-F238E27FC236}">
                <a16:creationId xmlns:a16="http://schemas.microsoft.com/office/drawing/2014/main" id="{AC503FF9-BACF-F476-57EC-E22317CBCF08}"/>
              </a:ext>
            </a:extLst>
          </p:cNvPr>
          <p:cNvGrpSpPr/>
          <p:nvPr/>
        </p:nvGrpSpPr>
        <p:grpSpPr>
          <a:xfrm>
            <a:off x="8083850" y="1438149"/>
            <a:ext cx="379143" cy="337499"/>
            <a:chOff x="5575621" y="2902906"/>
            <a:chExt cx="379143" cy="337499"/>
          </a:xfrm>
        </p:grpSpPr>
        <p:sp>
          <p:nvSpPr>
            <p:cNvPr id="57" name="Google Shape;18611;p82">
              <a:extLst>
                <a:ext uri="{FF2B5EF4-FFF2-40B4-BE49-F238E27FC236}">
                  <a16:creationId xmlns:a16="http://schemas.microsoft.com/office/drawing/2014/main" id="{1BED2D97-F24D-136D-82C8-E4335F7EBACF}"/>
                </a:ext>
              </a:extLst>
            </p:cNvPr>
            <p:cNvSpPr/>
            <p:nvPr/>
          </p:nvSpPr>
          <p:spPr>
            <a:xfrm>
              <a:off x="5735508" y="2908398"/>
              <a:ext cx="213764" cy="178158"/>
            </a:xfrm>
            <a:custGeom>
              <a:avLst/>
              <a:gdLst/>
              <a:ahLst/>
              <a:cxnLst/>
              <a:rect l="l" t="t" r="r" b="b"/>
              <a:pathLst>
                <a:path w="8213" h="6845" extrusionOk="0">
                  <a:moveTo>
                    <a:pt x="458" y="1"/>
                  </a:moveTo>
                  <a:cubicBezTo>
                    <a:pt x="205" y="1"/>
                    <a:pt x="0" y="205"/>
                    <a:pt x="0" y="458"/>
                  </a:cubicBezTo>
                  <a:lnTo>
                    <a:pt x="0" y="6387"/>
                  </a:lnTo>
                  <a:cubicBezTo>
                    <a:pt x="0" y="6640"/>
                    <a:pt x="205" y="6844"/>
                    <a:pt x="458" y="6844"/>
                  </a:cubicBezTo>
                  <a:lnTo>
                    <a:pt x="7755" y="6844"/>
                  </a:lnTo>
                  <a:cubicBezTo>
                    <a:pt x="8009" y="6844"/>
                    <a:pt x="8213" y="6640"/>
                    <a:pt x="8209" y="6387"/>
                  </a:cubicBezTo>
                  <a:lnTo>
                    <a:pt x="8209" y="458"/>
                  </a:lnTo>
                  <a:cubicBezTo>
                    <a:pt x="8209" y="205"/>
                    <a:pt x="8005" y="1"/>
                    <a:pt x="7755" y="1"/>
                  </a:cubicBezTo>
                  <a:close/>
                </a:path>
              </a:pathLst>
            </a:custGeom>
            <a:solidFill>
              <a:srgbClr val="F5F7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8612;p82">
              <a:extLst>
                <a:ext uri="{FF2B5EF4-FFF2-40B4-BE49-F238E27FC236}">
                  <a16:creationId xmlns:a16="http://schemas.microsoft.com/office/drawing/2014/main" id="{1A696950-DAC3-919B-8BBD-AA7EBB917341}"/>
                </a:ext>
              </a:extLst>
            </p:cNvPr>
            <p:cNvSpPr/>
            <p:nvPr/>
          </p:nvSpPr>
          <p:spPr>
            <a:xfrm>
              <a:off x="5788994" y="2944029"/>
              <a:ext cx="106791" cy="106895"/>
            </a:xfrm>
            <a:custGeom>
              <a:avLst/>
              <a:gdLst/>
              <a:ahLst/>
              <a:cxnLst/>
              <a:rect l="l" t="t" r="r" b="b"/>
              <a:pathLst>
                <a:path w="4103" h="4107" extrusionOk="0">
                  <a:moveTo>
                    <a:pt x="2052" y="1"/>
                  </a:moveTo>
                  <a:cubicBezTo>
                    <a:pt x="919" y="1"/>
                    <a:pt x="0" y="919"/>
                    <a:pt x="0" y="2052"/>
                  </a:cubicBezTo>
                  <a:cubicBezTo>
                    <a:pt x="0" y="3188"/>
                    <a:pt x="919" y="4107"/>
                    <a:pt x="2052" y="4107"/>
                  </a:cubicBezTo>
                  <a:cubicBezTo>
                    <a:pt x="3185" y="4107"/>
                    <a:pt x="4103" y="3188"/>
                    <a:pt x="4103" y="2052"/>
                  </a:cubicBezTo>
                  <a:cubicBezTo>
                    <a:pt x="4103" y="919"/>
                    <a:pt x="3185" y="1"/>
                    <a:pt x="2052" y="1"/>
                  </a:cubicBezTo>
                  <a:close/>
                </a:path>
              </a:pathLst>
            </a:custGeom>
            <a:solidFill>
              <a:srgbClr val="B8C6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8613;p82">
              <a:extLst>
                <a:ext uri="{FF2B5EF4-FFF2-40B4-BE49-F238E27FC236}">
                  <a16:creationId xmlns:a16="http://schemas.microsoft.com/office/drawing/2014/main" id="{FD91B865-EC5F-AEC2-64FF-0DB0B6EDD916}"/>
                </a:ext>
              </a:extLst>
            </p:cNvPr>
            <p:cNvSpPr/>
            <p:nvPr/>
          </p:nvSpPr>
          <p:spPr>
            <a:xfrm>
              <a:off x="5812705" y="2967740"/>
              <a:ext cx="59369" cy="59369"/>
            </a:xfrm>
            <a:custGeom>
              <a:avLst/>
              <a:gdLst/>
              <a:ahLst/>
              <a:cxnLst/>
              <a:rect l="l" t="t" r="r" b="b"/>
              <a:pathLst>
                <a:path w="2281" h="2281" extrusionOk="0">
                  <a:moveTo>
                    <a:pt x="1141" y="1"/>
                  </a:moveTo>
                  <a:cubicBezTo>
                    <a:pt x="511" y="1"/>
                    <a:pt x="1" y="515"/>
                    <a:pt x="1" y="1141"/>
                  </a:cubicBezTo>
                  <a:cubicBezTo>
                    <a:pt x="1" y="1771"/>
                    <a:pt x="511" y="2281"/>
                    <a:pt x="1141" y="2281"/>
                  </a:cubicBezTo>
                  <a:cubicBezTo>
                    <a:pt x="1770" y="2281"/>
                    <a:pt x="2281" y="1771"/>
                    <a:pt x="2281" y="1141"/>
                  </a:cubicBezTo>
                  <a:cubicBezTo>
                    <a:pt x="2281" y="515"/>
                    <a:pt x="1770" y="1"/>
                    <a:pt x="114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8614;p82">
              <a:extLst>
                <a:ext uri="{FF2B5EF4-FFF2-40B4-BE49-F238E27FC236}">
                  <a16:creationId xmlns:a16="http://schemas.microsoft.com/office/drawing/2014/main" id="{B5E435A2-6948-65B0-172F-6B423D97DA24}"/>
                </a:ext>
              </a:extLst>
            </p:cNvPr>
            <p:cNvSpPr/>
            <p:nvPr/>
          </p:nvSpPr>
          <p:spPr>
            <a:xfrm>
              <a:off x="5581295" y="3065734"/>
              <a:ext cx="192239" cy="169179"/>
            </a:xfrm>
            <a:custGeom>
              <a:avLst/>
              <a:gdLst/>
              <a:ahLst/>
              <a:cxnLst/>
              <a:rect l="l" t="t" r="r" b="b"/>
              <a:pathLst>
                <a:path w="7386" h="6500" extrusionOk="0">
                  <a:moveTo>
                    <a:pt x="7182" y="1"/>
                  </a:moveTo>
                  <a:lnTo>
                    <a:pt x="3551" y="3410"/>
                  </a:lnTo>
                  <a:cubicBezTo>
                    <a:pt x="3466" y="3487"/>
                    <a:pt x="3353" y="3533"/>
                    <a:pt x="3237" y="3533"/>
                  </a:cubicBezTo>
                  <a:lnTo>
                    <a:pt x="3192" y="3533"/>
                  </a:lnTo>
                  <a:cubicBezTo>
                    <a:pt x="2942" y="3533"/>
                    <a:pt x="2738" y="3329"/>
                    <a:pt x="2738" y="3079"/>
                  </a:cubicBezTo>
                  <a:lnTo>
                    <a:pt x="2738" y="2851"/>
                  </a:lnTo>
                  <a:lnTo>
                    <a:pt x="1369" y="2851"/>
                  </a:lnTo>
                  <a:lnTo>
                    <a:pt x="1369" y="3445"/>
                  </a:lnTo>
                  <a:cubicBezTo>
                    <a:pt x="1369" y="3533"/>
                    <a:pt x="1320" y="3614"/>
                    <a:pt x="1242" y="3653"/>
                  </a:cubicBezTo>
                  <a:lnTo>
                    <a:pt x="377" y="4082"/>
                  </a:lnTo>
                  <a:cubicBezTo>
                    <a:pt x="145" y="4198"/>
                    <a:pt x="0" y="4434"/>
                    <a:pt x="0" y="4694"/>
                  </a:cubicBezTo>
                  <a:lnTo>
                    <a:pt x="0" y="6499"/>
                  </a:lnTo>
                  <a:lnTo>
                    <a:pt x="3192" y="6499"/>
                  </a:lnTo>
                  <a:lnTo>
                    <a:pt x="3192" y="5507"/>
                  </a:lnTo>
                  <a:cubicBezTo>
                    <a:pt x="3192" y="5264"/>
                    <a:pt x="3287" y="5032"/>
                    <a:pt x="3459" y="4863"/>
                  </a:cubicBezTo>
                  <a:lnTo>
                    <a:pt x="7227" y="1095"/>
                  </a:lnTo>
                  <a:cubicBezTo>
                    <a:pt x="7340" y="982"/>
                    <a:pt x="7386" y="817"/>
                    <a:pt x="7347" y="662"/>
                  </a:cubicBezTo>
                  <a:lnTo>
                    <a:pt x="7182" y="1"/>
                  </a:lnTo>
                  <a:close/>
                </a:path>
              </a:pathLst>
            </a:custGeom>
            <a:solidFill>
              <a:srgbClr val="BEC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8615;p82">
              <a:extLst>
                <a:ext uri="{FF2B5EF4-FFF2-40B4-BE49-F238E27FC236}">
                  <a16:creationId xmlns:a16="http://schemas.microsoft.com/office/drawing/2014/main" id="{B96A1AE3-04D1-D2DC-DE1A-95EABE66668B}"/>
                </a:ext>
              </a:extLst>
            </p:cNvPr>
            <p:cNvSpPr/>
            <p:nvPr/>
          </p:nvSpPr>
          <p:spPr>
            <a:xfrm>
              <a:off x="5582127" y="3050898"/>
              <a:ext cx="106713" cy="106817"/>
            </a:xfrm>
            <a:custGeom>
              <a:avLst/>
              <a:gdLst/>
              <a:ahLst/>
              <a:cxnLst/>
              <a:rect l="l" t="t" r="r" b="b"/>
              <a:pathLst>
                <a:path w="4100" h="4104" extrusionOk="0">
                  <a:moveTo>
                    <a:pt x="2048" y="1"/>
                  </a:moveTo>
                  <a:cubicBezTo>
                    <a:pt x="1154" y="1"/>
                    <a:pt x="489" y="718"/>
                    <a:pt x="426" y="1594"/>
                  </a:cubicBezTo>
                  <a:cubicBezTo>
                    <a:pt x="394" y="2059"/>
                    <a:pt x="239" y="2946"/>
                    <a:pt x="46" y="3463"/>
                  </a:cubicBezTo>
                  <a:cubicBezTo>
                    <a:pt x="0" y="3575"/>
                    <a:pt x="53" y="3702"/>
                    <a:pt x="162" y="3751"/>
                  </a:cubicBezTo>
                  <a:cubicBezTo>
                    <a:pt x="542" y="3927"/>
                    <a:pt x="943" y="4043"/>
                    <a:pt x="1355" y="4103"/>
                  </a:cubicBezTo>
                  <a:lnTo>
                    <a:pt x="2744" y="4103"/>
                  </a:lnTo>
                  <a:cubicBezTo>
                    <a:pt x="3156" y="4043"/>
                    <a:pt x="3557" y="3924"/>
                    <a:pt x="3934" y="3751"/>
                  </a:cubicBezTo>
                  <a:cubicBezTo>
                    <a:pt x="4046" y="3702"/>
                    <a:pt x="4099" y="3575"/>
                    <a:pt x="4053" y="3463"/>
                  </a:cubicBezTo>
                  <a:cubicBezTo>
                    <a:pt x="3860" y="2946"/>
                    <a:pt x="3705" y="2059"/>
                    <a:pt x="3670" y="1594"/>
                  </a:cubicBezTo>
                  <a:cubicBezTo>
                    <a:pt x="3606" y="715"/>
                    <a:pt x="2945" y="1"/>
                    <a:pt x="2048" y="1"/>
                  </a:cubicBezTo>
                  <a:close/>
                </a:path>
              </a:pathLst>
            </a:custGeom>
            <a:solidFill>
              <a:srgbClr val="D0DA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8616;p82">
              <a:extLst>
                <a:ext uri="{FF2B5EF4-FFF2-40B4-BE49-F238E27FC236}">
                  <a16:creationId xmlns:a16="http://schemas.microsoft.com/office/drawing/2014/main" id="{DF907602-0019-A2A9-F3D1-D94F7CEEC9DA}"/>
                </a:ext>
              </a:extLst>
            </p:cNvPr>
            <p:cNvSpPr/>
            <p:nvPr/>
          </p:nvSpPr>
          <p:spPr>
            <a:xfrm>
              <a:off x="5611148" y="3050898"/>
              <a:ext cx="77692" cy="106817"/>
            </a:xfrm>
            <a:custGeom>
              <a:avLst/>
              <a:gdLst/>
              <a:ahLst/>
              <a:cxnLst/>
              <a:rect l="l" t="t" r="r" b="b"/>
              <a:pathLst>
                <a:path w="2985" h="4104" extrusionOk="0">
                  <a:moveTo>
                    <a:pt x="929" y="1"/>
                  </a:moveTo>
                  <a:cubicBezTo>
                    <a:pt x="243" y="4"/>
                    <a:pt x="0" y="940"/>
                    <a:pt x="591" y="1288"/>
                  </a:cubicBezTo>
                  <a:cubicBezTo>
                    <a:pt x="609" y="1302"/>
                    <a:pt x="630" y="1313"/>
                    <a:pt x="648" y="1320"/>
                  </a:cubicBezTo>
                  <a:lnTo>
                    <a:pt x="1169" y="4103"/>
                  </a:lnTo>
                  <a:lnTo>
                    <a:pt x="1629" y="4103"/>
                  </a:lnTo>
                  <a:cubicBezTo>
                    <a:pt x="2041" y="4043"/>
                    <a:pt x="2442" y="3924"/>
                    <a:pt x="2822" y="3751"/>
                  </a:cubicBezTo>
                  <a:cubicBezTo>
                    <a:pt x="2931" y="3702"/>
                    <a:pt x="2984" y="3575"/>
                    <a:pt x="2942" y="3463"/>
                  </a:cubicBezTo>
                  <a:cubicBezTo>
                    <a:pt x="2745" y="2946"/>
                    <a:pt x="2590" y="2059"/>
                    <a:pt x="2558" y="1594"/>
                  </a:cubicBezTo>
                  <a:cubicBezTo>
                    <a:pt x="2495" y="715"/>
                    <a:pt x="1830" y="1"/>
                    <a:pt x="936" y="1"/>
                  </a:cubicBezTo>
                  <a:close/>
                </a:path>
              </a:pathLst>
            </a:custGeom>
            <a:solidFill>
              <a:srgbClr val="D3DC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8617;p82">
              <a:extLst>
                <a:ext uri="{FF2B5EF4-FFF2-40B4-BE49-F238E27FC236}">
                  <a16:creationId xmlns:a16="http://schemas.microsoft.com/office/drawing/2014/main" id="{C07D4D25-0CB6-493D-FA02-6FA37F4E7C29}"/>
                </a:ext>
              </a:extLst>
            </p:cNvPr>
            <p:cNvSpPr/>
            <p:nvPr/>
          </p:nvSpPr>
          <p:spPr>
            <a:xfrm>
              <a:off x="5581190" y="3177184"/>
              <a:ext cx="23841" cy="57729"/>
            </a:xfrm>
            <a:custGeom>
              <a:avLst/>
              <a:gdLst/>
              <a:ahLst/>
              <a:cxnLst/>
              <a:rect l="l" t="t" r="r" b="b"/>
              <a:pathLst>
                <a:path w="916" h="2218" extrusionOk="0">
                  <a:moveTo>
                    <a:pt x="142" y="1"/>
                  </a:moveTo>
                  <a:cubicBezTo>
                    <a:pt x="50" y="120"/>
                    <a:pt x="1" y="264"/>
                    <a:pt x="1" y="412"/>
                  </a:cubicBezTo>
                  <a:lnTo>
                    <a:pt x="1" y="2217"/>
                  </a:lnTo>
                  <a:lnTo>
                    <a:pt x="916" y="2217"/>
                  </a:lnTo>
                  <a:lnTo>
                    <a:pt x="916" y="838"/>
                  </a:lnTo>
                  <a:cubicBezTo>
                    <a:pt x="916" y="701"/>
                    <a:pt x="852" y="571"/>
                    <a:pt x="743" y="483"/>
                  </a:cubicBezTo>
                  <a:lnTo>
                    <a:pt x="142" y="1"/>
                  </a:lnTo>
                  <a:close/>
                </a:path>
              </a:pathLst>
            </a:custGeom>
            <a:solidFill>
              <a:srgbClr val="93AA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6" name="Google Shape;18618;p82">
              <a:extLst>
                <a:ext uri="{FF2B5EF4-FFF2-40B4-BE49-F238E27FC236}">
                  <a16:creationId xmlns:a16="http://schemas.microsoft.com/office/drawing/2014/main" id="{E5089292-69E5-CE4A-2ED9-B1CE9CA6A68D}"/>
                </a:ext>
              </a:extLst>
            </p:cNvPr>
            <p:cNvSpPr/>
            <p:nvPr/>
          </p:nvSpPr>
          <p:spPr>
            <a:xfrm>
              <a:off x="5616822" y="3133952"/>
              <a:ext cx="35658" cy="41618"/>
            </a:xfrm>
            <a:custGeom>
              <a:avLst/>
              <a:gdLst/>
              <a:ahLst/>
              <a:cxnLst/>
              <a:rect l="l" t="t" r="r" b="b"/>
              <a:pathLst>
                <a:path w="1370" h="1599" extrusionOk="0">
                  <a:moveTo>
                    <a:pt x="1" y="1"/>
                  </a:moveTo>
                  <a:lnTo>
                    <a:pt x="1" y="912"/>
                  </a:lnTo>
                  <a:cubicBezTo>
                    <a:pt x="1" y="1292"/>
                    <a:pt x="307" y="1598"/>
                    <a:pt x="687" y="1598"/>
                  </a:cubicBezTo>
                  <a:cubicBezTo>
                    <a:pt x="1063" y="1598"/>
                    <a:pt x="1369" y="1292"/>
                    <a:pt x="1369" y="912"/>
                  </a:cubicBezTo>
                  <a:lnTo>
                    <a:pt x="1369" y="1"/>
                  </a:lnTo>
                  <a:close/>
                </a:path>
              </a:pathLst>
            </a:custGeom>
            <a:solidFill>
              <a:srgbClr val="8CA4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7" name="Google Shape;18619;p82">
              <a:extLst>
                <a:ext uri="{FF2B5EF4-FFF2-40B4-BE49-F238E27FC236}">
                  <a16:creationId xmlns:a16="http://schemas.microsoft.com/office/drawing/2014/main" id="{EB1036C8-77BD-C72A-12B7-0B6E30CC3212}"/>
                </a:ext>
              </a:extLst>
            </p:cNvPr>
            <p:cNvSpPr/>
            <p:nvPr/>
          </p:nvSpPr>
          <p:spPr>
            <a:xfrm>
              <a:off x="5599149" y="3087467"/>
              <a:ext cx="71185" cy="58432"/>
            </a:xfrm>
            <a:custGeom>
              <a:avLst/>
              <a:gdLst/>
              <a:ahLst/>
              <a:cxnLst/>
              <a:rect l="l" t="t" r="r" b="b"/>
              <a:pathLst>
                <a:path w="2735" h="2245" extrusionOk="0">
                  <a:moveTo>
                    <a:pt x="1050" y="0"/>
                  </a:moveTo>
                  <a:cubicBezTo>
                    <a:pt x="963" y="0"/>
                    <a:pt x="883" y="51"/>
                    <a:pt x="845" y="133"/>
                  </a:cubicBezTo>
                  <a:cubicBezTo>
                    <a:pt x="767" y="288"/>
                    <a:pt x="662" y="429"/>
                    <a:pt x="532" y="545"/>
                  </a:cubicBezTo>
                  <a:cubicBezTo>
                    <a:pt x="482" y="587"/>
                    <a:pt x="430" y="629"/>
                    <a:pt x="373" y="668"/>
                  </a:cubicBezTo>
                  <a:cubicBezTo>
                    <a:pt x="102" y="861"/>
                    <a:pt x="0" y="1227"/>
                    <a:pt x="155" y="1519"/>
                  </a:cubicBezTo>
                  <a:cubicBezTo>
                    <a:pt x="395" y="1966"/>
                    <a:pt x="859" y="2244"/>
                    <a:pt x="1366" y="2244"/>
                  </a:cubicBezTo>
                  <a:cubicBezTo>
                    <a:pt x="2080" y="2244"/>
                    <a:pt x="2675" y="1695"/>
                    <a:pt x="2731" y="981"/>
                  </a:cubicBezTo>
                  <a:cubicBezTo>
                    <a:pt x="2734" y="911"/>
                    <a:pt x="2706" y="844"/>
                    <a:pt x="2653" y="802"/>
                  </a:cubicBezTo>
                  <a:cubicBezTo>
                    <a:pt x="2200" y="422"/>
                    <a:pt x="1672" y="151"/>
                    <a:pt x="1102" y="6"/>
                  </a:cubicBezTo>
                  <a:cubicBezTo>
                    <a:pt x="1084" y="2"/>
                    <a:pt x="1067" y="0"/>
                    <a:pt x="1050" y="0"/>
                  </a:cubicBezTo>
                  <a:close/>
                </a:path>
              </a:pathLst>
            </a:custGeom>
            <a:solidFill>
              <a:srgbClr val="A4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8" name="Google Shape;18620;p82">
              <a:extLst>
                <a:ext uri="{FF2B5EF4-FFF2-40B4-BE49-F238E27FC236}">
                  <a16:creationId xmlns:a16="http://schemas.microsoft.com/office/drawing/2014/main" id="{8BF01358-2215-54DC-CE11-7139CB270063}"/>
                </a:ext>
              </a:extLst>
            </p:cNvPr>
            <p:cNvSpPr/>
            <p:nvPr/>
          </p:nvSpPr>
          <p:spPr>
            <a:xfrm>
              <a:off x="5599436" y="3087467"/>
              <a:ext cx="70795" cy="57885"/>
            </a:xfrm>
            <a:custGeom>
              <a:avLst/>
              <a:gdLst/>
              <a:ahLst/>
              <a:cxnLst/>
              <a:rect l="l" t="t" r="r" b="b"/>
              <a:pathLst>
                <a:path w="2720" h="2224" extrusionOk="0">
                  <a:moveTo>
                    <a:pt x="1040" y="0"/>
                  </a:moveTo>
                  <a:cubicBezTo>
                    <a:pt x="954" y="0"/>
                    <a:pt x="872" y="50"/>
                    <a:pt x="834" y="130"/>
                  </a:cubicBezTo>
                  <a:cubicBezTo>
                    <a:pt x="781" y="242"/>
                    <a:pt x="711" y="344"/>
                    <a:pt x="626" y="436"/>
                  </a:cubicBezTo>
                  <a:cubicBezTo>
                    <a:pt x="595" y="471"/>
                    <a:pt x="559" y="506"/>
                    <a:pt x="521" y="541"/>
                  </a:cubicBezTo>
                  <a:cubicBezTo>
                    <a:pt x="475" y="584"/>
                    <a:pt x="422" y="626"/>
                    <a:pt x="369" y="661"/>
                  </a:cubicBezTo>
                  <a:cubicBezTo>
                    <a:pt x="56" y="872"/>
                    <a:pt x="0" y="1294"/>
                    <a:pt x="197" y="1604"/>
                  </a:cubicBezTo>
                  <a:cubicBezTo>
                    <a:pt x="408" y="1938"/>
                    <a:pt x="756" y="2163"/>
                    <a:pt x="1147" y="2223"/>
                  </a:cubicBezTo>
                  <a:cubicBezTo>
                    <a:pt x="873" y="2037"/>
                    <a:pt x="669" y="1787"/>
                    <a:pt x="669" y="1329"/>
                  </a:cubicBezTo>
                  <a:lnTo>
                    <a:pt x="669" y="1154"/>
                  </a:lnTo>
                  <a:cubicBezTo>
                    <a:pt x="721" y="1115"/>
                    <a:pt x="774" y="1076"/>
                    <a:pt x="827" y="1030"/>
                  </a:cubicBezTo>
                  <a:cubicBezTo>
                    <a:pt x="954" y="918"/>
                    <a:pt x="1063" y="788"/>
                    <a:pt x="1151" y="647"/>
                  </a:cubicBezTo>
                  <a:cubicBezTo>
                    <a:pt x="1587" y="781"/>
                    <a:pt x="1991" y="1002"/>
                    <a:pt x="2340" y="1294"/>
                  </a:cubicBezTo>
                  <a:cubicBezTo>
                    <a:pt x="2382" y="1329"/>
                    <a:pt x="2442" y="1386"/>
                    <a:pt x="2569" y="1502"/>
                  </a:cubicBezTo>
                  <a:cubicBezTo>
                    <a:pt x="2649" y="1375"/>
                    <a:pt x="2706" y="1129"/>
                    <a:pt x="2716" y="981"/>
                  </a:cubicBezTo>
                  <a:cubicBezTo>
                    <a:pt x="2720" y="911"/>
                    <a:pt x="2692" y="844"/>
                    <a:pt x="2642" y="802"/>
                  </a:cubicBezTo>
                  <a:cubicBezTo>
                    <a:pt x="2189" y="422"/>
                    <a:pt x="1661" y="151"/>
                    <a:pt x="1091" y="6"/>
                  </a:cubicBezTo>
                  <a:cubicBezTo>
                    <a:pt x="1074" y="2"/>
                    <a:pt x="1057" y="0"/>
                    <a:pt x="1040" y="0"/>
                  </a:cubicBezTo>
                  <a:close/>
                </a:path>
              </a:pathLst>
            </a:custGeom>
            <a:solidFill>
              <a:srgbClr val="8CA4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9" name="Google Shape;18621;p82">
              <a:extLst>
                <a:ext uri="{FF2B5EF4-FFF2-40B4-BE49-F238E27FC236}">
                  <a16:creationId xmlns:a16="http://schemas.microsoft.com/office/drawing/2014/main" id="{D725B61C-B0C1-9C61-307D-822B8019986F}"/>
                </a:ext>
              </a:extLst>
            </p:cNvPr>
            <p:cNvSpPr/>
            <p:nvPr/>
          </p:nvSpPr>
          <p:spPr>
            <a:xfrm>
              <a:off x="5746777" y="3065734"/>
              <a:ext cx="26756" cy="35658"/>
            </a:xfrm>
            <a:custGeom>
              <a:avLst/>
              <a:gdLst/>
              <a:ahLst/>
              <a:cxnLst/>
              <a:rect l="l" t="t" r="r" b="b"/>
              <a:pathLst>
                <a:path w="1028" h="1370" extrusionOk="0">
                  <a:moveTo>
                    <a:pt x="824" y="1"/>
                  </a:moveTo>
                  <a:lnTo>
                    <a:pt x="0" y="775"/>
                  </a:lnTo>
                  <a:lnTo>
                    <a:pt x="595" y="1369"/>
                  </a:lnTo>
                  <a:lnTo>
                    <a:pt x="869" y="1095"/>
                  </a:lnTo>
                  <a:cubicBezTo>
                    <a:pt x="982" y="982"/>
                    <a:pt x="1028" y="817"/>
                    <a:pt x="989" y="662"/>
                  </a:cubicBezTo>
                  <a:lnTo>
                    <a:pt x="824" y="1"/>
                  </a:lnTo>
                  <a:close/>
                </a:path>
              </a:pathLst>
            </a:custGeom>
            <a:solidFill>
              <a:srgbClr val="8CA4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0" name="Google Shape;18622;p82">
              <a:extLst>
                <a:ext uri="{FF2B5EF4-FFF2-40B4-BE49-F238E27FC236}">
                  <a16:creationId xmlns:a16="http://schemas.microsoft.com/office/drawing/2014/main" id="{4E5C5C6B-4820-60F3-618E-E885F392FF2E}"/>
                </a:ext>
              </a:extLst>
            </p:cNvPr>
            <p:cNvSpPr/>
            <p:nvPr/>
          </p:nvSpPr>
          <p:spPr>
            <a:xfrm>
              <a:off x="5599436" y="3195143"/>
              <a:ext cx="11088" cy="45262"/>
            </a:xfrm>
            <a:custGeom>
              <a:avLst/>
              <a:gdLst/>
              <a:ahLst/>
              <a:cxnLst/>
              <a:rect l="l" t="t" r="r" b="b"/>
              <a:pathLst>
                <a:path w="426" h="1739" extrusionOk="0">
                  <a:moveTo>
                    <a:pt x="215" y="0"/>
                  </a:moveTo>
                  <a:cubicBezTo>
                    <a:pt x="95" y="0"/>
                    <a:pt x="0" y="95"/>
                    <a:pt x="0" y="211"/>
                  </a:cubicBezTo>
                  <a:lnTo>
                    <a:pt x="0" y="1527"/>
                  </a:lnTo>
                  <a:cubicBezTo>
                    <a:pt x="0" y="1643"/>
                    <a:pt x="95" y="1738"/>
                    <a:pt x="211" y="1738"/>
                  </a:cubicBezTo>
                  <a:cubicBezTo>
                    <a:pt x="331" y="1738"/>
                    <a:pt x="426" y="1643"/>
                    <a:pt x="426" y="1527"/>
                  </a:cubicBezTo>
                  <a:lnTo>
                    <a:pt x="426" y="211"/>
                  </a:lnTo>
                  <a:cubicBezTo>
                    <a:pt x="426" y="95"/>
                    <a:pt x="331" y="0"/>
                    <a:pt x="21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1" name="Google Shape;18623;p82">
              <a:extLst>
                <a:ext uri="{FF2B5EF4-FFF2-40B4-BE49-F238E27FC236}">
                  <a16:creationId xmlns:a16="http://schemas.microsoft.com/office/drawing/2014/main" id="{6A846050-BAC5-61A3-FB81-9FC37E5AB577}"/>
                </a:ext>
              </a:extLst>
            </p:cNvPr>
            <p:cNvSpPr/>
            <p:nvPr/>
          </p:nvSpPr>
          <p:spPr>
            <a:xfrm>
              <a:off x="5575621" y="3045302"/>
              <a:ext cx="204706" cy="195102"/>
            </a:xfrm>
            <a:custGeom>
              <a:avLst/>
              <a:gdLst/>
              <a:ahLst/>
              <a:cxnLst/>
              <a:rect l="l" t="t" r="r" b="b"/>
              <a:pathLst>
                <a:path w="7865" h="7496" extrusionOk="0">
                  <a:moveTo>
                    <a:pt x="7280" y="1180"/>
                  </a:moveTo>
                  <a:lnTo>
                    <a:pt x="7357" y="1500"/>
                  </a:lnTo>
                  <a:cubicBezTo>
                    <a:pt x="7378" y="1584"/>
                    <a:pt x="7354" y="1669"/>
                    <a:pt x="7294" y="1732"/>
                  </a:cubicBezTo>
                  <a:lnTo>
                    <a:pt x="7171" y="1852"/>
                  </a:lnTo>
                  <a:lnTo>
                    <a:pt x="6879" y="1560"/>
                  </a:lnTo>
                  <a:lnTo>
                    <a:pt x="7280" y="1180"/>
                  </a:lnTo>
                  <a:close/>
                  <a:moveTo>
                    <a:pt x="2268" y="428"/>
                  </a:moveTo>
                  <a:cubicBezTo>
                    <a:pt x="2614" y="428"/>
                    <a:pt x="2961" y="562"/>
                    <a:pt x="3223" y="831"/>
                  </a:cubicBezTo>
                  <a:cubicBezTo>
                    <a:pt x="3476" y="1102"/>
                    <a:pt x="3631" y="1454"/>
                    <a:pt x="3652" y="1827"/>
                  </a:cubicBezTo>
                  <a:cubicBezTo>
                    <a:pt x="3663" y="1961"/>
                    <a:pt x="3684" y="2137"/>
                    <a:pt x="3712" y="2334"/>
                  </a:cubicBezTo>
                  <a:cubicBezTo>
                    <a:pt x="3484" y="1943"/>
                    <a:pt x="3111" y="1655"/>
                    <a:pt x="2618" y="1496"/>
                  </a:cubicBezTo>
                  <a:cubicBezTo>
                    <a:pt x="2358" y="1412"/>
                    <a:pt x="2083" y="1370"/>
                    <a:pt x="1809" y="1370"/>
                  </a:cubicBezTo>
                  <a:cubicBezTo>
                    <a:pt x="1752" y="1370"/>
                    <a:pt x="1700" y="1394"/>
                    <a:pt x="1661" y="1433"/>
                  </a:cubicBezTo>
                  <a:lnTo>
                    <a:pt x="1274" y="1831"/>
                  </a:lnTo>
                  <a:cubicBezTo>
                    <a:pt x="1124" y="1989"/>
                    <a:pt x="1268" y="2198"/>
                    <a:pt x="1432" y="2198"/>
                  </a:cubicBezTo>
                  <a:cubicBezTo>
                    <a:pt x="1484" y="2198"/>
                    <a:pt x="1537" y="2178"/>
                    <a:pt x="1584" y="2130"/>
                  </a:cubicBezTo>
                  <a:lnTo>
                    <a:pt x="1904" y="1795"/>
                  </a:lnTo>
                  <a:cubicBezTo>
                    <a:pt x="2178" y="1809"/>
                    <a:pt x="3065" y="1911"/>
                    <a:pt x="3410" y="2671"/>
                  </a:cubicBezTo>
                  <a:cubicBezTo>
                    <a:pt x="3323" y="3240"/>
                    <a:pt x="2832" y="3649"/>
                    <a:pt x="2267" y="3649"/>
                  </a:cubicBezTo>
                  <a:cubicBezTo>
                    <a:pt x="2238" y="3649"/>
                    <a:pt x="2208" y="3648"/>
                    <a:pt x="2178" y="3646"/>
                  </a:cubicBezTo>
                  <a:cubicBezTo>
                    <a:pt x="1576" y="3600"/>
                    <a:pt x="1112" y="3097"/>
                    <a:pt x="1116" y="2492"/>
                  </a:cubicBezTo>
                  <a:cubicBezTo>
                    <a:pt x="1116" y="2372"/>
                    <a:pt x="1016" y="2279"/>
                    <a:pt x="904" y="2279"/>
                  </a:cubicBezTo>
                  <a:cubicBezTo>
                    <a:pt x="881" y="2279"/>
                    <a:pt x="857" y="2283"/>
                    <a:pt x="834" y="2291"/>
                  </a:cubicBezTo>
                  <a:cubicBezTo>
                    <a:pt x="859" y="2112"/>
                    <a:pt x="876" y="1950"/>
                    <a:pt x="887" y="1824"/>
                  </a:cubicBezTo>
                  <a:cubicBezTo>
                    <a:pt x="908" y="1454"/>
                    <a:pt x="1059" y="1102"/>
                    <a:pt x="1316" y="831"/>
                  </a:cubicBezTo>
                  <a:cubicBezTo>
                    <a:pt x="1576" y="562"/>
                    <a:pt x="1922" y="428"/>
                    <a:pt x="2268" y="428"/>
                  </a:cubicBezTo>
                  <a:close/>
                  <a:moveTo>
                    <a:pt x="732" y="2869"/>
                  </a:moveTo>
                  <a:cubicBezTo>
                    <a:pt x="824" y="3245"/>
                    <a:pt x="1052" y="3576"/>
                    <a:pt x="1372" y="3797"/>
                  </a:cubicBezTo>
                  <a:lnTo>
                    <a:pt x="1372" y="4033"/>
                  </a:lnTo>
                  <a:cubicBezTo>
                    <a:pt x="1073" y="3984"/>
                    <a:pt x="781" y="3896"/>
                    <a:pt x="503" y="3773"/>
                  </a:cubicBezTo>
                  <a:cubicBezTo>
                    <a:pt x="489" y="3769"/>
                    <a:pt x="493" y="3755"/>
                    <a:pt x="496" y="3752"/>
                  </a:cubicBezTo>
                  <a:cubicBezTo>
                    <a:pt x="595" y="3463"/>
                    <a:pt x="676" y="3168"/>
                    <a:pt x="732" y="2869"/>
                  </a:cubicBezTo>
                  <a:close/>
                  <a:moveTo>
                    <a:pt x="3807" y="2872"/>
                  </a:moveTo>
                  <a:cubicBezTo>
                    <a:pt x="3860" y="3143"/>
                    <a:pt x="3930" y="3410"/>
                    <a:pt x="4015" y="3674"/>
                  </a:cubicBezTo>
                  <a:lnTo>
                    <a:pt x="3624" y="4040"/>
                  </a:lnTo>
                  <a:cubicBezTo>
                    <a:pt x="3579" y="4082"/>
                    <a:pt x="3519" y="4107"/>
                    <a:pt x="3455" y="4107"/>
                  </a:cubicBezTo>
                  <a:lnTo>
                    <a:pt x="3413" y="4107"/>
                  </a:lnTo>
                  <a:cubicBezTo>
                    <a:pt x="3276" y="4107"/>
                    <a:pt x="3170" y="3998"/>
                    <a:pt x="3170" y="3864"/>
                  </a:cubicBezTo>
                  <a:lnTo>
                    <a:pt x="3170" y="3801"/>
                  </a:lnTo>
                  <a:cubicBezTo>
                    <a:pt x="3491" y="3579"/>
                    <a:pt x="3716" y="3249"/>
                    <a:pt x="3807" y="2872"/>
                  </a:cubicBezTo>
                  <a:close/>
                  <a:moveTo>
                    <a:pt x="2755" y="3998"/>
                  </a:moveTo>
                  <a:cubicBezTo>
                    <a:pt x="2780" y="4118"/>
                    <a:pt x="2836" y="4227"/>
                    <a:pt x="2917" y="4315"/>
                  </a:cubicBezTo>
                  <a:lnTo>
                    <a:pt x="2593" y="4631"/>
                  </a:lnTo>
                  <a:cubicBezTo>
                    <a:pt x="2502" y="4717"/>
                    <a:pt x="2385" y="4761"/>
                    <a:pt x="2268" y="4761"/>
                  </a:cubicBezTo>
                  <a:cubicBezTo>
                    <a:pt x="2152" y="4761"/>
                    <a:pt x="2036" y="4717"/>
                    <a:pt x="1946" y="4631"/>
                  </a:cubicBezTo>
                  <a:lnTo>
                    <a:pt x="1745" y="4441"/>
                  </a:lnTo>
                  <a:cubicBezTo>
                    <a:pt x="1781" y="4378"/>
                    <a:pt x="1798" y="4308"/>
                    <a:pt x="1798" y="4234"/>
                  </a:cubicBezTo>
                  <a:lnTo>
                    <a:pt x="1798" y="4005"/>
                  </a:lnTo>
                  <a:cubicBezTo>
                    <a:pt x="1952" y="4052"/>
                    <a:pt x="2110" y="4075"/>
                    <a:pt x="2268" y="4075"/>
                  </a:cubicBezTo>
                  <a:cubicBezTo>
                    <a:pt x="2432" y="4075"/>
                    <a:pt x="2596" y="4050"/>
                    <a:pt x="2755" y="3998"/>
                  </a:cubicBezTo>
                  <a:close/>
                  <a:moveTo>
                    <a:pt x="2270" y="1"/>
                  </a:moveTo>
                  <a:cubicBezTo>
                    <a:pt x="1309" y="1"/>
                    <a:pt x="532" y="772"/>
                    <a:pt x="461" y="1795"/>
                  </a:cubicBezTo>
                  <a:cubicBezTo>
                    <a:pt x="429" y="2214"/>
                    <a:pt x="285" y="3097"/>
                    <a:pt x="95" y="3604"/>
                  </a:cubicBezTo>
                  <a:cubicBezTo>
                    <a:pt x="11" y="3818"/>
                    <a:pt x="113" y="4065"/>
                    <a:pt x="324" y="4160"/>
                  </a:cubicBezTo>
                  <a:cubicBezTo>
                    <a:pt x="556" y="4265"/>
                    <a:pt x="799" y="4346"/>
                    <a:pt x="1049" y="4403"/>
                  </a:cubicBezTo>
                  <a:lnTo>
                    <a:pt x="500" y="4677"/>
                  </a:lnTo>
                  <a:cubicBezTo>
                    <a:pt x="194" y="4828"/>
                    <a:pt x="0" y="5138"/>
                    <a:pt x="4" y="5479"/>
                  </a:cubicBezTo>
                  <a:lnTo>
                    <a:pt x="4" y="7284"/>
                  </a:lnTo>
                  <a:cubicBezTo>
                    <a:pt x="4" y="7400"/>
                    <a:pt x="99" y="7495"/>
                    <a:pt x="215" y="7495"/>
                  </a:cubicBezTo>
                  <a:cubicBezTo>
                    <a:pt x="334" y="7495"/>
                    <a:pt x="429" y="7400"/>
                    <a:pt x="429" y="7284"/>
                  </a:cubicBezTo>
                  <a:lnTo>
                    <a:pt x="429" y="5479"/>
                  </a:lnTo>
                  <a:cubicBezTo>
                    <a:pt x="429" y="5300"/>
                    <a:pt x="528" y="5138"/>
                    <a:pt x="690" y="5061"/>
                  </a:cubicBezTo>
                  <a:lnTo>
                    <a:pt x="1401" y="4702"/>
                  </a:lnTo>
                  <a:lnTo>
                    <a:pt x="1650" y="4937"/>
                  </a:lnTo>
                  <a:cubicBezTo>
                    <a:pt x="1823" y="5103"/>
                    <a:pt x="2045" y="5185"/>
                    <a:pt x="2268" y="5185"/>
                  </a:cubicBezTo>
                  <a:cubicBezTo>
                    <a:pt x="2491" y="5185"/>
                    <a:pt x="2715" y="5103"/>
                    <a:pt x="2889" y="4937"/>
                  </a:cubicBezTo>
                  <a:lnTo>
                    <a:pt x="3311" y="4526"/>
                  </a:lnTo>
                  <a:cubicBezTo>
                    <a:pt x="3343" y="4533"/>
                    <a:pt x="3378" y="4533"/>
                    <a:pt x="3410" y="4533"/>
                  </a:cubicBezTo>
                  <a:lnTo>
                    <a:pt x="3452" y="4533"/>
                  </a:lnTo>
                  <a:cubicBezTo>
                    <a:pt x="3624" y="4533"/>
                    <a:pt x="3790" y="4469"/>
                    <a:pt x="3913" y="4350"/>
                  </a:cubicBezTo>
                  <a:lnTo>
                    <a:pt x="6566" y="1852"/>
                  </a:lnTo>
                  <a:lnTo>
                    <a:pt x="6868" y="2154"/>
                  </a:lnTo>
                  <a:lnTo>
                    <a:pt x="3526" y="5497"/>
                  </a:lnTo>
                  <a:cubicBezTo>
                    <a:pt x="3311" y="5708"/>
                    <a:pt x="3195" y="5993"/>
                    <a:pt x="3195" y="6292"/>
                  </a:cubicBezTo>
                  <a:lnTo>
                    <a:pt x="3195" y="7284"/>
                  </a:lnTo>
                  <a:cubicBezTo>
                    <a:pt x="3195" y="7400"/>
                    <a:pt x="3290" y="7495"/>
                    <a:pt x="3410" y="7495"/>
                  </a:cubicBezTo>
                  <a:cubicBezTo>
                    <a:pt x="3526" y="7495"/>
                    <a:pt x="3621" y="7400"/>
                    <a:pt x="3621" y="7284"/>
                  </a:cubicBezTo>
                  <a:lnTo>
                    <a:pt x="3621" y="6292"/>
                  </a:lnTo>
                  <a:cubicBezTo>
                    <a:pt x="3621" y="6109"/>
                    <a:pt x="3695" y="5930"/>
                    <a:pt x="3825" y="5799"/>
                  </a:cubicBezTo>
                  <a:lnTo>
                    <a:pt x="7597" y="2031"/>
                  </a:lnTo>
                  <a:cubicBezTo>
                    <a:pt x="7762" y="1862"/>
                    <a:pt x="7829" y="1623"/>
                    <a:pt x="7773" y="1394"/>
                  </a:cubicBezTo>
                  <a:lnTo>
                    <a:pt x="7632" y="845"/>
                  </a:lnTo>
                  <a:lnTo>
                    <a:pt x="7773" y="712"/>
                  </a:lnTo>
                  <a:cubicBezTo>
                    <a:pt x="7857" y="631"/>
                    <a:pt x="7864" y="497"/>
                    <a:pt x="7783" y="409"/>
                  </a:cubicBezTo>
                  <a:cubicBezTo>
                    <a:pt x="7741" y="366"/>
                    <a:pt x="7685" y="344"/>
                    <a:pt x="7628" y="344"/>
                  </a:cubicBezTo>
                  <a:cubicBezTo>
                    <a:pt x="7575" y="344"/>
                    <a:pt x="7521" y="363"/>
                    <a:pt x="7481" y="402"/>
                  </a:cubicBezTo>
                  <a:lnTo>
                    <a:pt x="4360" y="3347"/>
                  </a:lnTo>
                  <a:cubicBezTo>
                    <a:pt x="4219" y="2837"/>
                    <a:pt x="4124" y="2320"/>
                    <a:pt x="4078" y="1795"/>
                  </a:cubicBezTo>
                  <a:cubicBezTo>
                    <a:pt x="4004" y="772"/>
                    <a:pt x="3227" y="1"/>
                    <a:pt x="2270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2" name="Google Shape;18624;p82">
              <a:extLst>
                <a:ext uri="{FF2B5EF4-FFF2-40B4-BE49-F238E27FC236}">
                  <a16:creationId xmlns:a16="http://schemas.microsoft.com/office/drawing/2014/main" id="{61A49FA2-F561-BDDE-6882-BB5196AAC620}"/>
                </a:ext>
              </a:extLst>
            </p:cNvPr>
            <p:cNvSpPr/>
            <p:nvPr/>
          </p:nvSpPr>
          <p:spPr>
            <a:xfrm>
              <a:off x="5730016" y="2902906"/>
              <a:ext cx="224747" cy="189142"/>
            </a:xfrm>
            <a:custGeom>
              <a:avLst/>
              <a:gdLst/>
              <a:ahLst/>
              <a:cxnLst/>
              <a:rect l="l" t="t" r="r" b="b"/>
              <a:pathLst>
                <a:path w="8635" h="7267" extrusionOk="0">
                  <a:moveTo>
                    <a:pt x="669" y="1"/>
                  </a:moveTo>
                  <a:cubicBezTo>
                    <a:pt x="299" y="1"/>
                    <a:pt x="0" y="300"/>
                    <a:pt x="0" y="669"/>
                  </a:cubicBezTo>
                  <a:lnTo>
                    <a:pt x="0" y="6200"/>
                  </a:lnTo>
                  <a:cubicBezTo>
                    <a:pt x="0" y="6316"/>
                    <a:pt x="95" y="6411"/>
                    <a:pt x="211" y="6411"/>
                  </a:cubicBezTo>
                  <a:cubicBezTo>
                    <a:pt x="331" y="6411"/>
                    <a:pt x="426" y="6316"/>
                    <a:pt x="426" y="6200"/>
                  </a:cubicBezTo>
                  <a:lnTo>
                    <a:pt x="426" y="669"/>
                  </a:lnTo>
                  <a:cubicBezTo>
                    <a:pt x="426" y="536"/>
                    <a:pt x="535" y="427"/>
                    <a:pt x="669" y="427"/>
                  </a:cubicBezTo>
                  <a:lnTo>
                    <a:pt x="7966" y="427"/>
                  </a:lnTo>
                  <a:cubicBezTo>
                    <a:pt x="8100" y="427"/>
                    <a:pt x="8209" y="536"/>
                    <a:pt x="8209" y="669"/>
                  </a:cubicBezTo>
                  <a:lnTo>
                    <a:pt x="8209" y="6598"/>
                  </a:lnTo>
                  <a:cubicBezTo>
                    <a:pt x="8209" y="6732"/>
                    <a:pt x="8100" y="6841"/>
                    <a:pt x="7966" y="6841"/>
                  </a:cubicBezTo>
                  <a:lnTo>
                    <a:pt x="2576" y="6841"/>
                  </a:lnTo>
                  <a:cubicBezTo>
                    <a:pt x="2291" y="6841"/>
                    <a:pt x="2291" y="7266"/>
                    <a:pt x="2576" y="7266"/>
                  </a:cubicBezTo>
                  <a:lnTo>
                    <a:pt x="7966" y="7266"/>
                  </a:lnTo>
                  <a:cubicBezTo>
                    <a:pt x="8336" y="7266"/>
                    <a:pt x="8635" y="6967"/>
                    <a:pt x="8635" y="6598"/>
                  </a:cubicBezTo>
                  <a:lnTo>
                    <a:pt x="8635" y="669"/>
                  </a:lnTo>
                  <a:cubicBezTo>
                    <a:pt x="8635" y="300"/>
                    <a:pt x="8336" y="1"/>
                    <a:pt x="7966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3" name="Google Shape;18625;p82">
              <a:extLst>
                <a:ext uri="{FF2B5EF4-FFF2-40B4-BE49-F238E27FC236}">
                  <a16:creationId xmlns:a16="http://schemas.microsoft.com/office/drawing/2014/main" id="{B90754C7-6294-6F5E-0F15-8B54D628C29A}"/>
                </a:ext>
              </a:extLst>
            </p:cNvPr>
            <p:cNvSpPr/>
            <p:nvPr/>
          </p:nvSpPr>
          <p:spPr>
            <a:xfrm>
              <a:off x="5777438" y="2926539"/>
              <a:ext cx="138206" cy="130007"/>
            </a:xfrm>
            <a:custGeom>
              <a:avLst/>
              <a:gdLst/>
              <a:ahLst/>
              <a:cxnLst/>
              <a:rect l="l" t="t" r="r" b="b"/>
              <a:pathLst>
                <a:path w="5310" h="4995" extrusionOk="0">
                  <a:moveTo>
                    <a:pt x="2491" y="886"/>
                  </a:moveTo>
                  <a:cubicBezTo>
                    <a:pt x="2895" y="886"/>
                    <a:pt x="3299" y="1019"/>
                    <a:pt x="3636" y="1285"/>
                  </a:cubicBezTo>
                  <a:lnTo>
                    <a:pt x="2344" y="2576"/>
                  </a:lnTo>
                  <a:cubicBezTo>
                    <a:pt x="2191" y="2730"/>
                    <a:pt x="2330" y="2943"/>
                    <a:pt x="2495" y="2943"/>
                  </a:cubicBezTo>
                  <a:cubicBezTo>
                    <a:pt x="2546" y="2943"/>
                    <a:pt x="2599" y="2923"/>
                    <a:pt x="2647" y="2875"/>
                  </a:cubicBezTo>
                  <a:lnTo>
                    <a:pt x="3284" y="2238"/>
                  </a:lnTo>
                  <a:cubicBezTo>
                    <a:pt x="3375" y="2386"/>
                    <a:pt x="3421" y="2555"/>
                    <a:pt x="3421" y="2724"/>
                  </a:cubicBezTo>
                  <a:cubicBezTo>
                    <a:pt x="3421" y="3284"/>
                    <a:pt x="2963" y="3655"/>
                    <a:pt x="2487" y="3655"/>
                  </a:cubicBezTo>
                  <a:cubicBezTo>
                    <a:pt x="2260" y="3655"/>
                    <a:pt x="2029" y="3570"/>
                    <a:pt x="1841" y="3382"/>
                  </a:cubicBezTo>
                  <a:cubicBezTo>
                    <a:pt x="1257" y="2798"/>
                    <a:pt x="1669" y="1798"/>
                    <a:pt x="2496" y="1798"/>
                  </a:cubicBezTo>
                  <a:cubicBezTo>
                    <a:pt x="2612" y="1798"/>
                    <a:pt x="2707" y="1703"/>
                    <a:pt x="2707" y="1584"/>
                  </a:cubicBezTo>
                  <a:cubicBezTo>
                    <a:pt x="2707" y="1468"/>
                    <a:pt x="2612" y="1373"/>
                    <a:pt x="2496" y="1373"/>
                  </a:cubicBezTo>
                  <a:cubicBezTo>
                    <a:pt x="1869" y="1373"/>
                    <a:pt x="1324" y="1802"/>
                    <a:pt x="1180" y="2411"/>
                  </a:cubicBezTo>
                  <a:cubicBezTo>
                    <a:pt x="1032" y="3019"/>
                    <a:pt x="1320" y="3646"/>
                    <a:pt x="1880" y="3931"/>
                  </a:cubicBezTo>
                  <a:cubicBezTo>
                    <a:pt x="2075" y="4031"/>
                    <a:pt x="2286" y="4079"/>
                    <a:pt x="2495" y="4079"/>
                  </a:cubicBezTo>
                  <a:cubicBezTo>
                    <a:pt x="2880" y="4079"/>
                    <a:pt x="3258" y="3915"/>
                    <a:pt x="3523" y="3607"/>
                  </a:cubicBezTo>
                  <a:cubicBezTo>
                    <a:pt x="3931" y="3132"/>
                    <a:pt x="3959" y="2439"/>
                    <a:pt x="3590" y="1932"/>
                  </a:cubicBezTo>
                  <a:lnTo>
                    <a:pt x="3938" y="1587"/>
                  </a:lnTo>
                  <a:cubicBezTo>
                    <a:pt x="4195" y="1911"/>
                    <a:pt x="4336" y="2312"/>
                    <a:pt x="4336" y="2727"/>
                  </a:cubicBezTo>
                  <a:cubicBezTo>
                    <a:pt x="4336" y="3586"/>
                    <a:pt x="3741" y="4332"/>
                    <a:pt x="2907" y="4522"/>
                  </a:cubicBezTo>
                  <a:cubicBezTo>
                    <a:pt x="2769" y="4554"/>
                    <a:pt x="2630" y="4569"/>
                    <a:pt x="2492" y="4569"/>
                  </a:cubicBezTo>
                  <a:cubicBezTo>
                    <a:pt x="1799" y="4569"/>
                    <a:pt x="1149" y="4176"/>
                    <a:pt x="835" y="3533"/>
                  </a:cubicBezTo>
                  <a:cubicBezTo>
                    <a:pt x="462" y="2759"/>
                    <a:pt x="669" y="1830"/>
                    <a:pt x="1338" y="1292"/>
                  </a:cubicBezTo>
                  <a:cubicBezTo>
                    <a:pt x="1676" y="1021"/>
                    <a:pt x="2083" y="886"/>
                    <a:pt x="2491" y="886"/>
                  </a:cubicBezTo>
                  <a:close/>
                  <a:moveTo>
                    <a:pt x="5002" y="1"/>
                  </a:moveTo>
                  <a:cubicBezTo>
                    <a:pt x="4952" y="1"/>
                    <a:pt x="4900" y="21"/>
                    <a:pt x="4853" y="67"/>
                  </a:cubicBezTo>
                  <a:lnTo>
                    <a:pt x="4533" y="388"/>
                  </a:lnTo>
                  <a:lnTo>
                    <a:pt x="4533" y="219"/>
                  </a:lnTo>
                  <a:cubicBezTo>
                    <a:pt x="4533" y="99"/>
                    <a:pt x="4438" y="4"/>
                    <a:pt x="4318" y="4"/>
                  </a:cubicBezTo>
                  <a:cubicBezTo>
                    <a:pt x="4202" y="4"/>
                    <a:pt x="4107" y="99"/>
                    <a:pt x="4107" y="219"/>
                  </a:cubicBezTo>
                  <a:lnTo>
                    <a:pt x="4107" y="813"/>
                  </a:lnTo>
                  <a:lnTo>
                    <a:pt x="3938" y="979"/>
                  </a:lnTo>
                  <a:cubicBezTo>
                    <a:pt x="3517" y="630"/>
                    <a:pt x="3005" y="460"/>
                    <a:pt x="2495" y="460"/>
                  </a:cubicBezTo>
                  <a:cubicBezTo>
                    <a:pt x="1877" y="460"/>
                    <a:pt x="1263" y="711"/>
                    <a:pt x="817" y="1200"/>
                  </a:cubicBezTo>
                  <a:cubicBezTo>
                    <a:pt x="1" y="2098"/>
                    <a:pt x="33" y="3473"/>
                    <a:pt x="891" y="4332"/>
                  </a:cubicBezTo>
                  <a:cubicBezTo>
                    <a:pt x="1332" y="4773"/>
                    <a:pt x="1913" y="4995"/>
                    <a:pt x="2494" y="4995"/>
                  </a:cubicBezTo>
                  <a:cubicBezTo>
                    <a:pt x="3040" y="4995"/>
                    <a:pt x="3586" y="4799"/>
                    <a:pt x="4019" y="4406"/>
                  </a:cubicBezTo>
                  <a:cubicBezTo>
                    <a:pt x="4916" y="3589"/>
                    <a:pt x="5011" y="2214"/>
                    <a:pt x="4241" y="1281"/>
                  </a:cubicBezTo>
                  <a:lnTo>
                    <a:pt x="4406" y="1116"/>
                  </a:lnTo>
                  <a:lnTo>
                    <a:pt x="5004" y="1116"/>
                  </a:lnTo>
                  <a:cubicBezTo>
                    <a:pt x="5120" y="1116"/>
                    <a:pt x="5215" y="1017"/>
                    <a:pt x="5215" y="901"/>
                  </a:cubicBezTo>
                  <a:cubicBezTo>
                    <a:pt x="5215" y="785"/>
                    <a:pt x="5120" y="687"/>
                    <a:pt x="5004" y="687"/>
                  </a:cubicBezTo>
                  <a:lnTo>
                    <a:pt x="4835" y="687"/>
                  </a:lnTo>
                  <a:lnTo>
                    <a:pt x="5156" y="366"/>
                  </a:lnTo>
                  <a:cubicBezTo>
                    <a:pt x="5309" y="213"/>
                    <a:pt x="5167" y="1"/>
                    <a:pt x="500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974" name="Google Shape;15940;p80">
            <a:extLst>
              <a:ext uri="{FF2B5EF4-FFF2-40B4-BE49-F238E27FC236}">
                <a16:creationId xmlns:a16="http://schemas.microsoft.com/office/drawing/2014/main" id="{CD1BDA4E-4236-EC5A-41FF-214CC4150202}"/>
              </a:ext>
            </a:extLst>
          </p:cNvPr>
          <p:cNvGrpSpPr/>
          <p:nvPr/>
        </p:nvGrpSpPr>
        <p:grpSpPr>
          <a:xfrm>
            <a:off x="7588856" y="2819825"/>
            <a:ext cx="366547" cy="335968"/>
            <a:chOff x="2915743" y="4295071"/>
            <a:chExt cx="366547" cy="335968"/>
          </a:xfrm>
        </p:grpSpPr>
        <p:sp>
          <p:nvSpPr>
            <p:cNvPr id="15975" name="Google Shape;15941;p80">
              <a:extLst>
                <a:ext uri="{FF2B5EF4-FFF2-40B4-BE49-F238E27FC236}">
                  <a16:creationId xmlns:a16="http://schemas.microsoft.com/office/drawing/2014/main" id="{E104B238-854B-92CC-CB2A-E831E64C3653}"/>
                </a:ext>
              </a:extLst>
            </p:cNvPr>
            <p:cNvSpPr/>
            <p:nvPr/>
          </p:nvSpPr>
          <p:spPr>
            <a:xfrm>
              <a:off x="2921167" y="4300495"/>
              <a:ext cx="326536" cy="267921"/>
            </a:xfrm>
            <a:custGeom>
              <a:avLst/>
              <a:gdLst/>
              <a:ahLst/>
              <a:cxnLst/>
              <a:rect l="l" t="t" r="r" b="b"/>
              <a:pathLst>
                <a:path w="12462" h="10225" extrusionOk="0">
                  <a:moveTo>
                    <a:pt x="552" y="0"/>
                  </a:moveTo>
                  <a:cubicBezTo>
                    <a:pt x="245" y="0"/>
                    <a:pt x="0" y="245"/>
                    <a:pt x="0" y="552"/>
                  </a:cubicBezTo>
                  <a:lnTo>
                    <a:pt x="0" y="9956"/>
                  </a:lnTo>
                  <a:cubicBezTo>
                    <a:pt x="0" y="10105"/>
                    <a:pt x="120" y="10225"/>
                    <a:pt x="269" y="10225"/>
                  </a:cubicBezTo>
                  <a:lnTo>
                    <a:pt x="12188" y="10225"/>
                  </a:lnTo>
                  <a:cubicBezTo>
                    <a:pt x="12337" y="10225"/>
                    <a:pt x="12462" y="10105"/>
                    <a:pt x="12462" y="9956"/>
                  </a:cubicBezTo>
                  <a:lnTo>
                    <a:pt x="12462" y="552"/>
                  </a:lnTo>
                  <a:cubicBezTo>
                    <a:pt x="12462" y="245"/>
                    <a:pt x="12212" y="0"/>
                    <a:pt x="11910" y="0"/>
                  </a:cubicBezTo>
                  <a:close/>
                </a:path>
              </a:pathLst>
            </a:custGeom>
            <a:solidFill>
              <a:srgbClr val="F5F7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6" name="Google Shape;15942;p80">
              <a:extLst>
                <a:ext uri="{FF2B5EF4-FFF2-40B4-BE49-F238E27FC236}">
                  <a16:creationId xmlns:a16="http://schemas.microsoft.com/office/drawing/2014/main" id="{FF7B57E1-19CF-DBFB-C41F-22596200DA3E}"/>
                </a:ext>
              </a:extLst>
            </p:cNvPr>
            <p:cNvSpPr/>
            <p:nvPr/>
          </p:nvSpPr>
          <p:spPr>
            <a:xfrm>
              <a:off x="2952846" y="4313518"/>
              <a:ext cx="294857" cy="254898"/>
            </a:xfrm>
            <a:custGeom>
              <a:avLst/>
              <a:gdLst/>
              <a:ahLst/>
              <a:cxnLst/>
              <a:rect l="l" t="t" r="r" b="b"/>
              <a:pathLst>
                <a:path w="11253" h="9728" extrusionOk="0">
                  <a:moveTo>
                    <a:pt x="4603" y="1"/>
                  </a:moveTo>
                  <a:cubicBezTo>
                    <a:pt x="3527" y="1"/>
                    <a:pt x="2456" y="414"/>
                    <a:pt x="1643" y="1227"/>
                  </a:cubicBezTo>
                  <a:cubicBezTo>
                    <a:pt x="116" y="2758"/>
                    <a:pt x="1" y="5196"/>
                    <a:pt x="1379" y="6857"/>
                  </a:cubicBezTo>
                  <a:cubicBezTo>
                    <a:pt x="2202" y="7849"/>
                    <a:pt x="3396" y="8370"/>
                    <a:pt x="4605" y="8370"/>
                  </a:cubicBezTo>
                  <a:cubicBezTo>
                    <a:pt x="5420" y="8370"/>
                    <a:pt x="6242" y="8134"/>
                    <a:pt x="6961" y="7645"/>
                  </a:cubicBezTo>
                  <a:lnTo>
                    <a:pt x="7705" y="8389"/>
                  </a:lnTo>
                  <a:cubicBezTo>
                    <a:pt x="7576" y="8614"/>
                    <a:pt x="7614" y="8897"/>
                    <a:pt x="7797" y="9085"/>
                  </a:cubicBezTo>
                  <a:lnTo>
                    <a:pt x="8440" y="9728"/>
                  </a:lnTo>
                  <a:lnTo>
                    <a:pt x="10979" y="9728"/>
                  </a:lnTo>
                  <a:cubicBezTo>
                    <a:pt x="11128" y="9728"/>
                    <a:pt x="11253" y="9608"/>
                    <a:pt x="11253" y="9459"/>
                  </a:cubicBezTo>
                  <a:lnTo>
                    <a:pt x="11253" y="9137"/>
                  </a:lnTo>
                  <a:lnTo>
                    <a:pt x="9496" y="7385"/>
                  </a:lnTo>
                  <a:cubicBezTo>
                    <a:pt x="9386" y="7273"/>
                    <a:pt x="9239" y="7214"/>
                    <a:pt x="9090" y="7214"/>
                  </a:cubicBezTo>
                  <a:cubicBezTo>
                    <a:pt x="8990" y="7214"/>
                    <a:pt x="8890" y="7240"/>
                    <a:pt x="8800" y="7294"/>
                  </a:cubicBezTo>
                  <a:lnTo>
                    <a:pt x="8056" y="6545"/>
                  </a:lnTo>
                  <a:cubicBezTo>
                    <a:pt x="9275" y="4760"/>
                    <a:pt x="8934" y="2345"/>
                    <a:pt x="7269" y="963"/>
                  </a:cubicBezTo>
                  <a:cubicBezTo>
                    <a:pt x="6492" y="319"/>
                    <a:pt x="5546" y="1"/>
                    <a:pt x="4603" y="1"/>
                  </a:cubicBezTo>
                  <a:close/>
                </a:path>
              </a:pathLst>
            </a:custGeom>
            <a:solidFill>
              <a:srgbClr val="E4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7" name="Google Shape;15943;p80">
              <a:extLst>
                <a:ext uri="{FF2B5EF4-FFF2-40B4-BE49-F238E27FC236}">
                  <a16:creationId xmlns:a16="http://schemas.microsoft.com/office/drawing/2014/main" id="{EA556352-E72D-3D71-6FA0-E59FAFDC07B6}"/>
                </a:ext>
              </a:extLst>
            </p:cNvPr>
            <p:cNvSpPr/>
            <p:nvPr/>
          </p:nvSpPr>
          <p:spPr>
            <a:xfrm>
              <a:off x="3217491" y="4300495"/>
              <a:ext cx="30211" cy="267921"/>
            </a:xfrm>
            <a:custGeom>
              <a:avLst/>
              <a:gdLst/>
              <a:ahLst/>
              <a:cxnLst/>
              <a:rect l="l" t="t" r="r" b="b"/>
              <a:pathLst>
                <a:path w="1153" h="10225" extrusionOk="0">
                  <a:moveTo>
                    <a:pt x="9" y="0"/>
                  </a:moveTo>
                  <a:cubicBezTo>
                    <a:pt x="7" y="0"/>
                    <a:pt x="4" y="0"/>
                    <a:pt x="1" y="0"/>
                  </a:cubicBezTo>
                  <a:lnTo>
                    <a:pt x="18" y="0"/>
                  </a:lnTo>
                  <a:cubicBezTo>
                    <a:pt x="15" y="0"/>
                    <a:pt x="12" y="0"/>
                    <a:pt x="9" y="0"/>
                  </a:cubicBezTo>
                  <a:close/>
                  <a:moveTo>
                    <a:pt x="18" y="0"/>
                  </a:moveTo>
                  <a:cubicBezTo>
                    <a:pt x="317" y="5"/>
                    <a:pt x="558" y="251"/>
                    <a:pt x="558" y="552"/>
                  </a:cubicBezTo>
                  <a:lnTo>
                    <a:pt x="558" y="9956"/>
                  </a:lnTo>
                  <a:cubicBezTo>
                    <a:pt x="558" y="10105"/>
                    <a:pt x="433" y="10225"/>
                    <a:pt x="284" y="10225"/>
                  </a:cubicBezTo>
                  <a:lnTo>
                    <a:pt x="879" y="10225"/>
                  </a:lnTo>
                  <a:cubicBezTo>
                    <a:pt x="1028" y="10225"/>
                    <a:pt x="1153" y="10105"/>
                    <a:pt x="1153" y="9956"/>
                  </a:cubicBezTo>
                  <a:lnTo>
                    <a:pt x="1153" y="552"/>
                  </a:lnTo>
                  <a:cubicBezTo>
                    <a:pt x="1153" y="245"/>
                    <a:pt x="903" y="0"/>
                    <a:pt x="601" y="0"/>
                  </a:cubicBezTo>
                  <a:close/>
                </a:path>
              </a:pathLst>
            </a:custGeom>
            <a:solidFill>
              <a:srgbClr val="E4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8" name="Google Shape;15944;p80">
              <a:extLst>
                <a:ext uri="{FF2B5EF4-FFF2-40B4-BE49-F238E27FC236}">
                  <a16:creationId xmlns:a16="http://schemas.microsoft.com/office/drawing/2014/main" id="{CACAFEFE-95E8-536D-1F57-DA38E1736B07}"/>
                </a:ext>
              </a:extLst>
            </p:cNvPr>
            <p:cNvSpPr/>
            <p:nvPr/>
          </p:nvSpPr>
          <p:spPr>
            <a:xfrm>
              <a:off x="2921167" y="4300495"/>
              <a:ext cx="326536" cy="39382"/>
            </a:xfrm>
            <a:custGeom>
              <a:avLst/>
              <a:gdLst/>
              <a:ahLst/>
              <a:cxnLst/>
              <a:rect l="l" t="t" r="r" b="b"/>
              <a:pathLst>
                <a:path w="12462" h="1503" extrusionOk="0">
                  <a:moveTo>
                    <a:pt x="552" y="0"/>
                  </a:moveTo>
                  <a:cubicBezTo>
                    <a:pt x="245" y="0"/>
                    <a:pt x="0" y="245"/>
                    <a:pt x="0" y="552"/>
                  </a:cubicBezTo>
                  <a:lnTo>
                    <a:pt x="0" y="1503"/>
                  </a:lnTo>
                  <a:lnTo>
                    <a:pt x="12462" y="1503"/>
                  </a:lnTo>
                  <a:lnTo>
                    <a:pt x="12462" y="552"/>
                  </a:lnTo>
                  <a:cubicBezTo>
                    <a:pt x="12462" y="245"/>
                    <a:pt x="12212" y="0"/>
                    <a:pt x="11910" y="0"/>
                  </a:cubicBezTo>
                  <a:close/>
                </a:path>
              </a:pathLst>
            </a:custGeom>
            <a:solidFill>
              <a:srgbClr val="8997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9" name="Google Shape;15945;p80">
              <a:extLst>
                <a:ext uri="{FF2B5EF4-FFF2-40B4-BE49-F238E27FC236}">
                  <a16:creationId xmlns:a16="http://schemas.microsoft.com/office/drawing/2014/main" id="{62BF20F9-CB32-9105-23C1-A7702BFC7A51}"/>
                </a:ext>
              </a:extLst>
            </p:cNvPr>
            <p:cNvSpPr/>
            <p:nvPr/>
          </p:nvSpPr>
          <p:spPr>
            <a:xfrm>
              <a:off x="3001661" y="4313360"/>
              <a:ext cx="143170" cy="26517"/>
            </a:xfrm>
            <a:custGeom>
              <a:avLst/>
              <a:gdLst/>
              <a:ahLst/>
              <a:cxnLst/>
              <a:rect l="l" t="t" r="r" b="b"/>
              <a:pathLst>
                <a:path w="5464" h="1012" extrusionOk="0">
                  <a:moveTo>
                    <a:pt x="2730" y="0"/>
                  </a:moveTo>
                  <a:cubicBezTo>
                    <a:pt x="1757" y="0"/>
                    <a:pt x="785" y="337"/>
                    <a:pt x="0" y="1012"/>
                  </a:cubicBezTo>
                  <a:lnTo>
                    <a:pt x="5463" y="1012"/>
                  </a:lnTo>
                  <a:cubicBezTo>
                    <a:pt x="4676" y="337"/>
                    <a:pt x="3703" y="0"/>
                    <a:pt x="2730" y="0"/>
                  </a:cubicBezTo>
                  <a:close/>
                </a:path>
              </a:pathLst>
            </a:custGeom>
            <a:solidFill>
              <a:srgbClr val="677A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0" name="Google Shape;15946;p80">
              <a:extLst>
                <a:ext uri="{FF2B5EF4-FFF2-40B4-BE49-F238E27FC236}">
                  <a16:creationId xmlns:a16="http://schemas.microsoft.com/office/drawing/2014/main" id="{957AF574-015E-3B35-D887-7E6248E18BE0}"/>
                </a:ext>
              </a:extLst>
            </p:cNvPr>
            <p:cNvSpPr/>
            <p:nvPr/>
          </p:nvSpPr>
          <p:spPr>
            <a:xfrm>
              <a:off x="3217491" y="4300495"/>
              <a:ext cx="30211" cy="39382"/>
            </a:xfrm>
            <a:custGeom>
              <a:avLst/>
              <a:gdLst/>
              <a:ahLst/>
              <a:cxnLst/>
              <a:rect l="l" t="t" r="r" b="b"/>
              <a:pathLst>
                <a:path w="1153" h="1503" extrusionOk="0">
                  <a:moveTo>
                    <a:pt x="9" y="0"/>
                  </a:moveTo>
                  <a:cubicBezTo>
                    <a:pt x="7" y="0"/>
                    <a:pt x="4" y="0"/>
                    <a:pt x="1" y="0"/>
                  </a:cubicBezTo>
                  <a:lnTo>
                    <a:pt x="18" y="0"/>
                  </a:lnTo>
                  <a:cubicBezTo>
                    <a:pt x="15" y="0"/>
                    <a:pt x="12" y="0"/>
                    <a:pt x="9" y="0"/>
                  </a:cubicBezTo>
                  <a:close/>
                  <a:moveTo>
                    <a:pt x="605" y="0"/>
                  </a:moveTo>
                  <a:cubicBezTo>
                    <a:pt x="602" y="0"/>
                    <a:pt x="599" y="0"/>
                    <a:pt x="596" y="0"/>
                  </a:cubicBezTo>
                  <a:lnTo>
                    <a:pt x="18" y="0"/>
                  </a:lnTo>
                  <a:cubicBezTo>
                    <a:pt x="317" y="5"/>
                    <a:pt x="558" y="251"/>
                    <a:pt x="558" y="552"/>
                  </a:cubicBezTo>
                  <a:lnTo>
                    <a:pt x="558" y="1503"/>
                  </a:lnTo>
                  <a:lnTo>
                    <a:pt x="1153" y="1503"/>
                  </a:lnTo>
                  <a:lnTo>
                    <a:pt x="1153" y="552"/>
                  </a:lnTo>
                  <a:cubicBezTo>
                    <a:pt x="1153" y="248"/>
                    <a:pt x="908" y="0"/>
                    <a:pt x="605" y="0"/>
                  </a:cubicBezTo>
                  <a:close/>
                </a:path>
              </a:pathLst>
            </a:custGeom>
            <a:solidFill>
              <a:srgbClr val="677A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1" name="Google Shape;15947;p80">
              <a:extLst>
                <a:ext uri="{FF2B5EF4-FFF2-40B4-BE49-F238E27FC236}">
                  <a16:creationId xmlns:a16="http://schemas.microsoft.com/office/drawing/2014/main" id="{1426C0EE-376D-2EAA-FA39-734A600B7857}"/>
                </a:ext>
              </a:extLst>
            </p:cNvPr>
            <p:cNvSpPr/>
            <p:nvPr/>
          </p:nvSpPr>
          <p:spPr>
            <a:xfrm>
              <a:off x="3129320" y="4479091"/>
              <a:ext cx="62414" cy="62545"/>
            </a:xfrm>
            <a:custGeom>
              <a:avLst/>
              <a:gdLst/>
              <a:ahLst/>
              <a:cxnLst/>
              <a:rect l="l" t="t" r="r" b="b"/>
              <a:pathLst>
                <a:path w="2382" h="2387" extrusionOk="0">
                  <a:moveTo>
                    <a:pt x="634" y="1"/>
                  </a:moveTo>
                  <a:lnTo>
                    <a:pt x="1" y="639"/>
                  </a:lnTo>
                  <a:lnTo>
                    <a:pt x="1748" y="2386"/>
                  </a:lnTo>
                  <a:lnTo>
                    <a:pt x="2382" y="1753"/>
                  </a:lnTo>
                  <a:lnTo>
                    <a:pt x="634" y="1"/>
                  </a:lnTo>
                  <a:close/>
                </a:path>
              </a:pathLst>
            </a:custGeom>
            <a:solidFill>
              <a:srgbClr val="8997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2" name="Google Shape;15948;p80">
              <a:extLst>
                <a:ext uri="{FF2B5EF4-FFF2-40B4-BE49-F238E27FC236}">
                  <a16:creationId xmlns:a16="http://schemas.microsoft.com/office/drawing/2014/main" id="{3551B43F-04C4-77A0-99E5-8A449C102859}"/>
                </a:ext>
              </a:extLst>
            </p:cNvPr>
            <p:cNvSpPr/>
            <p:nvPr/>
          </p:nvSpPr>
          <p:spPr>
            <a:xfrm>
              <a:off x="2964192" y="4322007"/>
              <a:ext cx="210327" cy="202283"/>
            </a:xfrm>
            <a:custGeom>
              <a:avLst/>
              <a:gdLst/>
              <a:ahLst/>
              <a:cxnLst/>
              <a:rect l="l" t="t" r="r" b="b"/>
              <a:pathLst>
                <a:path w="8027" h="7720" extrusionOk="0">
                  <a:moveTo>
                    <a:pt x="4167" y="0"/>
                  </a:moveTo>
                  <a:cubicBezTo>
                    <a:pt x="2602" y="0"/>
                    <a:pt x="1195" y="941"/>
                    <a:pt x="600" y="2381"/>
                  </a:cubicBezTo>
                  <a:cubicBezTo>
                    <a:pt x="0" y="3826"/>
                    <a:pt x="331" y="5487"/>
                    <a:pt x="1435" y="6591"/>
                  </a:cubicBezTo>
                  <a:cubicBezTo>
                    <a:pt x="2173" y="7329"/>
                    <a:pt x="3160" y="7720"/>
                    <a:pt x="4164" y="7720"/>
                  </a:cubicBezTo>
                  <a:cubicBezTo>
                    <a:pt x="4661" y="7720"/>
                    <a:pt x="5163" y="7623"/>
                    <a:pt x="5640" y="7426"/>
                  </a:cubicBezTo>
                  <a:cubicBezTo>
                    <a:pt x="7085" y="6831"/>
                    <a:pt x="8026" y="5420"/>
                    <a:pt x="8026" y="3860"/>
                  </a:cubicBezTo>
                  <a:cubicBezTo>
                    <a:pt x="8026" y="1728"/>
                    <a:pt x="6298" y="0"/>
                    <a:pt x="4167" y="0"/>
                  </a:cubicBezTo>
                  <a:close/>
                </a:path>
              </a:pathLst>
            </a:custGeom>
            <a:solidFill>
              <a:srgbClr val="7989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3" name="Google Shape;15949;p80">
              <a:extLst>
                <a:ext uri="{FF2B5EF4-FFF2-40B4-BE49-F238E27FC236}">
                  <a16:creationId xmlns:a16="http://schemas.microsoft.com/office/drawing/2014/main" id="{EC7F2CF5-3314-60D2-3B37-0F421B9B0173}"/>
                </a:ext>
              </a:extLst>
            </p:cNvPr>
            <p:cNvSpPr/>
            <p:nvPr/>
          </p:nvSpPr>
          <p:spPr>
            <a:xfrm>
              <a:off x="2983922" y="4340244"/>
              <a:ext cx="172229" cy="165809"/>
            </a:xfrm>
            <a:custGeom>
              <a:avLst/>
              <a:gdLst/>
              <a:ahLst/>
              <a:cxnLst/>
              <a:rect l="l" t="t" r="r" b="b"/>
              <a:pathLst>
                <a:path w="6573" h="6328" extrusionOk="0">
                  <a:moveTo>
                    <a:pt x="3414" y="0"/>
                  </a:moveTo>
                  <a:cubicBezTo>
                    <a:pt x="2132" y="0"/>
                    <a:pt x="980" y="773"/>
                    <a:pt x="490" y="1954"/>
                  </a:cubicBezTo>
                  <a:cubicBezTo>
                    <a:pt x="1" y="3135"/>
                    <a:pt x="269" y="4493"/>
                    <a:pt x="1177" y="5401"/>
                  </a:cubicBezTo>
                  <a:cubicBezTo>
                    <a:pt x="1781" y="6005"/>
                    <a:pt x="2590" y="6327"/>
                    <a:pt x="3414" y="6327"/>
                  </a:cubicBezTo>
                  <a:cubicBezTo>
                    <a:pt x="3821" y="6327"/>
                    <a:pt x="4232" y="6249"/>
                    <a:pt x="4623" y="6087"/>
                  </a:cubicBezTo>
                  <a:cubicBezTo>
                    <a:pt x="5804" y="5597"/>
                    <a:pt x="6572" y="4440"/>
                    <a:pt x="6572" y="3164"/>
                  </a:cubicBezTo>
                  <a:cubicBezTo>
                    <a:pt x="6572" y="1416"/>
                    <a:pt x="5156" y="0"/>
                    <a:pt x="3414" y="0"/>
                  </a:cubicBezTo>
                  <a:close/>
                </a:path>
              </a:pathLst>
            </a:custGeom>
            <a:solidFill>
              <a:srgbClr val="D5DD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4" name="Google Shape;15950;p80">
              <a:extLst>
                <a:ext uri="{FF2B5EF4-FFF2-40B4-BE49-F238E27FC236}">
                  <a16:creationId xmlns:a16="http://schemas.microsoft.com/office/drawing/2014/main" id="{7567776E-3877-53EB-3FE5-E3F27EBF3983}"/>
                </a:ext>
              </a:extLst>
            </p:cNvPr>
            <p:cNvSpPr/>
            <p:nvPr/>
          </p:nvSpPr>
          <p:spPr>
            <a:xfrm>
              <a:off x="3160658" y="4511084"/>
              <a:ext cx="115867" cy="114557"/>
            </a:xfrm>
            <a:custGeom>
              <a:avLst/>
              <a:gdLst/>
              <a:ahLst/>
              <a:cxnLst/>
              <a:rect l="l" t="t" r="r" b="b"/>
              <a:pathLst>
                <a:path w="4422" h="4372" extrusionOk="0">
                  <a:moveTo>
                    <a:pt x="1160" y="0"/>
                  </a:moveTo>
                  <a:cubicBezTo>
                    <a:pt x="1096" y="0"/>
                    <a:pt x="1032" y="25"/>
                    <a:pt x="984" y="76"/>
                  </a:cubicBezTo>
                  <a:lnTo>
                    <a:pt x="96" y="959"/>
                  </a:lnTo>
                  <a:cubicBezTo>
                    <a:pt x="0" y="1055"/>
                    <a:pt x="0" y="1213"/>
                    <a:pt x="96" y="1314"/>
                  </a:cubicBezTo>
                  <a:lnTo>
                    <a:pt x="3082" y="4300"/>
                  </a:lnTo>
                  <a:cubicBezTo>
                    <a:pt x="3132" y="4348"/>
                    <a:pt x="3197" y="4372"/>
                    <a:pt x="3261" y="4372"/>
                  </a:cubicBezTo>
                  <a:cubicBezTo>
                    <a:pt x="3325" y="4372"/>
                    <a:pt x="3389" y="4348"/>
                    <a:pt x="3437" y="4300"/>
                  </a:cubicBezTo>
                  <a:lnTo>
                    <a:pt x="4320" y="3412"/>
                  </a:lnTo>
                  <a:cubicBezTo>
                    <a:pt x="4421" y="3316"/>
                    <a:pt x="4421" y="3158"/>
                    <a:pt x="4320" y="3062"/>
                  </a:cubicBezTo>
                  <a:lnTo>
                    <a:pt x="1339" y="76"/>
                  </a:lnTo>
                  <a:cubicBezTo>
                    <a:pt x="1289" y="25"/>
                    <a:pt x="1224" y="0"/>
                    <a:pt x="1160" y="0"/>
                  </a:cubicBezTo>
                  <a:close/>
                </a:path>
              </a:pathLst>
            </a:custGeom>
            <a:solidFill>
              <a:srgbClr val="7989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5" name="Google Shape;15951;p80">
              <a:extLst>
                <a:ext uri="{FF2B5EF4-FFF2-40B4-BE49-F238E27FC236}">
                  <a16:creationId xmlns:a16="http://schemas.microsoft.com/office/drawing/2014/main" id="{D2536783-013E-F568-D269-1EE5D3C81095}"/>
                </a:ext>
              </a:extLst>
            </p:cNvPr>
            <p:cNvSpPr/>
            <p:nvPr/>
          </p:nvSpPr>
          <p:spPr>
            <a:xfrm>
              <a:off x="3177113" y="4511084"/>
              <a:ext cx="99412" cy="98731"/>
            </a:xfrm>
            <a:custGeom>
              <a:avLst/>
              <a:gdLst/>
              <a:ahLst/>
              <a:cxnLst/>
              <a:rect l="l" t="t" r="r" b="b"/>
              <a:pathLst>
                <a:path w="3794" h="3768" extrusionOk="0">
                  <a:moveTo>
                    <a:pt x="532" y="0"/>
                  </a:moveTo>
                  <a:cubicBezTo>
                    <a:pt x="468" y="0"/>
                    <a:pt x="404" y="25"/>
                    <a:pt x="356" y="76"/>
                  </a:cubicBezTo>
                  <a:lnTo>
                    <a:pt x="1" y="426"/>
                  </a:lnTo>
                  <a:cubicBezTo>
                    <a:pt x="51" y="378"/>
                    <a:pt x="116" y="354"/>
                    <a:pt x="180" y="354"/>
                  </a:cubicBezTo>
                  <a:cubicBezTo>
                    <a:pt x="244" y="354"/>
                    <a:pt x="308" y="378"/>
                    <a:pt x="356" y="426"/>
                  </a:cubicBezTo>
                  <a:lnTo>
                    <a:pt x="3342" y="3412"/>
                  </a:lnTo>
                  <a:cubicBezTo>
                    <a:pt x="3438" y="3508"/>
                    <a:pt x="3438" y="3666"/>
                    <a:pt x="3342" y="3767"/>
                  </a:cubicBezTo>
                  <a:lnTo>
                    <a:pt x="3692" y="3412"/>
                  </a:lnTo>
                  <a:cubicBezTo>
                    <a:pt x="3793" y="3316"/>
                    <a:pt x="3793" y="3158"/>
                    <a:pt x="3692" y="3062"/>
                  </a:cubicBezTo>
                  <a:lnTo>
                    <a:pt x="711" y="76"/>
                  </a:lnTo>
                  <a:cubicBezTo>
                    <a:pt x="661" y="25"/>
                    <a:pt x="596" y="0"/>
                    <a:pt x="532" y="0"/>
                  </a:cubicBezTo>
                  <a:close/>
                </a:path>
              </a:pathLst>
            </a:custGeom>
            <a:solidFill>
              <a:srgbClr val="6376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6" name="Google Shape;15952;p80">
              <a:extLst>
                <a:ext uri="{FF2B5EF4-FFF2-40B4-BE49-F238E27FC236}">
                  <a16:creationId xmlns:a16="http://schemas.microsoft.com/office/drawing/2014/main" id="{AA14A355-311A-352D-1684-E65DA923891D}"/>
                </a:ext>
              </a:extLst>
            </p:cNvPr>
            <p:cNvSpPr/>
            <p:nvPr/>
          </p:nvSpPr>
          <p:spPr>
            <a:xfrm>
              <a:off x="3027943" y="4375775"/>
              <a:ext cx="70485" cy="68808"/>
            </a:xfrm>
            <a:custGeom>
              <a:avLst/>
              <a:gdLst/>
              <a:ahLst/>
              <a:cxnLst/>
              <a:rect l="l" t="t" r="r" b="b"/>
              <a:pathLst>
                <a:path w="2690" h="2626" extrusionOk="0">
                  <a:moveTo>
                    <a:pt x="2459" y="1"/>
                  </a:moveTo>
                  <a:cubicBezTo>
                    <a:pt x="2441" y="1"/>
                    <a:pt x="2424" y="3"/>
                    <a:pt x="2406" y="8"/>
                  </a:cubicBezTo>
                  <a:lnTo>
                    <a:pt x="217" y="536"/>
                  </a:lnTo>
                  <a:cubicBezTo>
                    <a:pt x="54" y="574"/>
                    <a:pt x="1" y="776"/>
                    <a:pt x="121" y="891"/>
                  </a:cubicBezTo>
                  <a:lnTo>
                    <a:pt x="1854" y="2566"/>
                  </a:lnTo>
                  <a:cubicBezTo>
                    <a:pt x="1894" y="2607"/>
                    <a:pt x="1946" y="2625"/>
                    <a:pt x="1997" y="2625"/>
                  </a:cubicBezTo>
                  <a:cubicBezTo>
                    <a:pt x="2090" y="2625"/>
                    <a:pt x="2182" y="2563"/>
                    <a:pt x="2204" y="2460"/>
                  </a:cubicBezTo>
                  <a:lnTo>
                    <a:pt x="2660" y="252"/>
                  </a:lnTo>
                  <a:cubicBezTo>
                    <a:pt x="2690" y="117"/>
                    <a:pt x="2586" y="1"/>
                    <a:pt x="2459" y="1"/>
                  </a:cubicBezTo>
                  <a:close/>
                </a:path>
              </a:pathLst>
            </a:custGeom>
            <a:solidFill>
              <a:srgbClr val="8997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7" name="Google Shape;15953;p80">
              <a:extLst>
                <a:ext uri="{FF2B5EF4-FFF2-40B4-BE49-F238E27FC236}">
                  <a16:creationId xmlns:a16="http://schemas.microsoft.com/office/drawing/2014/main" id="{5A739867-BF46-53B3-96DD-96113001E73C}"/>
                </a:ext>
              </a:extLst>
            </p:cNvPr>
            <p:cNvSpPr/>
            <p:nvPr/>
          </p:nvSpPr>
          <p:spPr>
            <a:xfrm>
              <a:off x="3056582" y="4403366"/>
              <a:ext cx="70747" cy="68624"/>
            </a:xfrm>
            <a:custGeom>
              <a:avLst/>
              <a:gdLst/>
              <a:ahLst/>
              <a:cxnLst/>
              <a:rect l="l" t="t" r="r" b="b"/>
              <a:pathLst>
                <a:path w="2700" h="2619" extrusionOk="0">
                  <a:moveTo>
                    <a:pt x="234" y="1"/>
                  </a:moveTo>
                  <a:cubicBezTo>
                    <a:pt x="105" y="1"/>
                    <a:pt x="1" y="122"/>
                    <a:pt x="31" y="255"/>
                  </a:cubicBezTo>
                  <a:lnTo>
                    <a:pt x="525" y="2454"/>
                  </a:lnTo>
                  <a:cubicBezTo>
                    <a:pt x="547" y="2558"/>
                    <a:pt x="636" y="2619"/>
                    <a:pt x="728" y="2619"/>
                  </a:cubicBezTo>
                  <a:cubicBezTo>
                    <a:pt x="780" y="2619"/>
                    <a:pt x="834" y="2598"/>
                    <a:pt x="876" y="2555"/>
                  </a:cubicBezTo>
                  <a:lnTo>
                    <a:pt x="2585" y="851"/>
                  </a:lnTo>
                  <a:cubicBezTo>
                    <a:pt x="2700" y="735"/>
                    <a:pt x="2642" y="534"/>
                    <a:pt x="2479" y="500"/>
                  </a:cubicBezTo>
                  <a:lnTo>
                    <a:pt x="281" y="6"/>
                  </a:lnTo>
                  <a:cubicBezTo>
                    <a:pt x="265" y="2"/>
                    <a:pt x="250" y="1"/>
                    <a:pt x="234" y="1"/>
                  </a:cubicBezTo>
                  <a:close/>
                </a:path>
              </a:pathLst>
            </a:custGeom>
            <a:solidFill>
              <a:srgbClr val="6C81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8" name="Google Shape;15954;p80">
              <a:extLst>
                <a:ext uri="{FF2B5EF4-FFF2-40B4-BE49-F238E27FC236}">
                  <a16:creationId xmlns:a16="http://schemas.microsoft.com/office/drawing/2014/main" id="{8669421D-3929-0592-92F4-A42B14335386}"/>
                </a:ext>
              </a:extLst>
            </p:cNvPr>
            <p:cNvSpPr/>
            <p:nvPr/>
          </p:nvSpPr>
          <p:spPr>
            <a:xfrm>
              <a:off x="3056582" y="4403366"/>
              <a:ext cx="35426" cy="41217"/>
            </a:xfrm>
            <a:custGeom>
              <a:avLst/>
              <a:gdLst/>
              <a:ahLst/>
              <a:cxnLst/>
              <a:rect l="l" t="t" r="r" b="b"/>
              <a:pathLst>
                <a:path w="1352" h="1573" extrusionOk="0">
                  <a:moveTo>
                    <a:pt x="234" y="1"/>
                  </a:moveTo>
                  <a:cubicBezTo>
                    <a:pt x="105" y="1"/>
                    <a:pt x="1" y="122"/>
                    <a:pt x="31" y="255"/>
                  </a:cubicBezTo>
                  <a:lnTo>
                    <a:pt x="189" y="966"/>
                  </a:lnTo>
                  <a:lnTo>
                    <a:pt x="761" y="1513"/>
                  </a:lnTo>
                  <a:cubicBezTo>
                    <a:pt x="801" y="1553"/>
                    <a:pt x="852" y="1572"/>
                    <a:pt x="903" y="1572"/>
                  </a:cubicBezTo>
                  <a:cubicBezTo>
                    <a:pt x="997" y="1572"/>
                    <a:pt x="1089" y="1509"/>
                    <a:pt x="1111" y="1403"/>
                  </a:cubicBezTo>
                  <a:lnTo>
                    <a:pt x="1351" y="246"/>
                  </a:lnTo>
                  <a:lnTo>
                    <a:pt x="281" y="6"/>
                  </a:lnTo>
                  <a:cubicBezTo>
                    <a:pt x="265" y="2"/>
                    <a:pt x="250" y="1"/>
                    <a:pt x="234" y="1"/>
                  </a:cubicBezTo>
                  <a:close/>
                </a:path>
              </a:pathLst>
            </a:custGeom>
            <a:solidFill>
              <a:srgbClr val="5C70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9" name="Google Shape;15955;p80">
              <a:extLst>
                <a:ext uri="{FF2B5EF4-FFF2-40B4-BE49-F238E27FC236}">
                  <a16:creationId xmlns:a16="http://schemas.microsoft.com/office/drawing/2014/main" id="{5EB0FB0B-80B9-AA48-E135-AF2555B28791}"/>
                </a:ext>
              </a:extLst>
            </p:cNvPr>
            <p:cNvSpPr/>
            <p:nvPr/>
          </p:nvSpPr>
          <p:spPr>
            <a:xfrm>
              <a:off x="2985180" y="4335004"/>
              <a:ext cx="184937" cy="176343"/>
            </a:xfrm>
            <a:custGeom>
              <a:avLst/>
              <a:gdLst/>
              <a:ahLst/>
              <a:cxnLst/>
              <a:rect l="l" t="t" r="r" b="b"/>
              <a:pathLst>
                <a:path w="7058" h="6730" extrusionOk="0">
                  <a:moveTo>
                    <a:pt x="3360" y="409"/>
                  </a:moveTo>
                  <a:cubicBezTo>
                    <a:pt x="4130" y="409"/>
                    <a:pt x="4888" y="710"/>
                    <a:pt x="5454" y="1276"/>
                  </a:cubicBezTo>
                  <a:cubicBezTo>
                    <a:pt x="6606" y="2428"/>
                    <a:pt x="6606" y="4300"/>
                    <a:pt x="5454" y="5457"/>
                  </a:cubicBezTo>
                  <a:cubicBezTo>
                    <a:pt x="4889" y="6021"/>
                    <a:pt x="4134" y="6322"/>
                    <a:pt x="3365" y="6322"/>
                  </a:cubicBezTo>
                  <a:cubicBezTo>
                    <a:pt x="2984" y="6322"/>
                    <a:pt x="2599" y="6248"/>
                    <a:pt x="2233" y="6095"/>
                  </a:cubicBezTo>
                  <a:cubicBezTo>
                    <a:pt x="1129" y="5639"/>
                    <a:pt x="409" y="4559"/>
                    <a:pt x="409" y="3364"/>
                  </a:cubicBezTo>
                  <a:cubicBezTo>
                    <a:pt x="409" y="2168"/>
                    <a:pt x="1129" y="1093"/>
                    <a:pt x="2233" y="632"/>
                  </a:cubicBezTo>
                  <a:cubicBezTo>
                    <a:pt x="2597" y="482"/>
                    <a:pt x="2980" y="409"/>
                    <a:pt x="3360" y="409"/>
                  </a:cubicBezTo>
                  <a:close/>
                  <a:moveTo>
                    <a:pt x="3365" y="0"/>
                  </a:moveTo>
                  <a:cubicBezTo>
                    <a:pt x="2932" y="0"/>
                    <a:pt x="2495" y="84"/>
                    <a:pt x="2079" y="258"/>
                  </a:cubicBezTo>
                  <a:cubicBezTo>
                    <a:pt x="821" y="776"/>
                    <a:pt x="1" y="2005"/>
                    <a:pt x="1" y="3364"/>
                  </a:cubicBezTo>
                  <a:cubicBezTo>
                    <a:pt x="1" y="4727"/>
                    <a:pt x="821" y="5951"/>
                    <a:pt x="2079" y="6474"/>
                  </a:cubicBezTo>
                  <a:cubicBezTo>
                    <a:pt x="2495" y="6646"/>
                    <a:pt x="2932" y="6730"/>
                    <a:pt x="3365" y="6730"/>
                  </a:cubicBezTo>
                  <a:cubicBezTo>
                    <a:pt x="4240" y="6730"/>
                    <a:pt x="5100" y="6389"/>
                    <a:pt x="5742" y="5745"/>
                  </a:cubicBezTo>
                  <a:cubicBezTo>
                    <a:pt x="7057" y="4429"/>
                    <a:pt x="7057" y="2303"/>
                    <a:pt x="5742" y="987"/>
                  </a:cubicBezTo>
                  <a:cubicBezTo>
                    <a:pt x="5100" y="343"/>
                    <a:pt x="4240" y="0"/>
                    <a:pt x="3365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0" name="Google Shape;15956;p80">
              <a:extLst>
                <a:ext uri="{FF2B5EF4-FFF2-40B4-BE49-F238E27FC236}">
                  <a16:creationId xmlns:a16="http://schemas.microsoft.com/office/drawing/2014/main" id="{AAB151B8-DC69-9BB2-481C-9861091D37D0}"/>
                </a:ext>
              </a:extLst>
            </p:cNvPr>
            <p:cNvSpPr/>
            <p:nvPr/>
          </p:nvSpPr>
          <p:spPr>
            <a:xfrm>
              <a:off x="2915743" y="4295071"/>
              <a:ext cx="366547" cy="335968"/>
            </a:xfrm>
            <a:custGeom>
              <a:avLst/>
              <a:gdLst/>
              <a:ahLst/>
              <a:cxnLst/>
              <a:rect l="l" t="t" r="r" b="b"/>
              <a:pathLst>
                <a:path w="13989" h="12822" extrusionOk="0">
                  <a:moveTo>
                    <a:pt x="6016" y="1221"/>
                  </a:moveTo>
                  <a:cubicBezTo>
                    <a:pt x="6485" y="1221"/>
                    <a:pt x="6958" y="1311"/>
                    <a:pt x="7413" y="1499"/>
                  </a:cubicBezTo>
                  <a:cubicBezTo>
                    <a:pt x="9025" y="2171"/>
                    <a:pt x="9942" y="3884"/>
                    <a:pt x="9601" y="5593"/>
                  </a:cubicBezTo>
                  <a:cubicBezTo>
                    <a:pt x="9261" y="7307"/>
                    <a:pt x="7758" y="8541"/>
                    <a:pt x="6016" y="8541"/>
                  </a:cubicBezTo>
                  <a:cubicBezTo>
                    <a:pt x="5046" y="8541"/>
                    <a:pt x="4115" y="8157"/>
                    <a:pt x="3428" y="7475"/>
                  </a:cubicBezTo>
                  <a:cubicBezTo>
                    <a:pt x="2190" y="6241"/>
                    <a:pt x="1998" y="4302"/>
                    <a:pt x="2967" y="2852"/>
                  </a:cubicBezTo>
                  <a:cubicBezTo>
                    <a:pt x="3664" y="1807"/>
                    <a:pt x="4822" y="1221"/>
                    <a:pt x="6016" y="1221"/>
                  </a:cubicBezTo>
                  <a:close/>
                  <a:moveTo>
                    <a:pt x="9054" y="7581"/>
                  </a:moveTo>
                  <a:lnTo>
                    <a:pt x="9913" y="8445"/>
                  </a:lnTo>
                  <a:lnTo>
                    <a:pt x="9573" y="8785"/>
                  </a:lnTo>
                  <a:lnTo>
                    <a:pt x="8709" y="7926"/>
                  </a:lnTo>
                  <a:cubicBezTo>
                    <a:pt x="8771" y="7873"/>
                    <a:pt x="8829" y="7821"/>
                    <a:pt x="8886" y="7763"/>
                  </a:cubicBezTo>
                  <a:cubicBezTo>
                    <a:pt x="8949" y="7701"/>
                    <a:pt x="9001" y="7643"/>
                    <a:pt x="9054" y="7581"/>
                  </a:cubicBezTo>
                  <a:close/>
                  <a:moveTo>
                    <a:pt x="10509" y="8449"/>
                  </a:moveTo>
                  <a:cubicBezTo>
                    <a:pt x="10521" y="8449"/>
                    <a:pt x="10533" y="8454"/>
                    <a:pt x="10542" y="8464"/>
                  </a:cubicBezTo>
                  <a:lnTo>
                    <a:pt x="13101" y="11022"/>
                  </a:lnTo>
                  <a:lnTo>
                    <a:pt x="12150" y="11973"/>
                  </a:lnTo>
                  <a:lnTo>
                    <a:pt x="9592" y="9414"/>
                  </a:lnTo>
                  <a:cubicBezTo>
                    <a:pt x="9582" y="9405"/>
                    <a:pt x="9573" y="9395"/>
                    <a:pt x="9577" y="9381"/>
                  </a:cubicBezTo>
                  <a:cubicBezTo>
                    <a:pt x="9577" y="9371"/>
                    <a:pt x="9582" y="9357"/>
                    <a:pt x="9592" y="9352"/>
                  </a:cubicBezTo>
                  <a:lnTo>
                    <a:pt x="10475" y="8464"/>
                  </a:lnTo>
                  <a:cubicBezTo>
                    <a:pt x="10485" y="8454"/>
                    <a:pt x="10497" y="8449"/>
                    <a:pt x="10509" y="8449"/>
                  </a:cubicBezTo>
                  <a:close/>
                  <a:moveTo>
                    <a:pt x="13389" y="11310"/>
                  </a:moveTo>
                  <a:lnTo>
                    <a:pt x="13523" y="11450"/>
                  </a:lnTo>
                  <a:cubicBezTo>
                    <a:pt x="13542" y="11464"/>
                    <a:pt x="13542" y="11498"/>
                    <a:pt x="13523" y="11512"/>
                  </a:cubicBezTo>
                  <a:lnTo>
                    <a:pt x="13523" y="11517"/>
                  </a:lnTo>
                  <a:lnTo>
                    <a:pt x="12640" y="12400"/>
                  </a:lnTo>
                  <a:cubicBezTo>
                    <a:pt x="12630" y="12407"/>
                    <a:pt x="12618" y="12411"/>
                    <a:pt x="12606" y="12411"/>
                  </a:cubicBezTo>
                  <a:cubicBezTo>
                    <a:pt x="12594" y="12411"/>
                    <a:pt x="12582" y="12407"/>
                    <a:pt x="12573" y="12400"/>
                  </a:cubicBezTo>
                  <a:lnTo>
                    <a:pt x="12438" y="12261"/>
                  </a:lnTo>
                  <a:lnTo>
                    <a:pt x="13389" y="11310"/>
                  </a:lnTo>
                  <a:close/>
                  <a:moveTo>
                    <a:pt x="759" y="1"/>
                  </a:moveTo>
                  <a:cubicBezTo>
                    <a:pt x="342" y="1"/>
                    <a:pt x="1" y="342"/>
                    <a:pt x="1" y="759"/>
                  </a:cubicBezTo>
                  <a:lnTo>
                    <a:pt x="1" y="10163"/>
                  </a:lnTo>
                  <a:cubicBezTo>
                    <a:pt x="6" y="10422"/>
                    <a:pt x="217" y="10633"/>
                    <a:pt x="476" y="10638"/>
                  </a:cubicBezTo>
                  <a:lnTo>
                    <a:pt x="6808" y="10638"/>
                  </a:lnTo>
                  <a:cubicBezTo>
                    <a:pt x="7076" y="10638"/>
                    <a:pt x="7076" y="10230"/>
                    <a:pt x="6808" y="10230"/>
                  </a:cubicBezTo>
                  <a:lnTo>
                    <a:pt x="476" y="10230"/>
                  </a:lnTo>
                  <a:cubicBezTo>
                    <a:pt x="438" y="10230"/>
                    <a:pt x="409" y="10197"/>
                    <a:pt x="409" y="10163"/>
                  </a:cubicBezTo>
                  <a:lnTo>
                    <a:pt x="409" y="1916"/>
                  </a:lnTo>
                  <a:lnTo>
                    <a:pt x="3241" y="1916"/>
                  </a:lnTo>
                  <a:cubicBezTo>
                    <a:pt x="3207" y="1950"/>
                    <a:pt x="3174" y="1979"/>
                    <a:pt x="3140" y="2012"/>
                  </a:cubicBezTo>
                  <a:cubicBezTo>
                    <a:pt x="1643" y="3510"/>
                    <a:pt x="1547" y="5905"/>
                    <a:pt x="2919" y="7518"/>
                  </a:cubicBezTo>
                  <a:cubicBezTo>
                    <a:pt x="3721" y="8459"/>
                    <a:pt x="4864" y="8951"/>
                    <a:pt x="6019" y="8951"/>
                  </a:cubicBezTo>
                  <a:cubicBezTo>
                    <a:pt x="6844" y="8951"/>
                    <a:pt x="7674" y="8701"/>
                    <a:pt x="8392" y="8185"/>
                  </a:cubicBezTo>
                  <a:lnTo>
                    <a:pt x="9285" y="9078"/>
                  </a:lnTo>
                  <a:cubicBezTo>
                    <a:pt x="9121" y="9261"/>
                    <a:pt x="9131" y="9534"/>
                    <a:pt x="9299" y="9702"/>
                  </a:cubicBezTo>
                  <a:lnTo>
                    <a:pt x="9827" y="10230"/>
                  </a:lnTo>
                  <a:lnTo>
                    <a:pt x="7696" y="10230"/>
                  </a:lnTo>
                  <a:cubicBezTo>
                    <a:pt x="7422" y="10230"/>
                    <a:pt x="7422" y="10638"/>
                    <a:pt x="7696" y="10638"/>
                  </a:cubicBezTo>
                  <a:lnTo>
                    <a:pt x="10235" y="10638"/>
                  </a:lnTo>
                  <a:lnTo>
                    <a:pt x="12285" y="12688"/>
                  </a:lnTo>
                  <a:cubicBezTo>
                    <a:pt x="12374" y="12777"/>
                    <a:pt x="12490" y="12821"/>
                    <a:pt x="12606" y="12821"/>
                  </a:cubicBezTo>
                  <a:cubicBezTo>
                    <a:pt x="12723" y="12821"/>
                    <a:pt x="12839" y="12777"/>
                    <a:pt x="12928" y="12688"/>
                  </a:cubicBezTo>
                  <a:lnTo>
                    <a:pt x="13811" y="11805"/>
                  </a:lnTo>
                  <a:cubicBezTo>
                    <a:pt x="13989" y="11622"/>
                    <a:pt x="13989" y="11339"/>
                    <a:pt x="13811" y="11161"/>
                  </a:cubicBezTo>
                  <a:lnTo>
                    <a:pt x="12870" y="10216"/>
                  </a:lnTo>
                  <a:cubicBezTo>
                    <a:pt x="12870" y="10197"/>
                    <a:pt x="12870" y="10177"/>
                    <a:pt x="12870" y="10163"/>
                  </a:cubicBezTo>
                  <a:lnTo>
                    <a:pt x="12870" y="8166"/>
                  </a:lnTo>
                  <a:cubicBezTo>
                    <a:pt x="12870" y="8029"/>
                    <a:pt x="12768" y="7961"/>
                    <a:pt x="12666" y="7961"/>
                  </a:cubicBezTo>
                  <a:cubicBezTo>
                    <a:pt x="12564" y="7961"/>
                    <a:pt x="12462" y="8029"/>
                    <a:pt x="12462" y="8166"/>
                  </a:cubicBezTo>
                  <a:lnTo>
                    <a:pt x="12462" y="9808"/>
                  </a:lnTo>
                  <a:lnTo>
                    <a:pt x="10830" y="8176"/>
                  </a:lnTo>
                  <a:cubicBezTo>
                    <a:pt x="10741" y="8086"/>
                    <a:pt x="10624" y="8042"/>
                    <a:pt x="10508" y="8042"/>
                  </a:cubicBezTo>
                  <a:cubicBezTo>
                    <a:pt x="10400" y="8042"/>
                    <a:pt x="10292" y="8080"/>
                    <a:pt x="10206" y="8157"/>
                  </a:cubicBezTo>
                  <a:lnTo>
                    <a:pt x="9313" y="7264"/>
                  </a:lnTo>
                  <a:cubicBezTo>
                    <a:pt x="10475" y="5646"/>
                    <a:pt x="10293" y="3424"/>
                    <a:pt x="8886" y="2012"/>
                  </a:cubicBezTo>
                  <a:cubicBezTo>
                    <a:pt x="8853" y="1979"/>
                    <a:pt x="8819" y="1950"/>
                    <a:pt x="8785" y="1916"/>
                  </a:cubicBezTo>
                  <a:lnTo>
                    <a:pt x="12462" y="1916"/>
                  </a:lnTo>
                  <a:lnTo>
                    <a:pt x="12462" y="7278"/>
                  </a:lnTo>
                  <a:cubicBezTo>
                    <a:pt x="12462" y="7413"/>
                    <a:pt x="12564" y="7480"/>
                    <a:pt x="12666" y="7480"/>
                  </a:cubicBezTo>
                  <a:cubicBezTo>
                    <a:pt x="12768" y="7480"/>
                    <a:pt x="12870" y="7413"/>
                    <a:pt x="12870" y="7278"/>
                  </a:cubicBezTo>
                  <a:lnTo>
                    <a:pt x="12870" y="759"/>
                  </a:lnTo>
                  <a:cubicBezTo>
                    <a:pt x="12870" y="337"/>
                    <a:pt x="12530" y="1"/>
                    <a:pt x="12112" y="1"/>
                  </a:cubicBezTo>
                  <a:lnTo>
                    <a:pt x="10269" y="1"/>
                  </a:lnTo>
                  <a:cubicBezTo>
                    <a:pt x="9995" y="1"/>
                    <a:pt x="9995" y="409"/>
                    <a:pt x="10269" y="409"/>
                  </a:cubicBezTo>
                  <a:lnTo>
                    <a:pt x="12112" y="409"/>
                  </a:lnTo>
                  <a:cubicBezTo>
                    <a:pt x="12304" y="409"/>
                    <a:pt x="12462" y="563"/>
                    <a:pt x="12462" y="759"/>
                  </a:cubicBezTo>
                  <a:lnTo>
                    <a:pt x="12462" y="1508"/>
                  </a:lnTo>
                  <a:lnTo>
                    <a:pt x="8272" y="1508"/>
                  </a:lnTo>
                  <a:cubicBezTo>
                    <a:pt x="7588" y="1052"/>
                    <a:pt x="6800" y="824"/>
                    <a:pt x="6013" y="824"/>
                  </a:cubicBezTo>
                  <a:cubicBezTo>
                    <a:pt x="5226" y="824"/>
                    <a:pt x="4439" y="1052"/>
                    <a:pt x="3755" y="1508"/>
                  </a:cubicBezTo>
                  <a:lnTo>
                    <a:pt x="409" y="1508"/>
                  </a:lnTo>
                  <a:lnTo>
                    <a:pt x="409" y="759"/>
                  </a:lnTo>
                  <a:cubicBezTo>
                    <a:pt x="409" y="563"/>
                    <a:pt x="567" y="409"/>
                    <a:pt x="759" y="409"/>
                  </a:cubicBezTo>
                  <a:lnTo>
                    <a:pt x="9381" y="409"/>
                  </a:lnTo>
                  <a:cubicBezTo>
                    <a:pt x="9649" y="409"/>
                    <a:pt x="9649" y="1"/>
                    <a:pt x="9381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1" name="Google Shape;15957;p80">
              <a:extLst>
                <a:ext uri="{FF2B5EF4-FFF2-40B4-BE49-F238E27FC236}">
                  <a16:creationId xmlns:a16="http://schemas.microsoft.com/office/drawing/2014/main" id="{F8002E4F-B480-0F74-EBC5-CB3B73413A19}"/>
                </a:ext>
              </a:extLst>
            </p:cNvPr>
            <p:cNvSpPr/>
            <p:nvPr/>
          </p:nvSpPr>
          <p:spPr>
            <a:xfrm>
              <a:off x="2947082" y="4315221"/>
              <a:ext cx="12472" cy="10717"/>
            </a:xfrm>
            <a:custGeom>
              <a:avLst/>
              <a:gdLst/>
              <a:ahLst/>
              <a:cxnLst/>
              <a:rect l="l" t="t" r="r" b="b"/>
              <a:pathLst>
                <a:path w="476" h="409" extrusionOk="0">
                  <a:moveTo>
                    <a:pt x="274" y="0"/>
                  </a:moveTo>
                  <a:cubicBezTo>
                    <a:pt x="0" y="0"/>
                    <a:pt x="0" y="408"/>
                    <a:pt x="274" y="408"/>
                  </a:cubicBezTo>
                  <a:cubicBezTo>
                    <a:pt x="384" y="408"/>
                    <a:pt x="475" y="317"/>
                    <a:pt x="475" y="206"/>
                  </a:cubicBezTo>
                  <a:cubicBezTo>
                    <a:pt x="475" y="91"/>
                    <a:pt x="384" y="0"/>
                    <a:pt x="274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2" name="Google Shape;15958;p80">
              <a:extLst>
                <a:ext uri="{FF2B5EF4-FFF2-40B4-BE49-F238E27FC236}">
                  <a16:creationId xmlns:a16="http://schemas.microsoft.com/office/drawing/2014/main" id="{5D92E67B-05D5-A006-5BFD-CDDD453FE562}"/>
                </a:ext>
              </a:extLst>
            </p:cNvPr>
            <p:cNvSpPr/>
            <p:nvPr/>
          </p:nvSpPr>
          <p:spPr>
            <a:xfrm>
              <a:off x="2961021" y="4315221"/>
              <a:ext cx="12499" cy="10717"/>
            </a:xfrm>
            <a:custGeom>
              <a:avLst/>
              <a:gdLst/>
              <a:ahLst/>
              <a:cxnLst/>
              <a:rect l="l" t="t" r="r" b="b"/>
              <a:pathLst>
                <a:path w="477" h="409" extrusionOk="0">
                  <a:moveTo>
                    <a:pt x="275" y="0"/>
                  </a:moveTo>
                  <a:cubicBezTo>
                    <a:pt x="1" y="0"/>
                    <a:pt x="1" y="408"/>
                    <a:pt x="275" y="408"/>
                  </a:cubicBezTo>
                  <a:cubicBezTo>
                    <a:pt x="385" y="408"/>
                    <a:pt x="476" y="317"/>
                    <a:pt x="476" y="206"/>
                  </a:cubicBezTo>
                  <a:cubicBezTo>
                    <a:pt x="476" y="91"/>
                    <a:pt x="385" y="0"/>
                    <a:pt x="275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3" name="Google Shape;15959;p80">
              <a:extLst>
                <a:ext uri="{FF2B5EF4-FFF2-40B4-BE49-F238E27FC236}">
                  <a16:creationId xmlns:a16="http://schemas.microsoft.com/office/drawing/2014/main" id="{95569F4A-1162-5B9C-6F86-E964FAF13658}"/>
                </a:ext>
              </a:extLst>
            </p:cNvPr>
            <p:cNvSpPr/>
            <p:nvPr/>
          </p:nvSpPr>
          <p:spPr>
            <a:xfrm>
              <a:off x="2974883" y="4315221"/>
              <a:ext cx="12603" cy="10717"/>
            </a:xfrm>
            <a:custGeom>
              <a:avLst/>
              <a:gdLst/>
              <a:ahLst/>
              <a:cxnLst/>
              <a:rect l="l" t="t" r="r" b="b"/>
              <a:pathLst>
                <a:path w="481" h="409" extrusionOk="0">
                  <a:moveTo>
                    <a:pt x="274" y="0"/>
                  </a:moveTo>
                  <a:cubicBezTo>
                    <a:pt x="0" y="0"/>
                    <a:pt x="0" y="408"/>
                    <a:pt x="274" y="408"/>
                  </a:cubicBezTo>
                  <a:cubicBezTo>
                    <a:pt x="389" y="408"/>
                    <a:pt x="480" y="317"/>
                    <a:pt x="475" y="206"/>
                  </a:cubicBezTo>
                  <a:cubicBezTo>
                    <a:pt x="475" y="91"/>
                    <a:pt x="389" y="0"/>
                    <a:pt x="274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4" name="Google Shape;15960;p80">
              <a:extLst>
                <a:ext uri="{FF2B5EF4-FFF2-40B4-BE49-F238E27FC236}">
                  <a16:creationId xmlns:a16="http://schemas.microsoft.com/office/drawing/2014/main" id="{F0EDBB5B-B6EF-9FA3-9A4A-62386F10CD4D}"/>
                </a:ext>
              </a:extLst>
            </p:cNvPr>
            <p:cNvSpPr/>
            <p:nvPr/>
          </p:nvSpPr>
          <p:spPr>
            <a:xfrm>
              <a:off x="3022440" y="4434311"/>
              <a:ext cx="12577" cy="10691"/>
            </a:xfrm>
            <a:custGeom>
              <a:avLst/>
              <a:gdLst/>
              <a:ahLst/>
              <a:cxnLst/>
              <a:rect l="l" t="t" r="r" b="b"/>
              <a:pathLst>
                <a:path w="480" h="408" extrusionOk="0">
                  <a:moveTo>
                    <a:pt x="281" y="1"/>
                  </a:moveTo>
                  <a:cubicBezTo>
                    <a:pt x="279" y="1"/>
                    <a:pt x="276" y="1"/>
                    <a:pt x="273" y="1"/>
                  </a:cubicBezTo>
                  <a:cubicBezTo>
                    <a:pt x="271" y="1"/>
                    <a:pt x="269" y="1"/>
                    <a:pt x="267" y="1"/>
                  </a:cubicBezTo>
                  <a:cubicBezTo>
                    <a:pt x="89" y="1"/>
                    <a:pt x="1" y="218"/>
                    <a:pt x="129" y="346"/>
                  </a:cubicBezTo>
                  <a:cubicBezTo>
                    <a:pt x="171" y="388"/>
                    <a:pt x="223" y="407"/>
                    <a:pt x="273" y="407"/>
                  </a:cubicBezTo>
                  <a:cubicBezTo>
                    <a:pt x="379" y="407"/>
                    <a:pt x="480" y="326"/>
                    <a:pt x="480" y="202"/>
                  </a:cubicBezTo>
                  <a:cubicBezTo>
                    <a:pt x="480" y="95"/>
                    <a:pt x="393" y="1"/>
                    <a:pt x="281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5" name="Google Shape;15961;p80">
              <a:extLst>
                <a:ext uri="{FF2B5EF4-FFF2-40B4-BE49-F238E27FC236}">
                  <a16:creationId xmlns:a16="http://schemas.microsoft.com/office/drawing/2014/main" id="{E3FF376D-71A9-5976-4FE2-07693AACA46C}"/>
                </a:ext>
              </a:extLst>
            </p:cNvPr>
            <p:cNvSpPr/>
            <p:nvPr/>
          </p:nvSpPr>
          <p:spPr>
            <a:xfrm>
              <a:off x="3022414" y="4452050"/>
              <a:ext cx="12603" cy="10795"/>
            </a:xfrm>
            <a:custGeom>
              <a:avLst/>
              <a:gdLst/>
              <a:ahLst/>
              <a:cxnLst/>
              <a:rect l="l" t="t" r="r" b="b"/>
              <a:pathLst>
                <a:path w="481" h="412" extrusionOk="0">
                  <a:moveTo>
                    <a:pt x="274" y="1"/>
                  </a:moveTo>
                  <a:cubicBezTo>
                    <a:pt x="92" y="1"/>
                    <a:pt x="1" y="221"/>
                    <a:pt x="130" y="351"/>
                  </a:cubicBezTo>
                  <a:cubicBezTo>
                    <a:pt x="172" y="393"/>
                    <a:pt x="224" y="412"/>
                    <a:pt x="274" y="412"/>
                  </a:cubicBezTo>
                  <a:cubicBezTo>
                    <a:pt x="380" y="412"/>
                    <a:pt x="481" y="330"/>
                    <a:pt x="481" y="207"/>
                  </a:cubicBezTo>
                  <a:cubicBezTo>
                    <a:pt x="481" y="97"/>
                    <a:pt x="389" y="1"/>
                    <a:pt x="274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6" name="Google Shape;15962;p80">
              <a:extLst>
                <a:ext uri="{FF2B5EF4-FFF2-40B4-BE49-F238E27FC236}">
                  <a16:creationId xmlns:a16="http://schemas.microsoft.com/office/drawing/2014/main" id="{7A6EB8C2-6E63-EA80-84D4-26ED44509310}"/>
                </a:ext>
              </a:extLst>
            </p:cNvPr>
            <p:cNvSpPr/>
            <p:nvPr/>
          </p:nvSpPr>
          <p:spPr>
            <a:xfrm>
              <a:off x="3037795" y="4434311"/>
              <a:ext cx="12446" cy="10691"/>
            </a:xfrm>
            <a:custGeom>
              <a:avLst/>
              <a:gdLst/>
              <a:ahLst/>
              <a:cxnLst/>
              <a:rect l="l" t="t" r="r" b="b"/>
              <a:pathLst>
                <a:path w="475" h="408" extrusionOk="0">
                  <a:moveTo>
                    <a:pt x="281" y="1"/>
                  </a:moveTo>
                  <a:cubicBezTo>
                    <a:pt x="278" y="1"/>
                    <a:pt x="275" y="1"/>
                    <a:pt x="273" y="1"/>
                  </a:cubicBezTo>
                  <a:cubicBezTo>
                    <a:pt x="271" y="1"/>
                    <a:pt x="269" y="1"/>
                    <a:pt x="267" y="1"/>
                  </a:cubicBezTo>
                  <a:cubicBezTo>
                    <a:pt x="88" y="1"/>
                    <a:pt x="0" y="218"/>
                    <a:pt x="124" y="346"/>
                  </a:cubicBezTo>
                  <a:cubicBezTo>
                    <a:pt x="166" y="388"/>
                    <a:pt x="218" y="407"/>
                    <a:pt x="268" y="407"/>
                  </a:cubicBezTo>
                  <a:cubicBezTo>
                    <a:pt x="374" y="407"/>
                    <a:pt x="474" y="326"/>
                    <a:pt x="474" y="202"/>
                  </a:cubicBezTo>
                  <a:cubicBezTo>
                    <a:pt x="474" y="95"/>
                    <a:pt x="388" y="1"/>
                    <a:pt x="281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7" name="Google Shape;15963;p80">
              <a:extLst>
                <a:ext uri="{FF2B5EF4-FFF2-40B4-BE49-F238E27FC236}">
                  <a16:creationId xmlns:a16="http://schemas.microsoft.com/office/drawing/2014/main" id="{B6EEB041-17AE-E0CF-C3FF-1B9E2017349A}"/>
                </a:ext>
              </a:extLst>
            </p:cNvPr>
            <p:cNvSpPr/>
            <p:nvPr/>
          </p:nvSpPr>
          <p:spPr>
            <a:xfrm>
              <a:off x="3037769" y="4452050"/>
              <a:ext cx="12472" cy="10795"/>
            </a:xfrm>
            <a:custGeom>
              <a:avLst/>
              <a:gdLst/>
              <a:ahLst/>
              <a:cxnLst/>
              <a:rect l="l" t="t" r="r" b="b"/>
              <a:pathLst>
                <a:path w="476" h="412" extrusionOk="0">
                  <a:moveTo>
                    <a:pt x="274" y="1"/>
                  </a:moveTo>
                  <a:cubicBezTo>
                    <a:pt x="91" y="1"/>
                    <a:pt x="0" y="221"/>
                    <a:pt x="125" y="351"/>
                  </a:cubicBezTo>
                  <a:cubicBezTo>
                    <a:pt x="167" y="393"/>
                    <a:pt x="219" y="412"/>
                    <a:pt x="269" y="412"/>
                  </a:cubicBezTo>
                  <a:cubicBezTo>
                    <a:pt x="375" y="412"/>
                    <a:pt x="475" y="330"/>
                    <a:pt x="475" y="207"/>
                  </a:cubicBezTo>
                  <a:cubicBezTo>
                    <a:pt x="475" y="97"/>
                    <a:pt x="384" y="1"/>
                    <a:pt x="274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8" name="Google Shape;15964;p80">
              <a:extLst>
                <a:ext uri="{FF2B5EF4-FFF2-40B4-BE49-F238E27FC236}">
                  <a16:creationId xmlns:a16="http://schemas.microsoft.com/office/drawing/2014/main" id="{77E61DBF-899B-8566-1AA2-5622955256F6}"/>
                </a:ext>
              </a:extLst>
            </p:cNvPr>
            <p:cNvSpPr/>
            <p:nvPr/>
          </p:nvSpPr>
          <p:spPr>
            <a:xfrm>
              <a:off x="3021156" y="4370325"/>
              <a:ext cx="110706" cy="106932"/>
            </a:xfrm>
            <a:custGeom>
              <a:avLst/>
              <a:gdLst/>
              <a:ahLst/>
              <a:cxnLst/>
              <a:rect l="l" t="t" r="r" b="b"/>
              <a:pathLst>
                <a:path w="4225" h="4081" extrusionOk="0">
                  <a:moveTo>
                    <a:pt x="2713" y="412"/>
                  </a:moveTo>
                  <a:cubicBezTo>
                    <a:pt x="2713" y="412"/>
                    <a:pt x="2713" y="417"/>
                    <a:pt x="2713" y="417"/>
                  </a:cubicBezTo>
                  <a:lnTo>
                    <a:pt x="2540" y="1257"/>
                  </a:lnTo>
                  <a:lnTo>
                    <a:pt x="1676" y="1065"/>
                  </a:lnTo>
                  <a:cubicBezTo>
                    <a:pt x="1644" y="1058"/>
                    <a:pt x="1613" y="1055"/>
                    <a:pt x="1582" y="1055"/>
                  </a:cubicBezTo>
                  <a:cubicBezTo>
                    <a:pt x="1326" y="1055"/>
                    <a:pt x="1121" y="1294"/>
                    <a:pt x="1181" y="1560"/>
                  </a:cubicBezTo>
                  <a:lnTo>
                    <a:pt x="1191" y="1603"/>
                  </a:lnTo>
                  <a:lnTo>
                    <a:pt x="519" y="955"/>
                  </a:lnTo>
                  <a:lnTo>
                    <a:pt x="519" y="945"/>
                  </a:lnTo>
                  <a:lnTo>
                    <a:pt x="2713" y="412"/>
                  </a:lnTo>
                  <a:close/>
                  <a:moveTo>
                    <a:pt x="1582" y="1465"/>
                  </a:moveTo>
                  <a:cubicBezTo>
                    <a:pt x="1583" y="1465"/>
                    <a:pt x="1585" y="1466"/>
                    <a:pt x="1585" y="1468"/>
                  </a:cubicBezTo>
                  <a:lnTo>
                    <a:pt x="2458" y="1660"/>
                  </a:lnTo>
                  <a:lnTo>
                    <a:pt x="2257" y="2625"/>
                  </a:lnTo>
                  <a:cubicBezTo>
                    <a:pt x="2257" y="2625"/>
                    <a:pt x="2257" y="2630"/>
                    <a:pt x="2252" y="2630"/>
                  </a:cubicBezTo>
                  <a:lnTo>
                    <a:pt x="2247" y="2630"/>
                  </a:lnTo>
                  <a:lnTo>
                    <a:pt x="1724" y="2126"/>
                  </a:lnTo>
                  <a:lnTo>
                    <a:pt x="1580" y="1473"/>
                  </a:lnTo>
                  <a:cubicBezTo>
                    <a:pt x="1580" y="1468"/>
                    <a:pt x="1580" y="1468"/>
                    <a:pt x="1580" y="1468"/>
                  </a:cubicBezTo>
                  <a:cubicBezTo>
                    <a:pt x="1580" y="1466"/>
                    <a:pt x="1581" y="1465"/>
                    <a:pt x="1582" y="1465"/>
                  </a:cubicBezTo>
                  <a:close/>
                  <a:moveTo>
                    <a:pt x="2857" y="1747"/>
                  </a:moveTo>
                  <a:lnTo>
                    <a:pt x="3783" y="1953"/>
                  </a:lnTo>
                  <a:cubicBezTo>
                    <a:pt x="3783" y="1953"/>
                    <a:pt x="3788" y="1953"/>
                    <a:pt x="3788" y="1958"/>
                  </a:cubicBezTo>
                  <a:cubicBezTo>
                    <a:pt x="3788" y="1963"/>
                    <a:pt x="3793" y="1968"/>
                    <a:pt x="3788" y="1968"/>
                  </a:cubicBezTo>
                  <a:lnTo>
                    <a:pt x="2084" y="3672"/>
                  </a:lnTo>
                  <a:lnTo>
                    <a:pt x="2079" y="3672"/>
                  </a:lnTo>
                  <a:cubicBezTo>
                    <a:pt x="2074" y="3672"/>
                    <a:pt x="2074" y="3672"/>
                    <a:pt x="2074" y="3667"/>
                  </a:cubicBezTo>
                  <a:lnTo>
                    <a:pt x="1887" y="2846"/>
                  </a:lnTo>
                  <a:lnTo>
                    <a:pt x="1964" y="2923"/>
                  </a:lnTo>
                  <a:cubicBezTo>
                    <a:pt x="2046" y="3002"/>
                    <a:pt x="2148" y="3038"/>
                    <a:pt x="2248" y="3038"/>
                  </a:cubicBezTo>
                  <a:cubicBezTo>
                    <a:pt x="2434" y="3038"/>
                    <a:pt x="2616" y="2913"/>
                    <a:pt x="2660" y="2707"/>
                  </a:cubicBezTo>
                  <a:lnTo>
                    <a:pt x="2857" y="1747"/>
                  </a:lnTo>
                  <a:close/>
                  <a:moveTo>
                    <a:pt x="2720" y="0"/>
                  </a:moveTo>
                  <a:cubicBezTo>
                    <a:pt x="2686" y="0"/>
                    <a:pt x="2652" y="5"/>
                    <a:pt x="2617" y="14"/>
                  </a:cubicBezTo>
                  <a:lnTo>
                    <a:pt x="423" y="542"/>
                  </a:lnTo>
                  <a:cubicBezTo>
                    <a:pt x="106" y="619"/>
                    <a:pt x="1" y="1017"/>
                    <a:pt x="236" y="1243"/>
                  </a:cubicBezTo>
                  <a:lnTo>
                    <a:pt x="1354" y="2328"/>
                  </a:lnTo>
                  <a:lnTo>
                    <a:pt x="1676" y="3758"/>
                  </a:lnTo>
                  <a:cubicBezTo>
                    <a:pt x="1722" y="3961"/>
                    <a:pt x="1899" y="4081"/>
                    <a:pt x="2082" y="4081"/>
                  </a:cubicBezTo>
                  <a:cubicBezTo>
                    <a:pt x="2185" y="4081"/>
                    <a:pt x="2289" y="4043"/>
                    <a:pt x="2372" y="3960"/>
                  </a:cubicBezTo>
                  <a:lnTo>
                    <a:pt x="4081" y="2251"/>
                  </a:lnTo>
                  <a:cubicBezTo>
                    <a:pt x="4186" y="2145"/>
                    <a:pt x="4225" y="1992"/>
                    <a:pt x="4186" y="1848"/>
                  </a:cubicBezTo>
                  <a:cubicBezTo>
                    <a:pt x="4143" y="1704"/>
                    <a:pt x="4023" y="1588"/>
                    <a:pt x="3879" y="1560"/>
                  </a:cubicBezTo>
                  <a:lnTo>
                    <a:pt x="2943" y="1348"/>
                  </a:lnTo>
                  <a:lnTo>
                    <a:pt x="3116" y="499"/>
                  </a:lnTo>
                  <a:cubicBezTo>
                    <a:pt x="3171" y="237"/>
                    <a:pt x="2969" y="0"/>
                    <a:pt x="2720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9" name="Google Shape;15965;p80">
              <a:extLst>
                <a:ext uri="{FF2B5EF4-FFF2-40B4-BE49-F238E27FC236}">
                  <a16:creationId xmlns:a16="http://schemas.microsoft.com/office/drawing/2014/main" id="{5F6477EB-8612-54B1-F695-EBFC0554D6F3}"/>
                </a:ext>
              </a:extLst>
            </p:cNvPr>
            <p:cNvSpPr/>
            <p:nvPr/>
          </p:nvSpPr>
          <p:spPr>
            <a:xfrm>
              <a:off x="2946060" y="4507154"/>
              <a:ext cx="17267" cy="10717"/>
            </a:xfrm>
            <a:custGeom>
              <a:avLst/>
              <a:gdLst/>
              <a:ahLst/>
              <a:cxnLst/>
              <a:rect l="l" t="t" r="r" b="b"/>
              <a:pathLst>
                <a:path w="659" h="409" extrusionOk="0">
                  <a:moveTo>
                    <a:pt x="274" y="0"/>
                  </a:moveTo>
                  <a:cubicBezTo>
                    <a:pt x="1" y="0"/>
                    <a:pt x="1" y="408"/>
                    <a:pt x="274" y="408"/>
                  </a:cubicBezTo>
                  <a:lnTo>
                    <a:pt x="385" y="408"/>
                  </a:lnTo>
                  <a:cubicBezTo>
                    <a:pt x="658" y="408"/>
                    <a:pt x="658" y="0"/>
                    <a:pt x="385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0" name="Google Shape;15966;p80">
              <a:extLst>
                <a:ext uri="{FF2B5EF4-FFF2-40B4-BE49-F238E27FC236}">
                  <a16:creationId xmlns:a16="http://schemas.microsoft.com/office/drawing/2014/main" id="{D5F2C90B-A096-0C41-ECB4-53E186AF3C9D}"/>
                </a:ext>
              </a:extLst>
            </p:cNvPr>
            <p:cNvSpPr/>
            <p:nvPr/>
          </p:nvSpPr>
          <p:spPr>
            <a:xfrm>
              <a:off x="2961781" y="4507154"/>
              <a:ext cx="32622" cy="10717"/>
            </a:xfrm>
            <a:custGeom>
              <a:avLst/>
              <a:gdLst/>
              <a:ahLst/>
              <a:cxnLst/>
              <a:rect l="l" t="t" r="r" b="b"/>
              <a:pathLst>
                <a:path w="1245" h="409" extrusionOk="0">
                  <a:moveTo>
                    <a:pt x="274" y="0"/>
                  </a:moveTo>
                  <a:cubicBezTo>
                    <a:pt x="1" y="0"/>
                    <a:pt x="1" y="408"/>
                    <a:pt x="274" y="408"/>
                  </a:cubicBezTo>
                  <a:lnTo>
                    <a:pt x="970" y="408"/>
                  </a:lnTo>
                  <a:cubicBezTo>
                    <a:pt x="1244" y="408"/>
                    <a:pt x="1244" y="0"/>
                    <a:pt x="970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1" name="Google Shape;15967;p80">
              <a:extLst>
                <a:ext uri="{FF2B5EF4-FFF2-40B4-BE49-F238E27FC236}">
                  <a16:creationId xmlns:a16="http://schemas.microsoft.com/office/drawing/2014/main" id="{283A3523-231D-A615-C32B-E64372ED65C9}"/>
                </a:ext>
              </a:extLst>
            </p:cNvPr>
            <p:cNvSpPr/>
            <p:nvPr/>
          </p:nvSpPr>
          <p:spPr>
            <a:xfrm>
              <a:off x="2946060" y="4521225"/>
              <a:ext cx="48344" cy="10717"/>
            </a:xfrm>
            <a:custGeom>
              <a:avLst/>
              <a:gdLst/>
              <a:ahLst/>
              <a:cxnLst/>
              <a:rect l="l" t="t" r="r" b="b"/>
              <a:pathLst>
                <a:path w="1845" h="409" extrusionOk="0">
                  <a:moveTo>
                    <a:pt x="274" y="1"/>
                  </a:moveTo>
                  <a:cubicBezTo>
                    <a:pt x="1" y="1"/>
                    <a:pt x="1" y="409"/>
                    <a:pt x="274" y="409"/>
                  </a:cubicBezTo>
                  <a:lnTo>
                    <a:pt x="1570" y="409"/>
                  </a:lnTo>
                  <a:cubicBezTo>
                    <a:pt x="1844" y="409"/>
                    <a:pt x="1844" y="1"/>
                    <a:pt x="1570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2" name="Google Shape;15968;p80">
              <a:extLst>
                <a:ext uri="{FF2B5EF4-FFF2-40B4-BE49-F238E27FC236}">
                  <a16:creationId xmlns:a16="http://schemas.microsoft.com/office/drawing/2014/main" id="{D49B31F1-A58F-2C7B-A4C2-8F70C97CEA03}"/>
                </a:ext>
              </a:extLst>
            </p:cNvPr>
            <p:cNvSpPr/>
            <p:nvPr/>
          </p:nvSpPr>
          <p:spPr>
            <a:xfrm>
              <a:off x="2946060" y="4535453"/>
              <a:ext cx="48344" cy="10717"/>
            </a:xfrm>
            <a:custGeom>
              <a:avLst/>
              <a:gdLst/>
              <a:ahLst/>
              <a:cxnLst/>
              <a:rect l="l" t="t" r="r" b="b"/>
              <a:pathLst>
                <a:path w="1845" h="409" extrusionOk="0">
                  <a:moveTo>
                    <a:pt x="274" y="0"/>
                  </a:moveTo>
                  <a:cubicBezTo>
                    <a:pt x="1" y="0"/>
                    <a:pt x="1" y="408"/>
                    <a:pt x="274" y="408"/>
                  </a:cubicBezTo>
                  <a:lnTo>
                    <a:pt x="1570" y="408"/>
                  </a:lnTo>
                  <a:cubicBezTo>
                    <a:pt x="1844" y="408"/>
                    <a:pt x="1844" y="0"/>
                    <a:pt x="1570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3" name="Google Shape;15969;p80">
              <a:extLst>
                <a:ext uri="{FF2B5EF4-FFF2-40B4-BE49-F238E27FC236}">
                  <a16:creationId xmlns:a16="http://schemas.microsoft.com/office/drawing/2014/main" id="{1F6C1525-EF88-588D-CC0B-D38DB8A5EEA8}"/>
                </a:ext>
              </a:extLst>
            </p:cNvPr>
            <p:cNvSpPr/>
            <p:nvPr/>
          </p:nvSpPr>
          <p:spPr>
            <a:xfrm>
              <a:off x="3213482" y="4357250"/>
              <a:ext cx="10717" cy="121082"/>
            </a:xfrm>
            <a:custGeom>
              <a:avLst/>
              <a:gdLst/>
              <a:ahLst/>
              <a:cxnLst/>
              <a:rect l="l" t="t" r="r" b="b"/>
              <a:pathLst>
                <a:path w="409" h="4621" extrusionOk="0">
                  <a:moveTo>
                    <a:pt x="204" y="0"/>
                  </a:moveTo>
                  <a:cubicBezTo>
                    <a:pt x="102" y="0"/>
                    <a:pt x="0" y="69"/>
                    <a:pt x="0" y="206"/>
                  </a:cubicBezTo>
                  <a:lnTo>
                    <a:pt x="0" y="4415"/>
                  </a:lnTo>
                  <a:cubicBezTo>
                    <a:pt x="0" y="4552"/>
                    <a:pt x="102" y="4621"/>
                    <a:pt x="204" y="4621"/>
                  </a:cubicBezTo>
                  <a:cubicBezTo>
                    <a:pt x="306" y="4621"/>
                    <a:pt x="408" y="4552"/>
                    <a:pt x="408" y="4415"/>
                  </a:cubicBezTo>
                  <a:lnTo>
                    <a:pt x="408" y="206"/>
                  </a:lnTo>
                  <a:cubicBezTo>
                    <a:pt x="408" y="69"/>
                    <a:pt x="306" y="0"/>
                    <a:pt x="204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653686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1.97531E-6 L -0.25 -1.97531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00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2.83951E-6 L -0.25 -2.83951E-6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00" y="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2.34568E-6 L -0.25 -2.34568E-6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00" y="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3.20988E-6 L -0.25 -3.20988E-6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00" y="0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-2.71605E-6 L -0.25 -2.71605E-6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00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-3.45679E-6 L -0.25 -3.45679E-6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00" y="0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1.97531E-6 L -0.25 -1.97531E-6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00" y="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59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59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59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23" grpId="0" build="p"/>
      <p:bldP spid="54" grpId="0" build="p"/>
      <p:bldP spid="55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2">
          <a:extLst>
            <a:ext uri="{FF2B5EF4-FFF2-40B4-BE49-F238E27FC236}">
              <a16:creationId xmlns:a16="http://schemas.microsoft.com/office/drawing/2014/main" id="{EDCEFB46-69D5-87A3-4DA4-976177DB0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" name="Google Shape;1375;p39">
            <a:extLst>
              <a:ext uri="{FF2B5EF4-FFF2-40B4-BE49-F238E27FC236}">
                <a16:creationId xmlns:a16="http://schemas.microsoft.com/office/drawing/2014/main" id="{E8F23A5B-F360-8A4B-02E2-E2EBA7945A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9291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How RAG helps</a:t>
            </a:r>
            <a:endParaRPr dirty="0"/>
          </a:p>
        </p:txBody>
      </p:sp>
      <p:sp>
        <p:nvSpPr>
          <p:cNvPr id="6" name="Google Shape;1374;p39">
            <a:extLst>
              <a:ext uri="{FF2B5EF4-FFF2-40B4-BE49-F238E27FC236}">
                <a16:creationId xmlns:a16="http://schemas.microsoft.com/office/drawing/2014/main" id="{4EF91190-AE80-397F-E10E-BABC1CDD024E}"/>
              </a:ext>
            </a:extLst>
          </p:cNvPr>
          <p:cNvSpPr/>
          <p:nvPr/>
        </p:nvSpPr>
        <p:spPr>
          <a:xfrm>
            <a:off x="4262696" y="1217377"/>
            <a:ext cx="616800" cy="616800"/>
          </a:xfrm>
          <a:prstGeom prst="ellipse">
            <a:avLst/>
          </a:prstGeom>
          <a:solidFill>
            <a:srgbClr val="AEE2F4">
              <a:alpha val="30820"/>
            </a:srgbClr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" name="Google Shape;1377;p39">
            <a:extLst>
              <a:ext uri="{FF2B5EF4-FFF2-40B4-BE49-F238E27FC236}">
                <a16:creationId xmlns:a16="http://schemas.microsoft.com/office/drawing/2014/main" id="{E4B0BD05-6722-4AFF-74A4-1FE1082E497D}"/>
              </a:ext>
            </a:extLst>
          </p:cNvPr>
          <p:cNvSpPr txBox="1">
            <a:spLocks/>
          </p:cNvSpPr>
          <p:nvPr/>
        </p:nvSpPr>
        <p:spPr>
          <a:xfrm>
            <a:off x="2827181" y="2635564"/>
            <a:ext cx="3567837" cy="2126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None/>
              <a:defRPr sz="14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None/>
              <a:defRPr sz="2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None/>
              <a:defRPr sz="2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None/>
              <a:defRPr sz="2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None/>
              <a:defRPr sz="2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None/>
              <a:defRPr sz="2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None/>
              <a:defRPr sz="2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None/>
              <a:defRPr sz="2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None/>
              <a:defRPr sz="2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indent="0"/>
            <a:r>
              <a:rPr lang="en-US"/>
              <a:t>RAG searches your private database for relevant document snippets and attaches them to the prompt, forcing the LLM to answer using your verified corporate facts instead of generic guesses.</a:t>
            </a:r>
            <a:endParaRPr lang="en-US" dirty="0"/>
          </a:p>
        </p:txBody>
      </p:sp>
      <p:sp>
        <p:nvSpPr>
          <p:cNvPr id="8" name="Google Shape;1379;p39">
            <a:extLst>
              <a:ext uri="{FF2B5EF4-FFF2-40B4-BE49-F238E27FC236}">
                <a16:creationId xmlns:a16="http://schemas.microsoft.com/office/drawing/2014/main" id="{9488F464-EEA8-A3C0-F54F-6E783CE1B632}"/>
              </a:ext>
            </a:extLst>
          </p:cNvPr>
          <p:cNvSpPr txBox="1">
            <a:spLocks/>
          </p:cNvSpPr>
          <p:nvPr/>
        </p:nvSpPr>
        <p:spPr>
          <a:xfrm>
            <a:off x="2827181" y="1834177"/>
            <a:ext cx="3567837" cy="801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US"/>
              <a:t>Fixing the Company Data Gap</a:t>
            </a:r>
            <a:endParaRPr lang="en-US" dirty="0"/>
          </a:p>
        </p:txBody>
      </p:sp>
      <p:grpSp>
        <p:nvGrpSpPr>
          <p:cNvPr id="9" name="Google Shape;1398;p39">
            <a:extLst>
              <a:ext uri="{FF2B5EF4-FFF2-40B4-BE49-F238E27FC236}">
                <a16:creationId xmlns:a16="http://schemas.microsoft.com/office/drawing/2014/main" id="{AC3DD12F-B540-BDFE-14E4-081D16E9E77B}"/>
              </a:ext>
            </a:extLst>
          </p:cNvPr>
          <p:cNvGrpSpPr/>
          <p:nvPr/>
        </p:nvGrpSpPr>
        <p:grpSpPr>
          <a:xfrm>
            <a:off x="4381421" y="1374647"/>
            <a:ext cx="379821" cy="326329"/>
            <a:chOff x="1789660" y="2819976"/>
            <a:chExt cx="379821" cy="326329"/>
          </a:xfrm>
        </p:grpSpPr>
        <p:sp>
          <p:nvSpPr>
            <p:cNvPr id="10" name="Google Shape;1399;p39">
              <a:extLst>
                <a:ext uri="{FF2B5EF4-FFF2-40B4-BE49-F238E27FC236}">
                  <a16:creationId xmlns:a16="http://schemas.microsoft.com/office/drawing/2014/main" id="{95205D1E-245E-15A9-30E8-B034DF552814}"/>
                </a:ext>
              </a:extLst>
            </p:cNvPr>
            <p:cNvSpPr/>
            <p:nvPr/>
          </p:nvSpPr>
          <p:spPr>
            <a:xfrm>
              <a:off x="1794919" y="3035111"/>
              <a:ext cx="368834" cy="48232"/>
            </a:xfrm>
            <a:custGeom>
              <a:avLst/>
              <a:gdLst/>
              <a:ahLst/>
              <a:cxnLst/>
              <a:rect l="l" t="t" r="r" b="b"/>
              <a:pathLst>
                <a:path w="18934" h="2476" extrusionOk="0">
                  <a:moveTo>
                    <a:pt x="1" y="1"/>
                  </a:moveTo>
                  <a:lnTo>
                    <a:pt x="1" y="1499"/>
                  </a:lnTo>
                  <a:cubicBezTo>
                    <a:pt x="1" y="2034"/>
                    <a:pt x="442" y="2475"/>
                    <a:pt x="982" y="2475"/>
                  </a:cubicBezTo>
                  <a:lnTo>
                    <a:pt x="17975" y="2475"/>
                  </a:lnTo>
                  <a:cubicBezTo>
                    <a:pt x="18492" y="2475"/>
                    <a:pt x="18933" y="2034"/>
                    <a:pt x="18933" y="1499"/>
                  </a:cubicBezTo>
                  <a:lnTo>
                    <a:pt x="18933" y="1"/>
                  </a:ln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400;p39">
              <a:extLst>
                <a:ext uri="{FF2B5EF4-FFF2-40B4-BE49-F238E27FC236}">
                  <a16:creationId xmlns:a16="http://schemas.microsoft.com/office/drawing/2014/main" id="{51980F05-7386-4728-A2B3-5AB3DA610D50}"/>
                </a:ext>
              </a:extLst>
            </p:cNvPr>
            <p:cNvSpPr/>
            <p:nvPr/>
          </p:nvSpPr>
          <p:spPr>
            <a:xfrm>
              <a:off x="1794919" y="2825236"/>
              <a:ext cx="368834" cy="209897"/>
            </a:xfrm>
            <a:custGeom>
              <a:avLst/>
              <a:gdLst/>
              <a:ahLst/>
              <a:cxnLst/>
              <a:rect l="l" t="t" r="r" b="b"/>
              <a:pathLst>
                <a:path w="18934" h="10775" extrusionOk="0">
                  <a:moveTo>
                    <a:pt x="982" y="1"/>
                  </a:moveTo>
                  <a:cubicBezTo>
                    <a:pt x="442" y="1"/>
                    <a:pt x="1" y="441"/>
                    <a:pt x="1" y="982"/>
                  </a:cubicBezTo>
                  <a:lnTo>
                    <a:pt x="1" y="10775"/>
                  </a:lnTo>
                  <a:lnTo>
                    <a:pt x="18933" y="10775"/>
                  </a:lnTo>
                  <a:lnTo>
                    <a:pt x="18933" y="982"/>
                  </a:lnTo>
                  <a:cubicBezTo>
                    <a:pt x="18933" y="441"/>
                    <a:pt x="18492" y="1"/>
                    <a:pt x="17975" y="1"/>
                  </a:cubicBezTo>
                  <a:close/>
                </a:path>
              </a:pathLst>
            </a:custGeom>
            <a:solidFill>
              <a:srgbClr val="FF93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401;p39">
              <a:extLst>
                <a:ext uri="{FF2B5EF4-FFF2-40B4-BE49-F238E27FC236}">
                  <a16:creationId xmlns:a16="http://schemas.microsoft.com/office/drawing/2014/main" id="{233F3094-9025-DACB-BF33-DB0D4D702AF1}"/>
                </a:ext>
              </a:extLst>
            </p:cNvPr>
            <p:cNvSpPr/>
            <p:nvPr/>
          </p:nvSpPr>
          <p:spPr>
            <a:xfrm>
              <a:off x="1794919" y="2825236"/>
              <a:ext cx="368834" cy="209897"/>
            </a:xfrm>
            <a:custGeom>
              <a:avLst/>
              <a:gdLst/>
              <a:ahLst/>
              <a:cxnLst/>
              <a:rect l="l" t="t" r="r" b="b"/>
              <a:pathLst>
                <a:path w="18934" h="10775" extrusionOk="0">
                  <a:moveTo>
                    <a:pt x="982" y="1"/>
                  </a:moveTo>
                  <a:cubicBezTo>
                    <a:pt x="442" y="1"/>
                    <a:pt x="1" y="441"/>
                    <a:pt x="1" y="982"/>
                  </a:cubicBezTo>
                  <a:lnTo>
                    <a:pt x="1" y="10775"/>
                  </a:lnTo>
                  <a:lnTo>
                    <a:pt x="18933" y="10775"/>
                  </a:lnTo>
                  <a:lnTo>
                    <a:pt x="18933" y="982"/>
                  </a:lnTo>
                  <a:cubicBezTo>
                    <a:pt x="18933" y="441"/>
                    <a:pt x="18492" y="1"/>
                    <a:pt x="17975" y="1"/>
                  </a:cubicBezTo>
                  <a:close/>
                </a:path>
              </a:pathLst>
            </a:custGeom>
            <a:solidFill>
              <a:srgbClr val="FF93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402;p39">
              <a:extLst>
                <a:ext uri="{FF2B5EF4-FFF2-40B4-BE49-F238E27FC236}">
                  <a16:creationId xmlns:a16="http://schemas.microsoft.com/office/drawing/2014/main" id="{1E52AA6D-64E6-4627-12A4-A1BC5E5F9FF7}"/>
                </a:ext>
              </a:extLst>
            </p:cNvPr>
            <p:cNvSpPr/>
            <p:nvPr/>
          </p:nvSpPr>
          <p:spPr>
            <a:xfrm>
              <a:off x="2129836" y="2825236"/>
              <a:ext cx="33915" cy="209897"/>
            </a:xfrm>
            <a:custGeom>
              <a:avLst/>
              <a:gdLst/>
              <a:ahLst/>
              <a:cxnLst/>
              <a:rect l="l" t="t" r="r" b="b"/>
              <a:pathLst>
                <a:path w="1741" h="10775" extrusionOk="0">
                  <a:moveTo>
                    <a:pt x="1" y="1"/>
                  </a:moveTo>
                  <a:cubicBezTo>
                    <a:pt x="541" y="1"/>
                    <a:pt x="982" y="441"/>
                    <a:pt x="982" y="982"/>
                  </a:cubicBezTo>
                  <a:lnTo>
                    <a:pt x="982" y="10775"/>
                  </a:lnTo>
                  <a:lnTo>
                    <a:pt x="1740" y="10775"/>
                  </a:lnTo>
                  <a:lnTo>
                    <a:pt x="1740" y="982"/>
                  </a:lnTo>
                  <a:cubicBezTo>
                    <a:pt x="1740" y="441"/>
                    <a:pt x="1299" y="1"/>
                    <a:pt x="782" y="1"/>
                  </a:cubicBezTo>
                  <a:close/>
                </a:path>
              </a:pathLst>
            </a:custGeom>
            <a:solidFill>
              <a:srgbClr val="FF61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03;p39">
              <a:extLst>
                <a:ext uri="{FF2B5EF4-FFF2-40B4-BE49-F238E27FC236}">
                  <a16:creationId xmlns:a16="http://schemas.microsoft.com/office/drawing/2014/main" id="{2AB95904-480D-4F85-8951-37371036F57E}"/>
                </a:ext>
              </a:extLst>
            </p:cNvPr>
            <p:cNvSpPr/>
            <p:nvPr/>
          </p:nvSpPr>
          <p:spPr>
            <a:xfrm>
              <a:off x="2129836" y="3035111"/>
              <a:ext cx="33915" cy="48232"/>
            </a:xfrm>
            <a:custGeom>
              <a:avLst/>
              <a:gdLst/>
              <a:ahLst/>
              <a:cxnLst/>
              <a:rect l="l" t="t" r="r" b="b"/>
              <a:pathLst>
                <a:path w="1741" h="2476" extrusionOk="0">
                  <a:moveTo>
                    <a:pt x="982" y="1"/>
                  </a:moveTo>
                  <a:lnTo>
                    <a:pt x="982" y="1499"/>
                  </a:lnTo>
                  <a:cubicBezTo>
                    <a:pt x="982" y="2034"/>
                    <a:pt x="541" y="2475"/>
                    <a:pt x="1" y="2475"/>
                  </a:cubicBezTo>
                  <a:lnTo>
                    <a:pt x="782" y="2475"/>
                  </a:lnTo>
                  <a:cubicBezTo>
                    <a:pt x="1299" y="2475"/>
                    <a:pt x="1740" y="2034"/>
                    <a:pt x="1740" y="1499"/>
                  </a:cubicBezTo>
                  <a:lnTo>
                    <a:pt x="1740" y="1"/>
                  </a:lnTo>
                  <a:close/>
                </a:path>
              </a:pathLst>
            </a:custGeom>
            <a:solidFill>
              <a:srgbClr val="866A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404;p39">
              <a:extLst>
                <a:ext uri="{FF2B5EF4-FFF2-40B4-BE49-F238E27FC236}">
                  <a16:creationId xmlns:a16="http://schemas.microsoft.com/office/drawing/2014/main" id="{F02C9E2F-AE74-9E0E-AE19-838BBBDB52FB}"/>
                </a:ext>
              </a:extLst>
            </p:cNvPr>
            <p:cNvSpPr/>
            <p:nvPr/>
          </p:nvSpPr>
          <p:spPr>
            <a:xfrm>
              <a:off x="1937590" y="3083324"/>
              <a:ext cx="83959" cy="57719"/>
            </a:xfrm>
            <a:custGeom>
              <a:avLst/>
              <a:gdLst/>
              <a:ahLst/>
              <a:cxnLst/>
              <a:rect l="l" t="t" r="r" b="b"/>
              <a:pathLst>
                <a:path w="4310" h="2963" extrusionOk="0">
                  <a:moveTo>
                    <a:pt x="295" y="0"/>
                  </a:moveTo>
                  <a:cubicBezTo>
                    <a:pt x="295" y="0"/>
                    <a:pt x="271" y="2157"/>
                    <a:pt x="1" y="2963"/>
                  </a:cubicBezTo>
                  <a:lnTo>
                    <a:pt x="4309" y="2963"/>
                  </a:lnTo>
                  <a:cubicBezTo>
                    <a:pt x="4015" y="2157"/>
                    <a:pt x="3992" y="0"/>
                    <a:pt x="3992" y="0"/>
                  </a:cubicBezTo>
                  <a:close/>
                </a:path>
              </a:pathLst>
            </a:custGeom>
            <a:solidFill>
              <a:srgbClr val="866A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405;p39">
              <a:extLst>
                <a:ext uri="{FF2B5EF4-FFF2-40B4-BE49-F238E27FC236}">
                  <a16:creationId xmlns:a16="http://schemas.microsoft.com/office/drawing/2014/main" id="{FE8F0EAC-5368-4CBA-64E2-0D50A12AD932}"/>
                </a:ext>
              </a:extLst>
            </p:cNvPr>
            <p:cNvSpPr/>
            <p:nvPr/>
          </p:nvSpPr>
          <p:spPr>
            <a:xfrm>
              <a:off x="1942869" y="3083324"/>
              <a:ext cx="72953" cy="14785"/>
            </a:xfrm>
            <a:custGeom>
              <a:avLst/>
              <a:gdLst/>
              <a:ahLst/>
              <a:cxnLst/>
              <a:rect l="l" t="t" r="r" b="b"/>
              <a:pathLst>
                <a:path w="3745" h="759" extrusionOk="0">
                  <a:moveTo>
                    <a:pt x="24" y="0"/>
                  </a:moveTo>
                  <a:cubicBezTo>
                    <a:pt x="24" y="0"/>
                    <a:pt x="24" y="318"/>
                    <a:pt x="0" y="758"/>
                  </a:cubicBezTo>
                  <a:lnTo>
                    <a:pt x="3744" y="758"/>
                  </a:lnTo>
                  <a:cubicBezTo>
                    <a:pt x="3721" y="318"/>
                    <a:pt x="3721" y="0"/>
                    <a:pt x="3721" y="0"/>
                  </a:cubicBez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406;p39">
              <a:extLst>
                <a:ext uri="{FF2B5EF4-FFF2-40B4-BE49-F238E27FC236}">
                  <a16:creationId xmlns:a16="http://schemas.microsoft.com/office/drawing/2014/main" id="{ADE05167-C169-6CD6-2DA5-CC25BC94498D}"/>
                </a:ext>
              </a:extLst>
            </p:cNvPr>
            <p:cNvSpPr/>
            <p:nvPr/>
          </p:nvSpPr>
          <p:spPr>
            <a:xfrm>
              <a:off x="1942869" y="3083324"/>
              <a:ext cx="72953" cy="14785"/>
            </a:xfrm>
            <a:custGeom>
              <a:avLst/>
              <a:gdLst/>
              <a:ahLst/>
              <a:cxnLst/>
              <a:rect l="l" t="t" r="r" b="b"/>
              <a:pathLst>
                <a:path w="3745" h="759" extrusionOk="0">
                  <a:moveTo>
                    <a:pt x="24" y="0"/>
                  </a:moveTo>
                  <a:cubicBezTo>
                    <a:pt x="24" y="0"/>
                    <a:pt x="24" y="318"/>
                    <a:pt x="0" y="758"/>
                  </a:cubicBezTo>
                  <a:lnTo>
                    <a:pt x="3744" y="758"/>
                  </a:lnTo>
                  <a:cubicBezTo>
                    <a:pt x="3721" y="318"/>
                    <a:pt x="3721" y="0"/>
                    <a:pt x="3721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407;p39">
              <a:extLst>
                <a:ext uri="{FF2B5EF4-FFF2-40B4-BE49-F238E27FC236}">
                  <a16:creationId xmlns:a16="http://schemas.microsoft.com/office/drawing/2014/main" id="{A6BAA042-E5DC-591E-FCEC-7407C5604600}"/>
                </a:ext>
              </a:extLst>
            </p:cNvPr>
            <p:cNvSpPr/>
            <p:nvPr/>
          </p:nvSpPr>
          <p:spPr>
            <a:xfrm>
              <a:off x="1818276" y="2851008"/>
              <a:ext cx="322121" cy="184125"/>
            </a:xfrm>
            <a:custGeom>
              <a:avLst/>
              <a:gdLst/>
              <a:ahLst/>
              <a:cxnLst/>
              <a:rect l="l" t="t" r="r" b="b"/>
              <a:pathLst>
                <a:path w="16536" h="9452" extrusionOk="0">
                  <a:moveTo>
                    <a:pt x="418" y="0"/>
                  </a:moveTo>
                  <a:cubicBezTo>
                    <a:pt x="201" y="0"/>
                    <a:pt x="1" y="171"/>
                    <a:pt x="1" y="417"/>
                  </a:cubicBezTo>
                  <a:lnTo>
                    <a:pt x="1" y="9452"/>
                  </a:lnTo>
                  <a:lnTo>
                    <a:pt x="16535" y="9452"/>
                  </a:lnTo>
                  <a:lnTo>
                    <a:pt x="16535" y="417"/>
                  </a:lnTo>
                  <a:cubicBezTo>
                    <a:pt x="16535" y="171"/>
                    <a:pt x="16365" y="0"/>
                    <a:pt x="16118" y="0"/>
                  </a:cubicBez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408;p39">
              <a:extLst>
                <a:ext uri="{FF2B5EF4-FFF2-40B4-BE49-F238E27FC236}">
                  <a16:creationId xmlns:a16="http://schemas.microsoft.com/office/drawing/2014/main" id="{A921D94C-131A-DCBD-44D9-BEB0F5154A97}"/>
                </a:ext>
              </a:extLst>
            </p:cNvPr>
            <p:cNvSpPr/>
            <p:nvPr/>
          </p:nvSpPr>
          <p:spPr>
            <a:xfrm>
              <a:off x="2117466" y="2851008"/>
              <a:ext cx="22928" cy="184125"/>
            </a:xfrm>
            <a:custGeom>
              <a:avLst/>
              <a:gdLst/>
              <a:ahLst/>
              <a:cxnLst/>
              <a:rect l="l" t="t" r="r" b="b"/>
              <a:pathLst>
                <a:path w="1177" h="9452" extrusionOk="0">
                  <a:moveTo>
                    <a:pt x="1" y="0"/>
                  </a:moveTo>
                  <a:cubicBezTo>
                    <a:pt x="218" y="0"/>
                    <a:pt x="418" y="171"/>
                    <a:pt x="418" y="417"/>
                  </a:cubicBezTo>
                  <a:lnTo>
                    <a:pt x="418" y="9452"/>
                  </a:lnTo>
                  <a:lnTo>
                    <a:pt x="1176" y="9452"/>
                  </a:lnTo>
                  <a:lnTo>
                    <a:pt x="1176" y="417"/>
                  </a:lnTo>
                  <a:cubicBezTo>
                    <a:pt x="1176" y="171"/>
                    <a:pt x="1006" y="0"/>
                    <a:pt x="759" y="0"/>
                  </a:cubicBez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409;p39">
              <a:extLst>
                <a:ext uri="{FF2B5EF4-FFF2-40B4-BE49-F238E27FC236}">
                  <a16:creationId xmlns:a16="http://schemas.microsoft.com/office/drawing/2014/main" id="{56F438F3-44A9-192C-6297-0871F21D9AB5}"/>
                </a:ext>
              </a:extLst>
            </p:cNvPr>
            <p:cNvSpPr/>
            <p:nvPr/>
          </p:nvSpPr>
          <p:spPr>
            <a:xfrm>
              <a:off x="1997237" y="2887298"/>
              <a:ext cx="111659" cy="147834"/>
            </a:xfrm>
            <a:custGeom>
              <a:avLst/>
              <a:gdLst/>
              <a:ahLst/>
              <a:cxnLst/>
              <a:rect l="l" t="t" r="r" b="b"/>
              <a:pathLst>
                <a:path w="5732" h="7589" extrusionOk="0">
                  <a:moveTo>
                    <a:pt x="72" y="0"/>
                  </a:moveTo>
                  <a:cubicBezTo>
                    <a:pt x="48" y="0"/>
                    <a:pt x="1" y="47"/>
                    <a:pt x="1" y="71"/>
                  </a:cubicBezTo>
                  <a:lnTo>
                    <a:pt x="1" y="7589"/>
                  </a:lnTo>
                  <a:lnTo>
                    <a:pt x="5732" y="7589"/>
                  </a:lnTo>
                  <a:lnTo>
                    <a:pt x="5732" y="71"/>
                  </a:lnTo>
                  <a:cubicBezTo>
                    <a:pt x="5732" y="47"/>
                    <a:pt x="5708" y="0"/>
                    <a:pt x="5655" y="0"/>
                  </a:cubicBezTo>
                  <a:close/>
                </a:path>
              </a:pathLst>
            </a:custGeom>
            <a:solidFill>
              <a:srgbClr val="FFE1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410;p39">
              <a:extLst>
                <a:ext uri="{FF2B5EF4-FFF2-40B4-BE49-F238E27FC236}">
                  <a16:creationId xmlns:a16="http://schemas.microsoft.com/office/drawing/2014/main" id="{692F89C3-8ABC-80E7-E2BC-07FAA59B9FE4}"/>
                </a:ext>
              </a:extLst>
            </p:cNvPr>
            <p:cNvSpPr/>
            <p:nvPr/>
          </p:nvSpPr>
          <p:spPr>
            <a:xfrm>
              <a:off x="1960946" y="3053773"/>
              <a:ext cx="36778" cy="11006"/>
            </a:xfrm>
            <a:custGeom>
              <a:avLst/>
              <a:gdLst/>
              <a:ahLst/>
              <a:cxnLst/>
              <a:rect l="l" t="t" r="r" b="b"/>
              <a:pathLst>
                <a:path w="1888" h="565" extrusionOk="0">
                  <a:moveTo>
                    <a:pt x="295" y="1"/>
                  </a:moveTo>
                  <a:cubicBezTo>
                    <a:pt x="148" y="1"/>
                    <a:pt x="1" y="124"/>
                    <a:pt x="1" y="271"/>
                  </a:cubicBezTo>
                  <a:cubicBezTo>
                    <a:pt x="1" y="441"/>
                    <a:pt x="148" y="565"/>
                    <a:pt x="295" y="565"/>
                  </a:cubicBezTo>
                  <a:lnTo>
                    <a:pt x="1594" y="565"/>
                  </a:lnTo>
                  <a:cubicBezTo>
                    <a:pt x="1764" y="565"/>
                    <a:pt x="1888" y="441"/>
                    <a:pt x="1888" y="271"/>
                  </a:cubicBezTo>
                  <a:cubicBezTo>
                    <a:pt x="1888" y="124"/>
                    <a:pt x="1764" y="1"/>
                    <a:pt x="1594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411;p39">
              <a:extLst>
                <a:ext uri="{FF2B5EF4-FFF2-40B4-BE49-F238E27FC236}">
                  <a16:creationId xmlns:a16="http://schemas.microsoft.com/office/drawing/2014/main" id="{83A4284C-7270-F40B-6DC8-5DB1370D0DDB}"/>
                </a:ext>
              </a:extLst>
            </p:cNvPr>
            <p:cNvSpPr/>
            <p:nvPr/>
          </p:nvSpPr>
          <p:spPr>
            <a:xfrm>
              <a:off x="1902779" y="2946946"/>
              <a:ext cx="11474" cy="10909"/>
            </a:xfrm>
            <a:custGeom>
              <a:avLst/>
              <a:gdLst/>
              <a:ahLst/>
              <a:cxnLst/>
              <a:rect l="l" t="t" r="r" b="b"/>
              <a:pathLst>
                <a:path w="589" h="560" extrusionOk="0">
                  <a:moveTo>
                    <a:pt x="295" y="1"/>
                  </a:moveTo>
                  <a:cubicBezTo>
                    <a:pt x="148" y="1"/>
                    <a:pt x="1" y="118"/>
                    <a:pt x="1" y="265"/>
                  </a:cubicBezTo>
                  <a:cubicBezTo>
                    <a:pt x="1" y="441"/>
                    <a:pt x="148" y="559"/>
                    <a:pt x="295" y="559"/>
                  </a:cubicBezTo>
                  <a:cubicBezTo>
                    <a:pt x="465" y="559"/>
                    <a:pt x="589" y="441"/>
                    <a:pt x="589" y="265"/>
                  </a:cubicBezTo>
                  <a:cubicBezTo>
                    <a:pt x="589" y="118"/>
                    <a:pt x="465" y="1"/>
                    <a:pt x="295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412;p39">
              <a:extLst>
                <a:ext uri="{FF2B5EF4-FFF2-40B4-BE49-F238E27FC236}">
                  <a16:creationId xmlns:a16="http://schemas.microsoft.com/office/drawing/2014/main" id="{3A23E8E2-7AFF-9377-88D8-6087F886AC1D}"/>
                </a:ext>
              </a:extLst>
            </p:cNvPr>
            <p:cNvSpPr/>
            <p:nvPr/>
          </p:nvSpPr>
          <p:spPr>
            <a:xfrm>
              <a:off x="1886533" y="2922109"/>
              <a:ext cx="43869" cy="20084"/>
            </a:xfrm>
            <a:custGeom>
              <a:avLst/>
              <a:gdLst/>
              <a:ahLst/>
              <a:cxnLst/>
              <a:rect l="l" t="t" r="r" b="b"/>
              <a:pathLst>
                <a:path w="2252" h="1031" extrusionOk="0">
                  <a:moveTo>
                    <a:pt x="1129" y="0"/>
                  </a:moveTo>
                  <a:cubicBezTo>
                    <a:pt x="711" y="0"/>
                    <a:pt x="318" y="218"/>
                    <a:pt x="100" y="588"/>
                  </a:cubicBezTo>
                  <a:cubicBezTo>
                    <a:pt x="0" y="735"/>
                    <a:pt x="47" y="905"/>
                    <a:pt x="194" y="982"/>
                  </a:cubicBezTo>
                  <a:cubicBezTo>
                    <a:pt x="237" y="1015"/>
                    <a:pt x="287" y="1030"/>
                    <a:pt x="337" y="1030"/>
                  </a:cubicBezTo>
                  <a:cubicBezTo>
                    <a:pt x="429" y="1030"/>
                    <a:pt x="523" y="977"/>
                    <a:pt x="588" y="882"/>
                  </a:cubicBezTo>
                  <a:cubicBezTo>
                    <a:pt x="688" y="688"/>
                    <a:pt x="905" y="588"/>
                    <a:pt x="1129" y="588"/>
                  </a:cubicBezTo>
                  <a:cubicBezTo>
                    <a:pt x="1346" y="588"/>
                    <a:pt x="1570" y="688"/>
                    <a:pt x="1693" y="882"/>
                  </a:cubicBezTo>
                  <a:cubicBezTo>
                    <a:pt x="1740" y="982"/>
                    <a:pt x="1840" y="1029"/>
                    <a:pt x="1934" y="1029"/>
                  </a:cubicBezTo>
                  <a:cubicBezTo>
                    <a:pt x="1987" y="1029"/>
                    <a:pt x="2034" y="1005"/>
                    <a:pt x="2081" y="982"/>
                  </a:cubicBezTo>
                  <a:cubicBezTo>
                    <a:pt x="2204" y="905"/>
                    <a:pt x="2251" y="735"/>
                    <a:pt x="2181" y="588"/>
                  </a:cubicBezTo>
                  <a:cubicBezTo>
                    <a:pt x="1934" y="218"/>
                    <a:pt x="1570" y="0"/>
                    <a:pt x="1129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413;p39">
              <a:extLst>
                <a:ext uri="{FF2B5EF4-FFF2-40B4-BE49-F238E27FC236}">
                  <a16:creationId xmlns:a16="http://schemas.microsoft.com/office/drawing/2014/main" id="{E103778B-0184-F3BB-BD42-E995675A70F0}"/>
                </a:ext>
              </a:extLst>
            </p:cNvPr>
            <p:cNvSpPr/>
            <p:nvPr/>
          </p:nvSpPr>
          <p:spPr>
            <a:xfrm>
              <a:off x="1869800" y="2902064"/>
              <a:ext cx="77784" cy="29571"/>
            </a:xfrm>
            <a:custGeom>
              <a:avLst/>
              <a:gdLst/>
              <a:ahLst/>
              <a:cxnLst/>
              <a:rect l="l" t="t" r="r" b="b"/>
              <a:pathLst>
                <a:path w="3993" h="1518" extrusionOk="0">
                  <a:moveTo>
                    <a:pt x="1988" y="1"/>
                  </a:moveTo>
                  <a:cubicBezTo>
                    <a:pt x="1200" y="1"/>
                    <a:pt x="495" y="418"/>
                    <a:pt x="77" y="1076"/>
                  </a:cubicBezTo>
                  <a:cubicBezTo>
                    <a:pt x="1" y="1223"/>
                    <a:pt x="24" y="1394"/>
                    <a:pt x="171" y="1470"/>
                  </a:cubicBezTo>
                  <a:cubicBezTo>
                    <a:pt x="215" y="1495"/>
                    <a:pt x="269" y="1508"/>
                    <a:pt x="323" y="1508"/>
                  </a:cubicBezTo>
                  <a:cubicBezTo>
                    <a:pt x="421" y="1508"/>
                    <a:pt x="520" y="1465"/>
                    <a:pt x="565" y="1370"/>
                  </a:cubicBezTo>
                  <a:cubicBezTo>
                    <a:pt x="859" y="882"/>
                    <a:pt x="1400" y="565"/>
                    <a:pt x="1988" y="565"/>
                  </a:cubicBezTo>
                  <a:cubicBezTo>
                    <a:pt x="2575" y="565"/>
                    <a:pt x="3110" y="882"/>
                    <a:pt x="3404" y="1370"/>
                  </a:cubicBezTo>
                  <a:cubicBezTo>
                    <a:pt x="3481" y="1470"/>
                    <a:pt x="3551" y="1517"/>
                    <a:pt x="3651" y="1517"/>
                  </a:cubicBezTo>
                  <a:cubicBezTo>
                    <a:pt x="3698" y="1517"/>
                    <a:pt x="3751" y="1494"/>
                    <a:pt x="3798" y="1470"/>
                  </a:cubicBezTo>
                  <a:cubicBezTo>
                    <a:pt x="3945" y="1394"/>
                    <a:pt x="3992" y="1223"/>
                    <a:pt x="3898" y="1076"/>
                  </a:cubicBezTo>
                  <a:cubicBezTo>
                    <a:pt x="3504" y="418"/>
                    <a:pt x="2769" y="1"/>
                    <a:pt x="1988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414;p39">
              <a:extLst>
                <a:ext uri="{FF2B5EF4-FFF2-40B4-BE49-F238E27FC236}">
                  <a16:creationId xmlns:a16="http://schemas.microsoft.com/office/drawing/2014/main" id="{9C384D1A-78CC-7EF6-9A6E-65629777AB05}"/>
                </a:ext>
              </a:extLst>
            </p:cNvPr>
            <p:cNvSpPr/>
            <p:nvPr/>
          </p:nvSpPr>
          <p:spPr>
            <a:xfrm>
              <a:off x="1854118" y="2882019"/>
              <a:ext cx="108796" cy="37889"/>
            </a:xfrm>
            <a:custGeom>
              <a:avLst/>
              <a:gdLst/>
              <a:ahLst/>
              <a:cxnLst/>
              <a:rect l="l" t="t" r="r" b="b"/>
              <a:pathLst>
                <a:path w="5585" h="1945" extrusionOk="0">
                  <a:moveTo>
                    <a:pt x="2793" y="1"/>
                  </a:moveTo>
                  <a:cubicBezTo>
                    <a:pt x="1688" y="1"/>
                    <a:pt x="659" y="565"/>
                    <a:pt x="95" y="1517"/>
                  </a:cubicBezTo>
                  <a:cubicBezTo>
                    <a:pt x="1" y="1641"/>
                    <a:pt x="48" y="1811"/>
                    <a:pt x="195" y="1911"/>
                  </a:cubicBezTo>
                  <a:cubicBezTo>
                    <a:pt x="234" y="1934"/>
                    <a:pt x="278" y="1944"/>
                    <a:pt x="323" y="1944"/>
                  </a:cubicBezTo>
                  <a:cubicBezTo>
                    <a:pt x="419" y="1944"/>
                    <a:pt x="520" y="1896"/>
                    <a:pt x="589" y="1811"/>
                  </a:cubicBezTo>
                  <a:cubicBezTo>
                    <a:pt x="1053" y="1030"/>
                    <a:pt x="1888" y="565"/>
                    <a:pt x="2793" y="565"/>
                  </a:cubicBezTo>
                  <a:cubicBezTo>
                    <a:pt x="3698" y="565"/>
                    <a:pt x="4533" y="1030"/>
                    <a:pt x="5020" y="1811"/>
                  </a:cubicBezTo>
                  <a:cubicBezTo>
                    <a:pt x="5067" y="1888"/>
                    <a:pt x="5167" y="1935"/>
                    <a:pt x="5267" y="1935"/>
                  </a:cubicBezTo>
                  <a:cubicBezTo>
                    <a:pt x="5314" y="1935"/>
                    <a:pt x="5361" y="1935"/>
                    <a:pt x="5414" y="1911"/>
                  </a:cubicBezTo>
                  <a:cubicBezTo>
                    <a:pt x="5532" y="1811"/>
                    <a:pt x="5585" y="1641"/>
                    <a:pt x="5508" y="1517"/>
                  </a:cubicBezTo>
                  <a:cubicBezTo>
                    <a:pt x="4920" y="565"/>
                    <a:pt x="3915" y="1"/>
                    <a:pt x="2793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415;p39">
              <a:extLst>
                <a:ext uri="{FF2B5EF4-FFF2-40B4-BE49-F238E27FC236}">
                  <a16:creationId xmlns:a16="http://schemas.microsoft.com/office/drawing/2014/main" id="{D380549B-7944-681D-1090-CEF7810AE2C4}"/>
                </a:ext>
              </a:extLst>
            </p:cNvPr>
            <p:cNvSpPr/>
            <p:nvPr/>
          </p:nvSpPr>
          <p:spPr>
            <a:xfrm>
              <a:off x="1789660" y="2819976"/>
              <a:ext cx="379821" cy="326329"/>
            </a:xfrm>
            <a:custGeom>
              <a:avLst/>
              <a:gdLst/>
              <a:ahLst/>
              <a:cxnLst/>
              <a:rect l="l" t="t" r="r" b="b"/>
              <a:pathLst>
                <a:path w="19498" h="16752" extrusionOk="0">
                  <a:moveTo>
                    <a:pt x="17587" y="1863"/>
                  </a:moveTo>
                  <a:cubicBezTo>
                    <a:pt x="17657" y="1863"/>
                    <a:pt x="17734" y="1934"/>
                    <a:pt x="17734" y="2010"/>
                  </a:cubicBezTo>
                  <a:lnTo>
                    <a:pt x="17734" y="10780"/>
                  </a:lnTo>
                  <a:lnTo>
                    <a:pt x="16682" y="10780"/>
                  </a:lnTo>
                  <a:lnTo>
                    <a:pt x="16682" y="3527"/>
                  </a:lnTo>
                  <a:cubicBezTo>
                    <a:pt x="16682" y="3333"/>
                    <a:pt x="16511" y="3186"/>
                    <a:pt x="16311" y="3186"/>
                  </a:cubicBezTo>
                  <a:lnTo>
                    <a:pt x="15259" y="3186"/>
                  </a:lnTo>
                  <a:cubicBezTo>
                    <a:pt x="15112" y="3186"/>
                    <a:pt x="14989" y="3309"/>
                    <a:pt x="14989" y="3456"/>
                  </a:cubicBezTo>
                  <a:cubicBezTo>
                    <a:pt x="14989" y="3627"/>
                    <a:pt x="15112" y="3750"/>
                    <a:pt x="15259" y="3750"/>
                  </a:cubicBezTo>
                  <a:lnTo>
                    <a:pt x="16117" y="3750"/>
                  </a:lnTo>
                  <a:lnTo>
                    <a:pt x="16117" y="10751"/>
                  </a:lnTo>
                  <a:lnTo>
                    <a:pt x="10951" y="10751"/>
                  </a:lnTo>
                  <a:lnTo>
                    <a:pt x="10951" y="3750"/>
                  </a:lnTo>
                  <a:lnTo>
                    <a:pt x="13960" y="3750"/>
                  </a:lnTo>
                  <a:cubicBezTo>
                    <a:pt x="14107" y="3750"/>
                    <a:pt x="14231" y="3627"/>
                    <a:pt x="14231" y="3456"/>
                  </a:cubicBezTo>
                  <a:cubicBezTo>
                    <a:pt x="14231" y="3309"/>
                    <a:pt x="14107" y="3186"/>
                    <a:pt x="13960" y="3186"/>
                  </a:cubicBezTo>
                  <a:lnTo>
                    <a:pt x="10728" y="3186"/>
                  </a:lnTo>
                  <a:cubicBezTo>
                    <a:pt x="10534" y="3186"/>
                    <a:pt x="10387" y="3333"/>
                    <a:pt x="10387" y="3527"/>
                  </a:cubicBezTo>
                  <a:lnTo>
                    <a:pt x="10387" y="10780"/>
                  </a:lnTo>
                  <a:lnTo>
                    <a:pt x="1764" y="10780"/>
                  </a:lnTo>
                  <a:lnTo>
                    <a:pt x="1764" y="2010"/>
                  </a:lnTo>
                  <a:cubicBezTo>
                    <a:pt x="1764" y="1934"/>
                    <a:pt x="1817" y="1863"/>
                    <a:pt x="1887" y="1863"/>
                  </a:cubicBezTo>
                  <a:close/>
                  <a:moveTo>
                    <a:pt x="18909" y="11338"/>
                  </a:moveTo>
                  <a:lnTo>
                    <a:pt x="18909" y="12543"/>
                  </a:lnTo>
                  <a:cubicBezTo>
                    <a:pt x="18909" y="12908"/>
                    <a:pt x="18616" y="13225"/>
                    <a:pt x="18245" y="13225"/>
                  </a:cubicBezTo>
                  <a:lnTo>
                    <a:pt x="1252" y="13225"/>
                  </a:lnTo>
                  <a:cubicBezTo>
                    <a:pt x="859" y="13225"/>
                    <a:pt x="565" y="12908"/>
                    <a:pt x="565" y="12543"/>
                  </a:cubicBezTo>
                  <a:lnTo>
                    <a:pt x="565" y="11338"/>
                  </a:lnTo>
                  <a:close/>
                  <a:moveTo>
                    <a:pt x="11315" y="13790"/>
                  </a:moveTo>
                  <a:cubicBezTo>
                    <a:pt x="11315" y="14330"/>
                    <a:pt x="11368" y="15453"/>
                    <a:pt x="11539" y="16188"/>
                  </a:cubicBezTo>
                  <a:lnTo>
                    <a:pt x="7959" y="16188"/>
                  </a:lnTo>
                  <a:cubicBezTo>
                    <a:pt x="8106" y="15453"/>
                    <a:pt x="8159" y="14330"/>
                    <a:pt x="8182" y="13790"/>
                  </a:cubicBezTo>
                  <a:close/>
                  <a:moveTo>
                    <a:pt x="1252" y="0"/>
                  </a:moveTo>
                  <a:cubicBezTo>
                    <a:pt x="565" y="0"/>
                    <a:pt x="1" y="541"/>
                    <a:pt x="1" y="1252"/>
                  </a:cubicBezTo>
                  <a:lnTo>
                    <a:pt x="1" y="7741"/>
                  </a:lnTo>
                  <a:cubicBezTo>
                    <a:pt x="1" y="7888"/>
                    <a:pt x="124" y="8012"/>
                    <a:pt x="271" y="8012"/>
                  </a:cubicBezTo>
                  <a:cubicBezTo>
                    <a:pt x="441" y="8012"/>
                    <a:pt x="565" y="7888"/>
                    <a:pt x="565" y="7741"/>
                  </a:cubicBezTo>
                  <a:lnTo>
                    <a:pt x="565" y="1252"/>
                  </a:lnTo>
                  <a:cubicBezTo>
                    <a:pt x="565" y="858"/>
                    <a:pt x="859" y="564"/>
                    <a:pt x="1252" y="564"/>
                  </a:cubicBezTo>
                  <a:lnTo>
                    <a:pt x="18245" y="564"/>
                  </a:lnTo>
                  <a:cubicBezTo>
                    <a:pt x="18616" y="564"/>
                    <a:pt x="18909" y="858"/>
                    <a:pt x="18909" y="1252"/>
                  </a:cubicBezTo>
                  <a:lnTo>
                    <a:pt x="18909" y="10780"/>
                  </a:lnTo>
                  <a:lnTo>
                    <a:pt x="18298" y="10780"/>
                  </a:lnTo>
                  <a:lnTo>
                    <a:pt x="18298" y="2010"/>
                  </a:lnTo>
                  <a:cubicBezTo>
                    <a:pt x="18298" y="1617"/>
                    <a:pt x="17981" y="1299"/>
                    <a:pt x="17587" y="1299"/>
                  </a:cubicBezTo>
                  <a:lnTo>
                    <a:pt x="1887" y="1299"/>
                  </a:lnTo>
                  <a:cubicBezTo>
                    <a:pt x="1493" y="1299"/>
                    <a:pt x="1176" y="1617"/>
                    <a:pt x="1176" y="2010"/>
                  </a:cubicBezTo>
                  <a:lnTo>
                    <a:pt x="1176" y="10780"/>
                  </a:lnTo>
                  <a:lnTo>
                    <a:pt x="565" y="10780"/>
                  </a:lnTo>
                  <a:lnTo>
                    <a:pt x="565" y="9064"/>
                  </a:lnTo>
                  <a:cubicBezTo>
                    <a:pt x="565" y="8893"/>
                    <a:pt x="441" y="8770"/>
                    <a:pt x="271" y="8770"/>
                  </a:cubicBezTo>
                  <a:cubicBezTo>
                    <a:pt x="124" y="8770"/>
                    <a:pt x="1" y="8893"/>
                    <a:pt x="1" y="9064"/>
                  </a:cubicBezTo>
                  <a:lnTo>
                    <a:pt x="1" y="12543"/>
                  </a:lnTo>
                  <a:cubicBezTo>
                    <a:pt x="1" y="13225"/>
                    <a:pt x="565" y="13790"/>
                    <a:pt x="1252" y="13790"/>
                  </a:cubicBezTo>
                  <a:lnTo>
                    <a:pt x="7595" y="13790"/>
                  </a:lnTo>
                  <a:cubicBezTo>
                    <a:pt x="7571" y="14454"/>
                    <a:pt x="7518" y="15576"/>
                    <a:pt x="7371" y="16188"/>
                  </a:cubicBezTo>
                  <a:lnTo>
                    <a:pt x="6372" y="16188"/>
                  </a:lnTo>
                  <a:cubicBezTo>
                    <a:pt x="6225" y="16188"/>
                    <a:pt x="6102" y="16311"/>
                    <a:pt x="6102" y="16482"/>
                  </a:cubicBezTo>
                  <a:cubicBezTo>
                    <a:pt x="6102" y="16628"/>
                    <a:pt x="6225" y="16752"/>
                    <a:pt x="6372" y="16752"/>
                  </a:cubicBezTo>
                  <a:lnTo>
                    <a:pt x="13102" y="16752"/>
                  </a:lnTo>
                  <a:cubicBezTo>
                    <a:pt x="13249" y="16752"/>
                    <a:pt x="13396" y="16628"/>
                    <a:pt x="13396" y="16482"/>
                  </a:cubicBezTo>
                  <a:cubicBezTo>
                    <a:pt x="13396" y="16311"/>
                    <a:pt x="13249" y="16188"/>
                    <a:pt x="13102" y="16188"/>
                  </a:cubicBezTo>
                  <a:lnTo>
                    <a:pt x="12103" y="16188"/>
                  </a:lnTo>
                  <a:cubicBezTo>
                    <a:pt x="11980" y="15576"/>
                    <a:pt x="11903" y="14454"/>
                    <a:pt x="11880" y="13790"/>
                  </a:cubicBezTo>
                  <a:lnTo>
                    <a:pt x="18245" y="13790"/>
                  </a:lnTo>
                  <a:cubicBezTo>
                    <a:pt x="18933" y="13790"/>
                    <a:pt x="19497" y="13225"/>
                    <a:pt x="19497" y="12543"/>
                  </a:cubicBezTo>
                  <a:lnTo>
                    <a:pt x="19497" y="1252"/>
                  </a:lnTo>
                  <a:cubicBezTo>
                    <a:pt x="19497" y="541"/>
                    <a:pt x="18933" y="0"/>
                    <a:pt x="18245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416;p39">
              <a:extLst>
                <a:ext uri="{FF2B5EF4-FFF2-40B4-BE49-F238E27FC236}">
                  <a16:creationId xmlns:a16="http://schemas.microsoft.com/office/drawing/2014/main" id="{8D91F78F-B281-A940-D7E4-1BF5E62F33B0}"/>
                </a:ext>
              </a:extLst>
            </p:cNvPr>
            <p:cNvSpPr/>
            <p:nvPr/>
          </p:nvSpPr>
          <p:spPr>
            <a:xfrm>
              <a:off x="2013386" y="2912603"/>
              <a:ext cx="79264" cy="10889"/>
            </a:xfrm>
            <a:custGeom>
              <a:avLst/>
              <a:gdLst/>
              <a:ahLst/>
              <a:cxnLst/>
              <a:rect l="l" t="t" r="r" b="b"/>
              <a:pathLst>
                <a:path w="4069" h="559" extrusionOk="0">
                  <a:moveTo>
                    <a:pt x="295" y="0"/>
                  </a:moveTo>
                  <a:cubicBezTo>
                    <a:pt x="148" y="0"/>
                    <a:pt x="1" y="118"/>
                    <a:pt x="1" y="265"/>
                  </a:cubicBezTo>
                  <a:cubicBezTo>
                    <a:pt x="1" y="441"/>
                    <a:pt x="148" y="559"/>
                    <a:pt x="295" y="559"/>
                  </a:cubicBezTo>
                  <a:lnTo>
                    <a:pt x="3774" y="559"/>
                  </a:lnTo>
                  <a:cubicBezTo>
                    <a:pt x="3945" y="559"/>
                    <a:pt x="4068" y="441"/>
                    <a:pt x="4068" y="265"/>
                  </a:cubicBezTo>
                  <a:cubicBezTo>
                    <a:pt x="4068" y="118"/>
                    <a:pt x="3945" y="0"/>
                    <a:pt x="3774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417;p39">
              <a:extLst>
                <a:ext uri="{FF2B5EF4-FFF2-40B4-BE49-F238E27FC236}">
                  <a16:creationId xmlns:a16="http://schemas.microsoft.com/office/drawing/2014/main" id="{61DAC42F-3261-0296-5172-1D870F780719}"/>
                </a:ext>
              </a:extLst>
            </p:cNvPr>
            <p:cNvSpPr/>
            <p:nvPr/>
          </p:nvSpPr>
          <p:spPr>
            <a:xfrm>
              <a:off x="2013386" y="2941219"/>
              <a:ext cx="45369" cy="11474"/>
            </a:xfrm>
            <a:custGeom>
              <a:avLst/>
              <a:gdLst/>
              <a:ahLst/>
              <a:cxnLst/>
              <a:rect l="l" t="t" r="r" b="b"/>
              <a:pathLst>
                <a:path w="2329" h="589" extrusionOk="0">
                  <a:moveTo>
                    <a:pt x="295" y="1"/>
                  </a:moveTo>
                  <a:cubicBezTo>
                    <a:pt x="148" y="1"/>
                    <a:pt x="1" y="118"/>
                    <a:pt x="1" y="295"/>
                  </a:cubicBezTo>
                  <a:cubicBezTo>
                    <a:pt x="1" y="442"/>
                    <a:pt x="148" y="589"/>
                    <a:pt x="295" y="589"/>
                  </a:cubicBezTo>
                  <a:lnTo>
                    <a:pt x="2034" y="589"/>
                  </a:lnTo>
                  <a:cubicBezTo>
                    <a:pt x="2205" y="589"/>
                    <a:pt x="2328" y="442"/>
                    <a:pt x="2328" y="295"/>
                  </a:cubicBezTo>
                  <a:cubicBezTo>
                    <a:pt x="2328" y="118"/>
                    <a:pt x="2205" y="1"/>
                    <a:pt x="2034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418;p39">
              <a:extLst>
                <a:ext uri="{FF2B5EF4-FFF2-40B4-BE49-F238E27FC236}">
                  <a16:creationId xmlns:a16="http://schemas.microsoft.com/office/drawing/2014/main" id="{40E44FE0-0728-1E19-749D-2A7777DDA253}"/>
                </a:ext>
              </a:extLst>
            </p:cNvPr>
            <p:cNvSpPr/>
            <p:nvPr/>
          </p:nvSpPr>
          <p:spPr>
            <a:xfrm>
              <a:off x="2013386" y="2970302"/>
              <a:ext cx="79264" cy="11006"/>
            </a:xfrm>
            <a:custGeom>
              <a:avLst/>
              <a:gdLst/>
              <a:ahLst/>
              <a:cxnLst/>
              <a:rect l="l" t="t" r="r" b="b"/>
              <a:pathLst>
                <a:path w="4069" h="565" extrusionOk="0">
                  <a:moveTo>
                    <a:pt x="295" y="1"/>
                  </a:moveTo>
                  <a:cubicBezTo>
                    <a:pt x="148" y="1"/>
                    <a:pt x="1" y="124"/>
                    <a:pt x="1" y="271"/>
                  </a:cubicBezTo>
                  <a:cubicBezTo>
                    <a:pt x="1" y="442"/>
                    <a:pt x="148" y="565"/>
                    <a:pt x="295" y="565"/>
                  </a:cubicBezTo>
                  <a:lnTo>
                    <a:pt x="3774" y="565"/>
                  </a:lnTo>
                  <a:cubicBezTo>
                    <a:pt x="3945" y="565"/>
                    <a:pt x="4068" y="442"/>
                    <a:pt x="4068" y="271"/>
                  </a:cubicBezTo>
                  <a:cubicBezTo>
                    <a:pt x="4068" y="124"/>
                    <a:pt x="3945" y="1"/>
                    <a:pt x="3774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419;p39">
              <a:extLst>
                <a:ext uri="{FF2B5EF4-FFF2-40B4-BE49-F238E27FC236}">
                  <a16:creationId xmlns:a16="http://schemas.microsoft.com/office/drawing/2014/main" id="{5D097683-78DF-5037-F67C-BA7FF29879DE}"/>
                </a:ext>
              </a:extLst>
            </p:cNvPr>
            <p:cNvSpPr/>
            <p:nvPr/>
          </p:nvSpPr>
          <p:spPr>
            <a:xfrm>
              <a:off x="2013386" y="2998937"/>
              <a:ext cx="45369" cy="11454"/>
            </a:xfrm>
            <a:custGeom>
              <a:avLst/>
              <a:gdLst/>
              <a:ahLst/>
              <a:cxnLst/>
              <a:rect l="l" t="t" r="r" b="b"/>
              <a:pathLst>
                <a:path w="2329" h="588" extrusionOk="0">
                  <a:moveTo>
                    <a:pt x="295" y="0"/>
                  </a:moveTo>
                  <a:cubicBezTo>
                    <a:pt x="148" y="0"/>
                    <a:pt x="1" y="147"/>
                    <a:pt x="1" y="294"/>
                  </a:cubicBezTo>
                  <a:cubicBezTo>
                    <a:pt x="1" y="441"/>
                    <a:pt x="148" y="588"/>
                    <a:pt x="295" y="588"/>
                  </a:cubicBezTo>
                  <a:lnTo>
                    <a:pt x="2034" y="588"/>
                  </a:lnTo>
                  <a:cubicBezTo>
                    <a:pt x="2205" y="588"/>
                    <a:pt x="2328" y="441"/>
                    <a:pt x="2328" y="294"/>
                  </a:cubicBezTo>
                  <a:cubicBezTo>
                    <a:pt x="2328" y="147"/>
                    <a:pt x="2205" y="0"/>
                    <a:pt x="2034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420;p39">
              <a:extLst>
                <a:ext uri="{FF2B5EF4-FFF2-40B4-BE49-F238E27FC236}">
                  <a16:creationId xmlns:a16="http://schemas.microsoft.com/office/drawing/2014/main" id="{1D4CF592-5368-88DC-43B4-1CB55CCEE4A0}"/>
                </a:ext>
              </a:extLst>
            </p:cNvPr>
            <p:cNvSpPr/>
            <p:nvPr/>
          </p:nvSpPr>
          <p:spPr>
            <a:xfrm>
              <a:off x="1854118" y="2970302"/>
              <a:ext cx="108796" cy="11006"/>
            </a:xfrm>
            <a:custGeom>
              <a:avLst/>
              <a:gdLst/>
              <a:ahLst/>
              <a:cxnLst/>
              <a:rect l="l" t="t" r="r" b="b"/>
              <a:pathLst>
                <a:path w="5585" h="565" extrusionOk="0">
                  <a:moveTo>
                    <a:pt x="295" y="1"/>
                  </a:moveTo>
                  <a:cubicBezTo>
                    <a:pt x="148" y="1"/>
                    <a:pt x="1" y="124"/>
                    <a:pt x="1" y="271"/>
                  </a:cubicBezTo>
                  <a:cubicBezTo>
                    <a:pt x="1" y="442"/>
                    <a:pt x="148" y="565"/>
                    <a:pt x="295" y="565"/>
                  </a:cubicBezTo>
                  <a:lnTo>
                    <a:pt x="5291" y="565"/>
                  </a:lnTo>
                  <a:cubicBezTo>
                    <a:pt x="5461" y="565"/>
                    <a:pt x="5585" y="442"/>
                    <a:pt x="5585" y="271"/>
                  </a:cubicBezTo>
                  <a:cubicBezTo>
                    <a:pt x="5585" y="124"/>
                    <a:pt x="5461" y="1"/>
                    <a:pt x="5291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421;p39">
              <a:extLst>
                <a:ext uri="{FF2B5EF4-FFF2-40B4-BE49-F238E27FC236}">
                  <a16:creationId xmlns:a16="http://schemas.microsoft.com/office/drawing/2014/main" id="{5421EDEB-F4AC-2F20-AC3D-1C02D297E3B0}"/>
                </a:ext>
              </a:extLst>
            </p:cNvPr>
            <p:cNvSpPr/>
            <p:nvPr/>
          </p:nvSpPr>
          <p:spPr>
            <a:xfrm>
              <a:off x="1854118" y="2998937"/>
              <a:ext cx="108796" cy="11454"/>
            </a:xfrm>
            <a:custGeom>
              <a:avLst/>
              <a:gdLst/>
              <a:ahLst/>
              <a:cxnLst/>
              <a:rect l="l" t="t" r="r" b="b"/>
              <a:pathLst>
                <a:path w="5585" h="588" extrusionOk="0">
                  <a:moveTo>
                    <a:pt x="295" y="0"/>
                  </a:moveTo>
                  <a:cubicBezTo>
                    <a:pt x="148" y="0"/>
                    <a:pt x="1" y="147"/>
                    <a:pt x="1" y="294"/>
                  </a:cubicBezTo>
                  <a:cubicBezTo>
                    <a:pt x="1" y="441"/>
                    <a:pt x="148" y="588"/>
                    <a:pt x="295" y="588"/>
                  </a:cubicBezTo>
                  <a:lnTo>
                    <a:pt x="5291" y="588"/>
                  </a:lnTo>
                  <a:cubicBezTo>
                    <a:pt x="5461" y="588"/>
                    <a:pt x="5585" y="441"/>
                    <a:pt x="5585" y="294"/>
                  </a:cubicBezTo>
                  <a:cubicBezTo>
                    <a:pt x="5585" y="147"/>
                    <a:pt x="5461" y="0"/>
                    <a:pt x="5291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622013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build="allAtOnce"/>
      <p:bldP spid="8" grpId="0" build="allAtOnce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2">
          <a:extLst>
            <a:ext uri="{FF2B5EF4-FFF2-40B4-BE49-F238E27FC236}">
              <a16:creationId xmlns:a16="http://schemas.microsoft.com/office/drawing/2014/main" id="{D164980E-E914-F13D-3C69-B9748961F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4" name="Google Shape;1374;p39">
            <a:extLst>
              <a:ext uri="{FF2B5EF4-FFF2-40B4-BE49-F238E27FC236}">
                <a16:creationId xmlns:a16="http://schemas.microsoft.com/office/drawing/2014/main" id="{03A51440-9885-F2D6-7AE8-F36F20938CB2}"/>
              </a:ext>
            </a:extLst>
          </p:cNvPr>
          <p:cNvSpPr/>
          <p:nvPr/>
        </p:nvSpPr>
        <p:spPr>
          <a:xfrm>
            <a:off x="4262696" y="1217377"/>
            <a:ext cx="616800" cy="616800"/>
          </a:xfrm>
          <a:prstGeom prst="ellipse">
            <a:avLst/>
          </a:prstGeom>
          <a:solidFill>
            <a:srgbClr val="AEE2F4">
              <a:alpha val="30820"/>
            </a:srgbClr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75" name="Google Shape;1375;p39">
            <a:extLst>
              <a:ext uri="{FF2B5EF4-FFF2-40B4-BE49-F238E27FC236}">
                <a16:creationId xmlns:a16="http://schemas.microsoft.com/office/drawing/2014/main" id="{11BFDD35-F1AC-73C5-D941-CEC7A800BC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9291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How RAG helps</a:t>
            </a:r>
            <a:endParaRPr dirty="0"/>
          </a:p>
        </p:txBody>
      </p:sp>
      <p:sp>
        <p:nvSpPr>
          <p:cNvPr id="1377" name="Google Shape;1377;p39">
            <a:extLst>
              <a:ext uri="{FF2B5EF4-FFF2-40B4-BE49-F238E27FC236}">
                <a16:creationId xmlns:a16="http://schemas.microsoft.com/office/drawing/2014/main" id="{59BBC997-9FBA-C420-4642-CD6237690481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2827181" y="2635564"/>
            <a:ext cx="3567837" cy="21267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dirty="0"/>
              <a:t>RAG searches your private database for relevant document snippets and attaches them to the prompt, forcing the LLM to answer using your verified corporate facts instead of generic guesses.</a:t>
            </a:r>
            <a:endParaRPr dirty="0"/>
          </a:p>
        </p:txBody>
      </p:sp>
      <p:sp>
        <p:nvSpPr>
          <p:cNvPr id="1379" name="Google Shape;1379;p39">
            <a:extLst>
              <a:ext uri="{FF2B5EF4-FFF2-40B4-BE49-F238E27FC236}">
                <a16:creationId xmlns:a16="http://schemas.microsoft.com/office/drawing/2014/main" id="{27E73BD6-1209-91B2-140C-19669AC6449A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2827181" y="1834177"/>
            <a:ext cx="3567837" cy="80138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IN" dirty="0"/>
              <a:t>Fixing the Company Data Gap</a:t>
            </a:r>
            <a:endParaRPr dirty="0"/>
          </a:p>
        </p:txBody>
      </p:sp>
      <p:grpSp>
        <p:nvGrpSpPr>
          <p:cNvPr id="1398" name="Google Shape;1398;p39">
            <a:extLst>
              <a:ext uri="{FF2B5EF4-FFF2-40B4-BE49-F238E27FC236}">
                <a16:creationId xmlns:a16="http://schemas.microsoft.com/office/drawing/2014/main" id="{D74F43F1-E1FF-7E4A-EBBC-D4020366EE92}"/>
              </a:ext>
            </a:extLst>
          </p:cNvPr>
          <p:cNvGrpSpPr/>
          <p:nvPr/>
        </p:nvGrpSpPr>
        <p:grpSpPr>
          <a:xfrm>
            <a:off x="4381421" y="1374647"/>
            <a:ext cx="379821" cy="326329"/>
            <a:chOff x="1789660" y="2819976"/>
            <a:chExt cx="379821" cy="326329"/>
          </a:xfrm>
        </p:grpSpPr>
        <p:sp>
          <p:nvSpPr>
            <p:cNvPr id="1399" name="Google Shape;1399;p39">
              <a:extLst>
                <a:ext uri="{FF2B5EF4-FFF2-40B4-BE49-F238E27FC236}">
                  <a16:creationId xmlns:a16="http://schemas.microsoft.com/office/drawing/2014/main" id="{65010081-FD12-BA99-BF61-858ADC813011}"/>
                </a:ext>
              </a:extLst>
            </p:cNvPr>
            <p:cNvSpPr/>
            <p:nvPr/>
          </p:nvSpPr>
          <p:spPr>
            <a:xfrm>
              <a:off x="1794919" y="3035111"/>
              <a:ext cx="368834" cy="48232"/>
            </a:xfrm>
            <a:custGeom>
              <a:avLst/>
              <a:gdLst/>
              <a:ahLst/>
              <a:cxnLst/>
              <a:rect l="l" t="t" r="r" b="b"/>
              <a:pathLst>
                <a:path w="18934" h="2476" extrusionOk="0">
                  <a:moveTo>
                    <a:pt x="1" y="1"/>
                  </a:moveTo>
                  <a:lnTo>
                    <a:pt x="1" y="1499"/>
                  </a:lnTo>
                  <a:cubicBezTo>
                    <a:pt x="1" y="2034"/>
                    <a:pt x="442" y="2475"/>
                    <a:pt x="982" y="2475"/>
                  </a:cubicBezTo>
                  <a:lnTo>
                    <a:pt x="17975" y="2475"/>
                  </a:lnTo>
                  <a:cubicBezTo>
                    <a:pt x="18492" y="2475"/>
                    <a:pt x="18933" y="2034"/>
                    <a:pt x="18933" y="1499"/>
                  </a:cubicBezTo>
                  <a:lnTo>
                    <a:pt x="18933" y="1"/>
                  </a:ln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39">
              <a:extLst>
                <a:ext uri="{FF2B5EF4-FFF2-40B4-BE49-F238E27FC236}">
                  <a16:creationId xmlns:a16="http://schemas.microsoft.com/office/drawing/2014/main" id="{7D6FACE4-987A-3306-0A2E-27008C57AAF9}"/>
                </a:ext>
              </a:extLst>
            </p:cNvPr>
            <p:cNvSpPr/>
            <p:nvPr/>
          </p:nvSpPr>
          <p:spPr>
            <a:xfrm>
              <a:off x="1794919" y="2825236"/>
              <a:ext cx="368834" cy="209897"/>
            </a:xfrm>
            <a:custGeom>
              <a:avLst/>
              <a:gdLst/>
              <a:ahLst/>
              <a:cxnLst/>
              <a:rect l="l" t="t" r="r" b="b"/>
              <a:pathLst>
                <a:path w="18934" h="10775" extrusionOk="0">
                  <a:moveTo>
                    <a:pt x="982" y="1"/>
                  </a:moveTo>
                  <a:cubicBezTo>
                    <a:pt x="442" y="1"/>
                    <a:pt x="1" y="441"/>
                    <a:pt x="1" y="982"/>
                  </a:cubicBezTo>
                  <a:lnTo>
                    <a:pt x="1" y="10775"/>
                  </a:lnTo>
                  <a:lnTo>
                    <a:pt x="18933" y="10775"/>
                  </a:lnTo>
                  <a:lnTo>
                    <a:pt x="18933" y="982"/>
                  </a:lnTo>
                  <a:cubicBezTo>
                    <a:pt x="18933" y="441"/>
                    <a:pt x="18492" y="1"/>
                    <a:pt x="17975" y="1"/>
                  </a:cubicBezTo>
                  <a:close/>
                </a:path>
              </a:pathLst>
            </a:custGeom>
            <a:solidFill>
              <a:srgbClr val="FF93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39">
              <a:extLst>
                <a:ext uri="{FF2B5EF4-FFF2-40B4-BE49-F238E27FC236}">
                  <a16:creationId xmlns:a16="http://schemas.microsoft.com/office/drawing/2014/main" id="{B009CA5D-6E21-2002-8A66-079FBE688D88}"/>
                </a:ext>
              </a:extLst>
            </p:cNvPr>
            <p:cNvSpPr/>
            <p:nvPr/>
          </p:nvSpPr>
          <p:spPr>
            <a:xfrm>
              <a:off x="1794919" y="2825236"/>
              <a:ext cx="368834" cy="209897"/>
            </a:xfrm>
            <a:custGeom>
              <a:avLst/>
              <a:gdLst/>
              <a:ahLst/>
              <a:cxnLst/>
              <a:rect l="l" t="t" r="r" b="b"/>
              <a:pathLst>
                <a:path w="18934" h="10775" extrusionOk="0">
                  <a:moveTo>
                    <a:pt x="982" y="1"/>
                  </a:moveTo>
                  <a:cubicBezTo>
                    <a:pt x="442" y="1"/>
                    <a:pt x="1" y="441"/>
                    <a:pt x="1" y="982"/>
                  </a:cubicBezTo>
                  <a:lnTo>
                    <a:pt x="1" y="10775"/>
                  </a:lnTo>
                  <a:lnTo>
                    <a:pt x="18933" y="10775"/>
                  </a:lnTo>
                  <a:lnTo>
                    <a:pt x="18933" y="982"/>
                  </a:lnTo>
                  <a:cubicBezTo>
                    <a:pt x="18933" y="441"/>
                    <a:pt x="18492" y="1"/>
                    <a:pt x="17975" y="1"/>
                  </a:cubicBezTo>
                  <a:close/>
                </a:path>
              </a:pathLst>
            </a:custGeom>
            <a:solidFill>
              <a:srgbClr val="FF93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39">
              <a:extLst>
                <a:ext uri="{FF2B5EF4-FFF2-40B4-BE49-F238E27FC236}">
                  <a16:creationId xmlns:a16="http://schemas.microsoft.com/office/drawing/2014/main" id="{7699E548-5613-C71B-2F69-5C11C54F9F21}"/>
                </a:ext>
              </a:extLst>
            </p:cNvPr>
            <p:cNvSpPr/>
            <p:nvPr/>
          </p:nvSpPr>
          <p:spPr>
            <a:xfrm>
              <a:off x="2129836" y="2825236"/>
              <a:ext cx="33915" cy="209897"/>
            </a:xfrm>
            <a:custGeom>
              <a:avLst/>
              <a:gdLst/>
              <a:ahLst/>
              <a:cxnLst/>
              <a:rect l="l" t="t" r="r" b="b"/>
              <a:pathLst>
                <a:path w="1741" h="10775" extrusionOk="0">
                  <a:moveTo>
                    <a:pt x="1" y="1"/>
                  </a:moveTo>
                  <a:cubicBezTo>
                    <a:pt x="541" y="1"/>
                    <a:pt x="982" y="441"/>
                    <a:pt x="982" y="982"/>
                  </a:cubicBezTo>
                  <a:lnTo>
                    <a:pt x="982" y="10775"/>
                  </a:lnTo>
                  <a:lnTo>
                    <a:pt x="1740" y="10775"/>
                  </a:lnTo>
                  <a:lnTo>
                    <a:pt x="1740" y="982"/>
                  </a:lnTo>
                  <a:cubicBezTo>
                    <a:pt x="1740" y="441"/>
                    <a:pt x="1299" y="1"/>
                    <a:pt x="782" y="1"/>
                  </a:cubicBezTo>
                  <a:close/>
                </a:path>
              </a:pathLst>
            </a:custGeom>
            <a:solidFill>
              <a:srgbClr val="FF61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39">
              <a:extLst>
                <a:ext uri="{FF2B5EF4-FFF2-40B4-BE49-F238E27FC236}">
                  <a16:creationId xmlns:a16="http://schemas.microsoft.com/office/drawing/2014/main" id="{C91E4C48-9D2D-5276-4A43-5EA7FBD0DF05}"/>
                </a:ext>
              </a:extLst>
            </p:cNvPr>
            <p:cNvSpPr/>
            <p:nvPr/>
          </p:nvSpPr>
          <p:spPr>
            <a:xfrm>
              <a:off x="2129836" y="3035111"/>
              <a:ext cx="33915" cy="48232"/>
            </a:xfrm>
            <a:custGeom>
              <a:avLst/>
              <a:gdLst/>
              <a:ahLst/>
              <a:cxnLst/>
              <a:rect l="l" t="t" r="r" b="b"/>
              <a:pathLst>
                <a:path w="1741" h="2476" extrusionOk="0">
                  <a:moveTo>
                    <a:pt x="982" y="1"/>
                  </a:moveTo>
                  <a:lnTo>
                    <a:pt x="982" y="1499"/>
                  </a:lnTo>
                  <a:cubicBezTo>
                    <a:pt x="982" y="2034"/>
                    <a:pt x="541" y="2475"/>
                    <a:pt x="1" y="2475"/>
                  </a:cubicBezTo>
                  <a:lnTo>
                    <a:pt x="782" y="2475"/>
                  </a:lnTo>
                  <a:cubicBezTo>
                    <a:pt x="1299" y="2475"/>
                    <a:pt x="1740" y="2034"/>
                    <a:pt x="1740" y="1499"/>
                  </a:cubicBezTo>
                  <a:lnTo>
                    <a:pt x="1740" y="1"/>
                  </a:lnTo>
                  <a:close/>
                </a:path>
              </a:pathLst>
            </a:custGeom>
            <a:solidFill>
              <a:srgbClr val="866A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39">
              <a:extLst>
                <a:ext uri="{FF2B5EF4-FFF2-40B4-BE49-F238E27FC236}">
                  <a16:creationId xmlns:a16="http://schemas.microsoft.com/office/drawing/2014/main" id="{AE12FB4B-9A24-5EC1-2A02-7E06388D4671}"/>
                </a:ext>
              </a:extLst>
            </p:cNvPr>
            <p:cNvSpPr/>
            <p:nvPr/>
          </p:nvSpPr>
          <p:spPr>
            <a:xfrm>
              <a:off x="1937590" y="3083324"/>
              <a:ext cx="83959" cy="57719"/>
            </a:xfrm>
            <a:custGeom>
              <a:avLst/>
              <a:gdLst/>
              <a:ahLst/>
              <a:cxnLst/>
              <a:rect l="l" t="t" r="r" b="b"/>
              <a:pathLst>
                <a:path w="4310" h="2963" extrusionOk="0">
                  <a:moveTo>
                    <a:pt x="295" y="0"/>
                  </a:moveTo>
                  <a:cubicBezTo>
                    <a:pt x="295" y="0"/>
                    <a:pt x="271" y="2157"/>
                    <a:pt x="1" y="2963"/>
                  </a:cubicBezTo>
                  <a:lnTo>
                    <a:pt x="4309" y="2963"/>
                  </a:lnTo>
                  <a:cubicBezTo>
                    <a:pt x="4015" y="2157"/>
                    <a:pt x="3992" y="0"/>
                    <a:pt x="3992" y="0"/>
                  </a:cubicBezTo>
                  <a:close/>
                </a:path>
              </a:pathLst>
            </a:custGeom>
            <a:solidFill>
              <a:srgbClr val="866A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39">
              <a:extLst>
                <a:ext uri="{FF2B5EF4-FFF2-40B4-BE49-F238E27FC236}">
                  <a16:creationId xmlns:a16="http://schemas.microsoft.com/office/drawing/2014/main" id="{9E7E777A-94D2-FE22-AB13-6FB2C1BFF2C8}"/>
                </a:ext>
              </a:extLst>
            </p:cNvPr>
            <p:cNvSpPr/>
            <p:nvPr/>
          </p:nvSpPr>
          <p:spPr>
            <a:xfrm>
              <a:off x="1942869" y="3083324"/>
              <a:ext cx="72953" cy="14785"/>
            </a:xfrm>
            <a:custGeom>
              <a:avLst/>
              <a:gdLst/>
              <a:ahLst/>
              <a:cxnLst/>
              <a:rect l="l" t="t" r="r" b="b"/>
              <a:pathLst>
                <a:path w="3745" h="759" extrusionOk="0">
                  <a:moveTo>
                    <a:pt x="24" y="0"/>
                  </a:moveTo>
                  <a:cubicBezTo>
                    <a:pt x="24" y="0"/>
                    <a:pt x="24" y="318"/>
                    <a:pt x="0" y="758"/>
                  </a:cubicBezTo>
                  <a:lnTo>
                    <a:pt x="3744" y="758"/>
                  </a:lnTo>
                  <a:cubicBezTo>
                    <a:pt x="3721" y="318"/>
                    <a:pt x="3721" y="0"/>
                    <a:pt x="3721" y="0"/>
                  </a:cubicBez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39">
              <a:extLst>
                <a:ext uri="{FF2B5EF4-FFF2-40B4-BE49-F238E27FC236}">
                  <a16:creationId xmlns:a16="http://schemas.microsoft.com/office/drawing/2014/main" id="{3DFE865D-1879-3A85-BBA7-F9C7EA05F0F4}"/>
                </a:ext>
              </a:extLst>
            </p:cNvPr>
            <p:cNvSpPr/>
            <p:nvPr/>
          </p:nvSpPr>
          <p:spPr>
            <a:xfrm>
              <a:off x="1942869" y="3083324"/>
              <a:ext cx="72953" cy="14785"/>
            </a:xfrm>
            <a:custGeom>
              <a:avLst/>
              <a:gdLst/>
              <a:ahLst/>
              <a:cxnLst/>
              <a:rect l="l" t="t" r="r" b="b"/>
              <a:pathLst>
                <a:path w="3745" h="759" extrusionOk="0">
                  <a:moveTo>
                    <a:pt x="24" y="0"/>
                  </a:moveTo>
                  <a:cubicBezTo>
                    <a:pt x="24" y="0"/>
                    <a:pt x="24" y="318"/>
                    <a:pt x="0" y="758"/>
                  </a:cubicBezTo>
                  <a:lnTo>
                    <a:pt x="3744" y="758"/>
                  </a:lnTo>
                  <a:cubicBezTo>
                    <a:pt x="3721" y="318"/>
                    <a:pt x="3721" y="0"/>
                    <a:pt x="3721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39">
              <a:extLst>
                <a:ext uri="{FF2B5EF4-FFF2-40B4-BE49-F238E27FC236}">
                  <a16:creationId xmlns:a16="http://schemas.microsoft.com/office/drawing/2014/main" id="{D0D19281-C739-7672-15FC-4BFF9A7A42E5}"/>
                </a:ext>
              </a:extLst>
            </p:cNvPr>
            <p:cNvSpPr/>
            <p:nvPr/>
          </p:nvSpPr>
          <p:spPr>
            <a:xfrm>
              <a:off x="1818276" y="2851008"/>
              <a:ext cx="322121" cy="184125"/>
            </a:xfrm>
            <a:custGeom>
              <a:avLst/>
              <a:gdLst/>
              <a:ahLst/>
              <a:cxnLst/>
              <a:rect l="l" t="t" r="r" b="b"/>
              <a:pathLst>
                <a:path w="16536" h="9452" extrusionOk="0">
                  <a:moveTo>
                    <a:pt x="418" y="0"/>
                  </a:moveTo>
                  <a:cubicBezTo>
                    <a:pt x="201" y="0"/>
                    <a:pt x="1" y="171"/>
                    <a:pt x="1" y="417"/>
                  </a:cubicBezTo>
                  <a:lnTo>
                    <a:pt x="1" y="9452"/>
                  </a:lnTo>
                  <a:lnTo>
                    <a:pt x="16535" y="9452"/>
                  </a:lnTo>
                  <a:lnTo>
                    <a:pt x="16535" y="417"/>
                  </a:lnTo>
                  <a:cubicBezTo>
                    <a:pt x="16535" y="171"/>
                    <a:pt x="16365" y="0"/>
                    <a:pt x="16118" y="0"/>
                  </a:cubicBez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39">
              <a:extLst>
                <a:ext uri="{FF2B5EF4-FFF2-40B4-BE49-F238E27FC236}">
                  <a16:creationId xmlns:a16="http://schemas.microsoft.com/office/drawing/2014/main" id="{451A3BDF-7A8A-A1E6-E807-6D3B17EDA4E5}"/>
                </a:ext>
              </a:extLst>
            </p:cNvPr>
            <p:cNvSpPr/>
            <p:nvPr/>
          </p:nvSpPr>
          <p:spPr>
            <a:xfrm>
              <a:off x="2117466" y="2851008"/>
              <a:ext cx="22928" cy="184125"/>
            </a:xfrm>
            <a:custGeom>
              <a:avLst/>
              <a:gdLst/>
              <a:ahLst/>
              <a:cxnLst/>
              <a:rect l="l" t="t" r="r" b="b"/>
              <a:pathLst>
                <a:path w="1177" h="9452" extrusionOk="0">
                  <a:moveTo>
                    <a:pt x="1" y="0"/>
                  </a:moveTo>
                  <a:cubicBezTo>
                    <a:pt x="218" y="0"/>
                    <a:pt x="418" y="171"/>
                    <a:pt x="418" y="417"/>
                  </a:cubicBezTo>
                  <a:lnTo>
                    <a:pt x="418" y="9452"/>
                  </a:lnTo>
                  <a:lnTo>
                    <a:pt x="1176" y="9452"/>
                  </a:lnTo>
                  <a:lnTo>
                    <a:pt x="1176" y="417"/>
                  </a:lnTo>
                  <a:cubicBezTo>
                    <a:pt x="1176" y="171"/>
                    <a:pt x="1006" y="0"/>
                    <a:pt x="759" y="0"/>
                  </a:cubicBez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39">
              <a:extLst>
                <a:ext uri="{FF2B5EF4-FFF2-40B4-BE49-F238E27FC236}">
                  <a16:creationId xmlns:a16="http://schemas.microsoft.com/office/drawing/2014/main" id="{44DD5B72-636E-75CF-1575-FE245C72C0BC}"/>
                </a:ext>
              </a:extLst>
            </p:cNvPr>
            <p:cNvSpPr/>
            <p:nvPr/>
          </p:nvSpPr>
          <p:spPr>
            <a:xfrm>
              <a:off x="1997237" y="2887298"/>
              <a:ext cx="111659" cy="147834"/>
            </a:xfrm>
            <a:custGeom>
              <a:avLst/>
              <a:gdLst/>
              <a:ahLst/>
              <a:cxnLst/>
              <a:rect l="l" t="t" r="r" b="b"/>
              <a:pathLst>
                <a:path w="5732" h="7589" extrusionOk="0">
                  <a:moveTo>
                    <a:pt x="72" y="0"/>
                  </a:moveTo>
                  <a:cubicBezTo>
                    <a:pt x="48" y="0"/>
                    <a:pt x="1" y="47"/>
                    <a:pt x="1" y="71"/>
                  </a:cubicBezTo>
                  <a:lnTo>
                    <a:pt x="1" y="7589"/>
                  </a:lnTo>
                  <a:lnTo>
                    <a:pt x="5732" y="7589"/>
                  </a:lnTo>
                  <a:lnTo>
                    <a:pt x="5732" y="71"/>
                  </a:lnTo>
                  <a:cubicBezTo>
                    <a:pt x="5732" y="47"/>
                    <a:pt x="5708" y="0"/>
                    <a:pt x="5655" y="0"/>
                  </a:cubicBezTo>
                  <a:close/>
                </a:path>
              </a:pathLst>
            </a:custGeom>
            <a:solidFill>
              <a:srgbClr val="FFE1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39">
              <a:extLst>
                <a:ext uri="{FF2B5EF4-FFF2-40B4-BE49-F238E27FC236}">
                  <a16:creationId xmlns:a16="http://schemas.microsoft.com/office/drawing/2014/main" id="{ACE1EEB2-4D1C-027B-F24F-45FCE4C397ED}"/>
                </a:ext>
              </a:extLst>
            </p:cNvPr>
            <p:cNvSpPr/>
            <p:nvPr/>
          </p:nvSpPr>
          <p:spPr>
            <a:xfrm>
              <a:off x="1960946" y="3053773"/>
              <a:ext cx="36778" cy="11006"/>
            </a:xfrm>
            <a:custGeom>
              <a:avLst/>
              <a:gdLst/>
              <a:ahLst/>
              <a:cxnLst/>
              <a:rect l="l" t="t" r="r" b="b"/>
              <a:pathLst>
                <a:path w="1888" h="565" extrusionOk="0">
                  <a:moveTo>
                    <a:pt x="295" y="1"/>
                  </a:moveTo>
                  <a:cubicBezTo>
                    <a:pt x="148" y="1"/>
                    <a:pt x="1" y="124"/>
                    <a:pt x="1" y="271"/>
                  </a:cubicBezTo>
                  <a:cubicBezTo>
                    <a:pt x="1" y="441"/>
                    <a:pt x="148" y="565"/>
                    <a:pt x="295" y="565"/>
                  </a:cubicBezTo>
                  <a:lnTo>
                    <a:pt x="1594" y="565"/>
                  </a:lnTo>
                  <a:cubicBezTo>
                    <a:pt x="1764" y="565"/>
                    <a:pt x="1888" y="441"/>
                    <a:pt x="1888" y="271"/>
                  </a:cubicBezTo>
                  <a:cubicBezTo>
                    <a:pt x="1888" y="124"/>
                    <a:pt x="1764" y="1"/>
                    <a:pt x="1594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39">
              <a:extLst>
                <a:ext uri="{FF2B5EF4-FFF2-40B4-BE49-F238E27FC236}">
                  <a16:creationId xmlns:a16="http://schemas.microsoft.com/office/drawing/2014/main" id="{683585A2-97C0-0CFB-2A43-8475CC6F63F5}"/>
                </a:ext>
              </a:extLst>
            </p:cNvPr>
            <p:cNvSpPr/>
            <p:nvPr/>
          </p:nvSpPr>
          <p:spPr>
            <a:xfrm>
              <a:off x="1902779" y="2946946"/>
              <a:ext cx="11474" cy="10909"/>
            </a:xfrm>
            <a:custGeom>
              <a:avLst/>
              <a:gdLst/>
              <a:ahLst/>
              <a:cxnLst/>
              <a:rect l="l" t="t" r="r" b="b"/>
              <a:pathLst>
                <a:path w="589" h="560" extrusionOk="0">
                  <a:moveTo>
                    <a:pt x="295" y="1"/>
                  </a:moveTo>
                  <a:cubicBezTo>
                    <a:pt x="148" y="1"/>
                    <a:pt x="1" y="118"/>
                    <a:pt x="1" y="265"/>
                  </a:cubicBezTo>
                  <a:cubicBezTo>
                    <a:pt x="1" y="441"/>
                    <a:pt x="148" y="559"/>
                    <a:pt x="295" y="559"/>
                  </a:cubicBezTo>
                  <a:cubicBezTo>
                    <a:pt x="465" y="559"/>
                    <a:pt x="589" y="441"/>
                    <a:pt x="589" y="265"/>
                  </a:cubicBezTo>
                  <a:cubicBezTo>
                    <a:pt x="589" y="118"/>
                    <a:pt x="465" y="1"/>
                    <a:pt x="295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39">
              <a:extLst>
                <a:ext uri="{FF2B5EF4-FFF2-40B4-BE49-F238E27FC236}">
                  <a16:creationId xmlns:a16="http://schemas.microsoft.com/office/drawing/2014/main" id="{98B47143-F068-323D-8A9B-DDB9C4258452}"/>
                </a:ext>
              </a:extLst>
            </p:cNvPr>
            <p:cNvSpPr/>
            <p:nvPr/>
          </p:nvSpPr>
          <p:spPr>
            <a:xfrm>
              <a:off x="1886533" y="2922109"/>
              <a:ext cx="43869" cy="20084"/>
            </a:xfrm>
            <a:custGeom>
              <a:avLst/>
              <a:gdLst/>
              <a:ahLst/>
              <a:cxnLst/>
              <a:rect l="l" t="t" r="r" b="b"/>
              <a:pathLst>
                <a:path w="2252" h="1031" extrusionOk="0">
                  <a:moveTo>
                    <a:pt x="1129" y="0"/>
                  </a:moveTo>
                  <a:cubicBezTo>
                    <a:pt x="711" y="0"/>
                    <a:pt x="318" y="218"/>
                    <a:pt x="100" y="588"/>
                  </a:cubicBezTo>
                  <a:cubicBezTo>
                    <a:pt x="0" y="735"/>
                    <a:pt x="47" y="905"/>
                    <a:pt x="194" y="982"/>
                  </a:cubicBezTo>
                  <a:cubicBezTo>
                    <a:pt x="237" y="1015"/>
                    <a:pt x="287" y="1030"/>
                    <a:pt x="337" y="1030"/>
                  </a:cubicBezTo>
                  <a:cubicBezTo>
                    <a:pt x="429" y="1030"/>
                    <a:pt x="523" y="977"/>
                    <a:pt x="588" y="882"/>
                  </a:cubicBezTo>
                  <a:cubicBezTo>
                    <a:pt x="688" y="688"/>
                    <a:pt x="905" y="588"/>
                    <a:pt x="1129" y="588"/>
                  </a:cubicBezTo>
                  <a:cubicBezTo>
                    <a:pt x="1346" y="588"/>
                    <a:pt x="1570" y="688"/>
                    <a:pt x="1693" y="882"/>
                  </a:cubicBezTo>
                  <a:cubicBezTo>
                    <a:pt x="1740" y="982"/>
                    <a:pt x="1840" y="1029"/>
                    <a:pt x="1934" y="1029"/>
                  </a:cubicBezTo>
                  <a:cubicBezTo>
                    <a:pt x="1987" y="1029"/>
                    <a:pt x="2034" y="1005"/>
                    <a:pt x="2081" y="982"/>
                  </a:cubicBezTo>
                  <a:cubicBezTo>
                    <a:pt x="2204" y="905"/>
                    <a:pt x="2251" y="735"/>
                    <a:pt x="2181" y="588"/>
                  </a:cubicBezTo>
                  <a:cubicBezTo>
                    <a:pt x="1934" y="218"/>
                    <a:pt x="1570" y="0"/>
                    <a:pt x="1129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39">
              <a:extLst>
                <a:ext uri="{FF2B5EF4-FFF2-40B4-BE49-F238E27FC236}">
                  <a16:creationId xmlns:a16="http://schemas.microsoft.com/office/drawing/2014/main" id="{9041A717-0A57-C0A0-7677-665F8F8D477D}"/>
                </a:ext>
              </a:extLst>
            </p:cNvPr>
            <p:cNvSpPr/>
            <p:nvPr/>
          </p:nvSpPr>
          <p:spPr>
            <a:xfrm>
              <a:off x="1869800" y="2902064"/>
              <a:ext cx="77784" cy="29571"/>
            </a:xfrm>
            <a:custGeom>
              <a:avLst/>
              <a:gdLst/>
              <a:ahLst/>
              <a:cxnLst/>
              <a:rect l="l" t="t" r="r" b="b"/>
              <a:pathLst>
                <a:path w="3993" h="1518" extrusionOk="0">
                  <a:moveTo>
                    <a:pt x="1988" y="1"/>
                  </a:moveTo>
                  <a:cubicBezTo>
                    <a:pt x="1200" y="1"/>
                    <a:pt x="495" y="418"/>
                    <a:pt x="77" y="1076"/>
                  </a:cubicBezTo>
                  <a:cubicBezTo>
                    <a:pt x="1" y="1223"/>
                    <a:pt x="24" y="1394"/>
                    <a:pt x="171" y="1470"/>
                  </a:cubicBezTo>
                  <a:cubicBezTo>
                    <a:pt x="215" y="1495"/>
                    <a:pt x="269" y="1508"/>
                    <a:pt x="323" y="1508"/>
                  </a:cubicBezTo>
                  <a:cubicBezTo>
                    <a:pt x="421" y="1508"/>
                    <a:pt x="520" y="1465"/>
                    <a:pt x="565" y="1370"/>
                  </a:cubicBezTo>
                  <a:cubicBezTo>
                    <a:pt x="859" y="882"/>
                    <a:pt x="1400" y="565"/>
                    <a:pt x="1988" y="565"/>
                  </a:cubicBezTo>
                  <a:cubicBezTo>
                    <a:pt x="2575" y="565"/>
                    <a:pt x="3110" y="882"/>
                    <a:pt x="3404" y="1370"/>
                  </a:cubicBezTo>
                  <a:cubicBezTo>
                    <a:pt x="3481" y="1470"/>
                    <a:pt x="3551" y="1517"/>
                    <a:pt x="3651" y="1517"/>
                  </a:cubicBezTo>
                  <a:cubicBezTo>
                    <a:pt x="3698" y="1517"/>
                    <a:pt x="3751" y="1494"/>
                    <a:pt x="3798" y="1470"/>
                  </a:cubicBezTo>
                  <a:cubicBezTo>
                    <a:pt x="3945" y="1394"/>
                    <a:pt x="3992" y="1223"/>
                    <a:pt x="3898" y="1076"/>
                  </a:cubicBezTo>
                  <a:cubicBezTo>
                    <a:pt x="3504" y="418"/>
                    <a:pt x="2769" y="1"/>
                    <a:pt x="1988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39">
              <a:extLst>
                <a:ext uri="{FF2B5EF4-FFF2-40B4-BE49-F238E27FC236}">
                  <a16:creationId xmlns:a16="http://schemas.microsoft.com/office/drawing/2014/main" id="{9DD98132-B4D5-EC07-0BBC-F23707ABAE7B}"/>
                </a:ext>
              </a:extLst>
            </p:cNvPr>
            <p:cNvSpPr/>
            <p:nvPr/>
          </p:nvSpPr>
          <p:spPr>
            <a:xfrm>
              <a:off x="1854118" y="2882019"/>
              <a:ext cx="108796" cy="37889"/>
            </a:xfrm>
            <a:custGeom>
              <a:avLst/>
              <a:gdLst/>
              <a:ahLst/>
              <a:cxnLst/>
              <a:rect l="l" t="t" r="r" b="b"/>
              <a:pathLst>
                <a:path w="5585" h="1945" extrusionOk="0">
                  <a:moveTo>
                    <a:pt x="2793" y="1"/>
                  </a:moveTo>
                  <a:cubicBezTo>
                    <a:pt x="1688" y="1"/>
                    <a:pt x="659" y="565"/>
                    <a:pt x="95" y="1517"/>
                  </a:cubicBezTo>
                  <a:cubicBezTo>
                    <a:pt x="1" y="1641"/>
                    <a:pt x="48" y="1811"/>
                    <a:pt x="195" y="1911"/>
                  </a:cubicBezTo>
                  <a:cubicBezTo>
                    <a:pt x="234" y="1934"/>
                    <a:pt x="278" y="1944"/>
                    <a:pt x="323" y="1944"/>
                  </a:cubicBezTo>
                  <a:cubicBezTo>
                    <a:pt x="419" y="1944"/>
                    <a:pt x="520" y="1896"/>
                    <a:pt x="589" y="1811"/>
                  </a:cubicBezTo>
                  <a:cubicBezTo>
                    <a:pt x="1053" y="1030"/>
                    <a:pt x="1888" y="565"/>
                    <a:pt x="2793" y="565"/>
                  </a:cubicBezTo>
                  <a:cubicBezTo>
                    <a:pt x="3698" y="565"/>
                    <a:pt x="4533" y="1030"/>
                    <a:pt x="5020" y="1811"/>
                  </a:cubicBezTo>
                  <a:cubicBezTo>
                    <a:pt x="5067" y="1888"/>
                    <a:pt x="5167" y="1935"/>
                    <a:pt x="5267" y="1935"/>
                  </a:cubicBezTo>
                  <a:cubicBezTo>
                    <a:pt x="5314" y="1935"/>
                    <a:pt x="5361" y="1935"/>
                    <a:pt x="5414" y="1911"/>
                  </a:cubicBezTo>
                  <a:cubicBezTo>
                    <a:pt x="5532" y="1811"/>
                    <a:pt x="5585" y="1641"/>
                    <a:pt x="5508" y="1517"/>
                  </a:cubicBezTo>
                  <a:cubicBezTo>
                    <a:pt x="4920" y="565"/>
                    <a:pt x="3915" y="1"/>
                    <a:pt x="2793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39">
              <a:extLst>
                <a:ext uri="{FF2B5EF4-FFF2-40B4-BE49-F238E27FC236}">
                  <a16:creationId xmlns:a16="http://schemas.microsoft.com/office/drawing/2014/main" id="{D17628AA-0684-FBCD-F0A4-1F25C11607CF}"/>
                </a:ext>
              </a:extLst>
            </p:cNvPr>
            <p:cNvSpPr/>
            <p:nvPr/>
          </p:nvSpPr>
          <p:spPr>
            <a:xfrm>
              <a:off x="1789660" y="2819976"/>
              <a:ext cx="379821" cy="326329"/>
            </a:xfrm>
            <a:custGeom>
              <a:avLst/>
              <a:gdLst/>
              <a:ahLst/>
              <a:cxnLst/>
              <a:rect l="l" t="t" r="r" b="b"/>
              <a:pathLst>
                <a:path w="19498" h="16752" extrusionOk="0">
                  <a:moveTo>
                    <a:pt x="17587" y="1863"/>
                  </a:moveTo>
                  <a:cubicBezTo>
                    <a:pt x="17657" y="1863"/>
                    <a:pt x="17734" y="1934"/>
                    <a:pt x="17734" y="2010"/>
                  </a:cubicBezTo>
                  <a:lnTo>
                    <a:pt x="17734" y="10780"/>
                  </a:lnTo>
                  <a:lnTo>
                    <a:pt x="16682" y="10780"/>
                  </a:lnTo>
                  <a:lnTo>
                    <a:pt x="16682" y="3527"/>
                  </a:lnTo>
                  <a:cubicBezTo>
                    <a:pt x="16682" y="3333"/>
                    <a:pt x="16511" y="3186"/>
                    <a:pt x="16311" y="3186"/>
                  </a:cubicBezTo>
                  <a:lnTo>
                    <a:pt x="15259" y="3186"/>
                  </a:lnTo>
                  <a:cubicBezTo>
                    <a:pt x="15112" y="3186"/>
                    <a:pt x="14989" y="3309"/>
                    <a:pt x="14989" y="3456"/>
                  </a:cubicBezTo>
                  <a:cubicBezTo>
                    <a:pt x="14989" y="3627"/>
                    <a:pt x="15112" y="3750"/>
                    <a:pt x="15259" y="3750"/>
                  </a:cubicBezTo>
                  <a:lnTo>
                    <a:pt x="16117" y="3750"/>
                  </a:lnTo>
                  <a:lnTo>
                    <a:pt x="16117" y="10751"/>
                  </a:lnTo>
                  <a:lnTo>
                    <a:pt x="10951" y="10751"/>
                  </a:lnTo>
                  <a:lnTo>
                    <a:pt x="10951" y="3750"/>
                  </a:lnTo>
                  <a:lnTo>
                    <a:pt x="13960" y="3750"/>
                  </a:lnTo>
                  <a:cubicBezTo>
                    <a:pt x="14107" y="3750"/>
                    <a:pt x="14231" y="3627"/>
                    <a:pt x="14231" y="3456"/>
                  </a:cubicBezTo>
                  <a:cubicBezTo>
                    <a:pt x="14231" y="3309"/>
                    <a:pt x="14107" y="3186"/>
                    <a:pt x="13960" y="3186"/>
                  </a:cubicBezTo>
                  <a:lnTo>
                    <a:pt x="10728" y="3186"/>
                  </a:lnTo>
                  <a:cubicBezTo>
                    <a:pt x="10534" y="3186"/>
                    <a:pt x="10387" y="3333"/>
                    <a:pt x="10387" y="3527"/>
                  </a:cubicBezTo>
                  <a:lnTo>
                    <a:pt x="10387" y="10780"/>
                  </a:lnTo>
                  <a:lnTo>
                    <a:pt x="1764" y="10780"/>
                  </a:lnTo>
                  <a:lnTo>
                    <a:pt x="1764" y="2010"/>
                  </a:lnTo>
                  <a:cubicBezTo>
                    <a:pt x="1764" y="1934"/>
                    <a:pt x="1817" y="1863"/>
                    <a:pt x="1887" y="1863"/>
                  </a:cubicBezTo>
                  <a:close/>
                  <a:moveTo>
                    <a:pt x="18909" y="11338"/>
                  </a:moveTo>
                  <a:lnTo>
                    <a:pt x="18909" y="12543"/>
                  </a:lnTo>
                  <a:cubicBezTo>
                    <a:pt x="18909" y="12908"/>
                    <a:pt x="18616" y="13225"/>
                    <a:pt x="18245" y="13225"/>
                  </a:cubicBezTo>
                  <a:lnTo>
                    <a:pt x="1252" y="13225"/>
                  </a:lnTo>
                  <a:cubicBezTo>
                    <a:pt x="859" y="13225"/>
                    <a:pt x="565" y="12908"/>
                    <a:pt x="565" y="12543"/>
                  </a:cubicBezTo>
                  <a:lnTo>
                    <a:pt x="565" y="11338"/>
                  </a:lnTo>
                  <a:close/>
                  <a:moveTo>
                    <a:pt x="11315" y="13790"/>
                  </a:moveTo>
                  <a:cubicBezTo>
                    <a:pt x="11315" y="14330"/>
                    <a:pt x="11368" y="15453"/>
                    <a:pt x="11539" y="16188"/>
                  </a:cubicBezTo>
                  <a:lnTo>
                    <a:pt x="7959" y="16188"/>
                  </a:lnTo>
                  <a:cubicBezTo>
                    <a:pt x="8106" y="15453"/>
                    <a:pt x="8159" y="14330"/>
                    <a:pt x="8182" y="13790"/>
                  </a:cubicBezTo>
                  <a:close/>
                  <a:moveTo>
                    <a:pt x="1252" y="0"/>
                  </a:moveTo>
                  <a:cubicBezTo>
                    <a:pt x="565" y="0"/>
                    <a:pt x="1" y="541"/>
                    <a:pt x="1" y="1252"/>
                  </a:cubicBezTo>
                  <a:lnTo>
                    <a:pt x="1" y="7741"/>
                  </a:lnTo>
                  <a:cubicBezTo>
                    <a:pt x="1" y="7888"/>
                    <a:pt x="124" y="8012"/>
                    <a:pt x="271" y="8012"/>
                  </a:cubicBezTo>
                  <a:cubicBezTo>
                    <a:pt x="441" y="8012"/>
                    <a:pt x="565" y="7888"/>
                    <a:pt x="565" y="7741"/>
                  </a:cubicBezTo>
                  <a:lnTo>
                    <a:pt x="565" y="1252"/>
                  </a:lnTo>
                  <a:cubicBezTo>
                    <a:pt x="565" y="858"/>
                    <a:pt x="859" y="564"/>
                    <a:pt x="1252" y="564"/>
                  </a:cubicBezTo>
                  <a:lnTo>
                    <a:pt x="18245" y="564"/>
                  </a:lnTo>
                  <a:cubicBezTo>
                    <a:pt x="18616" y="564"/>
                    <a:pt x="18909" y="858"/>
                    <a:pt x="18909" y="1252"/>
                  </a:cubicBezTo>
                  <a:lnTo>
                    <a:pt x="18909" y="10780"/>
                  </a:lnTo>
                  <a:lnTo>
                    <a:pt x="18298" y="10780"/>
                  </a:lnTo>
                  <a:lnTo>
                    <a:pt x="18298" y="2010"/>
                  </a:lnTo>
                  <a:cubicBezTo>
                    <a:pt x="18298" y="1617"/>
                    <a:pt x="17981" y="1299"/>
                    <a:pt x="17587" y="1299"/>
                  </a:cubicBezTo>
                  <a:lnTo>
                    <a:pt x="1887" y="1299"/>
                  </a:lnTo>
                  <a:cubicBezTo>
                    <a:pt x="1493" y="1299"/>
                    <a:pt x="1176" y="1617"/>
                    <a:pt x="1176" y="2010"/>
                  </a:cubicBezTo>
                  <a:lnTo>
                    <a:pt x="1176" y="10780"/>
                  </a:lnTo>
                  <a:lnTo>
                    <a:pt x="565" y="10780"/>
                  </a:lnTo>
                  <a:lnTo>
                    <a:pt x="565" y="9064"/>
                  </a:lnTo>
                  <a:cubicBezTo>
                    <a:pt x="565" y="8893"/>
                    <a:pt x="441" y="8770"/>
                    <a:pt x="271" y="8770"/>
                  </a:cubicBezTo>
                  <a:cubicBezTo>
                    <a:pt x="124" y="8770"/>
                    <a:pt x="1" y="8893"/>
                    <a:pt x="1" y="9064"/>
                  </a:cubicBezTo>
                  <a:lnTo>
                    <a:pt x="1" y="12543"/>
                  </a:lnTo>
                  <a:cubicBezTo>
                    <a:pt x="1" y="13225"/>
                    <a:pt x="565" y="13790"/>
                    <a:pt x="1252" y="13790"/>
                  </a:cubicBezTo>
                  <a:lnTo>
                    <a:pt x="7595" y="13790"/>
                  </a:lnTo>
                  <a:cubicBezTo>
                    <a:pt x="7571" y="14454"/>
                    <a:pt x="7518" y="15576"/>
                    <a:pt x="7371" y="16188"/>
                  </a:cubicBezTo>
                  <a:lnTo>
                    <a:pt x="6372" y="16188"/>
                  </a:lnTo>
                  <a:cubicBezTo>
                    <a:pt x="6225" y="16188"/>
                    <a:pt x="6102" y="16311"/>
                    <a:pt x="6102" y="16482"/>
                  </a:cubicBezTo>
                  <a:cubicBezTo>
                    <a:pt x="6102" y="16628"/>
                    <a:pt x="6225" y="16752"/>
                    <a:pt x="6372" y="16752"/>
                  </a:cubicBezTo>
                  <a:lnTo>
                    <a:pt x="13102" y="16752"/>
                  </a:lnTo>
                  <a:cubicBezTo>
                    <a:pt x="13249" y="16752"/>
                    <a:pt x="13396" y="16628"/>
                    <a:pt x="13396" y="16482"/>
                  </a:cubicBezTo>
                  <a:cubicBezTo>
                    <a:pt x="13396" y="16311"/>
                    <a:pt x="13249" y="16188"/>
                    <a:pt x="13102" y="16188"/>
                  </a:cubicBezTo>
                  <a:lnTo>
                    <a:pt x="12103" y="16188"/>
                  </a:lnTo>
                  <a:cubicBezTo>
                    <a:pt x="11980" y="15576"/>
                    <a:pt x="11903" y="14454"/>
                    <a:pt x="11880" y="13790"/>
                  </a:cubicBezTo>
                  <a:lnTo>
                    <a:pt x="18245" y="13790"/>
                  </a:lnTo>
                  <a:cubicBezTo>
                    <a:pt x="18933" y="13790"/>
                    <a:pt x="19497" y="13225"/>
                    <a:pt x="19497" y="12543"/>
                  </a:cubicBezTo>
                  <a:lnTo>
                    <a:pt x="19497" y="1252"/>
                  </a:lnTo>
                  <a:cubicBezTo>
                    <a:pt x="19497" y="541"/>
                    <a:pt x="18933" y="0"/>
                    <a:pt x="18245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39">
              <a:extLst>
                <a:ext uri="{FF2B5EF4-FFF2-40B4-BE49-F238E27FC236}">
                  <a16:creationId xmlns:a16="http://schemas.microsoft.com/office/drawing/2014/main" id="{E192AE04-11ED-B774-903A-725B1EF4240B}"/>
                </a:ext>
              </a:extLst>
            </p:cNvPr>
            <p:cNvSpPr/>
            <p:nvPr/>
          </p:nvSpPr>
          <p:spPr>
            <a:xfrm>
              <a:off x="2013386" y="2912603"/>
              <a:ext cx="79264" cy="10889"/>
            </a:xfrm>
            <a:custGeom>
              <a:avLst/>
              <a:gdLst/>
              <a:ahLst/>
              <a:cxnLst/>
              <a:rect l="l" t="t" r="r" b="b"/>
              <a:pathLst>
                <a:path w="4069" h="559" extrusionOk="0">
                  <a:moveTo>
                    <a:pt x="295" y="0"/>
                  </a:moveTo>
                  <a:cubicBezTo>
                    <a:pt x="148" y="0"/>
                    <a:pt x="1" y="118"/>
                    <a:pt x="1" y="265"/>
                  </a:cubicBezTo>
                  <a:cubicBezTo>
                    <a:pt x="1" y="441"/>
                    <a:pt x="148" y="559"/>
                    <a:pt x="295" y="559"/>
                  </a:cubicBezTo>
                  <a:lnTo>
                    <a:pt x="3774" y="559"/>
                  </a:lnTo>
                  <a:cubicBezTo>
                    <a:pt x="3945" y="559"/>
                    <a:pt x="4068" y="441"/>
                    <a:pt x="4068" y="265"/>
                  </a:cubicBezTo>
                  <a:cubicBezTo>
                    <a:pt x="4068" y="118"/>
                    <a:pt x="3945" y="0"/>
                    <a:pt x="3774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39">
              <a:extLst>
                <a:ext uri="{FF2B5EF4-FFF2-40B4-BE49-F238E27FC236}">
                  <a16:creationId xmlns:a16="http://schemas.microsoft.com/office/drawing/2014/main" id="{EDDB5538-009A-A7C7-2555-5AE074570A28}"/>
                </a:ext>
              </a:extLst>
            </p:cNvPr>
            <p:cNvSpPr/>
            <p:nvPr/>
          </p:nvSpPr>
          <p:spPr>
            <a:xfrm>
              <a:off x="2013386" y="2941219"/>
              <a:ext cx="45369" cy="11474"/>
            </a:xfrm>
            <a:custGeom>
              <a:avLst/>
              <a:gdLst/>
              <a:ahLst/>
              <a:cxnLst/>
              <a:rect l="l" t="t" r="r" b="b"/>
              <a:pathLst>
                <a:path w="2329" h="589" extrusionOk="0">
                  <a:moveTo>
                    <a:pt x="295" y="1"/>
                  </a:moveTo>
                  <a:cubicBezTo>
                    <a:pt x="148" y="1"/>
                    <a:pt x="1" y="118"/>
                    <a:pt x="1" y="295"/>
                  </a:cubicBezTo>
                  <a:cubicBezTo>
                    <a:pt x="1" y="442"/>
                    <a:pt x="148" y="589"/>
                    <a:pt x="295" y="589"/>
                  </a:cubicBezTo>
                  <a:lnTo>
                    <a:pt x="2034" y="589"/>
                  </a:lnTo>
                  <a:cubicBezTo>
                    <a:pt x="2205" y="589"/>
                    <a:pt x="2328" y="442"/>
                    <a:pt x="2328" y="295"/>
                  </a:cubicBezTo>
                  <a:cubicBezTo>
                    <a:pt x="2328" y="118"/>
                    <a:pt x="2205" y="1"/>
                    <a:pt x="2034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39">
              <a:extLst>
                <a:ext uri="{FF2B5EF4-FFF2-40B4-BE49-F238E27FC236}">
                  <a16:creationId xmlns:a16="http://schemas.microsoft.com/office/drawing/2014/main" id="{F10F4FB1-833D-548E-63CD-E1D78E12A4E2}"/>
                </a:ext>
              </a:extLst>
            </p:cNvPr>
            <p:cNvSpPr/>
            <p:nvPr/>
          </p:nvSpPr>
          <p:spPr>
            <a:xfrm>
              <a:off x="2013386" y="2970302"/>
              <a:ext cx="79264" cy="11006"/>
            </a:xfrm>
            <a:custGeom>
              <a:avLst/>
              <a:gdLst/>
              <a:ahLst/>
              <a:cxnLst/>
              <a:rect l="l" t="t" r="r" b="b"/>
              <a:pathLst>
                <a:path w="4069" h="565" extrusionOk="0">
                  <a:moveTo>
                    <a:pt x="295" y="1"/>
                  </a:moveTo>
                  <a:cubicBezTo>
                    <a:pt x="148" y="1"/>
                    <a:pt x="1" y="124"/>
                    <a:pt x="1" y="271"/>
                  </a:cubicBezTo>
                  <a:cubicBezTo>
                    <a:pt x="1" y="442"/>
                    <a:pt x="148" y="565"/>
                    <a:pt x="295" y="565"/>
                  </a:cubicBezTo>
                  <a:lnTo>
                    <a:pt x="3774" y="565"/>
                  </a:lnTo>
                  <a:cubicBezTo>
                    <a:pt x="3945" y="565"/>
                    <a:pt x="4068" y="442"/>
                    <a:pt x="4068" y="271"/>
                  </a:cubicBezTo>
                  <a:cubicBezTo>
                    <a:pt x="4068" y="124"/>
                    <a:pt x="3945" y="1"/>
                    <a:pt x="3774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39">
              <a:extLst>
                <a:ext uri="{FF2B5EF4-FFF2-40B4-BE49-F238E27FC236}">
                  <a16:creationId xmlns:a16="http://schemas.microsoft.com/office/drawing/2014/main" id="{50974C5D-071C-8961-463F-29A7D1CBF0B4}"/>
                </a:ext>
              </a:extLst>
            </p:cNvPr>
            <p:cNvSpPr/>
            <p:nvPr/>
          </p:nvSpPr>
          <p:spPr>
            <a:xfrm>
              <a:off x="2013386" y="2998937"/>
              <a:ext cx="45369" cy="11454"/>
            </a:xfrm>
            <a:custGeom>
              <a:avLst/>
              <a:gdLst/>
              <a:ahLst/>
              <a:cxnLst/>
              <a:rect l="l" t="t" r="r" b="b"/>
              <a:pathLst>
                <a:path w="2329" h="588" extrusionOk="0">
                  <a:moveTo>
                    <a:pt x="295" y="0"/>
                  </a:moveTo>
                  <a:cubicBezTo>
                    <a:pt x="148" y="0"/>
                    <a:pt x="1" y="147"/>
                    <a:pt x="1" y="294"/>
                  </a:cubicBezTo>
                  <a:cubicBezTo>
                    <a:pt x="1" y="441"/>
                    <a:pt x="148" y="588"/>
                    <a:pt x="295" y="588"/>
                  </a:cubicBezTo>
                  <a:lnTo>
                    <a:pt x="2034" y="588"/>
                  </a:lnTo>
                  <a:cubicBezTo>
                    <a:pt x="2205" y="588"/>
                    <a:pt x="2328" y="441"/>
                    <a:pt x="2328" y="294"/>
                  </a:cubicBezTo>
                  <a:cubicBezTo>
                    <a:pt x="2328" y="147"/>
                    <a:pt x="2205" y="0"/>
                    <a:pt x="2034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39">
              <a:extLst>
                <a:ext uri="{FF2B5EF4-FFF2-40B4-BE49-F238E27FC236}">
                  <a16:creationId xmlns:a16="http://schemas.microsoft.com/office/drawing/2014/main" id="{2C1C2A0F-B6CA-70FD-DC48-A0B8C20E3597}"/>
                </a:ext>
              </a:extLst>
            </p:cNvPr>
            <p:cNvSpPr/>
            <p:nvPr/>
          </p:nvSpPr>
          <p:spPr>
            <a:xfrm>
              <a:off x="1854118" y="2970302"/>
              <a:ext cx="108796" cy="11006"/>
            </a:xfrm>
            <a:custGeom>
              <a:avLst/>
              <a:gdLst/>
              <a:ahLst/>
              <a:cxnLst/>
              <a:rect l="l" t="t" r="r" b="b"/>
              <a:pathLst>
                <a:path w="5585" h="565" extrusionOk="0">
                  <a:moveTo>
                    <a:pt x="295" y="1"/>
                  </a:moveTo>
                  <a:cubicBezTo>
                    <a:pt x="148" y="1"/>
                    <a:pt x="1" y="124"/>
                    <a:pt x="1" y="271"/>
                  </a:cubicBezTo>
                  <a:cubicBezTo>
                    <a:pt x="1" y="442"/>
                    <a:pt x="148" y="565"/>
                    <a:pt x="295" y="565"/>
                  </a:cubicBezTo>
                  <a:lnTo>
                    <a:pt x="5291" y="565"/>
                  </a:lnTo>
                  <a:cubicBezTo>
                    <a:pt x="5461" y="565"/>
                    <a:pt x="5585" y="442"/>
                    <a:pt x="5585" y="271"/>
                  </a:cubicBezTo>
                  <a:cubicBezTo>
                    <a:pt x="5585" y="124"/>
                    <a:pt x="5461" y="1"/>
                    <a:pt x="5291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39">
              <a:extLst>
                <a:ext uri="{FF2B5EF4-FFF2-40B4-BE49-F238E27FC236}">
                  <a16:creationId xmlns:a16="http://schemas.microsoft.com/office/drawing/2014/main" id="{542A5475-1110-CFBF-FC2A-B6FC75A06444}"/>
                </a:ext>
              </a:extLst>
            </p:cNvPr>
            <p:cNvSpPr/>
            <p:nvPr/>
          </p:nvSpPr>
          <p:spPr>
            <a:xfrm>
              <a:off x="1854118" y="2998937"/>
              <a:ext cx="108796" cy="11454"/>
            </a:xfrm>
            <a:custGeom>
              <a:avLst/>
              <a:gdLst/>
              <a:ahLst/>
              <a:cxnLst/>
              <a:rect l="l" t="t" r="r" b="b"/>
              <a:pathLst>
                <a:path w="5585" h="588" extrusionOk="0">
                  <a:moveTo>
                    <a:pt x="295" y="0"/>
                  </a:moveTo>
                  <a:cubicBezTo>
                    <a:pt x="148" y="0"/>
                    <a:pt x="1" y="147"/>
                    <a:pt x="1" y="294"/>
                  </a:cubicBezTo>
                  <a:cubicBezTo>
                    <a:pt x="1" y="441"/>
                    <a:pt x="148" y="588"/>
                    <a:pt x="295" y="588"/>
                  </a:cubicBezTo>
                  <a:lnTo>
                    <a:pt x="5291" y="588"/>
                  </a:lnTo>
                  <a:cubicBezTo>
                    <a:pt x="5461" y="588"/>
                    <a:pt x="5585" y="441"/>
                    <a:pt x="5585" y="294"/>
                  </a:cubicBezTo>
                  <a:cubicBezTo>
                    <a:pt x="5585" y="147"/>
                    <a:pt x="5461" y="0"/>
                    <a:pt x="5291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1373;p39">
            <a:extLst>
              <a:ext uri="{FF2B5EF4-FFF2-40B4-BE49-F238E27FC236}">
                <a16:creationId xmlns:a16="http://schemas.microsoft.com/office/drawing/2014/main" id="{EE673202-AFD3-6D1B-CF87-3AFE3E196659}"/>
              </a:ext>
            </a:extLst>
          </p:cNvPr>
          <p:cNvSpPr/>
          <p:nvPr/>
        </p:nvSpPr>
        <p:spPr>
          <a:xfrm>
            <a:off x="6241722" y="1165612"/>
            <a:ext cx="616800" cy="616800"/>
          </a:xfrm>
          <a:prstGeom prst="ellipse">
            <a:avLst/>
          </a:prstGeom>
          <a:solidFill>
            <a:srgbClr val="AEE2F4">
              <a:alpha val="30820"/>
            </a:srgbClr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1376;p39">
            <a:extLst>
              <a:ext uri="{FF2B5EF4-FFF2-40B4-BE49-F238E27FC236}">
                <a16:creationId xmlns:a16="http://schemas.microsoft.com/office/drawing/2014/main" id="{94AB3E46-73FB-FEB4-BB96-EC632CA5624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566022" y="2678509"/>
            <a:ext cx="3852000" cy="20320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dirty="0"/>
              <a:t>By separating AI reasoning from storage, you update the connected database rather than retraining the model. The LLM instantly reads fresh information on the fly with zero machine learning costs.</a:t>
            </a:r>
            <a:endParaRPr dirty="0"/>
          </a:p>
        </p:txBody>
      </p:sp>
      <p:sp>
        <p:nvSpPr>
          <p:cNvPr id="4" name="Google Shape;1378;p39">
            <a:extLst>
              <a:ext uri="{FF2B5EF4-FFF2-40B4-BE49-F238E27FC236}">
                <a16:creationId xmlns:a16="http://schemas.microsoft.com/office/drawing/2014/main" id="{E9E1723E-FAAB-49C4-9B1A-E274EF877A12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4566022" y="1715106"/>
            <a:ext cx="3852000" cy="92099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IN" dirty="0"/>
              <a:t>Enabling "Zero-Shot" Live Updates</a:t>
            </a:r>
            <a:endParaRPr dirty="0"/>
          </a:p>
        </p:txBody>
      </p:sp>
      <p:grpSp>
        <p:nvGrpSpPr>
          <p:cNvPr id="5" name="Google Shape;1380;p39">
            <a:extLst>
              <a:ext uri="{FF2B5EF4-FFF2-40B4-BE49-F238E27FC236}">
                <a16:creationId xmlns:a16="http://schemas.microsoft.com/office/drawing/2014/main" id="{84C06061-7EC2-2ADE-CE8A-B2858C3F9209}"/>
              </a:ext>
            </a:extLst>
          </p:cNvPr>
          <p:cNvGrpSpPr/>
          <p:nvPr/>
        </p:nvGrpSpPr>
        <p:grpSpPr>
          <a:xfrm>
            <a:off x="6369733" y="1359165"/>
            <a:ext cx="379802" cy="291070"/>
            <a:chOff x="2365483" y="2837605"/>
            <a:chExt cx="379802" cy="291070"/>
          </a:xfrm>
        </p:grpSpPr>
        <p:sp>
          <p:nvSpPr>
            <p:cNvPr id="6" name="Google Shape;1381;p39">
              <a:extLst>
                <a:ext uri="{FF2B5EF4-FFF2-40B4-BE49-F238E27FC236}">
                  <a16:creationId xmlns:a16="http://schemas.microsoft.com/office/drawing/2014/main" id="{61540EE2-C4FD-A560-D1BC-CFB42C884BF6}"/>
                </a:ext>
              </a:extLst>
            </p:cNvPr>
            <p:cNvSpPr/>
            <p:nvPr/>
          </p:nvSpPr>
          <p:spPr>
            <a:xfrm>
              <a:off x="2371191" y="3071870"/>
              <a:ext cx="368834" cy="51077"/>
            </a:xfrm>
            <a:custGeom>
              <a:avLst/>
              <a:gdLst/>
              <a:ahLst/>
              <a:cxnLst/>
              <a:rect l="l" t="t" r="r" b="b"/>
              <a:pathLst>
                <a:path w="18934" h="2622" extrusionOk="0">
                  <a:moveTo>
                    <a:pt x="471" y="0"/>
                  </a:moveTo>
                  <a:cubicBezTo>
                    <a:pt x="224" y="0"/>
                    <a:pt x="1" y="224"/>
                    <a:pt x="1" y="494"/>
                  </a:cubicBezTo>
                  <a:cubicBezTo>
                    <a:pt x="1" y="1670"/>
                    <a:pt x="959" y="2622"/>
                    <a:pt x="2135" y="2622"/>
                  </a:cubicBezTo>
                  <a:lnTo>
                    <a:pt x="16782" y="2622"/>
                  </a:lnTo>
                  <a:cubicBezTo>
                    <a:pt x="17981" y="2622"/>
                    <a:pt x="18933" y="1670"/>
                    <a:pt x="18933" y="494"/>
                  </a:cubicBezTo>
                  <a:cubicBezTo>
                    <a:pt x="18933" y="224"/>
                    <a:pt x="18716" y="0"/>
                    <a:pt x="18446" y="0"/>
                  </a:cubicBezTo>
                  <a:close/>
                </a:path>
              </a:pathLst>
            </a:custGeom>
            <a:solidFill>
              <a:srgbClr val="866A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382;p39">
              <a:extLst>
                <a:ext uri="{FF2B5EF4-FFF2-40B4-BE49-F238E27FC236}">
                  <a16:creationId xmlns:a16="http://schemas.microsoft.com/office/drawing/2014/main" id="{2854B79D-E1F7-9334-3F57-1990F7239A55}"/>
                </a:ext>
              </a:extLst>
            </p:cNvPr>
            <p:cNvSpPr/>
            <p:nvPr/>
          </p:nvSpPr>
          <p:spPr>
            <a:xfrm>
              <a:off x="2680355" y="3071870"/>
              <a:ext cx="59667" cy="51077"/>
            </a:xfrm>
            <a:custGeom>
              <a:avLst/>
              <a:gdLst/>
              <a:ahLst/>
              <a:cxnLst/>
              <a:rect l="l" t="t" r="r" b="b"/>
              <a:pathLst>
                <a:path w="3063" h="2622" extrusionOk="0">
                  <a:moveTo>
                    <a:pt x="1669" y="0"/>
                  </a:moveTo>
                  <a:cubicBezTo>
                    <a:pt x="1940" y="0"/>
                    <a:pt x="2157" y="224"/>
                    <a:pt x="2157" y="494"/>
                  </a:cubicBezTo>
                  <a:cubicBezTo>
                    <a:pt x="2157" y="1082"/>
                    <a:pt x="1910" y="1617"/>
                    <a:pt x="1522" y="1987"/>
                  </a:cubicBezTo>
                  <a:cubicBezTo>
                    <a:pt x="1129" y="2375"/>
                    <a:pt x="588" y="2622"/>
                    <a:pt x="0" y="2622"/>
                  </a:cubicBezTo>
                  <a:lnTo>
                    <a:pt x="911" y="2622"/>
                  </a:lnTo>
                  <a:cubicBezTo>
                    <a:pt x="1499" y="2622"/>
                    <a:pt x="2034" y="2375"/>
                    <a:pt x="2428" y="1987"/>
                  </a:cubicBezTo>
                  <a:cubicBezTo>
                    <a:pt x="2821" y="1617"/>
                    <a:pt x="3062" y="1082"/>
                    <a:pt x="3062" y="494"/>
                  </a:cubicBezTo>
                  <a:cubicBezTo>
                    <a:pt x="3062" y="224"/>
                    <a:pt x="2845" y="0"/>
                    <a:pt x="2575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383;p39">
              <a:extLst>
                <a:ext uri="{FF2B5EF4-FFF2-40B4-BE49-F238E27FC236}">
                  <a16:creationId xmlns:a16="http://schemas.microsoft.com/office/drawing/2014/main" id="{627AC058-9252-22DE-034D-E9DAADE8FDC1}"/>
                </a:ext>
              </a:extLst>
            </p:cNvPr>
            <p:cNvSpPr/>
            <p:nvPr/>
          </p:nvSpPr>
          <p:spPr>
            <a:xfrm>
              <a:off x="2392268" y="2843333"/>
              <a:ext cx="326348" cy="228559"/>
            </a:xfrm>
            <a:custGeom>
              <a:avLst/>
              <a:gdLst/>
              <a:ahLst/>
              <a:cxnLst/>
              <a:rect l="l" t="t" r="r" b="b"/>
              <a:pathLst>
                <a:path w="16753" h="11733" extrusionOk="0">
                  <a:moveTo>
                    <a:pt x="859" y="0"/>
                  </a:moveTo>
                  <a:cubicBezTo>
                    <a:pt x="388" y="0"/>
                    <a:pt x="0" y="371"/>
                    <a:pt x="0" y="858"/>
                  </a:cubicBezTo>
                  <a:lnTo>
                    <a:pt x="0" y="10874"/>
                  </a:lnTo>
                  <a:cubicBezTo>
                    <a:pt x="0" y="11368"/>
                    <a:pt x="388" y="11732"/>
                    <a:pt x="859" y="11732"/>
                  </a:cubicBezTo>
                  <a:lnTo>
                    <a:pt x="15894" y="11732"/>
                  </a:lnTo>
                  <a:cubicBezTo>
                    <a:pt x="16382" y="11732"/>
                    <a:pt x="16752" y="11368"/>
                    <a:pt x="16752" y="10874"/>
                  </a:cubicBezTo>
                  <a:lnTo>
                    <a:pt x="16752" y="858"/>
                  </a:lnTo>
                  <a:cubicBezTo>
                    <a:pt x="16752" y="371"/>
                    <a:pt x="16382" y="0"/>
                    <a:pt x="15894" y="0"/>
                  </a:cubicBez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384;p39">
              <a:extLst>
                <a:ext uri="{FF2B5EF4-FFF2-40B4-BE49-F238E27FC236}">
                  <a16:creationId xmlns:a16="http://schemas.microsoft.com/office/drawing/2014/main" id="{967BF97F-995C-1F70-D164-7ED3A68817B6}"/>
                </a:ext>
              </a:extLst>
            </p:cNvPr>
            <p:cNvSpPr/>
            <p:nvPr/>
          </p:nvSpPr>
          <p:spPr>
            <a:xfrm>
              <a:off x="2687095" y="2843333"/>
              <a:ext cx="31519" cy="228559"/>
            </a:xfrm>
            <a:custGeom>
              <a:avLst/>
              <a:gdLst/>
              <a:ahLst/>
              <a:cxnLst/>
              <a:rect l="l" t="t" r="r" b="b"/>
              <a:pathLst>
                <a:path w="1618" h="11733" extrusionOk="0">
                  <a:moveTo>
                    <a:pt x="1" y="0"/>
                  </a:moveTo>
                  <a:cubicBezTo>
                    <a:pt x="465" y="0"/>
                    <a:pt x="859" y="371"/>
                    <a:pt x="859" y="858"/>
                  </a:cubicBezTo>
                  <a:lnTo>
                    <a:pt x="859" y="10874"/>
                  </a:lnTo>
                  <a:cubicBezTo>
                    <a:pt x="859" y="11368"/>
                    <a:pt x="465" y="11732"/>
                    <a:pt x="1" y="11732"/>
                  </a:cubicBezTo>
                  <a:lnTo>
                    <a:pt x="759" y="11732"/>
                  </a:lnTo>
                  <a:cubicBezTo>
                    <a:pt x="1247" y="11732"/>
                    <a:pt x="1617" y="11368"/>
                    <a:pt x="1617" y="10874"/>
                  </a:cubicBezTo>
                  <a:lnTo>
                    <a:pt x="1617" y="858"/>
                  </a:lnTo>
                  <a:cubicBezTo>
                    <a:pt x="1617" y="371"/>
                    <a:pt x="1247" y="0"/>
                    <a:pt x="759" y="0"/>
                  </a:cubicBezTo>
                  <a:close/>
                </a:path>
              </a:pathLst>
            </a:custGeom>
            <a:solidFill>
              <a:srgbClr val="866A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385;p39">
              <a:extLst>
                <a:ext uri="{FF2B5EF4-FFF2-40B4-BE49-F238E27FC236}">
                  <a16:creationId xmlns:a16="http://schemas.microsoft.com/office/drawing/2014/main" id="{6925D947-62BD-5ED8-7547-95E5EB405FD4}"/>
                </a:ext>
              </a:extLst>
            </p:cNvPr>
            <p:cNvSpPr/>
            <p:nvPr/>
          </p:nvSpPr>
          <p:spPr>
            <a:xfrm>
              <a:off x="2416092" y="2863358"/>
              <a:ext cx="278583" cy="188488"/>
            </a:xfrm>
            <a:custGeom>
              <a:avLst/>
              <a:gdLst/>
              <a:ahLst/>
              <a:cxnLst/>
              <a:rect l="l" t="t" r="r" b="b"/>
              <a:pathLst>
                <a:path w="14301" h="9676" extrusionOk="0">
                  <a:moveTo>
                    <a:pt x="317" y="1"/>
                  </a:moveTo>
                  <a:cubicBezTo>
                    <a:pt x="147" y="1"/>
                    <a:pt x="0" y="148"/>
                    <a:pt x="0" y="324"/>
                  </a:cubicBezTo>
                  <a:lnTo>
                    <a:pt x="0" y="9358"/>
                  </a:lnTo>
                  <a:cubicBezTo>
                    <a:pt x="0" y="9529"/>
                    <a:pt x="147" y="9676"/>
                    <a:pt x="317" y="9676"/>
                  </a:cubicBezTo>
                  <a:lnTo>
                    <a:pt x="13983" y="9676"/>
                  </a:lnTo>
                  <a:cubicBezTo>
                    <a:pt x="14154" y="9676"/>
                    <a:pt x="14301" y="9529"/>
                    <a:pt x="14301" y="9358"/>
                  </a:cubicBezTo>
                  <a:lnTo>
                    <a:pt x="14301" y="324"/>
                  </a:lnTo>
                  <a:cubicBezTo>
                    <a:pt x="14301" y="148"/>
                    <a:pt x="14154" y="1"/>
                    <a:pt x="13983" y="1"/>
                  </a:cubicBez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386;p39">
              <a:extLst>
                <a:ext uri="{FF2B5EF4-FFF2-40B4-BE49-F238E27FC236}">
                  <a16:creationId xmlns:a16="http://schemas.microsoft.com/office/drawing/2014/main" id="{A0956273-1906-24E7-2A79-08A6BAC10AAC}"/>
                </a:ext>
              </a:extLst>
            </p:cNvPr>
            <p:cNvSpPr/>
            <p:nvPr/>
          </p:nvSpPr>
          <p:spPr>
            <a:xfrm>
              <a:off x="2673713" y="2863358"/>
              <a:ext cx="20960" cy="188488"/>
            </a:xfrm>
            <a:custGeom>
              <a:avLst/>
              <a:gdLst/>
              <a:ahLst/>
              <a:cxnLst/>
              <a:rect l="l" t="t" r="r" b="b"/>
              <a:pathLst>
                <a:path w="1076" h="9676" extrusionOk="0">
                  <a:moveTo>
                    <a:pt x="0" y="1"/>
                  </a:moveTo>
                  <a:cubicBezTo>
                    <a:pt x="171" y="1"/>
                    <a:pt x="318" y="148"/>
                    <a:pt x="318" y="324"/>
                  </a:cubicBezTo>
                  <a:lnTo>
                    <a:pt x="318" y="9358"/>
                  </a:lnTo>
                  <a:cubicBezTo>
                    <a:pt x="318" y="9529"/>
                    <a:pt x="171" y="9676"/>
                    <a:pt x="0" y="9676"/>
                  </a:cubicBezTo>
                  <a:lnTo>
                    <a:pt x="758" y="9676"/>
                  </a:lnTo>
                  <a:cubicBezTo>
                    <a:pt x="929" y="9676"/>
                    <a:pt x="1076" y="9529"/>
                    <a:pt x="1076" y="9358"/>
                  </a:cubicBezTo>
                  <a:lnTo>
                    <a:pt x="1076" y="324"/>
                  </a:lnTo>
                  <a:cubicBezTo>
                    <a:pt x="1076" y="148"/>
                    <a:pt x="929" y="1"/>
                    <a:pt x="758" y="1"/>
                  </a:cubicBez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387;p39">
              <a:extLst>
                <a:ext uri="{FF2B5EF4-FFF2-40B4-BE49-F238E27FC236}">
                  <a16:creationId xmlns:a16="http://schemas.microsoft.com/office/drawing/2014/main" id="{248D2425-1430-8CE7-B6DE-EEE4F3152133}"/>
                </a:ext>
              </a:extLst>
            </p:cNvPr>
            <p:cNvSpPr/>
            <p:nvPr/>
          </p:nvSpPr>
          <p:spPr>
            <a:xfrm>
              <a:off x="2416092" y="2863358"/>
              <a:ext cx="278583" cy="42973"/>
            </a:xfrm>
            <a:custGeom>
              <a:avLst/>
              <a:gdLst/>
              <a:ahLst/>
              <a:cxnLst/>
              <a:rect l="l" t="t" r="r" b="b"/>
              <a:pathLst>
                <a:path w="14301" h="2206" extrusionOk="0">
                  <a:moveTo>
                    <a:pt x="317" y="1"/>
                  </a:moveTo>
                  <a:cubicBezTo>
                    <a:pt x="147" y="1"/>
                    <a:pt x="0" y="148"/>
                    <a:pt x="0" y="324"/>
                  </a:cubicBezTo>
                  <a:lnTo>
                    <a:pt x="0" y="2205"/>
                  </a:lnTo>
                  <a:lnTo>
                    <a:pt x="14301" y="2205"/>
                  </a:lnTo>
                  <a:lnTo>
                    <a:pt x="14301" y="324"/>
                  </a:lnTo>
                  <a:cubicBezTo>
                    <a:pt x="14301" y="148"/>
                    <a:pt x="14154" y="1"/>
                    <a:pt x="13983" y="1"/>
                  </a:cubicBezTo>
                  <a:close/>
                </a:path>
              </a:pathLst>
            </a:custGeom>
            <a:solidFill>
              <a:srgbClr val="FF93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88;p39">
              <a:extLst>
                <a:ext uri="{FF2B5EF4-FFF2-40B4-BE49-F238E27FC236}">
                  <a16:creationId xmlns:a16="http://schemas.microsoft.com/office/drawing/2014/main" id="{8FDCF20A-676E-1B7A-E872-4E0E3DD20FCA}"/>
                </a:ext>
              </a:extLst>
            </p:cNvPr>
            <p:cNvSpPr/>
            <p:nvPr/>
          </p:nvSpPr>
          <p:spPr>
            <a:xfrm>
              <a:off x="2673713" y="2863358"/>
              <a:ext cx="20960" cy="42973"/>
            </a:xfrm>
            <a:custGeom>
              <a:avLst/>
              <a:gdLst/>
              <a:ahLst/>
              <a:cxnLst/>
              <a:rect l="l" t="t" r="r" b="b"/>
              <a:pathLst>
                <a:path w="1076" h="2206" extrusionOk="0">
                  <a:moveTo>
                    <a:pt x="0" y="1"/>
                  </a:moveTo>
                  <a:cubicBezTo>
                    <a:pt x="171" y="1"/>
                    <a:pt x="318" y="148"/>
                    <a:pt x="318" y="324"/>
                  </a:cubicBezTo>
                  <a:lnTo>
                    <a:pt x="318" y="2205"/>
                  </a:lnTo>
                  <a:lnTo>
                    <a:pt x="1076" y="2205"/>
                  </a:lnTo>
                  <a:lnTo>
                    <a:pt x="1076" y="324"/>
                  </a:lnTo>
                  <a:cubicBezTo>
                    <a:pt x="1076" y="148"/>
                    <a:pt x="929" y="1"/>
                    <a:pt x="758" y="1"/>
                  </a:cubicBezTo>
                  <a:close/>
                </a:path>
              </a:pathLst>
            </a:custGeom>
            <a:solidFill>
              <a:srgbClr val="FF61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389;p39">
              <a:extLst>
                <a:ext uri="{FF2B5EF4-FFF2-40B4-BE49-F238E27FC236}">
                  <a16:creationId xmlns:a16="http://schemas.microsoft.com/office/drawing/2014/main" id="{5F766826-EFB0-ED9B-A7B2-7B42C2CAB622}"/>
                </a:ext>
              </a:extLst>
            </p:cNvPr>
            <p:cNvSpPr/>
            <p:nvPr/>
          </p:nvSpPr>
          <p:spPr>
            <a:xfrm>
              <a:off x="2521536" y="3071870"/>
              <a:ext cx="68258" cy="21993"/>
            </a:xfrm>
            <a:custGeom>
              <a:avLst/>
              <a:gdLst/>
              <a:ahLst/>
              <a:cxnLst/>
              <a:rect l="l" t="t" r="r" b="b"/>
              <a:pathLst>
                <a:path w="3504" h="1129" extrusionOk="0">
                  <a:moveTo>
                    <a:pt x="1" y="0"/>
                  </a:moveTo>
                  <a:lnTo>
                    <a:pt x="1" y="565"/>
                  </a:lnTo>
                  <a:cubicBezTo>
                    <a:pt x="1" y="882"/>
                    <a:pt x="247" y="1129"/>
                    <a:pt x="565" y="1129"/>
                  </a:cubicBezTo>
                  <a:lnTo>
                    <a:pt x="2939" y="1129"/>
                  </a:lnTo>
                  <a:cubicBezTo>
                    <a:pt x="3233" y="1129"/>
                    <a:pt x="3504" y="882"/>
                    <a:pt x="3504" y="565"/>
                  </a:cubicBezTo>
                  <a:lnTo>
                    <a:pt x="3504" y="0"/>
                  </a:lnTo>
                  <a:close/>
                </a:path>
              </a:pathLst>
            </a:custGeom>
            <a:solidFill>
              <a:srgbClr val="356B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390;p39">
              <a:extLst>
                <a:ext uri="{FF2B5EF4-FFF2-40B4-BE49-F238E27FC236}">
                  <a16:creationId xmlns:a16="http://schemas.microsoft.com/office/drawing/2014/main" id="{C72989AF-6E16-C6EB-3A1C-F1CB1BB93395}"/>
                </a:ext>
              </a:extLst>
            </p:cNvPr>
            <p:cNvSpPr/>
            <p:nvPr/>
          </p:nvSpPr>
          <p:spPr>
            <a:xfrm>
              <a:off x="2487193" y="2889130"/>
              <a:ext cx="136496" cy="136964"/>
            </a:xfrm>
            <a:custGeom>
              <a:avLst/>
              <a:gdLst/>
              <a:ahLst/>
              <a:cxnLst/>
              <a:rect l="l" t="t" r="r" b="b"/>
              <a:pathLst>
                <a:path w="7007" h="7031" extrusionOk="0">
                  <a:moveTo>
                    <a:pt x="3503" y="0"/>
                  </a:moveTo>
                  <a:cubicBezTo>
                    <a:pt x="1570" y="0"/>
                    <a:pt x="0" y="1570"/>
                    <a:pt x="0" y="3527"/>
                  </a:cubicBezTo>
                  <a:cubicBezTo>
                    <a:pt x="0" y="5467"/>
                    <a:pt x="1570" y="7030"/>
                    <a:pt x="3503" y="7030"/>
                  </a:cubicBezTo>
                  <a:cubicBezTo>
                    <a:pt x="5437" y="7030"/>
                    <a:pt x="7007" y="5467"/>
                    <a:pt x="7007" y="3527"/>
                  </a:cubicBezTo>
                  <a:cubicBezTo>
                    <a:pt x="7007" y="2598"/>
                    <a:pt x="6636" y="1693"/>
                    <a:pt x="5978" y="1029"/>
                  </a:cubicBezTo>
                  <a:cubicBezTo>
                    <a:pt x="5337" y="371"/>
                    <a:pt x="4432" y="0"/>
                    <a:pt x="3503" y="0"/>
                  </a:cubicBezTo>
                  <a:close/>
                </a:path>
              </a:pathLst>
            </a:custGeom>
            <a:solidFill>
              <a:srgbClr val="00C7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391;p39">
              <a:extLst>
                <a:ext uri="{FF2B5EF4-FFF2-40B4-BE49-F238E27FC236}">
                  <a16:creationId xmlns:a16="http://schemas.microsoft.com/office/drawing/2014/main" id="{4800C2CA-0C4B-3216-6776-70BF67BD4DE6}"/>
                </a:ext>
              </a:extLst>
            </p:cNvPr>
            <p:cNvSpPr/>
            <p:nvPr/>
          </p:nvSpPr>
          <p:spPr>
            <a:xfrm>
              <a:off x="2365483" y="2837605"/>
              <a:ext cx="379802" cy="291070"/>
            </a:xfrm>
            <a:custGeom>
              <a:avLst/>
              <a:gdLst/>
              <a:ahLst/>
              <a:cxnLst/>
              <a:rect l="l" t="t" r="r" b="b"/>
              <a:pathLst>
                <a:path w="19497" h="14942" extrusionOk="0">
                  <a:moveTo>
                    <a:pt x="11221" y="12320"/>
                  </a:moveTo>
                  <a:lnTo>
                    <a:pt x="11221" y="12591"/>
                  </a:lnTo>
                  <a:cubicBezTo>
                    <a:pt x="11221" y="12738"/>
                    <a:pt x="11097" y="12885"/>
                    <a:pt x="10950" y="12885"/>
                  </a:cubicBezTo>
                  <a:lnTo>
                    <a:pt x="8576" y="12885"/>
                  </a:lnTo>
                  <a:cubicBezTo>
                    <a:pt x="8429" y="12885"/>
                    <a:pt x="8282" y="12738"/>
                    <a:pt x="8282" y="12591"/>
                  </a:cubicBezTo>
                  <a:lnTo>
                    <a:pt x="8282" y="12320"/>
                  </a:lnTo>
                  <a:close/>
                  <a:moveTo>
                    <a:pt x="2234" y="0"/>
                  </a:moveTo>
                  <a:cubicBezTo>
                    <a:pt x="1616" y="0"/>
                    <a:pt x="1105" y="518"/>
                    <a:pt x="1105" y="1152"/>
                  </a:cubicBezTo>
                  <a:lnTo>
                    <a:pt x="1105" y="11168"/>
                  </a:lnTo>
                  <a:cubicBezTo>
                    <a:pt x="1105" y="11392"/>
                    <a:pt x="1152" y="11586"/>
                    <a:pt x="1252" y="11732"/>
                  </a:cubicBezTo>
                  <a:lnTo>
                    <a:pt x="764" y="11732"/>
                  </a:lnTo>
                  <a:cubicBezTo>
                    <a:pt x="347" y="11732"/>
                    <a:pt x="0" y="12079"/>
                    <a:pt x="0" y="12520"/>
                  </a:cubicBezTo>
                  <a:cubicBezTo>
                    <a:pt x="0" y="13843"/>
                    <a:pt x="1105" y="14942"/>
                    <a:pt x="2428" y="14942"/>
                  </a:cubicBezTo>
                  <a:lnTo>
                    <a:pt x="3674" y="14942"/>
                  </a:lnTo>
                  <a:cubicBezTo>
                    <a:pt x="3821" y="14942"/>
                    <a:pt x="3968" y="14795"/>
                    <a:pt x="3968" y="14648"/>
                  </a:cubicBezTo>
                  <a:cubicBezTo>
                    <a:pt x="3968" y="14501"/>
                    <a:pt x="3821" y="14354"/>
                    <a:pt x="3674" y="14354"/>
                  </a:cubicBezTo>
                  <a:lnTo>
                    <a:pt x="2428" y="14354"/>
                  </a:lnTo>
                  <a:cubicBezTo>
                    <a:pt x="1399" y="14354"/>
                    <a:pt x="588" y="13519"/>
                    <a:pt x="588" y="12520"/>
                  </a:cubicBezTo>
                  <a:cubicBezTo>
                    <a:pt x="588" y="12397"/>
                    <a:pt x="664" y="12320"/>
                    <a:pt x="764" y="12320"/>
                  </a:cubicBezTo>
                  <a:lnTo>
                    <a:pt x="7718" y="12320"/>
                  </a:lnTo>
                  <a:lnTo>
                    <a:pt x="7718" y="12591"/>
                  </a:lnTo>
                  <a:cubicBezTo>
                    <a:pt x="7718" y="13055"/>
                    <a:pt x="8111" y="13449"/>
                    <a:pt x="8576" y="13449"/>
                  </a:cubicBezTo>
                  <a:lnTo>
                    <a:pt x="10950" y="13449"/>
                  </a:lnTo>
                  <a:cubicBezTo>
                    <a:pt x="11415" y="13449"/>
                    <a:pt x="11785" y="13055"/>
                    <a:pt x="11785" y="12591"/>
                  </a:cubicBezTo>
                  <a:lnTo>
                    <a:pt x="11785" y="12320"/>
                  </a:lnTo>
                  <a:lnTo>
                    <a:pt x="18739" y="12320"/>
                  </a:lnTo>
                  <a:cubicBezTo>
                    <a:pt x="18838" y="12320"/>
                    <a:pt x="18932" y="12397"/>
                    <a:pt x="18932" y="12520"/>
                  </a:cubicBezTo>
                  <a:cubicBezTo>
                    <a:pt x="18932" y="13519"/>
                    <a:pt x="18104" y="14354"/>
                    <a:pt x="17075" y="14354"/>
                  </a:cubicBezTo>
                  <a:lnTo>
                    <a:pt x="4996" y="14354"/>
                  </a:lnTo>
                  <a:cubicBezTo>
                    <a:pt x="4826" y="14354"/>
                    <a:pt x="4702" y="14501"/>
                    <a:pt x="4702" y="14648"/>
                  </a:cubicBezTo>
                  <a:cubicBezTo>
                    <a:pt x="4702" y="14795"/>
                    <a:pt x="4826" y="14942"/>
                    <a:pt x="4996" y="14942"/>
                  </a:cubicBezTo>
                  <a:lnTo>
                    <a:pt x="17075" y="14942"/>
                  </a:lnTo>
                  <a:cubicBezTo>
                    <a:pt x="18421" y="14942"/>
                    <a:pt x="19497" y="13843"/>
                    <a:pt x="19497" y="12520"/>
                  </a:cubicBezTo>
                  <a:cubicBezTo>
                    <a:pt x="19497" y="12079"/>
                    <a:pt x="19156" y="11732"/>
                    <a:pt x="18739" y="11732"/>
                  </a:cubicBezTo>
                  <a:lnTo>
                    <a:pt x="18274" y="11732"/>
                  </a:lnTo>
                  <a:cubicBezTo>
                    <a:pt x="18368" y="11586"/>
                    <a:pt x="18421" y="11392"/>
                    <a:pt x="18421" y="11168"/>
                  </a:cubicBezTo>
                  <a:lnTo>
                    <a:pt x="18421" y="1152"/>
                  </a:lnTo>
                  <a:cubicBezTo>
                    <a:pt x="18421" y="518"/>
                    <a:pt x="17904" y="0"/>
                    <a:pt x="17269" y="0"/>
                  </a:cubicBezTo>
                  <a:lnTo>
                    <a:pt x="14601" y="0"/>
                  </a:lnTo>
                  <a:cubicBezTo>
                    <a:pt x="14430" y="0"/>
                    <a:pt x="14307" y="124"/>
                    <a:pt x="14307" y="294"/>
                  </a:cubicBezTo>
                  <a:cubicBezTo>
                    <a:pt x="14307" y="441"/>
                    <a:pt x="14430" y="588"/>
                    <a:pt x="14601" y="588"/>
                  </a:cubicBezTo>
                  <a:lnTo>
                    <a:pt x="17269" y="588"/>
                  </a:lnTo>
                  <a:cubicBezTo>
                    <a:pt x="17586" y="588"/>
                    <a:pt x="17833" y="835"/>
                    <a:pt x="17833" y="1152"/>
                  </a:cubicBezTo>
                  <a:lnTo>
                    <a:pt x="17833" y="11168"/>
                  </a:lnTo>
                  <a:cubicBezTo>
                    <a:pt x="17833" y="11491"/>
                    <a:pt x="17586" y="11732"/>
                    <a:pt x="17269" y="11732"/>
                  </a:cubicBezTo>
                  <a:lnTo>
                    <a:pt x="2234" y="11732"/>
                  </a:lnTo>
                  <a:cubicBezTo>
                    <a:pt x="1910" y="11732"/>
                    <a:pt x="1669" y="11491"/>
                    <a:pt x="1669" y="11168"/>
                  </a:cubicBezTo>
                  <a:lnTo>
                    <a:pt x="1669" y="1152"/>
                  </a:lnTo>
                  <a:cubicBezTo>
                    <a:pt x="1669" y="835"/>
                    <a:pt x="1910" y="588"/>
                    <a:pt x="2234" y="588"/>
                  </a:cubicBezTo>
                  <a:lnTo>
                    <a:pt x="13255" y="588"/>
                  </a:lnTo>
                  <a:cubicBezTo>
                    <a:pt x="13425" y="588"/>
                    <a:pt x="13548" y="441"/>
                    <a:pt x="13548" y="294"/>
                  </a:cubicBezTo>
                  <a:cubicBezTo>
                    <a:pt x="13548" y="124"/>
                    <a:pt x="13425" y="0"/>
                    <a:pt x="13255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392;p39">
              <a:extLst>
                <a:ext uri="{FF2B5EF4-FFF2-40B4-BE49-F238E27FC236}">
                  <a16:creationId xmlns:a16="http://schemas.microsoft.com/office/drawing/2014/main" id="{79F278C7-F380-2DC7-4B98-0346F955B414}"/>
                </a:ext>
              </a:extLst>
            </p:cNvPr>
            <p:cNvSpPr/>
            <p:nvPr/>
          </p:nvSpPr>
          <p:spPr>
            <a:xfrm>
              <a:off x="2442312" y="2879623"/>
              <a:ext cx="11006" cy="11006"/>
            </a:xfrm>
            <a:custGeom>
              <a:avLst/>
              <a:gdLst/>
              <a:ahLst/>
              <a:cxnLst/>
              <a:rect l="l" t="t" r="r" b="b"/>
              <a:pathLst>
                <a:path w="565" h="565" extrusionOk="0">
                  <a:moveTo>
                    <a:pt x="270" y="1"/>
                  </a:moveTo>
                  <a:cubicBezTo>
                    <a:pt x="123" y="1"/>
                    <a:pt x="0" y="124"/>
                    <a:pt x="0" y="271"/>
                  </a:cubicBezTo>
                  <a:cubicBezTo>
                    <a:pt x="0" y="441"/>
                    <a:pt x="123" y="565"/>
                    <a:pt x="270" y="565"/>
                  </a:cubicBezTo>
                  <a:cubicBezTo>
                    <a:pt x="441" y="565"/>
                    <a:pt x="564" y="441"/>
                    <a:pt x="564" y="271"/>
                  </a:cubicBezTo>
                  <a:cubicBezTo>
                    <a:pt x="564" y="124"/>
                    <a:pt x="441" y="1"/>
                    <a:pt x="270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393;p39">
              <a:extLst>
                <a:ext uri="{FF2B5EF4-FFF2-40B4-BE49-F238E27FC236}">
                  <a16:creationId xmlns:a16="http://schemas.microsoft.com/office/drawing/2014/main" id="{CF7577DE-8B72-FC31-BA1F-D40A61F2211E}"/>
                </a:ext>
              </a:extLst>
            </p:cNvPr>
            <p:cNvSpPr/>
            <p:nvPr/>
          </p:nvSpPr>
          <p:spPr>
            <a:xfrm>
              <a:off x="2464285" y="2879623"/>
              <a:ext cx="11006" cy="11006"/>
            </a:xfrm>
            <a:custGeom>
              <a:avLst/>
              <a:gdLst/>
              <a:ahLst/>
              <a:cxnLst/>
              <a:rect l="l" t="t" r="r" b="b"/>
              <a:pathLst>
                <a:path w="565" h="565" extrusionOk="0">
                  <a:moveTo>
                    <a:pt x="271" y="1"/>
                  </a:moveTo>
                  <a:cubicBezTo>
                    <a:pt x="124" y="1"/>
                    <a:pt x="1" y="124"/>
                    <a:pt x="1" y="271"/>
                  </a:cubicBezTo>
                  <a:cubicBezTo>
                    <a:pt x="1" y="441"/>
                    <a:pt x="124" y="565"/>
                    <a:pt x="271" y="565"/>
                  </a:cubicBezTo>
                  <a:cubicBezTo>
                    <a:pt x="441" y="565"/>
                    <a:pt x="565" y="441"/>
                    <a:pt x="565" y="271"/>
                  </a:cubicBezTo>
                  <a:cubicBezTo>
                    <a:pt x="565" y="124"/>
                    <a:pt x="441" y="1"/>
                    <a:pt x="271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394;p39">
              <a:extLst>
                <a:ext uri="{FF2B5EF4-FFF2-40B4-BE49-F238E27FC236}">
                  <a16:creationId xmlns:a16="http://schemas.microsoft.com/office/drawing/2014/main" id="{77B3CCED-5DEA-3D19-D087-FAEC7961DBAB}"/>
                </a:ext>
              </a:extLst>
            </p:cNvPr>
            <p:cNvSpPr/>
            <p:nvPr/>
          </p:nvSpPr>
          <p:spPr>
            <a:xfrm>
              <a:off x="2486278" y="2879623"/>
              <a:ext cx="10889" cy="11006"/>
            </a:xfrm>
            <a:custGeom>
              <a:avLst/>
              <a:gdLst/>
              <a:ahLst/>
              <a:cxnLst/>
              <a:rect l="l" t="t" r="r" b="b"/>
              <a:pathLst>
                <a:path w="559" h="565" extrusionOk="0">
                  <a:moveTo>
                    <a:pt x="294" y="1"/>
                  </a:moveTo>
                  <a:cubicBezTo>
                    <a:pt x="118" y="1"/>
                    <a:pt x="0" y="124"/>
                    <a:pt x="0" y="271"/>
                  </a:cubicBezTo>
                  <a:cubicBezTo>
                    <a:pt x="0" y="441"/>
                    <a:pt x="118" y="565"/>
                    <a:pt x="294" y="565"/>
                  </a:cubicBezTo>
                  <a:cubicBezTo>
                    <a:pt x="441" y="565"/>
                    <a:pt x="559" y="441"/>
                    <a:pt x="559" y="271"/>
                  </a:cubicBezTo>
                  <a:cubicBezTo>
                    <a:pt x="559" y="124"/>
                    <a:pt x="441" y="1"/>
                    <a:pt x="294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395;p39">
              <a:extLst>
                <a:ext uri="{FF2B5EF4-FFF2-40B4-BE49-F238E27FC236}">
                  <a16:creationId xmlns:a16="http://schemas.microsoft.com/office/drawing/2014/main" id="{0DDE96FD-A123-C829-4318-4ABA96D35274}"/>
                </a:ext>
              </a:extLst>
            </p:cNvPr>
            <p:cNvSpPr/>
            <p:nvPr/>
          </p:nvSpPr>
          <p:spPr>
            <a:xfrm>
              <a:off x="2410813" y="2858215"/>
              <a:ext cx="289590" cy="198910"/>
            </a:xfrm>
            <a:custGeom>
              <a:avLst/>
              <a:gdLst/>
              <a:ahLst/>
              <a:cxnLst/>
              <a:rect l="l" t="t" r="r" b="b"/>
              <a:pathLst>
                <a:path w="14866" h="10211" extrusionOk="0">
                  <a:moveTo>
                    <a:pt x="14254" y="559"/>
                  </a:moveTo>
                  <a:cubicBezTo>
                    <a:pt x="14278" y="559"/>
                    <a:pt x="14278" y="588"/>
                    <a:pt x="14278" y="588"/>
                  </a:cubicBezTo>
                  <a:lnTo>
                    <a:pt x="14278" y="2175"/>
                  </a:lnTo>
                  <a:lnTo>
                    <a:pt x="9846" y="2175"/>
                  </a:lnTo>
                  <a:cubicBezTo>
                    <a:pt x="9188" y="1640"/>
                    <a:pt x="8353" y="1323"/>
                    <a:pt x="7424" y="1323"/>
                  </a:cubicBezTo>
                  <a:cubicBezTo>
                    <a:pt x="6519" y="1323"/>
                    <a:pt x="5661" y="1640"/>
                    <a:pt x="5020" y="2175"/>
                  </a:cubicBezTo>
                  <a:lnTo>
                    <a:pt x="565" y="2175"/>
                  </a:lnTo>
                  <a:lnTo>
                    <a:pt x="565" y="588"/>
                  </a:lnTo>
                  <a:lnTo>
                    <a:pt x="588" y="559"/>
                  </a:lnTo>
                  <a:close/>
                  <a:moveTo>
                    <a:pt x="7424" y="1881"/>
                  </a:moveTo>
                  <a:cubicBezTo>
                    <a:pt x="9211" y="1881"/>
                    <a:pt x="10657" y="3327"/>
                    <a:pt x="10657" y="5114"/>
                  </a:cubicBezTo>
                  <a:cubicBezTo>
                    <a:pt x="10657" y="6877"/>
                    <a:pt x="9211" y="8323"/>
                    <a:pt x="7424" y="8323"/>
                  </a:cubicBezTo>
                  <a:cubicBezTo>
                    <a:pt x="5661" y="8323"/>
                    <a:pt x="4215" y="6877"/>
                    <a:pt x="4215" y="5114"/>
                  </a:cubicBezTo>
                  <a:cubicBezTo>
                    <a:pt x="4215" y="3327"/>
                    <a:pt x="5661" y="1881"/>
                    <a:pt x="7424" y="1881"/>
                  </a:cubicBezTo>
                  <a:close/>
                  <a:moveTo>
                    <a:pt x="14278" y="2763"/>
                  </a:moveTo>
                  <a:lnTo>
                    <a:pt x="14278" y="9622"/>
                  </a:lnTo>
                  <a:cubicBezTo>
                    <a:pt x="14278" y="9622"/>
                    <a:pt x="14278" y="9646"/>
                    <a:pt x="14254" y="9646"/>
                  </a:cubicBezTo>
                  <a:lnTo>
                    <a:pt x="588" y="9646"/>
                  </a:lnTo>
                  <a:lnTo>
                    <a:pt x="565" y="9622"/>
                  </a:lnTo>
                  <a:lnTo>
                    <a:pt x="565" y="2763"/>
                  </a:lnTo>
                  <a:lnTo>
                    <a:pt x="4462" y="2763"/>
                  </a:lnTo>
                  <a:cubicBezTo>
                    <a:pt x="3945" y="3404"/>
                    <a:pt x="3627" y="4209"/>
                    <a:pt x="3627" y="5114"/>
                  </a:cubicBezTo>
                  <a:cubicBezTo>
                    <a:pt x="3627" y="7201"/>
                    <a:pt x="5344" y="8888"/>
                    <a:pt x="7424" y="8888"/>
                  </a:cubicBezTo>
                  <a:cubicBezTo>
                    <a:pt x="9529" y="8888"/>
                    <a:pt x="11221" y="7201"/>
                    <a:pt x="11221" y="5114"/>
                  </a:cubicBezTo>
                  <a:cubicBezTo>
                    <a:pt x="11221" y="4209"/>
                    <a:pt x="10928" y="3404"/>
                    <a:pt x="10410" y="2763"/>
                  </a:cubicBezTo>
                  <a:close/>
                  <a:moveTo>
                    <a:pt x="588" y="0"/>
                  </a:moveTo>
                  <a:cubicBezTo>
                    <a:pt x="271" y="0"/>
                    <a:pt x="1" y="265"/>
                    <a:pt x="1" y="588"/>
                  </a:cubicBezTo>
                  <a:lnTo>
                    <a:pt x="1" y="9622"/>
                  </a:lnTo>
                  <a:cubicBezTo>
                    <a:pt x="1" y="9940"/>
                    <a:pt x="271" y="10210"/>
                    <a:pt x="588" y="10210"/>
                  </a:cubicBezTo>
                  <a:lnTo>
                    <a:pt x="14254" y="10210"/>
                  </a:lnTo>
                  <a:cubicBezTo>
                    <a:pt x="14601" y="10210"/>
                    <a:pt x="14866" y="9940"/>
                    <a:pt x="14866" y="9622"/>
                  </a:cubicBezTo>
                  <a:lnTo>
                    <a:pt x="14866" y="588"/>
                  </a:lnTo>
                  <a:cubicBezTo>
                    <a:pt x="14866" y="265"/>
                    <a:pt x="14601" y="0"/>
                    <a:pt x="14254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396;p39">
              <a:extLst>
                <a:ext uri="{FF2B5EF4-FFF2-40B4-BE49-F238E27FC236}">
                  <a16:creationId xmlns:a16="http://schemas.microsoft.com/office/drawing/2014/main" id="{DD6DBAD5-D5CF-D51B-AD75-58EA5F1CCAA7}"/>
                </a:ext>
              </a:extLst>
            </p:cNvPr>
            <p:cNvSpPr/>
            <p:nvPr/>
          </p:nvSpPr>
          <p:spPr>
            <a:xfrm>
              <a:off x="2520056" y="2911103"/>
              <a:ext cx="90699" cy="63466"/>
            </a:xfrm>
            <a:custGeom>
              <a:avLst/>
              <a:gdLst/>
              <a:ahLst/>
              <a:cxnLst/>
              <a:rect l="l" t="t" r="r" b="b"/>
              <a:pathLst>
                <a:path w="4656" h="3258" extrusionOk="0">
                  <a:moveTo>
                    <a:pt x="1763" y="1"/>
                  </a:moveTo>
                  <a:cubicBezTo>
                    <a:pt x="1152" y="1"/>
                    <a:pt x="564" y="248"/>
                    <a:pt x="124" y="665"/>
                  </a:cubicBezTo>
                  <a:cubicBezTo>
                    <a:pt x="29" y="783"/>
                    <a:pt x="0" y="959"/>
                    <a:pt x="124" y="1077"/>
                  </a:cubicBezTo>
                  <a:cubicBezTo>
                    <a:pt x="173" y="1138"/>
                    <a:pt x="247" y="1169"/>
                    <a:pt x="320" y="1169"/>
                  </a:cubicBezTo>
                  <a:cubicBezTo>
                    <a:pt x="394" y="1169"/>
                    <a:pt x="467" y="1138"/>
                    <a:pt x="517" y="1077"/>
                  </a:cubicBezTo>
                  <a:cubicBezTo>
                    <a:pt x="858" y="759"/>
                    <a:pt x="1299" y="589"/>
                    <a:pt x="1763" y="589"/>
                  </a:cubicBezTo>
                  <a:cubicBezTo>
                    <a:pt x="2675" y="589"/>
                    <a:pt x="3409" y="1276"/>
                    <a:pt x="3503" y="2158"/>
                  </a:cubicBezTo>
                  <a:lnTo>
                    <a:pt x="3409" y="2035"/>
                  </a:lnTo>
                  <a:cubicBezTo>
                    <a:pt x="3351" y="1963"/>
                    <a:pt x="3270" y="1925"/>
                    <a:pt x="3188" y="1925"/>
                  </a:cubicBezTo>
                  <a:cubicBezTo>
                    <a:pt x="3128" y="1925"/>
                    <a:pt x="3067" y="1945"/>
                    <a:pt x="3015" y="1988"/>
                  </a:cubicBezTo>
                  <a:cubicBezTo>
                    <a:pt x="2892" y="2082"/>
                    <a:pt x="2868" y="2252"/>
                    <a:pt x="2968" y="2376"/>
                  </a:cubicBezTo>
                  <a:lnTo>
                    <a:pt x="3527" y="3134"/>
                  </a:lnTo>
                  <a:cubicBezTo>
                    <a:pt x="3580" y="3210"/>
                    <a:pt x="3674" y="3257"/>
                    <a:pt x="3750" y="3257"/>
                  </a:cubicBezTo>
                  <a:cubicBezTo>
                    <a:pt x="3850" y="3257"/>
                    <a:pt x="3921" y="3210"/>
                    <a:pt x="3997" y="3134"/>
                  </a:cubicBezTo>
                  <a:lnTo>
                    <a:pt x="4555" y="2376"/>
                  </a:lnTo>
                  <a:cubicBezTo>
                    <a:pt x="4655" y="2252"/>
                    <a:pt x="4632" y="2082"/>
                    <a:pt x="4508" y="1988"/>
                  </a:cubicBezTo>
                  <a:cubicBezTo>
                    <a:pt x="4456" y="1945"/>
                    <a:pt x="4392" y="1925"/>
                    <a:pt x="4329" y="1925"/>
                  </a:cubicBezTo>
                  <a:cubicBezTo>
                    <a:pt x="4242" y="1925"/>
                    <a:pt x="4159" y="1963"/>
                    <a:pt x="4115" y="2035"/>
                  </a:cubicBezTo>
                  <a:lnTo>
                    <a:pt x="4068" y="2082"/>
                  </a:lnTo>
                  <a:cubicBezTo>
                    <a:pt x="3944" y="906"/>
                    <a:pt x="2939" y="1"/>
                    <a:pt x="1763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397;p39">
              <a:extLst>
                <a:ext uri="{FF2B5EF4-FFF2-40B4-BE49-F238E27FC236}">
                  <a16:creationId xmlns:a16="http://schemas.microsoft.com/office/drawing/2014/main" id="{10D8207E-C6DD-1C61-AC2B-A053BAB9F508}"/>
                </a:ext>
              </a:extLst>
            </p:cNvPr>
            <p:cNvSpPr/>
            <p:nvPr/>
          </p:nvSpPr>
          <p:spPr>
            <a:xfrm>
              <a:off x="2500011" y="2940654"/>
              <a:ext cx="90699" cy="63563"/>
            </a:xfrm>
            <a:custGeom>
              <a:avLst/>
              <a:gdLst/>
              <a:ahLst/>
              <a:cxnLst/>
              <a:rect l="l" t="t" r="r" b="b"/>
              <a:pathLst>
                <a:path w="4656" h="3263" extrusionOk="0">
                  <a:moveTo>
                    <a:pt x="912" y="0"/>
                  </a:moveTo>
                  <a:cubicBezTo>
                    <a:pt x="835" y="0"/>
                    <a:pt x="735" y="53"/>
                    <a:pt x="688" y="124"/>
                  </a:cubicBezTo>
                  <a:lnTo>
                    <a:pt x="100" y="882"/>
                  </a:lnTo>
                  <a:cubicBezTo>
                    <a:pt x="0" y="1005"/>
                    <a:pt x="30" y="1176"/>
                    <a:pt x="177" y="1276"/>
                  </a:cubicBezTo>
                  <a:cubicBezTo>
                    <a:pt x="224" y="1323"/>
                    <a:pt x="271" y="1352"/>
                    <a:pt x="347" y="1352"/>
                  </a:cubicBezTo>
                  <a:cubicBezTo>
                    <a:pt x="418" y="1352"/>
                    <a:pt x="518" y="1299"/>
                    <a:pt x="565" y="1229"/>
                  </a:cubicBezTo>
                  <a:lnTo>
                    <a:pt x="588" y="1176"/>
                  </a:lnTo>
                  <a:cubicBezTo>
                    <a:pt x="735" y="2352"/>
                    <a:pt x="1717" y="3263"/>
                    <a:pt x="2916" y="3263"/>
                  </a:cubicBezTo>
                  <a:cubicBezTo>
                    <a:pt x="3527" y="3263"/>
                    <a:pt x="4091" y="3016"/>
                    <a:pt x="4532" y="2598"/>
                  </a:cubicBezTo>
                  <a:cubicBezTo>
                    <a:pt x="4656" y="2475"/>
                    <a:pt x="4656" y="2304"/>
                    <a:pt x="4556" y="2181"/>
                  </a:cubicBezTo>
                  <a:cubicBezTo>
                    <a:pt x="4497" y="2119"/>
                    <a:pt x="4424" y="2088"/>
                    <a:pt x="4350" y="2088"/>
                  </a:cubicBezTo>
                  <a:cubicBezTo>
                    <a:pt x="4277" y="2088"/>
                    <a:pt x="4203" y="2119"/>
                    <a:pt x="4144" y="2181"/>
                  </a:cubicBezTo>
                  <a:cubicBezTo>
                    <a:pt x="3821" y="2498"/>
                    <a:pt x="3380" y="2675"/>
                    <a:pt x="2916" y="2675"/>
                  </a:cubicBezTo>
                  <a:cubicBezTo>
                    <a:pt x="2011" y="2675"/>
                    <a:pt x="1252" y="1987"/>
                    <a:pt x="1153" y="1105"/>
                  </a:cubicBezTo>
                  <a:lnTo>
                    <a:pt x="1153" y="1105"/>
                  </a:lnTo>
                  <a:lnTo>
                    <a:pt x="1252" y="1229"/>
                  </a:lnTo>
                  <a:cubicBezTo>
                    <a:pt x="1310" y="1300"/>
                    <a:pt x="1399" y="1338"/>
                    <a:pt x="1488" y="1338"/>
                  </a:cubicBezTo>
                  <a:cubicBezTo>
                    <a:pt x="1553" y="1338"/>
                    <a:pt x="1618" y="1318"/>
                    <a:pt x="1670" y="1276"/>
                  </a:cubicBezTo>
                  <a:cubicBezTo>
                    <a:pt x="1793" y="1176"/>
                    <a:pt x="1817" y="1005"/>
                    <a:pt x="1717" y="882"/>
                  </a:cubicBezTo>
                  <a:lnTo>
                    <a:pt x="1129" y="124"/>
                  </a:lnTo>
                  <a:cubicBezTo>
                    <a:pt x="1082" y="53"/>
                    <a:pt x="1006" y="0"/>
                    <a:pt x="912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205550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6" dur="1000" fill="hold"/>
                                        <p:tgtEl>
                                          <p:spTgt spid="13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8" dur="1000" fill="hold"/>
                                        <p:tgtEl>
                                          <p:spTgt spid="13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0" dur="1000" fill="hold"/>
                                        <p:tgtEl>
                                          <p:spTgt spid="1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2" dur="1000" fill="hold"/>
                                        <p:tgtEl>
                                          <p:spTgt spid="139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4" grpId="0" animBg="1"/>
      <p:bldP spid="1377" grpId="0" build="p"/>
      <p:bldP spid="1379" grpId="0" build="p"/>
      <p:bldP spid="2" grpId="0" animBg="1"/>
      <p:bldP spid="3" grpId="0" build="p"/>
      <p:bldP spid="4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5">
          <a:extLst>
            <a:ext uri="{FF2B5EF4-FFF2-40B4-BE49-F238E27FC236}">
              <a16:creationId xmlns:a16="http://schemas.microsoft.com/office/drawing/2014/main" id="{2C532215-C17E-0002-396C-96D84DA35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36">
            <a:extLst>
              <a:ext uri="{FF2B5EF4-FFF2-40B4-BE49-F238E27FC236}">
                <a16:creationId xmlns:a16="http://schemas.microsoft.com/office/drawing/2014/main" id="{39BDB1F1-97E2-E36D-02B2-456003979D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2150850"/>
            <a:ext cx="47409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RAG Pipeline</a:t>
            </a:r>
            <a:endParaRPr dirty="0"/>
          </a:p>
        </p:txBody>
      </p:sp>
      <p:sp>
        <p:nvSpPr>
          <p:cNvPr id="758" name="Google Shape;758;p36">
            <a:extLst>
              <a:ext uri="{FF2B5EF4-FFF2-40B4-BE49-F238E27FC236}">
                <a16:creationId xmlns:a16="http://schemas.microsoft.com/office/drawing/2014/main" id="{2019DE3C-19E8-5ACD-5A8A-219335E4A32A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20000" y="1249000"/>
            <a:ext cx="17025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759" name="Google Shape;759;p36">
            <a:extLst>
              <a:ext uri="{FF2B5EF4-FFF2-40B4-BE49-F238E27FC236}">
                <a16:creationId xmlns:a16="http://schemas.microsoft.com/office/drawing/2014/main" id="{FC10FB4D-B824-7A4C-0083-76E359E5F00F}"/>
              </a:ext>
            </a:extLst>
          </p:cNvPr>
          <p:cNvSpPr/>
          <p:nvPr/>
        </p:nvSpPr>
        <p:spPr>
          <a:xfrm>
            <a:off x="5803693" y="2185455"/>
            <a:ext cx="14698" cy="116278"/>
          </a:xfrm>
          <a:custGeom>
            <a:avLst/>
            <a:gdLst/>
            <a:ahLst/>
            <a:cxnLst/>
            <a:rect l="l" t="t" r="r" b="b"/>
            <a:pathLst>
              <a:path w="158" h="1250" extrusionOk="0">
                <a:moveTo>
                  <a:pt x="89" y="1"/>
                </a:moveTo>
                <a:cubicBezTo>
                  <a:pt x="68" y="1"/>
                  <a:pt x="47" y="22"/>
                  <a:pt x="47" y="43"/>
                </a:cubicBezTo>
                <a:cubicBezTo>
                  <a:pt x="26" y="435"/>
                  <a:pt x="26" y="807"/>
                  <a:pt x="0" y="1200"/>
                </a:cubicBezTo>
                <a:cubicBezTo>
                  <a:pt x="0" y="1221"/>
                  <a:pt x="26" y="1242"/>
                  <a:pt x="68" y="1242"/>
                </a:cubicBezTo>
                <a:cubicBezTo>
                  <a:pt x="72" y="1247"/>
                  <a:pt x="77" y="1250"/>
                  <a:pt x="81" y="1250"/>
                </a:cubicBezTo>
                <a:cubicBezTo>
                  <a:pt x="97" y="1250"/>
                  <a:pt x="110" y="1217"/>
                  <a:pt x="110" y="1200"/>
                </a:cubicBezTo>
                <a:cubicBezTo>
                  <a:pt x="131" y="807"/>
                  <a:pt x="131" y="435"/>
                  <a:pt x="157" y="43"/>
                </a:cubicBezTo>
                <a:cubicBezTo>
                  <a:pt x="157" y="22"/>
                  <a:pt x="131" y="1"/>
                  <a:pt x="89" y="1"/>
                </a:cubicBezTo>
                <a:close/>
              </a:path>
            </a:pathLst>
          </a:custGeom>
          <a:solidFill>
            <a:srgbClr val="3E285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0" name="Google Shape;760;p36">
            <a:extLst>
              <a:ext uri="{FF2B5EF4-FFF2-40B4-BE49-F238E27FC236}">
                <a16:creationId xmlns:a16="http://schemas.microsoft.com/office/drawing/2014/main" id="{7A052690-BE20-0599-949B-E0FE286FE7CA}"/>
              </a:ext>
            </a:extLst>
          </p:cNvPr>
          <p:cNvSpPr/>
          <p:nvPr/>
        </p:nvSpPr>
        <p:spPr>
          <a:xfrm>
            <a:off x="5827973" y="2173269"/>
            <a:ext cx="14698" cy="38604"/>
          </a:xfrm>
          <a:custGeom>
            <a:avLst/>
            <a:gdLst/>
            <a:ahLst/>
            <a:cxnLst/>
            <a:rect l="l" t="t" r="r" b="b"/>
            <a:pathLst>
              <a:path w="158" h="415" extrusionOk="0">
                <a:moveTo>
                  <a:pt x="48" y="1"/>
                </a:moveTo>
                <a:cubicBezTo>
                  <a:pt x="1" y="22"/>
                  <a:pt x="1" y="43"/>
                  <a:pt x="1" y="64"/>
                </a:cubicBezTo>
                <a:cubicBezTo>
                  <a:pt x="27" y="153"/>
                  <a:pt x="27" y="263"/>
                  <a:pt x="27" y="352"/>
                </a:cubicBezTo>
                <a:cubicBezTo>
                  <a:pt x="27" y="394"/>
                  <a:pt x="69" y="415"/>
                  <a:pt x="90" y="415"/>
                </a:cubicBezTo>
                <a:cubicBezTo>
                  <a:pt x="132" y="415"/>
                  <a:pt x="158" y="373"/>
                  <a:pt x="132" y="352"/>
                </a:cubicBezTo>
                <a:cubicBezTo>
                  <a:pt x="132" y="263"/>
                  <a:pt x="132" y="153"/>
                  <a:pt x="111" y="43"/>
                </a:cubicBezTo>
                <a:cubicBezTo>
                  <a:pt x="111" y="22"/>
                  <a:pt x="69" y="1"/>
                  <a:pt x="48" y="1"/>
                </a:cubicBezTo>
                <a:close/>
              </a:path>
            </a:pathLst>
          </a:custGeom>
          <a:solidFill>
            <a:srgbClr val="3E285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36">
            <a:extLst>
              <a:ext uri="{FF2B5EF4-FFF2-40B4-BE49-F238E27FC236}">
                <a16:creationId xmlns:a16="http://schemas.microsoft.com/office/drawing/2014/main" id="{78A21867-09F7-21E9-8B42-8A4F828A4138}"/>
              </a:ext>
            </a:extLst>
          </p:cNvPr>
          <p:cNvSpPr/>
          <p:nvPr/>
        </p:nvSpPr>
        <p:spPr>
          <a:xfrm>
            <a:off x="5992626" y="2673734"/>
            <a:ext cx="14233" cy="47721"/>
          </a:xfrm>
          <a:custGeom>
            <a:avLst/>
            <a:gdLst/>
            <a:ahLst/>
            <a:cxnLst/>
            <a:rect l="l" t="t" r="r" b="b"/>
            <a:pathLst>
              <a:path w="153" h="513" extrusionOk="0">
                <a:moveTo>
                  <a:pt x="76" y="1"/>
                </a:moveTo>
                <a:cubicBezTo>
                  <a:pt x="52" y="1"/>
                  <a:pt x="37" y="16"/>
                  <a:pt x="22" y="31"/>
                </a:cubicBezTo>
                <a:cubicBezTo>
                  <a:pt x="1" y="182"/>
                  <a:pt x="1" y="313"/>
                  <a:pt x="1" y="444"/>
                </a:cubicBezTo>
                <a:cubicBezTo>
                  <a:pt x="1" y="491"/>
                  <a:pt x="22" y="512"/>
                  <a:pt x="43" y="512"/>
                </a:cubicBezTo>
                <a:cubicBezTo>
                  <a:pt x="90" y="512"/>
                  <a:pt x="111" y="491"/>
                  <a:pt x="111" y="471"/>
                </a:cubicBezTo>
                <a:cubicBezTo>
                  <a:pt x="111" y="313"/>
                  <a:pt x="111" y="182"/>
                  <a:pt x="132" y="78"/>
                </a:cubicBezTo>
                <a:cubicBezTo>
                  <a:pt x="153" y="31"/>
                  <a:pt x="132" y="10"/>
                  <a:pt x="111" y="10"/>
                </a:cubicBezTo>
                <a:cubicBezTo>
                  <a:pt x="97" y="4"/>
                  <a:pt x="86" y="1"/>
                  <a:pt x="76" y="1"/>
                </a:cubicBezTo>
                <a:close/>
              </a:path>
            </a:pathLst>
          </a:custGeom>
          <a:solidFill>
            <a:srgbClr val="3E285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" name="Google Shape;1903;p46">
            <a:extLst>
              <a:ext uri="{FF2B5EF4-FFF2-40B4-BE49-F238E27FC236}">
                <a16:creationId xmlns:a16="http://schemas.microsoft.com/office/drawing/2014/main" id="{DC604288-CC86-0043-404C-1A2ACEADB88C}"/>
              </a:ext>
            </a:extLst>
          </p:cNvPr>
          <p:cNvGrpSpPr/>
          <p:nvPr/>
        </p:nvGrpSpPr>
        <p:grpSpPr>
          <a:xfrm>
            <a:off x="5198315" y="1396581"/>
            <a:ext cx="3232460" cy="3211994"/>
            <a:chOff x="5198315" y="1396581"/>
            <a:chExt cx="3232460" cy="3211994"/>
          </a:xfrm>
        </p:grpSpPr>
        <p:sp>
          <p:nvSpPr>
            <p:cNvPr id="3" name="Google Shape;1904;p46">
              <a:extLst>
                <a:ext uri="{FF2B5EF4-FFF2-40B4-BE49-F238E27FC236}">
                  <a16:creationId xmlns:a16="http://schemas.microsoft.com/office/drawing/2014/main" id="{B5D2A4C7-6E1B-2995-57E1-55EA58B61E52}"/>
                </a:ext>
              </a:extLst>
            </p:cNvPr>
            <p:cNvSpPr/>
            <p:nvPr/>
          </p:nvSpPr>
          <p:spPr>
            <a:xfrm>
              <a:off x="5260075" y="3945875"/>
              <a:ext cx="3170700" cy="662700"/>
            </a:xfrm>
            <a:prstGeom prst="ellipse">
              <a:avLst/>
            </a:prstGeom>
            <a:solidFill>
              <a:srgbClr val="3E285A">
                <a:alpha val="138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" name="Google Shape;1905;p46">
              <a:extLst>
                <a:ext uri="{FF2B5EF4-FFF2-40B4-BE49-F238E27FC236}">
                  <a16:creationId xmlns:a16="http://schemas.microsoft.com/office/drawing/2014/main" id="{8E3C1DD3-9556-352F-44E1-7BB68361188A}"/>
                </a:ext>
              </a:extLst>
            </p:cNvPr>
            <p:cNvGrpSpPr/>
            <p:nvPr/>
          </p:nvGrpSpPr>
          <p:grpSpPr>
            <a:xfrm>
              <a:off x="5198315" y="2639438"/>
              <a:ext cx="2280005" cy="1691059"/>
              <a:chOff x="3790320" y="631277"/>
              <a:chExt cx="4717578" cy="3498984"/>
            </a:xfrm>
          </p:grpSpPr>
          <p:sp>
            <p:nvSpPr>
              <p:cNvPr id="753" name="Google Shape;1906;p46">
                <a:extLst>
                  <a:ext uri="{FF2B5EF4-FFF2-40B4-BE49-F238E27FC236}">
                    <a16:creationId xmlns:a16="http://schemas.microsoft.com/office/drawing/2014/main" id="{9883BF14-335C-59D8-A14E-F505314D6F34}"/>
                  </a:ext>
                </a:extLst>
              </p:cNvPr>
              <p:cNvSpPr/>
              <p:nvPr/>
            </p:nvSpPr>
            <p:spPr>
              <a:xfrm>
                <a:off x="5441192" y="3349436"/>
                <a:ext cx="939711" cy="653123"/>
              </a:xfrm>
              <a:custGeom>
                <a:avLst/>
                <a:gdLst/>
                <a:ahLst/>
                <a:cxnLst/>
                <a:rect l="l" t="t" r="r" b="b"/>
                <a:pathLst>
                  <a:path w="6594" h="4583" extrusionOk="0">
                    <a:moveTo>
                      <a:pt x="288" y="0"/>
                    </a:moveTo>
                    <a:cubicBezTo>
                      <a:pt x="131" y="0"/>
                      <a:pt x="0" y="110"/>
                      <a:pt x="0" y="262"/>
                    </a:cubicBezTo>
                    <a:lnTo>
                      <a:pt x="0" y="4300"/>
                    </a:lnTo>
                    <a:cubicBezTo>
                      <a:pt x="0" y="4452"/>
                      <a:pt x="131" y="4583"/>
                      <a:pt x="288" y="4583"/>
                    </a:cubicBezTo>
                    <a:lnTo>
                      <a:pt x="6332" y="4583"/>
                    </a:lnTo>
                    <a:cubicBezTo>
                      <a:pt x="6484" y="4583"/>
                      <a:pt x="6594" y="4452"/>
                      <a:pt x="6594" y="4300"/>
                    </a:cubicBezTo>
                    <a:lnTo>
                      <a:pt x="6594" y="262"/>
                    </a:lnTo>
                    <a:cubicBezTo>
                      <a:pt x="6594" y="110"/>
                      <a:pt x="6484" y="0"/>
                      <a:pt x="633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Google Shape;1907;p46">
                <a:extLst>
                  <a:ext uri="{FF2B5EF4-FFF2-40B4-BE49-F238E27FC236}">
                    <a16:creationId xmlns:a16="http://schemas.microsoft.com/office/drawing/2014/main" id="{AD8BC12B-897B-236E-6100-D9AA426E3D49}"/>
                  </a:ext>
                </a:extLst>
              </p:cNvPr>
              <p:cNvSpPr/>
              <p:nvPr/>
            </p:nvSpPr>
            <p:spPr>
              <a:xfrm>
                <a:off x="5435206" y="3339745"/>
                <a:ext cx="954674" cy="668799"/>
              </a:xfrm>
              <a:custGeom>
                <a:avLst/>
                <a:gdLst/>
                <a:ahLst/>
                <a:cxnLst/>
                <a:rect l="l" t="t" r="r" b="b"/>
                <a:pathLst>
                  <a:path w="6699" h="4693" extrusionOk="0">
                    <a:moveTo>
                      <a:pt x="6374" y="110"/>
                    </a:moveTo>
                    <a:cubicBezTo>
                      <a:pt x="6484" y="110"/>
                      <a:pt x="6588" y="220"/>
                      <a:pt x="6588" y="330"/>
                    </a:cubicBezTo>
                    <a:lnTo>
                      <a:pt x="6588" y="4368"/>
                    </a:lnTo>
                    <a:cubicBezTo>
                      <a:pt x="6588" y="4499"/>
                      <a:pt x="6484" y="4583"/>
                      <a:pt x="6374" y="4583"/>
                    </a:cubicBezTo>
                    <a:lnTo>
                      <a:pt x="330" y="4583"/>
                    </a:lnTo>
                    <a:cubicBezTo>
                      <a:pt x="199" y="4583"/>
                      <a:pt x="110" y="4499"/>
                      <a:pt x="110" y="4368"/>
                    </a:cubicBezTo>
                    <a:lnTo>
                      <a:pt x="110" y="330"/>
                    </a:lnTo>
                    <a:cubicBezTo>
                      <a:pt x="110" y="220"/>
                      <a:pt x="199" y="110"/>
                      <a:pt x="330" y="110"/>
                    </a:cubicBezTo>
                    <a:close/>
                    <a:moveTo>
                      <a:pt x="330" y="0"/>
                    </a:moveTo>
                    <a:cubicBezTo>
                      <a:pt x="152" y="0"/>
                      <a:pt x="0" y="157"/>
                      <a:pt x="0" y="330"/>
                    </a:cubicBezTo>
                    <a:lnTo>
                      <a:pt x="0" y="4368"/>
                    </a:lnTo>
                    <a:cubicBezTo>
                      <a:pt x="0" y="4541"/>
                      <a:pt x="152" y="4693"/>
                      <a:pt x="330" y="4693"/>
                    </a:cubicBezTo>
                    <a:lnTo>
                      <a:pt x="6374" y="4693"/>
                    </a:lnTo>
                    <a:cubicBezTo>
                      <a:pt x="6547" y="4693"/>
                      <a:pt x="6698" y="4541"/>
                      <a:pt x="6698" y="4368"/>
                    </a:cubicBezTo>
                    <a:lnTo>
                      <a:pt x="6698" y="330"/>
                    </a:lnTo>
                    <a:cubicBezTo>
                      <a:pt x="6698" y="157"/>
                      <a:pt x="6547" y="0"/>
                      <a:pt x="6374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Google Shape;1908;p46">
                <a:extLst>
                  <a:ext uri="{FF2B5EF4-FFF2-40B4-BE49-F238E27FC236}">
                    <a16:creationId xmlns:a16="http://schemas.microsoft.com/office/drawing/2014/main" id="{237BD4D2-32B1-50B3-BECF-99627C15B1A5}"/>
                  </a:ext>
                </a:extLst>
              </p:cNvPr>
              <p:cNvSpPr/>
              <p:nvPr/>
            </p:nvSpPr>
            <p:spPr>
              <a:xfrm>
                <a:off x="5357537" y="3843531"/>
                <a:ext cx="1107018" cy="277039"/>
              </a:xfrm>
              <a:custGeom>
                <a:avLst/>
                <a:gdLst/>
                <a:ahLst/>
                <a:cxnLst/>
                <a:rect l="l" t="t" r="r" b="b"/>
                <a:pathLst>
                  <a:path w="7768" h="1944" extrusionOk="0">
                    <a:moveTo>
                      <a:pt x="284" y="0"/>
                    </a:moveTo>
                    <a:cubicBezTo>
                      <a:pt x="132" y="0"/>
                      <a:pt x="1" y="110"/>
                      <a:pt x="1" y="262"/>
                    </a:cubicBezTo>
                    <a:lnTo>
                      <a:pt x="1" y="1681"/>
                    </a:lnTo>
                    <a:cubicBezTo>
                      <a:pt x="1" y="1833"/>
                      <a:pt x="132" y="1943"/>
                      <a:pt x="284" y="1943"/>
                    </a:cubicBezTo>
                    <a:lnTo>
                      <a:pt x="7505" y="1943"/>
                    </a:lnTo>
                    <a:cubicBezTo>
                      <a:pt x="7657" y="1943"/>
                      <a:pt x="7767" y="1833"/>
                      <a:pt x="7767" y="1681"/>
                    </a:cubicBezTo>
                    <a:lnTo>
                      <a:pt x="7767" y="262"/>
                    </a:lnTo>
                    <a:cubicBezTo>
                      <a:pt x="7767" y="110"/>
                      <a:pt x="7657" y="0"/>
                      <a:pt x="750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Google Shape;1909;p46">
                <a:extLst>
                  <a:ext uri="{FF2B5EF4-FFF2-40B4-BE49-F238E27FC236}">
                    <a16:creationId xmlns:a16="http://schemas.microsoft.com/office/drawing/2014/main" id="{B20E86F3-7653-B4CD-8F60-E9C76CE18074}"/>
                  </a:ext>
                </a:extLst>
              </p:cNvPr>
              <p:cNvSpPr/>
              <p:nvPr/>
            </p:nvSpPr>
            <p:spPr>
              <a:xfrm>
                <a:off x="5351551" y="3834552"/>
                <a:ext cx="1122694" cy="295708"/>
              </a:xfrm>
              <a:custGeom>
                <a:avLst/>
                <a:gdLst/>
                <a:ahLst/>
                <a:cxnLst/>
                <a:rect l="l" t="t" r="r" b="b"/>
                <a:pathLst>
                  <a:path w="7878" h="2075" extrusionOk="0">
                    <a:moveTo>
                      <a:pt x="7547" y="110"/>
                    </a:moveTo>
                    <a:cubicBezTo>
                      <a:pt x="7657" y="110"/>
                      <a:pt x="7767" y="220"/>
                      <a:pt x="7767" y="325"/>
                    </a:cubicBezTo>
                    <a:lnTo>
                      <a:pt x="7767" y="1744"/>
                    </a:lnTo>
                    <a:cubicBezTo>
                      <a:pt x="7767" y="1854"/>
                      <a:pt x="7657" y="1964"/>
                      <a:pt x="7547" y="1964"/>
                    </a:cubicBezTo>
                    <a:lnTo>
                      <a:pt x="326" y="1964"/>
                    </a:lnTo>
                    <a:cubicBezTo>
                      <a:pt x="195" y="1964"/>
                      <a:pt x="106" y="1854"/>
                      <a:pt x="106" y="1744"/>
                    </a:cubicBezTo>
                    <a:lnTo>
                      <a:pt x="106" y="325"/>
                    </a:lnTo>
                    <a:cubicBezTo>
                      <a:pt x="106" y="220"/>
                      <a:pt x="195" y="110"/>
                      <a:pt x="326" y="110"/>
                    </a:cubicBezTo>
                    <a:close/>
                    <a:moveTo>
                      <a:pt x="326" y="0"/>
                    </a:moveTo>
                    <a:cubicBezTo>
                      <a:pt x="153" y="0"/>
                      <a:pt x="1" y="152"/>
                      <a:pt x="1" y="325"/>
                    </a:cubicBezTo>
                    <a:lnTo>
                      <a:pt x="1" y="1744"/>
                    </a:lnTo>
                    <a:cubicBezTo>
                      <a:pt x="1" y="1922"/>
                      <a:pt x="153" y="2074"/>
                      <a:pt x="326" y="2074"/>
                    </a:cubicBezTo>
                    <a:lnTo>
                      <a:pt x="7547" y="2074"/>
                    </a:lnTo>
                    <a:cubicBezTo>
                      <a:pt x="7725" y="2074"/>
                      <a:pt x="7877" y="1922"/>
                      <a:pt x="7877" y="1744"/>
                    </a:cubicBezTo>
                    <a:lnTo>
                      <a:pt x="7877" y="325"/>
                    </a:lnTo>
                    <a:cubicBezTo>
                      <a:pt x="7877" y="152"/>
                      <a:pt x="7725" y="0"/>
                      <a:pt x="7547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Google Shape;1910;p46">
                <a:extLst>
                  <a:ext uri="{FF2B5EF4-FFF2-40B4-BE49-F238E27FC236}">
                    <a16:creationId xmlns:a16="http://schemas.microsoft.com/office/drawing/2014/main" id="{9F17A52D-555C-7956-C62D-63F434CD63AF}"/>
                  </a:ext>
                </a:extLst>
              </p:cNvPr>
              <p:cNvSpPr/>
              <p:nvPr/>
            </p:nvSpPr>
            <p:spPr>
              <a:xfrm>
                <a:off x="3799298" y="820820"/>
                <a:ext cx="4226419" cy="2630877"/>
              </a:xfrm>
              <a:custGeom>
                <a:avLst/>
                <a:gdLst/>
                <a:ahLst/>
                <a:cxnLst/>
                <a:rect l="l" t="t" r="r" b="b"/>
                <a:pathLst>
                  <a:path w="29657" h="18461" extrusionOk="0">
                    <a:moveTo>
                      <a:pt x="1356" y="1"/>
                    </a:moveTo>
                    <a:cubicBezTo>
                      <a:pt x="613" y="1"/>
                      <a:pt x="0" y="593"/>
                      <a:pt x="0" y="1357"/>
                    </a:cubicBezTo>
                    <a:lnTo>
                      <a:pt x="0" y="17089"/>
                    </a:lnTo>
                    <a:cubicBezTo>
                      <a:pt x="0" y="17853"/>
                      <a:pt x="613" y="18461"/>
                      <a:pt x="1356" y="18461"/>
                    </a:cubicBezTo>
                    <a:lnTo>
                      <a:pt x="28279" y="18461"/>
                    </a:lnTo>
                    <a:cubicBezTo>
                      <a:pt x="29044" y="18461"/>
                      <a:pt x="29657" y="17853"/>
                      <a:pt x="29657" y="17089"/>
                    </a:cubicBezTo>
                    <a:lnTo>
                      <a:pt x="29657" y="1357"/>
                    </a:lnTo>
                    <a:cubicBezTo>
                      <a:pt x="29657" y="593"/>
                      <a:pt x="29044" y="1"/>
                      <a:pt x="2827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Google Shape;1911;p46">
                <a:extLst>
                  <a:ext uri="{FF2B5EF4-FFF2-40B4-BE49-F238E27FC236}">
                    <a16:creationId xmlns:a16="http://schemas.microsoft.com/office/drawing/2014/main" id="{029CBFF9-866F-E961-CDA9-650059B5C365}"/>
                  </a:ext>
                </a:extLst>
              </p:cNvPr>
              <p:cNvSpPr/>
              <p:nvPr/>
            </p:nvSpPr>
            <p:spPr>
              <a:xfrm>
                <a:off x="3790320" y="811841"/>
                <a:ext cx="4244375" cy="2646553"/>
              </a:xfrm>
              <a:custGeom>
                <a:avLst/>
                <a:gdLst/>
                <a:ahLst/>
                <a:cxnLst/>
                <a:rect l="l" t="t" r="r" b="b"/>
                <a:pathLst>
                  <a:path w="29783" h="18571" extrusionOk="0">
                    <a:moveTo>
                      <a:pt x="28342" y="111"/>
                    </a:moveTo>
                    <a:cubicBezTo>
                      <a:pt x="29086" y="111"/>
                      <a:pt x="29652" y="697"/>
                      <a:pt x="29652" y="1420"/>
                    </a:cubicBezTo>
                    <a:lnTo>
                      <a:pt x="29652" y="17152"/>
                    </a:lnTo>
                    <a:cubicBezTo>
                      <a:pt x="29652" y="17869"/>
                      <a:pt x="29086" y="18461"/>
                      <a:pt x="28342" y="18461"/>
                    </a:cubicBezTo>
                    <a:lnTo>
                      <a:pt x="1419" y="18461"/>
                    </a:lnTo>
                    <a:cubicBezTo>
                      <a:pt x="697" y="18461"/>
                      <a:pt x="110" y="17869"/>
                      <a:pt x="110" y="17152"/>
                    </a:cubicBezTo>
                    <a:lnTo>
                      <a:pt x="110" y="1420"/>
                    </a:lnTo>
                    <a:cubicBezTo>
                      <a:pt x="110" y="697"/>
                      <a:pt x="697" y="111"/>
                      <a:pt x="1419" y="111"/>
                    </a:cubicBezTo>
                    <a:close/>
                    <a:moveTo>
                      <a:pt x="1419" y="1"/>
                    </a:moveTo>
                    <a:cubicBezTo>
                      <a:pt x="634" y="1"/>
                      <a:pt x="0" y="635"/>
                      <a:pt x="0" y="1420"/>
                    </a:cubicBezTo>
                    <a:lnTo>
                      <a:pt x="0" y="17152"/>
                    </a:lnTo>
                    <a:cubicBezTo>
                      <a:pt x="0" y="17937"/>
                      <a:pt x="634" y="18571"/>
                      <a:pt x="1419" y="18571"/>
                    </a:cubicBezTo>
                    <a:lnTo>
                      <a:pt x="28342" y="18571"/>
                    </a:lnTo>
                    <a:cubicBezTo>
                      <a:pt x="29128" y="18571"/>
                      <a:pt x="29782" y="17937"/>
                      <a:pt x="29782" y="17152"/>
                    </a:cubicBezTo>
                    <a:lnTo>
                      <a:pt x="29782" y="1420"/>
                    </a:lnTo>
                    <a:cubicBezTo>
                      <a:pt x="29782" y="635"/>
                      <a:pt x="29128" y="1"/>
                      <a:pt x="28342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Google Shape;1912;p46">
                <a:extLst>
                  <a:ext uri="{FF2B5EF4-FFF2-40B4-BE49-F238E27FC236}">
                    <a16:creationId xmlns:a16="http://schemas.microsoft.com/office/drawing/2014/main" id="{D3F6B22F-BCB4-02D5-2FCD-6493BFD16DC9}"/>
                  </a:ext>
                </a:extLst>
              </p:cNvPr>
              <p:cNvSpPr/>
              <p:nvPr/>
            </p:nvSpPr>
            <p:spPr>
              <a:xfrm>
                <a:off x="3961193" y="955210"/>
                <a:ext cx="3899644" cy="2359966"/>
              </a:xfrm>
              <a:custGeom>
                <a:avLst/>
                <a:gdLst/>
                <a:ahLst/>
                <a:cxnLst/>
                <a:rect l="l" t="t" r="r" b="b"/>
                <a:pathLst>
                  <a:path w="27364" h="16560" extrusionOk="0">
                    <a:moveTo>
                      <a:pt x="1268" y="0"/>
                    </a:moveTo>
                    <a:cubicBezTo>
                      <a:pt x="566" y="0"/>
                      <a:pt x="1" y="566"/>
                      <a:pt x="1" y="1262"/>
                    </a:cubicBezTo>
                    <a:lnTo>
                      <a:pt x="1" y="15292"/>
                    </a:lnTo>
                    <a:cubicBezTo>
                      <a:pt x="1" y="15994"/>
                      <a:pt x="566" y="16560"/>
                      <a:pt x="1268" y="16560"/>
                    </a:cubicBezTo>
                    <a:lnTo>
                      <a:pt x="26096" y="16560"/>
                    </a:lnTo>
                    <a:cubicBezTo>
                      <a:pt x="26798" y="16560"/>
                      <a:pt x="27363" y="15994"/>
                      <a:pt x="27363" y="15292"/>
                    </a:cubicBezTo>
                    <a:lnTo>
                      <a:pt x="27363" y="1262"/>
                    </a:lnTo>
                    <a:cubicBezTo>
                      <a:pt x="27363" y="566"/>
                      <a:pt x="26798" y="0"/>
                      <a:pt x="2609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Google Shape;1913;p46">
                <a:extLst>
                  <a:ext uri="{FF2B5EF4-FFF2-40B4-BE49-F238E27FC236}">
                    <a16:creationId xmlns:a16="http://schemas.microsoft.com/office/drawing/2014/main" id="{15205DA5-66E5-4736-E909-B35C257EA414}"/>
                  </a:ext>
                </a:extLst>
              </p:cNvPr>
              <p:cNvSpPr/>
              <p:nvPr/>
            </p:nvSpPr>
            <p:spPr>
              <a:xfrm>
                <a:off x="3955208" y="945519"/>
                <a:ext cx="3915320" cy="2379347"/>
              </a:xfrm>
              <a:custGeom>
                <a:avLst/>
                <a:gdLst/>
                <a:ahLst/>
                <a:cxnLst/>
                <a:rect l="l" t="t" r="r" b="b"/>
                <a:pathLst>
                  <a:path w="27474" h="16696" extrusionOk="0">
                    <a:moveTo>
                      <a:pt x="26138" y="110"/>
                    </a:moveTo>
                    <a:cubicBezTo>
                      <a:pt x="26819" y="110"/>
                      <a:pt x="27363" y="655"/>
                      <a:pt x="27363" y="1330"/>
                    </a:cubicBezTo>
                    <a:lnTo>
                      <a:pt x="27363" y="15360"/>
                    </a:lnTo>
                    <a:cubicBezTo>
                      <a:pt x="27363" y="16041"/>
                      <a:pt x="26819" y="16586"/>
                      <a:pt x="26138" y="16586"/>
                    </a:cubicBezTo>
                    <a:lnTo>
                      <a:pt x="1310" y="16586"/>
                    </a:lnTo>
                    <a:cubicBezTo>
                      <a:pt x="655" y="16586"/>
                      <a:pt x="111" y="16041"/>
                      <a:pt x="111" y="15360"/>
                    </a:cubicBezTo>
                    <a:lnTo>
                      <a:pt x="111" y="1330"/>
                    </a:lnTo>
                    <a:cubicBezTo>
                      <a:pt x="111" y="655"/>
                      <a:pt x="655" y="110"/>
                      <a:pt x="1310" y="110"/>
                    </a:cubicBezTo>
                    <a:close/>
                    <a:moveTo>
                      <a:pt x="1310" y="0"/>
                    </a:moveTo>
                    <a:cubicBezTo>
                      <a:pt x="587" y="0"/>
                      <a:pt x="1" y="592"/>
                      <a:pt x="1" y="1330"/>
                    </a:cubicBezTo>
                    <a:lnTo>
                      <a:pt x="1" y="15360"/>
                    </a:lnTo>
                    <a:cubicBezTo>
                      <a:pt x="1" y="16104"/>
                      <a:pt x="587" y="16696"/>
                      <a:pt x="1310" y="16696"/>
                    </a:cubicBezTo>
                    <a:lnTo>
                      <a:pt x="26138" y="16696"/>
                    </a:lnTo>
                    <a:cubicBezTo>
                      <a:pt x="26882" y="16696"/>
                      <a:pt x="27473" y="16104"/>
                      <a:pt x="27473" y="15360"/>
                    </a:cubicBezTo>
                    <a:lnTo>
                      <a:pt x="27473" y="1330"/>
                    </a:lnTo>
                    <a:cubicBezTo>
                      <a:pt x="27473" y="592"/>
                      <a:pt x="26882" y="0"/>
                      <a:pt x="26138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Google Shape;1914;p46">
                <a:extLst>
                  <a:ext uri="{FF2B5EF4-FFF2-40B4-BE49-F238E27FC236}">
                    <a16:creationId xmlns:a16="http://schemas.microsoft.com/office/drawing/2014/main" id="{D334D470-DD6C-C9DA-3118-467719D8464C}"/>
                  </a:ext>
                </a:extLst>
              </p:cNvPr>
              <p:cNvSpPr/>
              <p:nvPr/>
            </p:nvSpPr>
            <p:spPr>
              <a:xfrm>
                <a:off x="5948681" y="1057392"/>
                <a:ext cx="1818855" cy="2142923"/>
              </a:xfrm>
              <a:custGeom>
                <a:avLst/>
                <a:gdLst/>
                <a:ahLst/>
                <a:cxnLst/>
                <a:rect l="l" t="t" r="r" b="b"/>
                <a:pathLst>
                  <a:path w="12763" h="15037" extrusionOk="0">
                    <a:moveTo>
                      <a:pt x="262" y="1"/>
                    </a:moveTo>
                    <a:cubicBezTo>
                      <a:pt x="105" y="1"/>
                      <a:pt x="0" y="132"/>
                      <a:pt x="0" y="284"/>
                    </a:cubicBezTo>
                    <a:lnTo>
                      <a:pt x="0" y="14753"/>
                    </a:lnTo>
                    <a:cubicBezTo>
                      <a:pt x="0" y="14905"/>
                      <a:pt x="105" y="15036"/>
                      <a:pt x="262" y="15036"/>
                    </a:cubicBezTo>
                    <a:lnTo>
                      <a:pt x="12501" y="15036"/>
                    </a:lnTo>
                    <a:cubicBezTo>
                      <a:pt x="12653" y="15036"/>
                      <a:pt x="12763" y="14905"/>
                      <a:pt x="12763" y="14753"/>
                    </a:cubicBezTo>
                    <a:lnTo>
                      <a:pt x="12763" y="284"/>
                    </a:lnTo>
                    <a:cubicBezTo>
                      <a:pt x="12763" y="132"/>
                      <a:pt x="12653" y="1"/>
                      <a:pt x="1250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Google Shape;1915;p46">
                <a:extLst>
                  <a:ext uri="{FF2B5EF4-FFF2-40B4-BE49-F238E27FC236}">
                    <a16:creationId xmlns:a16="http://schemas.microsoft.com/office/drawing/2014/main" id="{70B6790D-55FC-7CCB-C61D-C1516A25304A}"/>
                  </a:ext>
                </a:extLst>
              </p:cNvPr>
              <p:cNvSpPr/>
              <p:nvPr/>
            </p:nvSpPr>
            <p:spPr>
              <a:xfrm>
                <a:off x="6131526" y="1197768"/>
                <a:ext cx="1518159" cy="1050869"/>
              </a:xfrm>
              <a:custGeom>
                <a:avLst/>
                <a:gdLst/>
                <a:ahLst/>
                <a:cxnLst/>
                <a:rect l="l" t="t" r="r" b="b"/>
                <a:pathLst>
                  <a:path w="10653" h="7374" extrusionOk="0">
                    <a:moveTo>
                      <a:pt x="262" y="0"/>
                    </a:moveTo>
                    <a:cubicBezTo>
                      <a:pt x="110" y="0"/>
                      <a:pt x="0" y="105"/>
                      <a:pt x="0" y="262"/>
                    </a:cubicBezTo>
                    <a:lnTo>
                      <a:pt x="0" y="7091"/>
                    </a:lnTo>
                    <a:cubicBezTo>
                      <a:pt x="0" y="7243"/>
                      <a:pt x="110" y="7374"/>
                      <a:pt x="262" y="7374"/>
                    </a:cubicBezTo>
                    <a:lnTo>
                      <a:pt x="10369" y="7374"/>
                    </a:lnTo>
                    <a:cubicBezTo>
                      <a:pt x="10521" y="7374"/>
                      <a:pt x="10652" y="7243"/>
                      <a:pt x="10652" y="7091"/>
                    </a:cubicBezTo>
                    <a:lnTo>
                      <a:pt x="10652" y="262"/>
                    </a:lnTo>
                    <a:cubicBezTo>
                      <a:pt x="10652" y="105"/>
                      <a:pt x="10521" y="0"/>
                      <a:pt x="103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Google Shape;1916;p46">
                <a:extLst>
                  <a:ext uri="{FF2B5EF4-FFF2-40B4-BE49-F238E27FC236}">
                    <a16:creationId xmlns:a16="http://schemas.microsoft.com/office/drawing/2014/main" id="{B124675F-31EC-9A00-7A53-157B7B60402A}"/>
                  </a:ext>
                </a:extLst>
              </p:cNvPr>
              <p:cNvSpPr/>
              <p:nvPr/>
            </p:nvSpPr>
            <p:spPr>
              <a:xfrm>
                <a:off x="3805997" y="640968"/>
                <a:ext cx="2055422" cy="643433"/>
              </a:xfrm>
              <a:custGeom>
                <a:avLst/>
                <a:gdLst/>
                <a:ahLst/>
                <a:cxnLst/>
                <a:rect l="l" t="t" r="r" b="b"/>
                <a:pathLst>
                  <a:path w="14423" h="4515" extrusionOk="0">
                    <a:moveTo>
                      <a:pt x="1550" y="1"/>
                    </a:moveTo>
                    <a:cubicBezTo>
                      <a:pt x="697" y="1"/>
                      <a:pt x="0" y="697"/>
                      <a:pt x="0" y="1551"/>
                    </a:cubicBezTo>
                    <a:lnTo>
                      <a:pt x="0" y="2965"/>
                    </a:lnTo>
                    <a:cubicBezTo>
                      <a:pt x="0" y="3839"/>
                      <a:pt x="697" y="4515"/>
                      <a:pt x="1550" y="4515"/>
                    </a:cubicBezTo>
                    <a:lnTo>
                      <a:pt x="12873" y="4515"/>
                    </a:lnTo>
                    <a:cubicBezTo>
                      <a:pt x="13747" y="4515"/>
                      <a:pt x="14423" y="3839"/>
                      <a:pt x="14423" y="2965"/>
                    </a:cubicBezTo>
                    <a:lnTo>
                      <a:pt x="14423" y="1551"/>
                    </a:lnTo>
                    <a:cubicBezTo>
                      <a:pt x="14423" y="697"/>
                      <a:pt x="13747" y="1"/>
                      <a:pt x="1287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Google Shape;1917;p46">
                <a:extLst>
                  <a:ext uri="{FF2B5EF4-FFF2-40B4-BE49-F238E27FC236}">
                    <a16:creationId xmlns:a16="http://schemas.microsoft.com/office/drawing/2014/main" id="{AF310477-6199-CB7D-8D8D-9BB151745E09}"/>
                  </a:ext>
                </a:extLst>
              </p:cNvPr>
              <p:cNvSpPr/>
              <p:nvPr/>
            </p:nvSpPr>
            <p:spPr>
              <a:xfrm>
                <a:off x="3799298" y="631277"/>
                <a:ext cx="2071098" cy="662814"/>
              </a:xfrm>
              <a:custGeom>
                <a:avLst/>
                <a:gdLst/>
                <a:ahLst/>
                <a:cxnLst/>
                <a:rect l="l" t="t" r="r" b="b"/>
                <a:pathLst>
                  <a:path w="14533" h="4651" extrusionOk="0">
                    <a:moveTo>
                      <a:pt x="12920" y="111"/>
                    </a:moveTo>
                    <a:cubicBezTo>
                      <a:pt x="13747" y="111"/>
                      <a:pt x="14428" y="786"/>
                      <a:pt x="14428" y="1619"/>
                    </a:cubicBezTo>
                    <a:lnTo>
                      <a:pt x="14428" y="3033"/>
                    </a:lnTo>
                    <a:cubicBezTo>
                      <a:pt x="14428" y="3865"/>
                      <a:pt x="13747" y="4541"/>
                      <a:pt x="12920" y="4541"/>
                    </a:cubicBezTo>
                    <a:lnTo>
                      <a:pt x="1597" y="4541"/>
                    </a:lnTo>
                    <a:cubicBezTo>
                      <a:pt x="765" y="4541"/>
                      <a:pt x="110" y="3865"/>
                      <a:pt x="110" y="3033"/>
                    </a:cubicBezTo>
                    <a:lnTo>
                      <a:pt x="110" y="1619"/>
                    </a:lnTo>
                    <a:cubicBezTo>
                      <a:pt x="110" y="786"/>
                      <a:pt x="765" y="111"/>
                      <a:pt x="1597" y="111"/>
                    </a:cubicBezTo>
                    <a:close/>
                    <a:moveTo>
                      <a:pt x="1597" y="1"/>
                    </a:moveTo>
                    <a:cubicBezTo>
                      <a:pt x="723" y="1"/>
                      <a:pt x="0" y="723"/>
                      <a:pt x="0" y="1619"/>
                    </a:cubicBezTo>
                    <a:lnTo>
                      <a:pt x="0" y="3033"/>
                    </a:lnTo>
                    <a:cubicBezTo>
                      <a:pt x="0" y="3928"/>
                      <a:pt x="723" y="4651"/>
                      <a:pt x="1597" y="4651"/>
                    </a:cubicBezTo>
                    <a:lnTo>
                      <a:pt x="12920" y="4651"/>
                    </a:lnTo>
                    <a:cubicBezTo>
                      <a:pt x="13815" y="4651"/>
                      <a:pt x="14532" y="3928"/>
                      <a:pt x="14532" y="3033"/>
                    </a:cubicBezTo>
                    <a:lnTo>
                      <a:pt x="14532" y="1619"/>
                    </a:lnTo>
                    <a:cubicBezTo>
                      <a:pt x="14532" y="723"/>
                      <a:pt x="13815" y="1"/>
                      <a:pt x="12920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Google Shape;1918;p46">
                <a:extLst>
                  <a:ext uri="{FF2B5EF4-FFF2-40B4-BE49-F238E27FC236}">
                    <a16:creationId xmlns:a16="http://schemas.microsoft.com/office/drawing/2014/main" id="{F6AB7547-2843-6067-0479-E1230D03DB1C}"/>
                  </a:ext>
                </a:extLst>
              </p:cNvPr>
              <p:cNvSpPr/>
              <p:nvPr/>
            </p:nvSpPr>
            <p:spPr>
              <a:xfrm>
                <a:off x="3873833" y="820820"/>
                <a:ext cx="1515166" cy="280032"/>
              </a:xfrm>
              <a:custGeom>
                <a:avLst/>
                <a:gdLst/>
                <a:ahLst/>
                <a:cxnLst/>
                <a:rect l="l" t="t" r="r" b="b"/>
                <a:pathLst>
                  <a:path w="10632" h="1965" extrusionOk="0">
                    <a:moveTo>
                      <a:pt x="875" y="1"/>
                    </a:moveTo>
                    <a:cubicBezTo>
                      <a:pt x="394" y="1"/>
                      <a:pt x="1" y="441"/>
                      <a:pt x="1" y="943"/>
                    </a:cubicBezTo>
                    <a:lnTo>
                      <a:pt x="1" y="1027"/>
                    </a:lnTo>
                    <a:cubicBezTo>
                      <a:pt x="1" y="1551"/>
                      <a:pt x="394" y="1965"/>
                      <a:pt x="875" y="1965"/>
                    </a:cubicBezTo>
                    <a:lnTo>
                      <a:pt x="9757" y="1965"/>
                    </a:lnTo>
                    <a:cubicBezTo>
                      <a:pt x="10260" y="1965"/>
                      <a:pt x="10632" y="1551"/>
                      <a:pt x="10632" y="1027"/>
                    </a:cubicBezTo>
                    <a:lnTo>
                      <a:pt x="10632" y="943"/>
                    </a:lnTo>
                    <a:cubicBezTo>
                      <a:pt x="10632" y="441"/>
                      <a:pt x="10260" y="1"/>
                      <a:pt x="975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Google Shape;1919;p46">
                <a:extLst>
                  <a:ext uri="{FF2B5EF4-FFF2-40B4-BE49-F238E27FC236}">
                    <a16:creationId xmlns:a16="http://schemas.microsoft.com/office/drawing/2014/main" id="{88B693D1-86F5-4588-6F39-30843E66E7CA}"/>
                  </a:ext>
                </a:extLst>
              </p:cNvPr>
              <p:cNvSpPr/>
              <p:nvPr/>
            </p:nvSpPr>
            <p:spPr>
              <a:xfrm>
                <a:off x="3867847" y="814834"/>
                <a:ext cx="1530130" cy="295708"/>
              </a:xfrm>
              <a:custGeom>
                <a:avLst/>
                <a:gdLst/>
                <a:ahLst/>
                <a:cxnLst/>
                <a:rect l="l" t="t" r="r" b="b"/>
                <a:pathLst>
                  <a:path w="10737" h="2075" extrusionOk="0">
                    <a:moveTo>
                      <a:pt x="9799" y="111"/>
                    </a:moveTo>
                    <a:cubicBezTo>
                      <a:pt x="10255" y="111"/>
                      <a:pt x="10627" y="504"/>
                      <a:pt x="10627" y="985"/>
                    </a:cubicBezTo>
                    <a:lnTo>
                      <a:pt x="10627" y="1069"/>
                    </a:lnTo>
                    <a:cubicBezTo>
                      <a:pt x="10627" y="1572"/>
                      <a:pt x="10255" y="1965"/>
                      <a:pt x="9799" y="1965"/>
                    </a:cubicBezTo>
                    <a:lnTo>
                      <a:pt x="917" y="1965"/>
                    </a:lnTo>
                    <a:cubicBezTo>
                      <a:pt x="483" y="1965"/>
                      <a:pt x="111" y="1572"/>
                      <a:pt x="111" y="1069"/>
                    </a:cubicBezTo>
                    <a:lnTo>
                      <a:pt x="111" y="985"/>
                    </a:lnTo>
                    <a:cubicBezTo>
                      <a:pt x="111" y="504"/>
                      <a:pt x="483" y="111"/>
                      <a:pt x="917" y="111"/>
                    </a:cubicBezTo>
                    <a:close/>
                    <a:moveTo>
                      <a:pt x="917" y="1"/>
                    </a:moveTo>
                    <a:cubicBezTo>
                      <a:pt x="415" y="1"/>
                      <a:pt x="1" y="436"/>
                      <a:pt x="1" y="985"/>
                    </a:cubicBezTo>
                    <a:lnTo>
                      <a:pt x="1" y="1069"/>
                    </a:lnTo>
                    <a:cubicBezTo>
                      <a:pt x="1" y="1640"/>
                      <a:pt x="415" y="2075"/>
                      <a:pt x="917" y="2075"/>
                    </a:cubicBezTo>
                    <a:lnTo>
                      <a:pt x="9799" y="2075"/>
                    </a:lnTo>
                    <a:cubicBezTo>
                      <a:pt x="10323" y="2075"/>
                      <a:pt x="10737" y="1640"/>
                      <a:pt x="10737" y="1069"/>
                    </a:cubicBezTo>
                    <a:lnTo>
                      <a:pt x="10737" y="985"/>
                    </a:lnTo>
                    <a:cubicBezTo>
                      <a:pt x="10737" y="436"/>
                      <a:pt x="10323" y="1"/>
                      <a:pt x="9799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Google Shape;1920;p46">
                <a:extLst>
                  <a:ext uri="{FF2B5EF4-FFF2-40B4-BE49-F238E27FC236}">
                    <a16:creationId xmlns:a16="http://schemas.microsoft.com/office/drawing/2014/main" id="{AC4D5697-9554-92BE-3E85-20CC604A3E3F}"/>
                  </a:ext>
                </a:extLst>
              </p:cNvPr>
              <p:cNvSpPr/>
              <p:nvPr/>
            </p:nvSpPr>
            <p:spPr>
              <a:xfrm>
                <a:off x="4060525" y="1542508"/>
                <a:ext cx="1697864" cy="700294"/>
              </a:xfrm>
              <a:custGeom>
                <a:avLst/>
                <a:gdLst/>
                <a:ahLst/>
                <a:cxnLst/>
                <a:rect l="l" t="t" r="r" b="b"/>
                <a:pathLst>
                  <a:path w="11914" h="4914" extrusionOk="0">
                    <a:moveTo>
                      <a:pt x="288" y="1"/>
                    </a:moveTo>
                    <a:cubicBezTo>
                      <a:pt x="131" y="1"/>
                      <a:pt x="0" y="132"/>
                      <a:pt x="0" y="284"/>
                    </a:cubicBezTo>
                    <a:lnTo>
                      <a:pt x="0" y="4651"/>
                    </a:lnTo>
                    <a:cubicBezTo>
                      <a:pt x="0" y="4803"/>
                      <a:pt x="131" y="4913"/>
                      <a:pt x="288" y="4913"/>
                    </a:cubicBezTo>
                    <a:lnTo>
                      <a:pt x="11631" y="4913"/>
                    </a:lnTo>
                    <a:cubicBezTo>
                      <a:pt x="11783" y="4913"/>
                      <a:pt x="11914" y="4803"/>
                      <a:pt x="11914" y="4651"/>
                    </a:cubicBezTo>
                    <a:lnTo>
                      <a:pt x="11914" y="284"/>
                    </a:lnTo>
                    <a:cubicBezTo>
                      <a:pt x="11914" y="132"/>
                      <a:pt x="11783" y="1"/>
                      <a:pt x="1163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Google Shape;1921;p46">
                <a:extLst>
                  <a:ext uri="{FF2B5EF4-FFF2-40B4-BE49-F238E27FC236}">
                    <a16:creationId xmlns:a16="http://schemas.microsoft.com/office/drawing/2014/main" id="{734AA494-846C-C643-A94A-341D388EB77A}"/>
                  </a:ext>
                </a:extLst>
              </p:cNvPr>
              <p:cNvSpPr/>
              <p:nvPr/>
            </p:nvSpPr>
            <p:spPr>
              <a:xfrm>
                <a:off x="4051547" y="1533530"/>
                <a:ext cx="1716675" cy="718108"/>
              </a:xfrm>
              <a:custGeom>
                <a:avLst/>
                <a:gdLst/>
                <a:ahLst/>
                <a:cxnLst/>
                <a:rect l="l" t="t" r="r" b="b"/>
                <a:pathLst>
                  <a:path w="12046" h="5039" extrusionOk="0">
                    <a:moveTo>
                      <a:pt x="11694" y="132"/>
                    </a:moveTo>
                    <a:cubicBezTo>
                      <a:pt x="11825" y="132"/>
                      <a:pt x="11935" y="216"/>
                      <a:pt x="11935" y="347"/>
                    </a:cubicBezTo>
                    <a:lnTo>
                      <a:pt x="11935" y="4714"/>
                    </a:lnTo>
                    <a:cubicBezTo>
                      <a:pt x="11935" y="4819"/>
                      <a:pt x="11825" y="4929"/>
                      <a:pt x="11694" y="4929"/>
                    </a:cubicBezTo>
                    <a:lnTo>
                      <a:pt x="351" y="4929"/>
                    </a:lnTo>
                    <a:cubicBezTo>
                      <a:pt x="220" y="4929"/>
                      <a:pt x="131" y="4819"/>
                      <a:pt x="131" y="4714"/>
                    </a:cubicBezTo>
                    <a:lnTo>
                      <a:pt x="131" y="347"/>
                    </a:lnTo>
                    <a:cubicBezTo>
                      <a:pt x="131" y="216"/>
                      <a:pt x="220" y="132"/>
                      <a:pt x="351" y="132"/>
                    </a:cubicBezTo>
                    <a:close/>
                    <a:moveTo>
                      <a:pt x="351" y="1"/>
                    </a:moveTo>
                    <a:cubicBezTo>
                      <a:pt x="152" y="1"/>
                      <a:pt x="0" y="153"/>
                      <a:pt x="0" y="347"/>
                    </a:cubicBezTo>
                    <a:lnTo>
                      <a:pt x="0" y="4714"/>
                    </a:lnTo>
                    <a:cubicBezTo>
                      <a:pt x="0" y="4887"/>
                      <a:pt x="152" y="5039"/>
                      <a:pt x="351" y="5039"/>
                    </a:cubicBezTo>
                    <a:lnTo>
                      <a:pt x="11694" y="5039"/>
                    </a:lnTo>
                    <a:cubicBezTo>
                      <a:pt x="11893" y="5039"/>
                      <a:pt x="12045" y="4887"/>
                      <a:pt x="12045" y="4714"/>
                    </a:cubicBezTo>
                    <a:lnTo>
                      <a:pt x="12045" y="347"/>
                    </a:lnTo>
                    <a:cubicBezTo>
                      <a:pt x="12045" y="153"/>
                      <a:pt x="11893" y="1"/>
                      <a:pt x="11694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Google Shape;1922;p46">
                <a:extLst>
                  <a:ext uri="{FF2B5EF4-FFF2-40B4-BE49-F238E27FC236}">
                    <a16:creationId xmlns:a16="http://schemas.microsoft.com/office/drawing/2014/main" id="{7DE2F644-CE16-7D1B-2825-CF8951F4BF4B}"/>
                  </a:ext>
                </a:extLst>
              </p:cNvPr>
              <p:cNvSpPr/>
              <p:nvPr/>
            </p:nvSpPr>
            <p:spPr>
              <a:xfrm>
                <a:off x="4060525" y="2335880"/>
                <a:ext cx="1697864" cy="699439"/>
              </a:xfrm>
              <a:custGeom>
                <a:avLst/>
                <a:gdLst/>
                <a:ahLst/>
                <a:cxnLst/>
                <a:rect l="l" t="t" r="r" b="b"/>
                <a:pathLst>
                  <a:path w="11914" h="4908" extrusionOk="0">
                    <a:moveTo>
                      <a:pt x="288" y="1"/>
                    </a:moveTo>
                    <a:cubicBezTo>
                      <a:pt x="131" y="1"/>
                      <a:pt x="0" y="132"/>
                      <a:pt x="0" y="283"/>
                    </a:cubicBezTo>
                    <a:lnTo>
                      <a:pt x="0" y="4646"/>
                    </a:lnTo>
                    <a:cubicBezTo>
                      <a:pt x="0" y="4798"/>
                      <a:pt x="131" y="4908"/>
                      <a:pt x="288" y="4908"/>
                    </a:cubicBezTo>
                    <a:lnTo>
                      <a:pt x="11631" y="4908"/>
                    </a:lnTo>
                    <a:cubicBezTo>
                      <a:pt x="11783" y="4908"/>
                      <a:pt x="11914" y="4798"/>
                      <a:pt x="11914" y="4646"/>
                    </a:cubicBezTo>
                    <a:lnTo>
                      <a:pt x="11914" y="283"/>
                    </a:lnTo>
                    <a:cubicBezTo>
                      <a:pt x="11914" y="132"/>
                      <a:pt x="11783" y="1"/>
                      <a:pt x="1163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Google Shape;1923;p46">
                <a:extLst>
                  <a:ext uri="{FF2B5EF4-FFF2-40B4-BE49-F238E27FC236}">
                    <a16:creationId xmlns:a16="http://schemas.microsoft.com/office/drawing/2014/main" id="{2A6868E0-EB76-05EC-0FF0-38337F162573}"/>
                  </a:ext>
                </a:extLst>
              </p:cNvPr>
              <p:cNvSpPr/>
              <p:nvPr/>
            </p:nvSpPr>
            <p:spPr>
              <a:xfrm>
                <a:off x="4051547" y="2329182"/>
                <a:ext cx="1716675" cy="715828"/>
              </a:xfrm>
              <a:custGeom>
                <a:avLst/>
                <a:gdLst/>
                <a:ahLst/>
                <a:cxnLst/>
                <a:rect l="l" t="t" r="r" b="b"/>
                <a:pathLst>
                  <a:path w="12046" h="5023" extrusionOk="0">
                    <a:moveTo>
                      <a:pt x="11694" y="111"/>
                    </a:moveTo>
                    <a:cubicBezTo>
                      <a:pt x="11825" y="111"/>
                      <a:pt x="11935" y="200"/>
                      <a:pt x="11935" y="330"/>
                    </a:cubicBezTo>
                    <a:lnTo>
                      <a:pt x="11935" y="4693"/>
                    </a:lnTo>
                    <a:cubicBezTo>
                      <a:pt x="11935" y="4803"/>
                      <a:pt x="11825" y="4913"/>
                      <a:pt x="11694" y="4913"/>
                    </a:cubicBezTo>
                    <a:lnTo>
                      <a:pt x="351" y="4913"/>
                    </a:lnTo>
                    <a:cubicBezTo>
                      <a:pt x="220" y="4913"/>
                      <a:pt x="131" y="4803"/>
                      <a:pt x="131" y="4693"/>
                    </a:cubicBezTo>
                    <a:lnTo>
                      <a:pt x="131" y="330"/>
                    </a:lnTo>
                    <a:cubicBezTo>
                      <a:pt x="131" y="200"/>
                      <a:pt x="220" y="111"/>
                      <a:pt x="351" y="111"/>
                    </a:cubicBezTo>
                    <a:close/>
                    <a:moveTo>
                      <a:pt x="351" y="1"/>
                    </a:moveTo>
                    <a:cubicBezTo>
                      <a:pt x="152" y="1"/>
                      <a:pt x="0" y="131"/>
                      <a:pt x="0" y="330"/>
                    </a:cubicBezTo>
                    <a:lnTo>
                      <a:pt x="0" y="4693"/>
                    </a:lnTo>
                    <a:cubicBezTo>
                      <a:pt x="0" y="4866"/>
                      <a:pt x="152" y="5023"/>
                      <a:pt x="351" y="5023"/>
                    </a:cubicBezTo>
                    <a:lnTo>
                      <a:pt x="11694" y="5023"/>
                    </a:lnTo>
                    <a:cubicBezTo>
                      <a:pt x="11893" y="5023"/>
                      <a:pt x="12045" y="4866"/>
                      <a:pt x="12045" y="4693"/>
                    </a:cubicBezTo>
                    <a:lnTo>
                      <a:pt x="12045" y="330"/>
                    </a:lnTo>
                    <a:cubicBezTo>
                      <a:pt x="12045" y="131"/>
                      <a:pt x="11893" y="1"/>
                      <a:pt x="11694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Google Shape;1924;p46">
                <a:extLst>
                  <a:ext uri="{FF2B5EF4-FFF2-40B4-BE49-F238E27FC236}">
                    <a16:creationId xmlns:a16="http://schemas.microsoft.com/office/drawing/2014/main" id="{5F3F4306-58BA-FD67-E110-F5A3CBB7AC86}"/>
                  </a:ext>
                </a:extLst>
              </p:cNvPr>
              <p:cNvSpPr/>
              <p:nvPr/>
            </p:nvSpPr>
            <p:spPr>
              <a:xfrm>
                <a:off x="4129070" y="1654524"/>
                <a:ext cx="1560770" cy="109020"/>
              </a:xfrm>
              <a:custGeom>
                <a:avLst/>
                <a:gdLst/>
                <a:ahLst/>
                <a:cxnLst/>
                <a:rect l="l" t="t" r="r" b="b"/>
                <a:pathLst>
                  <a:path w="10952" h="765" extrusionOk="0">
                    <a:moveTo>
                      <a:pt x="284" y="0"/>
                    </a:moveTo>
                    <a:cubicBezTo>
                      <a:pt x="132" y="0"/>
                      <a:pt x="1" y="131"/>
                      <a:pt x="1" y="283"/>
                    </a:cubicBezTo>
                    <a:lnTo>
                      <a:pt x="1" y="482"/>
                    </a:lnTo>
                    <a:cubicBezTo>
                      <a:pt x="1" y="634"/>
                      <a:pt x="132" y="765"/>
                      <a:pt x="284" y="765"/>
                    </a:cubicBezTo>
                    <a:lnTo>
                      <a:pt x="10669" y="765"/>
                    </a:lnTo>
                    <a:cubicBezTo>
                      <a:pt x="10820" y="765"/>
                      <a:pt x="10951" y="634"/>
                      <a:pt x="10951" y="482"/>
                    </a:cubicBezTo>
                    <a:lnTo>
                      <a:pt x="10951" y="283"/>
                    </a:lnTo>
                    <a:cubicBezTo>
                      <a:pt x="10951" y="131"/>
                      <a:pt x="10820" y="0"/>
                      <a:pt x="1066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Google Shape;1925;p46">
                <a:extLst>
                  <a:ext uri="{FF2B5EF4-FFF2-40B4-BE49-F238E27FC236}">
                    <a16:creationId xmlns:a16="http://schemas.microsoft.com/office/drawing/2014/main" id="{6FDF42F4-8D07-C7FB-67D2-D1266218C9B2}"/>
                  </a:ext>
                </a:extLst>
              </p:cNvPr>
              <p:cNvSpPr/>
              <p:nvPr/>
            </p:nvSpPr>
            <p:spPr>
              <a:xfrm>
                <a:off x="4113706" y="1648538"/>
                <a:ext cx="1577158" cy="120991"/>
              </a:xfrm>
              <a:custGeom>
                <a:avLst/>
                <a:gdLst/>
                <a:ahLst/>
                <a:cxnLst/>
                <a:rect l="l" t="t" r="r" b="b"/>
                <a:pathLst>
                  <a:path w="11067" h="849" extrusionOk="0">
                    <a:moveTo>
                      <a:pt x="10737" y="110"/>
                    </a:moveTo>
                    <a:cubicBezTo>
                      <a:pt x="10867" y="110"/>
                      <a:pt x="10956" y="194"/>
                      <a:pt x="10956" y="325"/>
                    </a:cubicBezTo>
                    <a:lnTo>
                      <a:pt x="10956" y="524"/>
                    </a:lnTo>
                    <a:cubicBezTo>
                      <a:pt x="10956" y="655"/>
                      <a:pt x="10867" y="739"/>
                      <a:pt x="10737" y="739"/>
                    </a:cubicBezTo>
                    <a:lnTo>
                      <a:pt x="352" y="739"/>
                    </a:lnTo>
                    <a:cubicBezTo>
                      <a:pt x="221" y="739"/>
                      <a:pt x="132" y="655"/>
                      <a:pt x="132" y="524"/>
                    </a:cubicBezTo>
                    <a:lnTo>
                      <a:pt x="132" y="325"/>
                    </a:lnTo>
                    <a:cubicBezTo>
                      <a:pt x="132" y="194"/>
                      <a:pt x="221" y="110"/>
                      <a:pt x="352" y="110"/>
                    </a:cubicBezTo>
                    <a:close/>
                    <a:moveTo>
                      <a:pt x="352" y="0"/>
                    </a:moveTo>
                    <a:cubicBezTo>
                      <a:pt x="153" y="0"/>
                      <a:pt x="1" y="131"/>
                      <a:pt x="1" y="325"/>
                    </a:cubicBezTo>
                    <a:lnTo>
                      <a:pt x="1" y="524"/>
                    </a:lnTo>
                    <a:cubicBezTo>
                      <a:pt x="1" y="697"/>
                      <a:pt x="153" y="849"/>
                      <a:pt x="352" y="849"/>
                    </a:cubicBezTo>
                    <a:lnTo>
                      <a:pt x="10737" y="849"/>
                    </a:lnTo>
                    <a:cubicBezTo>
                      <a:pt x="10909" y="849"/>
                      <a:pt x="11066" y="697"/>
                      <a:pt x="11066" y="524"/>
                    </a:cubicBezTo>
                    <a:lnTo>
                      <a:pt x="11066" y="325"/>
                    </a:lnTo>
                    <a:cubicBezTo>
                      <a:pt x="11066" y="131"/>
                      <a:pt x="10909" y="0"/>
                      <a:pt x="10737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Google Shape;1926;p46">
                <a:extLst>
                  <a:ext uri="{FF2B5EF4-FFF2-40B4-BE49-F238E27FC236}">
                    <a16:creationId xmlns:a16="http://schemas.microsoft.com/office/drawing/2014/main" id="{C089263F-7DA5-AF83-1014-FA27F7340932}"/>
                  </a:ext>
                </a:extLst>
              </p:cNvPr>
              <p:cNvSpPr/>
              <p:nvPr/>
            </p:nvSpPr>
            <p:spPr>
              <a:xfrm>
                <a:off x="4129070" y="2447896"/>
                <a:ext cx="1560770" cy="108308"/>
              </a:xfrm>
              <a:custGeom>
                <a:avLst/>
                <a:gdLst/>
                <a:ahLst/>
                <a:cxnLst/>
                <a:rect l="l" t="t" r="r" b="b"/>
                <a:pathLst>
                  <a:path w="10952" h="760" extrusionOk="0">
                    <a:moveTo>
                      <a:pt x="284" y="0"/>
                    </a:moveTo>
                    <a:cubicBezTo>
                      <a:pt x="132" y="0"/>
                      <a:pt x="1" y="131"/>
                      <a:pt x="1" y="283"/>
                    </a:cubicBezTo>
                    <a:lnTo>
                      <a:pt x="1" y="477"/>
                    </a:lnTo>
                    <a:cubicBezTo>
                      <a:pt x="1" y="629"/>
                      <a:pt x="132" y="760"/>
                      <a:pt x="284" y="760"/>
                    </a:cubicBezTo>
                    <a:lnTo>
                      <a:pt x="10669" y="760"/>
                    </a:lnTo>
                    <a:cubicBezTo>
                      <a:pt x="10820" y="760"/>
                      <a:pt x="10951" y="629"/>
                      <a:pt x="10951" y="477"/>
                    </a:cubicBezTo>
                    <a:lnTo>
                      <a:pt x="10951" y="283"/>
                    </a:lnTo>
                    <a:cubicBezTo>
                      <a:pt x="10951" y="131"/>
                      <a:pt x="10820" y="0"/>
                      <a:pt x="1066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Google Shape;1927;p46">
                <a:extLst>
                  <a:ext uri="{FF2B5EF4-FFF2-40B4-BE49-F238E27FC236}">
                    <a16:creationId xmlns:a16="http://schemas.microsoft.com/office/drawing/2014/main" id="{3C194528-ADCE-F222-81A7-C8E44BB48D62}"/>
                  </a:ext>
                </a:extLst>
              </p:cNvPr>
              <p:cNvSpPr/>
              <p:nvPr/>
            </p:nvSpPr>
            <p:spPr>
              <a:xfrm>
                <a:off x="4113706" y="2441198"/>
                <a:ext cx="1577158" cy="121704"/>
              </a:xfrm>
              <a:custGeom>
                <a:avLst/>
                <a:gdLst/>
                <a:ahLst/>
                <a:cxnLst/>
                <a:rect l="l" t="t" r="r" b="b"/>
                <a:pathLst>
                  <a:path w="11067" h="854" extrusionOk="0">
                    <a:moveTo>
                      <a:pt x="10737" y="110"/>
                    </a:moveTo>
                    <a:cubicBezTo>
                      <a:pt x="10867" y="110"/>
                      <a:pt x="10956" y="199"/>
                      <a:pt x="10956" y="330"/>
                    </a:cubicBezTo>
                    <a:lnTo>
                      <a:pt x="10956" y="524"/>
                    </a:lnTo>
                    <a:cubicBezTo>
                      <a:pt x="10956" y="655"/>
                      <a:pt x="10867" y="744"/>
                      <a:pt x="10737" y="744"/>
                    </a:cubicBezTo>
                    <a:lnTo>
                      <a:pt x="352" y="744"/>
                    </a:lnTo>
                    <a:cubicBezTo>
                      <a:pt x="221" y="744"/>
                      <a:pt x="132" y="655"/>
                      <a:pt x="132" y="524"/>
                    </a:cubicBezTo>
                    <a:lnTo>
                      <a:pt x="132" y="330"/>
                    </a:lnTo>
                    <a:cubicBezTo>
                      <a:pt x="132" y="199"/>
                      <a:pt x="221" y="110"/>
                      <a:pt x="352" y="110"/>
                    </a:cubicBezTo>
                    <a:close/>
                    <a:moveTo>
                      <a:pt x="352" y="0"/>
                    </a:moveTo>
                    <a:cubicBezTo>
                      <a:pt x="153" y="0"/>
                      <a:pt x="1" y="131"/>
                      <a:pt x="1" y="330"/>
                    </a:cubicBezTo>
                    <a:lnTo>
                      <a:pt x="1" y="524"/>
                    </a:lnTo>
                    <a:cubicBezTo>
                      <a:pt x="1" y="723"/>
                      <a:pt x="153" y="854"/>
                      <a:pt x="352" y="854"/>
                    </a:cubicBezTo>
                    <a:lnTo>
                      <a:pt x="10737" y="854"/>
                    </a:lnTo>
                    <a:cubicBezTo>
                      <a:pt x="10909" y="854"/>
                      <a:pt x="11066" y="723"/>
                      <a:pt x="11066" y="524"/>
                    </a:cubicBezTo>
                    <a:lnTo>
                      <a:pt x="11066" y="330"/>
                    </a:lnTo>
                    <a:cubicBezTo>
                      <a:pt x="11066" y="131"/>
                      <a:pt x="10909" y="0"/>
                      <a:pt x="10737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Google Shape;1928;p46">
                <a:extLst>
                  <a:ext uri="{FF2B5EF4-FFF2-40B4-BE49-F238E27FC236}">
                    <a16:creationId xmlns:a16="http://schemas.microsoft.com/office/drawing/2014/main" id="{F7A385E7-32A1-1BEA-C115-1B32B9724138}"/>
                  </a:ext>
                </a:extLst>
              </p:cNvPr>
              <p:cNvSpPr/>
              <p:nvPr/>
            </p:nvSpPr>
            <p:spPr>
              <a:xfrm>
                <a:off x="4120095" y="1819412"/>
                <a:ext cx="1560770" cy="106170"/>
              </a:xfrm>
              <a:custGeom>
                <a:avLst/>
                <a:gdLst/>
                <a:ahLst/>
                <a:cxnLst/>
                <a:rect l="l" t="t" r="r" b="b"/>
                <a:pathLst>
                  <a:path w="10952" h="745" extrusionOk="0">
                    <a:moveTo>
                      <a:pt x="284" y="1"/>
                    </a:moveTo>
                    <a:cubicBezTo>
                      <a:pt x="132" y="1"/>
                      <a:pt x="1" y="111"/>
                      <a:pt x="1" y="263"/>
                    </a:cubicBezTo>
                    <a:lnTo>
                      <a:pt x="1" y="456"/>
                    </a:lnTo>
                    <a:cubicBezTo>
                      <a:pt x="1" y="613"/>
                      <a:pt x="132" y="744"/>
                      <a:pt x="284" y="744"/>
                    </a:cubicBezTo>
                    <a:lnTo>
                      <a:pt x="10669" y="744"/>
                    </a:lnTo>
                    <a:cubicBezTo>
                      <a:pt x="10820" y="744"/>
                      <a:pt x="10951" y="613"/>
                      <a:pt x="10951" y="456"/>
                    </a:cubicBezTo>
                    <a:lnTo>
                      <a:pt x="10951" y="263"/>
                    </a:lnTo>
                    <a:cubicBezTo>
                      <a:pt x="10951" y="111"/>
                      <a:pt x="10820" y="1"/>
                      <a:pt x="1066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Google Shape;1929;p46">
                <a:extLst>
                  <a:ext uri="{FF2B5EF4-FFF2-40B4-BE49-F238E27FC236}">
                    <a16:creationId xmlns:a16="http://schemas.microsoft.com/office/drawing/2014/main" id="{7CB677D3-2D30-65A3-8BC1-6BFA6B620397}"/>
                  </a:ext>
                </a:extLst>
              </p:cNvPr>
              <p:cNvSpPr/>
              <p:nvPr/>
            </p:nvSpPr>
            <p:spPr>
              <a:xfrm>
                <a:off x="4113706" y="1809721"/>
                <a:ext cx="1577158" cy="124839"/>
              </a:xfrm>
              <a:custGeom>
                <a:avLst/>
                <a:gdLst/>
                <a:ahLst/>
                <a:cxnLst/>
                <a:rect l="l" t="t" r="r" b="b"/>
                <a:pathLst>
                  <a:path w="11067" h="876" extrusionOk="0">
                    <a:moveTo>
                      <a:pt x="10737" y="111"/>
                    </a:moveTo>
                    <a:cubicBezTo>
                      <a:pt x="10867" y="111"/>
                      <a:pt x="10956" y="221"/>
                      <a:pt x="10956" y="331"/>
                    </a:cubicBezTo>
                    <a:lnTo>
                      <a:pt x="10956" y="524"/>
                    </a:lnTo>
                    <a:cubicBezTo>
                      <a:pt x="10956" y="655"/>
                      <a:pt x="10867" y="744"/>
                      <a:pt x="10737" y="744"/>
                    </a:cubicBezTo>
                    <a:lnTo>
                      <a:pt x="352" y="744"/>
                    </a:lnTo>
                    <a:cubicBezTo>
                      <a:pt x="221" y="744"/>
                      <a:pt x="132" y="655"/>
                      <a:pt x="132" y="524"/>
                    </a:cubicBezTo>
                    <a:lnTo>
                      <a:pt x="132" y="331"/>
                    </a:lnTo>
                    <a:cubicBezTo>
                      <a:pt x="132" y="221"/>
                      <a:pt x="221" y="111"/>
                      <a:pt x="352" y="111"/>
                    </a:cubicBezTo>
                    <a:close/>
                    <a:moveTo>
                      <a:pt x="352" y="1"/>
                    </a:moveTo>
                    <a:cubicBezTo>
                      <a:pt x="153" y="1"/>
                      <a:pt x="1" y="158"/>
                      <a:pt x="1" y="331"/>
                    </a:cubicBezTo>
                    <a:lnTo>
                      <a:pt x="1" y="524"/>
                    </a:lnTo>
                    <a:cubicBezTo>
                      <a:pt x="1" y="723"/>
                      <a:pt x="153" y="875"/>
                      <a:pt x="352" y="875"/>
                    </a:cubicBezTo>
                    <a:lnTo>
                      <a:pt x="10737" y="875"/>
                    </a:lnTo>
                    <a:cubicBezTo>
                      <a:pt x="10909" y="875"/>
                      <a:pt x="11066" y="723"/>
                      <a:pt x="11066" y="524"/>
                    </a:cubicBezTo>
                    <a:lnTo>
                      <a:pt x="11066" y="331"/>
                    </a:lnTo>
                    <a:cubicBezTo>
                      <a:pt x="11066" y="158"/>
                      <a:pt x="10909" y="1"/>
                      <a:pt x="10737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Google Shape;1930;p46">
                <a:extLst>
                  <a:ext uri="{FF2B5EF4-FFF2-40B4-BE49-F238E27FC236}">
                    <a16:creationId xmlns:a16="http://schemas.microsoft.com/office/drawing/2014/main" id="{F10A8F69-B0FE-2299-2851-D38ADCF83825}"/>
                  </a:ext>
                </a:extLst>
              </p:cNvPr>
              <p:cNvSpPr/>
              <p:nvPr/>
            </p:nvSpPr>
            <p:spPr>
              <a:xfrm>
                <a:off x="4120095" y="2612072"/>
                <a:ext cx="1560770" cy="106027"/>
              </a:xfrm>
              <a:custGeom>
                <a:avLst/>
                <a:gdLst/>
                <a:ahLst/>
                <a:cxnLst/>
                <a:rect l="l" t="t" r="r" b="b"/>
                <a:pathLst>
                  <a:path w="10952" h="744" extrusionOk="0">
                    <a:moveTo>
                      <a:pt x="284" y="0"/>
                    </a:moveTo>
                    <a:cubicBezTo>
                      <a:pt x="132" y="0"/>
                      <a:pt x="1" y="110"/>
                      <a:pt x="1" y="262"/>
                    </a:cubicBezTo>
                    <a:lnTo>
                      <a:pt x="1" y="482"/>
                    </a:lnTo>
                    <a:cubicBezTo>
                      <a:pt x="1" y="634"/>
                      <a:pt x="132" y="744"/>
                      <a:pt x="284" y="744"/>
                    </a:cubicBezTo>
                    <a:lnTo>
                      <a:pt x="10669" y="744"/>
                    </a:lnTo>
                    <a:cubicBezTo>
                      <a:pt x="10820" y="744"/>
                      <a:pt x="10951" y="634"/>
                      <a:pt x="10951" y="482"/>
                    </a:cubicBezTo>
                    <a:lnTo>
                      <a:pt x="10951" y="262"/>
                    </a:lnTo>
                    <a:cubicBezTo>
                      <a:pt x="10951" y="110"/>
                      <a:pt x="10820" y="0"/>
                      <a:pt x="1066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Google Shape;1931;p46">
                <a:extLst>
                  <a:ext uri="{FF2B5EF4-FFF2-40B4-BE49-F238E27FC236}">
                    <a16:creationId xmlns:a16="http://schemas.microsoft.com/office/drawing/2014/main" id="{782B3629-E4E1-8101-9A14-71D82948ABF7}"/>
                  </a:ext>
                </a:extLst>
              </p:cNvPr>
              <p:cNvSpPr/>
              <p:nvPr/>
            </p:nvSpPr>
            <p:spPr>
              <a:xfrm>
                <a:off x="4113706" y="2603093"/>
                <a:ext cx="1577158" cy="124839"/>
              </a:xfrm>
              <a:custGeom>
                <a:avLst/>
                <a:gdLst/>
                <a:ahLst/>
                <a:cxnLst/>
                <a:rect l="l" t="t" r="r" b="b"/>
                <a:pathLst>
                  <a:path w="11067" h="876" extrusionOk="0">
                    <a:moveTo>
                      <a:pt x="10737" y="110"/>
                    </a:moveTo>
                    <a:cubicBezTo>
                      <a:pt x="10867" y="110"/>
                      <a:pt x="10956" y="220"/>
                      <a:pt x="10956" y="325"/>
                    </a:cubicBezTo>
                    <a:lnTo>
                      <a:pt x="10956" y="545"/>
                    </a:lnTo>
                    <a:cubicBezTo>
                      <a:pt x="10956" y="655"/>
                      <a:pt x="10867" y="765"/>
                      <a:pt x="10737" y="765"/>
                    </a:cubicBezTo>
                    <a:lnTo>
                      <a:pt x="352" y="765"/>
                    </a:lnTo>
                    <a:cubicBezTo>
                      <a:pt x="221" y="765"/>
                      <a:pt x="132" y="655"/>
                      <a:pt x="132" y="545"/>
                    </a:cubicBezTo>
                    <a:lnTo>
                      <a:pt x="132" y="325"/>
                    </a:lnTo>
                    <a:cubicBezTo>
                      <a:pt x="132" y="220"/>
                      <a:pt x="221" y="110"/>
                      <a:pt x="352" y="110"/>
                    </a:cubicBezTo>
                    <a:close/>
                    <a:moveTo>
                      <a:pt x="352" y="0"/>
                    </a:moveTo>
                    <a:cubicBezTo>
                      <a:pt x="153" y="0"/>
                      <a:pt x="1" y="152"/>
                      <a:pt x="1" y="325"/>
                    </a:cubicBezTo>
                    <a:lnTo>
                      <a:pt x="1" y="545"/>
                    </a:lnTo>
                    <a:cubicBezTo>
                      <a:pt x="1" y="718"/>
                      <a:pt x="153" y="875"/>
                      <a:pt x="352" y="875"/>
                    </a:cubicBezTo>
                    <a:lnTo>
                      <a:pt x="10737" y="875"/>
                    </a:lnTo>
                    <a:cubicBezTo>
                      <a:pt x="10909" y="875"/>
                      <a:pt x="11066" y="718"/>
                      <a:pt x="11066" y="545"/>
                    </a:cubicBezTo>
                    <a:lnTo>
                      <a:pt x="11066" y="325"/>
                    </a:lnTo>
                    <a:cubicBezTo>
                      <a:pt x="11066" y="152"/>
                      <a:pt x="10909" y="0"/>
                      <a:pt x="10737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Google Shape;1932;p46">
                <a:extLst>
                  <a:ext uri="{FF2B5EF4-FFF2-40B4-BE49-F238E27FC236}">
                    <a16:creationId xmlns:a16="http://schemas.microsoft.com/office/drawing/2014/main" id="{D16658DF-5026-1A89-DB03-416E830EF3D9}"/>
                  </a:ext>
                </a:extLst>
              </p:cNvPr>
              <p:cNvSpPr/>
              <p:nvPr/>
            </p:nvSpPr>
            <p:spPr>
              <a:xfrm>
                <a:off x="4120095" y="1968766"/>
                <a:ext cx="1560770" cy="109020"/>
              </a:xfrm>
              <a:custGeom>
                <a:avLst/>
                <a:gdLst/>
                <a:ahLst/>
                <a:cxnLst/>
                <a:rect l="l" t="t" r="r" b="b"/>
                <a:pathLst>
                  <a:path w="10952" h="765" extrusionOk="0">
                    <a:moveTo>
                      <a:pt x="284" y="0"/>
                    </a:moveTo>
                    <a:cubicBezTo>
                      <a:pt x="132" y="0"/>
                      <a:pt x="1" y="131"/>
                      <a:pt x="1" y="283"/>
                    </a:cubicBezTo>
                    <a:lnTo>
                      <a:pt x="1" y="482"/>
                    </a:lnTo>
                    <a:cubicBezTo>
                      <a:pt x="1" y="634"/>
                      <a:pt x="132" y="765"/>
                      <a:pt x="284" y="765"/>
                    </a:cubicBezTo>
                    <a:lnTo>
                      <a:pt x="10669" y="765"/>
                    </a:lnTo>
                    <a:cubicBezTo>
                      <a:pt x="10820" y="765"/>
                      <a:pt x="10951" y="634"/>
                      <a:pt x="10951" y="482"/>
                    </a:cubicBezTo>
                    <a:lnTo>
                      <a:pt x="10951" y="283"/>
                    </a:lnTo>
                    <a:cubicBezTo>
                      <a:pt x="10951" y="131"/>
                      <a:pt x="10820" y="0"/>
                      <a:pt x="1066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Google Shape;1933;p46">
                <a:extLst>
                  <a:ext uri="{FF2B5EF4-FFF2-40B4-BE49-F238E27FC236}">
                    <a16:creationId xmlns:a16="http://schemas.microsoft.com/office/drawing/2014/main" id="{4F10A407-0C83-A533-4771-A3323E1505F6}"/>
                  </a:ext>
                </a:extLst>
              </p:cNvPr>
              <p:cNvSpPr/>
              <p:nvPr/>
            </p:nvSpPr>
            <p:spPr>
              <a:xfrm>
                <a:off x="4113706" y="1962780"/>
                <a:ext cx="1577158" cy="120991"/>
              </a:xfrm>
              <a:custGeom>
                <a:avLst/>
                <a:gdLst/>
                <a:ahLst/>
                <a:cxnLst/>
                <a:rect l="l" t="t" r="r" b="b"/>
                <a:pathLst>
                  <a:path w="11067" h="849" extrusionOk="0">
                    <a:moveTo>
                      <a:pt x="10737" y="105"/>
                    </a:moveTo>
                    <a:cubicBezTo>
                      <a:pt x="10867" y="105"/>
                      <a:pt x="10956" y="194"/>
                      <a:pt x="10956" y="325"/>
                    </a:cubicBezTo>
                    <a:lnTo>
                      <a:pt x="10956" y="524"/>
                    </a:lnTo>
                    <a:cubicBezTo>
                      <a:pt x="10956" y="655"/>
                      <a:pt x="10867" y="739"/>
                      <a:pt x="10737" y="739"/>
                    </a:cubicBezTo>
                    <a:lnTo>
                      <a:pt x="352" y="739"/>
                    </a:lnTo>
                    <a:cubicBezTo>
                      <a:pt x="221" y="739"/>
                      <a:pt x="132" y="655"/>
                      <a:pt x="132" y="524"/>
                    </a:cubicBezTo>
                    <a:lnTo>
                      <a:pt x="132" y="325"/>
                    </a:lnTo>
                    <a:cubicBezTo>
                      <a:pt x="132" y="194"/>
                      <a:pt x="221" y="105"/>
                      <a:pt x="352" y="105"/>
                    </a:cubicBezTo>
                    <a:close/>
                    <a:moveTo>
                      <a:pt x="352" y="0"/>
                    </a:moveTo>
                    <a:cubicBezTo>
                      <a:pt x="153" y="0"/>
                      <a:pt x="1" y="131"/>
                      <a:pt x="1" y="325"/>
                    </a:cubicBezTo>
                    <a:lnTo>
                      <a:pt x="1" y="524"/>
                    </a:lnTo>
                    <a:cubicBezTo>
                      <a:pt x="1" y="718"/>
                      <a:pt x="153" y="849"/>
                      <a:pt x="352" y="849"/>
                    </a:cubicBezTo>
                    <a:lnTo>
                      <a:pt x="10737" y="849"/>
                    </a:lnTo>
                    <a:cubicBezTo>
                      <a:pt x="10909" y="849"/>
                      <a:pt x="11066" y="718"/>
                      <a:pt x="11066" y="524"/>
                    </a:cubicBezTo>
                    <a:lnTo>
                      <a:pt x="11066" y="325"/>
                    </a:lnTo>
                    <a:cubicBezTo>
                      <a:pt x="11066" y="131"/>
                      <a:pt x="10909" y="0"/>
                      <a:pt x="10737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Google Shape;1934;p46">
                <a:extLst>
                  <a:ext uri="{FF2B5EF4-FFF2-40B4-BE49-F238E27FC236}">
                    <a16:creationId xmlns:a16="http://schemas.microsoft.com/office/drawing/2014/main" id="{C8696DFC-B6F7-C04D-18B8-3B92CE2FFB33}"/>
                  </a:ext>
                </a:extLst>
              </p:cNvPr>
              <p:cNvSpPr/>
              <p:nvPr/>
            </p:nvSpPr>
            <p:spPr>
              <a:xfrm>
                <a:off x="4120095" y="2761283"/>
                <a:ext cx="1560770" cy="109163"/>
              </a:xfrm>
              <a:custGeom>
                <a:avLst/>
                <a:gdLst/>
                <a:ahLst/>
                <a:cxnLst/>
                <a:rect l="l" t="t" r="r" b="b"/>
                <a:pathLst>
                  <a:path w="10952" h="766" extrusionOk="0">
                    <a:moveTo>
                      <a:pt x="284" y="1"/>
                    </a:moveTo>
                    <a:cubicBezTo>
                      <a:pt x="132" y="1"/>
                      <a:pt x="1" y="132"/>
                      <a:pt x="1" y="289"/>
                    </a:cubicBezTo>
                    <a:lnTo>
                      <a:pt x="1" y="483"/>
                    </a:lnTo>
                    <a:cubicBezTo>
                      <a:pt x="1" y="634"/>
                      <a:pt x="132" y="765"/>
                      <a:pt x="284" y="765"/>
                    </a:cubicBezTo>
                    <a:lnTo>
                      <a:pt x="10669" y="765"/>
                    </a:lnTo>
                    <a:cubicBezTo>
                      <a:pt x="10820" y="765"/>
                      <a:pt x="10951" y="634"/>
                      <a:pt x="10951" y="483"/>
                    </a:cubicBezTo>
                    <a:lnTo>
                      <a:pt x="10951" y="289"/>
                    </a:lnTo>
                    <a:cubicBezTo>
                      <a:pt x="10951" y="132"/>
                      <a:pt x="10820" y="1"/>
                      <a:pt x="1066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Google Shape;1935;p46">
                <a:extLst>
                  <a:ext uri="{FF2B5EF4-FFF2-40B4-BE49-F238E27FC236}">
                    <a16:creationId xmlns:a16="http://schemas.microsoft.com/office/drawing/2014/main" id="{2F455302-4B7F-9573-0244-D7D53FB6DCD9}"/>
                  </a:ext>
                </a:extLst>
              </p:cNvPr>
              <p:cNvSpPr/>
              <p:nvPr/>
            </p:nvSpPr>
            <p:spPr>
              <a:xfrm>
                <a:off x="4113706" y="2755298"/>
                <a:ext cx="1577158" cy="121846"/>
              </a:xfrm>
              <a:custGeom>
                <a:avLst/>
                <a:gdLst/>
                <a:ahLst/>
                <a:cxnLst/>
                <a:rect l="l" t="t" r="r" b="b"/>
                <a:pathLst>
                  <a:path w="11067" h="855" extrusionOk="0">
                    <a:moveTo>
                      <a:pt x="10737" y="111"/>
                    </a:moveTo>
                    <a:cubicBezTo>
                      <a:pt x="10867" y="111"/>
                      <a:pt x="10956" y="200"/>
                      <a:pt x="10956" y="331"/>
                    </a:cubicBezTo>
                    <a:lnTo>
                      <a:pt x="10956" y="525"/>
                    </a:lnTo>
                    <a:cubicBezTo>
                      <a:pt x="10956" y="655"/>
                      <a:pt x="10867" y="744"/>
                      <a:pt x="10737" y="744"/>
                    </a:cubicBezTo>
                    <a:lnTo>
                      <a:pt x="352" y="744"/>
                    </a:lnTo>
                    <a:cubicBezTo>
                      <a:pt x="221" y="744"/>
                      <a:pt x="132" y="655"/>
                      <a:pt x="132" y="525"/>
                    </a:cubicBezTo>
                    <a:lnTo>
                      <a:pt x="132" y="331"/>
                    </a:lnTo>
                    <a:cubicBezTo>
                      <a:pt x="132" y="200"/>
                      <a:pt x="221" y="111"/>
                      <a:pt x="352" y="111"/>
                    </a:cubicBezTo>
                    <a:close/>
                    <a:moveTo>
                      <a:pt x="352" y="1"/>
                    </a:moveTo>
                    <a:cubicBezTo>
                      <a:pt x="153" y="1"/>
                      <a:pt x="1" y="153"/>
                      <a:pt x="1" y="331"/>
                    </a:cubicBezTo>
                    <a:lnTo>
                      <a:pt x="1" y="525"/>
                    </a:lnTo>
                    <a:cubicBezTo>
                      <a:pt x="1" y="724"/>
                      <a:pt x="153" y="854"/>
                      <a:pt x="352" y="854"/>
                    </a:cubicBezTo>
                    <a:lnTo>
                      <a:pt x="10737" y="854"/>
                    </a:lnTo>
                    <a:cubicBezTo>
                      <a:pt x="10909" y="854"/>
                      <a:pt x="11066" y="724"/>
                      <a:pt x="11066" y="525"/>
                    </a:cubicBezTo>
                    <a:lnTo>
                      <a:pt x="11066" y="331"/>
                    </a:lnTo>
                    <a:cubicBezTo>
                      <a:pt x="11066" y="153"/>
                      <a:pt x="10909" y="1"/>
                      <a:pt x="10737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Google Shape;1936;p46">
                <a:extLst>
                  <a:ext uri="{FF2B5EF4-FFF2-40B4-BE49-F238E27FC236}">
                    <a16:creationId xmlns:a16="http://schemas.microsoft.com/office/drawing/2014/main" id="{1441AA0E-2E06-8B68-2176-C31D095144FB}"/>
                  </a:ext>
                </a:extLst>
              </p:cNvPr>
              <p:cNvSpPr/>
              <p:nvPr/>
            </p:nvSpPr>
            <p:spPr>
              <a:xfrm>
                <a:off x="5938990" y="1051406"/>
                <a:ext cx="1838236" cy="2157744"/>
              </a:xfrm>
              <a:custGeom>
                <a:avLst/>
                <a:gdLst/>
                <a:ahLst/>
                <a:cxnLst/>
                <a:rect l="l" t="t" r="r" b="b"/>
                <a:pathLst>
                  <a:path w="12899" h="15141" extrusionOk="0">
                    <a:moveTo>
                      <a:pt x="12569" y="111"/>
                    </a:moveTo>
                    <a:cubicBezTo>
                      <a:pt x="12679" y="111"/>
                      <a:pt x="12789" y="195"/>
                      <a:pt x="12789" y="326"/>
                    </a:cubicBezTo>
                    <a:lnTo>
                      <a:pt x="12789" y="14795"/>
                    </a:lnTo>
                    <a:cubicBezTo>
                      <a:pt x="12789" y="14926"/>
                      <a:pt x="12679" y="15010"/>
                      <a:pt x="12569" y="15010"/>
                    </a:cubicBezTo>
                    <a:lnTo>
                      <a:pt x="330" y="15010"/>
                    </a:lnTo>
                    <a:cubicBezTo>
                      <a:pt x="220" y="15010"/>
                      <a:pt x="110" y="14926"/>
                      <a:pt x="110" y="14795"/>
                    </a:cubicBezTo>
                    <a:lnTo>
                      <a:pt x="110" y="326"/>
                    </a:lnTo>
                    <a:cubicBezTo>
                      <a:pt x="110" y="195"/>
                      <a:pt x="220" y="111"/>
                      <a:pt x="330" y="111"/>
                    </a:cubicBezTo>
                    <a:close/>
                    <a:moveTo>
                      <a:pt x="330" y="1"/>
                    </a:moveTo>
                    <a:cubicBezTo>
                      <a:pt x="152" y="1"/>
                      <a:pt x="0" y="132"/>
                      <a:pt x="0" y="326"/>
                    </a:cubicBezTo>
                    <a:lnTo>
                      <a:pt x="0" y="14795"/>
                    </a:lnTo>
                    <a:cubicBezTo>
                      <a:pt x="0" y="14989"/>
                      <a:pt x="152" y="15141"/>
                      <a:pt x="330" y="15141"/>
                    </a:cubicBezTo>
                    <a:lnTo>
                      <a:pt x="12569" y="15141"/>
                    </a:lnTo>
                    <a:cubicBezTo>
                      <a:pt x="12742" y="15141"/>
                      <a:pt x="12899" y="14989"/>
                      <a:pt x="12899" y="14795"/>
                    </a:cubicBezTo>
                    <a:lnTo>
                      <a:pt x="12899" y="326"/>
                    </a:lnTo>
                    <a:cubicBezTo>
                      <a:pt x="12899" y="132"/>
                      <a:pt x="12742" y="1"/>
                      <a:pt x="12569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Google Shape;1937;p46">
                <a:extLst>
                  <a:ext uri="{FF2B5EF4-FFF2-40B4-BE49-F238E27FC236}">
                    <a16:creationId xmlns:a16="http://schemas.microsoft.com/office/drawing/2014/main" id="{5E2857BA-3B07-2623-AE8A-0017509B9684}"/>
                  </a:ext>
                </a:extLst>
              </p:cNvPr>
              <p:cNvSpPr/>
              <p:nvPr/>
            </p:nvSpPr>
            <p:spPr>
              <a:xfrm>
                <a:off x="6980761" y="1436620"/>
                <a:ext cx="1517446" cy="1051724"/>
              </a:xfrm>
              <a:custGeom>
                <a:avLst/>
                <a:gdLst/>
                <a:ahLst/>
                <a:cxnLst/>
                <a:rect l="l" t="t" r="r" b="b"/>
                <a:pathLst>
                  <a:path w="10648" h="7380" extrusionOk="0">
                    <a:moveTo>
                      <a:pt x="284" y="0"/>
                    </a:moveTo>
                    <a:cubicBezTo>
                      <a:pt x="132" y="0"/>
                      <a:pt x="1" y="110"/>
                      <a:pt x="1" y="262"/>
                    </a:cubicBezTo>
                    <a:lnTo>
                      <a:pt x="1" y="7096"/>
                    </a:lnTo>
                    <a:cubicBezTo>
                      <a:pt x="1" y="7248"/>
                      <a:pt x="132" y="7379"/>
                      <a:pt x="284" y="7379"/>
                    </a:cubicBezTo>
                    <a:lnTo>
                      <a:pt x="10386" y="7379"/>
                    </a:lnTo>
                    <a:cubicBezTo>
                      <a:pt x="10538" y="7379"/>
                      <a:pt x="10648" y="7248"/>
                      <a:pt x="10648" y="7096"/>
                    </a:cubicBezTo>
                    <a:lnTo>
                      <a:pt x="10648" y="262"/>
                    </a:lnTo>
                    <a:cubicBezTo>
                      <a:pt x="10648" y="110"/>
                      <a:pt x="10538" y="0"/>
                      <a:pt x="103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Google Shape;1938;p46">
                <a:extLst>
                  <a:ext uri="{FF2B5EF4-FFF2-40B4-BE49-F238E27FC236}">
                    <a16:creationId xmlns:a16="http://schemas.microsoft.com/office/drawing/2014/main" id="{12E82FC3-6166-927C-3FB2-4AA034F427D3}"/>
                  </a:ext>
                </a:extLst>
              </p:cNvPr>
              <p:cNvSpPr/>
              <p:nvPr/>
            </p:nvSpPr>
            <p:spPr>
              <a:xfrm>
                <a:off x="6974918" y="1427642"/>
                <a:ext cx="1532980" cy="1069538"/>
              </a:xfrm>
              <a:custGeom>
                <a:avLst/>
                <a:gdLst/>
                <a:ahLst/>
                <a:cxnLst/>
                <a:rect l="l" t="t" r="r" b="b"/>
                <a:pathLst>
                  <a:path w="10757" h="7505" extrusionOk="0">
                    <a:moveTo>
                      <a:pt x="10427" y="110"/>
                    </a:moveTo>
                    <a:cubicBezTo>
                      <a:pt x="10537" y="110"/>
                      <a:pt x="10647" y="220"/>
                      <a:pt x="10647" y="325"/>
                    </a:cubicBezTo>
                    <a:lnTo>
                      <a:pt x="10647" y="7159"/>
                    </a:lnTo>
                    <a:cubicBezTo>
                      <a:pt x="10647" y="7290"/>
                      <a:pt x="10537" y="7374"/>
                      <a:pt x="10427" y="7374"/>
                    </a:cubicBezTo>
                    <a:lnTo>
                      <a:pt x="325" y="7374"/>
                    </a:lnTo>
                    <a:cubicBezTo>
                      <a:pt x="194" y="7374"/>
                      <a:pt x="105" y="7290"/>
                      <a:pt x="105" y="7159"/>
                    </a:cubicBezTo>
                    <a:lnTo>
                      <a:pt x="105" y="325"/>
                    </a:lnTo>
                    <a:cubicBezTo>
                      <a:pt x="105" y="220"/>
                      <a:pt x="194" y="110"/>
                      <a:pt x="325" y="110"/>
                    </a:cubicBezTo>
                    <a:close/>
                    <a:moveTo>
                      <a:pt x="325" y="0"/>
                    </a:moveTo>
                    <a:cubicBezTo>
                      <a:pt x="131" y="0"/>
                      <a:pt x="0" y="152"/>
                      <a:pt x="0" y="325"/>
                    </a:cubicBezTo>
                    <a:lnTo>
                      <a:pt x="0" y="7159"/>
                    </a:lnTo>
                    <a:cubicBezTo>
                      <a:pt x="0" y="7353"/>
                      <a:pt x="131" y="7505"/>
                      <a:pt x="325" y="7505"/>
                    </a:cubicBezTo>
                    <a:lnTo>
                      <a:pt x="10427" y="7505"/>
                    </a:lnTo>
                    <a:cubicBezTo>
                      <a:pt x="10605" y="7505"/>
                      <a:pt x="10757" y="7353"/>
                      <a:pt x="10757" y="7159"/>
                    </a:cubicBezTo>
                    <a:lnTo>
                      <a:pt x="10757" y="325"/>
                    </a:lnTo>
                    <a:cubicBezTo>
                      <a:pt x="10757" y="152"/>
                      <a:pt x="10605" y="0"/>
                      <a:pt x="10427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Google Shape;1939;p46">
                <a:extLst>
                  <a:ext uri="{FF2B5EF4-FFF2-40B4-BE49-F238E27FC236}">
                    <a16:creationId xmlns:a16="http://schemas.microsoft.com/office/drawing/2014/main" id="{FA22E36F-17B6-65ED-80C7-DD0223372432}"/>
                  </a:ext>
                </a:extLst>
              </p:cNvPr>
              <p:cNvSpPr/>
              <p:nvPr/>
            </p:nvSpPr>
            <p:spPr>
              <a:xfrm>
                <a:off x="7524876" y="1735044"/>
                <a:ext cx="447909" cy="448051"/>
              </a:xfrm>
              <a:custGeom>
                <a:avLst/>
                <a:gdLst/>
                <a:ahLst/>
                <a:cxnLst/>
                <a:rect l="l" t="t" r="r" b="b"/>
                <a:pathLst>
                  <a:path w="3143" h="3144" extrusionOk="0">
                    <a:moveTo>
                      <a:pt x="1572" y="1"/>
                    </a:moveTo>
                    <a:cubicBezTo>
                      <a:pt x="697" y="1"/>
                      <a:pt x="1" y="703"/>
                      <a:pt x="1" y="1572"/>
                    </a:cubicBezTo>
                    <a:cubicBezTo>
                      <a:pt x="1" y="2447"/>
                      <a:pt x="697" y="3143"/>
                      <a:pt x="1572" y="3143"/>
                    </a:cubicBezTo>
                    <a:cubicBezTo>
                      <a:pt x="2446" y="3143"/>
                      <a:pt x="3143" y="2447"/>
                      <a:pt x="3143" y="1572"/>
                    </a:cubicBezTo>
                    <a:cubicBezTo>
                      <a:pt x="3143" y="703"/>
                      <a:pt x="2446" y="1"/>
                      <a:pt x="157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Google Shape;1940;p46">
                <a:extLst>
                  <a:ext uri="{FF2B5EF4-FFF2-40B4-BE49-F238E27FC236}">
                    <a16:creationId xmlns:a16="http://schemas.microsoft.com/office/drawing/2014/main" id="{B2FA2110-758A-9898-3FAD-DF54BAF3F3FD}"/>
                  </a:ext>
                </a:extLst>
              </p:cNvPr>
              <p:cNvSpPr/>
              <p:nvPr/>
            </p:nvSpPr>
            <p:spPr>
              <a:xfrm>
                <a:off x="7518891" y="1729201"/>
                <a:ext cx="463585" cy="460592"/>
              </a:xfrm>
              <a:custGeom>
                <a:avLst/>
                <a:gdLst/>
                <a:ahLst/>
                <a:cxnLst/>
                <a:rect l="l" t="t" r="r" b="b"/>
                <a:pathLst>
                  <a:path w="3253" h="3232" extrusionOk="0">
                    <a:moveTo>
                      <a:pt x="1614" y="110"/>
                    </a:moveTo>
                    <a:cubicBezTo>
                      <a:pt x="2441" y="110"/>
                      <a:pt x="3122" y="786"/>
                      <a:pt x="3122" y="1613"/>
                    </a:cubicBezTo>
                    <a:cubicBezTo>
                      <a:pt x="3122" y="2446"/>
                      <a:pt x="2441" y="3121"/>
                      <a:pt x="1614" y="3121"/>
                    </a:cubicBezTo>
                    <a:cubicBezTo>
                      <a:pt x="786" y="3121"/>
                      <a:pt x="111" y="2446"/>
                      <a:pt x="111" y="1613"/>
                    </a:cubicBezTo>
                    <a:cubicBezTo>
                      <a:pt x="111" y="786"/>
                      <a:pt x="786" y="110"/>
                      <a:pt x="1614" y="110"/>
                    </a:cubicBezTo>
                    <a:close/>
                    <a:moveTo>
                      <a:pt x="1614" y="0"/>
                    </a:moveTo>
                    <a:cubicBezTo>
                      <a:pt x="718" y="0"/>
                      <a:pt x="1" y="723"/>
                      <a:pt x="1" y="1613"/>
                    </a:cubicBezTo>
                    <a:cubicBezTo>
                      <a:pt x="1" y="2509"/>
                      <a:pt x="718" y="3231"/>
                      <a:pt x="1614" y="3231"/>
                    </a:cubicBezTo>
                    <a:cubicBezTo>
                      <a:pt x="2509" y="3231"/>
                      <a:pt x="3253" y="2509"/>
                      <a:pt x="3253" y="1613"/>
                    </a:cubicBezTo>
                    <a:cubicBezTo>
                      <a:pt x="3253" y="723"/>
                      <a:pt x="2509" y="0"/>
                      <a:pt x="1614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Google Shape;1941;p46">
                <a:extLst>
                  <a:ext uri="{FF2B5EF4-FFF2-40B4-BE49-F238E27FC236}">
                    <a16:creationId xmlns:a16="http://schemas.microsoft.com/office/drawing/2014/main" id="{D5264CD5-2C88-6910-AF1C-E924C013DA13}"/>
                  </a:ext>
                </a:extLst>
              </p:cNvPr>
              <p:cNvSpPr/>
              <p:nvPr/>
            </p:nvSpPr>
            <p:spPr>
              <a:xfrm>
                <a:off x="7698742" y="1875419"/>
                <a:ext cx="165169" cy="174005"/>
              </a:xfrm>
              <a:custGeom>
                <a:avLst/>
                <a:gdLst/>
                <a:ahLst/>
                <a:cxnLst/>
                <a:rect l="l" t="t" r="r" b="b"/>
                <a:pathLst>
                  <a:path w="1159" h="1221" extrusionOk="0">
                    <a:moveTo>
                      <a:pt x="1" y="1"/>
                    </a:moveTo>
                    <a:lnTo>
                      <a:pt x="1" y="1221"/>
                    </a:lnTo>
                    <a:lnTo>
                      <a:pt x="1158" y="65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Google Shape;1942;p46">
                <a:extLst>
                  <a:ext uri="{FF2B5EF4-FFF2-40B4-BE49-F238E27FC236}">
                    <a16:creationId xmlns:a16="http://schemas.microsoft.com/office/drawing/2014/main" id="{459C64B5-99C9-2E63-140D-FF309A7D888F}"/>
                  </a:ext>
                </a:extLst>
              </p:cNvPr>
              <p:cNvSpPr/>
              <p:nvPr/>
            </p:nvSpPr>
            <p:spPr>
              <a:xfrm>
                <a:off x="7689906" y="1862736"/>
                <a:ext cx="189681" cy="199371"/>
              </a:xfrm>
              <a:custGeom>
                <a:avLst/>
                <a:gdLst/>
                <a:ahLst/>
                <a:cxnLst/>
                <a:rect l="l" t="t" r="r" b="b"/>
                <a:pathLst>
                  <a:path w="1331" h="1399" extrusionOk="0">
                    <a:moveTo>
                      <a:pt x="110" y="199"/>
                    </a:moveTo>
                    <a:lnTo>
                      <a:pt x="1089" y="744"/>
                    </a:lnTo>
                    <a:lnTo>
                      <a:pt x="110" y="1226"/>
                    </a:lnTo>
                    <a:lnTo>
                      <a:pt x="110" y="199"/>
                    </a:lnTo>
                    <a:close/>
                    <a:moveTo>
                      <a:pt x="0" y="0"/>
                    </a:moveTo>
                    <a:lnTo>
                      <a:pt x="0" y="90"/>
                    </a:lnTo>
                    <a:lnTo>
                      <a:pt x="0" y="1399"/>
                    </a:lnTo>
                    <a:lnTo>
                      <a:pt x="1330" y="7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Google Shape;1943;p46">
                <a:extLst>
                  <a:ext uri="{FF2B5EF4-FFF2-40B4-BE49-F238E27FC236}">
                    <a16:creationId xmlns:a16="http://schemas.microsoft.com/office/drawing/2014/main" id="{A352D990-4717-010A-F88F-1EA13BCE8F26}"/>
                  </a:ext>
                </a:extLst>
              </p:cNvPr>
              <p:cNvSpPr/>
              <p:nvPr/>
            </p:nvSpPr>
            <p:spPr>
              <a:xfrm>
                <a:off x="6069532" y="2947833"/>
                <a:ext cx="1545806" cy="121846"/>
              </a:xfrm>
              <a:custGeom>
                <a:avLst/>
                <a:gdLst/>
                <a:ahLst/>
                <a:cxnLst/>
                <a:rect l="l" t="t" r="r" b="b"/>
                <a:pathLst>
                  <a:path w="10847" h="855" extrusionOk="0">
                    <a:moveTo>
                      <a:pt x="435" y="1"/>
                    </a:moveTo>
                    <a:cubicBezTo>
                      <a:pt x="200" y="1"/>
                      <a:pt x="1" y="179"/>
                      <a:pt x="1" y="420"/>
                    </a:cubicBezTo>
                    <a:cubicBezTo>
                      <a:pt x="1" y="656"/>
                      <a:pt x="200" y="855"/>
                      <a:pt x="435" y="855"/>
                    </a:cubicBezTo>
                    <a:lnTo>
                      <a:pt x="10412" y="855"/>
                    </a:lnTo>
                    <a:cubicBezTo>
                      <a:pt x="10647" y="855"/>
                      <a:pt x="10846" y="656"/>
                      <a:pt x="10846" y="420"/>
                    </a:cubicBezTo>
                    <a:cubicBezTo>
                      <a:pt x="10846" y="179"/>
                      <a:pt x="10647" y="1"/>
                      <a:pt x="1041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Google Shape;1944;p46">
                <a:extLst>
                  <a:ext uri="{FF2B5EF4-FFF2-40B4-BE49-F238E27FC236}">
                    <a16:creationId xmlns:a16="http://schemas.microsoft.com/office/drawing/2014/main" id="{D3065C02-BB3D-ABE1-9B10-8D59ECAA4491}"/>
                  </a:ext>
                </a:extLst>
              </p:cNvPr>
              <p:cNvSpPr/>
              <p:nvPr/>
            </p:nvSpPr>
            <p:spPr>
              <a:xfrm>
                <a:off x="6076217" y="2938997"/>
                <a:ext cx="1563762" cy="139660"/>
              </a:xfrm>
              <a:custGeom>
                <a:avLst/>
                <a:gdLst/>
                <a:ahLst/>
                <a:cxnLst/>
                <a:rect l="l" t="t" r="r" b="b"/>
                <a:pathLst>
                  <a:path w="10973" h="980" extrusionOk="0">
                    <a:moveTo>
                      <a:pt x="10475" y="110"/>
                    </a:moveTo>
                    <a:cubicBezTo>
                      <a:pt x="10689" y="110"/>
                      <a:pt x="10841" y="283"/>
                      <a:pt x="10841" y="482"/>
                    </a:cubicBezTo>
                    <a:cubicBezTo>
                      <a:pt x="10841" y="697"/>
                      <a:pt x="10689" y="848"/>
                      <a:pt x="10475" y="848"/>
                    </a:cubicBezTo>
                    <a:lnTo>
                      <a:pt x="498" y="848"/>
                    </a:lnTo>
                    <a:cubicBezTo>
                      <a:pt x="284" y="848"/>
                      <a:pt x="106" y="697"/>
                      <a:pt x="106" y="482"/>
                    </a:cubicBezTo>
                    <a:cubicBezTo>
                      <a:pt x="106" y="283"/>
                      <a:pt x="284" y="110"/>
                      <a:pt x="498" y="110"/>
                    </a:cubicBezTo>
                    <a:close/>
                    <a:moveTo>
                      <a:pt x="498" y="0"/>
                    </a:moveTo>
                    <a:cubicBezTo>
                      <a:pt x="216" y="0"/>
                      <a:pt x="1" y="220"/>
                      <a:pt x="1" y="482"/>
                    </a:cubicBezTo>
                    <a:cubicBezTo>
                      <a:pt x="1" y="765"/>
                      <a:pt x="216" y="979"/>
                      <a:pt x="498" y="979"/>
                    </a:cubicBezTo>
                    <a:lnTo>
                      <a:pt x="10475" y="979"/>
                    </a:lnTo>
                    <a:cubicBezTo>
                      <a:pt x="10757" y="979"/>
                      <a:pt x="10972" y="765"/>
                      <a:pt x="10972" y="482"/>
                    </a:cubicBezTo>
                    <a:cubicBezTo>
                      <a:pt x="10972" y="220"/>
                      <a:pt x="10757" y="0"/>
                      <a:pt x="10475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Google Shape;1945;p46">
                <a:extLst>
                  <a:ext uri="{FF2B5EF4-FFF2-40B4-BE49-F238E27FC236}">
                    <a16:creationId xmlns:a16="http://schemas.microsoft.com/office/drawing/2014/main" id="{0580467E-E466-90BE-0B1A-7743726A919F}"/>
                  </a:ext>
                </a:extLst>
              </p:cNvPr>
              <p:cNvSpPr/>
              <p:nvPr/>
            </p:nvSpPr>
            <p:spPr>
              <a:xfrm>
                <a:off x="6069532" y="2752305"/>
                <a:ext cx="1545806" cy="121133"/>
              </a:xfrm>
              <a:custGeom>
                <a:avLst/>
                <a:gdLst/>
                <a:ahLst/>
                <a:cxnLst/>
                <a:rect l="l" t="t" r="r" b="b"/>
                <a:pathLst>
                  <a:path w="10847" h="850" extrusionOk="0">
                    <a:moveTo>
                      <a:pt x="435" y="1"/>
                    </a:moveTo>
                    <a:cubicBezTo>
                      <a:pt x="200" y="1"/>
                      <a:pt x="1" y="195"/>
                      <a:pt x="1" y="436"/>
                    </a:cubicBezTo>
                    <a:cubicBezTo>
                      <a:pt x="1" y="676"/>
                      <a:pt x="200" y="849"/>
                      <a:pt x="435" y="849"/>
                    </a:cubicBezTo>
                    <a:lnTo>
                      <a:pt x="10412" y="849"/>
                    </a:lnTo>
                    <a:cubicBezTo>
                      <a:pt x="10647" y="849"/>
                      <a:pt x="10846" y="676"/>
                      <a:pt x="10846" y="436"/>
                    </a:cubicBezTo>
                    <a:cubicBezTo>
                      <a:pt x="10846" y="195"/>
                      <a:pt x="10647" y="1"/>
                      <a:pt x="1041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Google Shape;1946;p46">
                <a:extLst>
                  <a:ext uri="{FF2B5EF4-FFF2-40B4-BE49-F238E27FC236}">
                    <a16:creationId xmlns:a16="http://schemas.microsoft.com/office/drawing/2014/main" id="{101008D1-A741-984C-187F-4E3EFC1C9993}"/>
                  </a:ext>
                </a:extLst>
              </p:cNvPr>
              <p:cNvSpPr/>
              <p:nvPr/>
            </p:nvSpPr>
            <p:spPr>
              <a:xfrm>
                <a:off x="6076217" y="2742614"/>
                <a:ext cx="1563762" cy="140515"/>
              </a:xfrm>
              <a:custGeom>
                <a:avLst/>
                <a:gdLst/>
                <a:ahLst/>
                <a:cxnLst/>
                <a:rect l="l" t="t" r="r" b="b"/>
                <a:pathLst>
                  <a:path w="10973" h="986" extrusionOk="0">
                    <a:moveTo>
                      <a:pt x="10475" y="111"/>
                    </a:moveTo>
                    <a:cubicBezTo>
                      <a:pt x="10689" y="111"/>
                      <a:pt x="10841" y="289"/>
                      <a:pt x="10841" y="504"/>
                    </a:cubicBezTo>
                    <a:cubicBezTo>
                      <a:pt x="10841" y="703"/>
                      <a:pt x="10689" y="875"/>
                      <a:pt x="10475" y="875"/>
                    </a:cubicBezTo>
                    <a:lnTo>
                      <a:pt x="498" y="875"/>
                    </a:lnTo>
                    <a:cubicBezTo>
                      <a:pt x="284" y="875"/>
                      <a:pt x="106" y="703"/>
                      <a:pt x="106" y="504"/>
                    </a:cubicBezTo>
                    <a:cubicBezTo>
                      <a:pt x="106" y="289"/>
                      <a:pt x="284" y="111"/>
                      <a:pt x="498" y="111"/>
                    </a:cubicBezTo>
                    <a:close/>
                    <a:moveTo>
                      <a:pt x="498" y="1"/>
                    </a:moveTo>
                    <a:cubicBezTo>
                      <a:pt x="216" y="1"/>
                      <a:pt x="1" y="221"/>
                      <a:pt x="1" y="504"/>
                    </a:cubicBezTo>
                    <a:cubicBezTo>
                      <a:pt x="1" y="765"/>
                      <a:pt x="216" y="985"/>
                      <a:pt x="498" y="985"/>
                    </a:cubicBezTo>
                    <a:lnTo>
                      <a:pt x="10475" y="985"/>
                    </a:lnTo>
                    <a:cubicBezTo>
                      <a:pt x="10757" y="985"/>
                      <a:pt x="10972" y="765"/>
                      <a:pt x="10972" y="504"/>
                    </a:cubicBezTo>
                    <a:cubicBezTo>
                      <a:pt x="10972" y="221"/>
                      <a:pt x="10757" y="1"/>
                      <a:pt x="10475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Google Shape;1947;p46">
                <a:extLst>
                  <a:ext uri="{FF2B5EF4-FFF2-40B4-BE49-F238E27FC236}">
                    <a16:creationId xmlns:a16="http://schemas.microsoft.com/office/drawing/2014/main" id="{007017B5-6067-5648-E76C-3AEBB8C83ECC}"/>
                  </a:ext>
                </a:extLst>
              </p:cNvPr>
              <p:cNvSpPr/>
              <p:nvPr/>
            </p:nvSpPr>
            <p:spPr>
              <a:xfrm>
                <a:off x="6069532" y="2544093"/>
                <a:ext cx="1545806" cy="124126"/>
              </a:xfrm>
              <a:custGeom>
                <a:avLst/>
                <a:gdLst/>
                <a:ahLst/>
                <a:cxnLst/>
                <a:rect l="l" t="t" r="r" b="b"/>
                <a:pathLst>
                  <a:path w="10847" h="871" extrusionOk="0">
                    <a:moveTo>
                      <a:pt x="435" y="1"/>
                    </a:moveTo>
                    <a:cubicBezTo>
                      <a:pt x="200" y="1"/>
                      <a:pt x="1" y="195"/>
                      <a:pt x="1" y="435"/>
                    </a:cubicBezTo>
                    <a:cubicBezTo>
                      <a:pt x="1" y="676"/>
                      <a:pt x="200" y="870"/>
                      <a:pt x="435" y="870"/>
                    </a:cubicBezTo>
                    <a:lnTo>
                      <a:pt x="10412" y="870"/>
                    </a:lnTo>
                    <a:cubicBezTo>
                      <a:pt x="10647" y="870"/>
                      <a:pt x="10846" y="676"/>
                      <a:pt x="10846" y="435"/>
                    </a:cubicBezTo>
                    <a:cubicBezTo>
                      <a:pt x="10846" y="195"/>
                      <a:pt x="10647" y="1"/>
                      <a:pt x="1041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Google Shape;1948;p46">
                <a:extLst>
                  <a:ext uri="{FF2B5EF4-FFF2-40B4-BE49-F238E27FC236}">
                    <a16:creationId xmlns:a16="http://schemas.microsoft.com/office/drawing/2014/main" id="{BF402723-B9B1-10D3-0ADE-E3B2F40C1AD1}"/>
                  </a:ext>
                </a:extLst>
              </p:cNvPr>
              <p:cNvSpPr/>
              <p:nvPr/>
            </p:nvSpPr>
            <p:spPr>
              <a:xfrm>
                <a:off x="6076217" y="2537395"/>
                <a:ext cx="1563762" cy="140515"/>
              </a:xfrm>
              <a:custGeom>
                <a:avLst/>
                <a:gdLst/>
                <a:ahLst/>
                <a:cxnLst/>
                <a:rect l="l" t="t" r="r" b="b"/>
                <a:pathLst>
                  <a:path w="10973" h="986" extrusionOk="0">
                    <a:moveTo>
                      <a:pt x="10475" y="111"/>
                    </a:moveTo>
                    <a:cubicBezTo>
                      <a:pt x="10689" y="111"/>
                      <a:pt x="10841" y="289"/>
                      <a:pt x="10841" y="482"/>
                    </a:cubicBezTo>
                    <a:cubicBezTo>
                      <a:pt x="10841" y="702"/>
                      <a:pt x="10689" y="854"/>
                      <a:pt x="10475" y="854"/>
                    </a:cubicBezTo>
                    <a:lnTo>
                      <a:pt x="498" y="854"/>
                    </a:lnTo>
                    <a:cubicBezTo>
                      <a:pt x="284" y="854"/>
                      <a:pt x="106" y="702"/>
                      <a:pt x="106" y="482"/>
                    </a:cubicBezTo>
                    <a:cubicBezTo>
                      <a:pt x="106" y="289"/>
                      <a:pt x="284" y="111"/>
                      <a:pt x="498" y="111"/>
                    </a:cubicBezTo>
                    <a:close/>
                    <a:moveTo>
                      <a:pt x="498" y="1"/>
                    </a:moveTo>
                    <a:cubicBezTo>
                      <a:pt x="216" y="1"/>
                      <a:pt x="1" y="221"/>
                      <a:pt x="1" y="482"/>
                    </a:cubicBezTo>
                    <a:cubicBezTo>
                      <a:pt x="1" y="765"/>
                      <a:pt x="216" y="985"/>
                      <a:pt x="498" y="985"/>
                    </a:cubicBezTo>
                    <a:lnTo>
                      <a:pt x="10475" y="985"/>
                    </a:lnTo>
                    <a:cubicBezTo>
                      <a:pt x="10757" y="985"/>
                      <a:pt x="10972" y="765"/>
                      <a:pt x="10972" y="482"/>
                    </a:cubicBezTo>
                    <a:cubicBezTo>
                      <a:pt x="10972" y="221"/>
                      <a:pt x="10757" y="1"/>
                      <a:pt x="10475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Google Shape;1949;p46">
                <a:extLst>
                  <a:ext uri="{FF2B5EF4-FFF2-40B4-BE49-F238E27FC236}">
                    <a16:creationId xmlns:a16="http://schemas.microsoft.com/office/drawing/2014/main" id="{B82114BD-109F-EA4E-C888-DDB2BBE22A30}"/>
                  </a:ext>
                </a:extLst>
              </p:cNvPr>
              <p:cNvSpPr/>
              <p:nvPr/>
            </p:nvSpPr>
            <p:spPr>
              <a:xfrm>
                <a:off x="5609072" y="933690"/>
                <a:ext cx="215048" cy="208065"/>
              </a:xfrm>
              <a:custGeom>
                <a:avLst/>
                <a:gdLst/>
                <a:ahLst/>
                <a:cxnLst/>
                <a:rect l="l" t="t" r="r" b="b"/>
                <a:pathLst>
                  <a:path w="1509" h="1460" extrusionOk="0">
                    <a:moveTo>
                      <a:pt x="273" y="1"/>
                    </a:moveTo>
                    <a:cubicBezTo>
                      <a:pt x="210" y="1"/>
                      <a:pt x="145" y="28"/>
                      <a:pt x="90" y="83"/>
                    </a:cubicBezTo>
                    <a:cubicBezTo>
                      <a:pt x="1" y="172"/>
                      <a:pt x="1" y="324"/>
                      <a:pt x="90" y="434"/>
                    </a:cubicBezTo>
                    <a:lnTo>
                      <a:pt x="1048" y="1393"/>
                    </a:lnTo>
                    <a:cubicBezTo>
                      <a:pt x="1103" y="1437"/>
                      <a:pt x="1168" y="1459"/>
                      <a:pt x="1231" y="1459"/>
                    </a:cubicBezTo>
                    <a:cubicBezTo>
                      <a:pt x="1294" y="1459"/>
                      <a:pt x="1354" y="1437"/>
                      <a:pt x="1399" y="1393"/>
                    </a:cubicBezTo>
                    <a:cubicBezTo>
                      <a:pt x="1509" y="1283"/>
                      <a:pt x="1509" y="1131"/>
                      <a:pt x="1399" y="1042"/>
                    </a:cubicBezTo>
                    <a:lnTo>
                      <a:pt x="440" y="83"/>
                    </a:lnTo>
                    <a:cubicBezTo>
                      <a:pt x="396" y="28"/>
                      <a:pt x="336" y="1"/>
                      <a:pt x="27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Google Shape;1950;p46">
                <a:extLst>
                  <a:ext uri="{FF2B5EF4-FFF2-40B4-BE49-F238E27FC236}">
                    <a16:creationId xmlns:a16="http://schemas.microsoft.com/office/drawing/2014/main" id="{2DF25AF0-2748-CEE0-0B02-A61F2BB99AAC}"/>
                  </a:ext>
                </a:extLst>
              </p:cNvPr>
              <p:cNvSpPr/>
              <p:nvPr/>
            </p:nvSpPr>
            <p:spPr>
              <a:xfrm>
                <a:off x="5600094" y="927705"/>
                <a:ext cx="230011" cy="222173"/>
              </a:xfrm>
              <a:custGeom>
                <a:avLst/>
                <a:gdLst/>
                <a:ahLst/>
                <a:cxnLst/>
                <a:rect l="l" t="t" r="r" b="b"/>
                <a:pathLst>
                  <a:path w="1614" h="1559" extrusionOk="0">
                    <a:moveTo>
                      <a:pt x="327" y="104"/>
                    </a:moveTo>
                    <a:cubicBezTo>
                      <a:pt x="376" y="104"/>
                      <a:pt x="425" y="125"/>
                      <a:pt x="456" y="167"/>
                    </a:cubicBezTo>
                    <a:lnTo>
                      <a:pt x="1420" y="1131"/>
                    </a:lnTo>
                    <a:cubicBezTo>
                      <a:pt x="1504" y="1194"/>
                      <a:pt x="1504" y="1325"/>
                      <a:pt x="1420" y="1393"/>
                    </a:cubicBezTo>
                    <a:cubicBezTo>
                      <a:pt x="1386" y="1424"/>
                      <a:pt x="1341" y="1440"/>
                      <a:pt x="1295" y="1440"/>
                    </a:cubicBezTo>
                    <a:cubicBezTo>
                      <a:pt x="1248" y="1440"/>
                      <a:pt x="1200" y="1424"/>
                      <a:pt x="1158" y="1393"/>
                    </a:cubicBezTo>
                    <a:lnTo>
                      <a:pt x="195" y="429"/>
                    </a:lnTo>
                    <a:cubicBezTo>
                      <a:pt x="132" y="345"/>
                      <a:pt x="132" y="235"/>
                      <a:pt x="195" y="167"/>
                    </a:cubicBezTo>
                    <a:cubicBezTo>
                      <a:pt x="229" y="125"/>
                      <a:pt x="278" y="104"/>
                      <a:pt x="327" y="104"/>
                    </a:cubicBezTo>
                    <a:close/>
                    <a:moveTo>
                      <a:pt x="336" y="1"/>
                    </a:moveTo>
                    <a:cubicBezTo>
                      <a:pt x="257" y="1"/>
                      <a:pt x="176" y="28"/>
                      <a:pt x="111" y="83"/>
                    </a:cubicBezTo>
                    <a:cubicBezTo>
                      <a:pt x="1" y="193"/>
                      <a:pt x="1" y="387"/>
                      <a:pt x="111" y="518"/>
                    </a:cubicBezTo>
                    <a:lnTo>
                      <a:pt x="1069" y="1476"/>
                    </a:lnTo>
                    <a:cubicBezTo>
                      <a:pt x="1135" y="1531"/>
                      <a:pt x="1217" y="1559"/>
                      <a:pt x="1296" y="1559"/>
                    </a:cubicBezTo>
                    <a:cubicBezTo>
                      <a:pt x="1375" y="1559"/>
                      <a:pt x="1451" y="1531"/>
                      <a:pt x="1504" y="1476"/>
                    </a:cubicBezTo>
                    <a:cubicBezTo>
                      <a:pt x="1614" y="1346"/>
                      <a:pt x="1614" y="1152"/>
                      <a:pt x="1504" y="1042"/>
                    </a:cubicBezTo>
                    <a:lnTo>
                      <a:pt x="545" y="83"/>
                    </a:lnTo>
                    <a:cubicBezTo>
                      <a:pt x="490" y="28"/>
                      <a:pt x="414" y="1"/>
                      <a:pt x="336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Google Shape;1951;p46">
                <a:extLst>
                  <a:ext uri="{FF2B5EF4-FFF2-40B4-BE49-F238E27FC236}">
                    <a16:creationId xmlns:a16="http://schemas.microsoft.com/office/drawing/2014/main" id="{CA1FCCF9-09E0-B652-03F0-79805920AAAD}"/>
                  </a:ext>
                </a:extLst>
              </p:cNvPr>
              <p:cNvSpPr/>
              <p:nvPr/>
            </p:nvSpPr>
            <p:spPr>
              <a:xfrm>
                <a:off x="5432214" y="768375"/>
                <a:ext cx="280032" cy="255093"/>
              </a:xfrm>
              <a:custGeom>
                <a:avLst/>
                <a:gdLst/>
                <a:ahLst/>
                <a:cxnLst/>
                <a:rect l="l" t="t" r="r" b="b"/>
                <a:pathLst>
                  <a:path w="1965" h="1790" extrusionOk="0">
                    <a:moveTo>
                      <a:pt x="982" y="1"/>
                    </a:moveTo>
                    <a:cubicBezTo>
                      <a:pt x="753" y="1"/>
                      <a:pt x="524" y="89"/>
                      <a:pt x="351" y="264"/>
                    </a:cubicBezTo>
                    <a:cubicBezTo>
                      <a:pt x="0" y="610"/>
                      <a:pt x="0" y="1180"/>
                      <a:pt x="351" y="1526"/>
                    </a:cubicBezTo>
                    <a:cubicBezTo>
                      <a:pt x="524" y="1702"/>
                      <a:pt x="753" y="1789"/>
                      <a:pt x="982" y="1789"/>
                    </a:cubicBezTo>
                    <a:cubicBezTo>
                      <a:pt x="1211" y="1789"/>
                      <a:pt x="1441" y="1702"/>
                      <a:pt x="1613" y="1526"/>
                    </a:cubicBezTo>
                    <a:cubicBezTo>
                      <a:pt x="1964" y="1180"/>
                      <a:pt x="1964" y="610"/>
                      <a:pt x="1613" y="264"/>
                    </a:cubicBezTo>
                    <a:cubicBezTo>
                      <a:pt x="1441" y="89"/>
                      <a:pt x="1211" y="1"/>
                      <a:pt x="98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Google Shape;1952;p46">
                <a:extLst>
                  <a:ext uri="{FF2B5EF4-FFF2-40B4-BE49-F238E27FC236}">
                    <a16:creationId xmlns:a16="http://schemas.microsoft.com/office/drawing/2014/main" id="{88004C26-5F83-A410-C0CD-58BFEFA57187}"/>
                  </a:ext>
                </a:extLst>
              </p:cNvPr>
              <p:cNvSpPr/>
              <p:nvPr/>
            </p:nvSpPr>
            <p:spPr>
              <a:xfrm>
                <a:off x="5422523" y="759396"/>
                <a:ext cx="298701" cy="272479"/>
              </a:xfrm>
              <a:custGeom>
                <a:avLst/>
                <a:gdLst/>
                <a:ahLst/>
                <a:cxnLst/>
                <a:rect l="l" t="t" r="r" b="b"/>
                <a:pathLst>
                  <a:path w="2096" h="1912" extrusionOk="0">
                    <a:moveTo>
                      <a:pt x="1048" y="121"/>
                    </a:moveTo>
                    <a:cubicBezTo>
                      <a:pt x="1261" y="121"/>
                      <a:pt x="1475" y="204"/>
                      <a:pt x="1640" y="369"/>
                    </a:cubicBezTo>
                    <a:cubicBezTo>
                      <a:pt x="1964" y="694"/>
                      <a:pt x="1964" y="1217"/>
                      <a:pt x="1640" y="1547"/>
                    </a:cubicBezTo>
                    <a:cubicBezTo>
                      <a:pt x="1475" y="1710"/>
                      <a:pt x="1261" y="1791"/>
                      <a:pt x="1048" y="1791"/>
                    </a:cubicBezTo>
                    <a:cubicBezTo>
                      <a:pt x="836" y="1791"/>
                      <a:pt x="624" y="1710"/>
                      <a:pt x="461" y="1547"/>
                    </a:cubicBezTo>
                    <a:cubicBezTo>
                      <a:pt x="131" y="1217"/>
                      <a:pt x="131" y="694"/>
                      <a:pt x="461" y="369"/>
                    </a:cubicBezTo>
                    <a:cubicBezTo>
                      <a:pt x="624" y="204"/>
                      <a:pt x="836" y="121"/>
                      <a:pt x="1048" y="121"/>
                    </a:cubicBezTo>
                    <a:close/>
                    <a:moveTo>
                      <a:pt x="1050" y="1"/>
                    </a:moveTo>
                    <a:cubicBezTo>
                      <a:pt x="804" y="1"/>
                      <a:pt x="558" y="94"/>
                      <a:pt x="372" y="280"/>
                    </a:cubicBezTo>
                    <a:cubicBezTo>
                      <a:pt x="0" y="652"/>
                      <a:pt x="0" y="1264"/>
                      <a:pt x="372" y="1636"/>
                    </a:cubicBezTo>
                    <a:cubicBezTo>
                      <a:pt x="558" y="1820"/>
                      <a:pt x="804" y="1911"/>
                      <a:pt x="1050" y="1911"/>
                    </a:cubicBezTo>
                    <a:cubicBezTo>
                      <a:pt x="1296" y="1911"/>
                      <a:pt x="1543" y="1820"/>
                      <a:pt x="1729" y="1636"/>
                    </a:cubicBezTo>
                    <a:cubicBezTo>
                      <a:pt x="2095" y="1264"/>
                      <a:pt x="2095" y="652"/>
                      <a:pt x="1729" y="280"/>
                    </a:cubicBezTo>
                    <a:cubicBezTo>
                      <a:pt x="1543" y="94"/>
                      <a:pt x="1296" y="1"/>
                      <a:pt x="1050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Google Shape;1953;p46">
                <a:extLst>
                  <a:ext uri="{FF2B5EF4-FFF2-40B4-BE49-F238E27FC236}">
                    <a16:creationId xmlns:a16="http://schemas.microsoft.com/office/drawing/2014/main" id="{4621F4AB-8059-4B6A-BDCC-E9C3923D1CA2}"/>
                  </a:ext>
                </a:extLst>
              </p:cNvPr>
              <p:cNvSpPr/>
              <p:nvPr/>
            </p:nvSpPr>
            <p:spPr>
              <a:xfrm>
                <a:off x="5466559" y="799585"/>
                <a:ext cx="211342" cy="189681"/>
              </a:xfrm>
              <a:custGeom>
                <a:avLst/>
                <a:gdLst/>
                <a:ahLst/>
                <a:cxnLst/>
                <a:rect l="l" t="t" r="r" b="b"/>
                <a:pathLst>
                  <a:path w="1483" h="1331" extrusionOk="0">
                    <a:moveTo>
                      <a:pt x="741" y="0"/>
                    </a:moveTo>
                    <a:cubicBezTo>
                      <a:pt x="567" y="0"/>
                      <a:pt x="393" y="66"/>
                      <a:pt x="262" y="197"/>
                    </a:cubicBezTo>
                    <a:cubicBezTo>
                      <a:pt x="0" y="459"/>
                      <a:pt x="0" y="893"/>
                      <a:pt x="262" y="1134"/>
                    </a:cubicBezTo>
                    <a:cubicBezTo>
                      <a:pt x="393" y="1265"/>
                      <a:pt x="567" y="1331"/>
                      <a:pt x="741" y="1331"/>
                    </a:cubicBezTo>
                    <a:cubicBezTo>
                      <a:pt x="915" y="1331"/>
                      <a:pt x="1090" y="1265"/>
                      <a:pt x="1221" y="1134"/>
                    </a:cubicBezTo>
                    <a:cubicBezTo>
                      <a:pt x="1482" y="893"/>
                      <a:pt x="1482" y="459"/>
                      <a:pt x="1221" y="197"/>
                    </a:cubicBezTo>
                    <a:cubicBezTo>
                      <a:pt x="1090" y="66"/>
                      <a:pt x="915" y="0"/>
                      <a:pt x="74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Google Shape;1954;p46">
                <a:extLst>
                  <a:ext uri="{FF2B5EF4-FFF2-40B4-BE49-F238E27FC236}">
                    <a16:creationId xmlns:a16="http://schemas.microsoft.com/office/drawing/2014/main" id="{C8FFC9B9-847A-A068-60C2-1BDF9EB29923}"/>
                  </a:ext>
                </a:extLst>
              </p:cNvPr>
              <p:cNvSpPr/>
              <p:nvPr/>
            </p:nvSpPr>
            <p:spPr>
              <a:xfrm>
                <a:off x="5459861" y="790607"/>
                <a:ext cx="227731" cy="206925"/>
              </a:xfrm>
              <a:custGeom>
                <a:avLst/>
                <a:gdLst/>
                <a:ahLst/>
                <a:cxnLst/>
                <a:rect l="l" t="t" r="r" b="b"/>
                <a:pathLst>
                  <a:path w="1598" h="1452" extrusionOk="0">
                    <a:moveTo>
                      <a:pt x="788" y="121"/>
                    </a:moveTo>
                    <a:cubicBezTo>
                      <a:pt x="947" y="121"/>
                      <a:pt x="1105" y="181"/>
                      <a:pt x="1226" y="302"/>
                    </a:cubicBezTo>
                    <a:cubicBezTo>
                      <a:pt x="1467" y="543"/>
                      <a:pt x="1467" y="935"/>
                      <a:pt x="1226" y="1176"/>
                    </a:cubicBezTo>
                    <a:cubicBezTo>
                      <a:pt x="1105" y="1297"/>
                      <a:pt x="947" y="1357"/>
                      <a:pt x="788" y="1357"/>
                    </a:cubicBezTo>
                    <a:cubicBezTo>
                      <a:pt x="630" y="1357"/>
                      <a:pt x="472" y="1297"/>
                      <a:pt x="351" y="1176"/>
                    </a:cubicBezTo>
                    <a:cubicBezTo>
                      <a:pt x="110" y="935"/>
                      <a:pt x="110" y="543"/>
                      <a:pt x="351" y="302"/>
                    </a:cubicBezTo>
                    <a:cubicBezTo>
                      <a:pt x="472" y="181"/>
                      <a:pt x="630" y="121"/>
                      <a:pt x="788" y="121"/>
                    </a:cubicBezTo>
                    <a:close/>
                    <a:moveTo>
                      <a:pt x="799" y="1"/>
                    </a:moveTo>
                    <a:cubicBezTo>
                      <a:pt x="614" y="1"/>
                      <a:pt x="430" y="71"/>
                      <a:pt x="288" y="213"/>
                    </a:cubicBezTo>
                    <a:cubicBezTo>
                      <a:pt x="0" y="501"/>
                      <a:pt x="0" y="956"/>
                      <a:pt x="288" y="1239"/>
                    </a:cubicBezTo>
                    <a:cubicBezTo>
                      <a:pt x="430" y="1381"/>
                      <a:pt x="614" y="1451"/>
                      <a:pt x="799" y="1451"/>
                    </a:cubicBezTo>
                    <a:cubicBezTo>
                      <a:pt x="983" y="1451"/>
                      <a:pt x="1168" y="1381"/>
                      <a:pt x="1309" y="1239"/>
                    </a:cubicBezTo>
                    <a:cubicBezTo>
                      <a:pt x="1597" y="956"/>
                      <a:pt x="1597" y="501"/>
                      <a:pt x="1309" y="213"/>
                    </a:cubicBezTo>
                    <a:cubicBezTo>
                      <a:pt x="1168" y="71"/>
                      <a:pt x="983" y="1"/>
                      <a:pt x="799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" name="Google Shape;1955;p46">
              <a:extLst>
                <a:ext uri="{FF2B5EF4-FFF2-40B4-BE49-F238E27FC236}">
                  <a16:creationId xmlns:a16="http://schemas.microsoft.com/office/drawing/2014/main" id="{0B0FDDED-D6E3-8E97-C0B8-D899C74B6572}"/>
                </a:ext>
              </a:extLst>
            </p:cNvPr>
            <p:cNvGrpSpPr/>
            <p:nvPr/>
          </p:nvGrpSpPr>
          <p:grpSpPr>
            <a:xfrm flipH="1">
              <a:off x="6976822" y="1731964"/>
              <a:ext cx="1261938" cy="2704551"/>
              <a:chOff x="487650" y="835701"/>
              <a:chExt cx="1906250" cy="4085425"/>
            </a:xfrm>
          </p:grpSpPr>
          <p:sp>
            <p:nvSpPr>
              <p:cNvPr id="33" name="Google Shape;1956;p46">
                <a:extLst>
                  <a:ext uri="{FF2B5EF4-FFF2-40B4-BE49-F238E27FC236}">
                    <a16:creationId xmlns:a16="http://schemas.microsoft.com/office/drawing/2014/main" id="{6DC509FB-2C54-ECC4-57CE-B7E70410DAA3}"/>
                  </a:ext>
                </a:extLst>
              </p:cNvPr>
              <p:cNvSpPr/>
              <p:nvPr/>
            </p:nvSpPr>
            <p:spPr>
              <a:xfrm>
                <a:off x="1747466" y="1278205"/>
                <a:ext cx="422542" cy="530137"/>
              </a:xfrm>
              <a:custGeom>
                <a:avLst/>
                <a:gdLst/>
                <a:ahLst/>
                <a:cxnLst/>
                <a:rect l="l" t="t" r="r" b="b"/>
                <a:pathLst>
                  <a:path w="2965" h="3720" extrusionOk="0">
                    <a:moveTo>
                      <a:pt x="1782" y="1"/>
                    </a:moveTo>
                    <a:cubicBezTo>
                      <a:pt x="1717" y="1"/>
                      <a:pt x="1650" y="35"/>
                      <a:pt x="1592" y="122"/>
                    </a:cubicBezTo>
                    <a:cubicBezTo>
                      <a:pt x="1440" y="384"/>
                      <a:pt x="1111" y="536"/>
                      <a:pt x="959" y="667"/>
                    </a:cubicBezTo>
                    <a:cubicBezTo>
                      <a:pt x="786" y="797"/>
                      <a:pt x="697" y="991"/>
                      <a:pt x="524" y="1321"/>
                    </a:cubicBezTo>
                    <a:cubicBezTo>
                      <a:pt x="346" y="1646"/>
                      <a:pt x="0" y="2170"/>
                      <a:pt x="0" y="2170"/>
                    </a:cubicBezTo>
                    <a:cubicBezTo>
                      <a:pt x="0" y="2170"/>
                      <a:pt x="173" y="2850"/>
                      <a:pt x="435" y="3175"/>
                    </a:cubicBezTo>
                    <a:cubicBezTo>
                      <a:pt x="697" y="3479"/>
                      <a:pt x="1262" y="3720"/>
                      <a:pt x="1262" y="3720"/>
                    </a:cubicBezTo>
                    <a:cubicBezTo>
                      <a:pt x="1262" y="3720"/>
                      <a:pt x="1681" y="3217"/>
                      <a:pt x="1943" y="3154"/>
                    </a:cubicBezTo>
                    <a:cubicBezTo>
                      <a:pt x="2179" y="3086"/>
                      <a:pt x="2682" y="3023"/>
                      <a:pt x="2682" y="3023"/>
                    </a:cubicBezTo>
                    <a:cubicBezTo>
                      <a:pt x="2682" y="3023"/>
                      <a:pt x="2964" y="1232"/>
                      <a:pt x="2682" y="1232"/>
                    </a:cubicBezTo>
                    <a:cubicBezTo>
                      <a:pt x="2399" y="1211"/>
                      <a:pt x="1786" y="1101"/>
                      <a:pt x="1786" y="1101"/>
                    </a:cubicBezTo>
                    <a:cubicBezTo>
                      <a:pt x="1786" y="1101"/>
                      <a:pt x="1681" y="970"/>
                      <a:pt x="1744" y="839"/>
                    </a:cubicBezTo>
                    <a:cubicBezTo>
                      <a:pt x="1812" y="729"/>
                      <a:pt x="2116" y="494"/>
                      <a:pt x="2074" y="274"/>
                    </a:cubicBezTo>
                    <a:cubicBezTo>
                      <a:pt x="2043" y="141"/>
                      <a:pt x="1915" y="1"/>
                      <a:pt x="1782" y="1"/>
                    </a:cubicBezTo>
                    <a:close/>
                  </a:path>
                </a:pathLst>
              </a:custGeom>
              <a:solidFill>
                <a:srgbClr val="FFB9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1957;p46">
                <a:extLst>
                  <a:ext uri="{FF2B5EF4-FFF2-40B4-BE49-F238E27FC236}">
                    <a16:creationId xmlns:a16="http://schemas.microsoft.com/office/drawing/2014/main" id="{8933407C-1BC8-CE8D-1070-7E6553B2423B}"/>
                  </a:ext>
                </a:extLst>
              </p:cNvPr>
              <p:cNvSpPr/>
              <p:nvPr/>
            </p:nvSpPr>
            <p:spPr>
              <a:xfrm>
                <a:off x="1737775" y="1268942"/>
                <a:ext cx="420262" cy="549091"/>
              </a:xfrm>
              <a:custGeom>
                <a:avLst/>
                <a:gdLst/>
                <a:ahLst/>
                <a:cxnLst/>
                <a:rect l="l" t="t" r="r" b="b"/>
                <a:pathLst>
                  <a:path w="2949" h="3853" extrusionOk="0">
                    <a:moveTo>
                      <a:pt x="1812" y="119"/>
                    </a:moveTo>
                    <a:cubicBezTo>
                      <a:pt x="1854" y="119"/>
                      <a:pt x="1880" y="119"/>
                      <a:pt x="1922" y="140"/>
                    </a:cubicBezTo>
                    <a:cubicBezTo>
                      <a:pt x="1985" y="187"/>
                      <a:pt x="2074" y="271"/>
                      <a:pt x="2095" y="360"/>
                    </a:cubicBezTo>
                    <a:cubicBezTo>
                      <a:pt x="2095" y="428"/>
                      <a:pt x="2053" y="533"/>
                      <a:pt x="1964" y="622"/>
                    </a:cubicBezTo>
                    <a:cubicBezTo>
                      <a:pt x="1901" y="732"/>
                      <a:pt x="1812" y="794"/>
                      <a:pt x="1770" y="883"/>
                    </a:cubicBezTo>
                    <a:cubicBezTo>
                      <a:pt x="1681" y="1056"/>
                      <a:pt x="1812" y="1213"/>
                      <a:pt x="1812" y="1213"/>
                    </a:cubicBezTo>
                    <a:lnTo>
                      <a:pt x="1833" y="1234"/>
                    </a:lnTo>
                    <a:lnTo>
                      <a:pt x="1854" y="1234"/>
                    </a:lnTo>
                    <a:cubicBezTo>
                      <a:pt x="1854" y="1234"/>
                      <a:pt x="2446" y="1344"/>
                      <a:pt x="2750" y="1344"/>
                    </a:cubicBezTo>
                    <a:lnTo>
                      <a:pt x="2750" y="1365"/>
                    </a:lnTo>
                    <a:lnTo>
                      <a:pt x="2771" y="1386"/>
                    </a:lnTo>
                    <a:cubicBezTo>
                      <a:pt x="2797" y="1428"/>
                      <a:pt x="2797" y="1496"/>
                      <a:pt x="2818" y="1580"/>
                    </a:cubicBezTo>
                    <a:cubicBezTo>
                      <a:pt x="2818" y="1758"/>
                      <a:pt x="2818" y="1973"/>
                      <a:pt x="2797" y="2193"/>
                    </a:cubicBezTo>
                    <a:cubicBezTo>
                      <a:pt x="2771" y="2606"/>
                      <a:pt x="2708" y="2999"/>
                      <a:pt x="2687" y="3046"/>
                    </a:cubicBezTo>
                    <a:cubicBezTo>
                      <a:pt x="2640" y="3046"/>
                      <a:pt x="2226" y="3088"/>
                      <a:pt x="1985" y="3177"/>
                    </a:cubicBezTo>
                    <a:cubicBezTo>
                      <a:pt x="1833" y="3219"/>
                      <a:pt x="1681" y="3350"/>
                      <a:pt x="1529" y="3481"/>
                    </a:cubicBezTo>
                    <a:cubicBezTo>
                      <a:pt x="1419" y="3612"/>
                      <a:pt x="1357" y="3701"/>
                      <a:pt x="1330" y="3722"/>
                    </a:cubicBezTo>
                    <a:cubicBezTo>
                      <a:pt x="1288" y="3701"/>
                      <a:pt x="1199" y="3654"/>
                      <a:pt x="1048" y="3570"/>
                    </a:cubicBezTo>
                    <a:cubicBezTo>
                      <a:pt x="875" y="3481"/>
                      <a:pt x="676" y="3350"/>
                      <a:pt x="545" y="3198"/>
                    </a:cubicBezTo>
                    <a:cubicBezTo>
                      <a:pt x="440" y="3046"/>
                      <a:pt x="330" y="2805"/>
                      <a:pt x="241" y="2606"/>
                    </a:cubicBezTo>
                    <a:cubicBezTo>
                      <a:pt x="178" y="2413"/>
                      <a:pt x="131" y="2261"/>
                      <a:pt x="131" y="2261"/>
                    </a:cubicBezTo>
                    <a:cubicBezTo>
                      <a:pt x="152" y="2214"/>
                      <a:pt x="482" y="1737"/>
                      <a:pt x="655" y="1407"/>
                    </a:cubicBezTo>
                    <a:cubicBezTo>
                      <a:pt x="833" y="1082"/>
                      <a:pt x="917" y="883"/>
                      <a:pt x="1048" y="773"/>
                    </a:cubicBezTo>
                    <a:cubicBezTo>
                      <a:pt x="1199" y="663"/>
                      <a:pt x="1529" y="491"/>
                      <a:pt x="1702" y="208"/>
                    </a:cubicBezTo>
                    <a:cubicBezTo>
                      <a:pt x="1749" y="166"/>
                      <a:pt x="1791" y="119"/>
                      <a:pt x="1812" y="119"/>
                    </a:cubicBezTo>
                    <a:close/>
                    <a:moveTo>
                      <a:pt x="1846" y="0"/>
                    </a:moveTo>
                    <a:cubicBezTo>
                      <a:pt x="1828" y="0"/>
                      <a:pt x="1809" y="3"/>
                      <a:pt x="1791" y="9"/>
                    </a:cubicBezTo>
                    <a:cubicBezTo>
                      <a:pt x="1723" y="35"/>
                      <a:pt x="1660" y="77"/>
                      <a:pt x="1618" y="140"/>
                    </a:cubicBezTo>
                    <a:cubicBezTo>
                      <a:pt x="1461" y="402"/>
                      <a:pt x="1158" y="559"/>
                      <a:pt x="985" y="690"/>
                    </a:cubicBezTo>
                    <a:cubicBezTo>
                      <a:pt x="807" y="821"/>
                      <a:pt x="723" y="1035"/>
                      <a:pt x="545" y="1365"/>
                    </a:cubicBezTo>
                    <a:cubicBezTo>
                      <a:pt x="372" y="1669"/>
                      <a:pt x="68" y="2151"/>
                      <a:pt x="47" y="2193"/>
                    </a:cubicBezTo>
                    <a:lnTo>
                      <a:pt x="0" y="2193"/>
                    </a:lnTo>
                    <a:lnTo>
                      <a:pt x="21" y="2261"/>
                    </a:lnTo>
                    <a:cubicBezTo>
                      <a:pt x="21" y="2261"/>
                      <a:pt x="68" y="2434"/>
                      <a:pt x="131" y="2627"/>
                    </a:cubicBezTo>
                    <a:cubicBezTo>
                      <a:pt x="220" y="2847"/>
                      <a:pt x="330" y="3109"/>
                      <a:pt x="461" y="3261"/>
                    </a:cubicBezTo>
                    <a:cubicBezTo>
                      <a:pt x="613" y="3439"/>
                      <a:pt x="807" y="3570"/>
                      <a:pt x="985" y="3675"/>
                    </a:cubicBezTo>
                    <a:cubicBezTo>
                      <a:pt x="1179" y="3785"/>
                      <a:pt x="1309" y="3832"/>
                      <a:pt x="1309" y="3832"/>
                    </a:cubicBezTo>
                    <a:lnTo>
                      <a:pt x="1357" y="3853"/>
                    </a:lnTo>
                    <a:lnTo>
                      <a:pt x="1378" y="3832"/>
                    </a:lnTo>
                    <a:cubicBezTo>
                      <a:pt x="1378" y="3832"/>
                      <a:pt x="1487" y="3701"/>
                      <a:pt x="1618" y="3570"/>
                    </a:cubicBezTo>
                    <a:cubicBezTo>
                      <a:pt x="1749" y="3439"/>
                      <a:pt x="1922" y="3308"/>
                      <a:pt x="2011" y="3282"/>
                    </a:cubicBezTo>
                    <a:cubicBezTo>
                      <a:pt x="2247" y="3198"/>
                      <a:pt x="2750" y="3151"/>
                      <a:pt x="2750" y="3151"/>
                    </a:cubicBezTo>
                    <a:lnTo>
                      <a:pt x="2797" y="3151"/>
                    </a:lnTo>
                    <a:lnTo>
                      <a:pt x="2797" y="3109"/>
                    </a:lnTo>
                    <a:cubicBezTo>
                      <a:pt x="2797" y="3109"/>
                      <a:pt x="2881" y="2653"/>
                      <a:pt x="2901" y="2193"/>
                    </a:cubicBezTo>
                    <a:cubicBezTo>
                      <a:pt x="2928" y="1973"/>
                      <a:pt x="2949" y="1758"/>
                      <a:pt x="2928" y="1580"/>
                    </a:cubicBezTo>
                    <a:cubicBezTo>
                      <a:pt x="2928" y="1496"/>
                      <a:pt x="2901" y="1407"/>
                      <a:pt x="2881" y="1365"/>
                    </a:cubicBezTo>
                    <a:cubicBezTo>
                      <a:pt x="2860" y="1318"/>
                      <a:pt x="2860" y="1297"/>
                      <a:pt x="2839" y="1276"/>
                    </a:cubicBezTo>
                    <a:cubicBezTo>
                      <a:pt x="2818" y="1255"/>
                      <a:pt x="2771" y="1234"/>
                      <a:pt x="2750" y="1234"/>
                    </a:cubicBezTo>
                    <a:cubicBezTo>
                      <a:pt x="2488" y="1234"/>
                      <a:pt x="1943" y="1124"/>
                      <a:pt x="1901" y="1124"/>
                    </a:cubicBezTo>
                    <a:cubicBezTo>
                      <a:pt x="1901" y="1103"/>
                      <a:pt x="1833" y="1014"/>
                      <a:pt x="1854" y="951"/>
                    </a:cubicBezTo>
                    <a:cubicBezTo>
                      <a:pt x="1880" y="904"/>
                      <a:pt x="1985" y="794"/>
                      <a:pt x="2053" y="690"/>
                    </a:cubicBezTo>
                    <a:cubicBezTo>
                      <a:pt x="2142" y="601"/>
                      <a:pt x="2226" y="470"/>
                      <a:pt x="2205" y="339"/>
                    </a:cubicBezTo>
                    <a:cubicBezTo>
                      <a:pt x="2163" y="208"/>
                      <a:pt x="2095" y="98"/>
                      <a:pt x="1985" y="35"/>
                    </a:cubicBezTo>
                    <a:cubicBezTo>
                      <a:pt x="1940" y="16"/>
                      <a:pt x="1893" y="0"/>
                      <a:pt x="1846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1958;p46">
                <a:extLst>
                  <a:ext uri="{FF2B5EF4-FFF2-40B4-BE49-F238E27FC236}">
                    <a16:creationId xmlns:a16="http://schemas.microsoft.com/office/drawing/2014/main" id="{035E35D3-3C1B-F19E-06E8-48C3E9C5ED74}"/>
                  </a:ext>
                </a:extLst>
              </p:cNvPr>
              <p:cNvSpPr/>
              <p:nvPr/>
            </p:nvSpPr>
            <p:spPr>
              <a:xfrm>
                <a:off x="975757" y="1549978"/>
                <a:ext cx="974056" cy="625619"/>
              </a:xfrm>
              <a:custGeom>
                <a:avLst/>
                <a:gdLst/>
                <a:ahLst/>
                <a:cxnLst/>
                <a:rect l="l" t="t" r="r" b="b"/>
                <a:pathLst>
                  <a:path w="6835" h="4390" extrusionOk="0">
                    <a:moveTo>
                      <a:pt x="5133" y="1"/>
                    </a:moveTo>
                    <a:cubicBezTo>
                      <a:pt x="5133" y="1"/>
                      <a:pt x="3582" y="1640"/>
                      <a:pt x="1791" y="2205"/>
                    </a:cubicBezTo>
                    <a:cubicBezTo>
                      <a:pt x="0" y="2776"/>
                      <a:pt x="330" y="4017"/>
                      <a:pt x="1268" y="4389"/>
                    </a:cubicBezTo>
                    <a:cubicBezTo>
                      <a:pt x="1268" y="4389"/>
                      <a:pt x="2860" y="4216"/>
                      <a:pt x="4693" y="3274"/>
                    </a:cubicBezTo>
                    <a:cubicBezTo>
                      <a:pt x="6526" y="2336"/>
                      <a:pt x="6834" y="1881"/>
                      <a:pt x="6834" y="1881"/>
                    </a:cubicBezTo>
                    <a:lnTo>
                      <a:pt x="513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1959;p46">
                <a:extLst>
                  <a:ext uri="{FF2B5EF4-FFF2-40B4-BE49-F238E27FC236}">
                    <a16:creationId xmlns:a16="http://schemas.microsoft.com/office/drawing/2014/main" id="{1FDB23C1-64BE-3410-DBC2-273634821A81}"/>
                  </a:ext>
                </a:extLst>
              </p:cNvPr>
              <p:cNvSpPr/>
              <p:nvPr/>
            </p:nvSpPr>
            <p:spPr>
              <a:xfrm>
                <a:off x="1038463" y="1538007"/>
                <a:ext cx="923322" cy="643575"/>
              </a:xfrm>
              <a:custGeom>
                <a:avLst/>
                <a:gdLst/>
                <a:ahLst/>
                <a:cxnLst/>
                <a:rect l="l" t="t" r="r" b="b"/>
                <a:pathLst>
                  <a:path w="6479" h="4516" extrusionOk="0">
                    <a:moveTo>
                      <a:pt x="4666" y="153"/>
                    </a:moveTo>
                    <a:lnTo>
                      <a:pt x="6326" y="1965"/>
                    </a:lnTo>
                    <a:cubicBezTo>
                      <a:pt x="6305" y="1965"/>
                      <a:pt x="6305" y="1965"/>
                      <a:pt x="6285" y="2007"/>
                    </a:cubicBezTo>
                    <a:cubicBezTo>
                      <a:pt x="6216" y="2049"/>
                      <a:pt x="6133" y="2138"/>
                      <a:pt x="5976" y="2268"/>
                    </a:cubicBezTo>
                    <a:cubicBezTo>
                      <a:pt x="5672" y="2488"/>
                      <a:pt x="5148" y="2834"/>
                      <a:pt x="4232" y="3295"/>
                    </a:cubicBezTo>
                    <a:cubicBezTo>
                      <a:pt x="2420" y="4232"/>
                      <a:pt x="870" y="4405"/>
                      <a:pt x="849" y="4405"/>
                    </a:cubicBezTo>
                    <a:cubicBezTo>
                      <a:pt x="414" y="4232"/>
                      <a:pt x="110" y="3840"/>
                      <a:pt x="131" y="3447"/>
                    </a:cubicBezTo>
                    <a:cubicBezTo>
                      <a:pt x="152" y="3054"/>
                      <a:pt x="503" y="2619"/>
                      <a:pt x="1372" y="2357"/>
                    </a:cubicBezTo>
                    <a:cubicBezTo>
                      <a:pt x="3142" y="1787"/>
                      <a:pt x="4603" y="242"/>
                      <a:pt x="4666" y="153"/>
                    </a:cubicBezTo>
                    <a:close/>
                    <a:moveTo>
                      <a:pt x="4693" y="1"/>
                    </a:moveTo>
                    <a:lnTo>
                      <a:pt x="4645" y="43"/>
                    </a:lnTo>
                    <a:cubicBezTo>
                      <a:pt x="4645" y="43"/>
                      <a:pt x="3095" y="1682"/>
                      <a:pt x="1330" y="2248"/>
                    </a:cubicBezTo>
                    <a:cubicBezTo>
                      <a:pt x="435" y="2530"/>
                      <a:pt x="42" y="2991"/>
                      <a:pt x="21" y="3447"/>
                    </a:cubicBezTo>
                    <a:cubicBezTo>
                      <a:pt x="0" y="3908"/>
                      <a:pt x="325" y="4321"/>
                      <a:pt x="807" y="4515"/>
                    </a:cubicBezTo>
                    <a:lnTo>
                      <a:pt x="849" y="4515"/>
                    </a:lnTo>
                    <a:cubicBezTo>
                      <a:pt x="849" y="4515"/>
                      <a:pt x="2441" y="4342"/>
                      <a:pt x="4274" y="3405"/>
                    </a:cubicBezTo>
                    <a:cubicBezTo>
                      <a:pt x="5190" y="2944"/>
                      <a:pt x="5740" y="2572"/>
                      <a:pt x="6044" y="2357"/>
                    </a:cubicBezTo>
                    <a:cubicBezTo>
                      <a:pt x="6195" y="2227"/>
                      <a:pt x="6305" y="2138"/>
                      <a:pt x="6368" y="2096"/>
                    </a:cubicBezTo>
                    <a:cubicBezTo>
                      <a:pt x="6415" y="2028"/>
                      <a:pt x="6436" y="1986"/>
                      <a:pt x="6436" y="1986"/>
                    </a:cubicBezTo>
                    <a:lnTo>
                      <a:pt x="6478" y="1965"/>
                    </a:lnTo>
                    <a:lnTo>
                      <a:pt x="4693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1960;p46">
                <a:extLst>
                  <a:ext uri="{FF2B5EF4-FFF2-40B4-BE49-F238E27FC236}">
                    <a16:creationId xmlns:a16="http://schemas.microsoft.com/office/drawing/2014/main" id="{88290480-9B14-FD09-25A1-E4373ECF2F1C}"/>
                  </a:ext>
                </a:extLst>
              </p:cNvPr>
              <p:cNvSpPr/>
              <p:nvPr/>
            </p:nvSpPr>
            <p:spPr>
              <a:xfrm>
                <a:off x="1610083" y="1505229"/>
                <a:ext cx="386060" cy="396605"/>
              </a:xfrm>
              <a:custGeom>
                <a:avLst/>
                <a:gdLst/>
                <a:ahLst/>
                <a:cxnLst/>
                <a:rect l="l" t="t" r="r" b="b"/>
                <a:pathLst>
                  <a:path w="2709" h="2783" extrusionOk="0">
                    <a:moveTo>
                      <a:pt x="864" y="0"/>
                    </a:moveTo>
                    <a:cubicBezTo>
                      <a:pt x="747" y="0"/>
                      <a:pt x="682" y="100"/>
                      <a:pt x="682" y="100"/>
                    </a:cubicBezTo>
                    <a:cubicBezTo>
                      <a:pt x="352" y="294"/>
                      <a:pt x="1" y="535"/>
                      <a:pt x="111" y="885"/>
                    </a:cubicBezTo>
                    <a:cubicBezTo>
                      <a:pt x="200" y="1210"/>
                      <a:pt x="1441" y="2650"/>
                      <a:pt x="1661" y="2760"/>
                    </a:cubicBezTo>
                    <a:cubicBezTo>
                      <a:pt x="1688" y="2776"/>
                      <a:pt x="1719" y="2782"/>
                      <a:pt x="1751" y="2782"/>
                    </a:cubicBezTo>
                    <a:cubicBezTo>
                      <a:pt x="1954" y="2782"/>
                      <a:pt x="2239" y="2519"/>
                      <a:pt x="2446" y="2388"/>
                    </a:cubicBezTo>
                    <a:cubicBezTo>
                      <a:pt x="2708" y="2216"/>
                      <a:pt x="2708" y="2148"/>
                      <a:pt x="2666" y="1912"/>
                    </a:cubicBezTo>
                    <a:cubicBezTo>
                      <a:pt x="2598" y="1671"/>
                      <a:pt x="1420" y="472"/>
                      <a:pt x="1137" y="163"/>
                    </a:cubicBezTo>
                    <a:cubicBezTo>
                      <a:pt x="1029" y="39"/>
                      <a:pt x="937" y="0"/>
                      <a:pt x="86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1961;p46">
                <a:extLst>
                  <a:ext uri="{FF2B5EF4-FFF2-40B4-BE49-F238E27FC236}">
                    <a16:creationId xmlns:a16="http://schemas.microsoft.com/office/drawing/2014/main" id="{4E347F7A-0363-B2E8-7DED-8A2305E68C65}"/>
                  </a:ext>
                </a:extLst>
              </p:cNvPr>
              <p:cNvSpPr/>
              <p:nvPr/>
            </p:nvSpPr>
            <p:spPr>
              <a:xfrm>
                <a:off x="1607090" y="1496536"/>
                <a:ext cx="395038" cy="413707"/>
              </a:xfrm>
              <a:custGeom>
                <a:avLst/>
                <a:gdLst/>
                <a:ahLst/>
                <a:cxnLst/>
                <a:rect l="l" t="t" r="r" b="b"/>
                <a:pathLst>
                  <a:path w="2772" h="2903" extrusionOk="0">
                    <a:moveTo>
                      <a:pt x="891" y="104"/>
                    </a:moveTo>
                    <a:cubicBezTo>
                      <a:pt x="948" y="104"/>
                      <a:pt x="1021" y="134"/>
                      <a:pt x="1116" y="245"/>
                    </a:cubicBezTo>
                    <a:cubicBezTo>
                      <a:pt x="1247" y="423"/>
                      <a:pt x="1619" y="795"/>
                      <a:pt x="1965" y="1161"/>
                    </a:cubicBezTo>
                    <a:cubicBezTo>
                      <a:pt x="2116" y="1339"/>
                      <a:pt x="2295" y="1533"/>
                      <a:pt x="2425" y="1664"/>
                    </a:cubicBezTo>
                    <a:cubicBezTo>
                      <a:pt x="2467" y="1753"/>
                      <a:pt x="2535" y="1816"/>
                      <a:pt x="2556" y="1863"/>
                    </a:cubicBezTo>
                    <a:cubicBezTo>
                      <a:pt x="2598" y="1926"/>
                      <a:pt x="2619" y="1973"/>
                      <a:pt x="2619" y="1973"/>
                    </a:cubicBezTo>
                    <a:cubicBezTo>
                      <a:pt x="2640" y="2104"/>
                      <a:pt x="2666" y="2167"/>
                      <a:pt x="2640" y="2209"/>
                    </a:cubicBezTo>
                    <a:cubicBezTo>
                      <a:pt x="2619" y="2256"/>
                      <a:pt x="2556" y="2319"/>
                      <a:pt x="2446" y="2387"/>
                    </a:cubicBezTo>
                    <a:cubicBezTo>
                      <a:pt x="2315" y="2470"/>
                      <a:pt x="2164" y="2601"/>
                      <a:pt x="2033" y="2690"/>
                    </a:cubicBezTo>
                    <a:cubicBezTo>
                      <a:pt x="1965" y="2732"/>
                      <a:pt x="1902" y="2758"/>
                      <a:pt x="1834" y="2779"/>
                    </a:cubicBezTo>
                    <a:cubicBezTo>
                      <a:pt x="1813" y="2790"/>
                      <a:pt x="1785" y="2795"/>
                      <a:pt x="1760" y="2795"/>
                    </a:cubicBezTo>
                    <a:cubicBezTo>
                      <a:pt x="1735" y="2795"/>
                      <a:pt x="1713" y="2790"/>
                      <a:pt x="1703" y="2779"/>
                    </a:cubicBezTo>
                    <a:cubicBezTo>
                      <a:pt x="1682" y="2758"/>
                      <a:pt x="1640" y="2732"/>
                      <a:pt x="1593" y="2690"/>
                    </a:cubicBezTo>
                    <a:lnTo>
                      <a:pt x="1399" y="2497"/>
                    </a:lnTo>
                    <a:cubicBezTo>
                      <a:pt x="1247" y="2340"/>
                      <a:pt x="1069" y="2146"/>
                      <a:pt x="896" y="1926"/>
                    </a:cubicBezTo>
                    <a:cubicBezTo>
                      <a:pt x="723" y="1732"/>
                      <a:pt x="572" y="1512"/>
                      <a:pt x="414" y="1318"/>
                    </a:cubicBezTo>
                    <a:cubicBezTo>
                      <a:pt x="284" y="1140"/>
                      <a:pt x="200" y="988"/>
                      <a:pt x="179" y="926"/>
                    </a:cubicBezTo>
                    <a:cubicBezTo>
                      <a:pt x="132" y="768"/>
                      <a:pt x="179" y="664"/>
                      <a:pt x="284" y="533"/>
                    </a:cubicBezTo>
                    <a:cubicBezTo>
                      <a:pt x="394" y="423"/>
                      <a:pt x="572" y="292"/>
                      <a:pt x="723" y="203"/>
                    </a:cubicBezTo>
                    <a:lnTo>
                      <a:pt x="744" y="182"/>
                    </a:lnTo>
                    <a:cubicBezTo>
                      <a:pt x="744" y="182"/>
                      <a:pt x="765" y="140"/>
                      <a:pt x="833" y="114"/>
                    </a:cubicBezTo>
                    <a:cubicBezTo>
                      <a:pt x="850" y="108"/>
                      <a:pt x="869" y="104"/>
                      <a:pt x="891" y="104"/>
                    </a:cubicBezTo>
                    <a:close/>
                    <a:moveTo>
                      <a:pt x="871" y="0"/>
                    </a:moveTo>
                    <a:cubicBezTo>
                      <a:pt x="847" y="0"/>
                      <a:pt x="826" y="4"/>
                      <a:pt x="807" y="9"/>
                    </a:cubicBezTo>
                    <a:cubicBezTo>
                      <a:pt x="703" y="30"/>
                      <a:pt x="655" y="114"/>
                      <a:pt x="655" y="114"/>
                    </a:cubicBezTo>
                    <a:lnTo>
                      <a:pt x="655" y="93"/>
                    </a:lnTo>
                    <a:cubicBezTo>
                      <a:pt x="504" y="203"/>
                      <a:pt x="331" y="313"/>
                      <a:pt x="200" y="465"/>
                    </a:cubicBezTo>
                    <a:cubicBezTo>
                      <a:pt x="90" y="596"/>
                      <a:pt x="1" y="768"/>
                      <a:pt x="69" y="967"/>
                    </a:cubicBezTo>
                    <a:cubicBezTo>
                      <a:pt x="111" y="1056"/>
                      <a:pt x="200" y="1208"/>
                      <a:pt x="331" y="1402"/>
                    </a:cubicBezTo>
                    <a:cubicBezTo>
                      <a:pt x="462" y="1580"/>
                      <a:pt x="634" y="1795"/>
                      <a:pt x="807" y="1994"/>
                    </a:cubicBezTo>
                    <a:cubicBezTo>
                      <a:pt x="985" y="2209"/>
                      <a:pt x="1179" y="2408"/>
                      <a:pt x="1310" y="2559"/>
                    </a:cubicBezTo>
                    <a:cubicBezTo>
                      <a:pt x="1399" y="2648"/>
                      <a:pt x="1462" y="2711"/>
                      <a:pt x="1509" y="2758"/>
                    </a:cubicBezTo>
                    <a:cubicBezTo>
                      <a:pt x="1572" y="2821"/>
                      <a:pt x="1619" y="2842"/>
                      <a:pt x="1640" y="2863"/>
                    </a:cubicBezTo>
                    <a:cubicBezTo>
                      <a:pt x="1690" y="2891"/>
                      <a:pt x="1735" y="2903"/>
                      <a:pt x="1782" y="2903"/>
                    </a:cubicBezTo>
                    <a:cubicBezTo>
                      <a:pt x="1813" y="2903"/>
                      <a:pt x="1845" y="2898"/>
                      <a:pt x="1881" y="2889"/>
                    </a:cubicBezTo>
                    <a:cubicBezTo>
                      <a:pt x="1944" y="2863"/>
                      <a:pt x="2012" y="2821"/>
                      <a:pt x="2096" y="2779"/>
                    </a:cubicBezTo>
                    <a:cubicBezTo>
                      <a:pt x="2247" y="2690"/>
                      <a:pt x="2378" y="2559"/>
                      <a:pt x="2509" y="2497"/>
                    </a:cubicBezTo>
                    <a:cubicBezTo>
                      <a:pt x="2640" y="2408"/>
                      <a:pt x="2708" y="2340"/>
                      <a:pt x="2750" y="2256"/>
                    </a:cubicBezTo>
                    <a:cubicBezTo>
                      <a:pt x="2771" y="2167"/>
                      <a:pt x="2771" y="2078"/>
                      <a:pt x="2729" y="1947"/>
                    </a:cubicBezTo>
                    <a:cubicBezTo>
                      <a:pt x="2729" y="1905"/>
                      <a:pt x="2708" y="1863"/>
                      <a:pt x="2666" y="1795"/>
                    </a:cubicBezTo>
                    <a:cubicBezTo>
                      <a:pt x="2619" y="1753"/>
                      <a:pt x="2556" y="1685"/>
                      <a:pt x="2509" y="1601"/>
                    </a:cubicBezTo>
                    <a:cubicBezTo>
                      <a:pt x="2378" y="1449"/>
                      <a:pt x="2205" y="1271"/>
                      <a:pt x="2054" y="1077"/>
                    </a:cubicBezTo>
                    <a:cubicBezTo>
                      <a:pt x="1703" y="727"/>
                      <a:pt x="1331" y="334"/>
                      <a:pt x="1200" y="182"/>
                    </a:cubicBezTo>
                    <a:cubicBezTo>
                      <a:pt x="1080" y="45"/>
                      <a:pt x="960" y="0"/>
                      <a:pt x="871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1962;p46">
                <a:extLst>
                  <a:ext uri="{FF2B5EF4-FFF2-40B4-BE49-F238E27FC236}">
                    <a16:creationId xmlns:a16="http://schemas.microsoft.com/office/drawing/2014/main" id="{6F5D5D52-DA91-023E-E37D-19BDEED10436}"/>
                  </a:ext>
                </a:extLst>
              </p:cNvPr>
              <p:cNvSpPr/>
              <p:nvPr/>
            </p:nvSpPr>
            <p:spPr>
              <a:xfrm>
                <a:off x="2126551" y="1449791"/>
                <a:ext cx="261363" cy="117001"/>
              </a:xfrm>
              <a:custGeom>
                <a:avLst/>
                <a:gdLst/>
                <a:ahLst/>
                <a:cxnLst/>
                <a:rect l="l" t="t" r="r" b="b"/>
                <a:pathLst>
                  <a:path w="1834" h="821" extrusionOk="0">
                    <a:moveTo>
                      <a:pt x="1504" y="0"/>
                    </a:moveTo>
                    <a:cubicBezTo>
                      <a:pt x="1478" y="0"/>
                      <a:pt x="1450" y="2"/>
                      <a:pt x="1420" y="7"/>
                    </a:cubicBezTo>
                    <a:cubicBezTo>
                      <a:pt x="1269" y="46"/>
                      <a:pt x="923" y="70"/>
                      <a:pt x="606" y="70"/>
                    </a:cubicBezTo>
                    <a:cubicBezTo>
                      <a:pt x="372" y="70"/>
                      <a:pt x="154" y="57"/>
                      <a:pt x="43" y="28"/>
                    </a:cubicBezTo>
                    <a:cubicBezTo>
                      <a:pt x="43" y="28"/>
                      <a:pt x="1" y="421"/>
                      <a:pt x="22" y="620"/>
                    </a:cubicBezTo>
                    <a:cubicBezTo>
                      <a:pt x="39" y="776"/>
                      <a:pt x="28" y="820"/>
                      <a:pt x="197" y="820"/>
                    </a:cubicBezTo>
                    <a:cubicBezTo>
                      <a:pt x="238" y="820"/>
                      <a:pt x="288" y="818"/>
                      <a:pt x="352" y="814"/>
                    </a:cubicBezTo>
                    <a:cubicBezTo>
                      <a:pt x="676" y="793"/>
                      <a:pt x="1724" y="573"/>
                      <a:pt x="1724" y="573"/>
                    </a:cubicBezTo>
                    <a:cubicBezTo>
                      <a:pt x="1724" y="573"/>
                      <a:pt x="1834" y="379"/>
                      <a:pt x="1792" y="248"/>
                    </a:cubicBezTo>
                    <a:cubicBezTo>
                      <a:pt x="1773" y="132"/>
                      <a:pt x="1701" y="0"/>
                      <a:pt x="1504" y="0"/>
                    </a:cubicBezTo>
                    <a:close/>
                  </a:path>
                </a:pathLst>
              </a:custGeom>
              <a:solidFill>
                <a:srgbClr val="FFB9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1963;p46">
                <a:extLst>
                  <a:ext uri="{FF2B5EF4-FFF2-40B4-BE49-F238E27FC236}">
                    <a16:creationId xmlns:a16="http://schemas.microsoft.com/office/drawing/2014/main" id="{1CC3F805-815C-1BE4-F186-7F10C19A7D75}"/>
                  </a:ext>
                </a:extLst>
              </p:cNvPr>
              <p:cNvSpPr/>
              <p:nvPr/>
            </p:nvSpPr>
            <p:spPr>
              <a:xfrm>
                <a:off x="2123558" y="1441810"/>
                <a:ext cx="270341" cy="133674"/>
              </a:xfrm>
              <a:custGeom>
                <a:avLst/>
                <a:gdLst/>
                <a:ahLst/>
                <a:cxnLst/>
                <a:rect l="l" t="t" r="r" b="b"/>
                <a:pathLst>
                  <a:path w="1897" h="938" extrusionOk="0">
                    <a:moveTo>
                      <a:pt x="1530" y="0"/>
                    </a:moveTo>
                    <a:cubicBezTo>
                      <a:pt x="1504" y="0"/>
                      <a:pt x="1462" y="21"/>
                      <a:pt x="1420" y="21"/>
                    </a:cubicBezTo>
                    <a:cubicBezTo>
                      <a:pt x="1271" y="47"/>
                      <a:pt x="888" y="65"/>
                      <a:pt x="555" y="65"/>
                    </a:cubicBezTo>
                    <a:cubicBezTo>
                      <a:pt x="350" y="65"/>
                      <a:pt x="164" y="58"/>
                      <a:pt x="64" y="42"/>
                    </a:cubicBezTo>
                    <a:lnTo>
                      <a:pt x="22" y="21"/>
                    </a:lnTo>
                    <a:lnTo>
                      <a:pt x="1" y="84"/>
                    </a:lnTo>
                    <a:lnTo>
                      <a:pt x="1" y="105"/>
                    </a:lnTo>
                    <a:cubicBezTo>
                      <a:pt x="64" y="105"/>
                      <a:pt x="153" y="131"/>
                      <a:pt x="194" y="152"/>
                    </a:cubicBezTo>
                    <a:cubicBezTo>
                      <a:pt x="336" y="168"/>
                      <a:pt x="517" y="175"/>
                      <a:pt x="699" y="175"/>
                    </a:cubicBezTo>
                    <a:cubicBezTo>
                      <a:pt x="993" y="175"/>
                      <a:pt x="1292" y="157"/>
                      <a:pt x="1441" y="131"/>
                    </a:cubicBezTo>
                    <a:cubicBezTo>
                      <a:pt x="1477" y="124"/>
                      <a:pt x="1508" y="121"/>
                      <a:pt x="1535" y="121"/>
                    </a:cubicBezTo>
                    <a:cubicBezTo>
                      <a:pt x="1605" y="121"/>
                      <a:pt x="1648" y="143"/>
                      <a:pt x="1682" y="173"/>
                    </a:cubicBezTo>
                    <a:cubicBezTo>
                      <a:pt x="1724" y="194"/>
                      <a:pt x="1745" y="262"/>
                      <a:pt x="1766" y="325"/>
                    </a:cubicBezTo>
                    <a:cubicBezTo>
                      <a:pt x="1766" y="367"/>
                      <a:pt x="1766" y="435"/>
                      <a:pt x="1745" y="498"/>
                    </a:cubicBezTo>
                    <a:cubicBezTo>
                      <a:pt x="1724" y="545"/>
                      <a:pt x="1703" y="566"/>
                      <a:pt x="1703" y="587"/>
                    </a:cubicBezTo>
                    <a:cubicBezTo>
                      <a:pt x="1682" y="587"/>
                      <a:pt x="1462" y="629"/>
                      <a:pt x="1158" y="676"/>
                    </a:cubicBezTo>
                    <a:cubicBezTo>
                      <a:pt x="849" y="739"/>
                      <a:pt x="524" y="807"/>
                      <a:pt x="373" y="828"/>
                    </a:cubicBezTo>
                    <a:lnTo>
                      <a:pt x="304" y="828"/>
                    </a:lnTo>
                    <a:lnTo>
                      <a:pt x="304" y="938"/>
                    </a:lnTo>
                    <a:lnTo>
                      <a:pt x="373" y="938"/>
                    </a:lnTo>
                    <a:cubicBezTo>
                      <a:pt x="545" y="917"/>
                      <a:pt x="875" y="849"/>
                      <a:pt x="1179" y="807"/>
                    </a:cubicBezTo>
                    <a:cubicBezTo>
                      <a:pt x="1483" y="739"/>
                      <a:pt x="1745" y="676"/>
                      <a:pt x="1745" y="676"/>
                    </a:cubicBezTo>
                    <a:lnTo>
                      <a:pt x="1766" y="676"/>
                    </a:lnTo>
                    <a:lnTo>
                      <a:pt x="1792" y="655"/>
                    </a:lnTo>
                    <a:cubicBezTo>
                      <a:pt x="1792" y="655"/>
                      <a:pt x="1813" y="608"/>
                      <a:pt x="1834" y="545"/>
                    </a:cubicBezTo>
                    <a:cubicBezTo>
                      <a:pt x="1876" y="477"/>
                      <a:pt x="1896" y="393"/>
                      <a:pt x="1876" y="304"/>
                    </a:cubicBezTo>
                    <a:cubicBezTo>
                      <a:pt x="1855" y="215"/>
                      <a:pt x="1813" y="152"/>
                      <a:pt x="1745" y="84"/>
                    </a:cubicBezTo>
                    <a:cubicBezTo>
                      <a:pt x="1703" y="42"/>
                      <a:pt x="1614" y="0"/>
                      <a:pt x="1530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1964;p46">
                <a:extLst>
                  <a:ext uri="{FF2B5EF4-FFF2-40B4-BE49-F238E27FC236}">
                    <a16:creationId xmlns:a16="http://schemas.microsoft.com/office/drawing/2014/main" id="{DA147445-660F-D8F3-EEEE-D0697C3E4313}"/>
                  </a:ext>
                </a:extLst>
              </p:cNvPr>
              <p:cNvSpPr/>
              <p:nvPr/>
            </p:nvSpPr>
            <p:spPr>
              <a:xfrm>
                <a:off x="2126551" y="1497248"/>
                <a:ext cx="261363" cy="130254"/>
              </a:xfrm>
              <a:custGeom>
                <a:avLst/>
                <a:gdLst/>
                <a:ahLst/>
                <a:cxnLst/>
                <a:rect l="l" t="t" r="r" b="b"/>
                <a:pathLst>
                  <a:path w="1834" h="914" extrusionOk="0">
                    <a:moveTo>
                      <a:pt x="1591" y="0"/>
                    </a:moveTo>
                    <a:cubicBezTo>
                      <a:pt x="1445" y="0"/>
                      <a:pt x="1270" y="97"/>
                      <a:pt x="917" y="177"/>
                    </a:cubicBezTo>
                    <a:cubicBezTo>
                      <a:pt x="524" y="266"/>
                      <a:pt x="69" y="266"/>
                      <a:pt x="69" y="266"/>
                    </a:cubicBezTo>
                    <a:cubicBezTo>
                      <a:pt x="69" y="266"/>
                      <a:pt x="1" y="680"/>
                      <a:pt x="1" y="811"/>
                    </a:cubicBezTo>
                    <a:cubicBezTo>
                      <a:pt x="13" y="891"/>
                      <a:pt x="60" y="914"/>
                      <a:pt x="193" y="914"/>
                    </a:cubicBezTo>
                    <a:cubicBezTo>
                      <a:pt x="278" y="914"/>
                      <a:pt x="397" y="905"/>
                      <a:pt x="566" y="894"/>
                    </a:cubicBezTo>
                    <a:cubicBezTo>
                      <a:pt x="985" y="873"/>
                      <a:pt x="1614" y="680"/>
                      <a:pt x="1614" y="680"/>
                    </a:cubicBezTo>
                    <a:cubicBezTo>
                      <a:pt x="1614" y="680"/>
                      <a:pt x="1771" y="528"/>
                      <a:pt x="1813" y="418"/>
                    </a:cubicBezTo>
                    <a:cubicBezTo>
                      <a:pt x="1834" y="287"/>
                      <a:pt x="1771" y="25"/>
                      <a:pt x="1640" y="4"/>
                    </a:cubicBezTo>
                    <a:cubicBezTo>
                      <a:pt x="1624" y="1"/>
                      <a:pt x="1608" y="0"/>
                      <a:pt x="1591" y="0"/>
                    </a:cubicBezTo>
                    <a:close/>
                  </a:path>
                </a:pathLst>
              </a:custGeom>
              <a:solidFill>
                <a:srgbClr val="FFB9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1965;p46">
                <a:extLst>
                  <a:ext uri="{FF2B5EF4-FFF2-40B4-BE49-F238E27FC236}">
                    <a16:creationId xmlns:a16="http://schemas.microsoft.com/office/drawing/2014/main" id="{09059B63-9369-0320-702F-7E12CD441968}"/>
                  </a:ext>
                </a:extLst>
              </p:cNvPr>
              <p:cNvSpPr/>
              <p:nvPr/>
            </p:nvSpPr>
            <p:spPr>
              <a:xfrm>
                <a:off x="2163889" y="1490978"/>
                <a:ext cx="230011" cy="143508"/>
              </a:xfrm>
              <a:custGeom>
                <a:avLst/>
                <a:gdLst/>
                <a:ahLst/>
                <a:cxnLst/>
                <a:rect l="l" t="t" r="r" b="b"/>
                <a:pathLst>
                  <a:path w="1614" h="1007" extrusionOk="0">
                    <a:moveTo>
                      <a:pt x="1310" y="1"/>
                    </a:moveTo>
                    <a:cubicBezTo>
                      <a:pt x="1158" y="1"/>
                      <a:pt x="985" y="90"/>
                      <a:pt x="634" y="153"/>
                    </a:cubicBezTo>
                    <a:cubicBezTo>
                      <a:pt x="414" y="200"/>
                      <a:pt x="173" y="242"/>
                      <a:pt x="0" y="242"/>
                    </a:cubicBezTo>
                    <a:lnTo>
                      <a:pt x="0" y="352"/>
                    </a:lnTo>
                    <a:cubicBezTo>
                      <a:pt x="152" y="352"/>
                      <a:pt x="414" y="331"/>
                      <a:pt x="655" y="263"/>
                    </a:cubicBezTo>
                    <a:cubicBezTo>
                      <a:pt x="1027" y="187"/>
                      <a:pt x="1209" y="108"/>
                      <a:pt x="1318" y="108"/>
                    </a:cubicBezTo>
                    <a:cubicBezTo>
                      <a:pt x="1330" y="108"/>
                      <a:pt x="1341" y="109"/>
                      <a:pt x="1352" y="111"/>
                    </a:cubicBezTo>
                    <a:cubicBezTo>
                      <a:pt x="1399" y="111"/>
                      <a:pt x="1441" y="153"/>
                      <a:pt x="1462" y="242"/>
                    </a:cubicBezTo>
                    <a:cubicBezTo>
                      <a:pt x="1509" y="310"/>
                      <a:pt x="1509" y="394"/>
                      <a:pt x="1483" y="441"/>
                    </a:cubicBezTo>
                    <a:cubicBezTo>
                      <a:pt x="1483" y="483"/>
                      <a:pt x="1441" y="546"/>
                      <a:pt x="1399" y="593"/>
                    </a:cubicBezTo>
                    <a:cubicBezTo>
                      <a:pt x="1352" y="635"/>
                      <a:pt x="1331" y="656"/>
                      <a:pt x="1310" y="677"/>
                    </a:cubicBezTo>
                    <a:cubicBezTo>
                      <a:pt x="1310" y="677"/>
                      <a:pt x="697" y="855"/>
                      <a:pt x="283" y="876"/>
                    </a:cubicBezTo>
                    <a:cubicBezTo>
                      <a:pt x="173" y="896"/>
                      <a:pt x="90" y="896"/>
                      <a:pt x="21" y="896"/>
                    </a:cubicBezTo>
                    <a:lnTo>
                      <a:pt x="21" y="1006"/>
                    </a:lnTo>
                    <a:lnTo>
                      <a:pt x="304" y="1006"/>
                    </a:lnTo>
                    <a:cubicBezTo>
                      <a:pt x="744" y="985"/>
                      <a:pt x="1378" y="766"/>
                      <a:pt x="1378" y="766"/>
                    </a:cubicBezTo>
                    <a:lnTo>
                      <a:pt x="1399" y="766"/>
                    </a:lnTo>
                    <a:cubicBezTo>
                      <a:pt x="1399" y="766"/>
                      <a:pt x="1441" y="724"/>
                      <a:pt x="1483" y="677"/>
                    </a:cubicBezTo>
                    <a:cubicBezTo>
                      <a:pt x="1530" y="614"/>
                      <a:pt x="1572" y="546"/>
                      <a:pt x="1593" y="462"/>
                    </a:cubicBezTo>
                    <a:cubicBezTo>
                      <a:pt x="1613" y="394"/>
                      <a:pt x="1613" y="284"/>
                      <a:pt x="1572" y="200"/>
                    </a:cubicBezTo>
                    <a:cubicBezTo>
                      <a:pt x="1551" y="111"/>
                      <a:pt x="1483" y="1"/>
                      <a:pt x="1378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1966;p46">
                <a:extLst>
                  <a:ext uri="{FF2B5EF4-FFF2-40B4-BE49-F238E27FC236}">
                    <a16:creationId xmlns:a16="http://schemas.microsoft.com/office/drawing/2014/main" id="{A9D1DB9E-3D77-A738-4277-8DF7AF5E0E89}"/>
                  </a:ext>
                </a:extLst>
              </p:cNvPr>
              <p:cNvSpPr/>
              <p:nvPr/>
            </p:nvSpPr>
            <p:spPr>
              <a:xfrm>
                <a:off x="2105459" y="1546700"/>
                <a:ext cx="260793" cy="125979"/>
              </a:xfrm>
              <a:custGeom>
                <a:avLst/>
                <a:gdLst/>
                <a:ahLst/>
                <a:cxnLst/>
                <a:rect l="l" t="t" r="r" b="b"/>
                <a:pathLst>
                  <a:path w="1830" h="884" extrusionOk="0">
                    <a:moveTo>
                      <a:pt x="1567" y="0"/>
                    </a:moveTo>
                    <a:cubicBezTo>
                      <a:pt x="1412" y="0"/>
                      <a:pt x="1264" y="101"/>
                      <a:pt x="803" y="202"/>
                    </a:cubicBezTo>
                    <a:cubicBezTo>
                      <a:pt x="590" y="257"/>
                      <a:pt x="440" y="273"/>
                      <a:pt x="338" y="273"/>
                    </a:cubicBezTo>
                    <a:cubicBezTo>
                      <a:pt x="199" y="273"/>
                      <a:pt x="149" y="244"/>
                      <a:pt x="149" y="244"/>
                    </a:cubicBezTo>
                    <a:cubicBezTo>
                      <a:pt x="149" y="244"/>
                      <a:pt x="39" y="526"/>
                      <a:pt x="18" y="704"/>
                    </a:cubicBezTo>
                    <a:cubicBezTo>
                      <a:pt x="1" y="843"/>
                      <a:pt x="55" y="884"/>
                      <a:pt x="244" y="884"/>
                    </a:cubicBezTo>
                    <a:cubicBezTo>
                      <a:pt x="291" y="884"/>
                      <a:pt x="346" y="881"/>
                      <a:pt x="410" y="877"/>
                    </a:cubicBezTo>
                    <a:cubicBezTo>
                      <a:pt x="761" y="877"/>
                      <a:pt x="1547" y="636"/>
                      <a:pt x="1547" y="636"/>
                    </a:cubicBezTo>
                    <a:cubicBezTo>
                      <a:pt x="1547" y="636"/>
                      <a:pt x="1830" y="464"/>
                      <a:pt x="1830" y="286"/>
                    </a:cubicBezTo>
                    <a:cubicBezTo>
                      <a:pt x="1830" y="113"/>
                      <a:pt x="1788" y="24"/>
                      <a:pt x="1610" y="3"/>
                    </a:cubicBezTo>
                    <a:cubicBezTo>
                      <a:pt x="1595" y="1"/>
                      <a:pt x="1581" y="0"/>
                      <a:pt x="1567" y="0"/>
                    </a:cubicBezTo>
                    <a:close/>
                  </a:path>
                </a:pathLst>
              </a:custGeom>
              <a:solidFill>
                <a:srgbClr val="FFB9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1967;p46">
                <a:extLst>
                  <a:ext uri="{FF2B5EF4-FFF2-40B4-BE49-F238E27FC236}">
                    <a16:creationId xmlns:a16="http://schemas.microsoft.com/office/drawing/2014/main" id="{18E0D484-2A7E-34B7-FF53-A963FF54744C}"/>
                  </a:ext>
                </a:extLst>
              </p:cNvPr>
              <p:cNvSpPr/>
              <p:nvPr/>
            </p:nvSpPr>
            <p:spPr>
              <a:xfrm>
                <a:off x="2151206" y="1538007"/>
                <a:ext cx="224026" cy="142795"/>
              </a:xfrm>
              <a:custGeom>
                <a:avLst/>
                <a:gdLst/>
                <a:ahLst/>
                <a:cxnLst/>
                <a:rect l="l" t="t" r="r" b="b"/>
                <a:pathLst>
                  <a:path w="1572" h="1002" extrusionOk="0">
                    <a:moveTo>
                      <a:pt x="1247" y="1"/>
                    </a:moveTo>
                    <a:cubicBezTo>
                      <a:pt x="1158" y="1"/>
                      <a:pt x="1095" y="22"/>
                      <a:pt x="985" y="64"/>
                    </a:cubicBezTo>
                    <a:cubicBezTo>
                      <a:pt x="875" y="85"/>
                      <a:pt x="723" y="153"/>
                      <a:pt x="482" y="216"/>
                    </a:cubicBezTo>
                    <a:cubicBezTo>
                      <a:pt x="330" y="242"/>
                      <a:pt x="199" y="263"/>
                      <a:pt x="110" y="263"/>
                    </a:cubicBezTo>
                    <a:lnTo>
                      <a:pt x="110" y="394"/>
                    </a:lnTo>
                    <a:cubicBezTo>
                      <a:pt x="220" y="373"/>
                      <a:pt x="351" y="373"/>
                      <a:pt x="503" y="326"/>
                    </a:cubicBezTo>
                    <a:cubicBezTo>
                      <a:pt x="744" y="263"/>
                      <a:pt x="917" y="195"/>
                      <a:pt x="1027" y="174"/>
                    </a:cubicBezTo>
                    <a:cubicBezTo>
                      <a:pt x="1107" y="143"/>
                      <a:pt x="1165" y="124"/>
                      <a:pt x="1224" y="124"/>
                    </a:cubicBezTo>
                    <a:cubicBezTo>
                      <a:pt x="1245" y="124"/>
                      <a:pt x="1266" y="126"/>
                      <a:pt x="1289" y="132"/>
                    </a:cubicBezTo>
                    <a:cubicBezTo>
                      <a:pt x="1357" y="132"/>
                      <a:pt x="1399" y="153"/>
                      <a:pt x="1420" y="174"/>
                    </a:cubicBezTo>
                    <a:cubicBezTo>
                      <a:pt x="1441" y="216"/>
                      <a:pt x="1441" y="263"/>
                      <a:pt x="1441" y="347"/>
                    </a:cubicBezTo>
                    <a:cubicBezTo>
                      <a:pt x="1441" y="394"/>
                      <a:pt x="1399" y="477"/>
                      <a:pt x="1336" y="546"/>
                    </a:cubicBezTo>
                    <a:cubicBezTo>
                      <a:pt x="1268" y="608"/>
                      <a:pt x="1205" y="635"/>
                      <a:pt x="1205" y="635"/>
                    </a:cubicBezTo>
                    <a:cubicBezTo>
                      <a:pt x="1205" y="655"/>
                      <a:pt x="1006" y="697"/>
                      <a:pt x="765" y="765"/>
                    </a:cubicBezTo>
                    <a:cubicBezTo>
                      <a:pt x="524" y="828"/>
                      <a:pt x="241" y="870"/>
                      <a:pt x="89" y="896"/>
                    </a:cubicBezTo>
                    <a:lnTo>
                      <a:pt x="48" y="896"/>
                    </a:lnTo>
                    <a:cubicBezTo>
                      <a:pt x="48" y="938"/>
                      <a:pt x="27" y="959"/>
                      <a:pt x="0" y="1001"/>
                    </a:cubicBezTo>
                    <a:lnTo>
                      <a:pt x="89" y="1001"/>
                    </a:lnTo>
                    <a:cubicBezTo>
                      <a:pt x="262" y="1001"/>
                      <a:pt x="550" y="938"/>
                      <a:pt x="812" y="870"/>
                    </a:cubicBezTo>
                    <a:cubicBezTo>
                      <a:pt x="1048" y="807"/>
                      <a:pt x="1247" y="739"/>
                      <a:pt x="1247" y="739"/>
                    </a:cubicBezTo>
                    <a:lnTo>
                      <a:pt x="1268" y="739"/>
                    </a:lnTo>
                    <a:cubicBezTo>
                      <a:pt x="1268" y="739"/>
                      <a:pt x="1336" y="697"/>
                      <a:pt x="1420" y="635"/>
                    </a:cubicBezTo>
                    <a:cubicBezTo>
                      <a:pt x="1488" y="546"/>
                      <a:pt x="1572" y="456"/>
                      <a:pt x="1572" y="347"/>
                    </a:cubicBezTo>
                    <a:cubicBezTo>
                      <a:pt x="1551" y="263"/>
                      <a:pt x="1551" y="174"/>
                      <a:pt x="1509" y="111"/>
                    </a:cubicBezTo>
                    <a:cubicBezTo>
                      <a:pt x="1467" y="64"/>
                      <a:pt x="1399" y="22"/>
                      <a:pt x="1289" y="22"/>
                    </a:cubicBezTo>
                    <a:cubicBezTo>
                      <a:pt x="1268" y="1"/>
                      <a:pt x="1268" y="1"/>
                      <a:pt x="1247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1968;p46">
                <a:extLst>
                  <a:ext uri="{FF2B5EF4-FFF2-40B4-BE49-F238E27FC236}">
                    <a16:creationId xmlns:a16="http://schemas.microsoft.com/office/drawing/2014/main" id="{277134C5-0604-F013-4FF1-8E6A680B90DB}"/>
                  </a:ext>
                </a:extLst>
              </p:cNvPr>
              <p:cNvSpPr/>
              <p:nvPr/>
            </p:nvSpPr>
            <p:spPr>
              <a:xfrm>
                <a:off x="2107882" y="1612257"/>
                <a:ext cx="227018" cy="97049"/>
              </a:xfrm>
              <a:custGeom>
                <a:avLst/>
                <a:gdLst/>
                <a:ahLst/>
                <a:cxnLst/>
                <a:rect l="l" t="t" r="r" b="b"/>
                <a:pathLst>
                  <a:path w="1593" h="681" extrusionOk="0">
                    <a:moveTo>
                      <a:pt x="1309" y="1"/>
                    </a:moveTo>
                    <a:cubicBezTo>
                      <a:pt x="1153" y="1"/>
                      <a:pt x="909" y="93"/>
                      <a:pt x="613" y="155"/>
                    </a:cubicBezTo>
                    <a:cubicBezTo>
                      <a:pt x="536" y="166"/>
                      <a:pt x="474" y="170"/>
                      <a:pt x="424" y="170"/>
                    </a:cubicBezTo>
                    <a:cubicBezTo>
                      <a:pt x="271" y="170"/>
                      <a:pt x="219" y="134"/>
                      <a:pt x="153" y="134"/>
                    </a:cubicBezTo>
                    <a:cubicBezTo>
                      <a:pt x="43" y="155"/>
                      <a:pt x="22" y="244"/>
                      <a:pt x="22" y="349"/>
                    </a:cubicBezTo>
                    <a:cubicBezTo>
                      <a:pt x="1" y="480"/>
                      <a:pt x="90" y="679"/>
                      <a:pt x="90" y="679"/>
                    </a:cubicBezTo>
                    <a:cubicBezTo>
                      <a:pt x="109" y="680"/>
                      <a:pt x="130" y="681"/>
                      <a:pt x="152" y="681"/>
                    </a:cubicBezTo>
                    <a:cubicBezTo>
                      <a:pt x="526" y="681"/>
                      <a:pt x="1278" y="517"/>
                      <a:pt x="1441" y="349"/>
                    </a:cubicBezTo>
                    <a:cubicBezTo>
                      <a:pt x="1593" y="197"/>
                      <a:pt x="1483" y="25"/>
                      <a:pt x="1352" y="4"/>
                    </a:cubicBezTo>
                    <a:cubicBezTo>
                      <a:pt x="1338" y="2"/>
                      <a:pt x="1324" y="1"/>
                      <a:pt x="1309" y="1"/>
                    </a:cubicBezTo>
                    <a:close/>
                  </a:path>
                </a:pathLst>
              </a:custGeom>
              <a:solidFill>
                <a:srgbClr val="FFB9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1969;p46">
                <a:extLst>
                  <a:ext uri="{FF2B5EF4-FFF2-40B4-BE49-F238E27FC236}">
                    <a16:creationId xmlns:a16="http://schemas.microsoft.com/office/drawing/2014/main" id="{F96E6024-29AC-C3D3-3743-C3142CD20609}"/>
                  </a:ext>
                </a:extLst>
              </p:cNvPr>
              <p:cNvSpPr/>
              <p:nvPr/>
            </p:nvSpPr>
            <p:spPr>
              <a:xfrm>
                <a:off x="2107882" y="1602993"/>
                <a:ext cx="227018" cy="115006"/>
              </a:xfrm>
              <a:custGeom>
                <a:avLst/>
                <a:gdLst/>
                <a:ahLst/>
                <a:cxnLst/>
                <a:rect l="l" t="t" r="r" b="b"/>
                <a:pathLst>
                  <a:path w="1593" h="807" extrusionOk="0">
                    <a:moveTo>
                      <a:pt x="1289" y="0"/>
                    </a:moveTo>
                    <a:cubicBezTo>
                      <a:pt x="1200" y="0"/>
                      <a:pt x="1137" y="21"/>
                      <a:pt x="1027" y="48"/>
                    </a:cubicBezTo>
                    <a:cubicBezTo>
                      <a:pt x="917" y="90"/>
                      <a:pt x="765" y="131"/>
                      <a:pt x="613" y="152"/>
                    </a:cubicBezTo>
                    <a:cubicBezTo>
                      <a:pt x="524" y="179"/>
                      <a:pt x="462" y="179"/>
                      <a:pt x="414" y="179"/>
                    </a:cubicBezTo>
                    <a:cubicBezTo>
                      <a:pt x="414" y="220"/>
                      <a:pt x="393" y="241"/>
                      <a:pt x="393" y="283"/>
                    </a:cubicBezTo>
                    <a:cubicBezTo>
                      <a:pt x="462" y="283"/>
                      <a:pt x="524" y="283"/>
                      <a:pt x="634" y="262"/>
                    </a:cubicBezTo>
                    <a:cubicBezTo>
                      <a:pt x="786" y="241"/>
                      <a:pt x="938" y="199"/>
                      <a:pt x="1069" y="152"/>
                    </a:cubicBezTo>
                    <a:cubicBezTo>
                      <a:pt x="1147" y="138"/>
                      <a:pt x="1225" y="123"/>
                      <a:pt x="1278" y="123"/>
                    </a:cubicBezTo>
                    <a:cubicBezTo>
                      <a:pt x="1301" y="123"/>
                      <a:pt x="1319" y="125"/>
                      <a:pt x="1331" y="131"/>
                    </a:cubicBezTo>
                    <a:cubicBezTo>
                      <a:pt x="1399" y="131"/>
                      <a:pt x="1441" y="179"/>
                      <a:pt x="1441" y="220"/>
                    </a:cubicBezTo>
                    <a:cubicBezTo>
                      <a:pt x="1462" y="262"/>
                      <a:pt x="1462" y="309"/>
                      <a:pt x="1399" y="393"/>
                    </a:cubicBezTo>
                    <a:cubicBezTo>
                      <a:pt x="1352" y="414"/>
                      <a:pt x="1289" y="461"/>
                      <a:pt x="1179" y="503"/>
                    </a:cubicBezTo>
                    <a:cubicBezTo>
                      <a:pt x="1069" y="524"/>
                      <a:pt x="959" y="571"/>
                      <a:pt x="807" y="592"/>
                    </a:cubicBezTo>
                    <a:cubicBezTo>
                      <a:pt x="613" y="655"/>
                      <a:pt x="393" y="676"/>
                      <a:pt x="242" y="676"/>
                    </a:cubicBezTo>
                    <a:cubicBezTo>
                      <a:pt x="221" y="676"/>
                      <a:pt x="111" y="702"/>
                      <a:pt x="1" y="702"/>
                    </a:cubicBezTo>
                    <a:cubicBezTo>
                      <a:pt x="22" y="744"/>
                      <a:pt x="22" y="765"/>
                      <a:pt x="22" y="765"/>
                    </a:cubicBezTo>
                    <a:lnTo>
                      <a:pt x="43" y="807"/>
                    </a:lnTo>
                    <a:lnTo>
                      <a:pt x="69" y="807"/>
                    </a:lnTo>
                    <a:cubicBezTo>
                      <a:pt x="263" y="807"/>
                      <a:pt x="566" y="765"/>
                      <a:pt x="854" y="702"/>
                    </a:cubicBezTo>
                    <a:cubicBezTo>
                      <a:pt x="985" y="676"/>
                      <a:pt x="1116" y="634"/>
                      <a:pt x="1221" y="592"/>
                    </a:cubicBezTo>
                    <a:cubicBezTo>
                      <a:pt x="1331" y="571"/>
                      <a:pt x="1420" y="524"/>
                      <a:pt x="1462" y="461"/>
                    </a:cubicBezTo>
                    <a:cubicBezTo>
                      <a:pt x="1572" y="372"/>
                      <a:pt x="1593" y="262"/>
                      <a:pt x="1551" y="179"/>
                    </a:cubicBezTo>
                    <a:cubicBezTo>
                      <a:pt x="1530" y="90"/>
                      <a:pt x="1441" y="21"/>
                      <a:pt x="1352" y="21"/>
                    </a:cubicBezTo>
                    <a:cubicBezTo>
                      <a:pt x="1331" y="0"/>
                      <a:pt x="1310" y="0"/>
                      <a:pt x="1289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1970;p46">
                <a:extLst>
                  <a:ext uri="{FF2B5EF4-FFF2-40B4-BE49-F238E27FC236}">
                    <a16:creationId xmlns:a16="http://schemas.microsoft.com/office/drawing/2014/main" id="{C44D93E6-E87A-B9B6-EB66-7BC972F7901B}"/>
                  </a:ext>
                </a:extLst>
              </p:cNvPr>
              <p:cNvSpPr/>
              <p:nvPr/>
            </p:nvSpPr>
            <p:spPr>
              <a:xfrm>
                <a:off x="1905655" y="1546985"/>
                <a:ext cx="124839" cy="60709"/>
              </a:xfrm>
              <a:custGeom>
                <a:avLst/>
                <a:gdLst/>
                <a:ahLst/>
                <a:cxnLst/>
                <a:rect l="l" t="t" r="r" b="b"/>
                <a:pathLst>
                  <a:path w="876" h="426" extrusionOk="0">
                    <a:moveTo>
                      <a:pt x="807" y="1"/>
                    </a:moveTo>
                    <a:cubicBezTo>
                      <a:pt x="634" y="48"/>
                      <a:pt x="503" y="48"/>
                      <a:pt x="372" y="90"/>
                    </a:cubicBezTo>
                    <a:cubicBezTo>
                      <a:pt x="241" y="132"/>
                      <a:pt x="131" y="200"/>
                      <a:pt x="21" y="331"/>
                    </a:cubicBezTo>
                    <a:cubicBezTo>
                      <a:pt x="1" y="352"/>
                      <a:pt x="1" y="393"/>
                      <a:pt x="21" y="414"/>
                    </a:cubicBezTo>
                    <a:cubicBezTo>
                      <a:pt x="29" y="422"/>
                      <a:pt x="39" y="425"/>
                      <a:pt x="48" y="425"/>
                    </a:cubicBezTo>
                    <a:cubicBezTo>
                      <a:pt x="71" y="425"/>
                      <a:pt x="96" y="408"/>
                      <a:pt x="110" y="393"/>
                    </a:cubicBezTo>
                    <a:cubicBezTo>
                      <a:pt x="220" y="284"/>
                      <a:pt x="309" y="221"/>
                      <a:pt x="414" y="200"/>
                    </a:cubicBezTo>
                    <a:cubicBezTo>
                      <a:pt x="524" y="153"/>
                      <a:pt x="655" y="153"/>
                      <a:pt x="833" y="132"/>
                    </a:cubicBezTo>
                    <a:cubicBezTo>
                      <a:pt x="854" y="111"/>
                      <a:pt x="875" y="90"/>
                      <a:pt x="875" y="69"/>
                    </a:cubicBezTo>
                    <a:cubicBezTo>
                      <a:pt x="875" y="22"/>
                      <a:pt x="833" y="1"/>
                      <a:pt x="807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1971;p46">
                <a:extLst>
                  <a:ext uri="{FF2B5EF4-FFF2-40B4-BE49-F238E27FC236}">
                    <a16:creationId xmlns:a16="http://schemas.microsoft.com/office/drawing/2014/main" id="{160CD770-8086-B3B5-5A0D-69791A07A7EA}"/>
                  </a:ext>
                </a:extLst>
              </p:cNvPr>
              <p:cNvSpPr/>
              <p:nvPr/>
            </p:nvSpPr>
            <p:spPr>
              <a:xfrm>
                <a:off x="487650" y="4560718"/>
                <a:ext cx="544246" cy="352997"/>
              </a:xfrm>
              <a:custGeom>
                <a:avLst/>
                <a:gdLst/>
                <a:ahLst/>
                <a:cxnLst/>
                <a:rect l="l" t="t" r="r" b="b"/>
                <a:pathLst>
                  <a:path w="3819" h="2477" extrusionOk="0">
                    <a:moveTo>
                      <a:pt x="482" y="0"/>
                    </a:moveTo>
                    <a:cubicBezTo>
                      <a:pt x="131" y="194"/>
                      <a:pt x="131" y="194"/>
                      <a:pt x="110" y="697"/>
                    </a:cubicBezTo>
                    <a:cubicBezTo>
                      <a:pt x="89" y="1200"/>
                      <a:pt x="0" y="1571"/>
                      <a:pt x="309" y="1786"/>
                    </a:cubicBezTo>
                    <a:cubicBezTo>
                      <a:pt x="613" y="1985"/>
                      <a:pt x="1509" y="2074"/>
                      <a:pt x="2116" y="2336"/>
                    </a:cubicBezTo>
                    <a:cubicBezTo>
                      <a:pt x="2336" y="2437"/>
                      <a:pt x="2513" y="2477"/>
                      <a:pt x="2667" y="2477"/>
                    </a:cubicBezTo>
                    <a:cubicBezTo>
                      <a:pt x="2943" y="2477"/>
                      <a:pt x="3145" y="2350"/>
                      <a:pt x="3383" y="2226"/>
                    </a:cubicBezTo>
                    <a:cubicBezTo>
                      <a:pt x="3755" y="2048"/>
                      <a:pt x="3818" y="1896"/>
                      <a:pt x="3818" y="1634"/>
                    </a:cubicBezTo>
                    <a:cubicBezTo>
                      <a:pt x="3818" y="1352"/>
                      <a:pt x="3624" y="1262"/>
                      <a:pt x="3232" y="1001"/>
                    </a:cubicBezTo>
                    <a:cubicBezTo>
                      <a:pt x="2818" y="765"/>
                      <a:pt x="2556" y="414"/>
                      <a:pt x="2556" y="414"/>
                    </a:cubicBezTo>
                    <a:lnTo>
                      <a:pt x="48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1972;p46">
                <a:extLst>
                  <a:ext uri="{FF2B5EF4-FFF2-40B4-BE49-F238E27FC236}">
                    <a16:creationId xmlns:a16="http://schemas.microsoft.com/office/drawing/2014/main" id="{CEA63E37-EB6A-C46E-3418-7E21B10FF880}"/>
                  </a:ext>
                </a:extLst>
              </p:cNvPr>
              <p:cNvSpPr/>
              <p:nvPr/>
            </p:nvSpPr>
            <p:spPr>
              <a:xfrm>
                <a:off x="490643" y="4551027"/>
                <a:ext cx="550944" cy="370098"/>
              </a:xfrm>
              <a:custGeom>
                <a:avLst/>
                <a:gdLst/>
                <a:ahLst/>
                <a:cxnLst/>
                <a:rect l="l" t="t" r="r" b="b"/>
                <a:pathLst>
                  <a:path w="3866" h="2597" extrusionOk="0">
                    <a:moveTo>
                      <a:pt x="482" y="131"/>
                    </a:moveTo>
                    <a:lnTo>
                      <a:pt x="2514" y="524"/>
                    </a:lnTo>
                    <a:cubicBezTo>
                      <a:pt x="2535" y="545"/>
                      <a:pt x="2776" y="875"/>
                      <a:pt x="3169" y="1137"/>
                    </a:cubicBezTo>
                    <a:cubicBezTo>
                      <a:pt x="3383" y="1268"/>
                      <a:pt x="3514" y="1330"/>
                      <a:pt x="3624" y="1420"/>
                    </a:cubicBezTo>
                    <a:cubicBezTo>
                      <a:pt x="3713" y="1509"/>
                      <a:pt x="3734" y="1571"/>
                      <a:pt x="3734" y="1702"/>
                    </a:cubicBezTo>
                    <a:cubicBezTo>
                      <a:pt x="3755" y="1833"/>
                      <a:pt x="3734" y="1922"/>
                      <a:pt x="3666" y="2011"/>
                    </a:cubicBezTo>
                    <a:cubicBezTo>
                      <a:pt x="3624" y="2074"/>
                      <a:pt x="3514" y="2163"/>
                      <a:pt x="3341" y="2247"/>
                    </a:cubicBezTo>
                    <a:cubicBezTo>
                      <a:pt x="3142" y="2336"/>
                      <a:pt x="2991" y="2425"/>
                      <a:pt x="2818" y="2467"/>
                    </a:cubicBezTo>
                    <a:cubicBezTo>
                      <a:pt x="2758" y="2479"/>
                      <a:pt x="2699" y="2486"/>
                      <a:pt x="2637" y="2486"/>
                    </a:cubicBezTo>
                    <a:cubicBezTo>
                      <a:pt x="2493" y="2486"/>
                      <a:pt x="2334" y="2449"/>
                      <a:pt x="2121" y="2357"/>
                    </a:cubicBezTo>
                    <a:cubicBezTo>
                      <a:pt x="1812" y="2205"/>
                      <a:pt x="1420" y="2116"/>
                      <a:pt x="1095" y="2053"/>
                    </a:cubicBezTo>
                    <a:cubicBezTo>
                      <a:pt x="765" y="1964"/>
                      <a:pt x="461" y="1901"/>
                      <a:pt x="309" y="1791"/>
                    </a:cubicBezTo>
                    <a:cubicBezTo>
                      <a:pt x="178" y="1702"/>
                      <a:pt x="131" y="1571"/>
                      <a:pt x="110" y="1399"/>
                    </a:cubicBezTo>
                    <a:cubicBezTo>
                      <a:pt x="110" y="1226"/>
                      <a:pt x="131" y="1006"/>
                      <a:pt x="131" y="765"/>
                    </a:cubicBezTo>
                    <a:cubicBezTo>
                      <a:pt x="157" y="503"/>
                      <a:pt x="157" y="393"/>
                      <a:pt x="199" y="330"/>
                    </a:cubicBezTo>
                    <a:cubicBezTo>
                      <a:pt x="241" y="262"/>
                      <a:pt x="309" y="220"/>
                      <a:pt x="482" y="131"/>
                    </a:cubicBezTo>
                    <a:close/>
                    <a:moveTo>
                      <a:pt x="461" y="0"/>
                    </a:moveTo>
                    <a:lnTo>
                      <a:pt x="440" y="21"/>
                    </a:lnTo>
                    <a:cubicBezTo>
                      <a:pt x="262" y="110"/>
                      <a:pt x="157" y="152"/>
                      <a:pt x="89" y="262"/>
                    </a:cubicBezTo>
                    <a:cubicBezTo>
                      <a:pt x="47" y="372"/>
                      <a:pt x="47" y="503"/>
                      <a:pt x="27" y="765"/>
                    </a:cubicBezTo>
                    <a:cubicBezTo>
                      <a:pt x="27" y="1006"/>
                      <a:pt x="0" y="1226"/>
                      <a:pt x="0" y="1420"/>
                    </a:cubicBezTo>
                    <a:cubicBezTo>
                      <a:pt x="27" y="1592"/>
                      <a:pt x="89" y="1770"/>
                      <a:pt x="262" y="1901"/>
                    </a:cubicBezTo>
                    <a:cubicBezTo>
                      <a:pt x="440" y="2011"/>
                      <a:pt x="723" y="2074"/>
                      <a:pt x="1074" y="2163"/>
                    </a:cubicBezTo>
                    <a:cubicBezTo>
                      <a:pt x="1399" y="2247"/>
                      <a:pt x="1770" y="2315"/>
                      <a:pt x="2074" y="2467"/>
                    </a:cubicBezTo>
                    <a:cubicBezTo>
                      <a:pt x="2291" y="2559"/>
                      <a:pt x="2471" y="2596"/>
                      <a:pt x="2635" y="2596"/>
                    </a:cubicBezTo>
                    <a:cubicBezTo>
                      <a:pt x="2706" y="2596"/>
                      <a:pt x="2773" y="2589"/>
                      <a:pt x="2839" y="2577"/>
                    </a:cubicBezTo>
                    <a:cubicBezTo>
                      <a:pt x="3038" y="2535"/>
                      <a:pt x="3211" y="2446"/>
                      <a:pt x="3383" y="2336"/>
                    </a:cubicBezTo>
                    <a:cubicBezTo>
                      <a:pt x="3582" y="2247"/>
                      <a:pt x="3692" y="2163"/>
                      <a:pt x="3755" y="2074"/>
                    </a:cubicBezTo>
                    <a:cubicBezTo>
                      <a:pt x="3844" y="1964"/>
                      <a:pt x="3865" y="1833"/>
                      <a:pt x="3865" y="1702"/>
                    </a:cubicBezTo>
                    <a:cubicBezTo>
                      <a:pt x="3844" y="1550"/>
                      <a:pt x="3797" y="1440"/>
                      <a:pt x="3692" y="1330"/>
                    </a:cubicBezTo>
                    <a:cubicBezTo>
                      <a:pt x="3582" y="1247"/>
                      <a:pt x="3431" y="1158"/>
                      <a:pt x="3232" y="1027"/>
                    </a:cubicBezTo>
                    <a:cubicBezTo>
                      <a:pt x="2839" y="786"/>
                      <a:pt x="2577" y="440"/>
                      <a:pt x="2577" y="440"/>
                    </a:cubicBezTo>
                    <a:lnTo>
                      <a:pt x="461" y="0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1973;p46">
                <a:extLst>
                  <a:ext uri="{FF2B5EF4-FFF2-40B4-BE49-F238E27FC236}">
                    <a16:creationId xmlns:a16="http://schemas.microsoft.com/office/drawing/2014/main" id="{688CB1D3-6BDA-4488-E94C-D2BE0358C2DF}"/>
                  </a:ext>
                </a:extLst>
              </p:cNvPr>
              <p:cNvSpPr/>
              <p:nvPr/>
            </p:nvSpPr>
            <p:spPr>
              <a:xfrm>
                <a:off x="1031765" y="4383146"/>
                <a:ext cx="547808" cy="358128"/>
              </a:xfrm>
              <a:custGeom>
                <a:avLst/>
                <a:gdLst/>
                <a:ahLst/>
                <a:cxnLst/>
                <a:rect l="l" t="t" r="r" b="b"/>
                <a:pathLst>
                  <a:path w="3844" h="2513" extrusionOk="0">
                    <a:moveTo>
                      <a:pt x="2142" y="0"/>
                    </a:moveTo>
                    <a:lnTo>
                      <a:pt x="309" y="110"/>
                    </a:lnTo>
                    <a:lnTo>
                      <a:pt x="199" y="110"/>
                    </a:lnTo>
                    <a:cubicBezTo>
                      <a:pt x="0" y="744"/>
                      <a:pt x="157" y="1833"/>
                      <a:pt x="440" y="1985"/>
                    </a:cubicBezTo>
                    <a:cubicBezTo>
                      <a:pt x="702" y="2142"/>
                      <a:pt x="1660" y="2357"/>
                      <a:pt x="2252" y="2488"/>
                    </a:cubicBezTo>
                    <a:cubicBezTo>
                      <a:pt x="2330" y="2505"/>
                      <a:pt x="2408" y="2513"/>
                      <a:pt x="2484" y="2513"/>
                    </a:cubicBezTo>
                    <a:cubicBezTo>
                      <a:pt x="2988" y="2513"/>
                      <a:pt x="3456" y="2179"/>
                      <a:pt x="3624" y="2011"/>
                    </a:cubicBezTo>
                    <a:cubicBezTo>
                      <a:pt x="3844" y="1791"/>
                      <a:pt x="3776" y="1529"/>
                      <a:pt x="3645" y="1356"/>
                    </a:cubicBezTo>
                    <a:cubicBezTo>
                      <a:pt x="3493" y="1178"/>
                      <a:pt x="3079" y="1246"/>
                      <a:pt x="2687" y="916"/>
                    </a:cubicBezTo>
                    <a:cubicBezTo>
                      <a:pt x="2294" y="592"/>
                      <a:pt x="2142" y="0"/>
                      <a:pt x="214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1974;p46">
                <a:extLst>
                  <a:ext uri="{FF2B5EF4-FFF2-40B4-BE49-F238E27FC236}">
                    <a16:creationId xmlns:a16="http://schemas.microsoft.com/office/drawing/2014/main" id="{330A3A04-0716-B778-75C0-35FDC1DB983B}"/>
                  </a:ext>
                </a:extLst>
              </p:cNvPr>
              <p:cNvSpPr/>
              <p:nvPr/>
            </p:nvSpPr>
            <p:spPr>
              <a:xfrm>
                <a:off x="1038463" y="4377161"/>
                <a:ext cx="538260" cy="373376"/>
              </a:xfrm>
              <a:custGeom>
                <a:avLst/>
                <a:gdLst/>
                <a:ahLst/>
                <a:cxnLst/>
                <a:rect l="l" t="t" r="r" b="b"/>
                <a:pathLst>
                  <a:path w="3777" h="2620" extrusionOk="0">
                    <a:moveTo>
                      <a:pt x="2048" y="110"/>
                    </a:moveTo>
                    <a:cubicBezTo>
                      <a:pt x="2074" y="173"/>
                      <a:pt x="2205" y="676"/>
                      <a:pt x="2598" y="1006"/>
                    </a:cubicBezTo>
                    <a:cubicBezTo>
                      <a:pt x="2812" y="1178"/>
                      <a:pt x="3011" y="1241"/>
                      <a:pt x="3205" y="1288"/>
                    </a:cubicBezTo>
                    <a:cubicBezTo>
                      <a:pt x="3383" y="1330"/>
                      <a:pt x="3488" y="1351"/>
                      <a:pt x="3556" y="1419"/>
                    </a:cubicBezTo>
                    <a:cubicBezTo>
                      <a:pt x="3619" y="1503"/>
                      <a:pt x="3666" y="1613"/>
                      <a:pt x="3666" y="1702"/>
                    </a:cubicBezTo>
                    <a:cubicBezTo>
                      <a:pt x="3666" y="1812"/>
                      <a:pt x="3645" y="1922"/>
                      <a:pt x="3535" y="2006"/>
                    </a:cubicBezTo>
                    <a:cubicBezTo>
                      <a:pt x="3446" y="2095"/>
                      <a:pt x="3252" y="2247"/>
                      <a:pt x="3011" y="2357"/>
                    </a:cubicBezTo>
                    <a:cubicBezTo>
                      <a:pt x="2836" y="2437"/>
                      <a:pt x="2639" y="2492"/>
                      <a:pt x="2444" y="2492"/>
                    </a:cubicBezTo>
                    <a:cubicBezTo>
                      <a:pt x="2371" y="2492"/>
                      <a:pt x="2297" y="2484"/>
                      <a:pt x="2226" y="2467"/>
                    </a:cubicBezTo>
                    <a:cubicBezTo>
                      <a:pt x="1917" y="2420"/>
                      <a:pt x="1550" y="2336"/>
                      <a:pt x="1199" y="2247"/>
                    </a:cubicBezTo>
                    <a:cubicBezTo>
                      <a:pt x="849" y="2137"/>
                      <a:pt x="545" y="2053"/>
                      <a:pt x="414" y="1985"/>
                    </a:cubicBezTo>
                    <a:cubicBezTo>
                      <a:pt x="372" y="1964"/>
                      <a:pt x="304" y="1875"/>
                      <a:pt x="262" y="1744"/>
                    </a:cubicBezTo>
                    <a:cubicBezTo>
                      <a:pt x="215" y="1613"/>
                      <a:pt x="173" y="1440"/>
                      <a:pt x="152" y="1267"/>
                    </a:cubicBezTo>
                    <a:cubicBezTo>
                      <a:pt x="110" y="917"/>
                      <a:pt x="131" y="503"/>
                      <a:pt x="215" y="194"/>
                    </a:cubicBezTo>
                    <a:lnTo>
                      <a:pt x="262" y="194"/>
                    </a:lnTo>
                    <a:lnTo>
                      <a:pt x="2048" y="110"/>
                    </a:lnTo>
                    <a:close/>
                    <a:moveTo>
                      <a:pt x="2137" y="0"/>
                    </a:moveTo>
                    <a:lnTo>
                      <a:pt x="262" y="89"/>
                    </a:lnTo>
                    <a:lnTo>
                      <a:pt x="131" y="89"/>
                    </a:lnTo>
                    <a:lnTo>
                      <a:pt x="110" y="131"/>
                    </a:lnTo>
                    <a:cubicBezTo>
                      <a:pt x="0" y="456"/>
                      <a:pt x="0" y="896"/>
                      <a:pt x="42" y="1267"/>
                    </a:cubicBezTo>
                    <a:cubicBezTo>
                      <a:pt x="63" y="1461"/>
                      <a:pt x="84" y="1634"/>
                      <a:pt x="152" y="1791"/>
                    </a:cubicBezTo>
                    <a:cubicBezTo>
                      <a:pt x="194" y="1922"/>
                      <a:pt x="262" y="2027"/>
                      <a:pt x="346" y="2074"/>
                    </a:cubicBezTo>
                    <a:cubicBezTo>
                      <a:pt x="503" y="2158"/>
                      <a:pt x="807" y="2247"/>
                      <a:pt x="1179" y="2357"/>
                    </a:cubicBezTo>
                    <a:cubicBezTo>
                      <a:pt x="1524" y="2446"/>
                      <a:pt x="1896" y="2530"/>
                      <a:pt x="2205" y="2598"/>
                    </a:cubicBezTo>
                    <a:cubicBezTo>
                      <a:pt x="2277" y="2613"/>
                      <a:pt x="2349" y="2619"/>
                      <a:pt x="2420" y="2619"/>
                    </a:cubicBezTo>
                    <a:cubicBezTo>
                      <a:pt x="2649" y="2619"/>
                      <a:pt x="2870" y="2551"/>
                      <a:pt x="3053" y="2467"/>
                    </a:cubicBezTo>
                    <a:cubicBezTo>
                      <a:pt x="3315" y="2357"/>
                      <a:pt x="3514" y="2205"/>
                      <a:pt x="3619" y="2095"/>
                    </a:cubicBezTo>
                    <a:cubicBezTo>
                      <a:pt x="3729" y="1964"/>
                      <a:pt x="3776" y="1833"/>
                      <a:pt x="3776" y="1702"/>
                    </a:cubicBezTo>
                    <a:cubicBezTo>
                      <a:pt x="3776" y="1571"/>
                      <a:pt x="3708" y="1461"/>
                      <a:pt x="3645" y="1351"/>
                    </a:cubicBezTo>
                    <a:cubicBezTo>
                      <a:pt x="3556" y="1241"/>
                      <a:pt x="3404" y="1220"/>
                      <a:pt x="3226" y="1178"/>
                    </a:cubicBezTo>
                    <a:cubicBezTo>
                      <a:pt x="3053" y="1137"/>
                      <a:pt x="2860" y="1068"/>
                      <a:pt x="2661" y="917"/>
                    </a:cubicBezTo>
                    <a:cubicBezTo>
                      <a:pt x="2289" y="613"/>
                      <a:pt x="2137" y="42"/>
                      <a:pt x="2137" y="42"/>
                    </a:cubicBezTo>
                    <a:lnTo>
                      <a:pt x="2137" y="0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1975;p46">
                <a:extLst>
                  <a:ext uri="{FF2B5EF4-FFF2-40B4-BE49-F238E27FC236}">
                    <a16:creationId xmlns:a16="http://schemas.microsoft.com/office/drawing/2014/main" id="{735FC30F-E598-C946-97FD-1E9B8C421AD6}"/>
                  </a:ext>
                </a:extLst>
              </p:cNvPr>
              <p:cNvSpPr/>
              <p:nvPr/>
            </p:nvSpPr>
            <p:spPr>
              <a:xfrm>
                <a:off x="1041456" y="3061334"/>
                <a:ext cx="388910" cy="1391183"/>
              </a:xfrm>
              <a:custGeom>
                <a:avLst/>
                <a:gdLst/>
                <a:ahLst/>
                <a:cxnLst/>
                <a:rect l="l" t="t" r="r" b="b"/>
                <a:pathLst>
                  <a:path w="2729" h="9762" extrusionOk="0">
                    <a:moveTo>
                      <a:pt x="2640" y="0"/>
                    </a:moveTo>
                    <a:lnTo>
                      <a:pt x="42" y="1268"/>
                    </a:lnTo>
                    <a:lnTo>
                      <a:pt x="0" y="9516"/>
                    </a:lnTo>
                    <a:cubicBezTo>
                      <a:pt x="0" y="9516"/>
                      <a:pt x="436" y="9761"/>
                      <a:pt x="1041" y="9761"/>
                    </a:cubicBezTo>
                    <a:cubicBezTo>
                      <a:pt x="1086" y="9761"/>
                      <a:pt x="1132" y="9760"/>
                      <a:pt x="1178" y="9757"/>
                    </a:cubicBezTo>
                    <a:cubicBezTo>
                      <a:pt x="1875" y="9736"/>
                      <a:pt x="2268" y="9453"/>
                      <a:pt x="2268" y="9453"/>
                    </a:cubicBezTo>
                    <a:cubicBezTo>
                      <a:pt x="2268" y="9453"/>
                      <a:pt x="2729" y="550"/>
                      <a:pt x="264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1976;p46">
                <a:extLst>
                  <a:ext uri="{FF2B5EF4-FFF2-40B4-BE49-F238E27FC236}">
                    <a16:creationId xmlns:a16="http://schemas.microsoft.com/office/drawing/2014/main" id="{0DDF73AD-CD80-CD06-5F97-DAD01FEE0A18}"/>
                  </a:ext>
                </a:extLst>
              </p:cNvPr>
              <p:cNvSpPr/>
              <p:nvPr/>
            </p:nvSpPr>
            <p:spPr>
              <a:xfrm>
                <a:off x="1035470" y="3049363"/>
                <a:ext cx="391902" cy="1411704"/>
              </a:xfrm>
              <a:custGeom>
                <a:avLst/>
                <a:gdLst/>
                <a:ahLst/>
                <a:cxnLst/>
                <a:rect l="l" t="t" r="r" b="b"/>
                <a:pathLst>
                  <a:path w="2750" h="9906" extrusionOk="0">
                    <a:moveTo>
                      <a:pt x="2640" y="173"/>
                    </a:moveTo>
                    <a:lnTo>
                      <a:pt x="2640" y="655"/>
                    </a:lnTo>
                    <a:cubicBezTo>
                      <a:pt x="2640" y="938"/>
                      <a:pt x="2619" y="1331"/>
                      <a:pt x="2593" y="1786"/>
                    </a:cubicBezTo>
                    <a:cubicBezTo>
                      <a:pt x="2572" y="2703"/>
                      <a:pt x="2530" y="3860"/>
                      <a:pt x="2462" y="5018"/>
                    </a:cubicBezTo>
                    <a:cubicBezTo>
                      <a:pt x="2378" y="7285"/>
                      <a:pt x="2268" y="9469"/>
                      <a:pt x="2268" y="9511"/>
                    </a:cubicBezTo>
                    <a:cubicBezTo>
                      <a:pt x="2226" y="9537"/>
                      <a:pt x="1875" y="9752"/>
                      <a:pt x="1220" y="9799"/>
                    </a:cubicBezTo>
                    <a:cubicBezTo>
                      <a:pt x="1192" y="9800"/>
                      <a:pt x="1163" y="9800"/>
                      <a:pt x="1136" y="9800"/>
                    </a:cubicBezTo>
                    <a:cubicBezTo>
                      <a:pt x="548" y="9800"/>
                      <a:pt x="150" y="9599"/>
                      <a:pt x="105" y="9579"/>
                    </a:cubicBezTo>
                    <a:lnTo>
                      <a:pt x="152" y="1373"/>
                    </a:lnTo>
                    <a:lnTo>
                      <a:pt x="2640" y="173"/>
                    </a:lnTo>
                    <a:close/>
                    <a:moveTo>
                      <a:pt x="2750" y="1"/>
                    </a:moveTo>
                    <a:lnTo>
                      <a:pt x="2661" y="43"/>
                    </a:lnTo>
                    <a:lnTo>
                      <a:pt x="42" y="1310"/>
                    </a:lnTo>
                    <a:lnTo>
                      <a:pt x="0" y="9642"/>
                    </a:lnTo>
                    <a:lnTo>
                      <a:pt x="21" y="9668"/>
                    </a:lnTo>
                    <a:cubicBezTo>
                      <a:pt x="21" y="9668"/>
                      <a:pt x="477" y="9905"/>
                      <a:pt x="1122" y="9905"/>
                    </a:cubicBezTo>
                    <a:cubicBezTo>
                      <a:pt x="1155" y="9905"/>
                      <a:pt x="1187" y="9905"/>
                      <a:pt x="1220" y="9904"/>
                    </a:cubicBezTo>
                    <a:cubicBezTo>
                      <a:pt x="1938" y="9862"/>
                      <a:pt x="2357" y="9579"/>
                      <a:pt x="2357" y="9579"/>
                    </a:cubicBezTo>
                    <a:lnTo>
                      <a:pt x="2378" y="9579"/>
                    </a:lnTo>
                    <a:lnTo>
                      <a:pt x="2378" y="9537"/>
                    </a:lnTo>
                    <a:cubicBezTo>
                      <a:pt x="2378" y="9537"/>
                      <a:pt x="2488" y="7311"/>
                      <a:pt x="2593" y="5018"/>
                    </a:cubicBezTo>
                    <a:cubicBezTo>
                      <a:pt x="2640" y="3881"/>
                      <a:pt x="2682" y="2703"/>
                      <a:pt x="2723" y="1786"/>
                    </a:cubicBezTo>
                    <a:cubicBezTo>
                      <a:pt x="2723" y="1331"/>
                      <a:pt x="2750" y="938"/>
                      <a:pt x="2750" y="655"/>
                    </a:cubicBezTo>
                    <a:lnTo>
                      <a:pt x="2750" y="84"/>
                    </a:lnTo>
                    <a:lnTo>
                      <a:pt x="2750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1977;p46">
                <a:extLst>
                  <a:ext uri="{FF2B5EF4-FFF2-40B4-BE49-F238E27FC236}">
                    <a16:creationId xmlns:a16="http://schemas.microsoft.com/office/drawing/2014/main" id="{55E69F66-C25D-9056-0AE9-E2FBEA02AACC}"/>
                  </a:ext>
                </a:extLst>
              </p:cNvPr>
              <p:cNvSpPr/>
              <p:nvPr/>
            </p:nvSpPr>
            <p:spPr>
              <a:xfrm>
                <a:off x="1128674" y="3294913"/>
                <a:ext cx="65127" cy="1156896"/>
              </a:xfrm>
              <a:custGeom>
                <a:avLst/>
                <a:gdLst/>
                <a:ahLst/>
                <a:cxnLst/>
                <a:rect l="l" t="t" r="r" b="b"/>
                <a:pathLst>
                  <a:path w="457" h="8118" extrusionOk="0">
                    <a:moveTo>
                      <a:pt x="457" y="1"/>
                    </a:moveTo>
                    <a:lnTo>
                      <a:pt x="216" y="111"/>
                    </a:lnTo>
                    <a:lnTo>
                      <a:pt x="1" y="8097"/>
                    </a:lnTo>
                    <a:cubicBezTo>
                      <a:pt x="85" y="8097"/>
                      <a:pt x="174" y="8118"/>
                      <a:pt x="237" y="8118"/>
                    </a:cubicBezTo>
                    <a:lnTo>
                      <a:pt x="45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1978;p46">
                <a:extLst>
                  <a:ext uri="{FF2B5EF4-FFF2-40B4-BE49-F238E27FC236}">
                    <a16:creationId xmlns:a16="http://schemas.microsoft.com/office/drawing/2014/main" id="{53430F26-FD9F-2BED-914E-7710EFD5644B}"/>
                  </a:ext>
                </a:extLst>
              </p:cNvPr>
              <p:cNvSpPr/>
              <p:nvPr/>
            </p:nvSpPr>
            <p:spPr>
              <a:xfrm>
                <a:off x="1121976" y="3282230"/>
                <a:ext cx="81516" cy="1178558"/>
              </a:xfrm>
              <a:custGeom>
                <a:avLst/>
                <a:gdLst/>
                <a:ahLst/>
                <a:cxnLst/>
                <a:rect l="l" t="t" r="r" b="b"/>
                <a:pathLst>
                  <a:path w="572" h="8270" extrusionOk="0">
                    <a:moveTo>
                      <a:pt x="462" y="179"/>
                    </a:moveTo>
                    <a:lnTo>
                      <a:pt x="242" y="8139"/>
                    </a:lnTo>
                    <a:cubicBezTo>
                      <a:pt x="200" y="8139"/>
                      <a:pt x="153" y="8139"/>
                      <a:pt x="111" y="8118"/>
                    </a:cubicBezTo>
                    <a:lnTo>
                      <a:pt x="331" y="221"/>
                    </a:lnTo>
                    <a:lnTo>
                      <a:pt x="462" y="179"/>
                    </a:lnTo>
                    <a:close/>
                    <a:moveTo>
                      <a:pt x="572" y="1"/>
                    </a:moveTo>
                    <a:lnTo>
                      <a:pt x="483" y="48"/>
                    </a:lnTo>
                    <a:lnTo>
                      <a:pt x="221" y="152"/>
                    </a:lnTo>
                    <a:lnTo>
                      <a:pt x="1" y="8228"/>
                    </a:lnTo>
                    <a:lnTo>
                      <a:pt x="48" y="8228"/>
                    </a:lnTo>
                    <a:cubicBezTo>
                      <a:pt x="132" y="8249"/>
                      <a:pt x="200" y="8249"/>
                      <a:pt x="284" y="8270"/>
                    </a:cubicBezTo>
                    <a:lnTo>
                      <a:pt x="352" y="8270"/>
                    </a:lnTo>
                    <a:lnTo>
                      <a:pt x="572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1979;p46">
                <a:extLst>
                  <a:ext uri="{FF2B5EF4-FFF2-40B4-BE49-F238E27FC236}">
                    <a16:creationId xmlns:a16="http://schemas.microsoft.com/office/drawing/2014/main" id="{E1A6A422-EA1E-C1BB-AA88-93B8F0D88D96}"/>
                  </a:ext>
                </a:extLst>
              </p:cNvPr>
              <p:cNvSpPr/>
              <p:nvPr/>
            </p:nvSpPr>
            <p:spPr>
              <a:xfrm>
                <a:off x="497341" y="3080003"/>
                <a:ext cx="768129" cy="1587419"/>
              </a:xfrm>
              <a:custGeom>
                <a:avLst/>
                <a:gdLst/>
                <a:ahLst/>
                <a:cxnLst/>
                <a:rect l="l" t="t" r="r" b="b"/>
                <a:pathLst>
                  <a:path w="5390" h="11139" extrusionOk="0">
                    <a:moveTo>
                      <a:pt x="1069" y="0"/>
                    </a:moveTo>
                    <a:lnTo>
                      <a:pt x="0" y="10673"/>
                    </a:lnTo>
                    <a:cubicBezTo>
                      <a:pt x="0" y="10673"/>
                      <a:pt x="215" y="10914"/>
                      <a:pt x="1001" y="11087"/>
                    </a:cubicBezTo>
                    <a:cubicBezTo>
                      <a:pt x="1142" y="11124"/>
                      <a:pt x="1285" y="11139"/>
                      <a:pt x="1425" y="11139"/>
                    </a:cubicBezTo>
                    <a:cubicBezTo>
                      <a:pt x="2044" y="11139"/>
                      <a:pt x="2598" y="10846"/>
                      <a:pt x="2598" y="10846"/>
                    </a:cubicBezTo>
                    <a:lnTo>
                      <a:pt x="4646" y="2205"/>
                    </a:lnTo>
                    <a:lnTo>
                      <a:pt x="5216" y="2053"/>
                    </a:lnTo>
                    <a:lnTo>
                      <a:pt x="5389" y="482"/>
                    </a:lnTo>
                    <a:lnTo>
                      <a:pt x="106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1980;p46">
                <a:extLst>
                  <a:ext uri="{FF2B5EF4-FFF2-40B4-BE49-F238E27FC236}">
                    <a16:creationId xmlns:a16="http://schemas.microsoft.com/office/drawing/2014/main" id="{CE2C313D-F120-977A-3EC1-E09FE10BC26A}"/>
                  </a:ext>
                </a:extLst>
              </p:cNvPr>
              <p:cNvSpPr/>
              <p:nvPr/>
            </p:nvSpPr>
            <p:spPr>
              <a:xfrm>
                <a:off x="487650" y="3071025"/>
                <a:ext cx="786798" cy="1605518"/>
              </a:xfrm>
              <a:custGeom>
                <a:avLst/>
                <a:gdLst/>
                <a:ahLst/>
                <a:cxnLst/>
                <a:rect l="l" t="t" r="r" b="b"/>
                <a:pathLst>
                  <a:path w="5521" h="11266" extrusionOk="0">
                    <a:moveTo>
                      <a:pt x="1179" y="131"/>
                    </a:moveTo>
                    <a:lnTo>
                      <a:pt x="5415" y="587"/>
                    </a:lnTo>
                    <a:lnTo>
                      <a:pt x="5216" y="2074"/>
                    </a:lnTo>
                    <a:lnTo>
                      <a:pt x="4672" y="2226"/>
                    </a:lnTo>
                    <a:lnTo>
                      <a:pt x="2619" y="10867"/>
                    </a:lnTo>
                    <a:cubicBezTo>
                      <a:pt x="2584" y="10884"/>
                      <a:pt x="2064" y="11152"/>
                      <a:pt x="1467" y="11152"/>
                    </a:cubicBezTo>
                    <a:cubicBezTo>
                      <a:pt x="1336" y="11152"/>
                      <a:pt x="1202" y="11139"/>
                      <a:pt x="1069" y="11108"/>
                    </a:cubicBezTo>
                    <a:cubicBezTo>
                      <a:pt x="702" y="11019"/>
                      <a:pt x="440" y="10909"/>
                      <a:pt x="309" y="10825"/>
                    </a:cubicBezTo>
                    <a:cubicBezTo>
                      <a:pt x="152" y="10757"/>
                      <a:pt x="131" y="10715"/>
                      <a:pt x="131" y="10715"/>
                    </a:cubicBezTo>
                    <a:lnTo>
                      <a:pt x="1179" y="131"/>
                    </a:lnTo>
                    <a:close/>
                    <a:moveTo>
                      <a:pt x="1069" y="1"/>
                    </a:moveTo>
                    <a:lnTo>
                      <a:pt x="0" y="10757"/>
                    </a:lnTo>
                    <a:lnTo>
                      <a:pt x="21" y="10778"/>
                    </a:lnTo>
                    <a:cubicBezTo>
                      <a:pt x="21" y="10778"/>
                      <a:pt x="89" y="10846"/>
                      <a:pt x="241" y="10930"/>
                    </a:cubicBezTo>
                    <a:cubicBezTo>
                      <a:pt x="393" y="11019"/>
                      <a:pt x="655" y="11129"/>
                      <a:pt x="1048" y="11218"/>
                    </a:cubicBezTo>
                    <a:cubicBezTo>
                      <a:pt x="1189" y="11252"/>
                      <a:pt x="1331" y="11266"/>
                      <a:pt x="1470" y="11266"/>
                    </a:cubicBezTo>
                    <a:cubicBezTo>
                      <a:pt x="2121" y="11266"/>
                      <a:pt x="2687" y="10956"/>
                      <a:pt x="2687" y="10956"/>
                    </a:cubicBezTo>
                    <a:lnTo>
                      <a:pt x="2708" y="10956"/>
                    </a:lnTo>
                    <a:lnTo>
                      <a:pt x="4761" y="2336"/>
                    </a:lnTo>
                    <a:lnTo>
                      <a:pt x="5326" y="2158"/>
                    </a:lnTo>
                    <a:lnTo>
                      <a:pt x="5520" y="503"/>
                    </a:lnTo>
                    <a:lnTo>
                      <a:pt x="5478" y="503"/>
                    </a:lnTo>
                    <a:lnTo>
                      <a:pt x="1069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1981;p46">
                <a:extLst>
                  <a:ext uri="{FF2B5EF4-FFF2-40B4-BE49-F238E27FC236}">
                    <a16:creationId xmlns:a16="http://schemas.microsoft.com/office/drawing/2014/main" id="{5B0E7AF6-00D9-08A5-2391-E747D105A954}"/>
                  </a:ext>
                </a:extLst>
              </p:cNvPr>
              <p:cNvSpPr/>
              <p:nvPr/>
            </p:nvSpPr>
            <p:spPr>
              <a:xfrm>
                <a:off x="575011" y="3167364"/>
                <a:ext cx="199371" cy="1486664"/>
              </a:xfrm>
              <a:custGeom>
                <a:avLst/>
                <a:gdLst/>
                <a:ahLst/>
                <a:cxnLst/>
                <a:rect l="l" t="t" r="r" b="b"/>
                <a:pathLst>
                  <a:path w="1399" h="10432" extrusionOk="0">
                    <a:moveTo>
                      <a:pt x="1398" y="0"/>
                    </a:moveTo>
                    <a:lnTo>
                      <a:pt x="1027" y="21"/>
                    </a:lnTo>
                    <a:lnTo>
                      <a:pt x="0" y="10364"/>
                    </a:lnTo>
                    <a:cubicBezTo>
                      <a:pt x="63" y="10385"/>
                      <a:pt x="152" y="10411"/>
                      <a:pt x="220" y="10432"/>
                    </a:cubicBezTo>
                    <a:lnTo>
                      <a:pt x="139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1982;p46">
                <a:extLst>
                  <a:ext uri="{FF2B5EF4-FFF2-40B4-BE49-F238E27FC236}">
                    <a16:creationId xmlns:a16="http://schemas.microsoft.com/office/drawing/2014/main" id="{42056CB6-DA6A-53D5-D7B1-BB9BBC6D41C5}"/>
                  </a:ext>
                </a:extLst>
              </p:cNvPr>
              <p:cNvSpPr/>
              <p:nvPr/>
            </p:nvSpPr>
            <p:spPr>
              <a:xfrm>
                <a:off x="569025" y="3158385"/>
                <a:ext cx="214335" cy="1504621"/>
              </a:xfrm>
              <a:custGeom>
                <a:avLst/>
                <a:gdLst/>
                <a:ahLst/>
                <a:cxnLst/>
                <a:rect l="l" t="t" r="r" b="b"/>
                <a:pathLst>
                  <a:path w="1504" h="10558" extrusionOk="0">
                    <a:moveTo>
                      <a:pt x="1372" y="131"/>
                    </a:moveTo>
                    <a:lnTo>
                      <a:pt x="215" y="10406"/>
                    </a:lnTo>
                    <a:cubicBezTo>
                      <a:pt x="173" y="10406"/>
                      <a:pt x="152" y="10385"/>
                      <a:pt x="105" y="10385"/>
                    </a:cubicBezTo>
                    <a:lnTo>
                      <a:pt x="1131" y="131"/>
                    </a:lnTo>
                    <a:close/>
                    <a:moveTo>
                      <a:pt x="1440" y="0"/>
                    </a:moveTo>
                    <a:lnTo>
                      <a:pt x="1021" y="21"/>
                    </a:lnTo>
                    <a:lnTo>
                      <a:pt x="0" y="10448"/>
                    </a:lnTo>
                    <a:lnTo>
                      <a:pt x="42" y="10474"/>
                    </a:lnTo>
                    <a:cubicBezTo>
                      <a:pt x="105" y="10495"/>
                      <a:pt x="173" y="10516"/>
                      <a:pt x="262" y="10537"/>
                    </a:cubicBezTo>
                    <a:lnTo>
                      <a:pt x="325" y="10558"/>
                    </a:lnTo>
                    <a:lnTo>
                      <a:pt x="1503" y="0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1983;p46">
                <a:extLst>
                  <a:ext uri="{FF2B5EF4-FFF2-40B4-BE49-F238E27FC236}">
                    <a16:creationId xmlns:a16="http://schemas.microsoft.com/office/drawing/2014/main" id="{61544B4F-69DB-C9F7-3826-5D430BDCAD11}"/>
                  </a:ext>
                </a:extLst>
              </p:cNvPr>
              <p:cNvSpPr/>
              <p:nvPr/>
            </p:nvSpPr>
            <p:spPr>
              <a:xfrm>
                <a:off x="1013096" y="1858235"/>
                <a:ext cx="410571" cy="1343157"/>
              </a:xfrm>
              <a:custGeom>
                <a:avLst/>
                <a:gdLst/>
                <a:ahLst/>
                <a:cxnLst/>
                <a:rect l="l" t="t" r="r" b="b"/>
                <a:pathLst>
                  <a:path w="2881" h="9425" extrusionOk="0">
                    <a:moveTo>
                      <a:pt x="461" y="1"/>
                    </a:moveTo>
                    <a:lnTo>
                      <a:pt x="0" y="1069"/>
                    </a:lnTo>
                    <a:lnTo>
                      <a:pt x="68" y="9317"/>
                    </a:lnTo>
                    <a:cubicBezTo>
                      <a:pt x="68" y="9317"/>
                      <a:pt x="515" y="9424"/>
                      <a:pt x="1052" y="9424"/>
                    </a:cubicBezTo>
                    <a:cubicBezTo>
                      <a:pt x="1320" y="9424"/>
                      <a:pt x="1611" y="9397"/>
                      <a:pt x="1880" y="9317"/>
                    </a:cubicBezTo>
                    <a:cubicBezTo>
                      <a:pt x="2708" y="9097"/>
                      <a:pt x="2880" y="8861"/>
                      <a:pt x="2880" y="8861"/>
                    </a:cubicBezTo>
                    <a:cubicBezTo>
                      <a:pt x="2880" y="8861"/>
                      <a:pt x="2577" y="4321"/>
                      <a:pt x="2577" y="3143"/>
                    </a:cubicBezTo>
                    <a:cubicBezTo>
                      <a:pt x="2577" y="1964"/>
                      <a:pt x="2336" y="718"/>
                      <a:pt x="1749" y="482"/>
                    </a:cubicBezTo>
                    <a:cubicBezTo>
                      <a:pt x="1178" y="262"/>
                      <a:pt x="461" y="1"/>
                      <a:pt x="46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1984;p46">
                <a:extLst>
                  <a:ext uri="{FF2B5EF4-FFF2-40B4-BE49-F238E27FC236}">
                    <a16:creationId xmlns:a16="http://schemas.microsoft.com/office/drawing/2014/main" id="{BFBC26E3-73CB-E66F-7705-E3F51E61EFFF}"/>
                  </a:ext>
                </a:extLst>
              </p:cNvPr>
              <p:cNvSpPr/>
              <p:nvPr/>
            </p:nvSpPr>
            <p:spPr>
              <a:xfrm>
                <a:off x="1004118" y="1848544"/>
                <a:ext cx="426247" cy="1362111"/>
              </a:xfrm>
              <a:custGeom>
                <a:avLst/>
                <a:gdLst/>
                <a:ahLst/>
                <a:cxnLst/>
                <a:rect l="l" t="t" r="r" b="b"/>
                <a:pathLst>
                  <a:path w="2991" h="9558" extrusionOk="0">
                    <a:moveTo>
                      <a:pt x="566" y="131"/>
                    </a:moveTo>
                    <a:cubicBezTo>
                      <a:pt x="613" y="158"/>
                      <a:pt x="1241" y="393"/>
                      <a:pt x="1791" y="613"/>
                    </a:cubicBezTo>
                    <a:cubicBezTo>
                      <a:pt x="2053" y="702"/>
                      <a:pt x="2247" y="1074"/>
                      <a:pt x="2399" y="1551"/>
                    </a:cubicBezTo>
                    <a:cubicBezTo>
                      <a:pt x="2530" y="2032"/>
                      <a:pt x="2577" y="2619"/>
                      <a:pt x="2577" y="3211"/>
                    </a:cubicBezTo>
                    <a:cubicBezTo>
                      <a:pt x="2577" y="4389"/>
                      <a:pt x="2881" y="8861"/>
                      <a:pt x="2881" y="8903"/>
                    </a:cubicBezTo>
                    <a:lnTo>
                      <a:pt x="2860" y="8929"/>
                    </a:lnTo>
                    <a:cubicBezTo>
                      <a:pt x="2839" y="8950"/>
                      <a:pt x="2792" y="8971"/>
                      <a:pt x="2729" y="9013"/>
                    </a:cubicBezTo>
                    <a:cubicBezTo>
                      <a:pt x="2577" y="9102"/>
                      <a:pt x="2336" y="9233"/>
                      <a:pt x="1943" y="9343"/>
                    </a:cubicBezTo>
                    <a:cubicBezTo>
                      <a:pt x="1676" y="9418"/>
                      <a:pt x="1389" y="9443"/>
                      <a:pt x="1128" y="9443"/>
                    </a:cubicBezTo>
                    <a:cubicBezTo>
                      <a:pt x="641" y="9443"/>
                      <a:pt x="238" y="9357"/>
                      <a:pt x="194" y="9343"/>
                    </a:cubicBezTo>
                    <a:lnTo>
                      <a:pt x="131" y="1137"/>
                    </a:lnTo>
                    <a:lnTo>
                      <a:pt x="566" y="131"/>
                    </a:lnTo>
                    <a:close/>
                    <a:moveTo>
                      <a:pt x="503" y="0"/>
                    </a:moveTo>
                    <a:lnTo>
                      <a:pt x="0" y="1116"/>
                    </a:lnTo>
                    <a:lnTo>
                      <a:pt x="63" y="9427"/>
                    </a:lnTo>
                    <a:lnTo>
                      <a:pt x="110" y="9453"/>
                    </a:lnTo>
                    <a:cubicBezTo>
                      <a:pt x="110" y="9453"/>
                      <a:pt x="567" y="9558"/>
                      <a:pt x="1116" y="9558"/>
                    </a:cubicBezTo>
                    <a:cubicBezTo>
                      <a:pt x="1390" y="9558"/>
                      <a:pt x="1688" y="9532"/>
                      <a:pt x="1964" y="9453"/>
                    </a:cubicBezTo>
                    <a:cubicBezTo>
                      <a:pt x="2378" y="9322"/>
                      <a:pt x="2640" y="9212"/>
                      <a:pt x="2771" y="9123"/>
                    </a:cubicBezTo>
                    <a:cubicBezTo>
                      <a:pt x="2860" y="9081"/>
                      <a:pt x="2902" y="9034"/>
                      <a:pt x="2943" y="8992"/>
                    </a:cubicBezTo>
                    <a:cubicBezTo>
                      <a:pt x="2970" y="8971"/>
                      <a:pt x="2991" y="8950"/>
                      <a:pt x="2991" y="8950"/>
                    </a:cubicBezTo>
                    <a:lnTo>
                      <a:pt x="2991" y="8929"/>
                    </a:lnTo>
                    <a:lnTo>
                      <a:pt x="2991" y="8903"/>
                    </a:lnTo>
                    <a:cubicBezTo>
                      <a:pt x="2991" y="8903"/>
                      <a:pt x="2682" y="4368"/>
                      <a:pt x="2708" y="3211"/>
                    </a:cubicBezTo>
                    <a:cubicBezTo>
                      <a:pt x="2708" y="2619"/>
                      <a:pt x="2640" y="2011"/>
                      <a:pt x="2509" y="1509"/>
                    </a:cubicBezTo>
                    <a:cubicBezTo>
                      <a:pt x="2357" y="1027"/>
                      <a:pt x="2158" y="634"/>
                      <a:pt x="1833" y="503"/>
                    </a:cubicBezTo>
                    <a:cubicBezTo>
                      <a:pt x="1241" y="262"/>
                      <a:pt x="545" y="27"/>
                      <a:pt x="545" y="27"/>
                    </a:cubicBezTo>
                    <a:lnTo>
                      <a:pt x="503" y="0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1985;p46">
                <a:extLst>
                  <a:ext uri="{FF2B5EF4-FFF2-40B4-BE49-F238E27FC236}">
                    <a16:creationId xmlns:a16="http://schemas.microsoft.com/office/drawing/2014/main" id="{6DA7AFB0-2799-C6CE-213D-D9CDFB00DA37}"/>
                  </a:ext>
                </a:extLst>
              </p:cNvPr>
              <p:cNvSpPr/>
              <p:nvPr/>
            </p:nvSpPr>
            <p:spPr>
              <a:xfrm>
                <a:off x="1134660" y="1923221"/>
                <a:ext cx="192674" cy="1262781"/>
              </a:xfrm>
              <a:custGeom>
                <a:avLst/>
                <a:gdLst/>
                <a:ahLst/>
                <a:cxnLst/>
                <a:rect l="l" t="t" r="r" b="b"/>
                <a:pathLst>
                  <a:path w="1352" h="8861" extrusionOk="0">
                    <a:moveTo>
                      <a:pt x="1" y="0"/>
                    </a:moveTo>
                    <a:cubicBezTo>
                      <a:pt x="1" y="0"/>
                      <a:pt x="614" y="896"/>
                      <a:pt x="849" y="2514"/>
                    </a:cubicBezTo>
                    <a:cubicBezTo>
                      <a:pt x="1090" y="4127"/>
                      <a:pt x="1027" y="8751"/>
                      <a:pt x="1027" y="8861"/>
                    </a:cubicBezTo>
                    <a:cubicBezTo>
                      <a:pt x="1111" y="8840"/>
                      <a:pt x="1179" y="8819"/>
                      <a:pt x="1242" y="8798"/>
                    </a:cubicBezTo>
                    <a:cubicBezTo>
                      <a:pt x="1268" y="8144"/>
                      <a:pt x="1352" y="4692"/>
                      <a:pt x="1090" y="2598"/>
                    </a:cubicBezTo>
                    <a:cubicBezTo>
                      <a:pt x="786" y="262"/>
                      <a:pt x="153" y="26"/>
                      <a:pt x="153" y="26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1986;p46">
                <a:extLst>
                  <a:ext uri="{FF2B5EF4-FFF2-40B4-BE49-F238E27FC236}">
                    <a16:creationId xmlns:a16="http://schemas.microsoft.com/office/drawing/2014/main" id="{2EA1A420-4819-EE32-BD0F-7C0C952CAE19}"/>
                  </a:ext>
                </a:extLst>
              </p:cNvPr>
              <p:cNvSpPr/>
              <p:nvPr/>
            </p:nvSpPr>
            <p:spPr>
              <a:xfrm>
                <a:off x="1115990" y="1911250"/>
                <a:ext cx="221033" cy="1287578"/>
              </a:xfrm>
              <a:custGeom>
                <a:avLst/>
                <a:gdLst/>
                <a:ahLst/>
                <a:cxnLst/>
                <a:rect l="l" t="t" r="r" b="b"/>
                <a:pathLst>
                  <a:path w="1551" h="9035" extrusionOk="0">
                    <a:moveTo>
                      <a:pt x="263" y="173"/>
                    </a:moveTo>
                    <a:cubicBezTo>
                      <a:pt x="263" y="173"/>
                      <a:pt x="284" y="173"/>
                      <a:pt x="352" y="241"/>
                    </a:cubicBezTo>
                    <a:cubicBezTo>
                      <a:pt x="394" y="283"/>
                      <a:pt x="483" y="393"/>
                      <a:pt x="587" y="545"/>
                    </a:cubicBezTo>
                    <a:cubicBezTo>
                      <a:pt x="786" y="896"/>
                      <a:pt x="1006" y="1524"/>
                      <a:pt x="1158" y="2682"/>
                    </a:cubicBezTo>
                    <a:cubicBezTo>
                      <a:pt x="1420" y="4755"/>
                      <a:pt x="1352" y="8139"/>
                      <a:pt x="1331" y="8835"/>
                    </a:cubicBezTo>
                    <a:cubicBezTo>
                      <a:pt x="1289" y="8856"/>
                      <a:pt x="1242" y="8856"/>
                      <a:pt x="1221" y="8882"/>
                    </a:cubicBezTo>
                    <a:cubicBezTo>
                      <a:pt x="1221" y="8751"/>
                      <a:pt x="1242" y="7657"/>
                      <a:pt x="1221" y="6327"/>
                    </a:cubicBezTo>
                    <a:cubicBezTo>
                      <a:pt x="1200" y="4954"/>
                      <a:pt x="1158" y="3404"/>
                      <a:pt x="1048" y="2598"/>
                    </a:cubicBezTo>
                    <a:cubicBezTo>
                      <a:pt x="807" y="1090"/>
                      <a:pt x="326" y="304"/>
                      <a:pt x="242" y="173"/>
                    </a:cubicBezTo>
                    <a:close/>
                    <a:moveTo>
                      <a:pt x="1" y="0"/>
                    </a:moveTo>
                    <a:lnTo>
                      <a:pt x="90" y="131"/>
                    </a:lnTo>
                    <a:cubicBezTo>
                      <a:pt x="90" y="131"/>
                      <a:pt x="676" y="1001"/>
                      <a:pt x="938" y="2619"/>
                    </a:cubicBezTo>
                    <a:cubicBezTo>
                      <a:pt x="1048" y="3404"/>
                      <a:pt x="1090" y="4954"/>
                      <a:pt x="1111" y="6327"/>
                    </a:cubicBezTo>
                    <a:lnTo>
                      <a:pt x="1111" y="8945"/>
                    </a:lnTo>
                    <a:lnTo>
                      <a:pt x="1111" y="9034"/>
                    </a:lnTo>
                    <a:lnTo>
                      <a:pt x="1179" y="9013"/>
                    </a:lnTo>
                    <a:cubicBezTo>
                      <a:pt x="1268" y="8987"/>
                      <a:pt x="1331" y="8966"/>
                      <a:pt x="1399" y="8945"/>
                    </a:cubicBezTo>
                    <a:lnTo>
                      <a:pt x="1441" y="8924"/>
                    </a:lnTo>
                    <a:lnTo>
                      <a:pt x="1441" y="8882"/>
                    </a:lnTo>
                    <a:cubicBezTo>
                      <a:pt x="1462" y="8228"/>
                      <a:pt x="1551" y="4776"/>
                      <a:pt x="1268" y="2661"/>
                    </a:cubicBezTo>
                    <a:cubicBezTo>
                      <a:pt x="1111" y="1503"/>
                      <a:pt x="896" y="849"/>
                      <a:pt x="676" y="503"/>
                    </a:cubicBezTo>
                    <a:cubicBezTo>
                      <a:pt x="587" y="325"/>
                      <a:pt x="483" y="215"/>
                      <a:pt x="415" y="152"/>
                    </a:cubicBezTo>
                    <a:cubicBezTo>
                      <a:pt x="352" y="84"/>
                      <a:pt x="284" y="63"/>
                      <a:pt x="284" y="63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Google Shape;1987;p46">
                <a:extLst>
                  <a:ext uri="{FF2B5EF4-FFF2-40B4-BE49-F238E27FC236}">
                    <a16:creationId xmlns:a16="http://schemas.microsoft.com/office/drawing/2014/main" id="{A19DF180-08CA-2F46-B647-5EDB681D1574}"/>
                  </a:ext>
                </a:extLst>
              </p:cNvPr>
              <p:cNvSpPr/>
              <p:nvPr/>
            </p:nvSpPr>
            <p:spPr>
              <a:xfrm>
                <a:off x="1262351" y="1926926"/>
                <a:ext cx="245687" cy="1258363"/>
              </a:xfrm>
              <a:custGeom>
                <a:avLst/>
                <a:gdLst/>
                <a:ahLst/>
                <a:cxnLst/>
                <a:rect l="l" t="t" r="r" b="b"/>
                <a:pathLst>
                  <a:path w="1724" h="8830" extrusionOk="0">
                    <a:moveTo>
                      <a:pt x="0" y="0"/>
                    </a:moveTo>
                    <a:cubicBezTo>
                      <a:pt x="0" y="1"/>
                      <a:pt x="503" y="1854"/>
                      <a:pt x="655" y="2530"/>
                    </a:cubicBezTo>
                    <a:cubicBezTo>
                      <a:pt x="786" y="3184"/>
                      <a:pt x="718" y="4143"/>
                      <a:pt x="718" y="4143"/>
                    </a:cubicBezTo>
                    <a:cubicBezTo>
                      <a:pt x="718" y="4143"/>
                      <a:pt x="697" y="8594"/>
                      <a:pt x="765" y="8746"/>
                    </a:cubicBezTo>
                    <a:cubicBezTo>
                      <a:pt x="779" y="8804"/>
                      <a:pt x="857" y="8829"/>
                      <a:pt x="962" y="8829"/>
                    </a:cubicBezTo>
                    <a:cubicBezTo>
                      <a:pt x="1178" y="8829"/>
                      <a:pt x="1504" y="8721"/>
                      <a:pt x="1592" y="8573"/>
                    </a:cubicBezTo>
                    <a:cubicBezTo>
                      <a:pt x="1723" y="8379"/>
                      <a:pt x="1503" y="5017"/>
                      <a:pt x="1200" y="2902"/>
                    </a:cubicBezTo>
                    <a:cubicBezTo>
                      <a:pt x="870" y="76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Google Shape;1988;p46">
                <a:extLst>
                  <a:ext uri="{FF2B5EF4-FFF2-40B4-BE49-F238E27FC236}">
                    <a16:creationId xmlns:a16="http://schemas.microsoft.com/office/drawing/2014/main" id="{E96A371A-D56D-6F87-0728-D74C76267B51}"/>
                  </a:ext>
                </a:extLst>
              </p:cNvPr>
              <p:cNvSpPr/>
              <p:nvPr/>
            </p:nvSpPr>
            <p:spPr>
              <a:xfrm>
                <a:off x="1246675" y="1904552"/>
                <a:ext cx="255378" cy="1289003"/>
              </a:xfrm>
              <a:custGeom>
                <a:avLst/>
                <a:gdLst/>
                <a:ahLst/>
                <a:cxnLst/>
                <a:rect l="l" t="t" r="r" b="b"/>
                <a:pathLst>
                  <a:path w="1792" h="9045" extrusionOk="0">
                    <a:moveTo>
                      <a:pt x="241" y="440"/>
                    </a:moveTo>
                    <a:cubicBezTo>
                      <a:pt x="325" y="524"/>
                      <a:pt x="372" y="550"/>
                      <a:pt x="545" y="833"/>
                    </a:cubicBezTo>
                    <a:cubicBezTo>
                      <a:pt x="786" y="1288"/>
                      <a:pt x="1090" y="2011"/>
                      <a:pt x="1241" y="3059"/>
                    </a:cubicBezTo>
                    <a:cubicBezTo>
                      <a:pt x="1399" y="4127"/>
                      <a:pt x="1530" y="5499"/>
                      <a:pt x="1613" y="6614"/>
                    </a:cubicBezTo>
                    <a:cubicBezTo>
                      <a:pt x="1660" y="7180"/>
                      <a:pt x="1681" y="7683"/>
                      <a:pt x="1681" y="8055"/>
                    </a:cubicBezTo>
                    <a:lnTo>
                      <a:pt x="1681" y="8510"/>
                    </a:lnTo>
                    <a:cubicBezTo>
                      <a:pt x="1681" y="8578"/>
                      <a:pt x="1660" y="8620"/>
                      <a:pt x="1660" y="8641"/>
                    </a:cubicBezTo>
                    <a:lnTo>
                      <a:pt x="1660" y="8709"/>
                    </a:lnTo>
                    <a:cubicBezTo>
                      <a:pt x="1634" y="8751"/>
                      <a:pt x="1571" y="8798"/>
                      <a:pt x="1482" y="8819"/>
                    </a:cubicBezTo>
                    <a:cubicBezTo>
                      <a:pt x="1420" y="8861"/>
                      <a:pt x="1331" y="8882"/>
                      <a:pt x="1241" y="8903"/>
                    </a:cubicBezTo>
                    <a:cubicBezTo>
                      <a:pt x="1158" y="8929"/>
                      <a:pt x="1069" y="8929"/>
                      <a:pt x="1006" y="8929"/>
                    </a:cubicBezTo>
                    <a:cubicBezTo>
                      <a:pt x="980" y="8929"/>
                      <a:pt x="938" y="8929"/>
                      <a:pt x="938" y="8903"/>
                    </a:cubicBezTo>
                    <a:lnTo>
                      <a:pt x="917" y="8903"/>
                    </a:lnTo>
                    <a:lnTo>
                      <a:pt x="917" y="8840"/>
                    </a:lnTo>
                    <a:cubicBezTo>
                      <a:pt x="917" y="8798"/>
                      <a:pt x="917" y="8730"/>
                      <a:pt x="896" y="8667"/>
                    </a:cubicBezTo>
                    <a:lnTo>
                      <a:pt x="896" y="8117"/>
                    </a:lnTo>
                    <a:cubicBezTo>
                      <a:pt x="896" y="7683"/>
                      <a:pt x="896" y="7117"/>
                      <a:pt x="875" y="6546"/>
                    </a:cubicBezTo>
                    <a:lnTo>
                      <a:pt x="875" y="4300"/>
                    </a:lnTo>
                    <a:cubicBezTo>
                      <a:pt x="875" y="4300"/>
                      <a:pt x="938" y="3341"/>
                      <a:pt x="807" y="2666"/>
                    </a:cubicBezTo>
                    <a:cubicBezTo>
                      <a:pt x="676" y="2053"/>
                      <a:pt x="325" y="765"/>
                      <a:pt x="241" y="440"/>
                    </a:cubicBezTo>
                    <a:close/>
                    <a:moveTo>
                      <a:pt x="0" y="0"/>
                    </a:moveTo>
                    <a:lnTo>
                      <a:pt x="63" y="178"/>
                    </a:lnTo>
                    <a:cubicBezTo>
                      <a:pt x="63" y="178"/>
                      <a:pt x="566" y="2032"/>
                      <a:pt x="697" y="2687"/>
                    </a:cubicBezTo>
                    <a:cubicBezTo>
                      <a:pt x="828" y="3341"/>
                      <a:pt x="765" y="4300"/>
                      <a:pt x="765" y="4300"/>
                    </a:cubicBezTo>
                    <a:lnTo>
                      <a:pt x="765" y="6546"/>
                    </a:lnTo>
                    <a:cubicBezTo>
                      <a:pt x="765" y="7117"/>
                      <a:pt x="786" y="7683"/>
                      <a:pt x="786" y="8117"/>
                    </a:cubicBezTo>
                    <a:lnTo>
                      <a:pt x="786" y="8667"/>
                    </a:lnTo>
                    <a:cubicBezTo>
                      <a:pt x="786" y="8730"/>
                      <a:pt x="786" y="8798"/>
                      <a:pt x="807" y="8840"/>
                    </a:cubicBezTo>
                    <a:lnTo>
                      <a:pt x="807" y="8929"/>
                    </a:lnTo>
                    <a:cubicBezTo>
                      <a:pt x="828" y="8971"/>
                      <a:pt x="849" y="8992"/>
                      <a:pt x="875" y="9013"/>
                    </a:cubicBezTo>
                    <a:cubicBezTo>
                      <a:pt x="917" y="9034"/>
                      <a:pt x="959" y="9034"/>
                      <a:pt x="980" y="9034"/>
                    </a:cubicBezTo>
                    <a:cubicBezTo>
                      <a:pt x="1006" y="9042"/>
                      <a:pt x="1033" y="9045"/>
                      <a:pt x="1060" y="9045"/>
                    </a:cubicBezTo>
                    <a:cubicBezTo>
                      <a:pt x="1124" y="9045"/>
                      <a:pt x="1191" y="9028"/>
                      <a:pt x="1268" y="9013"/>
                    </a:cubicBezTo>
                    <a:cubicBezTo>
                      <a:pt x="1351" y="8992"/>
                      <a:pt x="1461" y="8971"/>
                      <a:pt x="1550" y="8929"/>
                    </a:cubicBezTo>
                    <a:cubicBezTo>
                      <a:pt x="1634" y="8882"/>
                      <a:pt x="1702" y="8840"/>
                      <a:pt x="1744" y="8772"/>
                    </a:cubicBezTo>
                    <a:cubicBezTo>
                      <a:pt x="1765" y="8730"/>
                      <a:pt x="1765" y="8709"/>
                      <a:pt x="1765" y="8667"/>
                    </a:cubicBezTo>
                    <a:cubicBezTo>
                      <a:pt x="1791" y="8620"/>
                      <a:pt x="1791" y="8578"/>
                      <a:pt x="1791" y="8510"/>
                    </a:cubicBezTo>
                    <a:lnTo>
                      <a:pt x="1791" y="8055"/>
                    </a:lnTo>
                    <a:cubicBezTo>
                      <a:pt x="1791" y="7683"/>
                      <a:pt x="1765" y="7180"/>
                      <a:pt x="1723" y="6614"/>
                    </a:cubicBezTo>
                    <a:cubicBezTo>
                      <a:pt x="1660" y="5478"/>
                      <a:pt x="1530" y="4106"/>
                      <a:pt x="1351" y="3059"/>
                    </a:cubicBezTo>
                    <a:cubicBezTo>
                      <a:pt x="1200" y="1990"/>
                      <a:pt x="896" y="1247"/>
                      <a:pt x="634" y="786"/>
                    </a:cubicBezTo>
                    <a:cubicBezTo>
                      <a:pt x="372" y="330"/>
                      <a:pt x="152" y="110"/>
                      <a:pt x="152" y="11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Google Shape;1989;p46">
                <a:extLst>
                  <a:ext uri="{FF2B5EF4-FFF2-40B4-BE49-F238E27FC236}">
                    <a16:creationId xmlns:a16="http://schemas.microsoft.com/office/drawing/2014/main" id="{7C392BDE-016C-4B01-2E88-4F9E610796BF}"/>
                  </a:ext>
                </a:extLst>
              </p:cNvPr>
              <p:cNvSpPr/>
              <p:nvPr/>
            </p:nvSpPr>
            <p:spPr>
              <a:xfrm>
                <a:off x="587694" y="1842131"/>
                <a:ext cx="659109" cy="1423675"/>
              </a:xfrm>
              <a:custGeom>
                <a:avLst/>
                <a:gdLst/>
                <a:ahLst/>
                <a:cxnLst/>
                <a:rect l="l" t="t" r="r" b="b"/>
                <a:pathLst>
                  <a:path w="4625" h="9990" extrusionOk="0">
                    <a:moveTo>
                      <a:pt x="1658" y="1"/>
                    </a:moveTo>
                    <a:cubicBezTo>
                      <a:pt x="1315" y="1"/>
                      <a:pt x="979" y="396"/>
                      <a:pt x="979" y="396"/>
                    </a:cubicBezTo>
                    <a:cubicBezTo>
                      <a:pt x="979" y="396"/>
                      <a:pt x="477" y="789"/>
                      <a:pt x="393" y="1596"/>
                    </a:cubicBezTo>
                    <a:cubicBezTo>
                      <a:pt x="304" y="2402"/>
                      <a:pt x="545" y="3580"/>
                      <a:pt x="435" y="5413"/>
                    </a:cubicBezTo>
                    <a:cubicBezTo>
                      <a:pt x="304" y="7225"/>
                      <a:pt x="0" y="8163"/>
                      <a:pt x="84" y="8817"/>
                    </a:cubicBezTo>
                    <a:cubicBezTo>
                      <a:pt x="173" y="9472"/>
                      <a:pt x="587" y="9472"/>
                      <a:pt x="1744" y="9823"/>
                    </a:cubicBezTo>
                    <a:cubicBezTo>
                      <a:pt x="2142" y="9943"/>
                      <a:pt x="2547" y="9989"/>
                      <a:pt x="2915" y="9989"/>
                    </a:cubicBezTo>
                    <a:cubicBezTo>
                      <a:pt x="3617" y="9989"/>
                      <a:pt x="4181" y="9822"/>
                      <a:pt x="4294" y="9692"/>
                    </a:cubicBezTo>
                    <a:cubicBezTo>
                      <a:pt x="4493" y="9472"/>
                      <a:pt x="4425" y="8603"/>
                      <a:pt x="4535" y="7466"/>
                    </a:cubicBezTo>
                    <a:cubicBezTo>
                      <a:pt x="4624" y="6330"/>
                      <a:pt x="4535" y="4979"/>
                      <a:pt x="4535" y="4979"/>
                    </a:cubicBezTo>
                    <a:cubicBezTo>
                      <a:pt x="4535" y="4979"/>
                      <a:pt x="4404" y="2821"/>
                      <a:pt x="4059" y="2339"/>
                    </a:cubicBezTo>
                    <a:cubicBezTo>
                      <a:pt x="3687" y="1857"/>
                      <a:pt x="2399" y="595"/>
                      <a:pt x="1985" y="155"/>
                    </a:cubicBezTo>
                    <a:cubicBezTo>
                      <a:pt x="1883" y="43"/>
                      <a:pt x="1770" y="1"/>
                      <a:pt x="165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Google Shape;1990;p46">
                <a:extLst>
                  <a:ext uri="{FF2B5EF4-FFF2-40B4-BE49-F238E27FC236}">
                    <a16:creationId xmlns:a16="http://schemas.microsoft.com/office/drawing/2014/main" id="{A23FB36A-63E8-1CA6-84DA-E621779C75E6}"/>
                  </a:ext>
                </a:extLst>
              </p:cNvPr>
              <p:cNvSpPr/>
              <p:nvPr/>
            </p:nvSpPr>
            <p:spPr>
              <a:xfrm>
                <a:off x="578003" y="1833580"/>
                <a:ext cx="677778" cy="1441489"/>
              </a:xfrm>
              <a:custGeom>
                <a:avLst/>
                <a:gdLst/>
                <a:ahLst/>
                <a:cxnLst/>
                <a:rect l="l" t="t" r="r" b="b"/>
                <a:pathLst>
                  <a:path w="4756" h="10115" extrusionOk="0">
                    <a:moveTo>
                      <a:pt x="1723" y="105"/>
                    </a:moveTo>
                    <a:cubicBezTo>
                      <a:pt x="1833" y="105"/>
                      <a:pt x="1922" y="153"/>
                      <a:pt x="2006" y="236"/>
                    </a:cubicBezTo>
                    <a:cubicBezTo>
                      <a:pt x="2226" y="477"/>
                      <a:pt x="2639" y="891"/>
                      <a:pt x="3053" y="1331"/>
                    </a:cubicBezTo>
                    <a:cubicBezTo>
                      <a:pt x="3472" y="1766"/>
                      <a:pt x="3886" y="2200"/>
                      <a:pt x="4059" y="2420"/>
                    </a:cubicBezTo>
                    <a:cubicBezTo>
                      <a:pt x="4148" y="2530"/>
                      <a:pt x="4231" y="2750"/>
                      <a:pt x="4300" y="3033"/>
                    </a:cubicBezTo>
                    <a:cubicBezTo>
                      <a:pt x="4341" y="3295"/>
                      <a:pt x="4410" y="3598"/>
                      <a:pt x="4430" y="3902"/>
                    </a:cubicBezTo>
                    <a:cubicBezTo>
                      <a:pt x="4520" y="4515"/>
                      <a:pt x="4540" y="5039"/>
                      <a:pt x="4540" y="5039"/>
                    </a:cubicBezTo>
                    <a:cubicBezTo>
                      <a:pt x="4540" y="5039"/>
                      <a:pt x="4624" y="6390"/>
                      <a:pt x="4540" y="7526"/>
                    </a:cubicBezTo>
                    <a:cubicBezTo>
                      <a:pt x="4493" y="8092"/>
                      <a:pt x="4472" y="8594"/>
                      <a:pt x="4451" y="8987"/>
                    </a:cubicBezTo>
                    <a:cubicBezTo>
                      <a:pt x="4451" y="9165"/>
                      <a:pt x="4430" y="9338"/>
                      <a:pt x="4410" y="9469"/>
                    </a:cubicBezTo>
                    <a:cubicBezTo>
                      <a:pt x="4389" y="9579"/>
                      <a:pt x="4362" y="9663"/>
                      <a:pt x="4321" y="9710"/>
                    </a:cubicBezTo>
                    <a:cubicBezTo>
                      <a:pt x="4300" y="9752"/>
                      <a:pt x="4190" y="9794"/>
                      <a:pt x="4038" y="9862"/>
                    </a:cubicBezTo>
                    <a:cubicBezTo>
                      <a:pt x="3886" y="9904"/>
                      <a:pt x="3687" y="9951"/>
                      <a:pt x="3446" y="9972"/>
                    </a:cubicBezTo>
                    <a:cubicBezTo>
                      <a:pt x="3315" y="9984"/>
                      <a:pt x="3172" y="9991"/>
                      <a:pt x="3022" y="9991"/>
                    </a:cubicBezTo>
                    <a:cubicBezTo>
                      <a:pt x="2651" y="9991"/>
                      <a:pt x="2236" y="9949"/>
                      <a:pt x="1833" y="9841"/>
                    </a:cubicBezTo>
                    <a:cubicBezTo>
                      <a:pt x="1246" y="9642"/>
                      <a:pt x="854" y="9558"/>
                      <a:pt x="613" y="9448"/>
                    </a:cubicBezTo>
                    <a:cubicBezTo>
                      <a:pt x="351" y="9317"/>
                      <a:pt x="262" y="9186"/>
                      <a:pt x="220" y="8877"/>
                    </a:cubicBezTo>
                    <a:cubicBezTo>
                      <a:pt x="131" y="8249"/>
                      <a:pt x="435" y="7306"/>
                      <a:pt x="545" y="5473"/>
                    </a:cubicBezTo>
                    <a:cubicBezTo>
                      <a:pt x="676" y="3640"/>
                      <a:pt x="435" y="2462"/>
                      <a:pt x="524" y="1656"/>
                    </a:cubicBezTo>
                    <a:cubicBezTo>
                      <a:pt x="613" y="870"/>
                      <a:pt x="1089" y="498"/>
                      <a:pt x="1089" y="498"/>
                    </a:cubicBezTo>
                    <a:cubicBezTo>
                      <a:pt x="1089" y="498"/>
                      <a:pt x="1246" y="325"/>
                      <a:pt x="1419" y="215"/>
                    </a:cubicBezTo>
                    <a:cubicBezTo>
                      <a:pt x="1529" y="153"/>
                      <a:pt x="1613" y="132"/>
                      <a:pt x="1723" y="105"/>
                    </a:cubicBezTo>
                    <a:close/>
                    <a:moveTo>
                      <a:pt x="1723" y="1"/>
                    </a:moveTo>
                    <a:cubicBezTo>
                      <a:pt x="1592" y="1"/>
                      <a:pt x="1482" y="64"/>
                      <a:pt x="1377" y="132"/>
                    </a:cubicBezTo>
                    <a:cubicBezTo>
                      <a:pt x="1157" y="236"/>
                      <a:pt x="1027" y="414"/>
                      <a:pt x="1006" y="435"/>
                    </a:cubicBezTo>
                    <a:cubicBezTo>
                      <a:pt x="1006" y="435"/>
                      <a:pt x="503" y="828"/>
                      <a:pt x="414" y="1656"/>
                    </a:cubicBezTo>
                    <a:cubicBezTo>
                      <a:pt x="304" y="2488"/>
                      <a:pt x="566" y="3640"/>
                      <a:pt x="435" y="5452"/>
                    </a:cubicBezTo>
                    <a:cubicBezTo>
                      <a:pt x="330" y="7285"/>
                      <a:pt x="0" y="8202"/>
                      <a:pt x="89" y="8877"/>
                    </a:cubicBezTo>
                    <a:cubicBezTo>
                      <a:pt x="131" y="9228"/>
                      <a:pt x="283" y="9427"/>
                      <a:pt x="566" y="9558"/>
                    </a:cubicBezTo>
                    <a:cubicBezTo>
                      <a:pt x="828" y="9689"/>
                      <a:pt x="1220" y="9752"/>
                      <a:pt x="1812" y="9951"/>
                    </a:cubicBezTo>
                    <a:cubicBezTo>
                      <a:pt x="2205" y="10067"/>
                      <a:pt x="2600" y="10114"/>
                      <a:pt x="2962" y="10114"/>
                    </a:cubicBezTo>
                    <a:cubicBezTo>
                      <a:pt x="3142" y="10114"/>
                      <a:pt x="3313" y="10103"/>
                      <a:pt x="3472" y="10082"/>
                    </a:cubicBezTo>
                    <a:cubicBezTo>
                      <a:pt x="3708" y="10056"/>
                      <a:pt x="3907" y="10014"/>
                      <a:pt x="4059" y="9972"/>
                    </a:cubicBezTo>
                    <a:cubicBezTo>
                      <a:pt x="4231" y="9904"/>
                      <a:pt x="4341" y="9862"/>
                      <a:pt x="4410" y="9794"/>
                    </a:cubicBezTo>
                    <a:cubicBezTo>
                      <a:pt x="4472" y="9710"/>
                      <a:pt x="4493" y="9621"/>
                      <a:pt x="4520" y="9490"/>
                    </a:cubicBezTo>
                    <a:cubicBezTo>
                      <a:pt x="4540" y="9338"/>
                      <a:pt x="4561" y="9186"/>
                      <a:pt x="4561" y="8987"/>
                    </a:cubicBezTo>
                    <a:cubicBezTo>
                      <a:pt x="4582" y="8594"/>
                      <a:pt x="4603" y="8092"/>
                      <a:pt x="4650" y="7526"/>
                    </a:cubicBezTo>
                    <a:cubicBezTo>
                      <a:pt x="4755" y="6390"/>
                      <a:pt x="4671" y="5039"/>
                      <a:pt x="4671" y="5039"/>
                    </a:cubicBezTo>
                    <a:cubicBezTo>
                      <a:pt x="4671" y="5039"/>
                      <a:pt x="4624" y="4494"/>
                      <a:pt x="4561" y="3881"/>
                    </a:cubicBezTo>
                    <a:cubicBezTo>
                      <a:pt x="4520" y="3598"/>
                      <a:pt x="4472" y="3274"/>
                      <a:pt x="4410" y="2986"/>
                    </a:cubicBezTo>
                    <a:cubicBezTo>
                      <a:pt x="4341" y="2724"/>
                      <a:pt x="4258" y="2488"/>
                      <a:pt x="4169" y="2357"/>
                    </a:cubicBezTo>
                    <a:cubicBezTo>
                      <a:pt x="3970" y="2116"/>
                      <a:pt x="3556" y="1677"/>
                      <a:pt x="3142" y="1242"/>
                    </a:cubicBezTo>
                    <a:cubicBezTo>
                      <a:pt x="2728" y="828"/>
                      <a:pt x="2294" y="393"/>
                      <a:pt x="2095" y="174"/>
                    </a:cubicBezTo>
                    <a:cubicBezTo>
                      <a:pt x="1985" y="43"/>
                      <a:pt x="1854" y="1"/>
                      <a:pt x="1723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Google Shape;1991;p46">
                <a:extLst>
                  <a:ext uri="{FF2B5EF4-FFF2-40B4-BE49-F238E27FC236}">
                    <a16:creationId xmlns:a16="http://schemas.microsoft.com/office/drawing/2014/main" id="{C3F2A57B-8D16-BDD1-F692-CB7A0A9C6B20}"/>
                  </a:ext>
                </a:extLst>
              </p:cNvPr>
              <p:cNvSpPr/>
              <p:nvPr/>
            </p:nvSpPr>
            <p:spPr>
              <a:xfrm>
                <a:off x="1121976" y="1829875"/>
                <a:ext cx="261363" cy="687468"/>
              </a:xfrm>
              <a:custGeom>
                <a:avLst/>
                <a:gdLst/>
                <a:ahLst/>
                <a:cxnLst/>
                <a:rect l="l" t="t" r="r" b="b"/>
                <a:pathLst>
                  <a:path w="1834" h="4824" extrusionOk="0">
                    <a:moveTo>
                      <a:pt x="48" y="1"/>
                    </a:moveTo>
                    <a:lnTo>
                      <a:pt x="1" y="393"/>
                    </a:lnTo>
                    <a:cubicBezTo>
                      <a:pt x="1" y="393"/>
                      <a:pt x="786" y="1179"/>
                      <a:pt x="1247" y="2425"/>
                    </a:cubicBezTo>
                    <a:cubicBezTo>
                      <a:pt x="1703" y="3693"/>
                      <a:pt x="1703" y="4824"/>
                      <a:pt x="1703" y="4824"/>
                    </a:cubicBezTo>
                    <a:lnTo>
                      <a:pt x="1834" y="2535"/>
                    </a:lnTo>
                    <a:lnTo>
                      <a:pt x="1572" y="2404"/>
                    </a:lnTo>
                    <a:lnTo>
                      <a:pt x="1813" y="2163"/>
                    </a:lnTo>
                    <a:cubicBezTo>
                      <a:pt x="1813" y="2163"/>
                      <a:pt x="1441" y="1205"/>
                      <a:pt x="1006" y="613"/>
                    </a:cubicBezTo>
                    <a:cubicBezTo>
                      <a:pt x="545" y="48"/>
                      <a:pt x="48" y="1"/>
                      <a:pt x="4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Google Shape;1992;p46">
                <a:extLst>
                  <a:ext uri="{FF2B5EF4-FFF2-40B4-BE49-F238E27FC236}">
                    <a16:creationId xmlns:a16="http://schemas.microsoft.com/office/drawing/2014/main" id="{F130C7E3-6C39-0153-56B7-DDD5D27E636D}"/>
                  </a:ext>
                </a:extLst>
              </p:cNvPr>
              <p:cNvSpPr/>
              <p:nvPr/>
            </p:nvSpPr>
            <p:spPr>
              <a:xfrm>
                <a:off x="1112998" y="1820896"/>
                <a:ext cx="280032" cy="696446"/>
              </a:xfrm>
              <a:custGeom>
                <a:avLst/>
                <a:gdLst/>
                <a:ahLst/>
                <a:cxnLst/>
                <a:rect l="l" t="t" r="r" b="b"/>
                <a:pathLst>
                  <a:path w="1965" h="4887" extrusionOk="0">
                    <a:moveTo>
                      <a:pt x="174" y="132"/>
                    </a:moveTo>
                    <a:cubicBezTo>
                      <a:pt x="195" y="132"/>
                      <a:pt x="263" y="153"/>
                      <a:pt x="394" y="194"/>
                    </a:cubicBezTo>
                    <a:cubicBezTo>
                      <a:pt x="567" y="283"/>
                      <a:pt x="807" y="435"/>
                      <a:pt x="1027" y="718"/>
                    </a:cubicBezTo>
                    <a:cubicBezTo>
                      <a:pt x="1441" y="1268"/>
                      <a:pt x="1787" y="2158"/>
                      <a:pt x="1813" y="2226"/>
                    </a:cubicBezTo>
                    <a:lnTo>
                      <a:pt x="1525" y="2488"/>
                    </a:lnTo>
                    <a:lnTo>
                      <a:pt x="1834" y="2619"/>
                    </a:lnTo>
                    <a:lnTo>
                      <a:pt x="1745" y="4101"/>
                    </a:lnTo>
                    <a:cubicBezTo>
                      <a:pt x="1703" y="3667"/>
                      <a:pt x="1593" y="3101"/>
                      <a:pt x="1352" y="2467"/>
                    </a:cubicBezTo>
                    <a:cubicBezTo>
                      <a:pt x="917" y="1221"/>
                      <a:pt x="153" y="456"/>
                      <a:pt x="132" y="435"/>
                    </a:cubicBezTo>
                    <a:lnTo>
                      <a:pt x="174" y="132"/>
                    </a:lnTo>
                    <a:close/>
                    <a:moveTo>
                      <a:pt x="64" y="1"/>
                    </a:moveTo>
                    <a:lnTo>
                      <a:pt x="1" y="482"/>
                    </a:lnTo>
                    <a:lnTo>
                      <a:pt x="22" y="482"/>
                    </a:lnTo>
                    <a:cubicBezTo>
                      <a:pt x="22" y="482"/>
                      <a:pt x="807" y="1268"/>
                      <a:pt x="1263" y="2509"/>
                    </a:cubicBezTo>
                    <a:cubicBezTo>
                      <a:pt x="1703" y="3756"/>
                      <a:pt x="1703" y="4866"/>
                      <a:pt x="1703" y="4887"/>
                    </a:cubicBezTo>
                    <a:lnTo>
                      <a:pt x="1813" y="4887"/>
                    </a:lnTo>
                    <a:lnTo>
                      <a:pt x="1965" y="2551"/>
                    </a:lnTo>
                    <a:lnTo>
                      <a:pt x="1724" y="2446"/>
                    </a:lnTo>
                    <a:lnTo>
                      <a:pt x="1944" y="2247"/>
                    </a:lnTo>
                    <a:lnTo>
                      <a:pt x="1944" y="2205"/>
                    </a:lnTo>
                    <a:cubicBezTo>
                      <a:pt x="1944" y="2205"/>
                      <a:pt x="1572" y="1242"/>
                      <a:pt x="1111" y="655"/>
                    </a:cubicBezTo>
                    <a:cubicBezTo>
                      <a:pt x="870" y="352"/>
                      <a:pt x="635" y="194"/>
                      <a:pt x="436" y="111"/>
                    </a:cubicBezTo>
                    <a:cubicBezTo>
                      <a:pt x="263" y="22"/>
                      <a:pt x="132" y="1"/>
                      <a:pt x="132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Google Shape;1993;p46">
                <a:extLst>
                  <a:ext uri="{FF2B5EF4-FFF2-40B4-BE49-F238E27FC236}">
                    <a16:creationId xmlns:a16="http://schemas.microsoft.com/office/drawing/2014/main" id="{59339E31-F0B8-1DE8-1EE8-CA6AFEA497F1}"/>
                  </a:ext>
                </a:extLst>
              </p:cNvPr>
              <p:cNvSpPr/>
              <p:nvPr/>
            </p:nvSpPr>
            <p:spPr>
              <a:xfrm>
                <a:off x="870440" y="1721707"/>
                <a:ext cx="267349" cy="279890"/>
              </a:xfrm>
              <a:custGeom>
                <a:avLst/>
                <a:gdLst/>
                <a:ahLst/>
                <a:cxnLst/>
                <a:rect l="l" t="t" r="r" b="b"/>
                <a:pathLst>
                  <a:path w="1876" h="1964" extrusionOk="0">
                    <a:moveTo>
                      <a:pt x="457" y="0"/>
                    </a:moveTo>
                    <a:lnTo>
                      <a:pt x="1" y="1000"/>
                    </a:lnTo>
                    <a:cubicBezTo>
                      <a:pt x="1" y="1000"/>
                      <a:pt x="394" y="1440"/>
                      <a:pt x="917" y="1702"/>
                    </a:cubicBezTo>
                    <a:cubicBezTo>
                      <a:pt x="1420" y="1964"/>
                      <a:pt x="1876" y="1964"/>
                      <a:pt x="1876" y="1964"/>
                    </a:cubicBezTo>
                    <a:lnTo>
                      <a:pt x="1855" y="173"/>
                    </a:lnTo>
                    <a:lnTo>
                      <a:pt x="457" y="0"/>
                    </a:lnTo>
                    <a:close/>
                  </a:path>
                </a:pathLst>
              </a:custGeom>
              <a:solidFill>
                <a:srgbClr val="FFB9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Google Shape;1994;p46">
                <a:extLst>
                  <a:ext uri="{FF2B5EF4-FFF2-40B4-BE49-F238E27FC236}">
                    <a16:creationId xmlns:a16="http://schemas.microsoft.com/office/drawing/2014/main" id="{AEC5200B-0B6A-71DC-B4C4-5126E85D5A8D}"/>
                  </a:ext>
                </a:extLst>
              </p:cNvPr>
              <p:cNvSpPr/>
              <p:nvPr/>
            </p:nvSpPr>
            <p:spPr>
              <a:xfrm>
                <a:off x="860749" y="1712016"/>
                <a:ext cx="283025" cy="298558"/>
              </a:xfrm>
              <a:custGeom>
                <a:avLst/>
                <a:gdLst/>
                <a:ahLst/>
                <a:cxnLst/>
                <a:rect l="l" t="t" r="r" b="b"/>
                <a:pathLst>
                  <a:path w="1986" h="2095" extrusionOk="0">
                    <a:moveTo>
                      <a:pt x="545" y="131"/>
                    </a:moveTo>
                    <a:lnTo>
                      <a:pt x="1855" y="283"/>
                    </a:lnTo>
                    <a:lnTo>
                      <a:pt x="1881" y="1964"/>
                    </a:lnTo>
                    <a:cubicBezTo>
                      <a:pt x="1792" y="1964"/>
                      <a:pt x="1441" y="1943"/>
                      <a:pt x="1006" y="1723"/>
                    </a:cubicBezTo>
                    <a:cubicBezTo>
                      <a:pt x="525" y="1461"/>
                      <a:pt x="153" y="1068"/>
                      <a:pt x="132" y="1047"/>
                    </a:cubicBezTo>
                    <a:lnTo>
                      <a:pt x="545" y="131"/>
                    </a:lnTo>
                    <a:close/>
                    <a:moveTo>
                      <a:pt x="483" y="0"/>
                    </a:moveTo>
                    <a:lnTo>
                      <a:pt x="1" y="1068"/>
                    </a:lnTo>
                    <a:lnTo>
                      <a:pt x="22" y="1089"/>
                    </a:lnTo>
                    <a:cubicBezTo>
                      <a:pt x="22" y="1089"/>
                      <a:pt x="441" y="1550"/>
                      <a:pt x="938" y="1812"/>
                    </a:cubicBezTo>
                    <a:cubicBezTo>
                      <a:pt x="1462" y="2095"/>
                      <a:pt x="1944" y="2095"/>
                      <a:pt x="1944" y="2095"/>
                    </a:cubicBezTo>
                    <a:lnTo>
                      <a:pt x="1986" y="2095"/>
                    </a:lnTo>
                    <a:lnTo>
                      <a:pt x="1986" y="199"/>
                    </a:lnTo>
                    <a:lnTo>
                      <a:pt x="1923" y="173"/>
                    </a:lnTo>
                    <a:lnTo>
                      <a:pt x="483" y="0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Google Shape;1995;p46">
                <a:extLst>
                  <a:ext uri="{FF2B5EF4-FFF2-40B4-BE49-F238E27FC236}">
                    <a16:creationId xmlns:a16="http://schemas.microsoft.com/office/drawing/2014/main" id="{90E7AB51-1099-0443-0C97-CD489E12E279}"/>
                  </a:ext>
                </a:extLst>
              </p:cNvPr>
              <p:cNvSpPr/>
              <p:nvPr/>
            </p:nvSpPr>
            <p:spPr>
              <a:xfrm>
                <a:off x="727215" y="1828165"/>
                <a:ext cx="513606" cy="723523"/>
              </a:xfrm>
              <a:custGeom>
                <a:avLst/>
                <a:gdLst/>
                <a:ahLst/>
                <a:cxnLst/>
                <a:rect l="l" t="t" r="r" b="b"/>
                <a:pathLst>
                  <a:path w="3604" h="5077" extrusionOk="0">
                    <a:moveTo>
                      <a:pt x="876" y="1"/>
                    </a:moveTo>
                    <a:cubicBezTo>
                      <a:pt x="680" y="1"/>
                      <a:pt x="440" y="187"/>
                      <a:pt x="0" y="494"/>
                    </a:cubicBezTo>
                    <a:cubicBezTo>
                      <a:pt x="0" y="494"/>
                      <a:pt x="89" y="562"/>
                      <a:pt x="262" y="604"/>
                    </a:cubicBezTo>
                    <a:cubicBezTo>
                      <a:pt x="414" y="625"/>
                      <a:pt x="854" y="693"/>
                      <a:pt x="1661" y="1521"/>
                    </a:cubicBezTo>
                    <a:cubicBezTo>
                      <a:pt x="2446" y="2327"/>
                      <a:pt x="2556" y="2699"/>
                      <a:pt x="2556" y="2699"/>
                    </a:cubicBezTo>
                    <a:lnTo>
                      <a:pt x="3054" y="2741"/>
                    </a:lnTo>
                    <a:lnTo>
                      <a:pt x="2729" y="2940"/>
                    </a:lnTo>
                    <a:cubicBezTo>
                      <a:pt x="2729" y="2940"/>
                      <a:pt x="2818" y="3092"/>
                      <a:pt x="2949" y="3443"/>
                    </a:cubicBezTo>
                    <a:cubicBezTo>
                      <a:pt x="3101" y="3767"/>
                      <a:pt x="3556" y="5077"/>
                      <a:pt x="3556" y="5077"/>
                    </a:cubicBezTo>
                    <a:cubicBezTo>
                      <a:pt x="3556" y="5077"/>
                      <a:pt x="3603" y="2741"/>
                      <a:pt x="3080" y="1610"/>
                    </a:cubicBezTo>
                    <a:cubicBezTo>
                      <a:pt x="2556" y="473"/>
                      <a:pt x="1200" y="81"/>
                      <a:pt x="959" y="13"/>
                    </a:cubicBezTo>
                    <a:cubicBezTo>
                      <a:pt x="932" y="5"/>
                      <a:pt x="904" y="1"/>
                      <a:pt x="87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Google Shape;1996;p46">
                <a:extLst>
                  <a:ext uri="{FF2B5EF4-FFF2-40B4-BE49-F238E27FC236}">
                    <a16:creationId xmlns:a16="http://schemas.microsoft.com/office/drawing/2014/main" id="{2F0B89FE-46C9-3235-B0F7-31FD2E7255D3}"/>
                  </a:ext>
                </a:extLst>
              </p:cNvPr>
              <p:cNvSpPr/>
              <p:nvPr/>
            </p:nvSpPr>
            <p:spPr>
              <a:xfrm>
                <a:off x="714531" y="1821609"/>
                <a:ext cx="529282" cy="733071"/>
              </a:xfrm>
              <a:custGeom>
                <a:avLst/>
                <a:gdLst/>
                <a:ahLst/>
                <a:cxnLst/>
                <a:rect l="l" t="t" r="r" b="b"/>
                <a:pathLst>
                  <a:path w="3714" h="5144" extrusionOk="0">
                    <a:moveTo>
                      <a:pt x="939" y="106"/>
                    </a:moveTo>
                    <a:cubicBezTo>
                      <a:pt x="970" y="106"/>
                      <a:pt x="999" y="113"/>
                      <a:pt x="1027" y="127"/>
                    </a:cubicBezTo>
                    <a:cubicBezTo>
                      <a:pt x="1268" y="168"/>
                      <a:pt x="2598" y="582"/>
                      <a:pt x="3101" y="1677"/>
                    </a:cubicBezTo>
                    <a:cubicBezTo>
                      <a:pt x="3363" y="2221"/>
                      <a:pt x="3493" y="3096"/>
                      <a:pt x="3535" y="3813"/>
                    </a:cubicBezTo>
                    <a:cubicBezTo>
                      <a:pt x="3582" y="4358"/>
                      <a:pt x="3582" y="4578"/>
                      <a:pt x="3582" y="4772"/>
                    </a:cubicBezTo>
                    <a:cubicBezTo>
                      <a:pt x="3452" y="4426"/>
                      <a:pt x="3211" y="3751"/>
                      <a:pt x="3101" y="3463"/>
                    </a:cubicBezTo>
                    <a:cubicBezTo>
                      <a:pt x="2970" y="3159"/>
                      <a:pt x="2907" y="3028"/>
                      <a:pt x="2907" y="3007"/>
                    </a:cubicBezTo>
                    <a:lnTo>
                      <a:pt x="3321" y="2745"/>
                    </a:lnTo>
                    <a:lnTo>
                      <a:pt x="2687" y="2703"/>
                    </a:lnTo>
                    <a:cubicBezTo>
                      <a:pt x="2687" y="2656"/>
                      <a:pt x="2666" y="2593"/>
                      <a:pt x="2556" y="2441"/>
                    </a:cubicBezTo>
                    <a:cubicBezTo>
                      <a:pt x="2425" y="2242"/>
                      <a:pt x="2184" y="1939"/>
                      <a:pt x="1770" y="1525"/>
                    </a:cubicBezTo>
                    <a:cubicBezTo>
                      <a:pt x="1378" y="1106"/>
                      <a:pt x="1074" y="891"/>
                      <a:pt x="833" y="760"/>
                    </a:cubicBezTo>
                    <a:cubicBezTo>
                      <a:pt x="592" y="629"/>
                      <a:pt x="440" y="608"/>
                      <a:pt x="351" y="582"/>
                    </a:cubicBezTo>
                    <a:cubicBezTo>
                      <a:pt x="288" y="582"/>
                      <a:pt x="241" y="561"/>
                      <a:pt x="199" y="540"/>
                    </a:cubicBezTo>
                    <a:cubicBezTo>
                      <a:pt x="393" y="388"/>
                      <a:pt x="571" y="258"/>
                      <a:pt x="702" y="189"/>
                    </a:cubicBezTo>
                    <a:cubicBezTo>
                      <a:pt x="803" y="134"/>
                      <a:pt x="877" y="106"/>
                      <a:pt x="939" y="106"/>
                    </a:cubicBezTo>
                    <a:close/>
                    <a:moveTo>
                      <a:pt x="969" y="0"/>
                    </a:moveTo>
                    <a:cubicBezTo>
                      <a:pt x="870" y="0"/>
                      <a:pt x="765" y="40"/>
                      <a:pt x="634" y="106"/>
                    </a:cubicBezTo>
                    <a:cubicBezTo>
                      <a:pt x="482" y="189"/>
                      <a:pt x="309" y="320"/>
                      <a:pt x="69" y="498"/>
                    </a:cubicBezTo>
                    <a:lnTo>
                      <a:pt x="0" y="540"/>
                    </a:lnTo>
                    <a:lnTo>
                      <a:pt x="48" y="582"/>
                    </a:lnTo>
                    <a:lnTo>
                      <a:pt x="131" y="629"/>
                    </a:lnTo>
                    <a:cubicBezTo>
                      <a:pt x="178" y="650"/>
                      <a:pt x="241" y="692"/>
                      <a:pt x="330" y="692"/>
                    </a:cubicBezTo>
                    <a:cubicBezTo>
                      <a:pt x="419" y="713"/>
                      <a:pt x="550" y="739"/>
                      <a:pt x="765" y="844"/>
                    </a:cubicBezTo>
                    <a:cubicBezTo>
                      <a:pt x="1006" y="975"/>
                      <a:pt x="1289" y="1195"/>
                      <a:pt x="1702" y="1609"/>
                    </a:cubicBezTo>
                    <a:cubicBezTo>
                      <a:pt x="2095" y="2001"/>
                      <a:pt x="2315" y="2310"/>
                      <a:pt x="2446" y="2483"/>
                    </a:cubicBezTo>
                    <a:cubicBezTo>
                      <a:pt x="2577" y="2677"/>
                      <a:pt x="2598" y="2766"/>
                      <a:pt x="2598" y="2766"/>
                    </a:cubicBezTo>
                    <a:lnTo>
                      <a:pt x="2598" y="2787"/>
                    </a:lnTo>
                    <a:lnTo>
                      <a:pt x="2970" y="2834"/>
                    </a:lnTo>
                    <a:lnTo>
                      <a:pt x="2750" y="2965"/>
                    </a:lnTo>
                    <a:lnTo>
                      <a:pt x="2776" y="3007"/>
                    </a:lnTo>
                    <a:cubicBezTo>
                      <a:pt x="2776" y="3007"/>
                      <a:pt x="2839" y="3159"/>
                      <a:pt x="2991" y="3510"/>
                    </a:cubicBezTo>
                    <a:cubicBezTo>
                      <a:pt x="3122" y="3834"/>
                      <a:pt x="3582" y="5144"/>
                      <a:pt x="3582" y="5144"/>
                    </a:cubicBezTo>
                    <a:lnTo>
                      <a:pt x="3713" y="5123"/>
                    </a:lnTo>
                    <a:cubicBezTo>
                      <a:pt x="3713" y="5123"/>
                      <a:pt x="3713" y="4536"/>
                      <a:pt x="3645" y="3813"/>
                    </a:cubicBezTo>
                    <a:cubicBezTo>
                      <a:pt x="3603" y="3070"/>
                      <a:pt x="3472" y="2200"/>
                      <a:pt x="3211" y="1630"/>
                    </a:cubicBezTo>
                    <a:cubicBezTo>
                      <a:pt x="2687" y="477"/>
                      <a:pt x="1289" y="59"/>
                      <a:pt x="1074" y="17"/>
                    </a:cubicBezTo>
                    <a:cubicBezTo>
                      <a:pt x="1039" y="5"/>
                      <a:pt x="1004" y="0"/>
                      <a:pt x="969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Google Shape;1997;p46">
                <a:extLst>
                  <a:ext uri="{FF2B5EF4-FFF2-40B4-BE49-F238E27FC236}">
                    <a16:creationId xmlns:a16="http://schemas.microsoft.com/office/drawing/2014/main" id="{0C15F2A8-C943-543E-28A0-792AC530442B}"/>
                  </a:ext>
                </a:extLst>
              </p:cNvPr>
              <p:cNvSpPr/>
              <p:nvPr/>
            </p:nvSpPr>
            <p:spPr>
              <a:xfrm>
                <a:off x="870440" y="1783558"/>
                <a:ext cx="283025" cy="163316"/>
              </a:xfrm>
              <a:custGeom>
                <a:avLst/>
                <a:gdLst/>
                <a:ahLst/>
                <a:cxnLst/>
                <a:rect l="l" t="t" r="r" b="b"/>
                <a:pathLst>
                  <a:path w="1986" h="1146" extrusionOk="0">
                    <a:moveTo>
                      <a:pt x="242" y="1"/>
                    </a:moveTo>
                    <a:lnTo>
                      <a:pt x="1" y="394"/>
                    </a:lnTo>
                    <a:cubicBezTo>
                      <a:pt x="1" y="394"/>
                      <a:pt x="828" y="896"/>
                      <a:pt x="1069" y="1069"/>
                    </a:cubicBezTo>
                    <a:cubicBezTo>
                      <a:pt x="1157" y="1127"/>
                      <a:pt x="1222" y="1146"/>
                      <a:pt x="1270" y="1146"/>
                    </a:cubicBezTo>
                    <a:cubicBezTo>
                      <a:pt x="1366" y="1146"/>
                      <a:pt x="1394" y="1069"/>
                      <a:pt x="1394" y="1069"/>
                    </a:cubicBezTo>
                    <a:lnTo>
                      <a:pt x="1352" y="786"/>
                    </a:lnTo>
                    <a:lnTo>
                      <a:pt x="1986" y="1027"/>
                    </a:lnTo>
                    <a:lnTo>
                      <a:pt x="1986" y="1027"/>
                    </a:lnTo>
                    <a:lnTo>
                      <a:pt x="1373" y="525"/>
                    </a:lnTo>
                    <a:cubicBezTo>
                      <a:pt x="1373" y="525"/>
                      <a:pt x="718" y="284"/>
                      <a:pt x="436" y="242"/>
                    </a:cubicBezTo>
                    <a:cubicBezTo>
                      <a:pt x="174" y="221"/>
                      <a:pt x="242" y="1"/>
                      <a:pt x="24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Google Shape;1998;p46">
                <a:extLst>
                  <a:ext uri="{FF2B5EF4-FFF2-40B4-BE49-F238E27FC236}">
                    <a16:creationId xmlns:a16="http://schemas.microsoft.com/office/drawing/2014/main" id="{D9D4FE19-6B03-EE1F-B49D-EFF3EB78BE64}"/>
                  </a:ext>
                </a:extLst>
              </p:cNvPr>
              <p:cNvSpPr/>
              <p:nvPr/>
            </p:nvSpPr>
            <p:spPr>
              <a:xfrm>
                <a:off x="857757" y="1780565"/>
                <a:ext cx="298701" cy="174717"/>
              </a:xfrm>
              <a:custGeom>
                <a:avLst/>
                <a:gdLst/>
                <a:ahLst/>
                <a:cxnLst/>
                <a:rect l="l" t="t" r="r" b="b"/>
                <a:pathLst>
                  <a:path w="2096" h="1226" extrusionOk="0">
                    <a:moveTo>
                      <a:pt x="305" y="174"/>
                    </a:moveTo>
                    <a:cubicBezTo>
                      <a:pt x="331" y="242"/>
                      <a:pt x="394" y="305"/>
                      <a:pt x="525" y="326"/>
                    </a:cubicBezTo>
                    <a:cubicBezTo>
                      <a:pt x="656" y="347"/>
                      <a:pt x="896" y="415"/>
                      <a:pt x="1090" y="477"/>
                    </a:cubicBezTo>
                    <a:cubicBezTo>
                      <a:pt x="1289" y="546"/>
                      <a:pt x="1441" y="587"/>
                      <a:pt x="1441" y="587"/>
                    </a:cubicBezTo>
                    <a:lnTo>
                      <a:pt x="1771" y="870"/>
                    </a:lnTo>
                    <a:lnTo>
                      <a:pt x="1378" y="718"/>
                    </a:lnTo>
                    <a:lnTo>
                      <a:pt x="1420" y="1069"/>
                    </a:lnTo>
                    <a:cubicBezTo>
                      <a:pt x="1420" y="1069"/>
                      <a:pt x="1420" y="1090"/>
                      <a:pt x="1399" y="1111"/>
                    </a:cubicBezTo>
                    <a:cubicBezTo>
                      <a:pt x="1392" y="1111"/>
                      <a:pt x="1380" y="1113"/>
                      <a:pt x="1363" y="1113"/>
                    </a:cubicBezTo>
                    <a:cubicBezTo>
                      <a:pt x="1328" y="1113"/>
                      <a:pt x="1273" y="1104"/>
                      <a:pt x="1200" y="1048"/>
                    </a:cubicBezTo>
                    <a:cubicBezTo>
                      <a:pt x="959" y="870"/>
                      <a:pt x="221" y="436"/>
                      <a:pt x="153" y="394"/>
                    </a:cubicBezTo>
                    <a:lnTo>
                      <a:pt x="305" y="174"/>
                    </a:lnTo>
                    <a:close/>
                    <a:moveTo>
                      <a:pt x="284" y="1"/>
                    </a:moveTo>
                    <a:lnTo>
                      <a:pt x="1" y="436"/>
                    </a:lnTo>
                    <a:lnTo>
                      <a:pt x="43" y="456"/>
                    </a:lnTo>
                    <a:cubicBezTo>
                      <a:pt x="43" y="456"/>
                      <a:pt x="875" y="980"/>
                      <a:pt x="1137" y="1132"/>
                    </a:cubicBezTo>
                    <a:cubicBezTo>
                      <a:pt x="1218" y="1200"/>
                      <a:pt x="1291" y="1226"/>
                      <a:pt x="1350" y="1226"/>
                    </a:cubicBezTo>
                    <a:cubicBezTo>
                      <a:pt x="1386" y="1226"/>
                      <a:pt x="1417" y="1216"/>
                      <a:pt x="1441" y="1200"/>
                    </a:cubicBezTo>
                    <a:cubicBezTo>
                      <a:pt x="1509" y="1179"/>
                      <a:pt x="1530" y="1090"/>
                      <a:pt x="1530" y="1090"/>
                    </a:cubicBezTo>
                    <a:lnTo>
                      <a:pt x="1509" y="896"/>
                    </a:lnTo>
                    <a:lnTo>
                      <a:pt x="2054" y="1090"/>
                    </a:lnTo>
                    <a:lnTo>
                      <a:pt x="2096" y="1001"/>
                    </a:lnTo>
                    <a:lnTo>
                      <a:pt x="1483" y="504"/>
                    </a:lnTo>
                    <a:cubicBezTo>
                      <a:pt x="1483" y="504"/>
                      <a:pt x="1331" y="436"/>
                      <a:pt x="1116" y="373"/>
                    </a:cubicBezTo>
                    <a:cubicBezTo>
                      <a:pt x="917" y="305"/>
                      <a:pt x="697" y="216"/>
                      <a:pt x="546" y="216"/>
                    </a:cubicBezTo>
                    <a:cubicBezTo>
                      <a:pt x="415" y="195"/>
                      <a:pt x="394" y="153"/>
                      <a:pt x="394" y="132"/>
                    </a:cubicBezTo>
                    <a:cubicBezTo>
                      <a:pt x="373" y="85"/>
                      <a:pt x="394" y="43"/>
                      <a:pt x="394" y="43"/>
                    </a:cubicBezTo>
                    <a:lnTo>
                      <a:pt x="284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Google Shape;1999;p46">
                <a:extLst>
                  <a:ext uri="{FF2B5EF4-FFF2-40B4-BE49-F238E27FC236}">
                    <a16:creationId xmlns:a16="http://schemas.microsoft.com/office/drawing/2014/main" id="{E6D2C54A-5CF0-5D05-94DA-715503823E4E}"/>
                  </a:ext>
                </a:extLst>
              </p:cNvPr>
              <p:cNvSpPr/>
              <p:nvPr/>
            </p:nvSpPr>
            <p:spPr>
              <a:xfrm>
                <a:off x="1137652" y="1829875"/>
                <a:ext cx="77810" cy="90494"/>
              </a:xfrm>
              <a:custGeom>
                <a:avLst/>
                <a:gdLst/>
                <a:ahLst/>
                <a:cxnLst/>
                <a:rect l="l" t="t" r="r" b="b"/>
                <a:pathLst>
                  <a:path w="546" h="635" extrusionOk="0">
                    <a:moveTo>
                      <a:pt x="1" y="1"/>
                    </a:moveTo>
                    <a:lnTo>
                      <a:pt x="1" y="634"/>
                    </a:lnTo>
                    <a:lnTo>
                      <a:pt x="545" y="57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Google Shape;2000;p46">
                <a:extLst>
                  <a:ext uri="{FF2B5EF4-FFF2-40B4-BE49-F238E27FC236}">
                    <a16:creationId xmlns:a16="http://schemas.microsoft.com/office/drawing/2014/main" id="{A24A46D7-C7F5-617A-8DB6-C58E7C37DBFB}"/>
                  </a:ext>
                </a:extLst>
              </p:cNvPr>
              <p:cNvSpPr/>
              <p:nvPr/>
            </p:nvSpPr>
            <p:spPr>
              <a:xfrm>
                <a:off x="1128674" y="1811205"/>
                <a:ext cx="102465" cy="118853"/>
              </a:xfrm>
              <a:custGeom>
                <a:avLst/>
                <a:gdLst/>
                <a:ahLst/>
                <a:cxnLst/>
                <a:rect l="l" t="t" r="r" b="b"/>
                <a:pathLst>
                  <a:path w="719" h="834" extrusionOk="0">
                    <a:moveTo>
                      <a:pt x="132" y="289"/>
                    </a:moveTo>
                    <a:lnTo>
                      <a:pt x="477" y="655"/>
                    </a:lnTo>
                    <a:lnTo>
                      <a:pt x="132" y="702"/>
                    </a:lnTo>
                    <a:lnTo>
                      <a:pt x="132" y="289"/>
                    </a:lnTo>
                    <a:close/>
                    <a:moveTo>
                      <a:pt x="1" y="1"/>
                    </a:moveTo>
                    <a:lnTo>
                      <a:pt x="22" y="833"/>
                    </a:lnTo>
                    <a:lnTo>
                      <a:pt x="85" y="812"/>
                    </a:lnTo>
                    <a:lnTo>
                      <a:pt x="718" y="723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Google Shape;2001;p46">
                <a:extLst>
                  <a:ext uri="{FF2B5EF4-FFF2-40B4-BE49-F238E27FC236}">
                    <a16:creationId xmlns:a16="http://schemas.microsoft.com/office/drawing/2014/main" id="{477B828B-4D34-8B24-6E91-5D667BA484CB}"/>
                  </a:ext>
                </a:extLst>
              </p:cNvPr>
              <p:cNvSpPr/>
              <p:nvPr/>
            </p:nvSpPr>
            <p:spPr>
              <a:xfrm>
                <a:off x="755575" y="2856114"/>
                <a:ext cx="294996" cy="311384"/>
              </a:xfrm>
              <a:custGeom>
                <a:avLst/>
                <a:gdLst/>
                <a:ahLst/>
                <a:cxnLst/>
                <a:rect l="l" t="t" r="r" b="b"/>
                <a:pathLst>
                  <a:path w="2070" h="2185" extrusionOk="0">
                    <a:moveTo>
                      <a:pt x="236" y="0"/>
                    </a:moveTo>
                    <a:lnTo>
                      <a:pt x="0" y="1357"/>
                    </a:lnTo>
                    <a:cubicBezTo>
                      <a:pt x="0" y="1357"/>
                      <a:pt x="21" y="2032"/>
                      <a:pt x="786" y="2163"/>
                    </a:cubicBezTo>
                    <a:cubicBezTo>
                      <a:pt x="867" y="2178"/>
                      <a:pt x="945" y="2185"/>
                      <a:pt x="1020" y="2185"/>
                    </a:cubicBezTo>
                    <a:cubicBezTo>
                      <a:pt x="1606" y="2185"/>
                      <a:pt x="1985" y="1772"/>
                      <a:pt x="1985" y="1618"/>
                    </a:cubicBezTo>
                    <a:cubicBezTo>
                      <a:pt x="2006" y="1419"/>
                      <a:pt x="2069" y="241"/>
                      <a:pt x="2069" y="241"/>
                    </a:cubicBezTo>
                    <a:lnTo>
                      <a:pt x="2069" y="241"/>
                    </a:lnTo>
                    <a:cubicBezTo>
                      <a:pt x="2069" y="241"/>
                      <a:pt x="1997" y="244"/>
                      <a:pt x="1880" y="244"/>
                    </a:cubicBezTo>
                    <a:cubicBezTo>
                      <a:pt x="1520" y="244"/>
                      <a:pt x="729" y="217"/>
                      <a:pt x="23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Google Shape;2002;p46">
                <a:extLst>
                  <a:ext uri="{FF2B5EF4-FFF2-40B4-BE49-F238E27FC236}">
                    <a16:creationId xmlns:a16="http://schemas.microsoft.com/office/drawing/2014/main" id="{AE192AE2-4830-A1F1-8E1E-B7053014296D}"/>
                  </a:ext>
                </a:extLst>
              </p:cNvPr>
              <p:cNvSpPr/>
              <p:nvPr/>
            </p:nvSpPr>
            <p:spPr>
              <a:xfrm>
                <a:off x="745884" y="2847136"/>
                <a:ext cx="314377" cy="329198"/>
              </a:xfrm>
              <a:custGeom>
                <a:avLst/>
                <a:gdLst/>
                <a:ahLst/>
                <a:cxnLst/>
                <a:rect l="l" t="t" r="r" b="b"/>
                <a:pathLst>
                  <a:path w="2206" h="2310" extrusionOk="0">
                    <a:moveTo>
                      <a:pt x="351" y="131"/>
                    </a:moveTo>
                    <a:cubicBezTo>
                      <a:pt x="676" y="262"/>
                      <a:pt x="1116" y="325"/>
                      <a:pt x="1461" y="351"/>
                    </a:cubicBezTo>
                    <a:cubicBezTo>
                      <a:pt x="1812" y="372"/>
                      <a:pt x="2053" y="372"/>
                      <a:pt x="2095" y="372"/>
                    </a:cubicBezTo>
                    <a:cubicBezTo>
                      <a:pt x="2074" y="456"/>
                      <a:pt x="2006" y="1503"/>
                      <a:pt x="2006" y="1681"/>
                    </a:cubicBezTo>
                    <a:cubicBezTo>
                      <a:pt x="2006" y="1702"/>
                      <a:pt x="1985" y="1744"/>
                      <a:pt x="1922" y="1812"/>
                    </a:cubicBezTo>
                    <a:cubicBezTo>
                      <a:pt x="1875" y="1875"/>
                      <a:pt x="1791" y="1964"/>
                      <a:pt x="1681" y="2027"/>
                    </a:cubicBezTo>
                    <a:cubicBezTo>
                      <a:pt x="1517" y="2118"/>
                      <a:pt x="1295" y="2195"/>
                      <a:pt x="1039" y="2195"/>
                    </a:cubicBezTo>
                    <a:cubicBezTo>
                      <a:pt x="986" y="2195"/>
                      <a:pt x="931" y="2191"/>
                      <a:pt x="875" y="2184"/>
                    </a:cubicBezTo>
                    <a:cubicBezTo>
                      <a:pt x="503" y="2116"/>
                      <a:pt x="330" y="1922"/>
                      <a:pt x="220" y="1744"/>
                    </a:cubicBezTo>
                    <a:cubicBezTo>
                      <a:pt x="131" y="1572"/>
                      <a:pt x="110" y="1420"/>
                      <a:pt x="110" y="1420"/>
                    </a:cubicBezTo>
                    <a:lnTo>
                      <a:pt x="351" y="131"/>
                    </a:lnTo>
                    <a:close/>
                    <a:moveTo>
                      <a:pt x="262" y="0"/>
                    </a:moveTo>
                    <a:lnTo>
                      <a:pt x="241" y="63"/>
                    </a:lnTo>
                    <a:lnTo>
                      <a:pt x="0" y="1420"/>
                    </a:lnTo>
                    <a:cubicBezTo>
                      <a:pt x="0" y="1420"/>
                      <a:pt x="0" y="1613"/>
                      <a:pt x="131" y="1812"/>
                    </a:cubicBezTo>
                    <a:cubicBezTo>
                      <a:pt x="241" y="2006"/>
                      <a:pt x="461" y="2226"/>
                      <a:pt x="854" y="2289"/>
                    </a:cubicBezTo>
                    <a:cubicBezTo>
                      <a:pt x="931" y="2303"/>
                      <a:pt x="1006" y="2310"/>
                      <a:pt x="1078" y="2310"/>
                    </a:cubicBezTo>
                    <a:cubicBezTo>
                      <a:pt x="1347" y="2310"/>
                      <a:pt x="1575" y="2219"/>
                      <a:pt x="1744" y="2116"/>
                    </a:cubicBezTo>
                    <a:cubicBezTo>
                      <a:pt x="1854" y="2053"/>
                      <a:pt x="1943" y="1964"/>
                      <a:pt x="2006" y="1896"/>
                    </a:cubicBezTo>
                    <a:cubicBezTo>
                      <a:pt x="2074" y="1812"/>
                      <a:pt x="2116" y="1744"/>
                      <a:pt x="2116" y="1681"/>
                    </a:cubicBezTo>
                    <a:cubicBezTo>
                      <a:pt x="2137" y="1482"/>
                      <a:pt x="2205" y="304"/>
                      <a:pt x="2205" y="304"/>
                    </a:cubicBezTo>
                    <a:lnTo>
                      <a:pt x="2205" y="262"/>
                    </a:lnTo>
                    <a:lnTo>
                      <a:pt x="2137" y="262"/>
                    </a:lnTo>
                    <a:cubicBezTo>
                      <a:pt x="2137" y="262"/>
                      <a:pt x="1854" y="262"/>
                      <a:pt x="1482" y="241"/>
                    </a:cubicBezTo>
                    <a:cubicBezTo>
                      <a:pt x="1090" y="220"/>
                      <a:pt x="634" y="152"/>
                      <a:pt x="330" y="21"/>
                    </a:cubicBezTo>
                    <a:lnTo>
                      <a:pt x="262" y="0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Google Shape;2003;p46">
                <a:extLst>
                  <a:ext uri="{FF2B5EF4-FFF2-40B4-BE49-F238E27FC236}">
                    <a16:creationId xmlns:a16="http://schemas.microsoft.com/office/drawing/2014/main" id="{999E0811-991D-AF81-1064-289CF6734905}"/>
                  </a:ext>
                </a:extLst>
              </p:cNvPr>
              <p:cNvSpPr/>
              <p:nvPr/>
            </p:nvSpPr>
            <p:spPr>
              <a:xfrm>
                <a:off x="639854" y="1026384"/>
                <a:ext cx="715828" cy="754733"/>
              </a:xfrm>
              <a:custGeom>
                <a:avLst/>
                <a:gdLst/>
                <a:ahLst/>
                <a:cxnLst/>
                <a:rect l="l" t="t" r="r" b="b"/>
                <a:pathLst>
                  <a:path w="5023" h="5296" extrusionOk="0">
                    <a:moveTo>
                      <a:pt x="2352" y="0"/>
                    </a:moveTo>
                    <a:cubicBezTo>
                      <a:pt x="1693" y="0"/>
                      <a:pt x="1125" y="297"/>
                      <a:pt x="985" y="580"/>
                    </a:cubicBezTo>
                    <a:cubicBezTo>
                      <a:pt x="833" y="951"/>
                      <a:pt x="1027" y="2214"/>
                      <a:pt x="1027" y="2214"/>
                    </a:cubicBezTo>
                    <a:cubicBezTo>
                      <a:pt x="1027" y="2214"/>
                      <a:pt x="853" y="2137"/>
                      <a:pt x="640" y="2137"/>
                    </a:cubicBezTo>
                    <a:cubicBezTo>
                      <a:pt x="534" y="2137"/>
                      <a:pt x="418" y="2156"/>
                      <a:pt x="310" y="2214"/>
                    </a:cubicBezTo>
                    <a:cubicBezTo>
                      <a:pt x="1" y="2392"/>
                      <a:pt x="132" y="2936"/>
                      <a:pt x="373" y="3088"/>
                    </a:cubicBezTo>
                    <a:cubicBezTo>
                      <a:pt x="471" y="3150"/>
                      <a:pt x="606" y="3169"/>
                      <a:pt x="731" y="3169"/>
                    </a:cubicBezTo>
                    <a:cubicBezTo>
                      <a:pt x="913" y="3169"/>
                      <a:pt x="1074" y="3130"/>
                      <a:pt x="1074" y="3130"/>
                    </a:cubicBezTo>
                    <a:lnTo>
                      <a:pt x="1074" y="3130"/>
                    </a:lnTo>
                    <a:lnTo>
                      <a:pt x="1048" y="3240"/>
                    </a:lnTo>
                    <a:cubicBezTo>
                      <a:pt x="1048" y="3240"/>
                      <a:pt x="1095" y="4308"/>
                      <a:pt x="1834" y="4879"/>
                    </a:cubicBezTo>
                    <a:cubicBezTo>
                      <a:pt x="2189" y="5150"/>
                      <a:pt x="2720" y="5296"/>
                      <a:pt x="3227" y="5296"/>
                    </a:cubicBezTo>
                    <a:cubicBezTo>
                      <a:pt x="3780" y="5296"/>
                      <a:pt x="4304" y="5122"/>
                      <a:pt x="4541" y="4748"/>
                    </a:cubicBezTo>
                    <a:cubicBezTo>
                      <a:pt x="5023" y="4005"/>
                      <a:pt x="4871" y="3350"/>
                      <a:pt x="4824" y="2847"/>
                    </a:cubicBezTo>
                    <a:cubicBezTo>
                      <a:pt x="4761" y="2365"/>
                      <a:pt x="4714" y="1475"/>
                      <a:pt x="4761" y="993"/>
                    </a:cubicBezTo>
                    <a:cubicBezTo>
                      <a:pt x="4761" y="993"/>
                      <a:pt x="4782" y="862"/>
                      <a:pt x="4693" y="773"/>
                    </a:cubicBezTo>
                    <a:cubicBezTo>
                      <a:pt x="4609" y="690"/>
                      <a:pt x="4609" y="752"/>
                      <a:pt x="4258" y="642"/>
                    </a:cubicBezTo>
                    <a:cubicBezTo>
                      <a:pt x="3907" y="533"/>
                      <a:pt x="3714" y="271"/>
                      <a:pt x="2839" y="56"/>
                    </a:cubicBezTo>
                    <a:cubicBezTo>
                      <a:pt x="2675" y="17"/>
                      <a:pt x="2511" y="0"/>
                      <a:pt x="2352" y="0"/>
                    </a:cubicBezTo>
                    <a:close/>
                  </a:path>
                </a:pathLst>
              </a:custGeom>
              <a:solidFill>
                <a:srgbClr val="FFB9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Google Shape;2004;p46">
                <a:extLst>
                  <a:ext uri="{FF2B5EF4-FFF2-40B4-BE49-F238E27FC236}">
                    <a16:creationId xmlns:a16="http://schemas.microsoft.com/office/drawing/2014/main" id="{BD95A340-C732-6BCA-B111-F537BB4F9668}"/>
                  </a:ext>
                </a:extLst>
              </p:cNvPr>
              <p:cNvSpPr/>
              <p:nvPr/>
            </p:nvSpPr>
            <p:spPr>
              <a:xfrm>
                <a:off x="646552" y="1018545"/>
                <a:ext cx="718108" cy="771122"/>
              </a:xfrm>
              <a:custGeom>
                <a:avLst/>
                <a:gdLst/>
                <a:ahLst/>
                <a:cxnLst/>
                <a:rect l="l" t="t" r="r" b="b"/>
                <a:pathLst>
                  <a:path w="5039" h="5411" extrusionOk="0">
                    <a:moveTo>
                      <a:pt x="2179" y="111"/>
                    </a:moveTo>
                    <a:cubicBezTo>
                      <a:pt x="2378" y="111"/>
                      <a:pt x="2572" y="132"/>
                      <a:pt x="2792" y="174"/>
                    </a:cubicBezTo>
                    <a:cubicBezTo>
                      <a:pt x="3646" y="373"/>
                      <a:pt x="3840" y="635"/>
                      <a:pt x="4190" y="766"/>
                    </a:cubicBezTo>
                    <a:cubicBezTo>
                      <a:pt x="4363" y="807"/>
                      <a:pt x="4473" y="828"/>
                      <a:pt x="4515" y="828"/>
                    </a:cubicBezTo>
                    <a:cubicBezTo>
                      <a:pt x="4562" y="849"/>
                      <a:pt x="4562" y="828"/>
                      <a:pt x="4604" y="876"/>
                    </a:cubicBezTo>
                    <a:cubicBezTo>
                      <a:pt x="4667" y="938"/>
                      <a:pt x="4646" y="1048"/>
                      <a:pt x="4646" y="1048"/>
                    </a:cubicBezTo>
                    <a:cubicBezTo>
                      <a:pt x="4604" y="1551"/>
                      <a:pt x="4667" y="2420"/>
                      <a:pt x="4714" y="2923"/>
                    </a:cubicBezTo>
                    <a:cubicBezTo>
                      <a:pt x="4777" y="3405"/>
                      <a:pt x="4908" y="4039"/>
                      <a:pt x="4452" y="4756"/>
                    </a:cubicBezTo>
                    <a:cubicBezTo>
                      <a:pt x="4232" y="5107"/>
                      <a:pt x="3777" y="5280"/>
                      <a:pt x="3253" y="5301"/>
                    </a:cubicBezTo>
                    <a:cubicBezTo>
                      <a:pt x="2729" y="5301"/>
                      <a:pt x="2179" y="5149"/>
                      <a:pt x="1834" y="4887"/>
                    </a:cubicBezTo>
                    <a:cubicBezTo>
                      <a:pt x="1111" y="4321"/>
                      <a:pt x="1048" y="3295"/>
                      <a:pt x="1048" y="3295"/>
                    </a:cubicBezTo>
                    <a:lnTo>
                      <a:pt x="1090" y="3101"/>
                    </a:lnTo>
                    <a:lnTo>
                      <a:pt x="1001" y="3122"/>
                    </a:lnTo>
                    <a:cubicBezTo>
                      <a:pt x="1001" y="3122"/>
                      <a:pt x="896" y="3164"/>
                      <a:pt x="765" y="3164"/>
                    </a:cubicBezTo>
                    <a:cubicBezTo>
                      <a:pt x="608" y="3164"/>
                      <a:pt x="456" y="3164"/>
                      <a:pt x="347" y="3101"/>
                    </a:cubicBezTo>
                    <a:cubicBezTo>
                      <a:pt x="263" y="3033"/>
                      <a:pt x="174" y="2881"/>
                      <a:pt x="153" y="2708"/>
                    </a:cubicBezTo>
                    <a:cubicBezTo>
                      <a:pt x="132" y="2551"/>
                      <a:pt x="174" y="2399"/>
                      <a:pt x="305" y="2316"/>
                    </a:cubicBezTo>
                    <a:cubicBezTo>
                      <a:pt x="391" y="2268"/>
                      <a:pt x="486" y="2251"/>
                      <a:pt x="576" y="2251"/>
                    </a:cubicBezTo>
                    <a:cubicBezTo>
                      <a:pt x="780" y="2251"/>
                      <a:pt x="959" y="2337"/>
                      <a:pt x="959" y="2337"/>
                    </a:cubicBezTo>
                    <a:lnTo>
                      <a:pt x="1069" y="2379"/>
                    </a:lnTo>
                    <a:lnTo>
                      <a:pt x="1048" y="2269"/>
                    </a:lnTo>
                    <a:cubicBezTo>
                      <a:pt x="1048" y="2269"/>
                      <a:pt x="1001" y="1965"/>
                      <a:pt x="959" y="1593"/>
                    </a:cubicBezTo>
                    <a:cubicBezTo>
                      <a:pt x="959" y="1420"/>
                      <a:pt x="938" y="1221"/>
                      <a:pt x="938" y="1048"/>
                    </a:cubicBezTo>
                    <a:cubicBezTo>
                      <a:pt x="938" y="896"/>
                      <a:pt x="959" y="745"/>
                      <a:pt x="1001" y="656"/>
                    </a:cubicBezTo>
                    <a:cubicBezTo>
                      <a:pt x="1069" y="504"/>
                      <a:pt x="1310" y="326"/>
                      <a:pt x="1635" y="221"/>
                    </a:cubicBezTo>
                    <a:cubicBezTo>
                      <a:pt x="1787" y="174"/>
                      <a:pt x="1986" y="132"/>
                      <a:pt x="2179" y="111"/>
                    </a:cubicBezTo>
                    <a:close/>
                    <a:moveTo>
                      <a:pt x="2158" y="1"/>
                    </a:moveTo>
                    <a:cubicBezTo>
                      <a:pt x="1965" y="22"/>
                      <a:pt x="1766" y="64"/>
                      <a:pt x="1593" y="111"/>
                    </a:cubicBezTo>
                    <a:cubicBezTo>
                      <a:pt x="1242" y="221"/>
                      <a:pt x="980" y="415"/>
                      <a:pt x="896" y="614"/>
                    </a:cubicBezTo>
                    <a:cubicBezTo>
                      <a:pt x="849" y="718"/>
                      <a:pt x="828" y="876"/>
                      <a:pt x="828" y="1048"/>
                    </a:cubicBezTo>
                    <a:cubicBezTo>
                      <a:pt x="828" y="1221"/>
                      <a:pt x="828" y="1420"/>
                      <a:pt x="849" y="1593"/>
                    </a:cubicBezTo>
                    <a:cubicBezTo>
                      <a:pt x="870" y="1923"/>
                      <a:pt x="917" y="2138"/>
                      <a:pt x="917" y="2206"/>
                    </a:cubicBezTo>
                    <a:cubicBezTo>
                      <a:pt x="853" y="2178"/>
                      <a:pt x="730" y="2131"/>
                      <a:pt x="582" y="2131"/>
                    </a:cubicBezTo>
                    <a:cubicBezTo>
                      <a:pt x="477" y="2131"/>
                      <a:pt x="359" y="2155"/>
                      <a:pt x="242" y="2227"/>
                    </a:cubicBezTo>
                    <a:cubicBezTo>
                      <a:pt x="64" y="2337"/>
                      <a:pt x="1" y="2530"/>
                      <a:pt x="43" y="2729"/>
                    </a:cubicBezTo>
                    <a:cubicBezTo>
                      <a:pt x="64" y="2923"/>
                      <a:pt x="153" y="3101"/>
                      <a:pt x="305" y="3185"/>
                    </a:cubicBezTo>
                    <a:cubicBezTo>
                      <a:pt x="405" y="3253"/>
                      <a:pt x="530" y="3282"/>
                      <a:pt x="654" y="3282"/>
                    </a:cubicBezTo>
                    <a:cubicBezTo>
                      <a:pt x="691" y="3282"/>
                      <a:pt x="729" y="3279"/>
                      <a:pt x="765" y="3274"/>
                    </a:cubicBezTo>
                    <a:cubicBezTo>
                      <a:pt x="870" y="3274"/>
                      <a:pt x="896" y="3253"/>
                      <a:pt x="938" y="3253"/>
                    </a:cubicBezTo>
                    <a:lnTo>
                      <a:pt x="938" y="3274"/>
                    </a:lnTo>
                    <a:lnTo>
                      <a:pt x="938" y="3295"/>
                    </a:lnTo>
                    <a:cubicBezTo>
                      <a:pt x="938" y="3295"/>
                      <a:pt x="980" y="4384"/>
                      <a:pt x="1766" y="4976"/>
                    </a:cubicBezTo>
                    <a:cubicBezTo>
                      <a:pt x="2138" y="5259"/>
                      <a:pt x="2703" y="5411"/>
                      <a:pt x="3253" y="5411"/>
                    </a:cubicBezTo>
                    <a:cubicBezTo>
                      <a:pt x="3798" y="5390"/>
                      <a:pt x="4300" y="5217"/>
                      <a:pt x="4562" y="4824"/>
                    </a:cubicBezTo>
                    <a:cubicBezTo>
                      <a:pt x="5039" y="4081"/>
                      <a:pt x="4887" y="3384"/>
                      <a:pt x="4824" y="2902"/>
                    </a:cubicBezTo>
                    <a:cubicBezTo>
                      <a:pt x="4777" y="2420"/>
                      <a:pt x="4714" y="1530"/>
                      <a:pt x="4777" y="1048"/>
                    </a:cubicBezTo>
                    <a:lnTo>
                      <a:pt x="4777" y="1048"/>
                    </a:lnTo>
                    <a:lnTo>
                      <a:pt x="4777" y="1069"/>
                    </a:lnTo>
                    <a:cubicBezTo>
                      <a:pt x="4777" y="1069"/>
                      <a:pt x="4798" y="896"/>
                      <a:pt x="4693" y="787"/>
                    </a:cubicBezTo>
                    <a:cubicBezTo>
                      <a:pt x="4625" y="745"/>
                      <a:pt x="4583" y="718"/>
                      <a:pt x="4536" y="718"/>
                    </a:cubicBezTo>
                    <a:cubicBezTo>
                      <a:pt x="4473" y="718"/>
                      <a:pt x="4405" y="697"/>
                      <a:pt x="4232" y="656"/>
                    </a:cubicBezTo>
                    <a:cubicBezTo>
                      <a:pt x="3908" y="546"/>
                      <a:pt x="3688" y="263"/>
                      <a:pt x="2813" y="64"/>
                    </a:cubicBezTo>
                    <a:cubicBezTo>
                      <a:pt x="2598" y="1"/>
                      <a:pt x="2378" y="1"/>
                      <a:pt x="2158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Google Shape;2005;p46">
                <a:extLst>
                  <a:ext uri="{FF2B5EF4-FFF2-40B4-BE49-F238E27FC236}">
                    <a16:creationId xmlns:a16="http://schemas.microsoft.com/office/drawing/2014/main" id="{4C6E7476-C954-557E-5989-AAC17DFAAB1F}"/>
                  </a:ext>
                </a:extLst>
              </p:cNvPr>
              <p:cNvSpPr/>
              <p:nvPr/>
            </p:nvSpPr>
            <p:spPr>
              <a:xfrm>
                <a:off x="565320" y="845249"/>
                <a:ext cx="880712" cy="949402"/>
              </a:xfrm>
              <a:custGeom>
                <a:avLst/>
                <a:gdLst/>
                <a:ahLst/>
                <a:cxnLst/>
                <a:rect l="l" t="t" r="r" b="b"/>
                <a:pathLst>
                  <a:path w="6180" h="6662" extrusionOk="0">
                    <a:moveTo>
                      <a:pt x="3296" y="1"/>
                    </a:moveTo>
                    <a:cubicBezTo>
                      <a:pt x="3200" y="1"/>
                      <a:pt x="3098" y="6"/>
                      <a:pt x="2990" y="18"/>
                    </a:cubicBezTo>
                    <a:cubicBezTo>
                      <a:pt x="1770" y="149"/>
                      <a:pt x="1288" y="782"/>
                      <a:pt x="1288" y="782"/>
                    </a:cubicBezTo>
                    <a:cubicBezTo>
                      <a:pt x="1288" y="782"/>
                      <a:pt x="938" y="404"/>
                      <a:pt x="663" y="404"/>
                    </a:cubicBezTo>
                    <a:cubicBezTo>
                      <a:pt x="577" y="404"/>
                      <a:pt x="498" y="442"/>
                      <a:pt x="440" y="541"/>
                    </a:cubicBezTo>
                    <a:cubicBezTo>
                      <a:pt x="178" y="955"/>
                      <a:pt x="833" y="1390"/>
                      <a:pt x="833" y="1390"/>
                    </a:cubicBezTo>
                    <a:cubicBezTo>
                      <a:pt x="833" y="1390"/>
                      <a:pt x="547" y="1223"/>
                      <a:pt x="336" y="1223"/>
                    </a:cubicBezTo>
                    <a:cubicBezTo>
                      <a:pt x="243" y="1223"/>
                      <a:pt x="165" y="1255"/>
                      <a:pt x="131" y="1348"/>
                    </a:cubicBezTo>
                    <a:cubicBezTo>
                      <a:pt x="0" y="1652"/>
                      <a:pt x="702" y="1872"/>
                      <a:pt x="702" y="1872"/>
                    </a:cubicBezTo>
                    <a:cubicBezTo>
                      <a:pt x="702" y="1872"/>
                      <a:pt x="503" y="2112"/>
                      <a:pt x="503" y="2678"/>
                    </a:cubicBezTo>
                    <a:cubicBezTo>
                      <a:pt x="482" y="3270"/>
                      <a:pt x="744" y="3574"/>
                      <a:pt x="744" y="3574"/>
                    </a:cubicBezTo>
                    <a:cubicBezTo>
                      <a:pt x="744" y="3574"/>
                      <a:pt x="917" y="3422"/>
                      <a:pt x="1116" y="3422"/>
                    </a:cubicBezTo>
                    <a:cubicBezTo>
                      <a:pt x="1288" y="3422"/>
                      <a:pt x="1571" y="3506"/>
                      <a:pt x="1571" y="3506"/>
                    </a:cubicBezTo>
                    <a:cubicBezTo>
                      <a:pt x="1571" y="3506"/>
                      <a:pt x="1770" y="3856"/>
                      <a:pt x="1728" y="4029"/>
                    </a:cubicBezTo>
                    <a:cubicBezTo>
                      <a:pt x="1702" y="4228"/>
                      <a:pt x="1529" y="4422"/>
                      <a:pt x="1529" y="4422"/>
                    </a:cubicBezTo>
                    <a:cubicBezTo>
                      <a:pt x="1529" y="4422"/>
                      <a:pt x="1508" y="4642"/>
                      <a:pt x="1508" y="4752"/>
                    </a:cubicBezTo>
                    <a:cubicBezTo>
                      <a:pt x="1529" y="4841"/>
                      <a:pt x="1660" y="5427"/>
                      <a:pt x="2095" y="5972"/>
                    </a:cubicBezTo>
                    <a:cubicBezTo>
                      <a:pt x="2475" y="6466"/>
                      <a:pt x="3016" y="6662"/>
                      <a:pt x="3592" y="6662"/>
                    </a:cubicBezTo>
                    <a:cubicBezTo>
                      <a:pt x="3682" y="6662"/>
                      <a:pt x="3773" y="6657"/>
                      <a:pt x="3865" y="6648"/>
                    </a:cubicBezTo>
                    <a:cubicBezTo>
                      <a:pt x="4561" y="6606"/>
                      <a:pt x="5001" y="6454"/>
                      <a:pt x="5305" y="5799"/>
                    </a:cubicBezTo>
                    <a:cubicBezTo>
                      <a:pt x="5609" y="5124"/>
                      <a:pt x="5478" y="4511"/>
                      <a:pt x="5436" y="4448"/>
                    </a:cubicBezTo>
                    <a:cubicBezTo>
                      <a:pt x="5394" y="4380"/>
                      <a:pt x="5237" y="4228"/>
                      <a:pt x="4609" y="4160"/>
                    </a:cubicBezTo>
                    <a:cubicBezTo>
                      <a:pt x="4559" y="4155"/>
                      <a:pt x="4507" y="4153"/>
                      <a:pt x="4454" y="4153"/>
                    </a:cubicBezTo>
                    <a:cubicBezTo>
                      <a:pt x="3945" y="4153"/>
                      <a:pt x="3279" y="4348"/>
                      <a:pt x="2882" y="4348"/>
                    </a:cubicBezTo>
                    <a:cubicBezTo>
                      <a:pt x="2769" y="4348"/>
                      <a:pt x="2678" y="4332"/>
                      <a:pt x="2618" y="4291"/>
                    </a:cubicBezTo>
                    <a:cubicBezTo>
                      <a:pt x="2336" y="4097"/>
                      <a:pt x="2294" y="2720"/>
                      <a:pt x="2226" y="2505"/>
                    </a:cubicBezTo>
                    <a:cubicBezTo>
                      <a:pt x="2163" y="2306"/>
                      <a:pt x="2294" y="2196"/>
                      <a:pt x="2488" y="2092"/>
                    </a:cubicBezTo>
                    <a:cubicBezTo>
                      <a:pt x="2580" y="2045"/>
                      <a:pt x="2725" y="1999"/>
                      <a:pt x="2922" y="1999"/>
                    </a:cubicBezTo>
                    <a:cubicBezTo>
                      <a:pt x="3104" y="1999"/>
                      <a:pt x="3331" y="2039"/>
                      <a:pt x="3603" y="2154"/>
                    </a:cubicBezTo>
                    <a:cubicBezTo>
                      <a:pt x="4012" y="2328"/>
                      <a:pt x="4614" y="2410"/>
                      <a:pt x="5000" y="2410"/>
                    </a:cubicBezTo>
                    <a:cubicBezTo>
                      <a:pt x="5149" y="2410"/>
                      <a:pt x="5265" y="2398"/>
                      <a:pt x="5326" y="2374"/>
                    </a:cubicBezTo>
                    <a:cubicBezTo>
                      <a:pt x="5525" y="2264"/>
                      <a:pt x="5499" y="2023"/>
                      <a:pt x="5499" y="2023"/>
                    </a:cubicBezTo>
                    <a:cubicBezTo>
                      <a:pt x="5499" y="2023"/>
                      <a:pt x="6180" y="1500"/>
                      <a:pt x="5787" y="887"/>
                    </a:cubicBezTo>
                    <a:cubicBezTo>
                      <a:pt x="5609" y="672"/>
                      <a:pt x="5284" y="824"/>
                      <a:pt x="4954" y="672"/>
                    </a:cubicBezTo>
                    <a:cubicBezTo>
                      <a:pt x="4659" y="553"/>
                      <a:pt x="4268" y="1"/>
                      <a:pt x="3296" y="1"/>
                    </a:cubicBezTo>
                    <a:close/>
                  </a:path>
                </a:pathLst>
              </a:custGeom>
              <a:solidFill>
                <a:srgbClr val="356B9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Google Shape;2006;p46">
                <a:extLst>
                  <a:ext uri="{FF2B5EF4-FFF2-40B4-BE49-F238E27FC236}">
                    <a16:creationId xmlns:a16="http://schemas.microsoft.com/office/drawing/2014/main" id="{31895C38-F795-1491-C2DB-CD291610110D}"/>
                  </a:ext>
                </a:extLst>
              </p:cNvPr>
              <p:cNvSpPr/>
              <p:nvPr/>
            </p:nvSpPr>
            <p:spPr>
              <a:xfrm>
                <a:off x="572018" y="835701"/>
                <a:ext cx="855345" cy="968355"/>
              </a:xfrm>
              <a:custGeom>
                <a:avLst/>
                <a:gdLst/>
                <a:ahLst/>
                <a:cxnLst/>
                <a:rect l="l" t="t" r="r" b="b"/>
                <a:pathLst>
                  <a:path w="6002" h="6795" extrusionOk="0">
                    <a:moveTo>
                      <a:pt x="3187" y="118"/>
                    </a:moveTo>
                    <a:cubicBezTo>
                      <a:pt x="3646" y="118"/>
                      <a:pt x="3972" y="220"/>
                      <a:pt x="4232" y="368"/>
                    </a:cubicBezTo>
                    <a:cubicBezTo>
                      <a:pt x="4514" y="519"/>
                      <a:pt x="4713" y="718"/>
                      <a:pt x="4886" y="802"/>
                    </a:cubicBezTo>
                    <a:cubicBezTo>
                      <a:pt x="5059" y="870"/>
                      <a:pt x="5237" y="870"/>
                      <a:pt x="5368" y="870"/>
                    </a:cubicBezTo>
                    <a:cubicBezTo>
                      <a:pt x="5520" y="891"/>
                      <a:pt x="5609" y="912"/>
                      <a:pt x="5693" y="1001"/>
                    </a:cubicBezTo>
                    <a:cubicBezTo>
                      <a:pt x="5871" y="1284"/>
                      <a:pt x="5803" y="1525"/>
                      <a:pt x="5693" y="1719"/>
                    </a:cubicBezTo>
                    <a:cubicBezTo>
                      <a:pt x="5583" y="1939"/>
                      <a:pt x="5410" y="2049"/>
                      <a:pt x="5410" y="2049"/>
                    </a:cubicBezTo>
                    <a:lnTo>
                      <a:pt x="5389" y="2070"/>
                    </a:lnTo>
                    <a:lnTo>
                      <a:pt x="5389" y="2111"/>
                    </a:lnTo>
                    <a:cubicBezTo>
                      <a:pt x="5389" y="2111"/>
                      <a:pt x="5410" y="2310"/>
                      <a:pt x="5237" y="2373"/>
                    </a:cubicBezTo>
                    <a:cubicBezTo>
                      <a:pt x="5216" y="2394"/>
                      <a:pt x="5127" y="2420"/>
                      <a:pt x="4996" y="2420"/>
                    </a:cubicBezTo>
                    <a:cubicBezTo>
                      <a:pt x="4865" y="2420"/>
                      <a:pt x="4713" y="2420"/>
                      <a:pt x="4562" y="2394"/>
                    </a:cubicBezTo>
                    <a:cubicBezTo>
                      <a:pt x="4232" y="2352"/>
                      <a:pt x="3839" y="2289"/>
                      <a:pt x="3577" y="2159"/>
                    </a:cubicBezTo>
                    <a:cubicBezTo>
                      <a:pt x="3299" y="2044"/>
                      <a:pt x="3064" y="2003"/>
                      <a:pt x="2873" y="2003"/>
                    </a:cubicBezTo>
                    <a:cubicBezTo>
                      <a:pt x="2661" y="2003"/>
                      <a:pt x="2503" y="2054"/>
                      <a:pt x="2399" y="2111"/>
                    </a:cubicBezTo>
                    <a:cubicBezTo>
                      <a:pt x="2310" y="2179"/>
                      <a:pt x="2226" y="2221"/>
                      <a:pt x="2179" y="2289"/>
                    </a:cubicBezTo>
                    <a:cubicBezTo>
                      <a:pt x="2116" y="2373"/>
                      <a:pt x="2095" y="2483"/>
                      <a:pt x="2137" y="2593"/>
                    </a:cubicBezTo>
                    <a:cubicBezTo>
                      <a:pt x="2137" y="2635"/>
                      <a:pt x="2158" y="2766"/>
                      <a:pt x="2179" y="2918"/>
                    </a:cubicBezTo>
                    <a:cubicBezTo>
                      <a:pt x="2205" y="3096"/>
                      <a:pt x="2226" y="3290"/>
                      <a:pt x="2247" y="3489"/>
                    </a:cubicBezTo>
                    <a:cubicBezTo>
                      <a:pt x="2268" y="3682"/>
                      <a:pt x="2310" y="3881"/>
                      <a:pt x="2357" y="4033"/>
                    </a:cubicBezTo>
                    <a:cubicBezTo>
                      <a:pt x="2399" y="4206"/>
                      <a:pt x="2441" y="4337"/>
                      <a:pt x="2530" y="4405"/>
                    </a:cubicBezTo>
                    <a:cubicBezTo>
                      <a:pt x="2612" y="4452"/>
                      <a:pt x="2695" y="4476"/>
                      <a:pt x="2795" y="4476"/>
                    </a:cubicBezTo>
                    <a:cubicBezTo>
                      <a:pt x="2828" y="4476"/>
                      <a:pt x="2863" y="4473"/>
                      <a:pt x="2901" y="4468"/>
                    </a:cubicBezTo>
                    <a:cubicBezTo>
                      <a:pt x="3053" y="4468"/>
                      <a:pt x="3252" y="4447"/>
                      <a:pt x="3425" y="4405"/>
                    </a:cubicBezTo>
                    <a:cubicBezTo>
                      <a:pt x="3745" y="4350"/>
                      <a:pt x="4078" y="4284"/>
                      <a:pt x="4355" y="4284"/>
                    </a:cubicBezTo>
                    <a:cubicBezTo>
                      <a:pt x="4418" y="4284"/>
                      <a:pt x="4479" y="4287"/>
                      <a:pt x="4535" y="4295"/>
                    </a:cubicBezTo>
                    <a:cubicBezTo>
                      <a:pt x="5190" y="4337"/>
                      <a:pt x="5321" y="4489"/>
                      <a:pt x="5347" y="4536"/>
                    </a:cubicBezTo>
                    <a:lnTo>
                      <a:pt x="5347" y="4578"/>
                    </a:lnTo>
                    <a:cubicBezTo>
                      <a:pt x="5347" y="4599"/>
                      <a:pt x="5368" y="4620"/>
                      <a:pt x="5368" y="4667"/>
                    </a:cubicBezTo>
                    <a:cubicBezTo>
                      <a:pt x="5389" y="4730"/>
                      <a:pt x="5389" y="4840"/>
                      <a:pt x="5389" y="4971"/>
                    </a:cubicBezTo>
                    <a:cubicBezTo>
                      <a:pt x="5389" y="5212"/>
                      <a:pt x="5347" y="5515"/>
                      <a:pt x="5190" y="5845"/>
                    </a:cubicBezTo>
                    <a:cubicBezTo>
                      <a:pt x="5059" y="6149"/>
                      <a:pt x="4886" y="6348"/>
                      <a:pt x="4645" y="6479"/>
                    </a:cubicBezTo>
                    <a:cubicBezTo>
                      <a:pt x="4431" y="6584"/>
                      <a:pt x="4169" y="6631"/>
                      <a:pt x="3818" y="6673"/>
                    </a:cubicBezTo>
                    <a:cubicBezTo>
                      <a:pt x="3733" y="6681"/>
                      <a:pt x="3649" y="6686"/>
                      <a:pt x="3565" y="6686"/>
                    </a:cubicBezTo>
                    <a:cubicBezTo>
                      <a:pt x="2986" y="6686"/>
                      <a:pt x="2457" y="6476"/>
                      <a:pt x="2095" y="6018"/>
                    </a:cubicBezTo>
                    <a:cubicBezTo>
                      <a:pt x="1875" y="5735"/>
                      <a:pt x="1723" y="5474"/>
                      <a:pt x="1634" y="5233"/>
                    </a:cubicBezTo>
                    <a:cubicBezTo>
                      <a:pt x="1550" y="5013"/>
                      <a:pt x="1524" y="4840"/>
                      <a:pt x="1524" y="4798"/>
                    </a:cubicBezTo>
                    <a:cubicBezTo>
                      <a:pt x="1503" y="4709"/>
                      <a:pt x="1524" y="4515"/>
                      <a:pt x="1524" y="4515"/>
                    </a:cubicBezTo>
                    <a:cubicBezTo>
                      <a:pt x="1550" y="4489"/>
                      <a:pt x="1702" y="4316"/>
                      <a:pt x="1744" y="4122"/>
                    </a:cubicBezTo>
                    <a:cubicBezTo>
                      <a:pt x="1765" y="3991"/>
                      <a:pt x="1723" y="3861"/>
                      <a:pt x="1681" y="3751"/>
                    </a:cubicBezTo>
                    <a:cubicBezTo>
                      <a:pt x="1613" y="3641"/>
                      <a:pt x="1571" y="3531"/>
                      <a:pt x="1571" y="3531"/>
                    </a:cubicBezTo>
                    <a:lnTo>
                      <a:pt x="1550" y="3510"/>
                    </a:lnTo>
                    <a:cubicBezTo>
                      <a:pt x="1550" y="3510"/>
                      <a:pt x="1320" y="3438"/>
                      <a:pt x="1132" y="3438"/>
                    </a:cubicBezTo>
                    <a:cubicBezTo>
                      <a:pt x="1110" y="3438"/>
                      <a:pt x="1089" y="3439"/>
                      <a:pt x="1069" y="3442"/>
                    </a:cubicBezTo>
                    <a:cubicBezTo>
                      <a:pt x="870" y="3442"/>
                      <a:pt x="765" y="3531"/>
                      <a:pt x="718" y="3573"/>
                    </a:cubicBezTo>
                    <a:cubicBezTo>
                      <a:pt x="697" y="3531"/>
                      <a:pt x="503" y="3269"/>
                      <a:pt x="503" y="2745"/>
                    </a:cubicBezTo>
                    <a:cubicBezTo>
                      <a:pt x="503" y="2462"/>
                      <a:pt x="566" y="2263"/>
                      <a:pt x="608" y="2159"/>
                    </a:cubicBezTo>
                    <a:cubicBezTo>
                      <a:pt x="655" y="2028"/>
                      <a:pt x="697" y="1980"/>
                      <a:pt x="697" y="1980"/>
                    </a:cubicBezTo>
                    <a:lnTo>
                      <a:pt x="739" y="1918"/>
                    </a:lnTo>
                    <a:lnTo>
                      <a:pt x="676" y="1897"/>
                    </a:lnTo>
                    <a:cubicBezTo>
                      <a:pt x="676" y="1897"/>
                      <a:pt x="503" y="1829"/>
                      <a:pt x="346" y="1740"/>
                    </a:cubicBezTo>
                    <a:cubicBezTo>
                      <a:pt x="283" y="1698"/>
                      <a:pt x="215" y="1635"/>
                      <a:pt x="173" y="1588"/>
                    </a:cubicBezTo>
                    <a:cubicBezTo>
                      <a:pt x="131" y="1525"/>
                      <a:pt x="110" y="1478"/>
                      <a:pt x="131" y="1436"/>
                    </a:cubicBezTo>
                    <a:cubicBezTo>
                      <a:pt x="152" y="1373"/>
                      <a:pt x="194" y="1347"/>
                      <a:pt x="241" y="1347"/>
                    </a:cubicBezTo>
                    <a:cubicBezTo>
                      <a:pt x="304" y="1347"/>
                      <a:pt x="393" y="1347"/>
                      <a:pt x="456" y="1373"/>
                    </a:cubicBezTo>
                    <a:cubicBezTo>
                      <a:pt x="608" y="1436"/>
                      <a:pt x="765" y="1504"/>
                      <a:pt x="765" y="1504"/>
                    </a:cubicBezTo>
                    <a:lnTo>
                      <a:pt x="828" y="1415"/>
                    </a:lnTo>
                    <a:cubicBezTo>
                      <a:pt x="828" y="1415"/>
                      <a:pt x="655" y="1305"/>
                      <a:pt x="545" y="1153"/>
                    </a:cubicBezTo>
                    <a:cubicBezTo>
                      <a:pt x="477" y="1064"/>
                      <a:pt x="414" y="980"/>
                      <a:pt x="393" y="891"/>
                    </a:cubicBezTo>
                    <a:cubicBezTo>
                      <a:pt x="372" y="802"/>
                      <a:pt x="372" y="718"/>
                      <a:pt x="435" y="629"/>
                    </a:cubicBezTo>
                    <a:cubicBezTo>
                      <a:pt x="477" y="540"/>
                      <a:pt x="545" y="519"/>
                      <a:pt x="634" y="519"/>
                    </a:cubicBezTo>
                    <a:cubicBezTo>
                      <a:pt x="697" y="519"/>
                      <a:pt x="786" y="561"/>
                      <a:pt x="870" y="608"/>
                    </a:cubicBezTo>
                    <a:cubicBezTo>
                      <a:pt x="1048" y="718"/>
                      <a:pt x="1199" y="870"/>
                      <a:pt x="1199" y="870"/>
                    </a:cubicBezTo>
                    <a:lnTo>
                      <a:pt x="1241" y="933"/>
                    </a:lnTo>
                    <a:lnTo>
                      <a:pt x="1288" y="870"/>
                    </a:lnTo>
                    <a:cubicBezTo>
                      <a:pt x="1288" y="870"/>
                      <a:pt x="1393" y="718"/>
                      <a:pt x="1655" y="561"/>
                    </a:cubicBezTo>
                    <a:cubicBezTo>
                      <a:pt x="1917" y="388"/>
                      <a:pt x="2336" y="195"/>
                      <a:pt x="2943" y="127"/>
                    </a:cubicBezTo>
                    <a:cubicBezTo>
                      <a:pt x="3029" y="121"/>
                      <a:pt x="3110" y="118"/>
                      <a:pt x="3187" y="118"/>
                    </a:cubicBezTo>
                    <a:close/>
                    <a:moveTo>
                      <a:pt x="3234" y="1"/>
                    </a:moveTo>
                    <a:cubicBezTo>
                      <a:pt x="3136" y="1"/>
                      <a:pt x="3033" y="6"/>
                      <a:pt x="2922" y="17"/>
                    </a:cubicBezTo>
                    <a:cubicBezTo>
                      <a:pt x="2310" y="85"/>
                      <a:pt x="1875" y="278"/>
                      <a:pt x="1592" y="457"/>
                    </a:cubicBezTo>
                    <a:cubicBezTo>
                      <a:pt x="1351" y="608"/>
                      <a:pt x="1262" y="739"/>
                      <a:pt x="1241" y="760"/>
                    </a:cubicBezTo>
                    <a:cubicBezTo>
                      <a:pt x="1199" y="739"/>
                      <a:pt x="1110" y="629"/>
                      <a:pt x="938" y="519"/>
                    </a:cubicBezTo>
                    <a:cubicBezTo>
                      <a:pt x="849" y="457"/>
                      <a:pt x="739" y="409"/>
                      <a:pt x="634" y="409"/>
                    </a:cubicBezTo>
                    <a:cubicBezTo>
                      <a:pt x="524" y="409"/>
                      <a:pt x="414" y="457"/>
                      <a:pt x="346" y="561"/>
                    </a:cubicBezTo>
                    <a:cubicBezTo>
                      <a:pt x="262" y="692"/>
                      <a:pt x="262" y="802"/>
                      <a:pt x="283" y="933"/>
                    </a:cubicBezTo>
                    <a:cubicBezTo>
                      <a:pt x="304" y="1043"/>
                      <a:pt x="372" y="1132"/>
                      <a:pt x="456" y="1216"/>
                    </a:cubicBezTo>
                    <a:cubicBezTo>
                      <a:pt x="470" y="1248"/>
                      <a:pt x="475" y="1249"/>
                      <a:pt x="484" y="1259"/>
                    </a:cubicBezTo>
                    <a:lnTo>
                      <a:pt x="484" y="1259"/>
                    </a:lnTo>
                    <a:cubicBezTo>
                      <a:pt x="428" y="1245"/>
                      <a:pt x="372" y="1231"/>
                      <a:pt x="318" y="1231"/>
                    </a:cubicBezTo>
                    <a:cubicBezTo>
                      <a:pt x="292" y="1231"/>
                      <a:pt x="266" y="1234"/>
                      <a:pt x="241" y="1242"/>
                    </a:cubicBezTo>
                    <a:cubicBezTo>
                      <a:pt x="152" y="1242"/>
                      <a:pt x="63" y="1305"/>
                      <a:pt x="21" y="1394"/>
                    </a:cubicBezTo>
                    <a:cubicBezTo>
                      <a:pt x="0" y="1478"/>
                      <a:pt x="21" y="1588"/>
                      <a:pt x="63" y="1656"/>
                    </a:cubicBezTo>
                    <a:cubicBezTo>
                      <a:pt x="131" y="1719"/>
                      <a:pt x="215" y="1787"/>
                      <a:pt x="283" y="1829"/>
                    </a:cubicBezTo>
                    <a:cubicBezTo>
                      <a:pt x="435" y="1918"/>
                      <a:pt x="524" y="1960"/>
                      <a:pt x="566" y="1980"/>
                    </a:cubicBezTo>
                    <a:cubicBezTo>
                      <a:pt x="545" y="2001"/>
                      <a:pt x="545" y="2028"/>
                      <a:pt x="503" y="2111"/>
                    </a:cubicBezTo>
                    <a:cubicBezTo>
                      <a:pt x="456" y="2242"/>
                      <a:pt x="393" y="2441"/>
                      <a:pt x="393" y="2745"/>
                    </a:cubicBezTo>
                    <a:cubicBezTo>
                      <a:pt x="372" y="3337"/>
                      <a:pt x="655" y="3682"/>
                      <a:pt x="655" y="3682"/>
                    </a:cubicBezTo>
                    <a:lnTo>
                      <a:pt x="697" y="3730"/>
                    </a:lnTo>
                    <a:lnTo>
                      <a:pt x="739" y="3682"/>
                    </a:lnTo>
                    <a:cubicBezTo>
                      <a:pt x="739" y="3682"/>
                      <a:pt x="896" y="3552"/>
                      <a:pt x="1069" y="3552"/>
                    </a:cubicBezTo>
                    <a:cubicBezTo>
                      <a:pt x="1220" y="3552"/>
                      <a:pt x="1461" y="3620"/>
                      <a:pt x="1482" y="3620"/>
                    </a:cubicBezTo>
                    <a:cubicBezTo>
                      <a:pt x="1503" y="3641"/>
                      <a:pt x="1524" y="3682"/>
                      <a:pt x="1571" y="3792"/>
                    </a:cubicBezTo>
                    <a:cubicBezTo>
                      <a:pt x="1613" y="3902"/>
                      <a:pt x="1634" y="4033"/>
                      <a:pt x="1634" y="4096"/>
                    </a:cubicBezTo>
                    <a:cubicBezTo>
                      <a:pt x="1592" y="4253"/>
                      <a:pt x="1440" y="4447"/>
                      <a:pt x="1440" y="4447"/>
                    </a:cubicBezTo>
                    <a:lnTo>
                      <a:pt x="1419" y="4468"/>
                    </a:lnTo>
                    <a:lnTo>
                      <a:pt x="1419" y="4489"/>
                    </a:lnTo>
                    <a:cubicBezTo>
                      <a:pt x="1419" y="4489"/>
                      <a:pt x="1393" y="4688"/>
                      <a:pt x="1393" y="4819"/>
                    </a:cubicBezTo>
                    <a:cubicBezTo>
                      <a:pt x="1419" y="4882"/>
                      <a:pt x="1440" y="5060"/>
                      <a:pt x="1550" y="5275"/>
                    </a:cubicBezTo>
                    <a:cubicBezTo>
                      <a:pt x="1634" y="5515"/>
                      <a:pt x="1765" y="5798"/>
                      <a:pt x="2006" y="6086"/>
                    </a:cubicBezTo>
                    <a:cubicBezTo>
                      <a:pt x="2412" y="6584"/>
                      <a:pt x="2968" y="6794"/>
                      <a:pt x="3571" y="6794"/>
                    </a:cubicBezTo>
                    <a:cubicBezTo>
                      <a:pt x="3652" y="6794"/>
                      <a:pt x="3735" y="6790"/>
                      <a:pt x="3818" y="6783"/>
                    </a:cubicBezTo>
                    <a:cubicBezTo>
                      <a:pt x="4169" y="6762"/>
                      <a:pt x="4472" y="6694"/>
                      <a:pt x="4713" y="6563"/>
                    </a:cubicBezTo>
                    <a:cubicBezTo>
                      <a:pt x="4954" y="6432"/>
                      <a:pt x="5148" y="6217"/>
                      <a:pt x="5300" y="5887"/>
                    </a:cubicBezTo>
                    <a:cubicBezTo>
                      <a:pt x="5452" y="5536"/>
                      <a:pt x="5499" y="5212"/>
                      <a:pt x="5499" y="4971"/>
                    </a:cubicBezTo>
                    <a:cubicBezTo>
                      <a:pt x="5499" y="4840"/>
                      <a:pt x="5499" y="4730"/>
                      <a:pt x="5478" y="4646"/>
                    </a:cubicBezTo>
                    <a:cubicBezTo>
                      <a:pt x="5478" y="4599"/>
                      <a:pt x="5478" y="4578"/>
                      <a:pt x="5452" y="4536"/>
                    </a:cubicBezTo>
                    <a:cubicBezTo>
                      <a:pt x="5452" y="4515"/>
                      <a:pt x="5452" y="4489"/>
                      <a:pt x="5431" y="4489"/>
                    </a:cubicBezTo>
                    <a:cubicBezTo>
                      <a:pt x="5389" y="4405"/>
                      <a:pt x="5216" y="4227"/>
                      <a:pt x="4562" y="4164"/>
                    </a:cubicBezTo>
                    <a:cubicBezTo>
                      <a:pt x="4524" y="4162"/>
                      <a:pt x="4486" y="4161"/>
                      <a:pt x="4447" y="4161"/>
                    </a:cubicBezTo>
                    <a:cubicBezTo>
                      <a:pt x="4123" y="4161"/>
                      <a:pt x="3755" y="4234"/>
                      <a:pt x="3404" y="4295"/>
                    </a:cubicBezTo>
                    <a:cubicBezTo>
                      <a:pt x="3226" y="4316"/>
                      <a:pt x="3053" y="4358"/>
                      <a:pt x="2901" y="4358"/>
                    </a:cubicBezTo>
                    <a:cubicBezTo>
                      <a:pt x="2770" y="4358"/>
                      <a:pt x="2661" y="4358"/>
                      <a:pt x="2619" y="4316"/>
                    </a:cubicBezTo>
                    <a:cubicBezTo>
                      <a:pt x="2551" y="4274"/>
                      <a:pt x="2509" y="4164"/>
                      <a:pt x="2467" y="4012"/>
                    </a:cubicBezTo>
                    <a:cubicBezTo>
                      <a:pt x="2420" y="3861"/>
                      <a:pt x="2378" y="3662"/>
                      <a:pt x="2357" y="3468"/>
                    </a:cubicBezTo>
                    <a:cubicBezTo>
                      <a:pt x="2336" y="3269"/>
                      <a:pt x="2310" y="3075"/>
                      <a:pt x="2289" y="2918"/>
                    </a:cubicBezTo>
                    <a:cubicBezTo>
                      <a:pt x="2268" y="2745"/>
                      <a:pt x="2247" y="2635"/>
                      <a:pt x="2247" y="2572"/>
                    </a:cubicBezTo>
                    <a:cubicBezTo>
                      <a:pt x="2205" y="2462"/>
                      <a:pt x="2226" y="2420"/>
                      <a:pt x="2268" y="2373"/>
                    </a:cubicBezTo>
                    <a:cubicBezTo>
                      <a:pt x="2310" y="2310"/>
                      <a:pt x="2378" y="2263"/>
                      <a:pt x="2467" y="2221"/>
                    </a:cubicBezTo>
                    <a:cubicBezTo>
                      <a:pt x="2550" y="2173"/>
                      <a:pt x="2690" y="2119"/>
                      <a:pt x="2894" y="2119"/>
                    </a:cubicBezTo>
                    <a:cubicBezTo>
                      <a:pt x="3063" y="2119"/>
                      <a:pt x="3276" y="2156"/>
                      <a:pt x="3535" y="2263"/>
                    </a:cubicBezTo>
                    <a:cubicBezTo>
                      <a:pt x="3818" y="2394"/>
                      <a:pt x="4211" y="2462"/>
                      <a:pt x="4535" y="2504"/>
                    </a:cubicBezTo>
                    <a:cubicBezTo>
                      <a:pt x="4713" y="2525"/>
                      <a:pt x="4865" y="2525"/>
                      <a:pt x="4996" y="2525"/>
                    </a:cubicBezTo>
                    <a:cubicBezTo>
                      <a:pt x="5127" y="2525"/>
                      <a:pt x="5237" y="2504"/>
                      <a:pt x="5300" y="2483"/>
                    </a:cubicBezTo>
                    <a:cubicBezTo>
                      <a:pt x="5499" y="2373"/>
                      <a:pt x="5499" y="2159"/>
                      <a:pt x="5499" y="2111"/>
                    </a:cubicBezTo>
                    <a:cubicBezTo>
                      <a:pt x="5520" y="2111"/>
                      <a:pt x="5672" y="2001"/>
                      <a:pt x="5803" y="1787"/>
                    </a:cubicBezTo>
                    <a:cubicBezTo>
                      <a:pt x="5934" y="1567"/>
                      <a:pt x="6002" y="1263"/>
                      <a:pt x="5782" y="912"/>
                    </a:cubicBezTo>
                    <a:cubicBezTo>
                      <a:pt x="5672" y="802"/>
                      <a:pt x="5520" y="781"/>
                      <a:pt x="5389" y="760"/>
                    </a:cubicBezTo>
                    <a:cubicBezTo>
                      <a:pt x="5237" y="760"/>
                      <a:pt x="5085" y="760"/>
                      <a:pt x="4928" y="692"/>
                    </a:cubicBezTo>
                    <a:cubicBezTo>
                      <a:pt x="4776" y="629"/>
                      <a:pt x="4582" y="430"/>
                      <a:pt x="4273" y="258"/>
                    </a:cubicBezTo>
                    <a:cubicBezTo>
                      <a:pt x="4023" y="115"/>
                      <a:pt x="3697" y="1"/>
                      <a:pt x="3234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Google Shape;2007;p46">
                <a:extLst>
                  <a:ext uri="{FF2B5EF4-FFF2-40B4-BE49-F238E27FC236}">
                    <a16:creationId xmlns:a16="http://schemas.microsoft.com/office/drawing/2014/main" id="{5DEC7399-006C-553F-B812-D08B6BB6D925}"/>
                  </a:ext>
                </a:extLst>
              </p:cNvPr>
              <p:cNvSpPr/>
              <p:nvPr/>
            </p:nvSpPr>
            <p:spPr>
              <a:xfrm>
                <a:off x="954095" y="1201960"/>
                <a:ext cx="129684" cy="66410"/>
              </a:xfrm>
              <a:custGeom>
                <a:avLst/>
                <a:gdLst/>
                <a:ahLst/>
                <a:cxnLst/>
                <a:rect l="l" t="t" r="r" b="b"/>
                <a:pathLst>
                  <a:path w="910" h="466" extrusionOk="0">
                    <a:moveTo>
                      <a:pt x="653" y="0"/>
                    </a:moveTo>
                    <a:cubicBezTo>
                      <a:pt x="640" y="0"/>
                      <a:pt x="627" y="1"/>
                      <a:pt x="613" y="2"/>
                    </a:cubicBezTo>
                    <a:cubicBezTo>
                      <a:pt x="372" y="2"/>
                      <a:pt x="89" y="65"/>
                      <a:pt x="48" y="112"/>
                    </a:cubicBezTo>
                    <a:cubicBezTo>
                      <a:pt x="0" y="154"/>
                      <a:pt x="69" y="306"/>
                      <a:pt x="69" y="306"/>
                    </a:cubicBezTo>
                    <a:cubicBezTo>
                      <a:pt x="97" y="396"/>
                      <a:pt x="138" y="466"/>
                      <a:pt x="217" y="466"/>
                    </a:cubicBezTo>
                    <a:cubicBezTo>
                      <a:pt x="253" y="466"/>
                      <a:pt x="297" y="451"/>
                      <a:pt x="351" y="416"/>
                    </a:cubicBezTo>
                    <a:cubicBezTo>
                      <a:pt x="431" y="347"/>
                      <a:pt x="517" y="320"/>
                      <a:pt x="596" y="320"/>
                    </a:cubicBezTo>
                    <a:cubicBezTo>
                      <a:pt x="668" y="320"/>
                      <a:pt x="734" y="342"/>
                      <a:pt x="786" y="374"/>
                    </a:cubicBezTo>
                    <a:cubicBezTo>
                      <a:pt x="810" y="386"/>
                      <a:pt x="829" y="391"/>
                      <a:pt x="844" y="391"/>
                    </a:cubicBezTo>
                    <a:cubicBezTo>
                      <a:pt x="910" y="391"/>
                      <a:pt x="896" y="290"/>
                      <a:pt x="896" y="217"/>
                    </a:cubicBezTo>
                    <a:cubicBezTo>
                      <a:pt x="896" y="139"/>
                      <a:pt x="841" y="0"/>
                      <a:pt x="653" y="0"/>
                    </a:cubicBezTo>
                    <a:close/>
                  </a:path>
                </a:pathLst>
              </a:custGeom>
              <a:solidFill>
                <a:srgbClr val="356B9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Google Shape;2008;p46">
                <a:extLst>
                  <a:ext uri="{FF2B5EF4-FFF2-40B4-BE49-F238E27FC236}">
                    <a16:creationId xmlns:a16="http://schemas.microsoft.com/office/drawing/2014/main" id="{8CA66E71-69FE-98F7-AA4B-CDD399A8CC88}"/>
                  </a:ext>
                </a:extLst>
              </p:cNvPr>
              <p:cNvSpPr/>
              <p:nvPr/>
            </p:nvSpPr>
            <p:spPr>
              <a:xfrm>
                <a:off x="948110" y="1192554"/>
                <a:ext cx="143508" cy="84366"/>
              </a:xfrm>
              <a:custGeom>
                <a:avLst/>
                <a:gdLst/>
                <a:ahLst/>
                <a:cxnLst/>
                <a:rect l="l" t="t" r="r" b="b"/>
                <a:pathLst>
                  <a:path w="1007" h="592" extrusionOk="0">
                    <a:moveTo>
                      <a:pt x="655" y="110"/>
                    </a:moveTo>
                    <a:cubicBezTo>
                      <a:pt x="765" y="110"/>
                      <a:pt x="807" y="131"/>
                      <a:pt x="849" y="178"/>
                    </a:cubicBezTo>
                    <a:cubicBezTo>
                      <a:pt x="875" y="199"/>
                      <a:pt x="896" y="241"/>
                      <a:pt x="896" y="283"/>
                    </a:cubicBezTo>
                    <a:cubicBezTo>
                      <a:pt x="896" y="330"/>
                      <a:pt x="896" y="372"/>
                      <a:pt x="875" y="393"/>
                    </a:cubicBezTo>
                    <a:cubicBezTo>
                      <a:pt x="817" y="356"/>
                      <a:pt x="741" y="335"/>
                      <a:pt x="660" y="335"/>
                    </a:cubicBezTo>
                    <a:cubicBezTo>
                      <a:pt x="558" y="335"/>
                      <a:pt x="447" y="367"/>
                      <a:pt x="351" y="440"/>
                    </a:cubicBezTo>
                    <a:cubicBezTo>
                      <a:pt x="325" y="461"/>
                      <a:pt x="283" y="461"/>
                      <a:pt x="262" y="482"/>
                    </a:cubicBezTo>
                    <a:cubicBezTo>
                      <a:pt x="262" y="482"/>
                      <a:pt x="241" y="482"/>
                      <a:pt x="241" y="461"/>
                    </a:cubicBezTo>
                    <a:cubicBezTo>
                      <a:pt x="221" y="461"/>
                      <a:pt x="173" y="414"/>
                      <a:pt x="152" y="351"/>
                    </a:cubicBezTo>
                    <a:lnTo>
                      <a:pt x="152" y="330"/>
                    </a:lnTo>
                    <a:cubicBezTo>
                      <a:pt x="152" y="330"/>
                      <a:pt x="131" y="309"/>
                      <a:pt x="131" y="262"/>
                    </a:cubicBezTo>
                    <a:lnTo>
                      <a:pt x="131" y="220"/>
                    </a:lnTo>
                    <a:cubicBezTo>
                      <a:pt x="111" y="220"/>
                      <a:pt x="131" y="199"/>
                      <a:pt x="173" y="199"/>
                    </a:cubicBezTo>
                    <a:cubicBezTo>
                      <a:pt x="221" y="178"/>
                      <a:pt x="262" y="178"/>
                      <a:pt x="304" y="152"/>
                    </a:cubicBezTo>
                    <a:cubicBezTo>
                      <a:pt x="414" y="131"/>
                      <a:pt x="524" y="110"/>
                      <a:pt x="655" y="110"/>
                    </a:cubicBezTo>
                    <a:close/>
                    <a:moveTo>
                      <a:pt x="634" y="0"/>
                    </a:moveTo>
                    <a:cubicBezTo>
                      <a:pt x="524" y="0"/>
                      <a:pt x="393" y="21"/>
                      <a:pt x="283" y="47"/>
                    </a:cubicBezTo>
                    <a:cubicBezTo>
                      <a:pt x="221" y="68"/>
                      <a:pt x="173" y="68"/>
                      <a:pt x="131" y="89"/>
                    </a:cubicBezTo>
                    <a:cubicBezTo>
                      <a:pt x="90" y="89"/>
                      <a:pt x="63" y="110"/>
                      <a:pt x="42" y="131"/>
                    </a:cubicBezTo>
                    <a:cubicBezTo>
                      <a:pt x="22" y="152"/>
                      <a:pt x="1" y="199"/>
                      <a:pt x="1" y="220"/>
                    </a:cubicBezTo>
                    <a:cubicBezTo>
                      <a:pt x="1" y="262"/>
                      <a:pt x="22" y="283"/>
                      <a:pt x="22" y="309"/>
                    </a:cubicBezTo>
                    <a:cubicBezTo>
                      <a:pt x="42" y="351"/>
                      <a:pt x="42" y="372"/>
                      <a:pt x="42" y="372"/>
                    </a:cubicBezTo>
                    <a:cubicBezTo>
                      <a:pt x="90" y="461"/>
                      <a:pt x="111" y="524"/>
                      <a:pt x="173" y="571"/>
                    </a:cubicBezTo>
                    <a:cubicBezTo>
                      <a:pt x="221" y="592"/>
                      <a:pt x="262" y="592"/>
                      <a:pt x="283" y="592"/>
                    </a:cubicBezTo>
                    <a:cubicBezTo>
                      <a:pt x="325" y="571"/>
                      <a:pt x="372" y="545"/>
                      <a:pt x="414" y="524"/>
                    </a:cubicBezTo>
                    <a:cubicBezTo>
                      <a:pt x="494" y="466"/>
                      <a:pt x="574" y="446"/>
                      <a:pt x="645" y="446"/>
                    </a:cubicBezTo>
                    <a:cubicBezTo>
                      <a:pt x="709" y="446"/>
                      <a:pt x="765" y="462"/>
                      <a:pt x="807" y="482"/>
                    </a:cubicBezTo>
                    <a:cubicBezTo>
                      <a:pt x="837" y="497"/>
                      <a:pt x="858" y="512"/>
                      <a:pt x="883" y="512"/>
                    </a:cubicBezTo>
                    <a:cubicBezTo>
                      <a:pt x="894" y="512"/>
                      <a:pt x="905" y="509"/>
                      <a:pt x="917" y="503"/>
                    </a:cubicBezTo>
                    <a:cubicBezTo>
                      <a:pt x="959" y="503"/>
                      <a:pt x="980" y="461"/>
                      <a:pt x="980" y="440"/>
                    </a:cubicBezTo>
                    <a:cubicBezTo>
                      <a:pt x="1006" y="372"/>
                      <a:pt x="1006" y="330"/>
                      <a:pt x="1006" y="283"/>
                    </a:cubicBezTo>
                    <a:cubicBezTo>
                      <a:pt x="1006" y="220"/>
                      <a:pt x="980" y="152"/>
                      <a:pt x="917" y="89"/>
                    </a:cubicBezTo>
                    <a:cubicBezTo>
                      <a:pt x="875" y="47"/>
                      <a:pt x="765" y="0"/>
                      <a:pt x="634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Google Shape;2009;p46">
                <a:extLst>
                  <a:ext uri="{FF2B5EF4-FFF2-40B4-BE49-F238E27FC236}">
                    <a16:creationId xmlns:a16="http://schemas.microsoft.com/office/drawing/2014/main" id="{884B588B-BC14-F0C5-978E-1ECCAB084B9E}"/>
                  </a:ext>
                </a:extLst>
              </p:cNvPr>
              <p:cNvSpPr/>
              <p:nvPr/>
            </p:nvSpPr>
            <p:spPr>
              <a:xfrm>
                <a:off x="1209336" y="1209228"/>
                <a:ext cx="99329" cy="60994"/>
              </a:xfrm>
              <a:custGeom>
                <a:avLst/>
                <a:gdLst/>
                <a:ahLst/>
                <a:cxnLst/>
                <a:rect l="l" t="t" r="r" b="b"/>
                <a:pathLst>
                  <a:path w="697" h="428" extrusionOk="0">
                    <a:moveTo>
                      <a:pt x="282" y="0"/>
                    </a:moveTo>
                    <a:cubicBezTo>
                      <a:pt x="223" y="0"/>
                      <a:pt x="165" y="5"/>
                      <a:pt x="110" y="14"/>
                    </a:cubicBezTo>
                    <a:cubicBezTo>
                      <a:pt x="0" y="14"/>
                      <a:pt x="42" y="145"/>
                      <a:pt x="42" y="145"/>
                    </a:cubicBezTo>
                    <a:cubicBezTo>
                      <a:pt x="25" y="293"/>
                      <a:pt x="83" y="376"/>
                      <a:pt x="178" y="376"/>
                    </a:cubicBezTo>
                    <a:cubicBezTo>
                      <a:pt x="198" y="376"/>
                      <a:pt x="219" y="372"/>
                      <a:pt x="241" y="365"/>
                    </a:cubicBezTo>
                    <a:cubicBezTo>
                      <a:pt x="305" y="341"/>
                      <a:pt x="377" y="314"/>
                      <a:pt x="441" y="314"/>
                    </a:cubicBezTo>
                    <a:cubicBezTo>
                      <a:pt x="488" y="314"/>
                      <a:pt x="531" y="328"/>
                      <a:pt x="566" y="365"/>
                    </a:cubicBezTo>
                    <a:cubicBezTo>
                      <a:pt x="606" y="405"/>
                      <a:pt x="633" y="427"/>
                      <a:pt x="649" y="427"/>
                    </a:cubicBezTo>
                    <a:cubicBezTo>
                      <a:pt x="670" y="427"/>
                      <a:pt x="676" y="395"/>
                      <a:pt x="676" y="323"/>
                    </a:cubicBezTo>
                    <a:cubicBezTo>
                      <a:pt x="697" y="166"/>
                      <a:pt x="697" y="103"/>
                      <a:pt x="545" y="35"/>
                    </a:cubicBezTo>
                    <a:cubicBezTo>
                      <a:pt x="456" y="11"/>
                      <a:pt x="367" y="0"/>
                      <a:pt x="282" y="0"/>
                    </a:cubicBezTo>
                    <a:close/>
                  </a:path>
                </a:pathLst>
              </a:custGeom>
              <a:solidFill>
                <a:srgbClr val="356B9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Google Shape;2010;p46">
                <a:extLst>
                  <a:ext uri="{FF2B5EF4-FFF2-40B4-BE49-F238E27FC236}">
                    <a16:creationId xmlns:a16="http://schemas.microsoft.com/office/drawing/2014/main" id="{8E78263A-5F15-54C9-727D-D6F12190E51A}"/>
                  </a:ext>
                </a:extLst>
              </p:cNvPr>
              <p:cNvSpPr/>
              <p:nvPr/>
            </p:nvSpPr>
            <p:spPr>
              <a:xfrm>
                <a:off x="1206344" y="1201675"/>
                <a:ext cx="112155" cy="76528"/>
              </a:xfrm>
              <a:custGeom>
                <a:avLst/>
                <a:gdLst/>
                <a:ahLst/>
                <a:cxnLst/>
                <a:rect l="l" t="t" r="r" b="b"/>
                <a:pathLst>
                  <a:path w="787" h="537" extrusionOk="0">
                    <a:moveTo>
                      <a:pt x="152" y="114"/>
                    </a:moveTo>
                    <a:cubicBezTo>
                      <a:pt x="262" y="114"/>
                      <a:pt x="414" y="114"/>
                      <a:pt x="566" y="156"/>
                    </a:cubicBezTo>
                    <a:cubicBezTo>
                      <a:pt x="634" y="177"/>
                      <a:pt x="634" y="198"/>
                      <a:pt x="655" y="219"/>
                    </a:cubicBezTo>
                    <a:lnTo>
                      <a:pt x="655" y="350"/>
                    </a:lnTo>
                    <a:lnTo>
                      <a:pt x="655" y="397"/>
                    </a:lnTo>
                    <a:cubicBezTo>
                      <a:pt x="634" y="397"/>
                      <a:pt x="634" y="397"/>
                      <a:pt x="634" y="376"/>
                    </a:cubicBezTo>
                    <a:cubicBezTo>
                      <a:pt x="566" y="329"/>
                      <a:pt x="503" y="308"/>
                      <a:pt x="435" y="308"/>
                    </a:cubicBezTo>
                    <a:cubicBezTo>
                      <a:pt x="372" y="308"/>
                      <a:pt x="304" y="329"/>
                      <a:pt x="241" y="350"/>
                    </a:cubicBezTo>
                    <a:cubicBezTo>
                      <a:pt x="218" y="363"/>
                      <a:pt x="201" y="370"/>
                      <a:pt x="187" y="370"/>
                    </a:cubicBezTo>
                    <a:cubicBezTo>
                      <a:pt x="173" y="370"/>
                      <a:pt x="163" y="363"/>
                      <a:pt x="152" y="350"/>
                    </a:cubicBezTo>
                    <a:cubicBezTo>
                      <a:pt x="131" y="329"/>
                      <a:pt x="111" y="287"/>
                      <a:pt x="111" y="198"/>
                    </a:cubicBezTo>
                    <a:lnTo>
                      <a:pt x="21" y="198"/>
                    </a:lnTo>
                    <a:lnTo>
                      <a:pt x="111" y="177"/>
                    </a:lnTo>
                    <a:lnTo>
                      <a:pt x="111" y="135"/>
                    </a:lnTo>
                    <a:lnTo>
                      <a:pt x="131" y="135"/>
                    </a:lnTo>
                    <a:cubicBezTo>
                      <a:pt x="131" y="135"/>
                      <a:pt x="131" y="114"/>
                      <a:pt x="152" y="114"/>
                    </a:cubicBezTo>
                    <a:close/>
                    <a:moveTo>
                      <a:pt x="296" y="1"/>
                    </a:moveTo>
                    <a:cubicBezTo>
                      <a:pt x="233" y="1"/>
                      <a:pt x="175" y="4"/>
                      <a:pt x="131" y="4"/>
                    </a:cubicBezTo>
                    <a:cubicBezTo>
                      <a:pt x="111" y="4"/>
                      <a:pt x="63" y="25"/>
                      <a:pt x="42" y="46"/>
                    </a:cubicBezTo>
                    <a:cubicBezTo>
                      <a:pt x="21" y="67"/>
                      <a:pt x="1" y="88"/>
                      <a:pt x="1" y="135"/>
                    </a:cubicBezTo>
                    <a:lnTo>
                      <a:pt x="1" y="198"/>
                    </a:lnTo>
                    <a:lnTo>
                      <a:pt x="1" y="219"/>
                    </a:lnTo>
                    <a:cubicBezTo>
                      <a:pt x="1" y="308"/>
                      <a:pt x="21" y="376"/>
                      <a:pt x="63" y="439"/>
                    </a:cubicBezTo>
                    <a:cubicBezTo>
                      <a:pt x="93" y="465"/>
                      <a:pt x="136" y="485"/>
                      <a:pt x="186" y="485"/>
                    </a:cubicBezTo>
                    <a:cubicBezTo>
                      <a:pt x="217" y="485"/>
                      <a:pt x="250" y="478"/>
                      <a:pt x="283" y="460"/>
                    </a:cubicBezTo>
                    <a:cubicBezTo>
                      <a:pt x="325" y="439"/>
                      <a:pt x="393" y="418"/>
                      <a:pt x="435" y="418"/>
                    </a:cubicBezTo>
                    <a:cubicBezTo>
                      <a:pt x="477" y="418"/>
                      <a:pt x="524" y="418"/>
                      <a:pt x="545" y="460"/>
                    </a:cubicBezTo>
                    <a:cubicBezTo>
                      <a:pt x="566" y="481"/>
                      <a:pt x="587" y="507"/>
                      <a:pt x="608" y="507"/>
                    </a:cubicBezTo>
                    <a:cubicBezTo>
                      <a:pt x="627" y="522"/>
                      <a:pt x="642" y="537"/>
                      <a:pt x="665" y="537"/>
                    </a:cubicBezTo>
                    <a:cubicBezTo>
                      <a:pt x="674" y="537"/>
                      <a:pt x="685" y="534"/>
                      <a:pt x="697" y="528"/>
                    </a:cubicBezTo>
                    <a:cubicBezTo>
                      <a:pt x="718" y="528"/>
                      <a:pt x="739" y="481"/>
                      <a:pt x="739" y="460"/>
                    </a:cubicBezTo>
                    <a:cubicBezTo>
                      <a:pt x="765" y="439"/>
                      <a:pt x="765" y="418"/>
                      <a:pt x="765" y="376"/>
                    </a:cubicBezTo>
                    <a:cubicBezTo>
                      <a:pt x="765" y="308"/>
                      <a:pt x="786" y="245"/>
                      <a:pt x="765" y="177"/>
                    </a:cubicBezTo>
                    <a:cubicBezTo>
                      <a:pt x="739" y="114"/>
                      <a:pt x="676" y="67"/>
                      <a:pt x="587" y="46"/>
                    </a:cubicBezTo>
                    <a:cubicBezTo>
                      <a:pt x="496" y="8"/>
                      <a:pt x="390" y="1"/>
                      <a:pt x="296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Google Shape;2011;p46">
                <a:extLst>
                  <a:ext uri="{FF2B5EF4-FFF2-40B4-BE49-F238E27FC236}">
                    <a16:creationId xmlns:a16="http://schemas.microsoft.com/office/drawing/2014/main" id="{3D7880C7-A02A-D15D-10F0-5FC404C5D649}"/>
                  </a:ext>
                </a:extLst>
              </p:cNvPr>
              <p:cNvSpPr/>
              <p:nvPr/>
            </p:nvSpPr>
            <p:spPr>
              <a:xfrm>
                <a:off x="677192" y="1394781"/>
                <a:ext cx="56149" cy="64842"/>
              </a:xfrm>
              <a:custGeom>
                <a:avLst/>
                <a:gdLst/>
                <a:ahLst/>
                <a:cxnLst/>
                <a:rect l="l" t="t" r="r" b="b"/>
                <a:pathLst>
                  <a:path w="394" h="455" extrusionOk="0">
                    <a:moveTo>
                      <a:pt x="69" y="0"/>
                    </a:moveTo>
                    <a:cubicBezTo>
                      <a:pt x="27" y="21"/>
                      <a:pt x="1" y="42"/>
                      <a:pt x="27" y="68"/>
                    </a:cubicBezTo>
                    <a:cubicBezTo>
                      <a:pt x="48" y="262"/>
                      <a:pt x="179" y="351"/>
                      <a:pt x="289" y="435"/>
                    </a:cubicBezTo>
                    <a:cubicBezTo>
                      <a:pt x="310" y="448"/>
                      <a:pt x="325" y="455"/>
                      <a:pt x="338" y="455"/>
                    </a:cubicBezTo>
                    <a:cubicBezTo>
                      <a:pt x="351" y="455"/>
                      <a:pt x="362" y="448"/>
                      <a:pt x="372" y="435"/>
                    </a:cubicBezTo>
                    <a:cubicBezTo>
                      <a:pt x="393" y="393"/>
                      <a:pt x="393" y="372"/>
                      <a:pt x="351" y="351"/>
                    </a:cubicBezTo>
                    <a:cubicBezTo>
                      <a:pt x="241" y="262"/>
                      <a:pt x="158" y="199"/>
                      <a:pt x="132" y="42"/>
                    </a:cubicBezTo>
                    <a:cubicBezTo>
                      <a:pt x="111" y="21"/>
                      <a:pt x="90" y="0"/>
                      <a:pt x="69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Google Shape;2012;p46">
                <a:extLst>
                  <a:ext uri="{FF2B5EF4-FFF2-40B4-BE49-F238E27FC236}">
                    <a16:creationId xmlns:a16="http://schemas.microsoft.com/office/drawing/2014/main" id="{158B011A-5F2D-B7A1-720B-C32B0C3C1551}"/>
                  </a:ext>
                </a:extLst>
              </p:cNvPr>
              <p:cNvSpPr/>
              <p:nvPr/>
            </p:nvSpPr>
            <p:spPr>
              <a:xfrm>
                <a:off x="736905" y="1442523"/>
                <a:ext cx="40473" cy="18099"/>
              </a:xfrm>
              <a:custGeom>
                <a:avLst/>
                <a:gdLst/>
                <a:ahLst/>
                <a:cxnLst/>
                <a:rect l="l" t="t" r="r" b="b"/>
                <a:pathLst>
                  <a:path w="284" h="127" extrusionOk="0">
                    <a:moveTo>
                      <a:pt x="76" y="1"/>
                    </a:moveTo>
                    <a:cubicBezTo>
                      <a:pt x="69" y="1"/>
                      <a:pt x="63" y="6"/>
                      <a:pt x="63" y="16"/>
                    </a:cubicBezTo>
                    <a:cubicBezTo>
                      <a:pt x="42" y="16"/>
                      <a:pt x="21" y="16"/>
                      <a:pt x="21" y="37"/>
                    </a:cubicBezTo>
                    <a:cubicBezTo>
                      <a:pt x="1" y="58"/>
                      <a:pt x="21" y="100"/>
                      <a:pt x="42" y="100"/>
                    </a:cubicBezTo>
                    <a:cubicBezTo>
                      <a:pt x="84" y="126"/>
                      <a:pt x="105" y="126"/>
                      <a:pt x="152" y="126"/>
                    </a:cubicBezTo>
                    <a:lnTo>
                      <a:pt x="215" y="126"/>
                    </a:lnTo>
                    <a:cubicBezTo>
                      <a:pt x="262" y="126"/>
                      <a:pt x="283" y="100"/>
                      <a:pt x="283" y="79"/>
                    </a:cubicBezTo>
                    <a:cubicBezTo>
                      <a:pt x="283" y="37"/>
                      <a:pt x="262" y="16"/>
                      <a:pt x="236" y="16"/>
                    </a:cubicBezTo>
                    <a:lnTo>
                      <a:pt x="105" y="16"/>
                    </a:lnTo>
                    <a:cubicBezTo>
                      <a:pt x="95" y="6"/>
                      <a:pt x="84" y="1"/>
                      <a:pt x="76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Google Shape;2013;p46">
                <a:extLst>
                  <a:ext uri="{FF2B5EF4-FFF2-40B4-BE49-F238E27FC236}">
                    <a16:creationId xmlns:a16="http://schemas.microsoft.com/office/drawing/2014/main" id="{6228A761-B020-64D9-E588-80B7F1658335}"/>
                  </a:ext>
                </a:extLst>
              </p:cNvPr>
              <p:cNvSpPr/>
              <p:nvPr/>
            </p:nvSpPr>
            <p:spPr>
              <a:xfrm>
                <a:off x="602516" y="1659001"/>
                <a:ext cx="989019" cy="643860"/>
              </a:xfrm>
              <a:custGeom>
                <a:avLst/>
                <a:gdLst/>
                <a:ahLst/>
                <a:cxnLst/>
                <a:rect l="l" t="t" r="r" b="b"/>
                <a:pathLst>
                  <a:path w="6940" h="4518" extrusionOk="0">
                    <a:moveTo>
                      <a:pt x="5086" y="0"/>
                    </a:moveTo>
                    <a:cubicBezTo>
                      <a:pt x="5086" y="0"/>
                      <a:pt x="5023" y="110"/>
                      <a:pt x="4693" y="524"/>
                    </a:cubicBezTo>
                    <a:cubicBezTo>
                      <a:pt x="4348" y="964"/>
                      <a:pt x="3122" y="1901"/>
                      <a:pt x="1834" y="2142"/>
                    </a:cubicBezTo>
                    <a:cubicBezTo>
                      <a:pt x="525" y="2404"/>
                      <a:pt x="1" y="2729"/>
                      <a:pt x="90" y="3645"/>
                    </a:cubicBezTo>
                    <a:cubicBezTo>
                      <a:pt x="237" y="4271"/>
                      <a:pt x="706" y="4517"/>
                      <a:pt x="1437" y="4517"/>
                    </a:cubicBezTo>
                    <a:cubicBezTo>
                      <a:pt x="2009" y="4517"/>
                      <a:pt x="2741" y="4366"/>
                      <a:pt x="3604" y="4127"/>
                    </a:cubicBezTo>
                    <a:cubicBezTo>
                      <a:pt x="5589" y="3556"/>
                      <a:pt x="6940" y="1749"/>
                      <a:pt x="6940" y="1749"/>
                    </a:cubicBezTo>
                    <a:lnTo>
                      <a:pt x="508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Google Shape;2014;p46">
                <a:extLst>
                  <a:ext uri="{FF2B5EF4-FFF2-40B4-BE49-F238E27FC236}">
                    <a16:creationId xmlns:a16="http://schemas.microsoft.com/office/drawing/2014/main" id="{974274F7-2FF5-CF66-039D-FEE9CFCA1C9A}"/>
                  </a:ext>
                </a:extLst>
              </p:cNvPr>
              <p:cNvSpPr/>
              <p:nvPr/>
            </p:nvSpPr>
            <p:spPr>
              <a:xfrm>
                <a:off x="599523" y="1647030"/>
                <a:ext cx="1004696" cy="663099"/>
              </a:xfrm>
              <a:custGeom>
                <a:avLst/>
                <a:gdLst/>
                <a:ahLst/>
                <a:cxnLst/>
                <a:rect l="l" t="t" r="r" b="b"/>
                <a:pathLst>
                  <a:path w="7050" h="4653" extrusionOk="0">
                    <a:moveTo>
                      <a:pt x="5128" y="173"/>
                    </a:moveTo>
                    <a:lnTo>
                      <a:pt x="6898" y="1833"/>
                    </a:lnTo>
                    <a:cubicBezTo>
                      <a:pt x="6830" y="1896"/>
                      <a:pt x="5547" y="3598"/>
                      <a:pt x="3625" y="4143"/>
                    </a:cubicBezTo>
                    <a:cubicBezTo>
                      <a:pt x="2738" y="4392"/>
                      <a:pt x="2006" y="4544"/>
                      <a:pt x="1443" y="4544"/>
                    </a:cubicBezTo>
                    <a:cubicBezTo>
                      <a:pt x="1368" y="4544"/>
                      <a:pt x="1296" y="4541"/>
                      <a:pt x="1226" y="4536"/>
                    </a:cubicBezTo>
                    <a:cubicBezTo>
                      <a:pt x="938" y="4515"/>
                      <a:pt x="703" y="4426"/>
                      <a:pt x="525" y="4295"/>
                    </a:cubicBezTo>
                    <a:cubicBezTo>
                      <a:pt x="352" y="4164"/>
                      <a:pt x="242" y="3991"/>
                      <a:pt x="179" y="3708"/>
                    </a:cubicBezTo>
                    <a:cubicBezTo>
                      <a:pt x="132" y="3274"/>
                      <a:pt x="221" y="2986"/>
                      <a:pt x="483" y="2771"/>
                    </a:cubicBezTo>
                    <a:cubicBezTo>
                      <a:pt x="766" y="2551"/>
                      <a:pt x="1200" y="2420"/>
                      <a:pt x="1855" y="2289"/>
                    </a:cubicBezTo>
                    <a:cubicBezTo>
                      <a:pt x="2509" y="2158"/>
                      <a:pt x="3164" y="1875"/>
                      <a:pt x="3667" y="1545"/>
                    </a:cubicBezTo>
                    <a:cubicBezTo>
                      <a:pt x="4190" y="1221"/>
                      <a:pt x="4583" y="870"/>
                      <a:pt x="4761" y="655"/>
                    </a:cubicBezTo>
                    <a:cubicBezTo>
                      <a:pt x="5065" y="262"/>
                      <a:pt x="5107" y="194"/>
                      <a:pt x="5128" y="173"/>
                    </a:cubicBezTo>
                    <a:close/>
                    <a:moveTo>
                      <a:pt x="5107" y="0"/>
                    </a:moveTo>
                    <a:lnTo>
                      <a:pt x="5065" y="63"/>
                    </a:lnTo>
                    <a:cubicBezTo>
                      <a:pt x="5065" y="63"/>
                      <a:pt x="4997" y="152"/>
                      <a:pt x="4672" y="587"/>
                    </a:cubicBezTo>
                    <a:cubicBezTo>
                      <a:pt x="4499" y="786"/>
                      <a:pt x="4128" y="1132"/>
                      <a:pt x="3604" y="1441"/>
                    </a:cubicBezTo>
                    <a:cubicBezTo>
                      <a:pt x="3101" y="1765"/>
                      <a:pt x="2488" y="2048"/>
                      <a:pt x="1834" y="2179"/>
                    </a:cubicBezTo>
                    <a:cubicBezTo>
                      <a:pt x="1179" y="2289"/>
                      <a:pt x="724" y="2441"/>
                      <a:pt x="415" y="2682"/>
                    </a:cubicBezTo>
                    <a:cubicBezTo>
                      <a:pt x="111" y="2923"/>
                      <a:pt x="1" y="3274"/>
                      <a:pt x="48" y="3729"/>
                    </a:cubicBezTo>
                    <a:lnTo>
                      <a:pt x="69" y="3729"/>
                    </a:lnTo>
                    <a:cubicBezTo>
                      <a:pt x="132" y="4033"/>
                      <a:pt x="263" y="4253"/>
                      <a:pt x="462" y="4405"/>
                    </a:cubicBezTo>
                    <a:cubicBezTo>
                      <a:pt x="656" y="4536"/>
                      <a:pt x="917" y="4625"/>
                      <a:pt x="1226" y="4646"/>
                    </a:cubicBezTo>
                    <a:cubicBezTo>
                      <a:pt x="1293" y="4650"/>
                      <a:pt x="1363" y="4652"/>
                      <a:pt x="1435" y="4652"/>
                    </a:cubicBezTo>
                    <a:cubicBezTo>
                      <a:pt x="2019" y="4652"/>
                      <a:pt x="2774" y="4505"/>
                      <a:pt x="3646" y="4253"/>
                    </a:cubicBezTo>
                    <a:cubicBezTo>
                      <a:pt x="5652" y="3687"/>
                      <a:pt x="7008" y="1854"/>
                      <a:pt x="7008" y="1854"/>
                    </a:cubicBezTo>
                    <a:lnTo>
                      <a:pt x="7050" y="1807"/>
                    </a:lnTo>
                    <a:lnTo>
                      <a:pt x="5107" y="0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Google Shape;2015;p46">
                <a:extLst>
                  <a:ext uri="{FF2B5EF4-FFF2-40B4-BE49-F238E27FC236}">
                    <a16:creationId xmlns:a16="http://schemas.microsoft.com/office/drawing/2014/main" id="{487DD53C-D2D3-23F8-4DFC-D1D3DD3C2482}"/>
                  </a:ext>
                </a:extLst>
              </p:cNvPr>
              <p:cNvSpPr/>
              <p:nvPr/>
            </p:nvSpPr>
            <p:spPr>
              <a:xfrm>
                <a:off x="1383202" y="1228895"/>
                <a:ext cx="401736" cy="530137"/>
              </a:xfrm>
              <a:custGeom>
                <a:avLst/>
                <a:gdLst/>
                <a:ahLst/>
                <a:cxnLst/>
                <a:rect l="l" t="t" r="r" b="b"/>
                <a:pathLst>
                  <a:path w="2819" h="3720" extrusionOk="0">
                    <a:moveTo>
                      <a:pt x="1118" y="1"/>
                    </a:moveTo>
                    <a:cubicBezTo>
                      <a:pt x="1033" y="1"/>
                      <a:pt x="955" y="53"/>
                      <a:pt x="917" y="185"/>
                    </a:cubicBezTo>
                    <a:cubicBezTo>
                      <a:pt x="833" y="489"/>
                      <a:pt x="592" y="730"/>
                      <a:pt x="462" y="903"/>
                    </a:cubicBezTo>
                    <a:cubicBezTo>
                      <a:pt x="352" y="1075"/>
                      <a:pt x="331" y="1295"/>
                      <a:pt x="263" y="1646"/>
                    </a:cubicBezTo>
                    <a:cubicBezTo>
                      <a:pt x="200" y="2018"/>
                      <a:pt x="1" y="2625"/>
                      <a:pt x="1" y="2625"/>
                    </a:cubicBezTo>
                    <a:cubicBezTo>
                      <a:pt x="1" y="2625"/>
                      <a:pt x="373" y="3217"/>
                      <a:pt x="723" y="3432"/>
                    </a:cubicBezTo>
                    <a:cubicBezTo>
                      <a:pt x="1069" y="3673"/>
                      <a:pt x="1682" y="3720"/>
                      <a:pt x="1682" y="3720"/>
                    </a:cubicBezTo>
                    <a:cubicBezTo>
                      <a:pt x="1682" y="3720"/>
                      <a:pt x="1923" y="3128"/>
                      <a:pt x="2143" y="2997"/>
                    </a:cubicBezTo>
                    <a:cubicBezTo>
                      <a:pt x="2357" y="2845"/>
                      <a:pt x="2818" y="2646"/>
                      <a:pt x="2818" y="2646"/>
                    </a:cubicBezTo>
                    <a:cubicBezTo>
                      <a:pt x="2818" y="2646"/>
                      <a:pt x="2565" y="922"/>
                      <a:pt x="2288" y="922"/>
                    </a:cubicBezTo>
                    <a:cubicBezTo>
                      <a:pt x="2283" y="922"/>
                      <a:pt x="2278" y="922"/>
                      <a:pt x="2274" y="923"/>
                    </a:cubicBezTo>
                    <a:cubicBezTo>
                      <a:pt x="2012" y="1013"/>
                      <a:pt x="1399" y="1075"/>
                      <a:pt x="1399" y="1075"/>
                    </a:cubicBezTo>
                    <a:cubicBezTo>
                      <a:pt x="1399" y="1075"/>
                      <a:pt x="1268" y="992"/>
                      <a:pt x="1289" y="840"/>
                    </a:cubicBezTo>
                    <a:cubicBezTo>
                      <a:pt x="1289" y="709"/>
                      <a:pt x="1530" y="379"/>
                      <a:pt x="1420" y="206"/>
                    </a:cubicBezTo>
                    <a:cubicBezTo>
                      <a:pt x="1357" y="92"/>
                      <a:pt x="1231" y="1"/>
                      <a:pt x="1118" y="1"/>
                    </a:cubicBezTo>
                    <a:close/>
                  </a:path>
                </a:pathLst>
              </a:custGeom>
              <a:solidFill>
                <a:srgbClr val="FFB9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Google Shape;2016;p46">
                <a:extLst>
                  <a:ext uri="{FF2B5EF4-FFF2-40B4-BE49-F238E27FC236}">
                    <a16:creationId xmlns:a16="http://schemas.microsoft.com/office/drawing/2014/main" id="{AFAC2B0A-F8FB-1DA7-E5A1-691117874582}"/>
                  </a:ext>
                </a:extLst>
              </p:cNvPr>
              <p:cNvSpPr/>
              <p:nvPr/>
            </p:nvSpPr>
            <p:spPr>
              <a:xfrm>
                <a:off x="1377217" y="1221912"/>
                <a:ext cx="416557" cy="546098"/>
              </a:xfrm>
              <a:custGeom>
                <a:avLst/>
                <a:gdLst/>
                <a:ahLst/>
                <a:cxnLst/>
                <a:rect l="l" t="t" r="r" b="b"/>
                <a:pathLst>
                  <a:path w="2923" h="3832" extrusionOk="0">
                    <a:moveTo>
                      <a:pt x="1158" y="115"/>
                    </a:moveTo>
                    <a:cubicBezTo>
                      <a:pt x="1172" y="115"/>
                      <a:pt x="1186" y="117"/>
                      <a:pt x="1200" y="124"/>
                    </a:cubicBezTo>
                    <a:cubicBezTo>
                      <a:pt x="1268" y="124"/>
                      <a:pt x="1373" y="208"/>
                      <a:pt x="1420" y="276"/>
                    </a:cubicBezTo>
                    <a:cubicBezTo>
                      <a:pt x="1441" y="339"/>
                      <a:pt x="1420" y="449"/>
                      <a:pt x="1373" y="559"/>
                    </a:cubicBezTo>
                    <a:cubicBezTo>
                      <a:pt x="1331" y="690"/>
                      <a:pt x="1289" y="800"/>
                      <a:pt x="1268" y="889"/>
                    </a:cubicBezTo>
                    <a:cubicBezTo>
                      <a:pt x="1242" y="1062"/>
                      <a:pt x="1420" y="1171"/>
                      <a:pt x="1420" y="1171"/>
                    </a:cubicBezTo>
                    <a:lnTo>
                      <a:pt x="1441" y="1192"/>
                    </a:lnTo>
                    <a:lnTo>
                      <a:pt x="1462" y="1192"/>
                    </a:lnTo>
                    <a:cubicBezTo>
                      <a:pt x="1462" y="1192"/>
                      <a:pt x="2054" y="1103"/>
                      <a:pt x="2336" y="1041"/>
                    </a:cubicBezTo>
                    <a:lnTo>
                      <a:pt x="2357" y="1041"/>
                    </a:lnTo>
                    <a:cubicBezTo>
                      <a:pt x="2357" y="1041"/>
                      <a:pt x="2378" y="1041"/>
                      <a:pt x="2378" y="1062"/>
                    </a:cubicBezTo>
                    <a:cubicBezTo>
                      <a:pt x="2399" y="1103"/>
                      <a:pt x="2446" y="1171"/>
                      <a:pt x="2467" y="1234"/>
                    </a:cubicBezTo>
                    <a:cubicBezTo>
                      <a:pt x="2530" y="1386"/>
                      <a:pt x="2598" y="1606"/>
                      <a:pt x="2640" y="1826"/>
                    </a:cubicBezTo>
                    <a:cubicBezTo>
                      <a:pt x="2729" y="2240"/>
                      <a:pt x="2792" y="2633"/>
                      <a:pt x="2792" y="2654"/>
                    </a:cubicBezTo>
                    <a:cubicBezTo>
                      <a:pt x="2750" y="2674"/>
                      <a:pt x="2357" y="2853"/>
                      <a:pt x="2158" y="2983"/>
                    </a:cubicBezTo>
                    <a:cubicBezTo>
                      <a:pt x="2027" y="3067"/>
                      <a:pt x="1923" y="3266"/>
                      <a:pt x="1813" y="3439"/>
                    </a:cubicBezTo>
                    <a:cubicBezTo>
                      <a:pt x="1745" y="3570"/>
                      <a:pt x="1703" y="3680"/>
                      <a:pt x="1682" y="3701"/>
                    </a:cubicBezTo>
                    <a:cubicBezTo>
                      <a:pt x="1661" y="3701"/>
                      <a:pt x="1551" y="3701"/>
                      <a:pt x="1373" y="3659"/>
                    </a:cubicBezTo>
                    <a:cubicBezTo>
                      <a:pt x="1200" y="3612"/>
                      <a:pt x="959" y="3549"/>
                      <a:pt x="807" y="3439"/>
                    </a:cubicBezTo>
                    <a:cubicBezTo>
                      <a:pt x="634" y="3350"/>
                      <a:pt x="456" y="3135"/>
                      <a:pt x="325" y="2957"/>
                    </a:cubicBezTo>
                    <a:cubicBezTo>
                      <a:pt x="195" y="2805"/>
                      <a:pt x="132" y="2674"/>
                      <a:pt x="111" y="2674"/>
                    </a:cubicBezTo>
                    <a:cubicBezTo>
                      <a:pt x="132" y="2633"/>
                      <a:pt x="284" y="2067"/>
                      <a:pt x="352" y="1716"/>
                    </a:cubicBezTo>
                    <a:cubicBezTo>
                      <a:pt x="415" y="1344"/>
                      <a:pt x="435" y="1124"/>
                      <a:pt x="545" y="993"/>
                    </a:cubicBezTo>
                    <a:cubicBezTo>
                      <a:pt x="655" y="821"/>
                      <a:pt x="917" y="580"/>
                      <a:pt x="1027" y="255"/>
                    </a:cubicBezTo>
                    <a:cubicBezTo>
                      <a:pt x="1027" y="187"/>
                      <a:pt x="1069" y="145"/>
                      <a:pt x="1090" y="124"/>
                    </a:cubicBezTo>
                    <a:cubicBezTo>
                      <a:pt x="1104" y="124"/>
                      <a:pt x="1130" y="115"/>
                      <a:pt x="1158" y="115"/>
                    </a:cubicBezTo>
                    <a:close/>
                    <a:moveTo>
                      <a:pt x="1141" y="0"/>
                    </a:moveTo>
                    <a:cubicBezTo>
                      <a:pt x="1103" y="0"/>
                      <a:pt x="1064" y="11"/>
                      <a:pt x="1027" y="35"/>
                    </a:cubicBezTo>
                    <a:cubicBezTo>
                      <a:pt x="980" y="77"/>
                      <a:pt x="938" y="145"/>
                      <a:pt x="917" y="208"/>
                    </a:cubicBezTo>
                    <a:cubicBezTo>
                      <a:pt x="828" y="496"/>
                      <a:pt x="587" y="758"/>
                      <a:pt x="456" y="931"/>
                    </a:cubicBezTo>
                    <a:cubicBezTo>
                      <a:pt x="325" y="1103"/>
                      <a:pt x="305" y="1323"/>
                      <a:pt x="242" y="1695"/>
                    </a:cubicBezTo>
                    <a:cubicBezTo>
                      <a:pt x="174" y="2041"/>
                      <a:pt x="1" y="2654"/>
                      <a:pt x="1" y="2654"/>
                    </a:cubicBezTo>
                    <a:lnTo>
                      <a:pt x="1" y="2674"/>
                    </a:lnTo>
                    <a:lnTo>
                      <a:pt x="1" y="2695"/>
                    </a:lnTo>
                    <a:cubicBezTo>
                      <a:pt x="1" y="2695"/>
                      <a:pt x="111" y="2853"/>
                      <a:pt x="242" y="3046"/>
                    </a:cubicBezTo>
                    <a:cubicBezTo>
                      <a:pt x="373" y="3219"/>
                      <a:pt x="545" y="3418"/>
                      <a:pt x="744" y="3549"/>
                    </a:cubicBezTo>
                    <a:cubicBezTo>
                      <a:pt x="917" y="3659"/>
                      <a:pt x="1158" y="3722"/>
                      <a:pt x="1352" y="3769"/>
                    </a:cubicBezTo>
                    <a:cubicBezTo>
                      <a:pt x="1551" y="3811"/>
                      <a:pt x="1703" y="3832"/>
                      <a:pt x="1703" y="3832"/>
                    </a:cubicBezTo>
                    <a:lnTo>
                      <a:pt x="1745" y="3832"/>
                    </a:lnTo>
                    <a:lnTo>
                      <a:pt x="1766" y="3790"/>
                    </a:lnTo>
                    <a:lnTo>
                      <a:pt x="1923" y="3481"/>
                    </a:lnTo>
                    <a:cubicBezTo>
                      <a:pt x="2007" y="3329"/>
                      <a:pt x="2137" y="3135"/>
                      <a:pt x="2206" y="3088"/>
                    </a:cubicBezTo>
                    <a:cubicBezTo>
                      <a:pt x="2399" y="2957"/>
                      <a:pt x="2881" y="2743"/>
                      <a:pt x="2881" y="2743"/>
                    </a:cubicBezTo>
                    <a:lnTo>
                      <a:pt x="2923" y="2722"/>
                    </a:lnTo>
                    <a:lnTo>
                      <a:pt x="2902" y="2674"/>
                    </a:lnTo>
                    <a:cubicBezTo>
                      <a:pt x="2902" y="2674"/>
                      <a:pt x="2860" y="2240"/>
                      <a:pt x="2750" y="1805"/>
                    </a:cubicBezTo>
                    <a:cubicBezTo>
                      <a:pt x="2708" y="1585"/>
                      <a:pt x="2640" y="1365"/>
                      <a:pt x="2577" y="1192"/>
                    </a:cubicBezTo>
                    <a:cubicBezTo>
                      <a:pt x="2551" y="1103"/>
                      <a:pt x="2509" y="1041"/>
                      <a:pt x="2467" y="993"/>
                    </a:cubicBezTo>
                    <a:cubicBezTo>
                      <a:pt x="2446" y="972"/>
                      <a:pt x="2420" y="952"/>
                      <a:pt x="2399" y="931"/>
                    </a:cubicBezTo>
                    <a:cubicBezTo>
                      <a:pt x="2385" y="931"/>
                      <a:pt x="2362" y="921"/>
                      <a:pt x="2342" y="921"/>
                    </a:cubicBezTo>
                    <a:cubicBezTo>
                      <a:pt x="2332" y="921"/>
                      <a:pt x="2322" y="924"/>
                      <a:pt x="2316" y="931"/>
                    </a:cubicBezTo>
                    <a:cubicBezTo>
                      <a:pt x="2054" y="993"/>
                      <a:pt x="1504" y="1062"/>
                      <a:pt x="1462" y="1062"/>
                    </a:cubicBezTo>
                    <a:cubicBezTo>
                      <a:pt x="1462" y="1062"/>
                      <a:pt x="1373" y="993"/>
                      <a:pt x="1373" y="910"/>
                    </a:cubicBezTo>
                    <a:cubicBezTo>
                      <a:pt x="1373" y="863"/>
                      <a:pt x="1441" y="732"/>
                      <a:pt x="1483" y="601"/>
                    </a:cubicBezTo>
                    <a:cubicBezTo>
                      <a:pt x="1530" y="496"/>
                      <a:pt x="1572" y="339"/>
                      <a:pt x="1504" y="234"/>
                    </a:cubicBezTo>
                    <a:cubicBezTo>
                      <a:pt x="1462" y="124"/>
                      <a:pt x="1331" y="35"/>
                      <a:pt x="1221" y="14"/>
                    </a:cubicBezTo>
                    <a:cubicBezTo>
                      <a:pt x="1195" y="5"/>
                      <a:pt x="1168" y="0"/>
                      <a:pt x="1141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Google Shape;2017;p46">
                <a:extLst>
                  <a:ext uri="{FF2B5EF4-FFF2-40B4-BE49-F238E27FC236}">
                    <a16:creationId xmlns:a16="http://schemas.microsoft.com/office/drawing/2014/main" id="{07AEAAB3-F76D-ABB2-2AE1-8F39AAC30F42}"/>
                  </a:ext>
                </a:extLst>
              </p:cNvPr>
              <p:cNvSpPr/>
              <p:nvPr/>
            </p:nvSpPr>
            <p:spPr>
              <a:xfrm>
                <a:off x="1734782" y="1444803"/>
                <a:ext cx="230011" cy="168019"/>
              </a:xfrm>
              <a:custGeom>
                <a:avLst/>
                <a:gdLst/>
                <a:ahLst/>
                <a:cxnLst/>
                <a:rect l="l" t="t" r="r" b="b"/>
                <a:pathLst>
                  <a:path w="1614" h="1179" extrusionOk="0">
                    <a:moveTo>
                      <a:pt x="1508" y="0"/>
                    </a:moveTo>
                    <a:cubicBezTo>
                      <a:pt x="1508" y="0"/>
                      <a:pt x="697" y="241"/>
                      <a:pt x="372" y="346"/>
                    </a:cubicBezTo>
                    <a:cubicBezTo>
                      <a:pt x="42" y="477"/>
                      <a:pt x="0" y="524"/>
                      <a:pt x="42" y="676"/>
                    </a:cubicBezTo>
                    <a:cubicBezTo>
                      <a:pt x="68" y="828"/>
                      <a:pt x="220" y="1179"/>
                      <a:pt x="220" y="1179"/>
                    </a:cubicBezTo>
                    <a:cubicBezTo>
                      <a:pt x="220" y="1179"/>
                      <a:pt x="896" y="959"/>
                      <a:pt x="1268" y="718"/>
                    </a:cubicBezTo>
                    <a:cubicBezTo>
                      <a:pt x="1613" y="456"/>
                      <a:pt x="1509" y="0"/>
                      <a:pt x="1508" y="0"/>
                    </a:cubicBezTo>
                    <a:close/>
                  </a:path>
                </a:pathLst>
              </a:custGeom>
              <a:solidFill>
                <a:srgbClr val="FFB9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Google Shape;2018;p46">
                <a:extLst>
                  <a:ext uri="{FF2B5EF4-FFF2-40B4-BE49-F238E27FC236}">
                    <a16:creationId xmlns:a16="http://schemas.microsoft.com/office/drawing/2014/main" id="{05CFBC8C-BB8A-C3B3-6192-84EDA7B16D18}"/>
                  </a:ext>
                </a:extLst>
              </p:cNvPr>
              <p:cNvSpPr/>
              <p:nvPr/>
            </p:nvSpPr>
            <p:spPr>
              <a:xfrm>
                <a:off x="1753451" y="1432120"/>
                <a:ext cx="221033" cy="192674"/>
              </a:xfrm>
              <a:custGeom>
                <a:avLst/>
                <a:gdLst/>
                <a:ahLst/>
                <a:cxnLst/>
                <a:rect l="l" t="t" r="r" b="b"/>
                <a:pathLst>
                  <a:path w="1551" h="1352" extrusionOk="0">
                    <a:moveTo>
                      <a:pt x="1419" y="0"/>
                    </a:moveTo>
                    <a:lnTo>
                      <a:pt x="1351" y="21"/>
                    </a:lnTo>
                    <a:cubicBezTo>
                      <a:pt x="1351" y="21"/>
                      <a:pt x="545" y="262"/>
                      <a:pt x="220" y="393"/>
                    </a:cubicBezTo>
                    <a:cubicBezTo>
                      <a:pt x="152" y="414"/>
                      <a:pt x="110" y="435"/>
                      <a:pt x="42" y="461"/>
                    </a:cubicBezTo>
                    <a:cubicBezTo>
                      <a:pt x="68" y="503"/>
                      <a:pt x="68" y="524"/>
                      <a:pt x="89" y="566"/>
                    </a:cubicBezTo>
                    <a:cubicBezTo>
                      <a:pt x="131" y="545"/>
                      <a:pt x="173" y="524"/>
                      <a:pt x="262" y="503"/>
                    </a:cubicBezTo>
                    <a:cubicBezTo>
                      <a:pt x="566" y="393"/>
                      <a:pt x="1247" y="173"/>
                      <a:pt x="1330" y="152"/>
                    </a:cubicBezTo>
                    <a:lnTo>
                      <a:pt x="1330" y="152"/>
                    </a:lnTo>
                    <a:cubicBezTo>
                      <a:pt x="1330" y="241"/>
                      <a:pt x="1377" y="566"/>
                      <a:pt x="1089" y="765"/>
                    </a:cubicBezTo>
                    <a:cubicBezTo>
                      <a:pt x="765" y="985"/>
                      <a:pt x="173" y="1179"/>
                      <a:pt x="110" y="1199"/>
                    </a:cubicBezTo>
                    <a:cubicBezTo>
                      <a:pt x="89" y="1199"/>
                      <a:pt x="42" y="1220"/>
                      <a:pt x="0" y="1247"/>
                    </a:cubicBezTo>
                    <a:cubicBezTo>
                      <a:pt x="21" y="1268"/>
                      <a:pt x="21" y="1289"/>
                      <a:pt x="21" y="1289"/>
                    </a:cubicBezTo>
                    <a:lnTo>
                      <a:pt x="42" y="1351"/>
                    </a:lnTo>
                    <a:lnTo>
                      <a:pt x="110" y="1330"/>
                    </a:lnTo>
                    <a:cubicBezTo>
                      <a:pt x="110" y="1330"/>
                      <a:pt x="786" y="1116"/>
                      <a:pt x="1158" y="854"/>
                    </a:cubicBezTo>
                    <a:cubicBezTo>
                      <a:pt x="1550" y="566"/>
                      <a:pt x="1440" y="68"/>
                      <a:pt x="1440" y="68"/>
                    </a:cubicBezTo>
                    <a:lnTo>
                      <a:pt x="1419" y="0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Google Shape;2019;p46">
                <a:extLst>
                  <a:ext uri="{FF2B5EF4-FFF2-40B4-BE49-F238E27FC236}">
                    <a16:creationId xmlns:a16="http://schemas.microsoft.com/office/drawing/2014/main" id="{7C74E074-F494-3B52-4756-0F0ED8E8FBED}"/>
                  </a:ext>
                </a:extLst>
              </p:cNvPr>
              <p:cNvSpPr/>
              <p:nvPr/>
            </p:nvSpPr>
            <p:spPr>
              <a:xfrm>
                <a:off x="1703429" y="1351314"/>
                <a:ext cx="258371" cy="205499"/>
              </a:xfrm>
              <a:custGeom>
                <a:avLst/>
                <a:gdLst/>
                <a:ahLst/>
                <a:cxnLst/>
                <a:rect l="l" t="t" r="r" b="b"/>
                <a:pathLst>
                  <a:path w="1813" h="1442" extrusionOk="0">
                    <a:moveTo>
                      <a:pt x="1574" y="0"/>
                    </a:moveTo>
                    <a:cubicBezTo>
                      <a:pt x="1523" y="0"/>
                      <a:pt x="1469" y="15"/>
                      <a:pt x="1420" y="44"/>
                    </a:cubicBezTo>
                    <a:cubicBezTo>
                      <a:pt x="1247" y="112"/>
                      <a:pt x="592" y="567"/>
                      <a:pt x="309" y="635"/>
                    </a:cubicBezTo>
                    <a:cubicBezTo>
                      <a:pt x="0" y="698"/>
                      <a:pt x="89" y="918"/>
                      <a:pt x="157" y="1070"/>
                    </a:cubicBezTo>
                    <a:cubicBezTo>
                      <a:pt x="220" y="1222"/>
                      <a:pt x="419" y="1442"/>
                      <a:pt x="419" y="1442"/>
                    </a:cubicBezTo>
                    <a:cubicBezTo>
                      <a:pt x="419" y="1442"/>
                      <a:pt x="1179" y="1201"/>
                      <a:pt x="1467" y="897"/>
                    </a:cubicBezTo>
                    <a:cubicBezTo>
                      <a:pt x="1770" y="609"/>
                      <a:pt x="1812" y="373"/>
                      <a:pt x="1791" y="195"/>
                    </a:cubicBezTo>
                    <a:cubicBezTo>
                      <a:pt x="1777" y="64"/>
                      <a:pt x="1681" y="0"/>
                      <a:pt x="1574" y="0"/>
                    </a:cubicBezTo>
                    <a:close/>
                  </a:path>
                </a:pathLst>
              </a:custGeom>
              <a:solidFill>
                <a:srgbClr val="FFB9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Google Shape;2020;p46">
                <a:extLst>
                  <a:ext uri="{FF2B5EF4-FFF2-40B4-BE49-F238E27FC236}">
                    <a16:creationId xmlns:a16="http://schemas.microsoft.com/office/drawing/2014/main" id="{6E8A0C74-8B0C-9053-BB3C-07F377992F02}"/>
                  </a:ext>
                </a:extLst>
              </p:cNvPr>
              <p:cNvSpPr/>
              <p:nvPr/>
            </p:nvSpPr>
            <p:spPr>
              <a:xfrm>
                <a:off x="1744473" y="1341766"/>
                <a:ext cx="227018" cy="218040"/>
              </a:xfrm>
              <a:custGeom>
                <a:avLst/>
                <a:gdLst/>
                <a:ahLst/>
                <a:cxnLst/>
                <a:rect l="l" t="t" r="r" b="b"/>
                <a:pathLst>
                  <a:path w="1593" h="1530" extrusionOk="0">
                    <a:moveTo>
                      <a:pt x="1262" y="1"/>
                    </a:moveTo>
                    <a:cubicBezTo>
                      <a:pt x="1200" y="22"/>
                      <a:pt x="1152" y="22"/>
                      <a:pt x="1111" y="48"/>
                    </a:cubicBezTo>
                    <a:cubicBezTo>
                      <a:pt x="1001" y="90"/>
                      <a:pt x="807" y="221"/>
                      <a:pt x="587" y="351"/>
                    </a:cubicBezTo>
                    <a:cubicBezTo>
                      <a:pt x="367" y="482"/>
                      <a:pt x="131" y="613"/>
                      <a:pt x="0" y="634"/>
                    </a:cubicBezTo>
                    <a:cubicBezTo>
                      <a:pt x="0" y="676"/>
                      <a:pt x="21" y="723"/>
                      <a:pt x="21" y="744"/>
                    </a:cubicBezTo>
                    <a:cubicBezTo>
                      <a:pt x="194" y="723"/>
                      <a:pt x="414" y="592"/>
                      <a:pt x="655" y="461"/>
                    </a:cubicBezTo>
                    <a:cubicBezTo>
                      <a:pt x="870" y="330"/>
                      <a:pt x="1090" y="179"/>
                      <a:pt x="1152" y="152"/>
                    </a:cubicBezTo>
                    <a:cubicBezTo>
                      <a:pt x="1201" y="138"/>
                      <a:pt x="1246" y="123"/>
                      <a:pt x="1293" y="123"/>
                    </a:cubicBezTo>
                    <a:cubicBezTo>
                      <a:pt x="1312" y="123"/>
                      <a:pt x="1332" y="125"/>
                      <a:pt x="1351" y="131"/>
                    </a:cubicBezTo>
                    <a:cubicBezTo>
                      <a:pt x="1414" y="152"/>
                      <a:pt x="1440" y="200"/>
                      <a:pt x="1461" y="262"/>
                    </a:cubicBezTo>
                    <a:cubicBezTo>
                      <a:pt x="1461" y="440"/>
                      <a:pt x="1414" y="655"/>
                      <a:pt x="1152" y="938"/>
                    </a:cubicBezTo>
                    <a:cubicBezTo>
                      <a:pt x="1022" y="1069"/>
                      <a:pt x="760" y="1200"/>
                      <a:pt x="524" y="1310"/>
                    </a:cubicBezTo>
                    <a:cubicBezTo>
                      <a:pt x="393" y="1357"/>
                      <a:pt x="283" y="1399"/>
                      <a:pt x="215" y="1420"/>
                    </a:cubicBezTo>
                    <a:cubicBezTo>
                      <a:pt x="215" y="1441"/>
                      <a:pt x="236" y="1462"/>
                      <a:pt x="236" y="1488"/>
                    </a:cubicBezTo>
                    <a:cubicBezTo>
                      <a:pt x="236" y="1488"/>
                      <a:pt x="236" y="1509"/>
                      <a:pt x="262" y="1530"/>
                    </a:cubicBezTo>
                    <a:cubicBezTo>
                      <a:pt x="325" y="1509"/>
                      <a:pt x="456" y="1462"/>
                      <a:pt x="587" y="1399"/>
                    </a:cubicBezTo>
                    <a:cubicBezTo>
                      <a:pt x="807" y="1310"/>
                      <a:pt x="1069" y="1179"/>
                      <a:pt x="1221" y="1006"/>
                    </a:cubicBezTo>
                    <a:cubicBezTo>
                      <a:pt x="1524" y="723"/>
                      <a:pt x="1592" y="461"/>
                      <a:pt x="1571" y="262"/>
                    </a:cubicBezTo>
                    <a:cubicBezTo>
                      <a:pt x="1545" y="131"/>
                      <a:pt x="1482" y="69"/>
                      <a:pt x="1393" y="22"/>
                    </a:cubicBezTo>
                    <a:cubicBezTo>
                      <a:pt x="1351" y="22"/>
                      <a:pt x="1310" y="1"/>
                      <a:pt x="1262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Google Shape;2021;p46">
                <a:extLst>
                  <a:ext uri="{FF2B5EF4-FFF2-40B4-BE49-F238E27FC236}">
                    <a16:creationId xmlns:a16="http://schemas.microsoft.com/office/drawing/2014/main" id="{EF146749-4917-2CE2-7EA8-9B928932FD58}"/>
                  </a:ext>
                </a:extLst>
              </p:cNvPr>
              <p:cNvSpPr/>
              <p:nvPr/>
            </p:nvSpPr>
            <p:spPr>
              <a:xfrm>
                <a:off x="1691458" y="1289606"/>
                <a:ext cx="267349" cy="226876"/>
              </a:xfrm>
              <a:custGeom>
                <a:avLst/>
                <a:gdLst/>
                <a:ahLst/>
                <a:cxnLst/>
                <a:rect l="l" t="t" r="r" b="b"/>
                <a:pathLst>
                  <a:path w="1876" h="1592" extrusionOk="0">
                    <a:moveTo>
                      <a:pt x="1498" y="1"/>
                    </a:moveTo>
                    <a:cubicBezTo>
                      <a:pt x="1369" y="1"/>
                      <a:pt x="1307" y="98"/>
                      <a:pt x="1132" y="236"/>
                    </a:cubicBezTo>
                    <a:cubicBezTo>
                      <a:pt x="917" y="435"/>
                      <a:pt x="241" y="738"/>
                      <a:pt x="131" y="827"/>
                    </a:cubicBezTo>
                    <a:cubicBezTo>
                      <a:pt x="1" y="911"/>
                      <a:pt x="346" y="1592"/>
                      <a:pt x="346" y="1592"/>
                    </a:cubicBezTo>
                    <a:cubicBezTo>
                      <a:pt x="346" y="1592"/>
                      <a:pt x="1132" y="1283"/>
                      <a:pt x="1462" y="1042"/>
                    </a:cubicBezTo>
                    <a:cubicBezTo>
                      <a:pt x="1765" y="780"/>
                      <a:pt x="1875" y="545"/>
                      <a:pt x="1875" y="367"/>
                    </a:cubicBezTo>
                    <a:cubicBezTo>
                      <a:pt x="1875" y="173"/>
                      <a:pt x="1812" y="63"/>
                      <a:pt x="1613" y="21"/>
                    </a:cubicBezTo>
                    <a:cubicBezTo>
                      <a:pt x="1568" y="7"/>
                      <a:pt x="1531" y="1"/>
                      <a:pt x="1498" y="1"/>
                    </a:cubicBezTo>
                    <a:close/>
                  </a:path>
                </a:pathLst>
              </a:custGeom>
              <a:solidFill>
                <a:srgbClr val="FFB9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Google Shape;2022;p46">
                <a:extLst>
                  <a:ext uri="{FF2B5EF4-FFF2-40B4-BE49-F238E27FC236}">
                    <a16:creationId xmlns:a16="http://schemas.microsoft.com/office/drawing/2014/main" id="{96097B47-4275-2B47-C32B-EB6DB556C84F}"/>
                  </a:ext>
                </a:extLst>
              </p:cNvPr>
              <p:cNvSpPr/>
              <p:nvPr/>
            </p:nvSpPr>
            <p:spPr>
              <a:xfrm>
                <a:off x="1728797" y="1281625"/>
                <a:ext cx="239702" cy="231151"/>
              </a:xfrm>
              <a:custGeom>
                <a:avLst/>
                <a:gdLst/>
                <a:ahLst/>
                <a:cxnLst/>
                <a:rect l="l" t="t" r="r" b="b"/>
                <a:pathLst>
                  <a:path w="1682" h="1622" extrusionOk="0">
                    <a:moveTo>
                      <a:pt x="1211" y="1"/>
                    </a:moveTo>
                    <a:cubicBezTo>
                      <a:pt x="1165" y="1"/>
                      <a:pt x="1120" y="20"/>
                      <a:pt x="1090" y="51"/>
                    </a:cubicBezTo>
                    <a:cubicBezTo>
                      <a:pt x="1001" y="98"/>
                      <a:pt x="938" y="161"/>
                      <a:pt x="828" y="250"/>
                    </a:cubicBezTo>
                    <a:cubicBezTo>
                      <a:pt x="739" y="339"/>
                      <a:pt x="503" y="470"/>
                      <a:pt x="304" y="574"/>
                    </a:cubicBezTo>
                    <a:cubicBezTo>
                      <a:pt x="194" y="643"/>
                      <a:pt x="84" y="684"/>
                      <a:pt x="0" y="732"/>
                    </a:cubicBezTo>
                    <a:cubicBezTo>
                      <a:pt x="21" y="773"/>
                      <a:pt x="21" y="815"/>
                      <a:pt x="42" y="836"/>
                    </a:cubicBezTo>
                    <a:cubicBezTo>
                      <a:pt x="131" y="794"/>
                      <a:pt x="241" y="752"/>
                      <a:pt x="346" y="684"/>
                    </a:cubicBezTo>
                    <a:cubicBezTo>
                      <a:pt x="566" y="553"/>
                      <a:pt x="786" y="444"/>
                      <a:pt x="896" y="339"/>
                    </a:cubicBezTo>
                    <a:cubicBezTo>
                      <a:pt x="1027" y="250"/>
                      <a:pt x="1090" y="182"/>
                      <a:pt x="1132" y="140"/>
                    </a:cubicBezTo>
                    <a:cubicBezTo>
                      <a:pt x="1180" y="125"/>
                      <a:pt x="1215" y="110"/>
                      <a:pt x="1263" y="110"/>
                    </a:cubicBezTo>
                    <a:cubicBezTo>
                      <a:pt x="1282" y="110"/>
                      <a:pt x="1304" y="113"/>
                      <a:pt x="1331" y="119"/>
                    </a:cubicBezTo>
                    <a:cubicBezTo>
                      <a:pt x="1420" y="140"/>
                      <a:pt x="1482" y="182"/>
                      <a:pt x="1503" y="229"/>
                    </a:cubicBezTo>
                    <a:cubicBezTo>
                      <a:pt x="1550" y="271"/>
                      <a:pt x="1550" y="339"/>
                      <a:pt x="1550" y="423"/>
                    </a:cubicBezTo>
                    <a:cubicBezTo>
                      <a:pt x="1550" y="574"/>
                      <a:pt x="1461" y="794"/>
                      <a:pt x="1158" y="1056"/>
                    </a:cubicBezTo>
                    <a:cubicBezTo>
                      <a:pt x="1001" y="1166"/>
                      <a:pt x="718" y="1297"/>
                      <a:pt x="503" y="1407"/>
                    </a:cubicBezTo>
                    <a:cubicBezTo>
                      <a:pt x="393" y="1449"/>
                      <a:pt x="304" y="1491"/>
                      <a:pt x="241" y="1517"/>
                    </a:cubicBezTo>
                    <a:cubicBezTo>
                      <a:pt x="241" y="1559"/>
                      <a:pt x="262" y="1601"/>
                      <a:pt x="262" y="1622"/>
                    </a:cubicBezTo>
                    <a:cubicBezTo>
                      <a:pt x="346" y="1601"/>
                      <a:pt x="435" y="1559"/>
                      <a:pt x="545" y="1517"/>
                    </a:cubicBezTo>
                    <a:cubicBezTo>
                      <a:pt x="786" y="1407"/>
                      <a:pt x="1048" y="1276"/>
                      <a:pt x="1221" y="1145"/>
                    </a:cubicBezTo>
                    <a:cubicBezTo>
                      <a:pt x="1550" y="862"/>
                      <a:pt x="1681" y="622"/>
                      <a:pt x="1681" y="402"/>
                    </a:cubicBezTo>
                    <a:cubicBezTo>
                      <a:pt x="1681" y="313"/>
                      <a:pt x="1655" y="229"/>
                      <a:pt x="1592" y="161"/>
                    </a:cubicBezTo>
                    <a:cubicBezTo>
                      <a:pt x="1550" y="98"/>
                      <a:pt x="1461" y="30"/>
                      <a:pt x="1351" y="9"/>
                    </a:cubicBezTo>
                    <a:lnTo>
                      <a:pt x="1262" y="9"/>
                    </a:lnTo>
                    <a:cubicBezTo>
                      <a:pt x="1246" y="3"/>
                      <a:pt x="1228" y="1"/>
                      <a:pt x="1211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Google Shape;2023;p46">
                <a:extLst>
                  <a:ext uri="{FF2B5EF4-FFF2-40B4-BE49-F238E27FC236}">
                    <a16:creationId xmlns:a16="http://schemas.microsoft.com/office/drawing/2014/main" id="{4DF22CA4-83A8-9616-413F-6F65F4ABA22F}"/>
                  </a:ext>
                </a:extLst>
              </p:cNvPr>
              <p:cNvSpPr/>
              <p:nvPr/>
            </p:nvSpPr>
            <p:spPr>
              <a:xfrm>
                <a:off x="1684760" y="1246710"/>
                <a:ext cx="283737" cy="238562"/>
              </a:xfrm>
              <a:custGeom>
                <a:avLst/>
                <a:gdLst/>
                <a:ahLst/>
                <a:cxnLst/>
                <a:rect l="l" t="t" r="r" b="b"/>
                <a:pathLst>
                  <a:path w="1991" h="1674" extrusionOk="0">
                    <a:moveTo>
                      <a:pt x="1621" y="1"/>
                    </a:moveTo>
                    <a:cubicBezTo>
                      <a:pt x="1505" y="1"/>
                      <a:pt x="1357" y="92"/>
                      <a:pt x="1116" y="275"/>
                    </a:cubicBezTo>
                    <a:cubicBezTo>
                      <a:pt x="744" y="584"/>
                      <a:pt x="0" y="846"/>
                      <a:pt x="0" y="846"/>
                    </a:cubicBezTo>
                    <a:lnTo>
                      <a:pt x="288" y="1673"/>
                    </a:lnTo>
                    <a:cubicBezTo>
                      <a:pt x="288" y="1673"/>
                      <a:pt x="290" y="1673"/>
                      <a:pt x="292" y="1673"/>
                    </a:cubicBezTo>
                    <a:cubicBezTo>
                      <a:pt x="316" y="1673"/>
                      <a:pt x="454" y="1657"/>
                      <a:pt x="964" y="1343"/>
                    </a:cubicBezTo>
                    <a:cubicBezTo>
                      <a:pt x="1509" y="997"/>
                      <a:pt x="1791" y="689"/>
                      <a:pt x="1901" y="558"/>
                    </a:cubicBezTo>
                    <a:cubicBezTo>
                      <a:pt x="1990" y="406"/>
                      <a:pt x="1943" y="212"/>
                      <a:pt x="1791" y="81"/>
                    </a:cubicBezTo>
                    <a:cubicBezTo>
                      <a:pt x="1738" y="28"/>
                      <a:pt x="1684" y="1"/>
                      <a:pt x="1621" y="1"/>
                    </a:cubicBezTo>
                    <a:close/>
                  </a:path>
                </a:pathLst>
              </a:custGeom>
              <a:solidFill>
                <a:srgbClr val="FFB9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Google Shape;2024;p46">
                <a:extLst>
                  <a:ext uri="{FF2B5EF4-FFF2-40B4-BE49-F238E27FC236}">
                    <a16:creationId xmlns:a16="http://schemas.microsoft.com/office/drawing/2014/main" id="{6FE54C73-62F9-4440-86AB-5A65F9E2D2D9}"/>
                  </a:ext>
                </a:extLst>
              </p:cNvPr>
              <p:cNvSpPr/>
              <p:nvPr/>
            </p:nvSpPr>
            <p:spPr>
              <a:xfrm>
                <a:off x="1675782" y="1239584"/>
                <a:ext cx="304686" cy="242695"/>
              </a:xfrm>
              <a:custGeom>
                <a:avLst/>
                <a:gdLst/>
                <a:ahLst/>
                <a:cxnLst/>
                <a:rect l="l" t="t" r="r" b="b"/>
                <a:pathLst>
                  <a:path w="2138" h="1703" extrusionOk="0">
                    <a:moveTo>
                      <a:pt x="1572" y="0"/>
                    </a:moveTo>
                    <a:cubicBezTo>
                      <a:pt x="1462" y="42"/>
                      <a:pt x="1331" y="131"/>
                      <a:pt x="1137" y="283"/>
                    </a:cubicBezTo>
                    <a:cubicBezTo>
                      <a:pt x="786" y="566"/>
                      <a:pt x="42" y="848"/>
                      <a:pt x="42" y="848"/>
                    </a:cubicBezTo>
                    <a:lnTo>
                      <a:pt x="1" y="869"/>
                    </a:lnTo>
                    <a:lnTo>
                      <a:pt x="1" y="917"/>
                    </a:lnTo>
                    <a:lnTo>
                      <a:pt x="22" y="938"/>
                    </a:lnTo>
                    <a:cubicBezTo>
                      <a:pt x="63" y="917"/>
                      <a:pt x="131" y="917"/>
                      <a:pt x="194" y="917"/>
                    </a:cubicBezTo>
                    <a:cubicBezTo>
                      <a:pt x="372" y="828"/>
                      <a:pt x="896" y="634"/>
                      <a:pt x="1200" y="372"/>
                    </a:cubicBezTo>
                    <a:cubicBezTo>
                      <a:pt x="1399" y="241"/>
                      <a:pt x="1530" y="152"/>
                      <a:pt x="1614" y="110"/>
                    </a:cubicBezTo>
                    <a:cubicBezTo>
                      <a:pt x="1637" y="103"/>
                      <a:pt x="1657" y="100"/>
                      <a:pt x="1675" y="100"/>
                    </a:cubicBezTo>
                    <a:cubicBezTo>
                      <a:pt x="1728" y="100"/>
                      <a:pt x="1768" y="126"/>
                      <a:pt x="1833" y="173"/>
                    </a:cubicBezTo>
                    <a:cubicBezTo>
                      <a:pt x="1964" y="283"/>
                      <a:pt x="1985" y="456"/>
                      <a:pt x="1922" y="566"/>
                    </a:cubicBezTo>
                    <a:cubicBezTo>
                      <a:pt x="1813" y="697"/>
                      <a:pt x="1551" y="1000"/>
                      <a:pt x="980" y="1351"/>
                    </a:cubicBezTo>
                    <a:cubicBezTo>
                      <a:pt x="786" y="1461"/>
                      <a:pt x="634" y="1550"/>
                      <a:pt x="545" y="1592"/>
                    </a:cubicBezTo>
                    <a:cubicBezTo>
                      <a:pt x="545" y="1634"/>
                      <a:pt x="566" y="1655"/>
                      <a:pt x="566" y="1702"/>
                    </a:cubicBezTo>
                    <a:cubicBezTo>
                      <a:pt x="676" y="1655"/>
                      <a:pt x="828" y="1571"/>
                      <a:pt x="1048" y="1440"/>
                    </a:cubicBezTo>
                    <a:cubicBezTo>
                      <a:pt x="1614" y="1089"/>
                      <a:pt x="1896" y="765"/>
                      <a:pt x="2006" y="634"/>
                    </a:cubicBezTo>
                    <a:cubicBezTo>
                      <a:pt x="2137" y="477"/>
                      <a:pt x="2074" y="241"/>
                      <a:pt x="1896" y="84"/>
                    </a:cubicBezTo>
                    <a:cubicBezTo>
                      <a:pt x="1833" y="21"/>
                      <a:pt x="1765" y="0"/>
                      <a:pt x="1682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Google Shape;2025;p46">
                <a:extLst>
                  <a:ext uri="{FF2B5EF4-FFF2-40B4-BE49-F238E27FC236}">
                    <a16:creationId xmlns:a16="http://schemas.microsoft.com/office/drawing/2014/main" id="{8A436A33-0C34-E73D-FC61-2C1DA887D047}"/>
                  </a:ext>
                </a:extLst>
              </p:cNvPr>
              <p:cNvSpPr/>
              <p:nvPr/>
            </p:nvSpPr>
            <p:spPr>
              <a:xfrm>
                <a:off x="1259359" y="1552971"/>
                <a:ext cx="450902" cy="392900"/>
              </a:xfrm>
              <a:custGeom>
                <a:avLst/>
                <a:gdLst/>
                <a:ahLst/>
                <a:cxnLst/>
                <a:rect l="l" t="t" r="r" b="b"/>
                <a:pathLst>
                  <a:path w="3164" h="2757" extrusionOk="0">
                    <a:moveTo>
                      <a:pt x="880" y="0"/>
                    </a:moveTo>
                    <a:cubicBezTo>
                      <a:pt x="859" y="0"/>
                      <a:pt x="843" y="6"/>
                      <a:pt x="828" y="6"/>
                    </a:cubicBezTo>
                    <a:cubicBezTo>
                      <a:pt x="739" y="48"/>
                      <a:pt x="629" y="111"/>
                      <a:pt x="587" y="179"/>
                    </a:cubicBezTo>
                    <a:cubicBezTo>
                      <a:pt x="587" y="179"/>
                      <a:pt x="456" y="310"/>
                      <a:pt x="236" y="613"/>
                    </a:cubicBezTo>
                    <a:cubicBezTo>
                      <a:pt x="0" y="922"/>
                      <a:pt x="105" y="1074"/>
                      <a:pt x="262" y="1289"/>
                    </a:cubicBezTo>
                    <a:cubicBezTo>
                      <a:pt x="414" y="1488"/>
                      <a:pt x="1917" y="2577"/>
                      <a:pt x="2200" y="2729"/>
                    </a:cubicBezTo>
                    <a:cubicBezTo>
                      <a:pt x="2235" y="2748"/>
                      <a:pt x="2270" y="2757"/>
                      <a:pt x="2306" y="2757"/>
                    </a:cubicBezTo>
                    <a:cubicBezTo>
                      <a:pt x="2564" y="2757"/>
                      <a:pt x="2831" y="2302"/>
                      <a:pt x="2964" y="2053"/>
                    </a:cubicBezTo>
                    <a:cubicBezTo>
                      <a:pt x="3116" y="1792"/>
                      <a:pt x="3163" y="1619"/>
                      <a:pt x="2964" y="1509"/>
                    </a:cubicBezTo>
                    <a:cubicBezTo>
                      <a:pt x="2792" y="1399"/>
                      <a:pt x="1765" y="943"/>
                      <a:pt x="1372" y="461"/>
                    </a:cubicBezTo>
                    <a:cubicBezTo>
                      <a:pt x="1061" y="51"/>
                      <a:pt x="945" y="0"/>
                      <a:pt x="88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Google Shape;2026;p46">
                <a:extLst>
                  <a:ext uri="{FF2B5EF4-FFF2-40B4-BE49-F238E27FC236}">
                    <a16:creationId xmlns:a16="http://schemas.microsoft.com/office/drawing/2014/main" id="{93F9B396-E656-1175-F5C0-AFAEBFEED0FE}"/>
                  </a:ext>
                </a:extLst>
              </p:cNvPr>
              <p:cNvSpPr/>
              <p:nvPr/>
            </p:nvSpPr>
            <p:spPr>
              <a:xfrm>
                <a:off x="1262351" y="1546273"/>
                <a:ext cx="447909" cy="406866"/>
              </a:xfrm>
              <a:custGeom>
                <a:avLst/>
                <a:gdLst/>
                <a:ahLst/>
                <a:cxnLst/>
                <a:rect l="l" t="t" r="r" b="b"/>
                <a:pathLst>
                  <a:path w="3143" h="2855" extrusionOk="0">
                    <a:moveTo>
                      <a:pt x="873" y="110"/>
                    </a:moveTo>
                    <a:cubicBezTo>
                      <a:pt x="887" y="110"/>
                      <a:pt x="904" y="116"/>
                      <a:pt x="938" y="137"/>
                    </a:cubicBezTo>
                    <a:cubicBezTo>
                      <a:pt x="980" y="158"/>
                      <a:pt x="1111" y="268"/>
                      <a:pt x="1310" y="529"/>
                    </a:cubicBezTo>
                    <a:cubicBezTo>
                      <a:pt x="1503" y="791"/>
                      <a:pt x="1875" y="1032"/>
                      <a:pt x="2205" y="1231"/>
                    </a:cubicBezTo>
                    <a:cubicBezTo>
                      <a:pt x="2530" y="1404"/>
                      <a:pt x="2833" y="1556"/>
                      <a:pt x="2923" y="1598"/>
                    </a:cubicBezTo>
                    <a:cubicBezTo>
                      <a:pt x="3012" y="1645"/>
                      <a:pt x="3032" y="1687"/>
                      <a:pt x="3032" y="1776"/>
                    </a:cubicBezTo>
                    <a:cubicBezTo>
                      <a:pt x="3032" y="1839"/>
                      <a:pt x="2991" y="1949"/>
                      <a:pt x="2902" y="2080"/>
                    </a:cubicBezTo>
                    <a:cubicBezTo>
                      <a:pt x="2833" y="2210"/>
                      <a:pt x="2703" y="2409"/>
                      <a:pt x="2572" y="2561"/>
                    </a:cubicBezTo>
                    <a:cubicBezTo>
                      <a:pt x="2509" y="2624"/>
                      <a:pt x="2441" y="2692"/>
                      <a:pt x="2378" y="2713"/>
                    </a:cubicBezTo>
                    <a:cubicBezTo>
                      <a:pt x="2344" y="2734"/>
                      <a:pt x="2316" y="2745"/>
                      <a:pt x="2289" y="2745"/>
                    </a:cubicBezTo>
                    <a:cubicBezTo>
                      <a:pt x="2263" y="2745"/>
                      <a:pt x="2236" y="2734"/>
                      <a:pt x="2205" y="2713"/>
                    </a:cubicBezTo>
                    <a:cubicBezTo>
                      <a:pt x="2074" y="2645"/>
                      <a:pt x="1613" y="2341"/>
                      <a:pt x="1200" y="2038"/>
                    </a:cubicBezTo>
                    <a:cubicBezTo>
                      <a:pt x="980" y="1860"/>
                      <a:pt x="765" y="1708"/>
                      <a:pt x="587" y="1577"/>
                    </a:cubicBezTo>
                    <a:cubicBezTo>
                      <a:pt x="524" y="1514"/>
                      <a:pt x="435" y="1446"/>
                      <a:pt x="393" y="1404"/>
                    </a:cubicBezTo>
                    <a:cubicBezTo>
                      <a:pt x="325" y="1362"/>
                      <a:pt x="304" y="1315"/>
                      <a:pt x="283" y="1294"/>
                    </a:cubicBezTo>
                    <a:cubicBezTo>
                      <a:pt x="215" y="1205"/>
                      <a:pt x="152" y="1121"/>
                      <a:pt x="131" y="1032"/>
                    </a:cubicBezTo>
                    <a:cubicBezTo>
                      <a:pt x="131" y="943"/>
                      <a:pt x="152" y="838"/>
                      <a:pt x="262" y="681"/>
                    </a:cubicBezTo>
                    <a:cubicBezTo>
                      <a:pt x="477" y="398"/>
                      <a:pt x="587" y="268"/>
                      <a:pt x="587" y="268"/>
                    </a:cubicBezTo>
                    <a:lnTo>
                      <a:pt x="608" y="268"/>
                    </a:lnTo>
                    <a:cubicBezTo>
                      <a:pt x="655" y="205"/>
                      <a:pt x="739" y="158"/>
                      <a:pt x="828" y="116"/>
                    </a:cubicBezTo>
                    <a:cubicBezTo>
                      <a:pt x="849" y="116"/>
                      <a:pt x="859" y="110"/>
                      <a:pt x="873" y="110"/>
                    </a:cubicBezTo>
                    <a:close/>
                    <a:moveTo>
                      <a:pt x="870" y="0"/>
                    </a:moveTo>
                    <a:cubicBezTo>
                      <a:pt x="840" y="0"/>
                      <a:pt x="817" y="6"/>
                      <a:pt x="807" y="6"/>
                    </a:cubicBezTo>
                    <a:lnTo>
                      <a:pt x="786" y="6"/>
                    </a:lnTo>
                    <a:cubicBezTo>
                      <a:pt x="697" y="53"/>
                      <a:pt x="587" y="95"/>
                      <a:pt x="503" y="205"/>
                    </a:cubicBezTo>
                    <a:cubicBezTo>
                      <a:pt x="503" y="205"/>
                      <a:pt x="393" y="315"/>
                      <a:pt x="173" y="618"/>
                    </a:cubicBezTo>
                    <a:cubicBezTo>
                      <a:pt x="42" y="791"/>
                      <a:pt x="0" y="922"/>
                      <a:pt x="21" y="1032"/>
                    </a:cubicBezTo>
                    <a:cubicBezTo>
                      <a:pt x="42" y="1163"/>
                      <a:pt x="110" y="1273"/>
                      <a:pt x="194" y="1362"/>
                    </a:cubicBezTo>
                    <a:cubicBezTo>
                      <a:pt x="215" y="1404"/>
                      <a:pt x="262" y="1446"/>
                      <a:pt x="304" y="1493"/>
                    </a:cubicBezTo>
                    <a:cubicBezTo>
                      <a:pt x="372" y="1535"/>
                      <a:pt x="435" y="1598"/>
                      <a:pt x="524" y="1666"/>
                    </a:cubicBezTo>
                    <a:cubicBezTo>
                      <a:pt x="697" y="1797"/>
                      <a:pt x="917" y="1970"/>
                      <a:pt x="1131" y="2121"/>
                    </a:cubicBezTo>
                    <a:cubicBezTo>
                      <a:pt x="1550" y="2430"/>
                      <a:pt x="2006" y="2734"/>
                      <a:pt x="2158" y="2823"/>
                    </a:cubicBezTo>
                    <a:cubicBezTo>
                      <a:pt x="2202" y="2844"/>
                      <a:pt x="2252" y="2855"/>
                      <a:pt x="2299" y="2855"/>
                    </a:cubicBezTo>
                    <a:cubicBezTo>
                      <a:pt x="2345" y="2855"/>
                      <a:pt x="2388" y="2844"/>
                      <a:pt x="2420" y="2823"/>
                    </a:cubicBezTo>
                    <a:cubicBezTo>
                      <a:pt x="2509" y="2776"/>
                      <a:pt x="2598" y="2713"/>
                      <a:pt x="2661" y="2624"/>
                    </a:cubicBezTo>
                    <a:cubicBezTo>
                      <a:pt x="2813" y="2472"/>
                      <a:pt x="2923" y="2279"/>
                      <a:pt x="3012" y="2121"/>
                    </a:cubicBezTo>
                    <a:cubicBezTo>
                      <a:pt x="3074" y="1991"/>
                      <a:pt x="3142" y="1886"/>
                      <a:pt x="3142" y="1776"/>
                    </a:cubicBezTo>
                    <a:cubicBezTo>
                      <a:pt x="3142" y="1666"/>
                      <a:pt x="3095" y="1556"/>
                      <a:pt x="2991" y="1514"/>
                    </a:cubicBezTo>
                    <a:cubicBezTo>
                      <a:pt x="2881" y="1446"/>
                      <a:pt x="2572" y="1315"/>
                      <a:pt x="2247" y="1121"/>
                    </a:cubicBezTo>
                    <a:cubicBezTo>
                      <a:pt x="1943" y="943"/>
                      <a:pt x="1592" y="707"/>
                      <a:pt x="1393" y="467"/>
                    </a:cubicBezTo>
                    <a:cubicBezTo>
                      <a:pt x="1200" y="205"/>
                      <a:pt x="1069" y="74"/>
                      <a:pt x="980" y="27"/>
                    </a:cubicBezTo>
                    <a:cubicBezTo>
                      <a:pt x="938" y="6"/>
                      <a:pt x="900" y="0"/>
                      <a:pt x="870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Google Shape;2027;p46">
                <a:extLst>
                  <a:ext uri="{FF2B5EF4-FFF2-40B4-BE49-F238E27FC236}">
                    <a16:creationId xmlns:a16="http://schemas.microsoft.com/office/drawing/2014/main" id="{26521797-B273-5AE4-AD45-DD4183C029DE}"/>
                  </a:ext>
                </a:extLst>
              </p:cNvPr>
              <p:cNvSpPr/>
              <p:nvPr/>
            </p:nvSpPr>
            <p:spPr>
              <a:xfrm>
                <a:off x="1022787" y="1304427"/>
                <a:ext cx="40473" cy="71825"/>
              </a:xfrm>
              <a:custGeom>
                <a:avLst/>
                <a:gdLst/>
                <a:ahLst/>
                <a:cxnLst/>
                <a:rect l="l" t="t" r="r" b="b"/>
                <a:pathLst>
                  <a:path w="284" h="504" extrusionOk="0">
                    <a:moveTo>
                      <a:pt x="131" y="1"/>
                    </a:moveTo>
                    <a:cubicBezTo>
                      <a:pt x="63" y="1"/>
                      <a:pt x="0" y="111"/>
                      <a:pt x="0" y="263"/>
                    </a:cubicBezTo>
                    <a:cubicBezTo>
                      <a:pt x="0" y="393"/>
                      <a:pt x="63" y="503"/>
                      <a:pt x="131" y="503"/>
                    </a:cubicBezTo>
                    <a:cubicBezTo>
                      <a:pt x="220" y="503"/>
                      <a:pt x="283" y="393"/>
                      <a:pt x="283" y="263"/>
                    </a:cubicBezTo>
                    <a:cubicBezTo>
                      <a:pt x="283" y="111"/>
                      <a:pt x="220" y="1"/>
                      <a:pt x="131" y="1"/>
                    </a:cubicBezTo>
                    <a:close/>
                  </a:path>
                </a:pathLst>
              </a:custGeom>
              <a:solidFill>
                <a:srgbClr val="3C28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Google Shape;2028;p46">
                <a:extLst>
                  <a:ext uri="{FF2B5EF4-FFF2-40B4-BE49-F238E27FC236}">
                    <a16:creationId xmlns:a16="http://schemas.microsoft.com/office/drawing/2014/main" id="{69BC8852-56D0-329A-BBE7-E9AD71B64EB8}"/>
                  </a:ext>
                </a:extLst>
              </p:cNvPr>
              <p:cNvSpPr/>
              <p:nvPr/>
            </p:nvSpPr>
            <p:spPr>
              <a:xfrm>
                <a:off x="1262351" y="1304427"/>
                <a:ext cx="34487" cy="71825"/>
              </a:xfrm>
              <a:custGeom>
                <a:avLst/>
                <a:gdLst/>
                <a:ahLst/>
                <a:cxnLst/>
                <a:rect l="l" t="t" r="r" b="b"/>
                <a:pathLst>
                  <a:path w="242" h="504" extrusionOk="0">
                    <a:moveTo>
                      <a:pt x="110" y="1"/>
                    </a:moveTo>
                    <a:cubicBezTo>
                      <a:pt x="63" y="1"/>
                      <a:pt x="0" y="111"/>
                      <a:pt x="0" y="263"/>
                    </a:cubicBezTo>
                    <a:cubicBezTo>
                      <a:pt x="0" y="393"/>
                      <a:pt x="63" y="503"/>
                      <a:pt x="110" y="503"/>
                    </a:cubicBezTo>
                    <a:cubicBezTo>
                      <a:pt x="173" y="503"/>
                      <a:pt x="241" y="393"/>
                      <a:pt x="241" y="263"/>
                    </a:cubicBezTo>
                    <a:cubicBezTo>
                      <a:pt x="241" y="111"/>
                      <a:pt x="173" y="1"/>
                      <a:pt x="110" y="1"/>
                    </a:cubicBezTo>
                    <a:close/>
                  </a:path>
                </a:pathLst>
              </a:custGeom>
              <a:solidFill>
                <a:srgbClr val="3C28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Google Shape;2029;p46">
                <a:extLst>
                  <a:ext uri="{FF2B5EF4-FFF2-40B4-BE49-F238E27FC236}">
                    <a16:creationId xmlns:a16="http://schemas.microsoft.com/office/drawing/2014/main" id="{9AB9FB51-6964-D5B4-484F-793CA9AC084D}"/>
                  </a:ext>
                </a:extLst>
              </p:cNvPr>
              <p:cNvSpPr/>
              <p:nvPr/>
            </p:nvSpPr>
            <p:spPr>
              <a:xfrm>
                <a:off x="1190667" y="1340483"/>
                <a:ext cx="68832" cy="101467"/>
              </a:xfrm>
              <a:custGeom>
                <a:avLst/>
                <a:gdLst/>
                <a:ahLst/>
                <a:cxnLst/>
                <a:rect l="l" t="t" r="r" b="b"/>
                <a:pathLst>
                  <a:path w="483" h="712" extrusionOk="0">
                    <a:moveTo>
                      <a:pt x="78" y="1"/>
                    </a:moveTo>
                    <a:cubicBezTo>
                      <a:pt x="68" y="1"/>
                      <a:pt x="56" y="3"/>
                      <a:pt x="42" y="10"/>
                    </a:cubicBezTo>
                    <a:cubicBezTo>
                      <a:pt x="22" y="10"/>
                      <a:pt x="1" y="57"/>
                      <a:pt x="22" y="78"/>
                    </a:cubicBezTo>
                    <a:cubicBezTo>
                      <a:pt x="42" y="161"/>
                      <a:pt x="90" y="209"/>
                      <a:pt x="152" y="250"/>
                    </a:cubicBezTo>
                    <a:cubicBezTo>
                      <a:pt x="194" y="271"/>
                      <a:pt x="241" y="271"/>
                      <a:pt x="304" y="319"/>
                    </a:cubicBezTo>
                    <a:cubicBezTo>
                      <a:pt x="351" y="360"/>
                      <a:pt x="372" y="402"/>
                      <a:pt x="372" y="449"/>
                    </a:cubicBezTo>
                    <a:cubicBezTo>
                      <a:pt x="372" y="491"/>
                      <a:pt x="351" y="512"/>
                      <a:pt x="304" y="554"/>
                    </a:cubicBezTo>
                    <a:cubicBezTo>
                      <a:pt x="262" y="580"/>
                      <a:pt x="221" y="580"/>
                      <a:pt x="194" y="580"/>
                    </a:cubicBezTo>
                    <a:cubicBezTo>
                      <a:pt x="180" y="587"/>
                      <a:pt x="171" y="590"/>
                      <a:pt x="165" y="590"/>
                    </a:cubicBezTo>
                    <a:cubicBezTo>
                      <a:pt x="152" y="590"/>
                      <a:pt x="152" y="580"/>
                      <a:pt x="152" y="580"/>
                    </a:cubicBezTo>
                    <a:cubicBezTo>
                      <a:pt x="111" y="580"/>
                      <a:pt x="90" y="601"/>
                      <a:pt x="90" y="622"/>
                    </a:cubicBezTo>
                    <a:cubicBezTo>
                      <a:pt x="63" y="664"/>
                      <a:pt x="90" y="685"/>
                      <a:pt x="131" y="685"/>
                    </a:cubicBezTo>
                    <a:cubicBezTo>
                      <a:pt x="131" y="685"/>
                      <a:pt x="152" y="711"/>
                      <a:pt x="194" y="711"/>
                    </a:cubicBezTo>
                    <a:cubicBezTo>
                      <a:pt x="241" y="685"/>
                      <a:pt x="304" y="685"/>
                      <a:pt x="372" y="643"/>
                    </a:cubicBezTo>
                    <a:cubicBezTo>
                      <a:pt x="435" y="601"/>
                      <a:pt x="482" y="533"/>
                      <a:pt x="482" y="449"/>
                    </a:cubicBezTo>
                    <a:cubicBezTo>
                      <a:pt x="482" y="381"/>
                      <a:pt x="435" y="292"/>
                      <a:pt x="372" y="230"/>
                    </a:cubicBezTo>
                    <a:cubicBezTo>
                      <a:pt x="283" y="188"/>
                      <a:pt x="221" y="161"/>
                      <a:pt x="194" y="140"/>
                    </a:cubicBezTo>
                    <a:cubicBezTo>
                      <a:pt x="173" y="120"/>
                      <a:pt x="152" y="120"/>
                      <a:pt x="131" y="31"/>
                    </a:cubicBezTo>
                    <a:cubicBezTo>
                      <a:pt x="117" y="16"/>
                      <a:pt x="102" y="1"/>
                      <a:pt x="78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Google Shape;2030;p46">
                <a:extLst>
                  <a:ext uri="{FF2B5EF4-FFF2-40B4-BE49-F238E27FC236}">
                    <a16:creationId xmlns:a16="http://schemas.microsoft.com/office/drawing/2014/main" id="{A8019F3D-FEE1-C6D7-EBFE-D669F4476476}"/>
                  </a:ext>
                </a:extLst>
              </p:cNvPr>
              <p:cNvSpPr/>
              <p:nvPr/>
            </p:nvSpPr>
            <p:spPr>
              <a:xfrm>
                <a:off x="1084637" y="1485135"/>
                <a:ext cx="189823" cy="124696"/>
              </a:xfrm>
              <a:custGeom>
                <a:avLst/>
                <a:gdLst/>
                <a:ahLst/>
                <a:cxnLst/>
                <a:rect l="l" t="t" r="r" b="b"/>
                <a:pathLst>
                  <a:path w="1332" h="875" extrusionOk="0">
                    <a:moveTo>
                      <a:pt x="724" y="0"/>
                    </a:moveTo>
                    <a:cubicBezTo>
                      <a:pt x="394" y="21"/>
                      <a:pt x="111" y="42"/>
                      <a:pt x="69" y="110"/>
                    </a:cubicBezTo>
                    <a:cubicBezTo>
                      <a:pt x="1" y="241"/>
                      <a:pt x="22" y="875"/>
                      <a:pt x="635" y="875"/>
                    </a:cubicBezTo>
                    <a:cubicBezTo>
                      <a:pt x="1268" y="875"/>
                      <a:pt x="1310" y="372"/>
                      <a:pt x="1310" y="262"/>
                    </a:cubicBezTo>
                    <a:cubicBezTo>
                      <a:pt x="1331" y="42"/>
                      <a:pt x="1200" y="42"/>
                      <a:pt x="1200" y="42"/>
                    </a:cubicBezTo>
                    <a:cubicBezTo>
                      <a:pt x="1200" y="42"/>
                      <a:pt x="1069" y="0"/>
                      <a:pt x="724" y="0"/>
                    </a:cubicBezTo>
                    <a:close/>
                  </a:path>
                </a:pathLst>
              </a:custGeom>
              <a:solidFill>
                <a:srgbClr val="D977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Google Shape;2031;p46">
                <a:extLst>
                  <a:ext uri="{FF2B5EF4-FFF2-40B4-BE49-F238E27FC236}">
                    <a16:creationId xmlns:a16="http://schemas.microsoft.com/office/drawing/2014/main" id="{FB64D419-5296-0000-0A8A-73BA51302FE7}"/>
                  </a:ext>
                </a:extLst>
              </p:cNvPr>
              <p:cNvSpPr/>
              <p:nvPr/>
            </p:nvSpPr>
            <p:spPr>
              <a:xfrm>
                <a:off x="1081645" y="1478009"/>
                <a:ext cx="199514" cy="140800"/>
              </a:xfrm>
              <a:custGeom>
                <a:avLst/>
                <a:gdLst/>
                <a:ahLst/>
                <a:cxnLst/>
                <a:rect l="l" t="t" r="r" b="b"/>
                <a:pathLst>
                  <a:path w="1400" h="988" extrusionOk="0">
                    <a:moveTo>
                      <a:pt x="903" y="108"/>
                    </a:moveTo>
                    <a:cubicBezTo>
                      <a:pt x="1113" y="108"/>
                      <a:pt x="1200" y="139"/>
                      <a:pt x="1200" y="139"/>
                    </a:cubicBezTo>
                    <a:lnTo>
                      <a:pt x="1221" y="139"/>
                    </a:lnTo>
                    <a:lnTo>
                      <a:pt x="1247" y="160"/>
                    </a:lnTo>
                    <a:cubicBezTo>
                      <a:pt x="1268" y="181"/>
                      <a:pt x="1289" y="202"/>
                      <a:pt x="1289" y="312"/>
                    </a:cubicBezTo>
                    <a:cubicBezTo>
                      <a:pt x="1268" y="354"/>
                      <a:pt x="1268" y="506"/>
                      <a:pt x="1179" y="637"/>
                    </a:cubicBezTo>
                    <a:cubicBezTo>
                      <a:pt x="1090" y="768"/>
                      <a:pt x="959" y="877"/>
                      <a:pt x="656" y="877"/>
                    </a:cubicBezTo>
                    <a:cubicBezTo>
                      <a:pt x="373" y="877"/>
                      <a:pt x="242" y="726"/>
                      <a:pt x="174" y="574"/>
                    </a:cubicBezTo>
                    <a:cubicBezTo>
                      <a:pt x="132" y="485"/>
                      <a:pt x="132" y="401"/>
                      <a:pt x="111" y="333"/>
                    </a:cubicBezTo>
                    <a:cubicBezTo>
                      <a:pt x="111" y="270"/>
                      <a:pt x="132" y="202"/>
                      <a:pt x="132" y="202"/>
                    </a:cubicBezTo>
                    <a:cubicBezTo>
                      <a:pt x="132" y="202"/>
                      <a:pt x="153" y="181"/>
                      <a:pt x="174" y="181"/>
                    </a:cubicBezTo>
                    <a:cubicBezTo>
                      <a:pt x="221" y="160"/>
                      <a:pt x="263" y="160"/>
                      <a:pt x="305" y="160"/>
                    </a:cubicBezTo>
                    <a:cubicBezTo>
                      <a:pt x="436" y="139"/>
                      <a:pt x="593" y="113"/>
                      <a:pt x="745" y="113"/>
                    </a:cubicBezTo>
                    <a:cubicBezTo>
                      <a:pt x="804" y="109"/>
                      <a:pt x="856" y="108"/>
                      <a:pt x="903" y="108"/>
                    </a:cubicBezTo>
                    <a:close/>
                    <a:moveTo>
                      <a:pt x="932" y="0"/>
                    </a:moveTo>
                    <a:cubicBezTo>
                      <a:pt x="878" y="0"/>
                      <a:pt x="815" y="2"/>
                      <a:pt x="745" y="8"/>
                    </a:cubicBezTo>
                    <a:cubicBezTo>
                      <a:pt x="567" y="8"/>
                      <a:pt x="415" y="29"/>
                      <a:pt x="305" y="29"/>
                    </a:cubicBezTo>
                    <a:cubicBezTo>
                      <a:pt x="242" y="50"/>
                      <a:pt x="174" y="50"/>
                      <a:pt x="132" y="71"/>
                    </a:cubicBezTo>
                    <a:cubicBezTo>
                      <a:pt x="111" y="92"/>
                      <a:pt x="69" y="92"/>
                      <a:pt x="43" y="139"/>
                    </a:cubicBezTo>
                    <a:cubicBezTo>
                      <a:pt x="22" y="181"/>
                      <a:pt x="1" y="244"/>
                      <a:pt x="1" y="333"/>
                    </a:cubicBezTo>
                    <a:cubicBezTo>
                      <a:pt x="1" y="422"/>
                      <a:pt x="22" y="506"/>
                      <a:pt x="69" y="616"/>
                    </a:cubicBezTo>
                    <a:cubicBezTo>
                      <a:pt x="153" y="815"/>
                      <a:pt x="331" y="987"/>
                      <a:pt x="656" y="987"/>
                    </a:cubicBezTo>
                    <a:cubicBezTo>
                      <a:pt x="986" y="987"/>
                      <a:pt x="1179" y="857"/>
                      <a:pt x="1268" y="684"/>
                    </a:cubicBezTo>
                    <a:cubicBezTo>
                      <a:pt x="1378" y="532"/>
                      <a:pt x="1399" y="375"/>
                      <a:pt x="1399" y="312"/>
                    </a:cubicBezTo>
                    <a:cubicBezTo>
                      <a:pt x="1399" y="202"/>
                      <a:pt x="1378" y="113"/>
                      <a:pt x="1331" y="71"/>
                    </a:cubicBezTo>
                    <a:cubicBezTo>
                      <a:pt x="1289" y="50"/>
                      <a:pt x="1247" y="29"/>
                      <a:pt x="1221" y="29"/>
                    </a:cubicBezTo>
                    <a:cubicBezTo>
                      <a:pt x="1221" y="29"/>
                      <a:pt x="1128" y="0"/>
                      <a:pt x="932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Google Shape;2032;p46">
                <a:extLst>
                  <a:ext uri="{FF2B5EF4-FFF2-40B4-BE49-F238E27FC236}">
                    <a16:creationId xmlns:a16="http://schemas.microsoft.com/office/drawing/2014/main" id="{C79C1D5E-3473-9E36-A8C1-62EFB11A4FC3}"/>
                  </a:ext>
                </a:extLst>
              </p:cNvPr>
              <p:cNvSpPr/>
              <p:nvPr/>
            </p:nvSpPr>
            <p:spPr>
              <a:xfrm>
                <a:off x="1100314" y="1485135"/>
                <a:ext cx="155478" cy="33347"/>
              </a:xfrm>
              <a:custGeom>
                <a:avLst/>
                <a:gdLst/>
                <a:ahLst/>
                <a:cxnLst/>
                <a:rect l="l" t="t" r="r" b="b"/>
                <a:pathLst>
                  <a:path w="1091" h="234" extrusionOk="0">
                    <a:moveTo>
                      <a:pt x="614" y="0"/>
                    </a:moveTo>
                    <a:cubicBezTo>
                      <a:pt x="331" y="21"/>
                      <a:pt x="90" y="42"/>
                      <a:pt x="1" y="89"/>
                    </a:cubicBezTo>
                    <a:cubicBezTo>
                      <a:pt x="22" y="152"/>
                      <a:pt x="43" y="220"/>
                      <a:pt x="132" y="220"/>
                    </a:cubicBezTo>
                    <a:cubicBezTo>
                      <a:pt x="184" y="228"/>
                      <a:pt x="331" y="233"/>
                      <a:pt x="493" y="233"/>
                    </a:cubicBezTo>
                    <a:cubicBezTo>
                      <a:pt x="735" y="233"/>
                      <a:pt x="1011" y="222"/>
                      <a:pt x="1048" y="194"/>
                    </a:cubicBezTo>
                    <a:cubicBezTo>
                      <a:pt x="1069" y="173"/>
                      <a:pt x="1090" y="110"/>
                      <a:pt x="1090" y="42"/>
                    </a:cubicBezTo>
                    <a:cubicBezTo>
                      <a:pt x="1090" y="42"/>
                      <a:pt x="985" y="0"/>
                      <a:pt x="7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Google Shape;2033;p46">
                <a:extLst>
                  <a:ext uri="{FF2B5EF4-FFF2-40B4-BE49-F238E27FC236}">
                    <a16:creationId xmlns:a16="http://schemas.microsoft.com/office/drawing/2014/main" id="{C5013217-03CD-6109-8A2E-1164F43278EC}"/>
                  </a:ext>
                </a:extLst>
              </p:cNvPr>
              <p:cNvSpPr/>
              <p:nvPr/>
            </p:nvSpPr>
            <p:spPr>
              <a:xfrm>
                <a:off x="1091478" y="1479149"/>
                <a:ext cx="174005" cy="46316"/>
              </a:xfrm>
              <a:custGeom>
                <a:avLst/>
                <a:gdLst/>
                <a:ahLst/>
                <a:cxnLst/>
                <a:rect l="l" t="t" r="r" b="b"/>
                <a:pathLst>
                  <a:path w="1221" h="325" extrusionOk="0">
                    <a:moveTo>
                      <a:pt x="786" y="105"/>
                    </a:moveTo>
                    <a:cubicBezTo>
                      <a:pt x="1000" y="105"/>
                      <a:pt x="1068" y="131"/>
                      <a:pt x="1089" y="131"/>
                    </a:cubicBezTo>
                    <a:lnTo>
                      <a:pt x="1089" y="173"/>
                    </a:lnTo>
                    <a:cubicBezTo>
                      <a:pt x="1089" y="194"/>
                      <a:pt x="1068" y="194"/>
                      <a:pt x="1068" y="194"/>
                    </a:cubicBezTo>
                    <a:lnTo>
                      <a:pt x="1047" y="194"/>
                    </a:lnTo>
                    <a:cubicBezTo>
                      <a:pt x="1021" y="194"/>
                      <a:pt x="1000" y="194"/>
                      <a:pt x="958" y="215"/>
                    </a:cubicBezTo>
                    <a:lnTo>
                      <a:pt x="194" y="215"/>
                    </a:lnTo>
                    <a:cubicBezTo>
                      <a:pt x="173" y="215"/>
                      <a:pt x="152" y="215"/>
                      <a:pt x="152" y="194"/>
                    </a:cubicBezTo>
                    <a:lnTo>
                      <a:pt x="131" y="173"/>
                    </a:lnTo>
                    <a:cubicBezTo>
                      <a:pt x="173" y="152"/>
                      <a:pt x="215" y="152"/>
                      <a:pt x="304" y="131"/>
                    </a:cubicBezTo>
                    <a:cubicBezTo>
                      <a:pt x="414" y="131"/>
                      <a:pt x="545" y="105"/>
                      <a:pt x="676" y="105"/>
                    </a:cubicBezTo>
                    <a:close/>
                    <a:moveTo>
                      <a:pt x="676" y="0"/>
                    </a:moveTo>
                    <a:cubicBezTo>
                      <a:pt x="545" y="0"/>
                      <a:pt x="393" y="0"/>
                      <a:pt x="283" y="21"/>
                    </a:cubicBezTo>
                    <a:cubicBezTo>
                      <a:pt x="173" y="42"/>
                      <a:pt x="84" y="42"/>
                      <a:pt x="42" y="84"/>
                    </a:cubicBezTo>
                    <a:lnTo>
                      <a:pt x="0" y="84"/>
                    </a:lnTo>
                    <a:lnTo>
                      <a:pt x="0" y="152"/>
                    </a:lnTo>
                    <a:cubicBezTo>
                      <a:pt x="21" y="173"/>
                      <a:pt x="21" y="215"/>
                      <a:pt x="63" y="262"/>
                    </a:cubicBezTo>
                    <a:cubicBezTo>
                      <a:pt x="84" y="304"/>
                      <a:pt x="131" y="325"/>
                      <a:pt x="194" y="325"/>
                    </a:cubicBezTo>
                    <a:lnTo>
                      <a:pt x="958" y="325"/>
                    </a:lnTo>
                    <a:cubicBezTo>
                      <a:pt x="1000" y="325"/>
                      <a:pt x="1047" y="325"/>
                      <a:pt x="1068" y="304"/>
                    </a:cubicBezTo>
                    <a:lnTo>
                      <a:pt x="1110" y="304"/>
                    </a:lnTo>
                    <a:cubicBezTo>
                      <a:pt x="1110" y="304"/>
                      <a:pt x="1131" y="304"/>
                      <a:pt x="1152" y="283"/>
                    </a:cubicBezTo>
                    <a:cubicBezTo>
                      <a:pt x="1178" y="262"/>
                      <a:pt x="1199" y="215"/>
                      <a:pt x="1199" y="194"/>
                    </a:cubicBezTo>
                    <a:cubicBezTo>
                      <a:pt x="1199" y="152"/>
                      <a:pt x="1220" y="131"/>
                      <a:pt x="1220" y="84"/>
                    </a:cubicBezTo>
                    <a:lnTo>
                      <a:pt x="1220" y="42"/>
                    </a:lnTo>
                    <a:lnTo>
                      <a:pt x="1178" y="21"/>
                    </a:lnTo>
                    <a:cubicBezTo>
                      <a:pt x="1178" y="21"/>
                      <a:pt x="1047" y="0"/>
                      <a:pt x="786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Google Shape;2034;p46">
                <a:extLst>
                  <a:ext uri="{FF2B5EF4-FFF2-40B4-BE49-F238E27FC236}">
                    <a16:creationId xmlns:a16="http://schemas.microsoft.com/office/drawing/2014/main" id="{537F1D24-349E-D5BC-32F9-9661458DC23B}"/>
                  </a:ext>
                </a:extLst>
              </p:cNvPr>
              <p:cNvSpPr/>
              <p:nvPr/>
            </p:nvSpPr>
            <p:spPr>
              <a:xfrm>
                <a:off x="1097321" y="1541000"/>
                <a:ext cx="146500" cy="68832"/>
              </a:xfrm>
              <a:custGeom>
                <a:avLst/>
                <a:gdLst/>
                <a:ahLst/>
                <a:cxnLst/>
                <a:rect l="l" t="t" r="r" b="b"/>
                <a:pathLst>
                  <a:path w="1028" h="483" extrusionOk="0">
                    <a:moveTo>
                      <a:pt x="415" y="1"/>
                    </a:moveTo>
                    <a:cubicBezTo>
                      <a:pt x="221" y="1"/>
                      <a:pt x="90" y="64"/>
                      <a:pt x="1" y="132"/>
                    </a:cubicBezTo>
                    <a:cubicBezTo>
                      <a:pt x="64" y="326"/>
                      <a:pt x="242" y="483"/>
                      <a:pt x="546" y="483"/>
                    </a:cubicBezTo>
                    <a:cubicBezTo>
                      <a:pt x="786" y="483"/>
                      <a:pt x="917" y="415"/>
                      <a:pt x="1027" y="326"/>
                    </a:cubicBezTo>
                    <a:cubicBezTo>
                      <a:pt x="938" y="174"/>
                      <a:pt x="786" y="22"/>
                      <a:pt x="483" y="1"/>
                    </a:cubicBezTo>
                    <a:close/>
                  </a:path>
                </a:pathLst>
              </a:custGeom>
              <a:solidFill>
                <a:srgbClr val="FFA3B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Google Shape;2035;p46">
                <a:extLst>
                  <a:ext uri="{FF2B5EF4-FFF2-40B4-BE49-F238E27FC236}">
                    <a16:creationId xmlns:a16="http://schemas.microsoft.com/office/drawing/2014/main" id="{7BE5A3BF-8DA3-E5B2-0174-2495A602D7F3}"/>
                  </a:ext>
                </a:extLst>
              </p:cNvPr>
              <p:cNvSpPr/>
              <p:nvPr/>
            </p:nvSpPr>
            <p:spPr>
              <a:xfrm>
                <a:off x="1087630" y="1531309"/>
                <a:ext cx="165169" cy="87501"/>
              </a:xfrm>
              <a:custGeom>
                <a:avLst/>
                <a:gdLst/>
                <a:ahLst/>
                <a:cxnLst/>
                <a:rect l="l" t="t" r="r" b="b"/>
                <a:pathLst>
                  <a:path w="1159" h="614" extrusionOk="0">
                    <a:moveTo>
                      <a:pt x="483" y="111"/>
                    </a:moveTo>
                    <a:cubicBezTo>
                      <a:pt x="504" y="111"/>
                      <a:pt x="525" y="132"/>
                      <a:pt x="551" y="132"/>
                    </a:cubicBezTo>
                    <a:cubicBezTo>
                      <a:pt x="786" y="158"/>
                      <a:pt x="917" y="263"/>
                      <a:pt x="1006" y="373"/>
                    </a:cubicBezTo>
                    <a:cubicBezTo>
                      <a:pt x="917" y="441"/>
                      <a:pt x="813" y="503"/>
                      <a:pt x="614" y="503"/>
                    </a:cubicBezTo>
                    <a:cubicBezTo>
                      <a:pt x="352" y="503"/>
                      <a:pt x="221" y="373"/>
                      <a:pt x="158" y="221"/>
                    </a:cubicBezTo>
                    <a:cubicBezTo>
                      <a:pt x="242" y="179"/>
                      <a:pt x="331" y="111"/>
                      <a:pt x="483" y="111"/>
                    </a:cubicBezTo>
                    <a:close/>
                    <a:moveTo>
                      <a:pt x="441" y="1"/>
                    </a:moveTo>
                    <a:lnTo>
                      <a:pt x="441" y="27"/>
                    </a:lnTo>
                    <a:cubicBezTo>
                      <a:pt x="263" y="48"/>
                      <a:pt x="111" y="111"/>
                      <a:pt x="27" y="158"/>
                    </a:cubicBezTo>
                    <a:lnTo>
                      <a:pt x="1" y="179"/>
                    </a:lnTo>
                    <a:lnTo>
                      <a:pt x="27" y="221"/>
                    </a:lnTo>
                    <a:cubicBezTo>
                      <a:pt x="90" y="420"/>
                      <a:pt x="289" y="613"/>
                      <a:pt x="614" y="613"/>
                    </a:cubicBezTo>
                    <a:cubicBezTo>
                      <a:pt x="854" y="613"/>
                      <a:pt x="1027" y="551"/>
                      <a:pt x="1137" y="441"/>
                    </a:cubicBezTo>
                    <a:lnTo>
                      <a:pt x="1158" y="420"/>
                    </a:lnTo>
                    <a:lnTo>
                      <a:pt x="1137" y="373"/>
                    </a:lnTo>
                    <a:cubicBezTo>
                      <a:pt x="1048" y="200"/>
                      <a:pt x="875" y="48"/>
                      <a:pt x="551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" name="Google Shape;2036;p46">
              <a:extLst>
                <a:ext uri="{FF2B5EF4-FFF2-40B4-BE49-F238E27FC236}">
                  <a16:creationId xmlns:a16="http://schemas.microsoft.com/office/drawing/2014/main" id="{35D33737-B820-5C7B-9377-2D6B3EAE587D}"/>
                </a:ext>
              </a:extLst>
            </p:cNvPr>
            <p:cNvGrpSpPr/>
            <p:nvPr/>
          </p:nvGrpSpPr>
          <p:grpSpPr>
            <a:xfrm>
              <a:off x="5778868" y="1396581"/>
              <a:ext cx="968336" cy="844519"/>
              <a:chOff x="4096163" y="1061575"/>
              <a:chExt cx="3672113" cy="3202576"/>
            </a:xfrm>
          </p:grpSpPr>
          <p:sp>
            <p:nvSpPr>
              <p:cNvPr id="7" name="Google Shape;2037;p46">
                <a:extLst>
                  <a:ext uri="{FF2B5EF4-FFF2-40B4-BE49-F238E27FC236}">
                    <a16:creationId xmlns:a16="http://schemas.microsoft.com/office/drawing/2014/main" id="{54CC98EB-5A5B-7EDE-FFBA-92D62ED961CC}"/>
                  </a:ext>
                </a:extLst>
              </p:cNvPr>
              <p:cNvSpPr/>
              <p:nvPr/>
            </p:nvSpPr>
            <p:spPr>
              <a:xfrm>
                <a:off x="4107402" y="1078605"/>
                <a:ext cx="3056610" cy="3056306"/>
              </a:xfrm>
              <a:custGeom>
                <a:avLst/>
                <a:gdLst/>
                <a:ahLst/>
                <a:cxnLst/>
                <a:rect l="l" t="t" r="r" b="b"/>
                <a:pathLst>
                  <a:path w="10051" h="10050" extrusionOk="0">
                    <a:moveTo>
                      <a:pt x="5028" y="0"/>
                    </a:moveTo>
                    <a:cubicBezTo>
                      <a:pt x="2255" y="0"/>
                      <a:pt x="0" y="2255"/>
                      <a:pt x="0" y="5027"/>
                    </a:cubicBezTo>
                    <a:cubicBezTo>
                      <a:pt x="0" y="7800"/>
                      <a:pt x="2255" y="10050"/>
                      <a:pt x="5028" y="10050"/>
                    </a:cubicBezTo>
                    <a:cubicBezTo>
                      <a:pt x="7800" y="10050"/>
                      <a:pt x="10050" y="7800"/>
                      <a:pt x="10050" y="5027"/>
                    </a:cubicBezTo>
                    <a:cubicBezTo>
                      <a:pt x="10050" y="2255"/>
                      <a:pt x="7800" y="0"/>
                      <a:pt x="502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" name="Google Shape;2038;p46">
                <a:extLst>
                  <a:ext uri="{FF2B5EF4-FFF2-40B4-BE49-F238E27FC236}">
                    <a16:creationId xmlns:a16="http://schemas.microsoft.com/office/drawing/2014/main" id="{AC11B28D-E64D-6B26-8387-9EF445B8523F}"/>
                  </a:ext>
                </a:extLst>
              </p:cNvPr>
              <p:cNvSpPr/>
              <p:nvPr/>
            </p:nvSpPr>
            <p:spPr>
              <a:xfrm>
                <a:off x="4096163" y="1061575"/>
                <a:ext cx="3086108" cy="3091582"/>
              </a:xfrm>
              <a:custGeom>
                <a:avLst/>
                <a:gdLst/>
                <a:ahLst/>
                <a:cxnLst/>
                <a:rect l="l" t="t" r="r" b="b"/>
                <a:pathLst>
                  <a:path w="10148" h="10166" extrusionOk="0">
                    <a:moveTo>
                      <a:pt x="5065" y="93"/>
                    </a:moveTo>
                    <a:cubicBezTo>
                      <a:pt x="7819" y="93"/>
                      <a:pt x="10032" y="2329"/>
                      <a:pt x="10032" y="5083"/>
                    </a:cubicBezTo>
                    <a:cubicBezTo>
                      <a:pt x="10032" y="7832"/>
                      <a:pt x="7819" y="10050"/>
                      <a:pt x="5065" y="10050"/>
                    </a:cubicBezTo>
                    <a:cubicBezTo>
                      <a:pt x="2329" y="10050"/>
                      <a:pt x="98" y="7832"/>
                      <a:pt x="98" y="5083"/>
                    </a:cubicBezTo>
                    <a:cubicBezTo>
                      <a:pt x="98" y="2329"/>
                      <a:pt x="2329" y="93"/>
                      <a:pt x="5065" y="93"/>
                    </a:cubicBezTo>
                    <a:close/>
                    <a:moveTo>
                      <a:pt x="5065" y="1"/>
                    </a:moveTo>
                    <a:cubicBezTo>
                      <a:pt x="2274" y="1"/>
                      <a:pt x="1" y="2269"/>
                      <a:pt x="1" y="5083"/>
                    </a:cubicBezTo>
                    <a:cubicBezTo>
                      <a:pt x="1" y="7892"/>
                      <a:pt x="2274" y="10166"/>
                      <a:pt x="5065" y="10166"/>
                    </a:cubicBezTo>
                    <a:cubicBezTo>
                      <a:pt x="7874" y="10166"/>
                      <a:pt x="10147" y="7892"/>
                      <a:pt x="10147" y="5083"/>
                    </a:cubicBezTo>
                    <a:cubicBezTo>
                      <a:pt x="10147" y="2269"/>
                      <a:pt x="7874" y="1"/>
                      <a:pt x="5065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" name="Google Shape;2039;p46">
                <a:extLst>
                  <a:ext uri="{FF2B5EF4-FFF2-40B4-BE49-F238E27FC236}">
                    <a16:creationId xmlns:a16="http://schemas.microsoft.com/office/drawing/2014/main" id="{70F1ADEB-2274-DEAD-4EA5-38E6436D57D0}"/>
                  </a:ext>
                </a:extLst>
              </p:cNvPr>
              <p:cNvSpPr/>
              <p:nvPr/>
            </p:nvSpPr>
            <p:spPr>
              <a:xfrm>
                <a:off x="4231175" y="1195079"/>
                <a:ext cx="2810585" cy="2817579"/>
              </a:xfrm>
              <a:custGeom>
                <a:avLst/>
                <a:gdLst/>
                <a:ahLst/>
                <a:cxnLst/>
                <a:rect l="l" t="t" r="r" b="b"/>
                <a:pathLst>
                  <a:path w="9242" h="9265" extrusionOk="0">
                    <a:moveTo>
                      <a:pt x="4621" y="1"/>
                    </a:moveTo>
                    <a:cubicBezTo>
                      <a:pt x="2061" y="1"/>
                      <a:pt x="0" y="2080"/>
                      <a:pt x="0" y="4644"/>
                    </a:cubicBezTo>
                    <a:cubicBezTo>
                      <a:pt x="0" y="7204"/>
                      <a:pt x="2061" y="9265"/>
                      <a:pt x="4621" y="9265"/>
                    </a:cubicBezTo>
                    <a:cubicBezTo>
                      <a:pt x="7180" y="9265"/>
                      <a:pt x="9241" y="7204"/>
                      <a:pt x="9241" y="4644"/>
                    </a:cubicBezTo>
                    <a:cubicBezTo>
                      <a:pt x="9241" y="2080"/>
                      <a:pt x="7180" y="1"/>
                      <a:pt x="462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" name="Google Shape;2040;p46">
                <a:extLst>
                  <a:ext uri="{FF2B5EF4-FFF2-40B4-BE49-F238E27FC236}">
                    <a16:creationId xmlns:a16="http://schemas.microsoft.com/office/drawing/2014/main" id="{57602A60-D219-C1C5-034A-02BDFF89B248}"/>
                  </a:ext>
                </a:extLst>
              </p:cNvPr>
              <p:cNvSpPr/>
              <p:nvPr/>
            </p:nvSpPr>
            <p:spPr>
              <a:xfrm>
                <a:off x="4212928" y="1183827"/>
                <a:ext cx="2845557" cy="2845861"/>
              </a:xfrm>
              <a:custGeom>
                <a:avLst/>
                <a:gdLst/>
                <a:ahLst/>
                <a:cxnLst/>
                <a:rect l="l" t="t" r="r" b="b"/>
                <a:pathLst>
                  <a:path w="9357" h="9358" extrusionOk="0">
                    <a:moveTo>
                      <a:pt x="4681" y="98"/>
                    </a:moveTo>
                    <a:cubicBezTo>
                      <a:pt x="7204" y="98"/>
                      <a:pt x="9264" y="2158"/>
                      <a:pt x="9264" y="4681"/>
                    </a:cubicBezTo>
                    <a:cubicBezTo>
                      <a:pt x="9264" y="7199"/>
                      <a:pt x="7204" y="9260"/>
                      <a:pt x="4681" y="9260"/>
                    </a:cubicBezTo>
                    <a:cubicBezTo>
                      <a:pt x="2158" y="9260"/>
                      <a:pt x="116" y="7199"/>
                      <a:pt x="116" y="4681"/>
                    </a:cubicBezTo>
                    <a:cubicBezTo>
                      <a:pt x="116" y="2158"/>
                      <a:pt x="2158" y="98"/>
                      <a:pt x="4681" y="98"/>
                    </a:cubicBezTo>
                    <a:close/>
                    <a:moveTo>
                      <a:pt x="4681" y="1"/>
                    </a:moveTo>
                    <a:cubicBezTo>
                      <a:pt x="2102" y="1"/>
                      <a:pt x="0" y="2098"/>
                      <a:pt x="0" y="4681"/>
                    </a:cubicBezTo>
                    <a:cubicBezTo>
                      <a:pt x="0" y="7259"/>
                      <a:pt x="2102" y="9357"/>
                      <a:pt x="4681" y="9357"/>
                    </a:cubicBezTo>
                    <a:cubicBezTo>
                      <a:pt x="7259" y="9357"/>
                      <a:pt x="9357" y="7259"/>
                      <a:pt x="9357" y="4681"/>
                    </a:cubicBezTo>
                    <a:cubicBezTo>
                      <a:pt x="9357" y="2098"/>
                      <a:pt x="7259" y="1"/>
                      <a:pt x="4681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2041;p46">
                <a:extLst>
                  <a:ext uri="{FF2B5EF4-FFF2-40B4-BE49-F238E27FC236}">
                    <a16:creationId xmlns:a16="http://schemas.microsoft.com/office/drawing/2014/main" id="{D6E7967E-14D2-7A5D-FF18-7C2DFFAF8351}"/>
                  </a:ext>
                </a:extLst>
              </p:cNvPr>
              <p:cNvSpPr/>
              <p:nvPr/>
            </p:nvSpPr>
            <p:spPr>
              <a:xfrm>
                <a:off x="4704674" y="1623569"/>
                <a:ext cx="1869060" cy="2019595"/>
              </a:xfrm>
              <a:custGeom>
                <a:avLst/>
                <a:gdLst/>
                <a:ahLst/>
                <a:cxnLst/>
                <a:rect l="l" t="t" r="r" b="b"/>
                <a:pathLst>
                  <a:path w="6146" h="6641" extrusionOk="0">
                    <a:moveTo>
                      <a:pt x="3064" y="1"/>
                    </a:moveTo>
                    <a:cubicBezTo>
                      <a:pt x="1617" y="1"/>
                      <a:pt x="1599" y="1271"/>
                      <a:pt x="1599" y="1271"/>
                    </a:cubicBezTo>
                    <a:lnTo>
                      <a:pt x="347" y="1271"/>
                    </a:lnTo>
                    <a:cubicBezTo>
                      <a:pt x="347" y="1271"/>
                      <a:pt x="0" y="2519"/>
                      <a:pt x="772" y="4483"/>
                    </a:cubicBezTo>
                    <a:cubicBezTo>
                      <a:pt x="1525" y="6470"/>
                      <a:pt x="3064" y="6641"/>
                      <a:pt x="3064" y="6641"/>
                    </a:cubicBezTo>
                    <a:cubicBezTo>
                      <a:pt x="3064" y="6641"/>
                      <a:pt x="4602" y="6470"/>
                      <a:pt x="5374" y="4483"/>
                    </a:cubicBezTo>
                    <a:cubicBezTo>
                      <a:pt x="6146" y="2519"/>
                      <a:pt x="5799" y="1271"/>
                      <a:pt x="5799" y="1271"/>
                    </a:cubicBezTo>
                    <a:lnTo>
                      <a:pt x="4528" y="1271"/>
                    </a:lnTo>
                    <a:cubicBezTo>
                      <a:pt x="4528" y="1271"/>
                      <a:pt x="4505" y="1"/>
                      <a:pt x="306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2042;p46">
                <a:extLst>
                  <a:ext uri="{FF2B5EF4-FFF2-40B4-BE49-F238E27FC236}">
                    <a16:creationId xmlns:a16="http://schemas.microsoft.com/office/drawing/2014/main" id="{0D80E305-7315-2BDD-740F-5F300C4B4D9E}"/>
                  </a:ext>
                </a:extLst>
              </p:cNvPr>
              <p:cNvSpPr/>
              <p:nvPr/>
            </p:nvSpPr>
            <p:spPr>
              <a:xfrm>
                <a:off x="4762908" y="1605322"/>
                <a:ext cx="1745591" cy="2056088"/>
              </a:xfrm>
              <a:custGeom>
                <a:avLst/>
                <a:gdLst/>
                <a:ahLst/>
                <a:cxnLst/>
                <a:rect l="l" t="t" r="r" b="b"/>
                <a:pathLst>
                  <a:path w="5740" h="6761" extrusionOk="0">
                    <a:moveTo>
                      <a:pt x="2870" y="98"/>
                    </a:moveTo>
                    <a:cubicBezTo>
                      <a:pt x="3581" y="98"/>
                      <a:pt x="3928" y="407"/>
                      <a:pt x="4103" y="712"/>
                    </a:cubicBezTo>
                    <a:cubicBezTo>
                      <a:pt x="4274" y="1022"/>
                      <a:pt x="4293" y="1331"/>
                      <a:pt x="4293" y="1331"/>
                    </a:cubicBezTo>
                    <a:lnTo>
                      <a:pt x="4293" y="1387"/>
                    </a:lnTo>
                    <a:lnTo>
                      <a:pt x="5563" y="1387"/>
                    </a:lnTo>
                    <a:cubicBezTo>
                      <a:pt x="5563" y="1405"/>
                      <a:pt x="5642" y="1678"/>
                      <a:pt x="5624" y="2195"/>
                    </a:cubicBezTo>
                    <a:cubicBezTo>
                      <a:pt x="5624" y="2755"/>
                      <a:pt x="5508" y="3563"/>
                      <a:pt x="5120" y="4543"/>
                    </a:cubicBezTo>
                    <a:cubicBezTo>
                      <a:pt x="4755" y="5508"/>
                      <a:pt x="4177" y="6026"/>
                      <a:pt x="3715" y="6317"/>
                    </a:cubicBezTo>
                    <a:cubicBezTo>
                      <a:pt x="3235" y="6604"/>
                      <a:pt x="2870" y="6645"/>
                      <a:pt x="2870" y="6645"/>
                    </a:cubicBezTo>
                    <a:cubicBezTo>
                      <a:pt x="2870" y="6645"/>
                      <a:pt x="2505" y="6604"/>
                      <a:pt x="2043" y="6317"/>
                    </a:cubicBezTo>
                    <a:cubicBezTo>
                      <a:pt x="1562" y="6026"/>
                      <a:pt x="1003" y="5508"/>
                      <a:pt x="615" y="4543"/>
                    </a:cubicBezTo>
                    <a:cubicBezTo>
                      <a:pt x="231" y="3563"/>
                      <a:pt x="134" y="2755"/>
                      <a:pt x="116" y="2195"/>
                    </a:cubicBezTo>
                    <a:cubicBezTo>
                      <a:pt x="116" y="1678"/>
                      <a:pt x="176" y="1405"/>
                      <a:pt x="194" y="1387"/>
                    </a:cubicBezTo>
                    <a:lnTo>
                      <a:pt x="1447" y="1387"/>
                    </a:lnTo>
                    <a:lnTo>
                      <a:pt x="1465" y="1331"/>
                    </a:lnTo>
                    <a:cubicBezTo>
                      <a:pt x="1465" y="1331"/>
                      <a:pt x="1465" y="1022"/>
                      <a:pt x="1636" y="712"/>
                    </a:cubicBezTo>
                    <a:cubicBezTo>
                      <a:pt x="1830" y="407"/>
                      <a:pt x="2177" y="98"/>
                      <a:pt x="2870" y="98"/>
                    </a:cubicBezTo>
                    <a:close/>
                    <a:moveTo>
                      <a:pt x="2870" y="1"/>
                    </a:moveTo>
                    <a:cubicBezTo>
                      <a:pt x="2140" y="1"/>
                      <a:pt x="1751" y="329"/>
                      <a:pt x="1562" y="675"/>
                    </a:cubicBezTo>
                    <a:cubicBezTo>
                      <a:pt x="1368" y="962"/>
                      <a:pt x="1368" y="1234"/>
                      <a:pt x="1368" y="1271"/>
                    </a:cubicBezTo>
                    <a:lnTo>
                      <a:pt x="97" y="1271"/>
                    </a:lnTo>
                    <a:lnTo>
                      <a:pt x="97" y="1308"/>
                    </a:lnTo>
                    <a:cubicBezTo>
                      <a:pt x="97" y="1308"/>
                      <a:pt x="0" y="1636"/>
                      <a:pt x="19" y="2195"/>
                    </a:cubicBezTo>
                    <a:cubicBezTo>
                      <a:pt x="37" y="2773"/>
                      <a:pt x="134" y="3582"/>
                      <a:pt x="522" y="4566"/>
                    </a:cubicBezTo>
                    <a:cubicBezTo>
                      <a:pt x="906" y="5564"/>
                      <a:pt x="1502" y="6104"/>
                      <a:pt x="1983" y="6414"/>
                    </a:cubicBezTo>
                    <a:cubicBezTo>
                      <a:pt x="2463" y="6701"/>
                      <a:pt x="2870" y="6761"/>
                      <a:pt x="2870" y="6761"/>
                    </a:cubicBezTo>
                    <a:cubicBezTo>
                      <a:pt x="2870" y="6761"/>
                      <a:pt x="3272" y="6701"/>
                      <a:pt x="3757" y="6414"/>
                    </a:cubicBezTo>
                    <a:cubicBezTo>
                      <a:pt x="4256" y="6104"/>
                      <a:pt x="4833" y="5564"/>
                      <a:pt x="5217" y="4566"/>
                    </a:cubicBezTo>
                    <a:cubicBezTo>
                      <a:pt x="5605" y="3582"/>
                      <a:pt x="5721" y="2773"/>
                      <a:pt x="5721" y="2195"/>
                    </a:cubicBezTo>
                    <a:cubicBezTo>
                      <a:pt x="5739" y="1636"/>
                      <a:pt x="5642" y="1308"/>
                      <a:pt x="5642" y="1308"/>
                    </a:cubicBezTo>
                    <a:lnTo>
                      <a:pt x="5642" y="1271"/>
                    </a:lnTo>
                    <a:lnTo>
                      <a:pt x="4371" y="1271"/>
                    </a:lnTo>
                    <a:cubicBezTo>
                      <a:pt x="4371" y="1234"/>
                      <a:pt x="4371" y="962"/>
                      <a:pt x="4196" y="675"/>
                    </a:cubicBezTo>
                    <a:cubicBezTo>
                      <a:pt x="3988" y="329"/>
                      <a:pt x="3600" y="1"/>
                      <a:pt x="2870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2043;p46">
                <a:extLst>
                  <a:ext uri="{FF2B5EF4-FFF2-40B4-BE49-F238E27FC236}">
                    <a16:creationId xmlns:a16="http://schemas.microsoft.com/office/drawing/2014/main" id="{48CD49CE-045F-453D-B8B7-426BD696C234}"/>
                  </a:ext>
                </a:extLst>
              </p:cNvPr>
              <p:cNvSpPr/>
              <p:nvPr/>
            </p:nvSpPr>
            <p:spPr>
              <a:xfrm>
                <a:off x="4852167" y="1686824"/>
                <a:ext cx="1568295" cy="1880616"/>
              </a:xfrm>
              <a:custGeom>
                <a:avLst/>
                <a:gdLst/>
                <a:ahLst/>
                <a:cxnLst/>
                <a:rect l="l" t="t" r="r" b="b"/>
                <a:pathLst>
                  <a:path w="5157" h="6184" extrusionOk="0">
                    <a:moveTo>
                      <a:pt x="2579" y="1"/>
                    </a:moveTo>
                    <a:cubicBezTo>
                      <a:pt x="1923" y="1"/>
                      <a:pt x="1655" y="255"/>
                      <a:pt x="1502" y="523"/>
                    </a:cubicBezTo>
                    <a:cubicBezTo>
                      <a:pt x="1345" y="791"/>
                      <a:pt x="1345" y="1063"/>
                      <a:pt x="1345" y="1063"/>
                    </a:cubicBezTo>
                    <a:cubicBezTo>
                      <a:pt x="1326" y="1179"/>
                      <a:pt x="1229" y="1271"/>
                      <a:pt x="1114" y="1271"/>
                    </a:cubicBezTo>
                    <a:lnTo>
                      <a:pt x="37" y="1271"/>
                    </a:lnTo>
                    <a:cubicBezTo>
                      <a:pt x="19" y="1410"/>
                      <a:pt x="0" y="1599"/>
                      <a:pt x="0" y="1927"/>
                    </a:cubicBezTo>
                    <a:cubicBezTo>
                      <a:pt x="19" y="2450"/>
                      <a:pt x="116" y="3235"/>
                      <a:pt x="481" y="4201"/>
                    </a:cubicBezTo>
                    <a:cubicBezTo>
                      <a:pt x="846" y="5125"/>
                      <a:pt x="1387" y="5624"/>
                      <a:pt x="1826" y="5892"/>
                    </a:cubicBezTo>
                    <a:cubicBezTo>
                      <a:pt x="2251" y="6146"/>
                      <a:pt x="2542" y="6183"/>
                      <a:pt x="2579" y="6183"/>
                    </a:cubicBezTo>
                    <a:cubicBezTo>
                      <a:pt x="2616" y="6183"/>
                      <a:pt x="2907" y="6146"/>
                      <a:pt x="3327" y="5892"/>
                    </a:cubicBezTo>
                    <a:cubicBezTo>
                      <a:pt x="3771" y="5624"/>
                      <a:pt x="4311" y="5125"/>
                      <a:pt x="4676" y="4201"/>
                    </a:cubicBezTo>
                    <a:cubicBezTo>
                      <a:pt x="5041" y="3235"/>
                      <a:pt x="5157" y="2450"/>
                      <a:pt x="5157" y="1927"/>
                    </a:cubicBezTo>
                    <a:cubicBezTo>
                      <a:pt x="5157" y="1599"/>
                      <a:pt x="5138" y="1410"/>
                      <a:pt x="5120" y="1271"/>
                    </a:cubicBezTo>
                    <a:lnTo>
                      <a:pt x="4043" y="1271"/>
                    </a:lnTo>
                    <a:cubicBezTo>
                      <a:pt x="3928" y="1271"/>
                      <a:pt x="3831" y="1179"/>
                      <a:pt x="3831" y="1063"/>
                    </a:cubicBezTo>
                    <a:cubicBezTo>
                      <a:pt x="3831" y="1063"/>
                      <a:pt x="3812" y="791"/>
                      <a:pt x="3655" y="523"/>
                    </a:cubicBezTo>
                    <a:cubicBezTo>
                      <a:pt x="3503" y="255"/>
                      <a:pt x="3235" y="1"/>
                      <a:pt x="257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2044;p46">
                <a:extLst>
                  <a:ext uri="{FF2B5EF4-FFF2-40B4-BE49-F238E27FC236}">
                    <a16:creationId xmlns:a16="http://schemas.microsoft.com/office/drawing/2014/main" id="{94525108-53DB-662D-44B9-A3EC6405249C}"/>
                  </a:ext>
                </a:extLst>
              </p:cNvPr>
              <p:cNvSpPr/>
              <p:nvPr/>
            </p:nvSpPr>
            <p:spPr>
              <a:xfrm>
                <a:off x="5787912" y="2073347"/>
                <a:ext cx="632549" cy="1447564"/>
              </a:xfrm>
              <a:custGeom>
                <a:avLst/>
                <a:gdLst/>
                <a:ahLst/>
                <a:cxnLst/>
                <a:rect l="l" t="t" r="r" b="b"/>
                <a:pathLst>
                  <a:path w="2080" h="4760" extrusionOk="0">
                    <a:moveTo>
                      <a:pt x="1" y="4760"/>
                    </a:moveTo>
                    <a:lnTo>
                      <a:pt x="1" y="4760"/>
                    </a:lnTo>
                    <a:lnTo>
                      <a:pt x="1" y="4760"/>
                    </a:lnTo>
                    <a:close/>
                    <a:moveTo>
                      <a:pt x="2061" y="157"/>
                    </a:moveTo>
                    <a:cubicBezTo>
                      <a:pt x="2080" y="273"/>
                      <a:pt x="2080" y="425"/>
                      <a:pt x="2080" y="656"/>
                    </a:cubicBezTo>
                    <a:cubicBezTo>
                      <a:pt x="2080" y="1179"/>
                      <a:pt x="1964" y="1964"/>
                      <a:pt x="1599" y="2930"/>
                    </a:cubicBezTo>
                    <a:cubicBezTo>
                      <a:pt x="1234" y="3854"/>
                      <a:pt x="694" y="4353"/>
                      <a:pt x="250" y="4621"/>
                    </a:cubicBezTo>
                    <a:cubicBezTo>
                      <a:pt x="176" y="4681"/>
                      <a:pt x="79" y="4718"/>
                      <a:pt x="1" y="4760"/>
                    </a:cubicBezTo>
                    <a:cubicBezTo>
                      <a:pt x="79" y="4718"/>
                      <a:pt x="176" y="4681"/>
                      <a:pt x="250" y="4621"/>
                    </a:cubicBezTo>
                    <a:cubicBezTo>
                      <a:pt x="694" y="4353"/>
                      <a:pt x="1234" y="3854"/>
                      <a:pt x="1599" y="2930"/>
                    </a:cubicBezTo>
                    <a:cubicBezTo>
                      <a:pt x="1964" y="1964"/>
                      <a:pt x="2080" y="1179"/>
                      <a:pt x="2080" y="656"/>
                    </a:cubicBezTo>
                    <a:cubicBezTo>
                      <a:pt x="2080" y="425"/>
                      <a:pt x="2080" y="273"/>
                      <a:pt x="2061" y="157"/>
                    </a:cubicBezTo>
                    <a:close/>
                    <a:moveTo>
                      <a:pt x="2043" y="0"/>
                    </a:moveTo>
                    <a:lnTo>
                      <a:pt x="1059" y="0"/>
                    </a:lnTo>
                    <a:lnTo>
                      <a:pt x="1059" y="0"/>
                    </a:lnTo>
                    <a:lnTo>
                      <a:pt x="2043" y="0"/>
                    </a:lnTo>
                    <a:close/>
                  </a:path>
                </a:pathLst>
              </a:custGeom>
              <a:solidFill>
                <a:srgbClr val="8585C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2045;p46">
                <a:extLst>
                  <a:ext uri="{FF2B5EF4-FFF2-40B4-BE49-F238E27FC236}">
                    <a16:creationId xmlns:a16="http://schemas.microsoft.com/office/drawing/2014/main" id="{34F84984-48BD-E14E-5DDA-FAF4C761A28F}"/>
                  </a:ext>
                </a:extLst>
              </p:cNvPr>
              <p:cNvSpPr/>
              <p:nvPr/>
            </p:nvSpPr>
            <p:spPr>
              <a:xfrm>
                <a:off x="4852167" y="2073347"/>
                <a:ext cx="292554" cy="1159571"/>
              </a:xfrm>
              <a:custGeom>
                <a:avLst/>
                <a:gdLst/>
                <a:ahLst/>
                <a:cxnLst/>
                <a:rect l="l" t="t" r="r" b="b"/>
                <a:pathLst>
                  <a:path w="962" h="3813" extrusionOk="0">
                    <a:moveTo>
                      <a:pt x="961" y="3812"/>
                    </a:moveTo>
                    <a:lnTo>
                      <a:pt x="961" y="3812"/>
                    </a:lnTo>
                    <a:lnTo>
                      <a:pt x="961" y="3812"/>
                    </a:lnTo>
                    <a:close/>
                    <a:moveTo>
                      <a:pt x="961" y="3794"/>
                    </a:moveTo>
                    <a:lnTo>
                      <a:pt x="961" y="3794"/>
                    </a:lnTo>
                    <a:lnTo>
                      <a:pt x="961" y="3794"/>
                    </a:lnTo>
                    <a:close/>
                    <a:moveTo>
                      <a:pt x="481" y="2930"/>
                    </a:moveTo>
                    <a:cubicBezTo>
                      <a:pt x="615" y="3276"/>
                      <a:pt x="786" y="3563"/>
                      <a:pt x="943" y="3794"/>
                    </a:cubicBezTo>
                    <a:cubicBezTo>
                      <a:pt x="786" y="3563"/>
                      <a:pt x="615" y="3276"/>
                      <a:pt x="481" y="2930"/>
                    </a:cubicBezTo>
                    <a:close/>
                    <a:moveTo>
                      <a:pt x="0" y="656"/>
                    </a:moveTo>
                    <a:cubicBezTo>
                      <a:pt x="19" y="1179"/>
                      <a:pt x="116" y="1927"/>
                      <a:pt x="462" y="2833"/>
                    </a:cubicBezTo>
                    <a:cubicBezTo>
                      <a:pt x="116" y="1927"/>
                      <a:pt x="19" y="1179"/>
                      <a:pt x="0" y="656"/>
                    </a:cubicBezTo>
                    <a:close/>
                    <a:moveTo>
                      <a:pt x="767" y="0"/>
                    </a:moveTo>
                    <a:lnTo>
                      <a:pt x="37" y="0"/>
                    </a:lnTo>
                    <a:cubicBezTo>
                      <a:pt x="19" y="139"/>
                      <a:pt x="0" y="328"/>
                      <a:pt x="0" y="638"/>
                    </a:cubicBezTo>
                    <a:cubicBezTo>
                      <a:pt x="0" y="328"/>
                      <a:pt x="19" y="139"/>
                      <a:pt x="37" y="0"/>
                    </a:cubicBezTo>
                    <a:lnTo>
                      <a:pt x="767" y="0"/>
                    </a:lnTo>
                    <a:close/>
                  </a:path>
                </a:pathLst>
              </a:custGeom>
              <a:solidFill>
                <a:srgbClr val="B3C2F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2046;p46">
                <a:extLst>
                  <a:ext uri="{FF2B5EF4-FFF2-40B4-BE49-F238E27FC236}">
                    <a16:creationId xmlns:a16="http://schemas.microsoft.com/office/drawing/2014/main" id="{993F9F16-81F9-EC1F-5D00-B828621862C9}"/>
                  </a:ext>
                </a:extLst>
              </p:cNvPr>
              <p:cNvSpPr/>
              <p:nvPr/>
            </p:nvSpPr>
            <p:spPr>
              <a:xfrm>
                <a:off x="4833920" y="1670098"/>
                <a:ext cx="1605093" cy="1914068"/>
              </a:xfrm>
              <a:custGeom>
                <a:avLst/>
                <a:gdLst/>
                <a:ahLst/>
                <a:cxnLst/>
                <a:rect l="l" t="t" r="r" b="b"/>
                <a:pathLst>
                  <a:path w="5278" h="6294" extrusionOk="0">
                    <a:moveTo>
                      <a:pt x="2639" y="97"/>
                    </a:moveTo>
                    <a:cubicBezTo>
                      <a:pt x="3272" y="97"/>
                      <a:pt x="3526" y="347"/>
                      <a:pt x="3678" y="596"/>
                    </a:cubicBezTo>
                    <a:cubicBezTo>
                      <a:pt x="3831" y="864"/>
                      <a:pt x="3831" y="1118"/>
                      <a:pt x="3831" y="1118"/>
                    </a:cubicBezTo>
                    <a:cubicBezTo>
                      <a:pt x="3831" y="1252"/>
                      <a:pt x="3965" y="1386"/>
                      <a:pt x="4103" y="1386"/>
                    </a:cubicBezTo>
                    <a:lnTo>
                      <a:pt x="5143" y="1386"/>
                    </a:lnTo>
                    <a:cubicBezTo>
                      <a:pt x="5162" y="1502"/>
                      <a:pt x="5180" y="1673"/>
                      <a:pt x="5180" y="1964"/>
                    </a:cubicBezTo>
                    <a:cubicBezTo>
                      <a:pt x="5162" y="2505"/>
                      <a:pt x="5064" y="3272"/>
                      <a:pt x="4699" y="4237"/>
                    </a:cubicBezTo>
                    <a:cubicBezTo>
                      <a:pt x="4334" y="5161"/>
                      <a:pt x="3794" y="5642"/>
                      <a:pt x="3369" y="5910"/>
                    </a:cubicBezTo>
                    <a:cubicBezTo>
                      <a:pt x="2967" y="6159"/>
                      <a:pt x="2676" y="6201"/>
                      <a:pt x="2639" y="6201"/>
                    </a:cubicBezTo>
                    <a:cubicBezTo>
                      <a:pt x="2602" y="6201"/>
                      <a:pt x="2329" y="6159"/>
                      <a:pt x="1927" y="5910"/>
                    </a:cubicBezTo>
                    <a:cubicBezTo>
                      <a:pt x="1484" y="5642"/>
                      <a:pt x="961" y="5161"/>
                      <a:pt x="596" y="4237"/>
                    </a:cubicBezTo>
                    <a:cubicBezTo>
                      <a:pt x="231" y="3272"/>
                      <a:pt x="116" y="2505"/>
                      <a:pt x="116" y="1964"/>
                    </a:cubicBezTo>
                    <a:cubicBezTo>
                      <a:pt x="116" y="1673"/>
                      <a:pt x="134" y="1502"/>
                      <a:pt x="153" y="1386"/>
                    </a:cubicBezTo>
                    <a:lnTo>
                      <a:pt x="1174" y="1386"/>
                    </a:lnTo>
                    <a:cubicBezTo>
                      <a:pt x="1331" y="1386"/>
                      <a:pt x="1447" y="1252"/>
                      <a:pt x="1447" y="1118"/>
                    </a:cubicBezTo>
                    <a:cubicBezTo>
                      <a:pt x="1447" y="1118"/>
                      <a:pt x="1465" y="864"/>
                      <a:pt x="1599" y="596"/>
                    </a:cubicBezTo>
                    <a:cubicBezTo>
                      <a:pt x="1752" y="347"/>
                      <a:pt x="2001" y="97"/>
                      <a:pt x="2639" y="97"/>
                    </a:cubicBezTo>
                    <a:close/>
                    <a:moveTo>
                      <a:pt x="2639" y="0"/>
                    </a:moveTo>
                    <a:cubicBezTo>
                      <a:pt x="1983" y="0"/>
                      <a:pt x="1678" y="287"/>
                      <a:pt x="1520" y="559"/>
                    </a:cubicBezTo>
                    <a:cubicBezTo>
                      <a:pt x="1350" y="827"/>
                      <a:pt x="1350" y="1118"/>
                      <a:pt x="1350" y="1118"/>
                    </a:cubicBezTo>
                    <a:cubicBezTo>
                      <a:pt x="1350" y="1192"/>
                      <a:pt x="1271" y="1271"/>
                      <a:pt x="1174" y="1271"/>
                    </a:cubicBezTo>
                    <a:lnTo>
                      <a:pt x="60" y="1271"/>
                    </a:lnTo>
                    <a:lnTo>
                      <a:pt x="60" y="1326"/>
                    </a:lnTo>
                    <a:cubicBezTo>
                      <a:pt x="19" y="1442"/>
                      <a:pt x="0" y="1654"/>
                      <a:pt x="19" y="1982"/>
                    </a:cubicBezTo>
                    <a:cubicBezTo>
                      <a:pt x="19" y="2523"/>
                      <a:pt x="116" y="3290"/>
                      <a:pt x="499" y="4274"/>
                    </a:cubicBezTo>
                    <a:cubicBezTo>
                      <a:pt x="869" y="5217"/>
                      <a:pt x="1405" y="5716"/>
                      <a:pt x="1867" y="5989"/>
                    </a:cubicBezTo>
                    <a:cubicBezTo>
                      <a:pt x="2292" y="6257"/>
                      <a:pt x="2602" y="6293"/>
                      <a:pt x="2639" y="6293"/>
                    </a:cubicBezTo>
                    <a:lnTo>
                      <a:pt x="2657" y="6293"/>
                    </a:lnTo>
                    <a:cubicBezTo>
                      <a:pt x="2694" y="6293"/>
                      <a:pt x="2985" y="6257"/>
                      <a:pt x="3410" y="5989"/>
                    </a:cubicBezTo>
                    <a:cubicBezTo>
                      <a:pt x="3872" y="5716"/>
                      <a:pt x="4408" y="5217"/>
                      <a:pt x="4773" y="4274"/>
                    </a:cubicBezTo>
                    <a:cubicBezTo>
                      <a:pt x="5162" y="3290"/>
                      <a:pt x="5259" y="2523"/>
                      <a:pt x="5277" y="1982"/>
                    </a:cubicBezTo>
                    <a:cubicBezTo>
                      <a:pt x="5277" y="1654"/>
                      <a:pt x="5259" y="1442"/>
                      <a:pt x="5235" y="1326"/>
                    </a:cubicBezTo>
                    <a:lnTo>
                      <a:pt x="5217" y="1271"/>
                    </a:lnTo>
                    <a:lnTo>
                      <a:pt x="4103" y="1271"/>
                    </a:lnTo>
                    <a:cubicBezTo>
                      <a:pt x="4025" y="1271"/>
                      <a:pt x="3946" y="1192"/>
                      <a:pt x="3928" y="1118"/>
                    </a:cubicBezTo>
                    <a:cubicBezTo>
                      <a:pt x="3928" y="1118"/>
                      <a:pt x="3928" y="827"/>
                      <a:pt x="3775" y="559"/>
                    </a:cubicBezTo>
                    <a:cubicBezTo>
                      <a:pt x="3600" y="287"/>
                      <a:pt x="3313" y="0"/>
                      <a:pt x="2639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2047;p46">
                <a:extLst>
                  <a:ext uri="{FF2B5EF4-FFF2-40B4-BE49-F238E27FC236}">
                    <a16:creationId xmlns:a16="http://schemas.microsoft.com/office/drawing/2014/main" id="{F413BC60-86A6-2BB9-1952-36131CFE6CD1}"/>
                  </a:ext>
                </a:extLst>
              </p:cNvPr>
              <p:cNvSpPr/>
              <p:nvPr/>
            </p:nvSpPr>
            <p:spPr>
              <a:xfrm>
                <a:off x="5425414" y="2243344"/>
                <a:ext cx="427579" cy="562299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1849" extrusionOk="0">
                    <a:moveTo>
                      <a:pt x="694" y="213"/>
                    </a:moveTo>
                    <a:cubicBezTo>
                      <a:pt x="980" y="213"/>
                      <a:pt x="1193" y="426"/>
                      <a:pt x="1193" y="694"/>
                    </a:cubicBezTo>
                    <a:lnTo>
                      <a:pt x="1193" y="1137"/>
                    </a:lnTo>
                    <a:cubicBezTo>
                      <a:pt x="1193" y="1428"/>
                      <a:pt x="980" y="1636"/>
                      <a:pt x="694" y="1636"/>
                    </a:cubicBezTo>
                    <a:cubicBezTo>
                      <a:pt x="426" y="1636"/>
                      <a:pt x="195" y="1428"/>
                      <a:pt x="195" y="1137"/>
                    </a:cubicBezTo>
                    <a:lnTo>
                      <a:pt x="195" y="694"/>
                    </a:lnTo>
                    <a:cubicBezTo>
                      <a:pt x="195" y="426"/>
                      <a:pt x="426" y="213"/>
                      <a:pt x="694" y="213"/>
                    </a:cubicBezTo>
                    <a:close/>
                    <a:moveTo>
                      <a:pt x="694" y="0"/>
                    </a:moveTo>
                    <a:cubicBezTo>
                      <a:pt x="310" y="0"/>
                      <a:pt x="1" y="310"/>
                      <a:pt x="1" y="694"/>
                    </a:cubicBezTo>
                    <a:lnTo>
                      <a:pt x="1" y="1137"/>
                    </a:lnTo>
                    <a:cubicBezTo>
                      <a:pt x="1" y="1521"/>
                      <a:pt x="310" y="1849"/>
                      <a:pt x="694" y="1849"/>
                    </a:cubicBezTo>
                    <a:cubicBezTo>
                      <a:pt x="1077" y="1849"/>
                      <a:pt x="1405" y="1521"/>
                      <a:pt x="1405" y="1137"/>
                    </a:cubicBezTo>
                    <a:lnTo>
                      <a:pt x="1405" y="694"/>
                    </a:lnTo>
                    <a:cubicBezTo>
                      <a:pt x="1405" y="310"/>
                      <a:pt x="1077" y="0"/>
                      <a:pt x="69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2048;p46">
                <a:extLst>
                  <a:ext uri="{FF2B5EF4-FFF2-40B4-BE49-F238E27FC236}">
                    <a16:creationId xmlns:a16="http://schemas.microsoft.com/office/drawing/2014/main" id="{AB9703D0-8F95-6FFC-2F7B-B8575EFAEB7C}"/>
                  </a:ext>
                </a:extLst>
              </p:cNvPr>
              <p:cNvSpPr/>
              <p:nvPr/>
            </p:nvSpPr>
            <p:spPr>
              <a:xfrm>
                <a:off x="5410692" y="2226618"/>
                <a:ext cx="457077" cy="591798"/>
              </a:xfrm>
              <a:custGeom>
                <a:avLst/>
                <a:gdLst/>
                <a:ahLst/>
                <a:cxnLst/>
                <a:rect l="l" t="t" r="r" b="b"/>
                <a:pathLst>
                  <a:path w="1503" h="1946" extrusionOk="0">
                    <a:moveTo>
                      <a:pt x="754" y="305"/>
                    </a:moveTo>
                    <a:cubicBezTo>
                      <a:pt x="1003" y="305"/>
                      <a:pt x="1197" y="499"/>
                      <a:pt x="1197" y="749"/>
                    </a:cubicBezTo>
                    <a:lnTo>
                      <a:pt x="1197" y="1192"/>
                    </a:lnTo>
                    <a:cubicBezTo>
                      <a:pt x="1197" y="1442"/>
                      <a:pt x="1003" y="1636"/>
                      <a:pt x="754" y="1636"/>
                    </a:cubicBezTo>
                    <a:cubicBezTo>
                      <a:pt x="504" y="1636"/>
                      <a:pt x="310" y="1442"/>
                      <a:pt x="310" y="1192"/>
                    </a:cubicBezTo>
                    <a:lnTo>
                      <a:pt x="310" y="749"/>
                    </a:lnTo>
                    <a:cubicBezTo>
                      <a:pt x="310" y="499"/>
                      <a:pt x="504" y="305"/>
                      <a:pt x="754" y="305"/>
                    </a:cubicBezTo>
                    <a:close/>
                    <a:moveTo>
                      <a:pt x="754" y="213"/>
                    </a:moveTo>
                    <a:cubicBezTo>
                      <a:pt x="444" y="213"/>
                      <a:pt x="213" y="462"/>
                      <a:pt x="213" y="749"/>
                    </a:cubicBezTo>
                    <a:lnTo>
                      <a:pt x="213" y="1192"/>
                    </a:lnTo>
                    <a:cubicBezTo>
                      <a:pt x="213" y="1502"/>
                      <a:pt x="444" y="1733"/>
                      <a:pt x="754" y="1733"/>
                    </a:cubicBezTo>
                    <a:cubicBezTo>
                      <a:pt x="1063" y="1733"/>
                      <a:pt x="1313" y="1502"/>
                      <a:pt x="1313" y="1192"/>
                    </a:cubicBezTo>
                    <a:lnTo>
                      <a:pt x="1313" y="749"/>
                    </a:lnTo>
                    <a:cubicBezTo>
                      <a:pt x="1313" y="462"/>
                      <a:pt x="1063" y="213"/>
                      <a:pt x="754" y="213"/>
                    </a:cubicBezTo>
                    <a:close/>
                    <a:moveTo>
                      <a:pt x="754" y="116"/>
                    </a:moveTo>
                    <a:cubicBezTo>
                      <a:pt x="1119" y="116"/>
                      <a:pt x="1410" y="402"/>
                      <a:pt x="1410" y="749"/>
                    </a:cubicBezTo>
                    <a:lnTo>
                      <a:pt x="1410" y="1192"/>
                    </a:lnTo>
                    <a:cubicBezTo>
                      <a:pt x="1410" y="1557"/>
                      <a:pt x="1119" y="1848"/>
                      <a:pt x="754" y="1848"/>
                    </a:cubicBezTo>
                    <a:cubicBezTo>
                      <a:pt x="389" y="1848"/>
                      <a:pt x="98" y="1557"/>
                      <a:pt x="98" y="1192"/>
                    </a:cubicBezTo>
                    <a:lnTo>
                      <a:pt x="98" y="749"/>
                    </a:lnTo>
                    <a:cubicBezTo>
                      <a:pt x="98" y="402"/>
                      <a:pt x="389" y="116"/>
                      <a:pt x="754" y="116"/>
                    </a:cubicBezTo>
                    <a:close/>
                    <a:moveTo>
                      <a:pt x="754" y="0"/>
                    </a:moveTo>
                    <a:cubicBezTo>
                      <a:pt x="347" y="0"/>
                      <a:pt x="1" y="347"/>
                      <a:pt x="1" y="749"/>
                    </a:cubicBezTo>
                    <a:lnTo>
                      <a:pt x="1" y="1192"/>
                    </a:lnTo>
                    <a:cubicBezTo>
                      <a:pt x="1" y="1617"/>
                      <a:pt x="347" y="1945"/>
                      <a:pt x="754" y="1945"/>
                    </a:cubicBezTo>
                    <a:cubicBezTo>
                      <a:pt x="1179" y="1945"/>
                      <a:pt x="1502" y="1617"/>
                      <a:pt x="1502" y="1192"/>
                    </a:cubicBezTo>
                    <a:lnTo>
                      <a:pt x="1502" y="749"/>
                    </a:lnTo>
                    <a:cubicBezTo>
                      <a:pt x="1502" y="347"/>
                      <a:pt x="1179" y="0"/>
                      <a:pt x="754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2049;p46">
                <a:extLst>
                  <a:ext uri="{FF2B5EF4-FFF2-40B4-BE49-F238E27FC236}">
                    <a16:creationId xmlns:a16="http://schemas.microsoft.com/office/drawing/2014/main" id="{B460BC6B-8288-61F0-1A6F-68347160EE4A}"/>
                  </a:ext>
                </a:extLst>
              </p:cNvPr>
              <p:cNvSpPr/>
              <p:nvPr/>
            </p:nvSpPr>
            <p:spPr>
              <a:xfrm>
                <a:off x="5314414" y="2542587"/>
                <a:ext cx="643801" cy="614302"/>
              </a:xfrm>
              <a:custGeom>
                <a:avLst/>
                <a:gdLst/>
                <a:ahLst/>
                <a:cxnLst/>
                <a:rect l="l" t="t" r="r" b="b"/>
                <a:pathLst>
                  <a:path w="2117" h="2020" extrusionOk="0">
                    <a:moveTo>
                      <a:pt x="287" y="1"/>
                    </a:moveTo>
                    <a:cubicBezTo>
                      <a:pt x="135" y="1"/>
                      <a:pt x="1" y="116"/>
                      <a:pt x="1" y="287"/>
                    </a:cubicBezTo>
                    <a:lnTo>
                      <a:pt x="1" y="1733"/>
                    </a:lnTo>
                    <a:cubicBezTo>
                      <a:pt x="1" y="1904"/>
                      <a:pt x="135" y="2020"/>
                      <a:pt x="287" y="2020"/>
                    </a:cubicBezTo>
                    <a:lnTo>
                      <a:pt x="1830" y="2020"/>
                    </a:lnTo>
                    <a:cubicBezTo>
                      <a:pt x="2001" y="2020"/>
                      <a:pt x="2117" y="1904"/>
                      <a:pt x="2117" y="1733"/>
                    </a:cubicBezTo>
                    <a:lnTo>
                      <a:pt x="2117" y="287"/>
                    </a:lnTo>
                    <a:cubicBezTo>
                      <a:pt x="2117" y="116"/>
                      <a:pt x="2001" y="1"/>
                      <a:pt x="183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50;p46">
                <a:extLst>
                  <a:ext uri="{FF2B5EF4-FFF2-40B4-BE49-F238E27FC236}">
                    <a16:creationId xmlns:a16="http://schemas.microsoft.com/office/drawing/2014/main" id="{2A36A106-4280-394A-19CC-8DFCB8ACB520}"/>
                  </a:ext>
                </a:extLst>
              </p:cNvPr>
              <p:cNvSpPr/>
              <p:nvPr/>
            </p:nvSpPr>
            <p:spPr>
              <a:xfrm>
                <a:off x="5296167" y="2524341"/>
                <a:ext cx="680294" cy="650795"/>
              </a:xfrm>
              <a:custGeom>
                <a:avLst/>
                <a:gdLst/>
                <a:ahLst/>
                <a:cxnLst/>
                <a:rect l="l" t="t" r="r" b="b"/>
                <a:pathLst>
                  <a:path w="2237" h="2140" extrusionOk="0">
                    <a:moveTo>
                      <a:pt x="1890" y="98"/>
                    </a:moveTo>
                    <a:cubicBezTo>
                      <a:pt x="2024" y="98"/>
                      <a:pt x="2140" y="213"/>
                      <a:pt x="2140" y="347"/>
                    </a:cubicBezTo>
                    <a:lnTo>
                      <a:pt x="2140" y="1793"/>
                    </a:lnTo>
                    <a:cubicBezTo>
                      <a:pt x="2140" y="1927"/>
                      <a:pt x="2024" y="2043"/>
                      <a:pt x="1890" y="2043"/>
                    </a:cubicBezTo>
                    <a:lnTo>
                      <a:pt x="347" y="2043"/>
                    </a:lnTo>
                    <a:cubicBezTo>
                      <a:pt x="213" y="2043"/>
                      <a:pt x="116" y="1927"/>
                      <a:pt x="116" y="1793"/>
                    </a:cubicBezTo>
                    <a:lnTo>
                      <a:pt x="116" y="347"/>
                    </a:lnTo>
                    <a:cubicBezTo>
                      <a:pt x="116" y="213"/>
                      <a:pt x="213" y="98"/>
                      <a:pt x="347" y="98"/>
                    </a:cubicBezTo>
                    <a:close/>
                    <a:moveTo>
                      <a:pt x="347" y="1"/>
                    </a:moveTo>
                    <a:cubicBezTo>
                      <a:pt x="158" y="1"/>
                      <a:pt x="0" y="158"/>
                      <a:pt x="0" y="347"/>
                    </a:cubicBezTo>
                    <a:lnTo>
                      <a:pt x="0" y="1793"/>
                    </a:lnTo>
                    <a:cubicBezTo>
                      <a:pt x="0" y="1983"/>
                      <a:pt x="158" y="2140"/>
                      <a:pt x="347" y="2140"/>
                    </a:cubicBezTo>
                    <a:lnTo>
                      <a:pt x="1890" y="2140"/>
                    </a:lnTo>
                    <a:cubicBezTo>
                      <a:pt x="2080" y="2140"/>
                      <a:pt x="2237" y="1983"/>
                      <a:pt x="2237" y="1793"/>
                    </a:cubicBezTo>
                    <a:lnTo>
                      <a:pt x="2237" y="347"/>
                    </a:lnTo>
                    <a:cubicBezTo>
                      <a:pt x="2237" y="158"/>
                      <a:pt x="2080" y="1"/>
                      <a:pt x="1890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051;p46">
                <a:extLst>
                  <a:ext uri="{FF2B5EF4-FFF2-40B4-BE49-F238E27FC236}">
                    <a16:creationId xmlns:a16="http://schemas.microsoft.com/office/drawing/2014/main" id="{4C17AAFE-5274-E06E-00C8-6A2AAD7AFD24}"/>
                  </a:ext>
                </a:extLst>
              </p:cNvPr>
              <p:cNvSpPr/>
              <p:nvPr/>
            </p:nvSpPr>
            <p:spPr>
              <a:xfrm>
                <a:off x="5571690" y="2612837"/>
                <a:ext cx="135025" cy="298332"/>
              </a:xfrm>
              <a:custGeom>
                <a:avLst/>
                <a:gdLst/>
                <a:ahLst/>
                <a:cxnLst/>
                <a:rect l="l" t="t" r="r" b="b"/>
                <a:pathLst>
                  <a:path w="444" h="981" extrusionOk="0">
                    <a:moveTo>
                      <a:pt x="0" y="1"/>
                    </a:moveTo>
                    <a:lnTo>
                      <a:pt x="79" y="980"/>
                    </a:lnTo>
                    <a:lnTo>
                      <a:pt x="347" y="980"/>
                    </a:lnTo>
                    <a:lnTo>
                      <a:pt x="44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052;p46">
                <a:extLst>
                  <a:ext uri="{FF2B5EF4-FFF2-40B4-BE49-F238E27FC236}">
                    <a16:creationId xmlns:a16="http://schemas.microsoft.com/office/drawing/2014/main" id="{A09A4FC2-4500-2207-80B7-0B990E25B798}"/>
                  </a:ext>
                </a:extLst>
              </p:cNvPr>
              <p:cNvSpPr/>
              <p:nvPr/>
            </p:nvSpPr>
            <p:spPr>
              <a:xfrm>
                <a:off x="5557560" y="2594590"/>
                <a:ext cx="163307" cy="334825"/>
              </a:xfrm>
              <a:custGeom>
                <a:avLst/>
                <a:gdLst/>
                <a:ahLst/>
                <a:cxnLst/>
                <a:rect l="l" t="t" r="r" b="b"/>
                <a:pathLst>
                  <a:path w="537" h="1101" extrusionOk="0">
                    <a:moveTo>
                      <a:pt x="440" y="116"/>
                    </a:moveTo>
                    <a:lnTo>
                      <a:pt x="366" y="1003"/>
                    </a:lnTo>
                    <a:lnTo>
                      <a:pt x="190" y="1003"/>
                    </a:lnTo>
                    <a:lnTo>
                      <a:pt x="116" y="116"/>
                    </a:lnTo>
                    <a:close/>
                    <a:moveTo>
                      <a:pt x="1" y="1"/>
                    </a:moveTo>
                    <a:lnTo>
                      <a:pt x="1" y="61"/>
                    </a:lnTo>
                    <a:lnTo>
                      <a:pt x="93" y="1100"/>
                    </a:lnTo>
                    <a:lnTo>
                      <a:pt x="440" y="1100"/>
                    </a:lnTo>
                    <a:lnTo>
                      <a:pt x="537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053;p46">
                <a:extLst>
                  <a:ext uri="{FF2B5EF4-FFF2-40B4-BE49-F238E27FC236}">
                    <a16:creationId xmlns:a16="http://schemas.microsoft.com/office/drawing/2014/main" id="{23CA5CC9-7AFE-008E-D0F6-D1FF929B02D0}"/>
                  </a:ext>
                </a:extLst>
              </p:cNvPr>
              <p:cNvSpPr/>
              <p:nvPr/>
            </p:nvSpPr>
            <p:spPr>
              <a:xfrm>
                <a:off x="5525162" y="2829362"/>
                <a:ext cx="228082" cy="227778"/>
              </a:xfrm>
              <a:custGeom>
                <a:avLst/>
                <a:gdLst/>
                <a:ahLst/>
                <a:cxnLst/>
                <a:rect l="l" t="t" r="r" b="b"/>
                <a:pathLst>
                  <a:path w="750" h="749" extrusionOk="0">
                    <a:moveTo>
                      <a:pt x="366" y="0"/>
                    </a:moveTo>
                    <a:cubicBezTo>
                      <a:pt x="153" y="0"/>
                      <a:pt x="1" y="171"/>
                      <a:pt x="1" y="365"/>
                    </a:cubicBezTo>
                    <a:cubicBezTo>
                      <a:pt x="1" y="578"/>
                      <a:pt x="153" y="749"/>
                      <a:pt x="366" y="749"/>
                    </a:cubicBezTo>
                    <a:cubicBezTo>
                      <a:pt x="578" y="749"/>
                      <a:pt x="749" y="578"/>
                      <a:pt x="749" y="365"/>
                    </a:cubicBezTo>
                    <a:cubicBezTo>
                      <a:pt x="749" y="171"/>
                      <a:pt x="578" y="0"/>
                      <a:pt x="36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2054;p46">
                <a:extLst>
                  <a:ext uri="{FF2B5EF4-FFF2-40B4-BE49-F238E27FC236}">
                    <a16:creationId xmlns:a16="http://schemas.microsoft.com/office/drawing/2014/main" id="{4BF8E362-D8F9-B41C-15B5-6326599981BA}"/>
                  </a:ext>
                </a:extLst>
              </p:cNvPr>
              <p:cNvSpPr/>
              <p:nvPr/>
            </p:nvSpPr>
            <p:spPr>
              <a:xfrm>
                <a:off x="5509815" y="2811116"/>
                <a:ext cx="258798" cy="258798"/>
              </a:xfrm>
              <a:custGeom>
                <a:avLst/>
                <a:gdLst/>
                <a:ahLst/>
                <a:cxnLst/>
                <a:rect l="l" t="t" r="r" b="b"/>
                <a:pathLst>
                  <a:path w="851" h="851" extrusionOk="0">
                    <a:moveTo>
                      <a:pt x="426" y="97"/>
                    </a:moveTo>
                    <a:cubicBezTo>
                      <a:pt x="620" y="97"/>
                      <a:pt x="754" y="254"/>
                      <a:pt x="754" y="425"/>
                    </a:cubicBezTo>
                    <a:cubicBezTo>
                      <a:pt x="754" y="619"/>
                      <a:pt x="620" y="753"/>
                      <a:pt x="426" y="753"/>
                    </a:cubicBezTo>
                    <a:cubicBezTo>
                      <a:pt x="250" y="753"/>
                      <a:pt x="98" y="619"/>
                      <a:pt x="98" y="425"/>
                    </a:cubicBezTo>
                    <a:cubicBezTo>
                      <a:pt x="98" y="254"/>
                      <a:pt x="250" y="97"/>
                      <a:pt x="426" y="97"/>
                    </a:cubicBezTo>
                    <a:close/>
                    <a:moveTo>
                      <a:pt x="426" y="0"/>
                    </a:moveTo>
                    <a:cubicBezTo>
                      <a:pt x="195" y="0"/>
                      <a:pt x="1" y="194"/>
                      <a:pt x="1" y="425"/>
                    </a:cubicBezTo>
                    <a:cubicBezTo>
                      <a:pt x="1" y="675"/>
                      <a:pt x="195" y="850"/>
                      <a:pt x="426" y="850"/>
                    </a:cubicBezTo>
                    <a:cubicBezTo>
                      <a:pt x="657" y="850"/>
                      <a:pt x="851" y="675"/>
                      <a:pt x="851" y="425"/>
                    </a:cubicBezTo>
                    <a:cubicBezTo>
                      <a:pt x="851" y="194"/>
                      <a:pt x="657" y="0"/>
                      <a:pt x="426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055;p46">
                <a:extLst>
                  <a:ext uri="{FF2B5EF4-FFF2-40B4-BE49-F238E27FC236}">
                    <a16:creationId xmlns:a16="http://schemas.microsoft.com/office/drawing/2014/main" id="{725CF153-5BCF-B32C-23A1-CC73C49CE1DD}"/>
                  </a:ext>
                </a:extLst>
              </p:cNvPr>
              <p:cNvSpPr/>
              <p:nvPr/>
            </p:nvSpPr>
            <p:spPr>
              <a:xfrm>
                <a:off x="7374453" y="3871849"/>
                <a:ext cx="375272" cy="374055"/>
              </a:xfrm>
              <a:custGeom>
                <a:avLst/>
                <a:gdLst/>
                <a:ahLst/>
                <a:cxnLst/>
                <a:rect l="l" t="t" r="r" b="b"/>
                <a:pathLst>
                  <a:path w="1234" h="1230" extrusionOk="0">
                    <a:moveTo>
                      <a:pt x="619" y="1"/>
                    </a:moveTo>
                    <a:cubicBezTo>
                      <a:pt x="291" y="1"/>
                      <a:pt x="0" y="287"/>
                      <a:pt x="0" y="615"/>
                    </a:cubicBezTo>
                    <a:cubicBezTo>
                      <a:pt x="0" y="962"/>
                      <a:pt x="291" y="1230"/>
                      <a:pt x="619" y="1230"/>
                    </a:cubicBezTo>
                    <a:cubicBezTo>
                      <a:pt x="966" y="1230"/>
                      <a:pt x="1234" y="962"/>
                      <a:pt x="1234" y="615"/>
                    </a:cubicBezTo>
                    <a:cubicBezTo>
                      <a:pt x="1234" y="287"/>
                      <a:pt x="966" y="1"/>
                      <a:pt x="61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056;p46">
                <a:extLst>
                  <a:ext uri="{FF2B5EF4-FFF2-40B4-BE49-F238E27FC236}">
                    <a16:creationId xmlns:a16="http://schemas.microsoft.com/office/drawing/2014/main" id="{8A2E0254-ADD7-682E-5B9E-9FD693E43755}"/>
                  </a:ext>
                </a:extLst>
              </p:cNvPr>
              <p:cNvSpPr/>
              <p:nvPr/>
            </p:nvSpPr>
            <p:spPr>
              <a:xfrm>
                <a:off x="7363201" y="3859381"/>
                <a:ext cx="405075" cy="404770"/>
              </a:xfrm>
              <a:custGeom>
                <a:avLst/>
                <a:gdLst/>
                <a:ahLst/>
                <a:cxnLst/>
                <a:rect l="l" t="t" r="r" b="b"/>
                <a:pathLst>
                  <a:path w="1332" h="1331" extrusionOk="0">
                    <a:moveTo>
                      <a:pt x="656" y="97"/>
                    </a:moveTo>
                    <a:cubicBezTo>
                      <a:pt x="985" y="97"/>
                      <a:pt x="1234" y="347"/>
                      <a:pt x="1234" y="656"/>
                    </a:cubicBezTo>
                    <a:cubicBezTo>
                      <a:pt x="1234" y="966"/>
                      <a:pt x="985" y="1215"/>
                      <a:pt x="656" y="1215"/>
                    </a:cubicBezTo>
                    <a:cubicBezTo>
                      <a:pt x="347" y="1215"/>
                      <a:pt x="97" y="966"/>
                      <a:pt x="97" y="656"/>
                    </a:cubicBezTo>
                    <a:cubicBezTo>
                      <a:pt x="97" y="347"/>
                      <a:pt x="347" y="97"/>
                      <a:pt x="656" y="97"/>
                    </a:cubicBezTo>
                    <a:close/>
                    <a:moveTo>
                      <a:pt x="656" y="0"/>
                    </a:moveTo>
                    <a:cubicBezTo>
                      <a:pt x="291" y="0"/>
                      <a:pt x="0" y="291"/>
                      <a:pt x="0" y="656"/>
                    </a:cubicBezTo>
                    <a:cubicBezTo>
                      <a:pt x="0" y="1021"/>
                      <a:pt x="291" y="1331"/>
                      <a:pt x="656" y="1331"/>
                    </a:cubicBezTo>
                    <a:cubicBezTo>
                      <a:pt x="1022" y="1331"/>
                      <a:pt x="1331" y="1021"/>
                      <a:pt x="1331" y="656"/>
                    </a:cubicBezTo>
                    <a:cubicBezTo>
                      <a:pt x="1331" y="291"/>
                      <a:pt x="1022" y="0"/>
                      <a:pt x="656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2057;p46">
                <a:extLst>
                  <a:ext uri="{FF2B5EF4-FFF2-40B4-BE49-F238E27FC236}">
                    <a16:creationId xmlns:a16="http://schemas.microsoft.com/office/drawing/2014/main" id="{4731E468-1D46-98D6-EF49-9C9DA57E0321}"/>
                  </a:ext>
                </a:extLst>
              </p:cNvPr>
              <p:cNvSpPr/>
              <p:nvPr/>
            </p:nvSpPr>
            <p:spPr>
              <a:xfrm>
                <a:off x="7503700" y="4005353"/>
                <a:ext cx="129551" cy="118299"/>
              </a:xfrm>
              <a:custGeom>
                <a:avLst/>
                <a:gdLst/>
                <a:ahLst/>
                <a:cxnLst/>
                <a:rect l="l" t="t" r="r" b="b"/>
                <a:pathLst>
                  <a:path w="426" h="389" extrusionOk="0">
                    <a:moveTo>
                      <a:pt x="134" y="1"/>
                    </a:moveTo>
                    <a:cubicBezTo>
                      <a:pt x="60" y="1"/>
                      <a:pt x="0" y="61"/>
                      <a:pt x="0" y="139"/>
                    </a:cubicBezTo>
                    <a:lnTo>
                      <a:pt x="0" y="255"/>
                    </a:lnTo>
                    <a:cubicBezTo>
                      <a:pt x="0" y="329"/>
                      <a:pt x="60" y="389"/>
                      <a:pt x="134" y="389"/>
                    </a:cubicBezTo>
                    <a:lnTo>
                      <a:pt x="292" y="389"/>
                    </a:lnTo>
                    <a:cubicBezTo>
                      <a:pt x="365" y="389"/>
                      <a:pt x="426" y="329"/>
                      <a:pt x="426" y="255"/>
                    </a:cubicBezTo>
                    <a:lnTo>
                      <a:pt x="426" y="139"/>
                    </a:lnTo>
                    <a:cubicBezTo>
                      <a:pt x="426" y="61"/>
                      <a:pt x="365" y="1"/>
                      <a:pt x="29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2058;p46">
                <a:extLst>
                  <a:ext uri="{FF2B5EF4-FFF2-40B4-BE49-F238E27FC236}">
                    <a16:creationId xmlns:a16="http://schemas.microsoft.com/office/drawing/2014/main" id="{E5A8B27F-96F8-E7F3-5A86-D0B6CEF24C0B}"/>
                  </a:ext>
                </a:extLst>
              </p:cNvPr>
              <p:cNvSpPr/>
              <p:nvPr/>
            </p:nvSpPr>
            <p:spPr>
              <a:xfrm>
                <a:off x="7492447" y="3988627"/>
                <a:ext cx="152055" cy="146277"/>
              </a:xfrm>
              <a:custGeom>
                <a:avLst/>
                <a:gdLst/>
                <a:ahLst/>
                <a:cxnLst/>
                <a:rect l="l" t="t" r="r" b="b"/>
                <a:pathLst>
                  <a:path w="500" h="481" extrusionOk="0">
                    <a:moveTo>
                      <a:pt x="329" y="116"/>
                    </a:moveTo>
                    <a:cubicBezTo>
                      <a:pt x="365" y="116"/>
                      <a:pt x="402" y="153"/>
                      <a:pt x="402" y="194"/>
                    </a:cubicBezTo>
                    <a:lnTo>
                      <a:pt x="402" y="310"/>
                    </a:lnTo>
                    <a:cubicBezTo>
                      <a:pt x="402" y="347"/>
                      <a:pt x="365" y="384"/>
                      <a:pt x="329" y="384"/>
                    </a:cubicBezTo>
                    <a:lnTo>
                      <a:pt x="171" y="384"/>
                    </a:lnTo>
                    <a:cubicBezTo>
                      <a:pt x="134" y="384"/>
                      <a:pt x="97" y="347"/>
                      <a:pt x="97" y="310"/>
                    </a:cubicBezTo>
                    <a:lnTo>
                      <a:pt x="97" y="194"/>
                    </a:lnTo>
                    <a:cubicBezTo>
                      <a:pt x="97" y="153"/>
                      <a:pt x="134" y="116"/>
                      <a:pt x="171" y="116"/>
                    </a:cubicBezTo>
                    <a:close/>
                    <a:moveTo>
                      <a:pt x="171" y="0"/>
                    </a:moveTo>
                    <a:cubicBezTo>
                      <a:pt x="74" y="0"/>
                      <a:pt x="0" y="97"/>
                      <a:pt x="0" y="194"/>
                    </a:cubicBezTo>
                    <a:lnTo>
                      <a:pt x="0" y="310"/>
                    </a:lnTo>
                    <a:cubicBezTo>
                      <a:pt x="0" y="402"/>
                      <a:pt x="74" y="481"/>
                      <a:pt x="171" y="481"/>
                    </a:cubicBezTo>
                    <a:lnTo>
                      <a:pt x="329" y="481"/>
                    </a:lnTo>
                    <a:cubicBezTo>
                      <a:pt x="421" y="481"/>
                      <a:pt x="499" y="402"/>
                      <a:pt x="499" y="310"/>
                    </a:cubicBezTo>
                    <a:lnTo>
                      <a:pt x="499" y="194"/>
                    </a:lnTo>
                    <a:cubicBezTo>
                      <a:pt x="499" y="97"/>
                      <a:pt x="421" y="0"/>
                      <a:pt x="329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2059;p46">
                <a:extLst>
                  <a:ext uri="{FF2B5EF4-FFF2-40B4-BE49-F238E27FC236}">
                    <a16:creationId xmlns:a16="http://schemas.microsoft.com/office/drawing/2014/main" id="{9375A436-347D-7810-2B0D-2103D296408C}"/>
                  </a:ext>
                </a:extLst>
              </p:cNvPr>
              <p:cNvSpPr/>
              <p:nvPr/>
            </p:nvSpPr>
            <p:spPr>
              <a:xfrm>
                <a:off x="7128428" y="2232092"/>
                <a:ext cx="562299" cy="1686594"/>
              </a:xfrm>
              <a:custGeom>
                <a:avLst/>
                <a:gdLst/>
                <a:ahLst/>
                <a:cxnLst/>
                <a:rect l="l" t="t" r="r" b="b"/>
                <a:pathLst>
                  <a:path w="1849" h="5546" extrusionOk="0">
                    <a:moveTo>
                      <a:pt x="1849" y="5545"/>
                    </a:move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9DA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2060;p46">
                <a:extLst>
                  <a:ext uri="{FF2B5EF4-FFF2-40B4-BE49-F238E27FC236}">
                    <a16:creationId xmlns:a16="http://schemas.microsoft.com/office/drawing/2014/main" id="{16AF20D6-410C-921D-4CBE-9E1D3A63E777}"/>
                  </a:ext>
                </a:extLst>
              </p:cNvPr>
              <p:cNvSpPr/>
              <p:nvPr/>
            </p:nvSpPr>
            <p:spPr>
              <a:xfrm>
                <a:off x="7117176" y="2226618"/>
                <a:ext cx="586324" cy="1692068"/>
              </a:xfrm>
              <a:custGeom>
                <a:avLst/>
                <a:gdLst/>
                <a:ahLst/>
                <a:cxnLst/>
                <a:rect l="l" t="t" r="r" b="b"/>
                <a:pathLst>
                  <a:path w="1928" h="5564" extrusionOk="0">
                    <a:moveTo>
                      <a:pt x="98" y="0"/>
                    </a:moveTo>
                    <a:lnTo>
                      <a:pt x="1" y="37"/>
                    </a:lnTo>
                    <a:lnTo>
                      <a:pt x="1831" y="5563"/>
                    </a:lnTo>
                    <a:lnTo>
                      <a:pt x="1928" y="5545"/>
                    </a:lnTo>
                    <a:lnTo>
                      <a:pt x="98" y="0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2061;p46">
                <a:extLst>
                  <a:ext uri="{FF2B5EF4-FFF2-40B4-BE49-F238E27FC236}">
                    <a16:creationId xmlns:a16="http://schemas.microsoft.com/office/drawing/2014/main" id="{57153A96-11EE-F25B-5B93-F9E38E5B6E2F}"/>
                  </a:ext>
                </a:extLst>
              </p:cNvPr>
              <p:cNvSpPr/>
              <p:nvPr/>
            </p:nvSpPr>
            <p:spPr>
              <a:xfrm>
                <a:off x="5665660" y="4140378"/>
                <a:ext cx="1856592" cy="105526"/>
              </a:xfrm>
              <a:custGeom>
                <a:avLst/>
                <a:gdLst/>
                <a:ahLst/>
                <a:cxnLst/>
                <a:rect l="l" t="t" r="r" b="b"/>
                <a:pathLst>
                  <a:path w="6105" h="347" extrusionOk="0">
                    <a:moveTo>
                      <a:pt x="6104" y="347"/>
                    </a:move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9DA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2062;p46">
                <a:extLst>
                  <a:ext uri="{FF2B5EF4-FFF2-40B4-BE49-F238E27FC236}">
                    <a16:creationId xmlns:a16="http://schemas.microsoft.com/office/drawing/2014/main" id="{599DCA97-0EE0-12C5-D1E8-18CD69CF0A06}"/>
                  </a:ext>
                </a:extLst>
              </p:cNvPr>
              <p:cNvSpPr/>
              <p:nvPr/>
            </p:nvSpPr>
            <p:spPr>
              <a:xfrm>
                <a:off x="5660186" y="4129125"/>
                <a:ext cx="1862066" cy="135025"/>
              </a:xfrm>
              <a:custGeom>
                <a:avLst/>
                <a:gdLst/>
                <a:ahLst/>
                <a:cxnLst/>
                <a:rect l="l" t="t" r="r" b="b"/>
                <a:pathLst>
                  <a:path w="6123" h="444" extrusionOk="0">
                    <a:moveTo>
                      <a:pt x="19" y="0"/>
                    </a:moveTo>
                    <a:lnTo>
                      <a:pt x="0" y="97"/>
                    </a:lnTo>
                    <a:lnTo>
                      <a:pt x="6122" y="444"/>
                    </a:lnTo>
                    <a:lnTo>
                      <a:pt x="6122" y="328"/>
                    </a:lnTo>
                    <a:lnTo>
                      <a:pt x="19" y="0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75286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8" name="Google Shape;1538;p41"/>
          <p:cNvSpPr txBox="1">
            <a:spLocks noGrp="1"/>
          </p:cNvSpPr>
          <p:nvPr>
            <p:ph type="subTitle" idx="1"/>
          </p:nvPr>
        </p:nvSpPr>
        <p:spPr>
          <a:xfrm>
            <a:off x="3420000" y="2971054"/>
            <a:ext cx="2304000" cy="16512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sz="1200" dirty="0"/>
              <a:t>Private documents are broken down into smaller text chunks, converted into </a:t>
            </a:r>
            <a:r>
              <a:rPr lang="en-IN" sz="1200" dirty="0">
                <a:solidFill>
                  <a:srgbClr val="112E54"/>
                </a:solidFill>
              </a:rPr>
              <a:t>numerical</a:t>
            </a:r>
            <a:r>
              <a:rPr lang="en-IN" sz="1200" dirty="0"/>
              <a:t> vector embeddings, and stored in a database to prepare them for fast searching.</a:t>
            </a:r>
            <a:endParaRPr sz="1200" dirty="0"/>
          </a:p>
        </p:txBody>
      </p:sp>
      <p:sp>
        <p:nvSpPr>
          <p:cNvPr id="1539" name="Google Shape;1539;p41"/>
          <p:cNvSpPr txBox="1">
            <a:spLocks noGrp="1"/>
          </p:cNvSpPr>
          <p:nvPr>
            <p:ph type="subTitle" idx="2"/>
          </p:nvPr>
        </p:nvSpPr>
        <p:spPr>
          <a:xfrm>
            <a:off x="3420000" y="2571751"/>
            <a:ext cx="23040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dirty="0"/>
              <a:t>Document Injection</a:t>
            </a:r>
            <a:endParaRPr sz="1400" dirty="0"/>
          </a:p>
        </p:txBody>
      </p:sp>
      <p:sp>
        <p:nvSpPr>
          <p:cNvPr id="1543" name="Google Shape;1543;p41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RAG pipeline</a:t>
            </a:r>
            <a:endParaRPr dirty="0"/>
          </a:p>
        </p:txBody>
      </p:sp>
      <p:sp>
        <p:nvSpPr>
          <p:cNvPr id="1544" name="Google Shape;1544;p41"/>
          <p:cNvSpPr/>
          <p:nvPr/>
        </p:nvSpPr>
        <p:spPr>
          <a:xfrm>
            <a:off x="4263588" y="1806689"/>
            <a:ext cx="616800" cy="616800"/>
          </a:xfrm>
          <a:prstGeom prst="ellipse">
            <a:avLst/>
          </a:prstGeom>
          <a:solidFill>
            <a:srgbClr val="AEE2F4">
              <a:alpha val="30820"/>
            </a:srgbClr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90" name="Google Shape;1590;p41"/>
          <p:cNvGrpSpPr/>
          <p:nvPr/>
        </p:nvGrpSpPr>
        <p:grpSpPr>
          <a:xfrm>
            <a:off x="4382085" y="1951696"/>
            <a:ext cx="379821" cy="326796"/>
            <a:chOff x="4093948" y="1308595"/>
            <a:chExt cx="379821" cy="326796"/>
          </a:xfrm>
        </p:grpSpPr>
        <p:sp>
          <p:nvSpPr>
            <p:cNvPr id="1591" name="Google Shape;1591;p41"/>
            <p:cNvSpPr/>
            <p:nvPr/>
          </p:nvSpPr>
          <p:spPr>
            <a:xfrm>
              <a:off x="4099675" y="1524295"/>
              <a:ext cx="368367" cy="47648"/>
            </a:xfrm>
            <a:custGeom>
              <a:avLst/>
              <a:gdLst/>
              <a:ahLst/>
              <a:cxnLst/>
              <a:rect l="l" t="t" r="r" b="b"/>
              <a:pathLst>
                <a:path w="18910" h="2446" extrusionOk="0">
                  <a:moveTo>
                    <a:pt x="0" y="1"/>
                  </a:moveTo>
                  <a:lnTo>
                    <a:pt x="0" y="1494"/>
                  </a:lnTo>
                  <a:cubicBezTo>
                    <a:pt x="0" y="2029"/>
                    <a:pt x="418" y="2446"/>
                    <a:pt x="959" y="2446"/>
                  </a:cubicBezTo>
                  <a:lnTo>
                    <a:pt x="17951" y="2446"/>
                  </a:lnTo>
                  <a:cubicBezTo>
                    <a:pt x="18492" y="2446"/>
                    <a:pt x="18909" y="2029"/>
                    <a:pt x="18909" y="1494"/>
                  </a:cubicBezTo>
                  <a:lnTo>
                    <a:pt x="18909" y="1"/>
                  </a:ln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41"/>
            <p:cNvSpPr/>
            <p:nvPr/>
          </p:nvSpPr>
          <p:spPr>
            <a:xfrm>
              <a:off x="4099675" y="1314302"/>
              <a:ext cx="368367" cy="210014"/>
            </a:xfrm>
            <a:custGeom>
              <a:avLst/>
              <a:gdLst/>
              <a:ahLst/>
              <a:cxnLst/>
              <a:rect l="l" t="t" r="r" b="b"/>
              <a:pathLst>
                <a:path w="18910" h="10781" extrusionOk="0">
                  <a:moveTo>
                    <a:pt x="959" y="1"/>
                  </a:moveTo>
                  <a:cubicBezTo>
                    <a:pt x="418" y="1"/>
                    <a:pt x="0" y="418"/>
                    <a:pt x="0" y="959"/>
                  </a:cubicBezTo>
                  <a:lnTo>
                    <a:pt x="0" y="10781"/>
                  </a:lnTo>
                  <a:lnTo>
                    <a:pt x="18909" y="10781"/>
                  </a:lnTo>
                  <a:lnTo>
                    <a:pt x="18909" y="959"/>
                  </a:lnTo>
                  <a:cubicBezTo>
                    <a:pt x="18909" y="418"/>
                    <a:pt x="18492" y="1"/>
                    <a:pt x="17951" y="1"/>
                  </a:cubicBezTo>
                  <a:close/>
                </a:path>
              </a:pathLst>
            </a:custGeom>
            <a:solidFill>
              <a:srgbClr val="FF93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41"/>
            <p:cNvSpPr/>
            <p:nvPr/>
          </p:nvSpPr>
          <p:spPr>
            <a:xfrm>
              <a:off x="4099675" y="1314302"/>
              <a:ext cx="368367" cy="210014"/>
            </a:xfrm>
            <a:custGeom>
              <a:avLst/>
              <a:gdLst/>
              <a:ahLst/>
              <a:cxnLst/>
              <a:rect l="l" t="t" r="r" b="b"/>
              <a:pathLst>
                <a:path w="18910" h="10781" extrusionOk="0">
                  <a:moveTo>
                    <a:pt x="959" y="1"/>
                  </a:moveTo>
                  <a:cubicBezTo>
                    <a:pt x="418" y="1"/>
                    <a:pt x="0" y="418"/>
                    <a:pt x="0" y="959"/>
                  </a:cubicBezTo>
                  <a:lnTo>
                    <a:pt x="0" y="10781"/>
                  </a:lnTo>
                  <a:lnTo>
                    <a:pt x="18909" y="10781"/>
                  </a:lnTo>
                  <a:lnTo>
                    <a:pt x="18909" y="959"/>
                  </a:lnTo>
                  <a:cubicBezTo>
                    <a:pt x="18909" y="418"/>
                    <a:pt x="18492" y="1"/>
                    <a:pt x="17951" y="1"/>
                  </a:cubicBezTo>
                  <a:close/>
                </a:path>
              </a:pathLst>
            </a:custGeom>
            <a:solidFill>
              <a:srgbClr val="FF93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41"/>
            <p:cNvSpPr/>
            <p:nvPr/>
          </p:nvSpPr>
          <p:spPr>
            <a:xfrm>
              <a:off x="4434592" y="1314302"/>
              <a:ext cx="33447" cy="210014"/>
            </a:xfrm>
            <a:custGeom>
              <a:avLst/>
              <a:gdLst/>
              <a:ahLst/>
              <a:cxnLst/>
              <a:rect l="l" t="t" r="r" b="b"/>
              <a:pathLst>
                <a:path w="1717" h="10781" extrusionOk="0">
                  <a:moveTo>
                    <a:pt x="0" y="1"/>
                  </a:moveTo>
                  <a:cubicBezTo>
                    <a:pt x="541" y="1"/>
                    <a:pt x="958" y="418"/>
                    <a:pt x="958" y="959"/>
                  </a:cubicBezTo>
                  <a:lnTo>
                    <a:pt x="958" y="10781"/>
                  </a:lnTo>
                  <a:lnTo>
                    <a:pt x="1716" y="10781"/>
                  </a:lnTo>
                  <a:lnTo>
                    <a:pt x="1716" y="959"/>
                  </a:lnTo>
                  <a:cubicBezTo>
                    <a:pt x="1716" y="418"/>
                    <a:pt x="1299" y="1"/>
                    <a:pt x="758" y="1"/>
                  </a:cubicBezTo>
                  <a:close/>
                </a:path>
              </a:pathLst>
            </a:custGeom>
            <a:solidFill>
              <a:srgbClr val="FF61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41"/>
            <p:cNvSpPr/>
            <p:nvPr/>
          </p:nvSpPr>
          <p:spPr>
            <a:xfrm>
              <a:off x="4434592" y="1524295"/>
              <a:ext cx="33447" cy="47648"/>
            </a:xfrm>
            <a:custGeom>
              <a:avLst/>
              <a:gdLst/>
              <a:ahLst/>
              <a:cxnLst/>
              <a:rect l="l" t="t" r="r" b="b"/>
              <a:pathLst>
                <a:path w="1717" h="2446" extrusionOk="0">
                  <a:moveTo>
                    <a:pt x="958" y="1"/>
                  </a:moveTo>
                  <a:lnTo>
                    <a:pt x="958" y="1494"/>
                  </a:lnTo>
                  <a:cubicBezTo>
                    <a:pt x="958" y="2029"/>
                    <a:pt x="541" y="2446"/>
                    <a:pt x="0" y="2446"/>
                  </a:cubicBezTo>
                  <a:lnTo>
                    <a:pt x="758" y="2446"/>
                  </a:lnTo>
                  <a:cubicBezTo>
                    <a:pt x="1299" y="2446"/>
                    <a:pt x="1716" y="2029"/>
                    <a:pt x="1716" y="1494"/>
                  </a:cubicBezTo>
                  <a:lnTo>
                    <a:pt x="1716" y="1"/>
                  </a:lnTo>
                  <a:close/>
                </a:path>
              </a:pathLst>
            </a:custGeom>
            <a:solidFill>
              <a:srgbClr val="866A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41"/>
            <p:cNvSpPr/>
            <p:nvPr/>
          </p:nvSpPr>
          <p:spPr>
            <a:xfrm>
              <a:off x="4241878" y="1571923"/>
              <a:ext cx="83959" cy="57739"/>
            </a:xfrm>
            <a:custGeom>
              <a:avLst/>
              <a:gdLst/>
              <a:ahLst/>
              <a:cxnLst/>
              <a:rect l="l" t="t" r="r" b="b"/>
              <a:pathLst>
                <a:path w="4310" h="2964" extrusionOk="0">
                  <a:moveTo>
                    <a:pt x="318" y="1"/>
                  </a:moveTo>
                  <a:cubicBezTo>
                    <a:pt x="318" y="1"/>
                    <a:pt x="271" y="2182"/>
                    <a:pt x="1" y="2963"/>
                  </a:cubicBezTo>
                  <a:lnTo>
                    <a:pt x="4309" y="2963"/>
                  </a:lnTo>
                  <a:cubicBezTo>
                    <a:pt x="4039" y="2182"/>
                    <a:pt x="3992" y="1"/>
                    <a:pt x="3992" y="1"/>
                  </a:cubicBezTo>
                  <a:close/>
                </a:path>
              </a:pathLst>
            </a:custGeom>
            <a:solidFill>
              <a:srgbClr val="866A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41"/>
            <p:cNvSpPr/>
            <p:nvPr/>
          </p:nvSpPr>
          <p:spPr>
            <a:xfrm>
              <a:off x="4247605" y="1571923"/>
              <a:ext cx="72505" cy="14805"/>
            </a:xfrm>
            <a:custGeom>
              <a:avLst/>
              <a:gdLst/>
              <a:ahLst/>
              <a:cxnLst/>
              <a:rect l="l" t="t" r="r" b="b"/>
              <a:pathLst>
                <a:path w="3722" h="760" extrusionOk="0">
                  <a:moveTo>
                    <a:pt x="24" y="1"/>
                  </a:moveTo>
                  <a:cubicBezTo>
                    <a:pt x="24" y="1"/>
                    <a:pt x="1" y="318"/>
                    <a:pt x="1" y="759"/>
                  </a:cubicBezTo>
                  <a:lnTo>
                    <a:pt x="3721" y="759"/>
                  </a:lnTo>
                  <a:cubicBezTo>
                    <a:pt x="3721" y="318"/>
                    <a:pt x="3698" y="1"/>
                    <a:pt x="3698" y="1"/>
                  </a:cubicBez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41"/>
            <p:cNvSpPr/>
            <p:nvPr/>
          </p:nvSpPr>
          <p:spPr>
            <a:xfrm>
              <a:off x="4247605" y="1571923"/>
              <a:ext cx="72505" cy="14805"/>
            </a:xfrm>
            <a:custGeom>
              <a:avLst/>
              <a:gdLst/>
              <a:ahLst/>
              <a:cxnLst/>
              <a:rect l="l" t="t" r="r" b="b"/>
              <a:pathLst>
                <a:path w="3722" h="760" extrusionOk="0">
                  <a:moveTo>
                    <a:pt x="24" y="1"/>
                  </a:moveTo>
                  <a:cubicBezTo>
                    <a:pt x="24" y="1"/>
                    <a:pt x="1" y="318"/>
                    <a:pt x="1" y="759"/>
                  </a:cubicBezTo>
                  <a:lnTo>
                    <a:pt x="3721" y="759"/>
                  </a:lnTo>
                  <a:cubicBezTo>
                    <a:pt x="3721" y="318"/>
                    <a:pt x="3698" y="1"/>
                    <a:pt x="3698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41"/>
            <p:cNvSpPr/>
            <p:nvPr/>
          </p:nvSpPr>
          <p:spPr>
            <a:xfrm>
              <a:off x="4122583" y="1339607"/>
              <a:ext cx="322550" cy="184709"/>
            </a:xfrm>
            <a:custGeom>
              <a:avLst/>
              <a:gdLst/>
              <a:ahLst/>
              <a:cxnLst/>
              <a:rect l="l" t="t" r="r" b="b"/>
              <a:pathLst>
                <a:path w="16558" h="9482" extrusionOk="0">
                  <a:moveTo>
                    <a:pt x="441" y="1"/>
                  </a:moveTo>
                  <a:cubicBezTo>
                    <a:pt x="200" y="1"/>
                    <a:pt x="0" y="195"/>
                    <a:pt x="0" y="442"/>
                  </a:cubicBezTo>
                  <a:lnTo>
                    <a:pt x="0" y="9482"/>
                  </a:lnTo>
                  <a:lnTo>
                    <a:pt x="16558" y="9482"/>
                  </a:lnTo>
                  <a:lnTo>
                    <a:pt x="16558" y="442"/>
                  </a:lnTo>
                  <a:cubicBezTo>
                    <a:pt x="16558" y="195"/>
                    <a:pt x="16364" y="1"/>
                    <a:pt x="16117" y="1"/>
                  </a:cubicBez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41"/>
            <p:cNvSpPr/>
            <p:nvPr/>
          </p:nvSpPr>
          <p:spPr>
            <a:xfrm>
              <a:off x="4421755" y="1339607"/>
              <a:ext cx="23376" cy="184709"/>
            </a:xfrm>
            <a:custGeom>
              <a:avLst/>
              <a:gdLst/>
              <a:ahLst/>
              <a:cxnLst/>
              <a:rect l="l" t="t" r="r" b="b"/>
              <a:pathLst>
                <a:path w="1200" h="9482" extrusionOk="0">
                  <a:moveTo>
                    <a:pt x="1" y="1"/>
                  </a:moveTo>
                  <a:cubicBezTo>
                    <a:pt x="242" y="1"/>
                    <a:pt x="442" y="195"/>
                    <a:pt x="442" y="442"/>
                  </a:cubicBezTo>
                  <a:lnTo>
                    <a:pt x="442" y="9482"/>
                  </a:lnTo>
                  <a:lnTo>
                    <a:pt x="1200" y="9482"/>
                  </a:lnTo>
                  <a:lnTo>
                    <a:pt x="1200" y="442"/>
                  </a:lnTo>
                  <a:cubicBezTo>
                    <a:pt x="1200" y="195"/>
                    <a:pt x="1006" y="1"/>
                    <a:pt x="759" y="1"/>
                  </a:cubicBez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41"/>
            <p:cNvSpPr/>
            <p:nvPr/>
          </p:nvSpPr>
          <p:spPr>
            <a:xfrm>
              <a:off x="4122583" y="1339607"/>
              <a:ext cx="322550" cy="33915"/>
            </a:xfrm>
            <a:custGeom>
              <a:avLst/>
              <a:gdLst/>
              <a:ahLst/>
              <a:cxnLst/>
              <a:rect l="l" t="t" r="r" b="b"/>
              <a:pathLst>
                <a:path w="16558" h="1741" extrusionOk="0">
                  <a:moveTo>
                    <a:pt x="441" y="1"/>
                  </a:moveTo>
                  <a:cubicBezTo>
                    <a:pt x="200" y="1"/>
                    <a:pt x="0" y="195"/>
                    <a:pt x="0" y="442"/>
                  </a:cubicBezTo>
                  <a:lnTo>
                    <a:pt x="0" y="1741"/>
                  </a:lnTo>
                  <a:lnTo>
                    <a:pt x="16558" y="1741"/>
                  </a:lnTo>
                  <a:lnTo>
                    <a:pt x="16558" y="442"/>
                  </a:lnTo>
                  <a:cubicBezTo>
                    <a:pt x="16558" y="195"/>
                    <a:pt x="16364" y="1"/>
                    <a:pt x="16117" y="1"/>
                  </a:cubicBez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41"/>
            <p:cNvSpPr/>
            <p:nvPr/>
          </p:nvSpPr>
          <p:spPr>
            <a:xfrm>
              <a:off x="4421755" y="1339607"/>
              <a:ext cx="23376" cy="33915"/>
            </a:xfrm>
            <a:custGeom>
              <a:avLst/>
              <a:gdLst/>
              <a:ahLst/>
              <a:cxnLst/>
              <a:rect l="l" t="t" r="r" b="b"/>
              <a:pathLst>
                <a:path w="1200" h="1741" extrusionOk="0">
                  <a:moveTo>
                    <a:pt x="1" y="1"/>
                  </a:moveTo>
                  <a:cubicBezTo>
                    <a:pt x="242" y="1"/>
                    <a:pt x="442" y="195"/>
                    <a:pt x="442" y="442"/>
                  </a:cubicBezTo>
                  <a:lnTo>
                    <a:pt x="442" y="1741"/>
                  </a:lnTo>
                  <a:lnTo>
                    <a:pt x="1200" y="1741"/>
                  </a:lnTo>
                  <a:lnTo>
                    <a:pt x="1200" y="442"/>
                  </a:lnTo>
                  <a:cubicBezTo>
                    <a:pt x="1200" y="224"/>
                    <a:pt x="1029" y="48"/>
                    <a:pt x="830" y="24"/>
                  </a:cubicBezTo>
                  <a:cubicBezTo>
                    <a:pt x="806" y="1"/>
                    <a:pt x="782" y="1"/>
                    <a:pt x="759" y="1"/>
                  </a:cubicBezTo>
                  <a:close/>
                </a:path>
              </a:pathLst>
            </a:custGeom>
            <a:solidFill>
              <a:srgbClr val="866A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41"/>
            <p:cNvSpPr/>
            <p:nvPr/>
          </p:nvSpPr>
          <p:spPr>
            <a:xfrm>
              <a:off x="4148336" y="1394910"/>
              <a:ext cx="91614" cy="104569"/>
            </a:xfrm>
            <a:custGeom>
              <a:avLst/>
              <a:gdLst/>
              <a:ahLst/>
              <a:cxnLst/>
              <a:rect l="l" t="t" r="r" b="b"/>
              <a:pathLst>
                <a:path w="4703" h="5368" extrusionOk="0">
                  <a:moveTo>
                    <a:pt x="1" y="1"/>
                  </a:moveTo>
                  <a:lnTo>
                    <a:pt x="1" y="5367"/>
                  </a:lnTo>
                  <a:lnTo>
                    <a:pt x="4703" y="5367"/>
                  </a:lnTo>
                  <a:lnTo>
                    <a:pt x="4703" y="1"/>
                  </a:lnTo>
                  <a:close/>
                </a:path>
              </a:pathLst>
            </a:custGeom>
            <a:solidFill>
              <a:srgbClr val="00C7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41"/>
            <p:cNvSpPr/>
            <p:nvPr/>
          </p:nvSpPr>
          <p:spPr>
            <a:xfrm>
              <a:off x="4265234" y="1394910"/>
              <a:ext cx="154145" cy="48232"/>
            </a:xfrm>
            <a:custGeom>
              <a:avLst/>
              <a:gdLst/>
              <a:ahLst/>
              <a:cxnLst/>
              <a:rect l="l" t="t" r="r" b="b"/>
              <a:pathLst>
                <a:path w="7913" h="2476" extrusionOk="0">
                  <a:moveTo>
                    <a:pt x="1" y="1"/>
                  </a:moveTo>
                  <a:lnTo>
                    <a:pt x="1" y="2475"/>
                  </a:lnTo>
                  <a:lnTo>
                    <a:pt x="7912" y="2475"/>
                  </a:lnTo>
                  <a:lnTo>
                    <a:pt x="7912" y="1"/>
                  </a:lnTo>
                  <a:close/>
                </a:path>
              </a:pathLst>
            </a:custGeom>
            <a:solidFill>
              <a:srgbClr val="FFE1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41"/>
            <p:cNvSpPr/>
            <p:nvPr/>
          </p:nvSpPr>
          <p:spPr>
            <a:xfrm>
              <a:off x="4144557" y="1351528"/>
              <a:ext cx="11006" cy="11006"/>
            </a:xfrm>
            <a:custGeom>
              <a:avLst/>
              <a:gdLst/>
              <a:ahLst/>
              <a:cxnLst/>
              <a:rect l="l" t="t" r="r" b="b"/>
              <a:pathLst>
                <a:path w="565" h="565" extrusionOk="0">
                  <a:moveTo>
                    <a:pt x="294" y="0"/>
                  </a:moveTo>
                  <a:cubicBezTo>
                    <a:pt x="124" y="0"/>
                    <a:pt x="1" y="124"/>
                    <a:pt x="1" y="294"/>
                  </a:cubicBezTo>
                  <a:cubicBezTo>
                    <a:pt x="1" y="441"/>
                    <a:pt x="124" y="564"/>
                    <a:pt x="294" y="564"/>
                  </a:cubicBezTo>
                  <a:cubicBezTo>
                    <a:pt x="441" y="564"/>
                    <a:pt x="565" y="441"/>
                    <a:pt x="565" y="294"/>
                  </a:cubicBezTo>
                  <a:cubicBezTo>
                    <a:pt x="565" y="124"/>
                    <a:pt x="441" y="0"/>
                    <a:pt x="294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41"/>
            <p:cNvSpPr/>
            <p:nvPr/>
          </p:nvSpPr>
          <p:spPr>
            <a:xfrm>
              <a:off x="4165965" y="1351450"/>
              <a:ext cx="12039" cy="11162"/>
            </a:xfrm>
            <a:custGeom>
              <a:avLst/>
              <a:gdLst/>
              <a:ahLst/>
              <a:cxnLst/>
              <a:rect l="l" t="t" r="r" b="b"/>
              <a:pathLst>
                <a:path w="618" h="573" extrusionOk="0">
                  <a:moveTo>
                    <a:pt x="314" y="1"/>
                  </a:moveTo>
                  <a:cubicBezTo>
                    <a:pt x="300" y="1"/>
                    <a:pt x="285" y="2"/>
                    <a:pt x="271" y="4"/>
                  </a:cubicBezTo>
                  <a:cubicBezTo>
                    <a:pt x="124" y="28"/>
                    <a:pt x="1" y="175"/>
                    <a:pt x="30" y="322"/>
                  </a:cubicBezTo>
                  <a:cubicBezTo>
                    <a:pt x="51" y="480"/>
                    <a:pt x="172" y="572"/>
                    <a:pt x="320" y="572"/>
                  </a:cubicBezTo>
                  <a:cubicBezTo>
                    <a:pt x="337" y="572"/>
                    <a:pt x="354" y="571"/>
                    <a:pt x="371" y="568"/>
                  </a:cubicBezTo>
                  <a:cubicBezTo>
                    <a:pt x="518" y="545"/>
                    <a:pt x="618" y="398"/>
                    <a:pt x="588" y="251"/>
                  </a:cubicBezTo>
                  <a:cubicBezTo>
                    <a:pt x="567" y="97"/>
                    <a:pt x="445" y="1"/>
                    <a:pt x="314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41"/>
            <p:cNvSpPr/>
            <p:nvPr/>
          </p:nvSpPr>
          <p:spPr>
            <a:xfrm>
              <a:off x="4188406" y="1351450"/>
              <a:ext cx="11941" cy="11162"/>
            </a:xfrm>
            <a:custGeom>
              <a:avLst/>
              <a:gdLst/>
              <a:ahLst/>
              <a:cxnLst/>
              <a:rect l="l" t="t" r="r" b="b"/>
              <a:pathLst>
                <a:path w="613" h="573" extrusionOk="0">
                  <a:moveTo>
                    <a:pt x="297" y="1"/>
                  </a:moveTo>
                  <a:cubicBezTo>
                    <a:pt x="281" y="1"/>
                    <a:pt x="264" y="2"/>
                    <a:pt x="248" y="4"/>
                  </a:cubicBezTo>
                  <a:cubicBezTo>
                    <a:pt x="101" y="28"/>
                    <a:pt x="1" y="175"/>
                    <a:pt x="24" y="322"/>
                  </a:cubicBezTo>
                  <a:cubicBezTo>
                    <a:pt x="51" y="480"/>
                    <a:pt x="172" y="572"/>
                    <a:pt x="303" y="572"/>
                  </a:cubicBezTo>
                  <a:cubicBezTo>
                    <a:pt x="318" y="572"/>
                    <a:pt x="333" y="571"/>
                    <a:pt x="348" y="568"/>
                  </a:cubicBezTo>
                  <a:cubicBezTo>
                    <a:pt x="494" y="545"/>
                    <a:pt x="612" y="398"/>
                    <a:pt x="589" y="251"/>
                  </a:cubicBezTo>
                  <a:cubicBezTo>
                    <a:pt x="567" y="97"/>
                    <a:pt x="445" y="1"/>
                    <a:pt x="297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41"/>
            <p:cNvSpPr/>
            <p:nvPr/>
          </p:nvSpPr>
          <p:spPr>
            <a:xfrm>
              <a:off x="4265702" y="1542392"/>
              <a:ext cx="36311" cy="11474"/>
            </a:xfrm>
            <a:custGeom>
              <a:avLst/>
              <a:gdLst/>
              <a:ahLst/>
              <a:cxnLst/>
              <a:rect l="l" t="t" r="r" b="b"/>
              <a:pathLst>
                <a:path w="1864" h="589" extrusionOk="0">
                  <a:moveTo>
                    <a:pt x="271" y="1"/>
                  </a:moveTo>
                  <a:cubicBezTo>
                    <a:pt x="124" y="1"/>
                    <a:pt x="0" y="147"/>
                    <a:pt x="0" y="294"/>
                  </a:cubicBezTo>
                  <a:cubicBezTo>
                    <a:pt x="0" y="465"/>
                    <a:pt x="124" y="588"/>
                    <a:pt x="271" y="588"/>
                  </a:cubicBezTo>
                  <a:lnTo>
                    <a:pt x="1593" y="588"/>
                  </a:lnTo>
                  <a:cubicBezTo>
                    <a:pt x="1740" y="588"/>
                    <a:pt x="1864" y="465"/>
                    <a:pt x="1864" y="294"/>
                  </a:cubicBezTo>
                  <a:cubicBezTo>
                    <a:pt x="1864" y="147"/>
                    <a:pt x="1740" y="1"/>
                    <a:pt x="1593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41"/>
            <p:cNvSpPr/>
            <p:nvPr/>
          </p:nvSpPr>
          <p:spPr>
            <a:xfrm>
              <a:off x="4093948" y="1308595"/>
              <a:ext cx="379821" cy="326796"/>
            </a:xfrm>
            <a:custGeom>
              <a:avLst/>
              <a:gdLst/>
              <a:ahLst/>
              <a:cxnLst/>
              <a:rect l="l" t="t" r="r" b="b"/>
              <a:pathLst>
                <a:path w="19498" h="16776" extrusionOk="0">
                  <a:moveTo>
                    <a:pt x="17587" y="1887"/>
                  </a:moveTo>
                  <a:cubicBezTo>
                    <a:pt x="17687" y="1887"/>
                    <a:pt x="17734" y="1963"/>
                    <a:pt x="17734" y="2034"/>
                  </a:cubicBezTo>
                  <a:lnTo>
                    <a:pt x="17734" y="3062"/>
                  </a:lnTo>
                  <a:lnTo>
                    <a:pt x="1764" y="3062"/>
                  </a:lnTo>
                  <a:lnTo>
                    <a:pt x="1764" y="2034"/>
                  </a:lnTo>
                  <a:lnTo>
                    <a:pt x="1764" y="1987"/>
                  </a:lnTo>
                  <a:cubicBezTo>
                    <a:pt x="1787" y="1934"/>
                    <a:pt x="1840" y="1887"/>
                    <a:pt x="1911" y="1887"/>
                  </a:cubicBezTo>
                  <a:close/>
                  <a:moveTo>
                    <a:pt x="17734" y="3627"/>
                  </a:moveTo>
                  <a:lnTo>
                    <a:pt x="17734" y="10780"/>
                  </a:lnTo>
                  <a:lnTo>
                    <a:pt x="1764" y="10780"/>
                  </a:lnTo>
                  <a:lnTo>
                    <a:pt x="1764" y="3627"/>
                  </a:lnTo>
                  <a:close/>
                  <a:moveTo>
                    <a:pt x="18933" y="11368"/>
                  </a:moveTo>
                  <a:lnTo>
                    <a:pt x="18933" y="12567"/>
                  </a:lnTo>
                  <a:cubicBezTo>
                    <a:pt x="18933" y="12931"/>
                    <a:pt x="18616" y="13249"/>
                    <a:pt x="18245" y="13249"/>
                  </a:cubicBezTo>
                  <a:lnTo>
                    <a:pt x="1253" y="13249"/>
                  </a:lnTo>
                  <a:cubicBezTo>
                    <a:pt x="882" y="13249"/>
                    <a:pt x="565" y="12931"/>
                    <a:pt x="565" y="12567"/>
                  </a:cubicBezTo>
                  <a:lnTo>
                    <a:pt x="565" y="11368"/>
                  </a:lnTo>
                  <a:close/>
                  <a:moveTo>
                    <a:pt x="11315" y="13813"/>
                  </a:moveTo>
                  <a:cubicBezTo>
                    <a:pt x="11339" y="14330"/>
                    <a:pt x="11392" y="15453"/>
                    <a:pt x="11539" y="16217"/>
                  </a:cubicBezTo>
                  <a:lnTo>
                    <a:pt x="7959" y="16217"/>
                  </a:lnTo>
                  <a:cubicBezTo>
                    <a:pt x="8106" y="15453"/>
                    <a:pt x="8159" y="14330"/>
                    <a:pt x="8182" y="13813"/>
                  </a:cubicBezTo>
                  <a:close/>
                  <a:moveTo>
                    <a:pt x="1253" y="0"/>
                  </a:moveTo>
                  <a:cubicBezTo>
                    <a:pt x="565" y="0"/>
                    <a:pt x="1" y="564"/>
                    <a:pt x="1" y="1252"/>
                  </a:cubicBezTo>
                  <a:lnTo>
                    <a:pt x="1" y="12567"/>
                  </a:lnTo>
                  <a:cubicBezTo>
                    <a:pt x="1" y="13249"/>
                    <a:pt x="565" y="13813"/>
                    <a:pt x="1253" y="13813"/>
                  </a:cubicBezTo>
                  <a:lnTo>
                    <a:pt x="7618" y="13813"/>
                  </a:lnTo>
                  <a:cubicBezTo>
                    <a:pt x="7595" y="14477"/>
                    <a:pt x="7518" y="15600"/>
                    <a:pt x="7371" y="16217"/>
                  </a:cubicBezTo>
                  <a:lnTo>
                    <a:pt x="6396" y="16217"/>
                  </a:lnTo>
                  <a:cubicBezTo>
                    <a:pt x="6225" y="16217"/>
                    <a:pt x="6102" y="16334"/>
                    <a:pt x="6102" y="16481"/>
                  </a:cubicBezTo>
                  <a:cubicBezTo>
                    <a:pt x="6102" y="16658"/>
                    <a:pt x="6225" y="16775"/>
                    <a:pt x="6396" y="16775"/>
                  </a:cubicBezTo>
                  <a:lnTo>
                    <a:pt x="13102" y="16775"/>
                  </a:lnTo>
                  <a:cubicBezTo>
                    <a:pt x="13279" y="16775"/>
                    <a:pt x="13396" y="16658"/>
                    <a:pt x="13396" y="16481"/>
                  </a:cubicBezTo>
                  <a:cubicBezTo>
                    <a:pt x="13396" y="16334"/>
                    <a:pt x="13279" y="16217"/>
                    <a:pt x="13102" y="16217"/>
                  </a:cubicBezTo>
                  <a:lnTo>
                    <a:pt x="12126" y="16217"/>
                  </a:lnTo>
                  <a:cubicBezTo>
                    <a:pt x="11980" y="15600"/>
                    <a:pt x="11903" y="14477"/>
                    <a:pt x="11880" y="13813"/>
                  </a:cubicBezTo>
                  <a:lnTo>
                    <a:pt x="18245" y="13813"/>
                  </a:lnTo>
                  <a:cubicBezTo>
                    <a:pt x="18933" y="13813"/>
                    <a:pt x="19497" y="13249"/>
                    <a:pt x="19497" y="12567"/>
                  </a:cubicBezTo>
                  <a:lnTo>
                    <a:pt x="19497" y="3527"/>
                  </a:lnTo>
                  <a:cubicBezTo>
                    <a:pt x="19497" y="3356"/>
                    <a:pt x="19374" y="3233"/>
                    <a:pt x="19203" y="3233"/>
                  </a:cubicBezTo>
                  <a:cubicBezTo>
                    <a:pt x="19056" y="3233"/>
                    <a:pt x="18933" y="3356"/>
                    <a:pt x="18933" y="3527"/>
                  </a:cubicBezTo>
                  <a:lnTo>
                    <a:pt x="18933" y="10780"/>
                  </a:lnTo>
                  <a:lnTo>
                    <a:pt x="18298" y="10780"/>
                  </a:lnTo>
                  <a:lnTo>
                    <a:pt x="18298" y="2034"/>
                  </a:lnTo>
                  <a:cubicBezTo>
                    <a:pt x="18298" y="1640"/>
                    <a:pt x="17981" y="1323"/>
                    <a:pt x="17587" y="1323"/>
                  </a:cubicBezTo>
                  <a:lnTo>
                    <a:pt x="1911" y="1323"/>
                  </a:lnTo>
                  <a:cubicBezTo>
                    <a:pt x="1546" y="1323"/>
                    <a:pt x="1229" y="1593"/>
                    <a:pt x="1200" y="1963"/>
                  </a:cubicBezTo>
                  <a:lnTo>
                    <a:pt x="1200" y="10780"/>
                  </a:lnTo>
                  <a:lnTo>
                    <a:pt x="565" y="10780"/>
                  </a:lnTo>
                  <a:lnTo>
                    <a:pt x="565" y="1252"/>
                  </a:lnTo>
                  <a:cubicBezTo>
                    <a:pt x="565" y="882"/>
                    <a:pt x="882" y="564"/>
                    <a:pt x="1253" y="564"/>
                  </a:cubicBezTo>
                  <a:lnTo>
                    <a:pt x="18245" y="564"/>
                  </a:lnTo>
                  <a:cubicBezTo>
                    <a:pt x="18616" y="564"/>
                    <a:pt x="18933" y="882"/>
                    <a:pt x="18933" y="1252"/>
                  </a:cubicBezTo>
                  <a:lnTo>
                    <a:pt x="18933" y="2204"/>
                  </a:lnTo>
                  <a:cubicBezTo>
                    <a:pt x="18933" y="2351"/>
                    <a:pt x="19056" y="2475"/>
                    <a:pt x="19203" y="2475"/>
                  </a:cubicBezTo>
                  <a:cubicBezTo>
                    <a:pt x="19374" y="2475"/>
                    <a:pt x="19497" y="2351"/>
                    <a:pt x="19497" y="2204"/>
                  </a:cubicBezTo>
                  <a:lnTo>
                    <a:pt x="19497" y="1252"/>
                  </a:lnTo>
                  <a:cubicBezTo>
                    <a:pt x="19497" y="564"/>
                    <a:pt x="18933" y="0"/>
                    <a:pt x="18245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610;p41"/>
            <p:cNvSpPr/>
            <p:nvPr/>
          </p:nvSpPr>
          <p:spPr>
            <a:xfrm>
              <a:off x="4142609" y="1389202"/>
              <a:ext cx="102621" cy="116003"/>
            </a:xfrm>
            <a:custGeom>
              <a:avLst/>
              <a:gdLst/>
              <a:ahLst/>
              <a:cxnLst/>
              <a:rect l="l" t="t" r="r" b="b"/>
              <a:pathLst>
                <a:path w="5268" h="5955" extrusionOk="0">
                  <a:moveTo>
                    <a:pt x="4362" y="588"/>
                  </a:moveTo>
                  <a:lnTo>
                    <a:pt x="2646" y="2551"/>
                  </a:lnTo>
                  <a:lnTo>
                    <a:pt x="906" y="588"/>
                  </a:lnTo>
                  <a:close/>
                  <a:moveTo>
                    <a:pt x="4703" y="1058"/>
                  </a:moveTo>
                  <a:lnTo>
                    <a:pt x="4703" y="4902"/>
                  </a:lnTo>
                  <a:lnTo>
                    <a:pt x="3016" y="2992"/>
                  </a:lnTo>
                  <a:lnTo>
                    <a:pt x="4703" y="1058"/>
                  </a:lnTo>
                  <a:close/>
                  <a:moveTo>
                    <a:pt x="2646" y="3409"/>
                  </a:moveTo>
                  <a:lnTo>
                    <a:pt x="4362" y="5390"/>
                  </a:lnTo>
                  <a:lnTo>
                    <a:pt x="906" y="5390"/>
                  </a:lnTo>
                  <a:lnTo>
                    <a:pt x="2646" y="3409"/>
                  </a:lnTo>
                  <a:close/>
                  <a:moveTo>
                    <a:pt x="295" y="0"/>
                  </a:moveTo>
                  <a:cubicBezTo>
                    <a:pt x="124" y="0"/>
                    <a:pt x="1" y="123"/>
                    <a:pt x="1" y="294"/>
                  </a:cubicBezTo>
                  <a:lnTo>
                    <a:pt x="1" y="2157"/>
                  </a:lnTo>
                  <a:cubicBezTo>
                    <a:pt x="1" y="2304"/>
                    <a:pt x="124" y="2428"/>
                    <a:pt x="295" y="2428"/>
                  </a:cubicBezTo>
                  <a:cubicBezTo>
                    <a:pt x="441" y="2428"/>
                    <a:pt x="565" y="2304"/>
                    <a:pt x="565" y="2157"/>
                  </a:cubicBezTo>
                  <a:lnTo>
                    <a:pt x="565" y="1058"/>
                  </a:lnTo>
                  <a:lnTo>
                    <a:pt x="2258" y="2992"/>
                  </a:lnTo>
                  <a:lnTo>
                    <a:pt x="565" y="4902"/>
                  </a:lnTo>
                  <a:lnTo>
                    <a:pt x="565" y="3480"/>
                  </a:lnTo>
                  <a:cubicBezTo>
                    <a:pt x="565" y="3333"/>
                    <a:pt x="441" y="3209"/>
                    <a:pt x="295" y="3209"/>
                  </a:cubicBezTo>
                  <a:cubicBezTo>
                    <a:pt x="124" y="3209"/>
                    <a:pt x="1" y="3333"/>
                    <a:pt x="1" y="3480"/>
                  </a:cubicBezTo>
                  <a:lnTo>
                    <a:pt x="1" y="5660"/>
                  </a:lnTo>
                  <a:cubicBezTo>
                    <a:pt x="1" y="5831"/>
                    <a:pt x="124" y="5954"/>
                    <a:pt x="295" y="5954"/>
                  </a:cubicBezTo>
                  <a:lnTo>
                    <a:pt x="4997" y="5954"/>
                  </a:lnTo>
                  <a:cubicBezTo>
                    <a:pt x="5144" y="5954"/>
                    <a:pt x="5267" y="5831"/>
                    <a:pt x="5267" y="5660"/>
                  </a:cubicBezTo>
                  <a:lnTo>
                    <a:pt x="5267" y="294"/>
                  </a:lnTo>
                  <a:cubicBezTo>
                    <a:pt x="5267" y="123"/>
                    <a:pt x="5144" y="0"/>
                    <a:pt x="4997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41"/>
            <p:cNvSpPr/>
            <p:nvPr/>
          </p:nvSpPr>
          <p:spPr>
            <a:xfrm>
              <a:off x="4259507" y="1389202"/>
              <a:ext cx="165599" cy="59200"/>
            </a:xfrm>
            <a:custGeom>
              <a:avLst/>
              <a:gdLst/>
              <a:ahLst/>
              <a:cxnLst/>
              <a:rect l="l" t="t" r="r" b="b"/>
              <a:pathLst>
                <a:path w="8501" h="3039" extrusionOk="0">
                  <a:moveTo>
                    <a:pt x="6343" y="588"/>
                  </a:moveTo>
                  <a:lnTo>
                    <a:pt x="4262" y="1228"/>
                  </a:lnTo>
                  <a:lnTo>
                    <a:pt x="2158" y="588"/>
                  </a:lnTo>
                  <a:close/>
                  <a:moveTo>
                    <a:pt x="565" y="688"/>
                  </a:moveTo>
                  <a:lnTo>
                    <a:pt x="3281" y="1522"/>
                  </a:lnTo>
                  <a:lnTo>
                    <a:pt x="565" y="2381"/>
                  </a:lnTo>
                  <a:lnTo>
                    <a:pt x="565" y="688"/>
                  </a:lnTo>
                  <a:close/>
                  <a:moveTo>
                    <a:pt x="7936" y="688"/>
                  </a:moveTo>
                  <a:lnTo>
                    <a:pt x="7936" y="2381"/>
                  </a:lnTo>
                  <a:lnTo>
                    <a:pt x="5220" y="1522"/>
                  </a:lnTo>
                  <a:lnTo>
                    <a:pt x="7936" y="688"/>
                  </a:lnTo>
                  <a:close/>
                  <a:moveTo>
                    <a:pt x="4262" y="1840"/>
                  </a:moveTo>
                  <a:lnTo>
                    <a:pt x="6343" y="2475"/>
                  </a:lnTo>
                  <a:lnTo>
                    <a:pt x="2158" y="2475"/>
                  </a:lnTo>
                  <a:lnTo>
                    <a:pt x="4262" y="1840"/>
                  </a:lnTo>
                  <a:close/>
                  <a:moveTo>
                    <a:pt x="295" y="0"/>
                  </a:moveTo>
                  <a:cubicBezTo>
                    <a:pt x="124" y="0"/>
                    <a:pt x="1" y="123"/>
                    <a:pt x="1" y="294"/>
                  </a:cubicBezTo>
                  <a:lnTo>
                    <a:pt x="1" y="2768"/>
                  </a:lnTo>
                  <a:cubicBezTo>
                    <a:pt x="1" y="2915"/>
                    <a:pt x="124" y="3039"/>
                    <a:pt x="295" y="3039"/>
                  </a:cubicBezTo>
                  <a:lnTo>
                    <a:pt x="8206" y="3039"/>
                  </a:lnTo>
                  <a:cubicBezTo>
                    <a:pt x="8377" y="3039"/>
                    <a:pt x="8500" y="2915"/>
                    <a:pt x="8500" y="2768"/>
                  </a:cubicBezTo>
                  <a:lnTo>
                    <a:pt x="8500" y="294"/>
                  </a:lnTo>
                  <a:cubicBezTo>
                    <a:pt x="8500" y="123"/>
                    <a:pt x="8377" y="0"/>
                    <a:pt x="8206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41"/>
            <p:cNvSpPr/>
            <p:nvPr/>
          </p:nvSpPr>
          <p:spPr>
            <a:xfrm>
              <a:off x="4259507" y="1464648"/>
              <a:ext cx="165599" cy="11474"/>
            </a:xfrm>
            <a:custGeom>
              <a:avLst/>
              <a:gdLst/>
              <a:ahLst/>
              <a:cxnLst/>
              <a:rect l="l" t="t" r="r" b="b"/>
              <a:pathLst>
                <a:path w="8501" h="589" extrusionOk="0">
                  <a:moveTo>
                    <a:pt x="295" y="0"/>
                  </a:moveTo>
                  <a:cubicBezTo>
                    <a:pt x="124" y="0"/>
                    <a:pt x="1" y="124"/>
                    <a:pt x="1" y="294"/>
                  </a:cubicBezTo>
                  <a:cubicBezTo>
                    <a:pt x="1" y="441"/>
                    <a:pt x="124" y="588"/>
                    <a:pt x="295" y="588"/>
                  </a:cubicBezTo>
                  <a:lnTo>
                    <a:pt x="8206" y="588"/>
                  </a:lnTo>
                  <a:cubicBezTo>
                    <a:pt x="8377" y="588"/>
                    <a:pt x="8500" y="441"/>
                    <a:pt x="8500" y="294"/>
                  </a:cubicBezTo>
                  <a:cubicBezTo>
                    <a:pt x="8500" y="124"/>
                    <a:pt x="8377" y="0"/>
                    <a:pt x="8206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41"/>
            <p:cNvSpPr/>
            <p:nvPr/>
          </p:nvSpPr>
          <p:spPr>
            <a:xfrm>
              <a:off x="4259507" y="1487556"/>
              <a:ext cx="165599" cy="11006"/>
            </a:xfrm>
            <a:custGeom>
              <a:avLst/>
              <a:gdLst/>
              <a:ahLst/>
              <a:cxnLst/>
              <a:rect l="l" t="t" r="r" b="b"/>
              <a:pathLst>
                <a:path w="8501" h="565" extrusionOk="0">
                  <a:moveTo>
                    <a:pt x="295" y="0"/>
                  </a:moveTo>
                  <a:cubicBezTo>
                    <a:pt x="124" y="0"/>
                    <a:pt x="1" y="123"/>
                    <a:pt x="1" y="270"/>
                  </a:cubicBezTo>
                  <a:cubicBezTo>
                    <a:pt x="1" y="441"/>
                    <a:pt x="124" y="564"/>
                    <a:pt x="295" y="564"/>
                  </a:cubicBezTo>
                  <a:lnTo>
                    <a:pt x="8206" y="564"/>
                  </a:lnTo>
                  <a:cubicBezTo>
                    <a:pt x="8377" y="564"/>
                    <a:pt x="8500" y="441"/>
                    <a:pt x="8500" y="270"/>
                  </a:cubicBezTo>
                  <a:cubicBezTo>
                    <a:pt x="8500" y="123"/>
                    <a:pt x="8377" y="0"/>
                    <a:pt x="8206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5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5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5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5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5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8" grpId="0" build="p"/>
      <p:bldP spid="1539" grpId="0" build="p"/>
      <p:bldP spid="154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6">
          <a:extLst>
            <a:ext uri="{FF2B5EF4-FFF2-40B4-BE49-F238E27FC236}">
              <a16:creationId xmlns:a16="http://schemas.microsoft.com/office/drawing/2014/main" id="{511540B7-58CE-BA86-CF98-28D88126C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3" name="Google Shape;1543;p41">
            <a:extLst>
              <a:ext uri="{FF2B5EF4-FFF2-40B4-BE49-F238E27FC236}">
                <a16:creationId xmlns:a16="http://schemas.microsoft.com/office/drawing/2014/main" id="{D555E032-7676-FA56-04CA-56A5C9D10F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RAG pipeline</a:t>
            </a:r>
            <a:endParaRPr dirty="0"/>
          </a:p>
        </p:txBody>
      </p:sp>
      <p:sp>
        <p:nvSpPr>
          <p:cNvPr id="44" name="Google Shape;1538;p41">
            <a:extLst>
              <a:ext uri="{FF2B5EF4-FFF2-40B4-BE49-F238E27FC236}">
                <a16:creationId xmlns:a16="http://schemas.microsoft.com/office/drawing/2014/main" id="{4F081032-7B6A-026B-C921-F7166BC78F4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420000" y="2971054"/>
            <a:ext cx="2304000" cy="16512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sz="1200" dirty="0"/>
              <a:t>Private documents are broken down into smaller text chunks, converted into </a:t>
            </a:r>
            <a:r>
              <a:rPr lang="en-IN" sz="1200" dirty="0">
                <a:solidFill>
                  <a:srgbClr val="112E54"/>
                </a:solidFill>
              </a:rPr>
              <a:t>numerical</a:t>
            </a:r>
            <a:r>
              <a:rPr lang="en-IN" sz="1200" dirty="0"/>
              <a:t> vector embeddings, and stored in a database to prepare them for fast searching.</a:t>
            </a:r>
            <a:endParaRPr sz="1200" dirty="0"/>
          </a:p>
        </p:txBody>
      </p:sp>
      <p:sp>
        <p:nvSpPr>
          <p:cNvPr id="45" name="Google Shape;1539;p41">
            <a:extLst>
              <a:ext uri="{FF2B5EF4-FFF2-40B4-BE49-F238E27FC236}">
                <a16:creationId xmlns:a16="http://schemas.microsoft.com/office/drawing/2014/main" id="{6EBD77DB-62A0-23C3-AB17-881561612C8F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420000" y="2571751"/>
            <a:ext cx="23040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dirty="0"/>
              <a:t>Document Injection</a:t>
            </a:r>
            <a:endParaRPr sz="1400" dirty="0"/>
          </a:p>
        </p:txBody>
      </p:sp>
      <p:sp>
        <p:nvSpPr>
          <p:cNvPr id="46" name="Google Shape;1540;p41">
            <a:extLst>
              <a:ext uri="{FF2B5EF4-FFF2-40B4-BE49-F238E27FC236}">
                <a16:creationId xmlns:a16="http://schemas.microsoft.com/office/drawing/2014/main" id="{DD0E956E-60F1-B736-F468-B5A79180F8AF}"/>
              </a:ext>
            </a:extLst>
          </p:cNvPr>
          <p:cNvSpPr txBox="1">
            <a:spLocks/>
          </p:cNvSpPr>
          <p:nvPr/>
        </p:nvSpPr>
        <p:spPr>
          <a:xfrm>
            <a:off x="3420057" y="2571750"/>
            <a:ext cx="2304000" cy="5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IN" sz="1400"/>
              <a:t>Information retrieval</a:t>
            </a:r>
            <a:endParaRPr lang="en-IN" sz="1400" dirty="0"/>
          </a:p>
        </p:txBody>
      </p:sp>
      <p:sp>
        <p:nvSpPr>
          <p:cNvPr id="47" name="Google Shape;1544;p41">
            <a:extLst>
              <a:ext uri="{FF2B5EF4-FFF2-40B4-BE49-F238E27FC236}">
                <a16:creationId xmlns:a16="http://schemas.microsoft.com/office/drawing/2014/main" id="{DA0733F9-38DF-18EC-4317-A0EC04004C8A}"/>
              </a:ext>
            </a:extLst>
          </p:cNvPr>
          <p:cNvSpPr/>
          <p:nvPr/>
        </p:nvSpPr>
        <p:spPr>
          <a:xfrm>
            <a:off x="4263588" y="1806689"/>
            <a:ext cx="616800" cy="616800"/>
          </a:xfrm>
          <a:prstGeom prst="ellipse">
            <a:avLst/>
          </a:prstGeom>
          <a:solidFill>
            <a:srgbClr val="AEE2F4">
              <a:alpha val="30820"/>
            </a:srgbClr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1545;p41">
            <a:extLst>
              <a:ext uri="{FF2B5EF4-FFF2-40B4-BE49-F238E27FC236}">
                <a16:creationId xmlns:a16="http://schemas.microsoft.com/office/drawing/2014/main" id="{7CABB1EB-6F74-1166-45FD-33DA2D625D15}"/>
              </a:ext>
            </a:extLst>
          </p:cNvPr>
          <p:cNvSpPr/>
          <p:nvPr/>
        </p:nvSpPr>
        <p:spPr>
          <a:xfrm>
            <a:off x="4263588" y="1806688"/>
            <a:ext cx="616800" cy="616800"/>
          </a:xfrm>
          <a:prstGeom prst="ellipse">
            <a:avLst/>
          </a:prstGeom>
          <a:solidFill>
            <a:srgbClr val="AEE2F4">
              <a:alpha val="30820"/>
            </a:srgbClr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" name="Google Shape;1564;p41">
            <a:extLst>
              <a:ext uri="{FF2B5EF4-FFF2-40B4-BE49-F238E27FC236}">
                <a16:creationId xmlns:a16="http://schemas.microsoft.com/office/drawing/2014/main" id="{CE57FC38-8378-5317-E4BF-1B9D8BC68BC6}"/>
              </a:ext>
            </a:extLst>
          </p:cNvPr>
          <p:cNvGrpSpPr/>
          <p:nvPr/>
        </p:nvGrpSpPr>
        <p:grpSpPr>
          <a:xfrm>
            <a:off x="4382089" y="1951638"/>
            <a:ext cx="379821" cy="326913"/>
            <a:chOff x="3517676" y="1996038"/>
            <a:chExt cx="379821" cy="326913"/>
          </a:xfrm>
        </p:grpSpPr>
        <p:sp>
          <p:nvSpPr>
            <p:cNvPr id="50" name="Google Shape;1565;p41">
              <a:extLst>
                <a:ext uri="{FF2B5EF4-FFF2-40B4-BE49-F238E27FC236}">
                  <a16:creationId xmlns:a16="http://schemas.microsoft.com/office/drawing/2014/main" id="{B12BE835-87A7-272F-CF62-6E7B09D2609F}"/>
                </a:ext>
              </a:extLst>
            </p:cNvPr>
            <p:cNvSpPr/>
            <p:nvPr/>
          </p:nvSpPr>
          <p:spPr>
            <a:xfrm>
              <a:off x="3523403" y="2211758"/>
              <a:ext cx="368815" cy="47648"/>
            </a:xfrm>
            <a:custGeom>
              <a:avLst/>
              <a:gdLst/>
              <a:ahLst/>
              <a:cxnLst/>
              <a:rect l="l" t="t" r="r" b="b"/>
              <a:pathLst>
                <a:path w="18933" h="2446" extrusionOk="0">
                  <a:moveTo>
                    <a:pt x="0" y="0"/>
                  </a:moveTo>
                  <a:lnTo>
                    <a:pt x="0" y="1470"/>
                  </a:lnTo>
                  <a:cubicBezTo>
                    <a:pt x="0" y="2005"/>
                    <a:pt x="441" y="2445"/>
                    <a:pt x="953" y="2445"/>
                  </a:cubicBezTo>
                  <a:lnTo>
                    <a:pt x="17951" y="2445"/>
                  </a:lnTo>
                  <a:cubicBezTo>
                    <a:pt x="18492" y="2445"/>
                    <a:pt x="18933" y="2005"/>
                    <a:pt x="18933" y="1470"/>
                  </a:cubicBezTo>
                  <a:lnTo>
                    <a:pt x="18933" y="0"/>
                  </a:ln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566;p41">
              <a:extLst>
                <a:ext uri="{FF2B5EF4-FFF2-40B4-BE49-F238E27FC236}">
                  <a16:creationId xmlns:a16="http://schemas.microsoft.com/office/drawing/2014/main" id="{E11FE713-CC1C-4AE7-6361-1F221DF092CF}"/>
                </a:ext>
              </a:extLst>
            </p:cNvPr>
            <p:cNvSpPr/>
            <p:nvPr/>
          </p:nvSpPr>
          <p:spPr>
            <a:xfrm>
              <a:off x="3523403" y="2001298"/>
              <a:ext cx="368815" cy="210481"/>
            </a:xfrm>
            <a:custGeom>
              <a:avLst/>
              <a:gdLst/>
              <a:ahLst/>
              <a:cxnLst/>
              <a:rect l="l" t="t" r="r" b="b"/>
              <a:pathLst>
                <a:path w="18933" h="10805" extrusionOk="0">
                  <a:moveTo>
                    <a:pt x="953" y="1"/>
                  </a:moveTo>
                  <a:cubicBezTo>
                    <a:pt x="441" y="1"/>
                    <a:pt x="0" y="442"/>
                    <a:pt x="0" y="982"/>
                  </a:cubicBezTo>
                  <a:lnTo>
                    <a:pt x="0" y="10804"/>
                  </a:lnTo>
                  <a:lnTo>
                    <a:pt x="18933" y="10804"/>
                  </a:lnTo>
                  <a:lnTo>
                    <a:pt x="18933" y="982"/>
                  </a:lnTo>
                  <a:cubicBezTo>
                    <a:pt x="18933" y="442"/>
                    <a:pt x="18492" y="1"/>
                    <a:pt x="17951" y="1"/>
                  </a:cubicBezTo>
                  <a:close/>
                </a:path>
              </a:pathLst>
            </a:custGeom>
            <a:solidFill>
              <a:srgbClr val="FF93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567;p41">
              <a:extLst>
                <a:ext uri="{FF2B5EF4-FFF2-40B4-BE49-F238E27FC236}">
                  <a16:creationId xmlns:a16="http://schemas.microsoft.com/office/drawing/2014/main" id="{2AE22692-8F66-3EB6-9323-76294F90B193}"/>
                </a:ext>
              </a:extLst>
            </p:cNvPr>
            <p:cNvSpPr/>
            <p:nvPr/>
          </p:nvSpPr>
          <p:spPr>
            <a:xfrm>
              <a:off x="3523403" y="2001298"/>
              <a:ext cx="368815" cy="210481"/>
            </a:xfrm>
            <a:custGeom>
              <a:avLst/>
              <a:gdLst/>
              <a:ahLst/>
              <a:cxnLst/>
              <a:rect l="l" t="t" r="r" b="b"/>
              <a:pathLst>
                <a:path w="18933" h="10805" extrusionOk="0">
                  <a:moveTo>
                    <a:pt x="953" y="1"/>
                  </a:moveTo>
                  <a:cubicBezTo>
                    <a:pt x="441" y="1"/>
                    <a:pt x="0" y="442"/>
                    <a:pt x="0" y="982"/>
                  </a:cubicBezTo>
                  <a:lnTo>
                    <a:pt x="0" y="10804"/>
                  </a:lnTo>
                  <a:lnTo>
                    <a:pt x="18933" y="10804"/>
                  </a:lnTo>
                  <a:lnTo>
                    <a:pt x="18933" y="982"/>
                  </a:lnTo>
                  <a:cubicBezTo>
                    <a:pt x="18933" y="442"/>
                    <a:pt x="18492" y="1"/>
                    <a:pt x="17951" y="1"/>
                  </a:cubicBezTo>
                  <a:close/>
                </a:path>
              </a:pathLst>
            </a:custGeom>
            <a:solidFill>
              <a:srgbClr val="FF93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568;p41">
              <a:extLst>
                <a:ext uri="{FF2B5EF4-FFF2-40B4-BE49-F238E27FC236}">
                  <a16:creationId xmlns:a16="http://schemas.microsoft.com/office/drawing/2014/main" id="{AC565630-1492-7589-413E-8A9ED8370B06}"/>
                </a:ext>
              </a:extLst>
            </p:cNvPr>
            <p:cNvSpPr/>
            <p:nvPr/>
          </p:nvSpPr>
          <p:spPr>
            <a:xfrm>
              <a:off x="3858320" y="2001298"/>
              <a:ext cx="33895" cy="210481"/>
            </a:xfrm>
            <a:custGeom>
              <a:avLst/>
              <a:gdLst/>
              <a:ahLst/>
              <a:cxnLst/>
              <a:rect l="l" t="t" r="r" b="b"/>
              <a:pathLst>
                <a:path w="1740" h="10805" extrusionOk="0">
                  <a:moveTo>
                    <a:pt x="0" y="1"/>
                  </a:moveTo>
                  <a:cubicBezTo>
                    <a:pt x="541" y="1"/>
                    <a:pt x="982" y="442"/>
                    <a:pt x="982" y="982"/>
                  </a:cubicBezTo>
                  <a:lnTo>
                    <a:pt x="982" y="10804"/>
                  </a:lnTo>
                  <a:lnTo>
                    <a:pt x="1740" y="10804"/>
                  </a:lnTo>
                  <a:lnTo>
                    <a:pt x="1740" y="982"/>
                  </a:lnTo>
                  <a:cubicBezTo>
                    <a:pt x="1740" y="442"/>
                    <a:pt x="1299" y="1"/>
                    <a:pt x="758" y="1"/>
                  </a:cubicBezTo>
                  <a:close/>
                </a:path>
              </a:pathLst>
            </a:custGeom>
            <a:solidFill>
              <a:srgbClr val="FF61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569;p41">
              <a:extLst>
                <a:ext uri="{FF2B5EF4-FFF2-40B4-BE49-F238E27FC236}">
                  <a16:creationId xmlns:a16="http://schemas.microsoft.com/office/drawing/2014/main" id="{DD4D6997-5EC0-57BE-ABB3-EE38F67EB882}"/>
                </a:ext>
              </a:extLst>
            </p:cNvPr>
            <p:cNvSpPr/>
            <p:nvPr/>
          </p:nvSpPr>
          <p:spPr>
            <a:xfrm>
              <a:off x="3858320" y="2211758"/>
              <a:ext cx="33895" cy="47648"/>
            </a:xfrm>
            <a:custGeom>
              <a:avLst/>
              <a:gdLst/>
              <a:ahLst/>
              <a:cxnLst/>
              <a:rect l="l" t="t" r="r" b="b"/>
              <a:pathLst>
                <a:path w="1740" h="2446" extrusionOk="0">
                  <a:moveTo>
                    <a:pt x="982" y="0"/>
                  </a:moveTo>
                  <a:lnTo>
                    <a:pt x="982" y="1470"/>
                  </a:lnTo>
                  <a:cubicBezTo>
                    <a:pt x="982" y="2005"/>
                    <a:pt x="541" y="2445"/>
                    <a:pt x="0" y="2445"/>
                  </a:cubicBezTo>
                  <a:lnTo>
                    <a:pt x="758" y="2445"/>
                  </a:lnTo>
                  <a:cubicBezTo>
                    <a:pt x="1299" y="2445"/>
                    <a:pt x="1740" y="2005"/>
                    <a:pt x="1740" y="1470"/>
                  </a:cubicBezTo>
                  <a:lnTo>
                    <a:pt x="1740" y="0"/>
                  </a:lnTo>
                  <a:close/>
                </a:path>
              </a:pathLst>
            </a:custGeom>
            <a:solidFill>
              <a:srgbClr val="866A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570;p41">
              <a:extLst>
                <a:ext uri="{FF2B5EF4-FFF2-40B4-BE49-F238E27FC236}">
                  <a16:creationId xmlns:a16="http://schemas.microsoft.com/office/drawing/2014/main" id="{BA8FCF68-E71F-D073-3E2A-EEB5E2C7E5C2}"/>
                </a:ext>
              </a:extLst>
            </p:cNvPr>
            <p:cNvSpPr/>
            <p:nvPr/>
          </p:nvSpPr>
          <p:spPr>
            <a:xfrm>
              <a:off x="3665606" y="2259386"/>
              <a:ext cx="83959" cy="57836"/>
            </a:xfrm>
            <a:custGeom>
              <a:avLst/>
              <a:gdLst/>
              <a:ahLst/>
              <a:cxnLst/>
              <a:rect l="l" t="t" r="r" b="b"/>
              <a:pathLst>
                <a:path w="4310" h="2969" extrusionOk="0">
                  <a:moveTo>
                    <a:pt x="318" y="0"/>
                  </a:moveTo>
                  <a:cubicBezTo>
                    <a:pt x="318" y="0"/>
                    <a:pt x="295" y="2158"/>
                    <a:pt x="1" y="2969"/>
                  </a:cubicBezTo>
                  <a:lnTo>
                    <a:pt x="4309" y="2969"/>
                  </a:lnTo>
                  <a:cubicBezTo>
                    <a:pt x="4039" y="2158"/>
                    <a:pt x="4015" y="0"/>
                    <a:pt x="4015" y="0"/>
                  </a:cubicBezTo>
                  <a:close/>
                </a:path>
              </a:pathLst>
            </a:custGeom>
            <a:solidFill>
              <a:srgbClr val="866A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571;p41">
              <a:extLst>
                <a:ext uri="{FF2B5EF4-FFF2-40B4-BE49-F238E27FC236}">
                  <a16:creationId xmlns:a16="http://schemas.microsoft.com/office/drawing/2014/main" id="{2E1262B3-965E-83F0-F53C-98E3C414D7C9}"/>
                </a:ext>
              </a:extLst>
            </p:cNvPr>
            <p:cNvSpPr/>
            <p:nvPr/>
          </p:nvSpPr>
          <p:spPr>
            <a:xfrm>
              <a:off x="3671333" y="2259386"/>
              <a:ext cx="72953" cy="14902"/>
            </a:xfrm>
            <a:custGeom>
              <a:avLst/>
              <a:gdLst/>
              <a:ahLst/>
              <a:cxnLst/>
              <a:rect l="l" t="t" r="r" b="b"/>
              <a:pathLst>
                <a:path w="3745" h="765" extrusionOk="0">
                  <a:moveTo>
                    <a:pt x="24" y="0"/>
                  </a:moveTo>
                  <a:cubicBezTo>
                    <a:pt x="24" y="0"/>
                    <a:pt x="24" y="324"/>
                    <a:pt x="1" y="765"/>
                  </a:cubicBezTo>
                  <a:lnTo>
                    <a:pt x="3745" y="765"/>
                  </a:lnTo>
                  <a:cubicBezTo>
                    <a:pt x="3721" y="324"/>
                    <a:pt x="3721" y="0"/>
                    <a:pt x="3721" y="0"/>
                  </a:cubicBez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1572;p41">
              <a:extLst>
                <a:ext uri="{FF2B5EF4-FFF2-40B4-BE49-F238E27FC236}">
                  <a16:creationId xmlns:a16="http://schemas.microsoft.com/office/drawing/2014/main" id="{4075F496-347E-20BF-6DA2-C137B29BB937}"/>
                </a:ext>
              </a:extLst>
            </p:cNvPr>
            <p:cNvSpPr/>
            <p:nvPr/>
          </p:nvSpPr>
          <p:spPr>
            <a:xfrm>
              <a:off x="3671333" y="2259386"/>
              <a:ext cx="72953" cy="14902"/>
            </a:xfrm>
            <a:custGeom>
              <a:avLst/>
              <a:gdLst/>
              <a:ahLst/>
              <a:cxnLst/>
              <a:rect l="l" t="t" r="r" b="b"/>
              <a:pathLst>
                <a:path w="3745" h="765" extrusionOk="0">
                  <a:moveTo>
                    <a:pt x="24" y="0"/>
                  </a:moveTo>
                  <a:cubicBezTo>
                    <a:pt x="24" y="0"/>
                    <a:pt x="24" y="324"/>
                    <a:pt x="1" y="765"/>
                  </a:cubicBezTo>
                  <a:lnTo>
                    <a:pt x="3745" y="765"/>
                  </a:lnTo>
                  <a:cubicBezTo>
                    <a:pt x="3721" y="324"/>
                    <a:pt x="3721" y="0"/>
                    <a:pt x="3721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573;p41">
              <a:extLst>
                <a:ext uri="{FF2B5EF4-FFF2-40B4-BE49-F238E27FC236}">
                  <a16:creationId xmlns:a16="http://schemas.microsoft.com/office/drawing/2014/main" id="{0F6E4964-7273-3A54-46ED-39C3E3C989E7}"/>
                </a:ext>
              </a:extLst>
            </p:cNvPr>
            <p:cNvSpPr/>
            <p:nvPr/>
          </p:nvSpPr>
          <p:spPr>
            <a:xfrm>
              <a:off x="3546760" y="2027069"/>
              <a:ext cx="322102" cy="184709"/>
            </a:xfrm>
            <a:custGeom>
              <a:avLst/>
              <a:gdLst/>
              <a:ahLst/>
              <a:cxnLst/>
              <a:rect l="l" t="t" r="r" b="b"/>
              <a:pathLst>
                <a:path w="16535" h="9482" extrusionOk="0">
                  <a:moveTo>
                    <a:pt x="418" y="0"/>
                  </a:moveTo>
                  <a:cubicBezTo>
                    <a:pt x="171" y="0"/>
                    <a:pt x="0" y="200"/>
                    <a:pt x="0" y="418"/>
                  </a:cubicBezTo>
                  <a:lnTo>
                    <a:pt x="0" y="9481"/>
                  </a:lnTo>
                  <a:lnTo>
                    <a:pt x="16535" y="9481"/>
                  </a:lnTo>
                  <a:lnTo>
                    <a:pt x="16535" y="418"/>
                  </a:lnTo>
                  <a:cubicBezTo>
                    <a:pt x="16535" y="200"/>
                    <a:pt x="16335" y="0"/>
                    <a:pt x="16117" y="0"/>
                  </a:cubicBezTo>
                  <a:close/>
                </a:path>
              </a:pathLst>
            </a:custGeom>
            <a:solidFill>
              <a:srgbClr val="00C7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574;p41">
              <a:extLst>
                <a:ext uri="{FF2B5EF4-FFF2-40B4-BE49-F238E27FC236}">
                  <a16:creationId xmlns:a16="http://schemas.microsoft.com/office/drawing/2014/main" id="{1A95C7EF-62B3-5B63-6176-27E35881D872}"/>
                </a:ext>
              </a:extLst>
            </p:cNvPr>
            <p:cNvSpPr/>
            <p:nvPr/>
          </p:nvSpPr>
          <p:spPr>
            <a:xfrm>
              <a:off x="3546760" y="2027069"/>
              <a:ext cx="322102" cy="33915"/>
            </a:xfrm>
            <a:custGeom>
              <a:avLst/>
              <a:gdLst/>
              <a:ahLst/>
              <a:cxnLst/>
              <a:rect l="l" t="t" r="r" b="b"/>
              <a:pathLst>
                <a:path w="16535" h="1741" extrusionOk="0">
                  <a:moveTo>
                    <a:pt x="418" y="0"/>
                  </a:moveTo>
                  <a:cubicBezTo>
                    <a:pt x="171" y="0"/>
                    <a:pt x="0" y="200"/>
                    <a:pt x="0" y="418"/>
                  </a:cubicBezTo>
                  <a:lnTo>
                    <a:pt x="0" y="1740"/>
                  </a:lnTo>
                  <a:lnTo>
                    <a:pt x="16535" y="1740"/>
                  </a:lnTo>
                  <a:lnTo>
                    <a:pt x="16535" y="418"/>
                  </a:lnTo>
                  <a:cubicBezTo>
                    <a:pt x="16535" y="200"/>
                    <a:pt x="16335" y="0"/>
                    <a:pt x="16117" y="0"/>
                  </a:cubicBez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575;p41">
              <a:extLst>
                <a:ext uri="{FF2B5EF4-FFF2-40B4-BE49-F238E27FC236}">
                  <a16:creationId xmlns:a16="http://schemas.microsoft.com/office/drawing/2014/main" id="{85BB3858-53B7-8B34-285D-0F7940E7A63A}"/>
                </a:ext>
              </a:extLst>
            </p:cNvPr>
            <p:cNvSpPr/>
            <p:nvPr/>
          </p:nvSpPr>
          <p:spPr>
            <a:xfrm>
              <a:off x="3845950" y="2027069"/>
              <a:ext cx="22908" cy="33915"/>
            </a:xfrm>
            <a:custGeom>
              <a:avLst/>
              <a:gdLst/>
              <a:ahLst/>
              <a:cxnLst/>
              <a:rect l="l" t="t" r="r" b="b"/>
              <a:pathLst>
                <a:path w="1176" h="1741" extrusionOk="0">
                  <a:moveTo>
                    <a:pt x="0" y="0"/>
                  </a:moveTo>
                  <a:cubicBezTo>
                    <a:pt x="218" y="0"/>
                    <a:pt x="412" y="200"/>
                    <a:pt x="412" y="418"/>
                  </a:cubicBezTo>
                  <a:lnTo>
                    <a:pt x="412" y="1740"/>
                  </a:lnTo>
                  <a:lnTo>
                    <a:pt x="1176" y="1740"/>
                  </a:lnTo>
                  <a:lnTo>
                    <a:pt x="1176" y="418"/>
                  </a:lnTo>
                  <a:cubicBezTo>
                    <a:pt x="1176" y="224"/>
                    <a:pt x="1029" y="24"/>
                    <a:pt x="805" y="0"/>
                  </a:cubicBezTo>
                  <a:close/>
                </a:path>
              </a:pathLst>
            </a:custGeom>
            <a:solidFill>
              <a:srgbClr val="866A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576;p41">
              <a:extLst>
                <a:ext uri="{FF2B5EF4-FFF2-40B4-BE49-F238E27FC236}">
                  <a16:creationId xmlns:a16="http://schemas.microsoft.com/office/drawing/2014/main" id="{00786D93-EB2B-FD7A-1D95-C6B501ACEA99}"/>
                </a:ext>
              </a:extLst>
            </p:cNvPr>
            <p:cNvSpPr/>
            <p:nvPr/>
          </p:nvSpPr>
          <p:spPr>
            <a:xfrm>
              <a:off x="3568285" y="2038523"/>
              <a:ext cx="11474" cy="11454"/>
            </a:xfrm>
            <a:custGeom>
              <a:avLst/>
              <a:gdLst/>
              <a:ahLst/>
              <a:cxnLst/>
              <a:rect l="l" t="t" r="r" b="b"/>
              <a:pathLst>
                <a:path w="589" h="588" extrusionOk="0">
                  <a:moveTo>
                    <a:pt x="294" y="0"/>
                  </a:moveTo>
                  <a:cubicBezTo>
                    <a:pt x="147" y="0"/>
                    <a:pt x="1" y="147"/>
                    <a:pt x="1" y="294"/>
                  </a:cubicBezTo>
                  <a:cubicBezTo>
                    <a:pt x="1" y="464"/>
                    <a:pt x="147" y="588"/>
                    <a:pt x="294" y="588"/>
                  </a:cubicBezTo>
                  <a:cubicBezTo>
                    <a:pt x="441" y="588"/>
                    <a:pt x="588" y="464"/>
                    <a:pt x="588" y="294"/>
                  </a:cubicBezTo>
                  <a:cubicBezTo>
                    <a:pt x="588" y="147"/>
                    <a:pt x="441" y="0"/>
                    <a:pt x="294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577;p41">
              <a:extLst>
                <a:ext uri="{FF2B5EF4-FFF2-40B4-BE49-F238E27FC236}">
                  <a16:creationId xmlns:a16="http://schemas.microsoft.com/office/drawing/2014/main" id="{A033EE58-F5E3-5FB7-245F-C022043E826D}"/>
                </a:ext>
              </a:extLst>
            </p:cNvPr>
            <p:cNvSpPr/>
            <p:nvPr/>
          </p:nvSpPr>
          <p:spPr>
            <a:xfrm>
              <a:off x="3590609" y="2038523"/>
              <a:ext cx="11006" cy="11454"/>
            </a:xfrm>
            <a:custGeom>
              <a:avLst/>
              <a:gdLst/>
              <a:ahLst/>
              <a:cxnLst/>
              <a:rect l="l" t="t" r="r" b="b"/>
              <a:pathLst>
                <a:path w="565" h="588" extrusionOk="0">
                  <a:moveTo>
                    <a:pt x="271" y="0"/>
                  </a:moveTo>
                  <a:cubicBezTo>
                    <a:pt x="124" y="0"/>
                    <a:pt x="1" y="147"/>
                    <a:pt x="1" y="294"/>
                  </a:cubicBezTo>
                  <a:cubicBezTo>
                    <a:pt x="1" y="464"/>
                    <a:pt x="124" y="588"/>
                    <a:pt x="271" y="588"/>
                  </a:cubicBezTo>
                  <a:cubicBezTo>
                    <a:pt x="442" y="588"/>
                    <a:pt x="565" y="464"/>
                    <a:pt x="565" y="294"/>
                  </a:cubicBezTo>
                  <a:cubicBezTo>
                    <a:pt x="565" y="147"/>
                    <a:pt x="442" y="0"/>
                    <a:pt x="271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578;p41">
              <a:extLst>
                <a:ext uri="{FF2B5EF4-FFF2-40B4-BE49-F238E27FC236}">
                  <a16:creationId xmlns:a16="http://schemas.microsoft.com/office/drawing/2014/main" id="{EFED3362-A2D0-C949-C4AE-0645A66ED145}"/>
                </a:ext>
              </a:extLst>
            </p:cNvPr>
            <p:cNvSpPr/>
            <p:nvPr/>
          </p:nvSpPr>
          <p:spPr>
            <a:xfrm>
              <a:off x="3612601" y="2038523"/>
              <a:ext cx="11006" cy="11454"/>
            </a:xfrm>
            <a:custGeom>
              <a:avLst/>
              <a:gdLst/>
              <a:ahLst/>
              <a:cxnLst/>
              <a:rect l="l" t="t" r="r" b="b"/>
              <a:pathLst>
                <a:path w="565" h="588" extrusionOk="0">
                  <a:moveTo>
                    <a:pt x="294" y="0"/>
                  </a:moveTo>
                  <a:cubicBezTo>
                    <a:pt x="124" y="0"/>
                    <a:pt x="0" y="147"/>
                    <a:pt x="0" y="294"/>
                  </a:cubicBezTo>
                  <a:cubicBezTo>
                    <a:pt x="0" y="464"/>
                    <a:pt x="124" y="588"/>
                    <a:pt x="294" y="588"/>
                  </a:cubicBezTo>
                  <a:cubicBezTo>
                    <a:pt x="441" y="588"/>
                    <a:pt x="564" y="464"/>
                    <a:pt x="564" y="294"/>
                  </a:cubicBezTo>
                  <a:cubicBezTo>
                    <a:pt x="564" y="147"/>
                    <a:pt x="441" y="0"/>
                    <a:pt x="294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79;p41">
              <a:extLst>
                <a:ext uri="{FF2B5EF4-FFF2-40B4-BE49-F238E27FC236}">
                  <a16:creationId xmlns:a16="http://schemas.microsoft.com/office/drawing/2014/main" id="{0014F9C8-1F61-8211-C6AE-5A898F357E36}"/>
                </a:ext>
              </a:extLst>
            </p:cNvPr>
            <p:cNvSpPr/>
            <p:nvPr/>
          </p:nvSpPr>
          <p:spPr>
            <a:xfrm>
              <a:off x="3612601" y="2095307"/>
              <a:ext cx="26240" cy="62998"/>
            </a:xfrm>
            <a:custGeom>
              <a:avLst/>
              <a:gdLst/>
              <a:ahLst/>
              <a:cxnLst/>
              <a:rect l="l" t="t" r="r" b="b"/>
              <a:pathLst>
                <a:path w="1347" h="3234" extrusionOk="0">
                  <a:moveTo>
                    <a:pt x="664" y="0"/>
                  </a:moveTo>
                  <a:cubicBezTo>
                    <a:pt x="517" y="0"/>
                    <a:pt x="394" y="124"/>
                    <a:pt x="394" y="271"/>
                  </a:cubicBezTo>
                  <a:lnTo>
                    <a:pt x="394" y="688"/>
                  </a:lnTo>
                  <a:lnTo>
                    <a:pt x="294" y="688"/>
                  </a:lnTo>
                  <a:cubicBezTo>
                    <a:pt x="124" y="688"/>
                    <a:pt x="0" y="812"/>
                    <a:pt x="0" y="982"/>
                  </a:cubicBezTo>
                  <a:cubicBezTo>
                    <a:pt x="0" y="1129"/>
                    <a:pt x="124" y="1252"/>
                    <a:pt x="294" y="1252"/>
                  </a:cubicBezTo>
                  <a:lnTo>
                    <a:pt x="394" y="1252"/>
                  </a:lnTo>
                  <a:lnTo>
                    <a:pt x="394" y="2939"/>
                  </a:lnTo>
                  <a:cubicBezTo>
                    <a:pt x="394" y="3110"/>
                    <a:pt x="517" y="3233"/>
                    <a:pt x="664" y="3233"/>
                  </a:cubicBezTo>
                  <a:cubicBezTo>
                    <a:pt x="835" y="3233"/>
                    <a:pt x="958" y="3110"/>
                    <a:pt x="958" y="2939"/>
                  </a:cubicBezTo>
                  <a:lnTo>
                    <a:pt x="958" y="1252"/>
                  </a:lnTo>
                  <a:lnTo>
                    <a:pt x="1052" y="1252"/>
                  </a:lnTo>
                  <a:cubicBezTo>
                    <a:pt x="1223" y="1252"/>
                    <a:pt x="1346" y="1129"/>
                    <a:pt x="1346" y="982"/>
                  </a:cubicBezTo>
                  <a:cubicBezTo>
                    <a:pt x="1346" y="812"/>
                    <a:pt x="1223" y="688"/>
                    <a:pt x="1052" y="688"/>
                  </a:cubicBezTo>
                  <a:lnTo>
                    <a:pt x="958" y="688"/>
                  </a:lnTo>
                  <a:lnTo>
                    <a:pt x="958" y="271"/>
                  </a:lnTo>
                  <a:cubicBezTo>
                    <a:pt x="958" y="124"/>
                    <a:pt x="835" y="0"/>
                    <a:pt x="664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80;p41">
              <a:extLst>
                <a:ext uri="{FF2B5EF4-FFF2-40B4-BE49-F238E27FC236}">
                  <a16:creationId xmlns:a16="http://schemas.microsoft.com/office/drawing/2014/main" id="{B84C28BE-2F77-91D5-119A-7BE22C4D73C5}"/>
                </a:ext>
              </a:extLst>
            </p:cNvPr>
            <p:cNvSpPr/>
            <p:nvPr/>
          </p:nvSpPr>
          <p:spPr>
            <a:xfrm>
              <a:off x="3646496" y="2095307"/>
              <a:ext cx="25772" cy="62998"/>
            </a:xfrm>
            <a:custGeom>
              <a:avLst/>
              <a:gdLst/>
              <a:ahLst/>
              <a:cxnLst/>
              <a:rect l="l" t="t" r="r" b="b"/>
              <a:pathLst>
                <a:path w="1323" h="3234" extrusionOk="0">
                  <a:moveTo>
                    <a:pt x="658" y="0"/>
                  </a:moveTo>
                  <a:cubicBezTo>
                    <a:pt x="511" y="0"/>
                    <a:pt x="364" y="124"/>
                    <a:pt x="364" y="271"/>
                  </a:cubicBezTo>
                  <a:lnTo>
                    <a:pt x="364" y="688"/>
                  </a:lnTo>
                  <a:lnTo>
                    <a:pt x="270" y="688"/>
                  </a:lnTo>
                  <a:cubicBezTo>
                    <a:pt x="123" y="688"/>
                    <a:pt x="0" y="812"/>
                    <a:pt x="0" y="982"/>
                  </a:cubicBezTo>
                  <a:cubicBezTo>
                    <a:pt x="0" y="1129"/>
                    <a:pt x="123" y="1252"/>
                    <a:pt x="270" y="1252"/>
                  </a:cubicBezTo>
                  <a:lnTo>
                    <a:pt x="364" y="1252"/>
                  </a:lnTo>
                  <a:lnTo>
                    <a:pt x="364" y="2939"/>
                  </a:lnTo>
                  <a:cubicBezTo>
                    <a:pt x="364" y="3110"/>
                    <a:pt x="511" y="3233"/>
                    <a:pt x="658" y="3233"/>
                  </a:cubicBezTo>
                  <a:cubicBezTo>
                    <a:pt x="805" y="3233"/>
                    <a:pt x="952" y="3110"/>
                    <a:pt x="952" y="2939"/>
                  </a:cubicBezTo>
                  <a:lnTo>
                    <a:pt x="952" y="1252"/>
                  </a:lnTo>
                  <a:lnTo>
                    <a:pt x="1052" y="1252"/>
                  </a:lnTo>
                  <a:cubicBezTo>
                    <a:pt x="1199" y="1252"/>
                    <a:pt x="1323" y="1129"/>
                    <a:pt x="1323" y="982"/>
                  </a:cubicBezTo>
                  <a:cubicBezTo>
                    <a:pt x="1323" y="812"/>
                    <a:pt x="1199" y="688"/>
                    <a:pt x="1052" y="688"/>
                  </a:cubicBezTo>
                  <a:lnTo>
                    <a:pt x="952" y="688"/>
                  </a:lnTo>
                  <a:lnTo>
                    <a:pt x="952" y="271"/>
                  </a:lnTo>
                  <a:cubicBezTo>
                    <a:pt x="952" y="124"/>
                    <a:pt x="805" y="0"/>
                    <a:pt x="658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581;p41">
              <a:extLst>
                <a:ext uri="{FF2B5EF4-FFF2-40B4-BE49-F238E27FC236}">
                  <a16:creationId xmlns:a16="http://schemas.microsoft.com/office/drawing/2014/main" id="{30181211-7927-6173-B3B3-0D6A3F3F7297}"/>
                </a:ext>
              </a:extLst>
            </p:cNvPr>
            <p:cNvSpPr/>
            <p:nvPr/>
          </p:nvSpPr>
          <p:spPr>
            <a:xfrm>
              <a:off x="3727104" y="2111943"/>
              <a:ext cx="34811" cy="45895"/>
            </a:xfrm>
            <a:custGeom>
              <a:avLst/>
              <a:gdLst/>
              <a:ahLst/>
              <a:cxnLst/>
              <a:rect l="l" t="t" r="r" b="b"/>
              <a:pathLst>
                <a:path w="1787" h="2356" extrusionOk="0">
                  <a:moveTo>
                    <a:pt x="936" y="0"/>
                  </a:moveTo>
                  <a:cubicBezTo>
                    <a:pt x="840" y="0"/>
                    <a:pt x="738" y="15"/>
                    <a:pt x="635" y="52"/>
                  </a:cubicBezTo>
                  <a:cubicBezTo>
                    <a:pt x="370" y="128"/>
                    <a:pt x="170" y="346"/>
                    <a:pt x="147" y="592"/>
                  </a:cubicBezTo>
                  <a:cubicBezTo>
                    <a:pt x="123" y="763"/>
                    <a:pt x="170" y="1010"/>
                    <a:pt x="294" y="1133"/>
                  </a:cubicBezTo>
                  <a:cubicBezTo>
                    <a:pt x="488" y="1304"/>
                    <a:pt x="782" y="1374"/>
                    <a:pt x="1005" y="1451"/>
                  </a:cubicBezTo>
                  <a:cubicBezTo>
                    <a:pt x="1105" y="1498"/>
                    <a:pt x="1199" y="1574"/>
                    <a:pt x="1199" y="1621"/>
                  </a:cubicBezTo>
                  <a:cubicBezTo>
                    <a:pt x="1176" y="1692"/>
                    <a:pt x="1105" y="1791"/>
                    <a:pt x="929" y="1791"/>
                  </a:cubicBezTo>
                  <a:cubicBezTo>
                    <a:pt x="782" y="1791"/>
                    <a:pt x="635" y="1721"/>
                    <a:pt x="541" y="1621"/>
                  </a:cubicBezTo>
                  <a:cubicBezTo>
                    <a:pt x="473" y="1553"/>
                    <a:pt x="392" y="1516"/>
                    <a:pt x="311" y="1516"/>
                  </a:cubicBezTo>
                  <a:cubicBezTo>
                    <a:pt x="245" y="1516"/>
                    <a:pt x="179" y="1542"/>
                    <a:pt x="123" y="1598"/>
                  </a:cubicBezTo>
                  <a:cubicBezTo>
                    <a:pt x="0" y="1692"/>
                    <a:pt x="0" y="1868"/>
                    <a:pt x="100" y="1985"/>
                  </a:cubicBezTo>
                  <a:cubicBezTo>
                    <a:pt x="317" y="2232"/>
                    <a:pt x="611" y="2356"/>
                    <a:pt x="929" y="2356"/>
                  </a:cubicBezTo>
                  <a:cubicBezTo>
                    <a:pt x="1346" y="2356"/>
                    <a:pt x="1693" y="2085"/>
                    <a:pt x="1740" y="1721"/>
                  </a:cubicBezTo>
                  <a:cubicBezTo>
                    <a:pt x="1787" y="1451"/>
                    <a:pt x="1693" y="1104"/>
                    <a:pt x="1199" y="910"/>
                  </a:cubicBezTo>
                  <a:cubicBezTo>
                    <a:pt x="982" y="839"/>
                    <a:pt x="782" y="763"/>
                    <a:pt x="711" y="739"/>
                  </a:cubicBezTo>
                  <a:lnTo>
                    <a:pt x="711" y="692"/>
                  </a:lnTo>
                  <a:cubicBezTo>
                    <a:pt x="711" y="639"/>
                    <a:pt x="758" y="616"/>
                    <a:pt x="811" y="592"/>
                  </a:cubicBezTo>
                  <a:cubicBezTo>
                    <a:pt x="850" y="579"/>
                    <a:pt x="888" y="573"/>
                    <a:pt x="924" y="573"/>
                  </a:cubicBezTo>
                  <a:cubicBezTo>
                    <a:pt x="1092" y="573"/>
                    <a:pt x="1223" y="692"/>
                    <a:pt x="1223" y="692"/>
                  </a:cubicBezTo>
                  <a:cubicBezTo>
                    <a:pt x="1276" y="733"/>
                    <a:pt x="1344" y="752"/>
                    <a:pt x="1411" y="752"/>
                  </a:cubicBezTo>
                  <a:cubicBezTo>
                    <a:pt x="1499" y="752"/>
                    <a:pt x="1587" y="720"/>
                    <a:pt x="1640" y="663"/>
                  </a:cubicBezTo>
                  <a:cubicBezTo>
                    <a:pt x="1740" y="545"/>
                    <a:pt x="1716" y="346"/>
                    <a:pt x="1593" y="252"/>
                  </a:cubicBezTo>
                  <a:cubicBezTo>
                    <a:pt x="1482" y="141"/>
                    <a:pt x="1232" y="0"/>
                    <a:pt x="936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582;p41">
              <a:extLst>
                <a:ext uri="{FF2B5EF4-FFF2-40B4-BE49-F238E27FC236}">
                  <a16:creationId xmlns:a16="http://schemas.microsoft.com/office/drawing/2014/main" id="{66F7F0F4-62DA-8B5C-E177-81F78249FB44}"/>
                </a:ext>
              </a:extLst>
            </p:cNvPr>
            <p:cNvSpPr/>
            <p:nvPr/>
          </p:nvSpPr>
          <p:spPr>
            <a:xfrm>
              <a:off x="3571148" y="2095307"/>
              <a:ext cx="35746" cy="62998"/>
            </a:xfrm>
            <a:custGeom>
              <a:avLst/>
              <a:gdLst/>
              <a:ahLst/>
              <a:cxnLst/>
              <a:rect l="l" t="t" r="r" b="b"/>
              <a:pathLst>
                <a:path w="1835" h="3234" extrusionOk="0">
                  <a:moveTo>
                    <a:pt x="294" y="0"/>
                  </a:moveTo>
                  <a:cubicBezTo>
                    <a:pt x="118" y="0"/>
                    <a:pt x="0" y="124"/>
                    <a:pt x="0" y="271"/>
                  </a:cubicBezTo>
                  <a:lnTo>
                    <a:pt x="0" y="2939"/>
                  </a:lnTo>
                  <a:cubicBezTo>
                    <a:pt x="0" y="3110"/>
                    <a:pt x="118" y="3233"/>
                    <a:pt x="294" y="3233"/>
                  </a:cubicBezTo>
                  <a:cubicBezTo>
                    <a:pt x="441" y="3233"/>
                    <a:pt x="559" y="3110"/>
                    <a:pt x="559" y="2939"/>
                  </a:cubicBezTo>
                  <a:lnTo>
                    <a:pt x="559" y="2034"/>
                  </a:lnTo>
                  <a:cubicBezTo>
                    <a:pt x="559" y="1693"/>
                    <a:pt x="735" y="1446"/>
                    <a:pt x="953" y="1446"/>
                  </a:cubicBezTo>
                  <a:cubicBezTo>
                    <a:pt x="1100" y="1446"/>
                    <a:pt x="1123" y="1493"/>
                    <a:pt x="1147" y="1517"/>
                  </a:cubicBezTo>
                  <a:cubicBezTo>
                    <a:pt x="1200" y="1546"/>
                    <a:pt x="1270" y="1664"/>
                    <a:pt x="1270" y="2034"/>
                  </a:cubicBezTo>
                  <a:lnTo>
                    <a:pt x="1270" y="2939"/>
                  </a:lnTo>
                  <a:cubicBezTo>
                    <a:pt x="1270" y="3110"/>
                    <a:pt x="1393" y="3233"/>
                    <a:pt x="1540" y="3233"/>
                  </a:cubicBezTo>
                  <a:cubicBezTo>
                    <a:pt x="1711" y="3233"/>
                    <a:pt x="1834" y="3110"/>
                    <a:pt x="1834" y="2939"/>
                  </a:cubicBezTo>
                  <a:lnTo>
                    <a:pt x="1834" y="2034"/>
                  </a:lnTo>
                  <a:cubicBezTo>
                    <a:pt x="1834" y="1593"/>
                    <a:pt x="1734" y="1299"/>
                    <a:pt x="1564" y="1106"/>
                  </a:cubicBezTo>
                  <a:cubicBezTo>
                    <a:pt x="1417" y="959"/>
                    <a:pt x="1200" y="882"/>
                    <a:pt x="953" y="882"/>
                  </a:cubicBezTo>
                  <a:cubicBezTo>
                    <a:pt x="806" y="882"/>
                    <a:pt x="682" y="906"/>
                    <a:pt x="559" y="982"/>
                  </a:cubicBezTo>
                  <a:lnTo>
                    <a:pt x="559" y="271"/>
                  </a:lnTo>
                  <a:cubicBezTo>
                    <a:pt x="559" y="124"/>
                    <a:pt x="441" y="0"/>
                    <a:pt x="294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583;p41">
              <a:extLst>
                <a:ext uri="{FF2B5EF4-FFF2-40B4-BE49-F238E27FC236}">
                  <a16:creationId xmlns:a16="http://schemas.microsoft.com/office/drawing/2014/main" id="{51BD5ED9-E4CC-CD58-3F08-4843C03083BD}"/>
                </a:ext>
              </a:extLst>
            </p:cNvPr>
            <p:cNvSpPr/>
            <p:nvPr/>
          </p:nvSpPr>
          <p:spPr>
            <a:xfrm>
              <a:off x="3790978" y="2105515"/>
              <a:ext cx="29688" cy="52791"/>
            </a:xfrm>
            <a:custGeom>
              <a:avLst/>
              <a:gdLst/>
              <a:ahLst/>
              <a:cxnLst/>
              <a:rect l="l" t="t" r="r" b="b"/>
              <a:pathLst>
                <a:path w="1524" h="2710" extrusionOk="0">
                  <a:moveTo>
                    <a:pt x="1203" y="0"/>
                  </a:moveTo>
                  <a:cubicBezTo>
                    <a:pt x="1085" y="0"/>
                    <a:pt x="972" y="72"/>
                    <a:pt x="935" y="188"/>
                  </a:cubicBezTo>
                  <a:lnTo>
                    <a:pt x="77" y="2315"/>
                  </a:lnTo>
                  <a:cubicBezTo>
                    <a:pt x="1" y="2515"/>
                    <a:pt x="148" y="2709"/>
                    <a:pt x="348" y="2709"/>
                  </a:cubicBezTo>
                  <a:cubicBezTo>
                    <a:pt x="471" y="2709"/>
                    <a:pt x="565" y="2639"/>
                    <a:pt x="618" y="2539"/>
                  </a:cubicBezTo>
                  <a:lnTo>
                    <a:pt x="1470" y="382"/>
                  </a:lnTo>
                  <a:cubicBezTo>
                    <a:pt x="1523" y="235"/>
                    <a:pt x="1447" y="88"/>
                    <a:pt x="1300" y="17"/>
                  </a:cubicBezTo>
                  <a:cubicBezTo>
                    <a:pt x="1268" y="6"/>
                    <a:pt x="1236" y="0"/>
                    <a:pt x="1203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584;p41">
              <a:extLst>
                <a:ext uri="{FF2B5EF4-FFF2-40B4-BE49-F238E27FC236}">
                  <a16:creationId xmlns:a16="http://schemas.microsoft.com/office/drawing/2014/main" id="{EC06FF40-315D-481E-2045-2841421E604F}"/>
                </a:ext>
              </a:extLst>
            </p:cNvPr>
            <p:cNvSpPr/>
            <p:nvPr/>
          </p:nvSpPr>
          <p:spPr>
            <a:xfrm>
              <a:off x="3815834" y="2105515"/>
              <a:ext cx="29103" cy="52791"/>
            </a:xfrm>
            <a:custGeom>
              <a:avLst/>
              <a:gdLst/>
              <a:ahLst/>
              <a:cxnLst/>
              <a:rect l="l" t="t" r="r" b="b"/>
              <a:pathLst>
                <a:path w="1494" h="2710" extrusionOk="0">
                  <a:moveTo>
                    <a:pt x="1182" y="0"/>
                  </a:moveTo>
                  <a:cubicBezTo>
                    <a:pt x="1069" y="0"/>
                    <a:pt x="966" y="72"/>
                    <a:pt x="906" y="188"/>
                  </a:cubicBezTo>
                  <a:lnTo>
                    <a:pt x="77" y="2315"/>
                  </a:lnTo>
                  <a:cubicBezTo>
                    <a:pt x="0" y="2462"/>
                    <a:pt x="77" y="2639"/>
                    <a:pt x="224" y="2686"/>
                  </a:cubicBezTo>
                  <a:cubicBezTo>
                    <a:pt x="247" y="2709"/>
                    <a:pt x="294" y="2709"/>
                    <a:pt x="318" y="2709"/>
                  </a:cubicBezTo>
                  <a:cubicBezTo>
                    <a:pt x="441" y="2709"/>
                    <a:pt x="541" y="2639"/>
                    <a:pt x="588" y="2539"/>
                  </a:cubicBezTo>
                  <a:lnTo>
                    <a:pt x="1446" y="382"/>
                  </a:lnTo>
                  <a:cubicBezTo>
                    <a:pt x="1493" y="235"/>
                    <a:pt x="1423" y="88"/>
                    <a:pt x="1276" y="17"/>
                  </a:cubicBezTo>
                  <a:cubicBezTo>
                    <a:pt x="1244" y="6"/>
                    <a:pt x="1213" y="0"/>
                    <a:pt x="1182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585;p41">
              <a:extLst>
                <a:ext uri="{FF2B5EF4-FFF2-40B4-BE49-F238E27FC236}">
                  <a16:creationId xmlns:a16="http://schemas.microsoft.com/office/drawing/2014/main" id="{E6AE1F01-86F7-275C-9D58-360F0F589647}"/>
                </a:ext>
              </a:extLst>
            </p:cNvPr>
            <p:cNvSpPr/>
            <p:nvPr/>
          </p:nvSpPr>
          <p:spPr>
            <a:xfrm>
              <a:off x="3680372" y="2112021"/>
              <a:ext cx="42505" cy="62083"/>
            </a:xfrm>
            <a:custGeom>
              <a:avLst/>
              <a:gdLst/>
              <a:ahLst/>
              <a:cxnLst/>
              <a:rect l="l" t="t" r="r" b="b"/>
              <a:pathLst>
                <a:path w="2182" h="3187" extrusionOk="0">
                  <a:moveTo>
                    <a:pt x="1077" y="565"/>
                  </a:moveTo>
                  <a:cubicBezTo>
                    <a:pt x="1370" y="565"/>
                    <a:pt x="1617" y="806"/>
                    <a:pt x="1617" y="1076"/>
                  </a:cubicBezTo>
                  <a:cubicBezTo>
                    <a:pt x="1617" y="1370"/>
                    <a:pt x="1370" y="1594"/>
                    <a:pt x="1077" y="1594"/>
                  </a:cubicBezTo>
                  <a:cubicBezTo>
                    <a:pt x="806" y="1594"/>
                    <a:pt x="565" y="1370"/>
                    <a:pt x="565" y="1076"/>
                  </a:cubicBezTo>
                  <a:cubicBezTo>
                    <a:pt x="565" y="806"/>
                    <a:pt x="806" y="565"/>
                    <a:pt x="1077" y="565"/>
                  </a:cubicBezTo>
                  <a:close/>
                  <a:moveTo>
                    <a:pt x="295" y="1"/>
                  </a:moveTo>
                  <a:cubicBezTo>
                    <a:pt x="124" y="1"/>
                    <a:pt x="1" y="124"/>
                    <a:pt x="1" y="295"/>
                  </a:cubicBezTo>
                  <a:lnTo>
                    <a:pt x="1" y="2893"/>
                  </a:lnTo>
                  <a:cubicBezTo>
                    <a:pt x="1" y="3063"/>
                    <a:pt x="124" y="3186"/>
                    <a:pt x="295" y="3186"/>
                  </a:cubicBezTo>
                  <a:cubicBezTo>
                    <a:pt x="442" y="3186"/>
                    <a:pt x="565" y="3063"/>
                    <a:pt x="565" y="2893"/>
                  </a:cubicBezTo>
                  <a:lnTo>
                    <a:pt x="565" y="2034"/>
                  </a:lnTo>
                  <a:cubicBezTo>
                    <a:pt x="736" y="2128"/>
                    <a:pt x="906" y="2181"/>
                    <a:pt x="1077" y="2181"/>
                  </a:cubicBezTo>
                  <a:cubicBezTo>
                    <a:pt x="1688" y="2181"/>
                    <a:pt x="2182" y="1688"/>
                    <a:pt x="2182" y="1076"/>
                  </a:cubicBezTo>
                  <a:cubicBezTo>
                    <a:pt x="2182" y="489"/>
                    <a:pt x="1688" y="1"/>
                    <a:pt x="1077" y="1"/>
                  </a:cubicBezTo>
                  <a:cubicBezTo>
                    <a:pt x="883" y="1"/>
                    <a:pt x="712" y="48"/>
                    <a:pt x="536" y="148"/>
                  </a:cubicBezTo>
                  <a:cubicBezTo>
                    <a:pt x="489" y="48"/>
                    <a:pt x="389" y="1"/>
                    <a:pt x="295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586;p41">
              <a:extLst>
                <a:ext uri="{FF2B5EF4-FFF2-40B4-BE49-F238E27FC236}">
                  <a16:creationId xmlns:a16="http://schemas.microsoft.com/office/drawing/2014/main" id="{C02BE7BD-8920-322E-9F84-1C4E38592BA6}"/>
                </a:ext>
              </a:extLst>
            </p:cNvPr>
            <p:cNvSpPr/>
            <p:nvPr/>
          </p:nvSpPr>
          <p:spPr>
            <a:xfrm>
              <a:off x="3772433" y="2118215"/>
              <a:ext cx="11006" cy="11454"/>
            </a:xfrm>
            <a:custGeom>
              <a:avLst/>
              <a:gdLst/>
              <a:ahLst/>
              <a:cxnLst/>
              <a:rect l="l" t="t" r="r" b="b"/>
              <a:pathLst>
                <a:path w="565" h="588" extrusionOk="0">
                  <a:moveTo>
                    <a:pt x="295" y="0"/>
                  </a:moveTo>
                  <a:cubicBezTo>
                    <a:pt x="124" y="0"/>
                    <a:pt x="1" y="147"/>
                    <a:pt x="1" y="294"/>
                  </a:cubicBezTo>
                  <a:cubicBezTo>
                    <a:pt x="1" y="441"/>
                    <a:pt x="124" y="588"/>
                    <a:pt x="295" y="588"/>
                  </a:cubicBezTo>
                  <a:cubicBezTo>
                    <a:pt x="441" y="588"/>
                    <a:pt x="565" y="441"/>
                    <a:pt x="565" y="294"/>
                  </a:cubicBezTo>
                  <a:cubicBezTo>
                    <a:pt x="565" y="147"/>
                    <a:pt x="441" y="0"/>
                    <a:pt x="295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587;p41">
              <a:extLst>
                <a:ext uri="{FF2B5EF4-FFF2-40B4-BE49-F238E27FC236}">
                  <a16:creationId xmlns:a16="http://schemas.microsoft.com/office/drawing/2014/main" id="{ADE53FA5-E0A7-6A73-7DE5-7797CE000290}"/>
                </a:ext>
              </a:extLst>
            </p:cNvPr>
            <p:cNvSpPr/>
            <p:nvPr/>
          </p:nvSpPr>
          <p:spPr>
            <a:xfrm>
              <a:off x="3772433" y="2140656"/>
              <a:ext cx="11006" cy="11006"/>
            </a:xfrm>
            <a:custGeom>
              <a:avLst/>
              <a:gdLst/>
              <a:ahLst/>
              <a:cxnLst/>
              <a:rect l="l" t="t" r="r" b="b"/>
              <a:pathLst>
                <a:path w="565" h="565" extrusionOk="0">
                  <a:moveTo>
                    <a:pt x="295" y="0"/>
                  </a:moveTo>
                  <a:cubicBezTo>
                    <a:pt x="124" y="0"/>
                    <a:pt x="1" y="124"/>
                    <a:pt x="1" y="270"/>
                  </a:cubicBezTo>
                  <a:cubicBezTo>
                    <a:pt x="1" y="441"/>
                    <a:pt x="124" y="564"/>
                    <a:pt x="295" y="564"/>
                  </a:cubicBezTo>
                  <a:cubicBezTo>
                    <a:pt x="441" y="564"/>
                    <a:pt x="565" y="441"/>
                    <a:pt x="565" y="270"/>
                  </a:cubicBezTo>
                  <a:cubicBezTo>
                    <a:pt x="565" y="124"/>
                    <a:pt x="441" y="0"/>
                    <a:pt x="295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588;p41">
              <a:extLst>
                <a:ext uri="{FF2B5EF4-FFF2-40B4-BE49-F238E27FC236}">
                  <a16:creationId xmlns:a16="http://schemas.microsoft.com/office/drawing/2014/main" id="{E9D251DE-FD90-82B2-A7CD-FB5A47F02B44}"/>
                </a:ext>
              </a:extLst>
            </p:cNvPr>
            <p:cNvSpPr/>
            <p:nvPr/>
          </p:nvSpPr>
          <p:spPr>
            <a:xfrm>
              <a:off x="3689430" y="2229835"/>
              <a:ext cx="36778" cy="11026"/>
            </a:xfrm>
            <a:custGeom>
              <a:avLst/>
              <a:gdLst/>
              <a:ahLst/>
              <a:cxnLst/>
              <a:rect l="l" t="t" r="r" b="b"/>
              <a:pathLst>
                <a:path w="1888" h="566" extrusionOk="0">
                  <a:moveTo>
                    <a:pt x="294" y="1"/>
                  </a:moveTo>
                  <a:cubicBezTo>
                    <a:pt x="124" y="1"/>
                    <a:pt x="0" y="124"/>
                    <a:pt x="0" y="295"/>
                  </a:cubicBezTo>
                  <a:cubicBezTo>
                    <a:pt x="0" y="442"/>
                    <a:pt x="124" y="565"/>
                    <a:pt x="294" y="565"/>
                  </a:cubicBezTo>
                  <a:lnTo>
                    <a:pt x="1593" y="565"/>
                  </a:lnTo>
                  <a:cubicBezTo>
                    <a:pt x="1740" y="565"/>
                    <a:pt x="1887" y="442"/>
                    <a:pt x="1887" y="295"/>
                  </a:cubicBezTo>
                  <a:cubicBezTo>
                    <a:pt x="1887" y="124"/>
                    <a:pt x="1740" y="1"/>
                    <a:pt x="1593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589;p41">
              <a:extLst>
                <a:ext uri="{FF2B5EF4-FFF2-40B4-BE49-F238E27FC236}">
                  <a16:creationId xmlns:a16="http://schemas.microsoft.com/office/drawing/2014/main" id="{C83D799B-EC65-1702-DCE5-2A0FC5877DD2}"/>
                </a:ext>
              </a:extLst>
            </p:cNvPr>
            <p:cNvSpPr/>
            <p:nvPr/>
          </p:nvSpPr>
          <p:spPr>
            <a:xfrm>
              <a:off x="3517676" y="1996038"/>
              <a:ext cx="379821" cy="326913"/>
            </a:xfrm>
            <a:custGeom>
              <a:avLst/>
              <a:gdLst/>
              <a:ahLst/>
              <a:cxnLst/>
              <a:rect l="l" t="t" r="r" b="b"/>
              <a:pathLst>
                <a:path w="19498" h="16782" extrusionOk="0">
                  <a:moveTo>
                    <a:pt x="17734" y="3627"/>
                  </a:moveTo>
                  <a:lnTo>
                    <a:pt x="17734" y="10780"/>
                  </a:lnTo>
                  <a:lnTo>
                    <a:pt x="1764" y="10780"/>
                  </a:lnTo>
                  <a:lnTo>
                    <a:pt x="1764" y="3627"/>
                  </a:lnTo>
                  <a:close/>
                  <a:moveTo>
                    <a:pt x="18933" y="11345"/>
                  </a:moveTo>
                  <a:lnTo>
                    <a:pt x="18933" y="12544"/>
                  </a:lnTo>
                  <a:cubicBezTo>
                    <a:pt x="18933" y="12932"/>
                    <a:pt x="18639" y="13225"/>
                    <a:pt x="18245" y="13225"/>
                  </a:cubicBezTo>
                  <a:lnTo>
                    <a:pt x="1247" y="13225"/>
                  </a:lnTo>
                  <a:cubicBezTo>
                    <a:pt x="882" y="13225"/>
                    <a:pt x="588" y="12932"/>
                    <a:pt x="588" y="12544"/>
                  </a:cubicBezTo>
                  <a:lnTo>
                    <a:pt x="588" y="11345"/>
                  </a:lnTo>
                  <a:close/>
                  <a:moveTo>
                    <a:pt x="11315" y="13790"/>
                  </a:moveTo>
                  <a:cubicBezTo>
                    <a:pt x="11339" y="14331"/>
                    <a:pt x="11386" y="15459"/>
                    <a:pt x="11533" y="16194"/>
                  </a:cubicBezTo>
                  <a:lnTo>
                    <a:pt x="7959" y="16194"/>
                  </a:lnTo>
                  <a:cubicBezTo>
                    <a:pt x="8130" y="15459"/>
                    <a:pt x="8182" y="14331"/>
                    <a:pt x="8182" y="13790"/>
                  </a:cubicBezTo>
                  <a:close/>
                  <a:moveTo>
                    <a:pt x="1247" y="0"/>
                  </a:moveTo>
                  <a:cubicBezTo>
                    <a:pt x="565" y="0"/>
                    <a:pt x="1" y="565"/>
                    <a:pt x="1" y="1252"/>
                  </a:cubicBezTo>
                  <a:lnTo>
                    <a:pt x="1" y="5096"/>
                  </a:lnTo>
                  <a:cubicBezTo>
                    <a:pt x="1" y="5243"/>
                    <a:pt x="147" y="5390"/>
                    <a:pt x="294" y="5390"/>
                  </a:cubicBezTo>
                  <a:cubicBezTo>
                    <a:pt x="465" y="5390"/>
                    <a:pt x="588" y="5243"/>
                    <a:pt x="588" y="5096"/>
                  </a:cubicBezTo>
                  <a:lnTo>
                    <a:pt x="588" y="1252"/>
                  </a:lnTo>
                  <a:cubicBezTo>
                    <a:pt x="588" y="882"/>
                    <a:pt x="882" y="565"/>
                    <a:pt x="1247" y="565"/>
                  </a:cubicBezTo>
                  <a:lnTo>
                    <a:pt x="18245" y="565"/>
                  </a:lnTo>
                  <a:cubicBezTo>
                    <a:pt x="18639" y="565"/>
                    <a:pt x="18933" y="882"/>
                    <a:pt x="18933" y="1252"/>
                  </a:cubicBezTo>
                  <a:lnTo>
                    <a:pt x="18933" y="10780"/>
                  </a:lnTo>
                  <a:lnTo>
                    <a:pt x="18322" y="10780"/>
                  </a:lnTo>
                  <a:lnTo>
                    <a:pt x="18322" y="2011"/>
                  </a:lnTo>
                  <a:cubicBezTo>
                    <a:pt x="18322" y="1617"/>
                    <a:pt x="17998" y="1299"/>
                    <a:pt x="17610" y="1299"/>
                  </a:cubicBezTo>
                  <a:lnTo>
                    <a:pt x="13326" y="1299"/>
                  </a:lnTo>
                  <a:cubicBezTo>
                    <a:pt x="13149" y="1299"/>
                    <a:pt x="13032" y="1446"/>
                    <a:pt x="13032" y="1593"/>
                  </a:cubicBezTo>
                  <a:cubicBezTo>
                    <a:pt x="13032" y="1740"/>
                    <a:pt x="13149" y="1887"/>
                    <a:pt x="13326" y="1887"/>
                  </a:cubicBezTo>
                  <a:lnTo>
                    <a:pt x="17610" y="1887"/>
                  </a:lnTo>
                  <a:cubicBezTo>
                    <a:pt x="17681" y="1887"/>
                    <a:pt x="17734" y="1940"/>
                    <a:pt x="17734" y="2011"/>
                  </a:cubicBezTo>
                  <a:lnTo>
                    <a:pt x="17734" y="3063"/>
                  </a:lnTo>
                  <a:lnTo>
                    <a:pt x="1764" y="3063"/>
                  </a:lnTo>
                  <a:lnTo>
                    <a:pt x="1764" y="2011"/>
                  </a:lnTo>
                  <a:cubicBezTo>
                    <a:pt x="1764" y="1940"/>
                    <a:pt x="1834" y="1887"/>
                    <a:pt x="1911" y="1887"/>
                  </a:cubicBezTo>
                  <a:lnTo>
                    <a:pt x="12003" y="1887"/>
                  </a:lnTo>
                  <a:cubicBezTo>
                    <a:pt x="12173" y="1887"/>
                    <a:pt x="12297" y="1740"/>
                    <a:pt x="12297" y="1593"/>
                  </a:cubicBezTo>
                  <a:cubicBezTo>
                    <a:pt x="12297" y="1446"/>
                    <a:pt x="12173" y="1299"/>
                    <a:pt x="12003" y="1299"/>
                  </a:cubicBezTo>
                  <a:lnTo>
                    <a:pt x="1911" y="1299"/>
                  </a:lnTo>
                  <a:cubicBezTo>
                    <a:pt x="1517" y="1299"/>
                    <a:pt x="1200" y="1617"/>
                    <a:pt x="1200" y="2011"/>
                  </a:cubicBezTo>
                  <a:lnTo>
                    <a:pt x="1200" y="10780"/>
                  </a:lnTo>
                  <a:lnTo>
                    <a:pt x="588" y="10780"/>
                  </a:lnTo>
                  <a:lnTo>
                    <a:pt x="588" y="6419"/>
                  </a:lnTo>
                  <a:cubicBezTo>
                    <a:pt x="588" y="6249"/>
                    <a:pt x="465" y="6125"/>
                    <a:pt x="294" y="6125"/>
                  </a:cubicBezTo>
                  <a:cubicBezTo>
                    <a:pt x="147" y="6125"/>
                    <a:pt x="1" y="6249"/>
                    <a:pt x="1" y="6419"/>
                  </a:cubicBezTo>
                  <a:lnTo>
                    <a:pt x="1" y="12544"/>
                  </a:lnTo>
                  <a:cubicBezTo>
                    <a:pt x="1" y="13255"/>
                    <a:pt x="565" y="13790"/>
                    <a:pt x="1247" y="13790"/>
                  </a:cubicBezTo>
                  <a:lnTo>
                    <a:pt x="7618" y="13790"/>
                  </a:lnTo>
                  <a:cubicBezTo>
                    <a:pt x="7595" y="14454"/>
                    <a:pt x="7542" y="15577"/>
                    <a:pt x="7395" y="16194"/>
                  </a:cubicBezTo>
                  <a:lnTo>
                    <a:pt x="6390" y="16194"/>
                  </a:lnTo>
                  <a:cubicBezTo>
                    <a:pt x="6243" y="16194"/>
                    <a:pt x="6096" y="16311"/>
                    <a:pt x="6096" y="16488"/>
                  </a:cubicBezTo>
                  <a:cubicBezTo>
                    <a:pt x="6096" y="16635"/>
                    <a:pt x="6243" y="16782"/>
                    <a:pt x="6390" y="16782"/>
                  </a:cubicBezTo>
                  <a:lnTo>
                    <a:pt x="13126" y="16782"/>
                  </a:lnTo>
                  <a:cubicBezTo>
                    <a:pt x="13273" y="16782"/>
                    <a:pt x="13396" y="16635"/>
                    <a:pt x="13396" y="16488"/>
                  </a:cubicBezTo>
                  <a:cubicBezTo>
                    <a:pt x="13396" y="16311"/>
                    <a:pt x="13273" y="16194"/>
                    <a:pt x="13126" y="16194"/>
                  </a:cubicBezTo>
                  <a:lnTo>
                    <a:pt x="12121" y="16194"/>
                  </a:lnTo>
                  <a:cubicBezTo>
                    <a:pt x="11974" y="15577"/>
                    <a:pt x="11927" y="14454"/>
                    <a:pt x="11903" y="13790"/>
                  </a:cubicBezTo>
                  <a:lnTo>
                    <a:pt x="18245" y="13790"/>
                  </a:lnTo>
                  <a:cubicBezTo>
                    <a:pt x="18933" y="13790"/>
                    <a:pt x="19497" y="13255"/>
                    <a:pt x="19497" y="12544"/>
                  </a:cubicBezTo>
                  <a:lnTo>
                    <a:pt x="19497" y="1252"/>
                  </a:lnTo>
                  <a:cubicBezTo>
                    <a:pt x="19497" y="565"/>
                    <a:pt x="18933" y="0"/>
                    <a:pt x="18245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23" name="Google Shape;1590;p41">
            <a:extLst>
              <a:ext uri="{FF2B5EF4-FFF2-40B4-BE49-F238E27FC236}">
                <a16:creationId xmlns:a16="http://schemas.microsoft.com/office/drawing/2014/main" id="{CDA89CD6-E807-1C7E-A353-B1FAECCBF790}"/>
              </a:ext>
            </a:extLst>
          </p:cNvPr>
          <p:cNvGrpSpPr/>
          <p:nvPr/>
        </p:nvGrpSpPr>
        <p:grpSpPr>
          <a:xfrm>
            <a:off x="4382085" y="1951696"/>
            <a:ext cx="379821" cy="326796"/>
            <a:chOff x="4093948" y="1308595"/>
            <a:chExt cx="379821" cy="326796"/>
          </a:xfrm>
        </p:grpSpPr>
        <p:sp>
          <p:nvSpPr>
            <p:cNvPr id="1624" name="Google Shape;1591;p41">
              <a:extLst>
                <a:ext uri="{FF2B5EF4-FFF2-40B4-BE49-F238E27FC236}">
                  <a16:creationId xmlns:a16="http://schemas.microsoft.com/office/drawing/2014/main" id="{8D331878-B422-1CF4-E9A7-4334B2FA03FA}"/>
                </a:ext>
              </a:extLst>
            </p:cNvPr>
            <p:cNvSpPr/>
            <p:nvPr/>
          </p:nvSpPr>
          <p:spPr>
            <a:xfrm>
              <a:off x="4099675" y="1524295"/>
              <a:ext cx="368367" cy="47648"/>
            </a:xfrm>
            <a:custGeom>
              <a:avLst/>
              <a:gdLst/>
              <a:ahLst/>
              <a:cxnLst/>
              <a:rect l="l" t="t" r="r" b="b"/>
              <a:pathLst>
                <a:path w="18910" h="2446" extrusionOk="0">
                  <a:moveTo>
                    <a:pt x="0" y="1"/>
                  </a:moveTo>
                  <a:lnTo>
                    <a:pt x="0" y="1494"/>
                  </a:lnTo>
                  <a:cubicBezTo>
                    <a:pt x="0" y="2029"/>
                    <a:pt x="418" y="2446"/>
                    <a:pt x="959" y="2446"/>
                  </a:cubicBezTo>
                  <a:lnTo>
                    <a:pt x="17951" y="2446"/>
                  </a:lnTo>
                  <a:cubicBezTo>
                    <a:pt x="18492" y="2446"/>
                    <a:pt x="18909" y="2029"/>
                    <a:pt x="18909" y="1494"/>
                  </a:cubicBezTo>
                  <a:lnTo>
                    <a:pt x="18909" y="1"/>
                  </a:ln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" name="Google Shape;1592;p41">
              <a:extLst>
                <a:ext uri="{FF2B5EF4-FFF2-40B4-BE49-F238E27FC236}">
                  <a16:creationId xmlns:a16="http://schemas.microsoft.com/office/drawing/2014/main" id="{FAEE7DFD-B27B-A076-9B6A-8A69B97B43AD}"/>
                </a:ext>
              </a:extLst>
            </p:cNvPr>
            <p:cNvSpPr/>
            <p:nvPr/>
          </p:nvSpPr>
          <p:spPr>
            <a:xfrm>
              <a:off x="4099675" y="1314302"/>
              <a:ext cx="368367" cy="210014"/>
            </a:xfrm>
            <a:custGeom>
              <a:avLst/>
              <a:gdLst/>
              <a:ahLst/>
              <a:cxnLst/>
              <a:rect l="l" t="t" r="r" b="b"/>
              <a:pathLst>
                <a:path w="18910" h="10781" extrusionOk="0">
                  <a:moveTo>
                    <a:pt x="959" y="1"/>
                  </a:moveTo>
                  <a:cubicBezTo>
                    <a:pt x="418" y="1"/>
                    <a:pt x="0" y="418"/>
                    <a:pt x="0" y="959"/>
                  </a:cubicBezTo>
                  <a:lnTo>
                    <a:pt x="0" y="10781"/>
                  </a:lnTo>
                  <a:lnTo>
                    <a:pt x="18909" y="10781"/>
                  </a:lnTo>
                  <a:lnTo>
                    <a:pt x="18909" y="959"/>
                  </a:lnTo>
                  <a:cubicBezTo>
                    <a:pt x="18909" y="418"/>
                    <a:pt x="18492" y="1"/>
                    <a:pt x="17951" y="1"/>
                  </a:cubicBezTo>
                  <a:close/>
                </a:path>
              </a:pathLst>
            </a:custGeom>
            <a:solidFill>
              <a:srgbClr val="FF93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593;p41">
              <a:extLst>
                <a:ext uri="{FF2B5EF4-FFF2-40B4-BE49-F238E27FC236}">
                  <a16:creationId xmlns:a16="http://schemas.microsoft.com/office/drawing/2014/main" id="{2FFA3D2E-E3B0-F884-5311-F649DD7A027C}"/>
                </a:ext>
              </a:extLst>
            </p:cNvPr>
            <p:cNvSpPr/>
            <p:nvPr/>
          </p:nvSpPr>
          <p:spPr>
            <a:xfrm>
              <a:off x="4099675" y="1314302"/>
              <a:ext cx="368367" cy="210014"/>
            </a:xfrm>
            <a:custGeom>
              <a:avLst/>
              <a:gdLst/>
              <a:ahLst/>
              <a:cxnLst/>
              <a:rect l="l" t="t" r="r" b="b"/>
              <a:pathLst>
                <a:path w="18910" h="10781" extrusionOk="0">
                  <a:moveTo>
                    <a:pt x="959" y="1"/>
                  </a:moveTo>
                  <a:cubicBezTo>
                    <a:pt x="418" y="1"/>
                    <a:pt x="0" y="418"/>
                    <a:pt x="0" y="959"/>
                  </a:cubicBezTo>
                  <a:lnTo>
                    <a:pt x="0" y="10781"/>
                  </a:lnTo>
                  <a:lnTo>
                    <a:pt x="18909" y="10781"/>
                  </a:lnTo>
                  <a:lnTo>
                    <a:pt x="18909" y="959"/>
                  </a:lnTo>
                  <a:cubicBezTo>
                    <a:pt x="18909" y="418"/>
                    <a:pt x="18492" y="1"/>
                    <a:pt x="17951" y="1"/>
                  </a:cubicBezTo>
                  <a:close/>
                </a:path>
              </a:pathLst>
            </a:custGeom>
            <a:solidFill>
              <a:srgbClr val="FF93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594;p41">
              <a:extLst>
                <a:ext uri="{FF2B5EF4-FFF2-40B4-BE49-F238E27FC236}">
                  <a16:creationId xmlns:a16="http://schemas.microsoft.com/office/drawing/2014/main" id="{C2FA5B70-EFB4-D74E-D0C6-E28FB8CEA58C}"/>
                </a:ext>
              </a:extLst>
            </p:cNvPr>
            <p:cNvSpPr/>
            <p:nvPr/>
          </p:nvSpPr>
          <p:spPr>
            <a:xfrm>
              <a:off x="4434592" y="1314302"/>
              <a:ext cx="33447" cy="210014"/>
            </a:xfrm>
            <a:custGeom>
              <a:avLst/>
              <a:gdLst/>
              <a:ahLst/>
              <a:cxnLst/>
              <a:rect l="l" t="t" r="r" b="b"/>
              <a:pathLst>
                <a:path w="1717" h="10781" extrusionOk="0">
                  <a:moveTo>
                    <a:pt x="0" y="1"/>
                  </a:moveTo>
                  <a:cubicBezTo>
                    <a:pt x="541" y="1"/>
                    <a:pt x="958" y="418"/>
                    <a:pt x="958" y="959"/>
                  </a:cubicBezTo>
                  <a:lnTo>
                    <a:pt x="958" y="10781"/>
                  </a:lnTo>
                  <a:lnTo>
                    <a:pt x="1716" y="10781"/>
                  </a:lnTo>
                  <a:lnTo>
                    <a:pt x="1716" y="959"/>
                  </a:lnTo>
                  <a:cubicBezTo>
                    <a:pt x="1716" y="418"/>
                    <a:pt x="1299" y="1"/>
                    <a:pt x="758" y="1"/>
                  </a:cubicBezTo>
                  <a:close/>
                </a:path>
              </a:pathLst>
            </a:custGeom>
            <a:solidFill>
              <a:srgbClr val="FF61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595;p41">
              <a:extLst>
                <a:ext uri="{FF2B5EF4-FFF2-40B4-BE49-F238E27FC236}">
                  <a16:creationId xmlns:a16="http://schemas.microsoft.com/office/drawing/2014/main" id="{CB193BBA-43F7-B210-2962-744351C06D1A}"/>
                </a:ext>
              </a:extLst>
            </p:cNvPr>
            <p:cNvSpPr/>
            <p:nvPr/>
          </p:nvSpPr>
          <p:spPr>
            <a:xfrm>
              <a:off x="4434592" y="1524295"/>
              <a:ext cx="33447" cy="47648"/>
            </a:xfrm>
            <a:custGeom>
              <a:avLst/>
              <a:gdLst/>
              <a:ahLst/>
              <a:cxnLst/>
              <a:rect l="l" t="t" r="r" b="b"/>
              <a:pathLst>
                <a:path w="1717" h="2446" extrusionOk="0">
                  <a:moveTo>
                    <a:pt x="958" y="1"/>
                  </a:moveTo>
                  <a:lnTo>
                    <a:pt x="958" y="1494"/>
                  </a:lnTo>
                  <a:cubicBezTo>
                    <a:pt x="958" y="2029"/>
                    <a:pt x="541" y="2446"/>
                    <a:pt x="0" y="2446"/>
                  </a:cubicBezTo>
                  <a:lnTo>
                    <a:pt x="758" y="2446"/>
                  </a:lnTo>
                  <a:cubicBezTo>
                    <a:pt x="1299" y="2446"/>
                    <a:pt x="1716" y="2029"/>
                    <a:pt x="1716" y="1494"/>
                  </a:cubicBezTo>
                  <a:lnTo>
                    <a:pt x="1716" y="1"/>
                  </a:lnTo>
                  <a:close/>
                </a:path>
              </a:pathLst>
            </a:custGeom>
            <a:solidFill>
              <a:srgbClr val="866A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596;p41">
              <a:extLst>
                <a:ext uri="{FF2B5EF4-FFF2-40B4-BE49-F238E27FC236}">
                  <a16:creationId xmlns:a16="http://schemas.microsoft.com/office/drawing/2014/main" id="{B8975DFE-01D2-2D51-94A8-2C26E6D6C986}"/>
                </a:ext>
              </a:extLst>
            </p:cNvPr>
            <p:cNvSpPr/>
            <p:nvPr/>
          </p:nvSpPr>
          <p:spPr>
            <a:xfrm>
              <a:off x="4241878" y="1571923"/>
              <a:ext cx="83959" cy="57739"/>
            </a:xfrm>
            <a:custGeom>
              <a:avLst/>
              <a:gdLst/>
              <a:ahLst/>
              <a:cxnLst/>
              <a:rect l="l" t="t" r="r" b="b"/>
              <a:pathLst>
                <a:path w="4310" h="2964" extrusionOk="0">
                  <a:moveTo>
                    <a:pt x="318" y="1"/>
                  </a:moveTo>
                  <a:cubicBezTo>
                    <a:pt x="318" y="1"/>
                    <a:pt x="271" y="2182"/>
                    <a:pt x="1" y="2963"/>
                  </a:cubicBezTo>
                  <a:lnTo>
                    <a:pt x="4309" y="2963"/>
                  </a:lnTo>
                  <a:cubicBezTo>
                    <a:pt x="4039" y="2182"/>
                    <a:pt x="3992" y="1"/>
                    <a:pt x="3992" y="1"/>
                  </a:cubicBezTo>
                  <a:close/>
                </a:path>
              </a:pathLst>
            </a:custGeom>
            <a:solidFill>
              <a:srgbClr val="866A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597;p41">
              <a:extLst>
                <a:ext uri="{FF2B5EF4-FFF2-40B4-BE49-F238E27FC236}">
                  <a16:creationId xmlns:a16="http://schemas.microsoft.com/office/drawing/2014/main" id="{93DBA831-19EB-361B-1D80-1832D68E80C2}"/>
                </a:ext>
              </a:extLst>
            </p:cNvPr>
            <p:cNvSpPr/>
            <p:nvPr/>
          </p:nvSpPr>
          <p:spPr>
            <a:xfrm>
              <a:off x="4247605" y="1571923"/>
              <a:ext cx="72505" cy="14805"/>
            </a:xfrm>
            <a:custGeom>
              <a:avLst/>
              <a:gdLst/>
              <a:ahLst/>
              <a:cxnLst/>
              <a:rect l="l" t="t" r="r" b="b"/>
              <a:pathLst>
                <a:path w="3722" h="760" extrusionOk="0">
                  <a:moveTo>
                    <a:pt x="24" y="1"/>
                  </a:moveTo>
                  <a:cubicBezTo>
                    <a:pt x="24" y="1"/>
                    <a:pt x="1" y="318"/>
                    <a:pt x="1" y="759"/>
                  </a:cubicBezTo>
                  <a:lnTo>
                    <a:pt x="3721" y="759"/>
                  </a:lnTo>
                  <a:cubicBezTo>
                    <a:pt x="3721" y="318"/>
                    <a:pt x="3698" y="1"/>
                    <a:pt x="3698" y="1"/>
                  </a:cubicBez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598;p41">
              <a:extLst>
                <a:ext uri="{FF2B5EF4-FFF2-40B4-BE49-F238E27FC236}">
                  <a16:creationId xmlns:a16="http://schemas.microsoft.com/office/drawing/2014/main" id="{AC6AE888-714D-2171-C2AC-C93E0EC329A8}"/>
                </a:ext>
              </a:extLst>
            </p:cNvPr>
            <p:cNvSpPr/>
            <p:nvPr/>
          </p:nvSpPr>
          <p:spPr>
            <a:xfrm>
              <a:off x="4247605" y="1571923"/>
              <a:ext cx="72505" cy="14805"/>
            </a:xfrm>
            <a:custGeom>
              <a:avLst/>
              <a:gdLst/>
              <a:ahLst/>
              <a:cxnLst/>
              <a:rect l="l" t="t" r="r" b="b"/>
              <a:pathLst>
                <a:path w="3722" h="760" extrusionOk="0">
                  <a:moveTo>
                    <a:pt x="24" y="1"/>
                  </a:moveTo>
                  <a:cubicBezTo>
                    <a:pt x="24" y="1"/>
                    <a:pt x="1" y="318"/>
                    <a:pt x="1" y="759"/>
                  </a:cubicBezTo>
                  <a:lnTo>
                    <a:pt x="3721" y="759"/>
                  </a:lnTo>
                  <a:cubicBezTo>
                    <a:pt x="3721" y="318"/>
                    <a:pt x="3698" y="1"/>
                    <a:pt x="3698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599;p41">
              <a:extLst>
                <a:ext uri="{FF2B5EF4-FFF2-40B4-BE49-F238E27FC236}">
                  <a16:creationId xmlns:a16="http://schemas.microsoft.com/office/drawing/2014/main" id="{DBF00E6E-8615-068F-8359-0E3956FC3F0D}"/>
                </a:ext>
              </a:extLst>
            </p:cNvPr>
            <p:cNvSpPr/>
            <p:nvPr/>
          </p:nvSpPr>
          <p:spPr>
            <a:xfrm>
              <a:off x="4122583" y="1339607"/>
              <a:ext cx="322550" cy="184709"/>
            </a:xfrm>
            <a:custGeom>
              <a:avLst/>
              <a:gdLst/>
              <a:ahLst/>
              <a:cxnLst/>
              <a:rect l="l" t="t" r="r" b="b"/>
              <a:pathLst>
                <a:path w="16558" h="9482" extrusionOk="0">
                  <a:moveTo>
                    <a:pt x="441" y="1"/>
                  </a:moveTo>
                  <a:cubicBezTo>
                    <a:pt x="200" y="1"/>
                    <a:pt x="0" y="195"/>
                    <a:pt x="0" y="442"/>
                  </a:cubicBezTo>
                  <a:lnTo>
                    <a:pt x="0" y="9482"/>
                  </a:lnTo>
                  <a:lnTo>
                    <a:pt x="16558" y="9482"/>
                  </a:lnTo>
                  <a:lnTo>
                    <a:pt x="16558" y="442"/>
                  </a:lnTo>
                  <a:cubicBezTo>
                    <a:pt x="16558" y="195"/>
                    <a:pt x="16364" y="1"/>
                    <a:pt x="16117" y="1"/>
                  </a:cubicBez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00;p41">
              <a:extLst>
                <a:ext uri="{FF2B5EF4-FFF2-40B4-BE49-F238E27FC236}">
                  <a16:creationId xmlns:a16="http://schemas.microsoft.com/office/drawing/2014/main" id="{298D5C68-80C8-CED6-1490-EE24D53B148D}"/>
                </a:ext>
              </a:extLst>
            </p:cNvPr>
            <p:cNvSpPr/>
            <p:nvPr/>
          </p:nvSpPr>
          <p:spPr>
            <a:xfrm>
              <a:off x="4421755" y="1339607"/>
              <a:ext cx="23376" cy="184709"/>
            </a:xfrm>
            <a:custGeom>
              <a:avLst/>
              <a:gdLst/>
              <a:ahLst/>
              <a:cxnLst/>
              <a:rect l="l" t="t" r="r" b="b"/>
              <a:pathLst>
                <a:path w="1200" h="9482" extrusionOk="0">
                  <a:moveTo>
                    <a:pt x="1" y="1"/>
                  </a:moveTo>
                  <a:cubicBezTo>
                    <a:pt x="242" y="1"/>
                    <a:pt x="442" y="195"/>
                    <a:pt x="442" y="442"/>
                  </a:cubicBezTo>
                  <a:lnTo>
                    <a:pt x="442" y="9482"/>
                  </a:lnTo>
                  <a:lnTo>
                    <a:pt x="1200" y="9482"/>
                  </a:lnTo>
                  <a:lnTo>
                    <a:pt x="1200" y="442"/>
                  </a:lnTo>
                  <a:cubicBezTo>
                    <a:pt x="1200" y="195"/>
                    <a:pt x="1006" y="1"/>
                    <a:pt x="759" y="1"/>
                  </a:cubicBez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1601;p41">
              <a:extLst>
                <a:ext uri="{FF2B5EF4-FFF2-40B4-BE49-F238E27FC236}">
                  <a16:creationId xmlns:a16="http://schemas.microsoft.com/office/drawing/2014/main" id="{A8F9FDC1-D93A-0CB3-1F89-36BF3666AB76}"/>
                </a:ext>
              </a:extLst>
            </p:cNvPr>
            <p:cNvSpPr/>
            <p:nvPr/>
          </p:nvSpPr>
          <p:spPr>
            <a:xfrm>
              <a:off x="4122583" y="1339607"/>
              <a:ext cx="322550" cy="33915"/>
            </a:xfrm>
            <a:custGeom>
              <a:avLst/>
              <a:gdLst/>
              <a:ahLst/>
              <a:cxnLst/>
              <a:rect l="l" t="t" r="r" b="b"/>
              <a:pathLst>
                <a:path w="16558" h="1741" extrusionOk="0">
                  <a:moveTo>
                    <a:pt x="441" y="1"/>
                  </a:moveTo>
                  <a:cubicBezTo>
                    <a:pt x="200" y="1"/>
                    <a:pt x="0" y="195"/>
                    <a:pt x="0" y="442"/>
                  </a:cubicBezTo>
                  <a:lnTo>
                    <a:pt x="0" y="1741"/>
                  </a:lnTo>
                  <a:lnTo>
                    <a:pt x="16558" y="1741"/>
                  </a:lnTo>
                  <a:lnTo>
                    <a:pt x="16558" y="442"/>
                  </a:lnTo>
                  <a:cubicBezTo>
                    <a:pt x="16558" y="195"/>
                    <a:pt x="16364" y="1"/>
                    <a:pt x="16117" y="1"/>
                  </a:cubicBez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602;p41">
              <a:extLst>
                <a:ext uri="{FF2B5EF4-FFF2-40B4-BE49-F238E27FC236}">
                  <a16:creationId xmlns:a16="http://schemas.microsoft.com/office/drawing/2014/main" id="{CA2B2752-AE4F-014F-872E-9FA859D36270}"/>
                </a:ext>
              </a:extLst>
            </p:cNvPr>
            <p:cNvSpPr/>
            <p:nvPr/>
          </p:nvSpPr>
          <p:spPr>
            <a:xfrm>
              <a:off x="4421755" y="1339607"/>
              <a:ext cx="23376" cy="33915"/>
            </a:xfrm>
            <a:custGeom>
              <a:avLst/>
              <a:gdLst/>
              <a:ahLst/>
              <a:cxnLst/>
              <a:rect l="l" t="t" r="r" b="b"/>
              <a:pathLst>
                <a:path w="1200" h="1741" extrusionOk="0">
                  <a:moveTo>
                    <a:pt x="1" y="1"/>
                  </a:moveTo>
                  <a:cubicBezTo>
                    <a:pt x="242" y="1"/>
                    <a:pt x="442" y="195"/>
                    <a:pt x="442" y="442"/>
                  </a:cubicBezTo>
                  <a:lnTo>
                    <a:pt x="442" y="1741"/>
                  </a:lnTo>
                  <a:lnTo>
                    <a:pt x="1200" y="1741"/>
                  </a:lnTo>
                  <a:lnTo>
                    <a:pt x="1200" y="442"/>
                  </a:lnTo>
                  <a:cubicBezTo>
                    <a:pt x="1200" y="224"/>
                    <a:pt x="1029" y="48"/>
                    <a:pt x="830" y="24"/>
                  </a:cubicBezTo>
                  <a:cubicBezTo>
                    <a:pt x="806" y="1"/>
                    <a:pt x="782" y="1"/>
                    <a:pt x="759" y="1"/>
                  </a:cubicBezTo>
                  <a:close/>
                </a:path>
              </a:pathLst>
            </a:custGeom>
            <a:solidFill>
              <a:srgbClr val="866A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603;p41">
              <a:extLst>
                <a:ext uri="{FF2B5EF4-FFF2-40B4-BE49-F238E27FC236}">
                  <a16:creationId xmlns:a16="http://schemas.microsoft.com/office/drawing/2014/main" id="{C7450C43-1B7F-466C-8A93-1042FA15D0B4}"/>
                </a:ext>
              </a:extLst>
            </p:cNvPr>
            <p:cNvSpPr/>
            <p:nvPr/>
          </p:nvSpPr>
          <p:spPr>
            <a:xfrm>
              <a:off x="4148336" y="1394910"/>
              <a:ext cx="91614" cy="104569"/>
            </a:xfrm>
            <a:custGeom>
              <a:avLst/>
              <a:gdLst/>
              <a:ahLst/>
              <a:cxnLst/>
              <a:rect l="l" t="t" r="r" b="b"/>
              <a:pathLst>
                <a:path w="4703" h="5368" extrusionOk="0">
                  <a:moveTo>
                    <a:pt x="1" y="1"/>
                  </a:moveTo>
                  <a:lnTo>
                    <a:pt x="1" y="5367"/>
                  </a:lnTo>
                  <a:lnTo>
                    <a:pt x="4703" y="5367"/>
                  </a:lnTo>
                  <a:lnTo>
                    <a:pt x="4703" y="1"/>
                  </a:lnTo>
                  <a:close/>
                </a:path>
              </a:pathLst>
            </a:custGeom>
            <a:solidFill>
              <a:srgbClr val="00C7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04;p41">
              <a:extLst>
                <a:ext uri="{FF2B5EF4-FFF2-40B4-BE49-F238E27FC236}">
                  <a16:creationId xmlns:a16="http://schemas.microsoft.com/office/drawing/2014/main" id="{5FF8F5E8-D478-9307-0CF6-B63650171EFA}"/>
                </a:ext>
              </a:extLst>
            </p:cNvPr>
            <p:cNvSpPr/>
            <p:nvPr/>
          </p:nvSpPr>
          <p:spPr>
            <a:xfrm>
              <a:off x="4265234" y="1394910"/>
              <a:ext cx="154145" cy="48232"/>
            </a:xfrm>
            <a:custGeom>
              <a:avLst/>
              <a:gdLst/>
              <a:ahLst/>
              <a:cxnLst/>
              <a:rect l="l" t="t" r="r" b="b"/>
              <a:pathLst>
                <a:path w="7913" h="2476" extrusionOk="0">
                  <a:moveTo>
                    <a:pt x="1" y="1"/>
                  </a:moveTo>
                  <a:lnTo>
                    <a:pt x="1" y="2475"/>
                  </a:lnTo>
                  <a:lnTo>
                    <a:pt x="7912" y="2475"/>
                  </a:lnTo>
                  <a:lnTo>
                    <a:pt x="7912" y="1"/>
                  </a:lnTo>
                  <a:close/>
                </a:path>
              </a:pathLst>
            </a:custGeom>
            <a:solidFill>
              <a:srgbClr val="FFE1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05;p41">
              <a:extLst>
                <a:ext uri="{FF2B5EF4-FFF2-40B4-BE49-F238E27FC236}">
                  <a16:creationId xmlns:a16="http://schemas.microsoft.com/office/drawing/2014/main" id="{C8EBCCED-84CD-1E8D-07FA-A5A058146AC0}"/>
                </a:ext>
              </a:extLst>
            </p:cNvPr>
            <p:cNvSpPr/>
            <p:nvPr/>
          </p:nvSpPr>
          <p:spPr>
            <a:xfrm>
              <a:off x="4144557" y="1351528"/>
              <a:ext cx="11006" cy="11006"/>
            </a:xfrm>
            <a:custGeom>
              <a:avLst/>
              <a:gdLst/>
              <a:ahLst/>
              <a:cxnLst/>
              <a:rect l="l" t="t" r="r" b="b"/>
              <a:pathLst>
                <a:path w="565" h="565" extrusionOk="0">
                  <a:moveTo>
                    <a:pt x="294" y="0"/>
                  </a:moveTo>
                  <a:cubicBezTo>
                    <a:pt x="124" y="0"/>
                    <a:pt x="1" y="124"/>
                    <a:pt x="1" y="294"/>
                  </a:cubicBezTo>
                  <a:cubicBezTo>
                    <a:pt x="1" y="441"/>
                    <a:pt x="124" y="564"/>
                    <a:pt x="294" y="564"/>
                  </a:cubicBezTo>
                  <a:cubicBezTo>
                    <a:pt x="441" y="564"/>
                    <a:pt x="565" y="441"/>
                    <a:pt x="565" y="294"/>
                  </a:cubicBezTo>
                  <a:cubicBezTo>
                    <a:pt x="565" y="124"/>
                    <a:pt x="441" y="0"/>
                    <a:pt x="294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606;p41">
              <a:extLst>
                <a:ext uri="{FF2B5EF4-FFF2-40B4-BE49-F238E27FC236}">
                  <a16:creationId xmlns:a16="http://schemas.microsoft.com/office/drawing/2014/main" id="{2A147C08-FD6A-2EF0-D28C-6CC131666620}"/>
                </a:ext>
              </a:extLst>
            </p:cNvPr>
            <p:cNvSpPr/>
            <p:nvPr/>
          </p:nvSpPr>
          <p:spPr>
            <a:xfrm>
              <a:off x="4165965" y="1351450"/>
              <a:ext cx="12039" cy="11162"/>
            </a:xfrm>
            <a:custGeom>
              <a:avLst/>
              <a:gdLst/>
              <a:ahLst/>
              <a:cxnLst/>
              <a:rect l="l" t="t" r="r" b="b"/>
              <a:pathLst>
                <a:path w="618" h="573" extrusionOk="0">
                  <a:moveTo>
                    <a:pt x="314" y="1"/>
                  </a:moveTo>
                  <a:cubicBezTo>
                    <a:pt x="300" y="1"/>
                    <a:pt x="285" y="2"/>
                    <a:pt x="271" y="4"/>
                  </a:cubicBezTo>
                  <a:cubicBezTo>
                    <a:pt x="124" y="28"/>
                    <a:pt x="1" y="175"/>
                    <a:pt x="30" y="322"/>
                  </a:cubicBezTo>
                  <a:cubicBezTo>
                    <a:pt x="51" y="480"/>
                    <a:pt x="172" y="572"/>
                    <a:pt x="320" y="572"/>
                  </a:cubicBezTo>
                  <a:cubicBezTo>
                    <a:pt x="337" y="572"/>
                    <a:pt x="354" y="571"/>
                    <a:pt x="371" y="568"/>
                  </a:cubicBezTo>
                  <a:cubicBezTo>
                    <a:pt x="518" y="545"/>
                    <a:pt x="618" y="398"/>
                    <a:pt x="588" y="251"/>
                  </a:cubicBezTo>
                  <a:cubicBezTo>
                    <a:pt x="567" y="97"/>
                    <a:pt x="445" y="1"/>
                    <a:pt x="314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07;p41">
              <a:extLst>
                <a:ext uri="{FF2B5EF4-FFF2-40B4-BE49-F238E27FC236}">
                  <a16:creationId xmlns:a16="http://schemas.microsoft.com/office/drawing/2014/main" id="{2BAEACC9-854F-B83F-8F99-272C554AB7D0}"/>
                </a:ext>
              </a:extLst>
            </p:cNvPr>
            <p:cNvSpPr/>
            <p:nvPr/>
          </p:nvSpPr>
          <p:spPr>
            <a:xfrm>
              <a:off x="4188406" y="1351450"/>
              <a:ext cx="11941" cy="11162"/>
            </a:xfrm>
            <a:custGeom>
              <a:avLst/>
              <a:gdLst/>
              <a:ahLst/>
              <a:cxnLst/>
              <a:rect l="l" t="t" r="r" b="b"/>
              <a:pathLst>
                <a:path w="613" h="573" extrusionOk="0">
                  <a:moveTo>
                    <a:pt x="297" y="1"/>
                  </a:moveTo>
                  <a:cubicBezTo>
                    <a:pt x="281" y="1"/>
                    <a:pt x="264" y="2"/>
                    <a:pt x="248" y="4"/>
                  </a:cubicBezTo>
                  <a:cubicBezTo>
                    <a:pt x="101" y="28"/>
                    <a:pt x="1" y="175"/>
                    <a:pt x="24" y="322"/>
                  </a:cubicBezTo>
                  <a:cubicBezTo>
                    <a:pt x="51" y="480"/>
                    <a:pt x="172" y="572"/>
                    <a:pt x="303" y="572"/>
                  </a:cubicBezTo>
                  <a:cubicBezTo>
                    <a:pt x="318" y="572"/>
                    <a:pt x="333" y="571"/>
                    <a:pt x="348" y="568"/>
                  </a:cubicBezTo>
                  <a:cubicBezTo>
                    <a:pt x="494" y="545"/>
                    <a:pt x="612" y="398"/>
                    <a:pt x="589" y="251"/>
                  </a:cubicBezTo>
                  <a:cubicBezTo>
                    <a:pt x="567" y="97"/>
                    <a:pt x="445" y="1"/>
                    <a:pt x="297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608;p41">
              <a:extLst>
                <a:ext uri="{FF2B5EF4-FFF2-40B4-BE49-F238E27FC236}">
                  <a16:creationId xmlns:a16="http://schemas.microsoft.com/office/drawing/2014/main" id="{D890DD67-88B6-1F1B-A30E-100FE3F6CA96}"/>
                </a:ext>
              </a:extLst>
            </p:cNvPr>
            <p:cNvSpPr/>
            <p:nvPr/>
          </p:nvSpPr>
          <p:spPr>
            <a:xfrm>
              <a:off x="4265702" y="1542392"/>
              <a:ext cx="36311" cy="11474"/>
            </a:xfrm>
            <a:custGeom>
              <a:avLst/>
              <a:gdLst/>
              <a:ahLst/>
              <a:cxnLst/>
              <a:rect l="l" t="t" r="r" b="b"/>
              <a:pathLst>
                <a:path w="1864" h="589" extrusionOk="0">
                  <a:moveTo>
                    <a:pt x="271" y="1"/>
                  </a:moveTo>
                  <a:cubicBezTo>
                    <a:pt x="124" y="1"/>
                    <a:pt x="0" y="147"/>
                    <a:pt x="0" y="294"/>
                  </a:cubicBezTo>
                  <a:cubicBezTo>
                    <a:pt x="0" y="465"/>
                    <a:pt x="124" y="588"/>
                    <a:pt x="271" y="588"/>
                  </a:cubicBezTo>
                  <a:lnTo>
                    <a:pt x="1593" y="588"/>
                  </a:lnTo>
                  <a:cubicBezTo>
                    <a:pt x="1740" y="588"/>
                    <a:pt x="1864" y="465"/>
                    <a:pt x="1864" y="294"/>
                  </a:cubicBezTo>
                  <a:cubicBezTo>
                    <a:pt x="1864" y="147"/>
                    <a:pt x="1740" y="1"/>
                    <a:pt x="1593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609;p41">
              <a:extLst>
                <a:ext uri="{FF2B5EF4-FFF2-40B4-BE49-F238E27FC236}">
                  <a16:creationId xmlns:a16="http://schemas.microsoft.com/office/drawing/2014/main" id="{03CFFC84-E056-764B-8E90-733F135AC63F}"/>
                </a:ext>
              </a:extLst>
            </p:cNvPr>
            <p:cNvSpPr/>
            <p:nvPr/>
          </p:nvSpPr>
          <p:spPr>
            <a:xfrm>
              <a:off x="4093948" y="1308595"/>
              <a:ext cx="379821" cy="326796"/>
            </a:xfrm>
            <a:custGeom>
              <a:avLst/>
              <a:gdLst/>
              <a:ahLst/>
              <a:cxnLst/>
              <a:rect l="l" t="t" r="r" b="b"/>
              <a:pathLst>
                <a:path w="19498" h="16776" extrusionOk="0">
                  <a:moveTo>
                    <a:pt x="17587" y="1887"/>
                  </a:moveTo>
                  <a:cubicBezTo>
                    <a:pt x="17687" y="1887"/>
                    <a:pt x="17734" y="1963"/>
                    <a:pt x="17734" y="2034"/>
                  </a:cubicBezTo>
                  <a:lnTo>
                    <a:pt x="17734" y="3062"/>
                  </a:lnTo>
                  <a:lnTo>
                    <a:pt x="1764" y="3062"/>
                  </a:lnTo>
                  <a:lnTo>
                    <a:pt x="1764" y="2034"/>
                  </a:lnTo>
                  <a:lnTo>
                    <a:pt x="1764" y="1987"/>
                  </a:lnTo>
                  <a:cubicBezTo>
                    <a:pt x="1787" y="1934"/>
                    <a:pt x="1840" y="1887"/>
                    <a:pt x="1911" y="1887"/>
                  </a:cubicBezTo>
                  <a:close/>
                  <a:moveTo>
                    <a:pt x="17734" y="3627"/>
                  </a:moveTo>
                  <a:lnTo>
                    <a:pt x="17734" y="10780"/>
                  </a:lnTo>
                  <a:lnTo>
                    <a:pt x="1764" y="10780"/>
                  </a:lnTo>
                  <a:lnTo>
                    <a:pt x="1764" y="3627"/>
                  </a:lnTo>
                  <a:close/>
                  <a:moveTo>
                    <a:pt x="18933" y="11368"/>
                  </a:moveTo>
                  <a:lnTo>
                    <a:pt x="18933" y="12567"/>
                  </a:lnTo>
                  <a:cubicBezTo>
                    <a:pt x="18933" y="12931"/>
                    <a:pt x="18616" y="13249"/>
                    <a:pt x="18245" y="13249"/>
                  </a:cubicBezTo>
                  <a:lnTo>
                    <a:pt x="1253" y="13249"/>
                  </a:lnTo>
                  <a:cubicBezTo>
                    <a:pt x="882" y="13249"/>
                    <a:pt x="565" y="12931"/>
                    <a:pt x="565" y="12567"/>
                  </a:cubicBezTo>
                  <a:lnTo>
                    <a:pt x="565" y="11368"/>
                  </a:lnTo>
                  <a:close/>
                  <a:moveTo>
                    <a:pt x="11315" y="13813"/>
                  </a:moveTo>
                  <a:cubicBezTo>
                    <a:pt x="11339" y="14330"/>
                    <a:pt x="11392" y="15453"/>
                    <a:pt x="11539" y="16217"/>
                  </a:cubicBezTo>
                  <a:lnTo>
                    <a:pt x="7959" y="16217"/>
                  </a:lnTo>
                  <a:cubicBezTo>
                    <a:pt x="8106" y="15453"/>
                    <a:pt x="8159" y="14330"/>
                    <a:pt x="8182" y="13813"/>
                  </a:cubicBezTo>
                  <a:close/>
                  <a:moveTo>
                    <a:pt x="1253" y="0"/>
                  </a:moveTo>
                  <a:cubicBezTo>
                    <a:pt x="565" y="0"/>
                    <a:pt x="1" y="564"/>
                    <a:pt x="1" y="1252"/>
                  </a:cubicBezTo>
                  <a:lnTo>
                    <a:pt x="1" y="12567"/>
                  </a:lnTo>
                  <a:cubicBezTo>
                    <a:pt x="1" y="13249"/>
                    <a:pt x="565" y="13813"/>
                    <a:pt x="1253" y="13813"/>
                  </a:cubicBezTo>
                  <a:lnTo>
                    <a:pt x="7618" y="13813"/>
                  </a:lnTo>
                  <a:cubicBezTo>
                    <a:pt x="7595" y="14477"/>
                    <a:pt x="7518" y="15600"/>
                    <a:pt x="7371" y="16217"/>
                  </a:cubicBezTo>
                  <a:lnTo>
                    <a:pt x="6396" y="16217"/>
                  </a:lnTo>
                  <a:cubicBezTo>
                    <a:pt x="6225" y="16217"/>
                    <a:pt x="6102" y="16334"/>
                    <a:pt x="6102" y="16481"/>
                  </a:cubicBezTo>
                  <a:cubicBezTo>
                    <a:pt x="6102" y="16658"/>
                    <a:pt x="6225" y="16775"/>
                    <a:pt x="6396" y="16775"/>
                  </a:cubicBezTo>
                  <a:lnTo>
                    <a:pt x="13102" y="16775"/>
                  </a:lnTo>
                  <a:cubicBezTo>
                    <a:pt x="13279" y="16775"/>
                    <a:pt x="13396" y="16658"/>
                    <a:pt x="13396" y="16481"/>
                  </a:cubicBezTo>
                  <a:cubicBezTo>
                    <a:pt x="13396" y="16334"/>
                    <a:pt x="13279" y="16217"/>
                    <a:pt x="13102" y="16217"/>
                  </a:cubicBezTo>
                  <a:lnTo>
                    <a:pt x="12126" y="16217"/>
                  </a:lnTo>
                  <a:cubicBezTo>
                    <a:pt x="11980" y="15600"/>
                    <a:pt x="11903" y="14477"/>
                    <a:pt x="11880" y="13813"/>
                  </a:cubicBezTo>
                  <a:lnTo>
                    <a:pt x="18245" y="13813"/>
                  </a:lnTo>
                  <a:cubicBezTo>
                    <a:pt x="18933" y="13813"/>
                    <a:pt x="19497" y="13249"/>
                    <a:pt x="19497" y="12567"/>
                  </a:cubicBezTo>
                  <a:lnTo>
                    <a:pt x="19497" y="3527"/>
                  </a:lnTo>
                  <a:cubicBezTo>
                    <a:pt x="19497" y="3356"/>
                    <a:pt x="19374" y="3233"/>
                    <a:pt x="19203" y="3233"/>
                  </a:cubicBezTo>
                  <a:cubicBezTo>
                    <a:pt x="19056" y="3233"/>
                    <a:pt x="18933" y="3356"/>
                    <a:pt x="18933" y="3527"/>
                  </a:cubicBezTo>
                  <a:lnTo>
                    <a:pt x="18933" y="10780"/>
                  </a:lnTo>
                  <a:lnTo>
                    <a:pt x="18298" y="10780"/>
                  </a:lnTo>
                  <a:lnTo>
                    <a:pt x="18298" y="2034"/>
                  </a:lnTo>
                  <a:cubicBezTo>
                    <a:pt x="18298" y="1640"/>
                    <a:pt x="17981" y="1323"/>
                    <a:pt x="17587" y="1323"/>
                  </a:cubicBezTo>
                  <a:lnTo>
                    <a:pt x="1911" y="1323"/>
                  </a:lnTo>
                  <a:cubicBezTo>
                    <a:pt x="1546" y="1323"/>
                    <a:pt x="1229" y="1593"/>
                    <a:pt x="1200" y="1963"/>
                  </a:cubicBezTo>
                  <a:lnTo>
                    <a:pt x="1200" y="10780"/>
                  </a:lnTo>
                  <a:lnTo>
                    <a:pt x="565" y="10780"/>
                  </a:lnTo>
                  <a:lnTo>
                    <a:pt x="565" y="1252"/>
                  </a:lnTo>
                  <a:cubicBezTo>
                    <a:pt x="565" y="882"/>
                    <a:pt x="882" y="564"/>
                    <a:pt x="1253" y="564"/>
                  </a:cubicBezTo>
                  <a:lnTo>
                    <a:pt x="18245" y="564"/>
                  </a:lnTo>
                  <a:cubicBezTo>
                    <a:pt x="18616" y="564"/>
                    <a:pt x="18933" y="882"/>
                    <a:pt x="18933" y="1252"/>
                  </a:cubicBezTo>
                  <a:lnTo>
                    <a:pt x="18933" y="2204"/>
                  </a:lnTo>
                  <a:cubicBezTo>
                    <a:pt x="18933" y="2351"/>
                    <a:pt x="19056" y="2475"/>
                    <a:pt x="19203" y="2475"/>
                  </a:cubicBezTo>
                  <a:cubicBezTo>
                    <a:pt x="19374" y="2475"/>
                    <a:pt x="19497" y="2351"/>
                    <a:pt x="19497" y="2204"/>
                  </a:cubicBezTo>
                  <a:lnTo>
                    <a:pt x="19497" y="1252"/>
                  </a:lnTo>
                  <a:cubicBezTo>
                    <a:pt x="19497" y="564"/>
                    <a:pt x="18933" y="0"/>
                    <a:pt x="18245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10;p41">
              <a:extLst>
                <a:ext uri="{FF2B5EF4-FFF2-40B4-BE49-F238E27FC236}">
                  <a16:creationId xmlns:a16="http://schemas.microsoft.com/office/drawing/2014/main" id="{EB7EA28F-9BA4-A233-0F2B-64D6F2868599}"/>
                </a:ext>
              </a:extLst>
            </p:cNvPr>
            <p:cNvSpPr/>
            <p:nvPr/>
          </p:nvSpPr>
          <p:spPr>
            <a:xfrm>
              <a:off x="4142609" y="1389202"/>
              <a:ext cx="102621" cy="116003"/>
            </a:xfrm>
            <a:custGeom>
              <a:avLst/>
              <a:gdLst/>
              <a:ahLst/>
              <a:cxnLst/>
              <a:rect l="l" t="t" r="r" b="b"/>
              <a:pathLst>
                <a:path w="5268" h="5955" extrusionOk="0">
                  <a:moveTo>
                    <a:pt x="4362" y="588"/>
                  </a:moveTo>
                  <a:lnTo>
                    <a:pt x="2646" y="2551"/>
                  </a:lnTo>
                  <a:lnTo>
                    <a:pt x="906" y="588"/>
                  </a:lnTo>
                  <a:close/>
                  <a:moveTo>
                    <a:pt x="4703" y="1058"/>
                  </a:moveTo>
                  <a:lnTo>
                    <a:pt x="4703" y="4902"/>
                  </a:lnTo>
                  <a:lnTo>
                    <a:pt x="3016" y="2992"/>
                  </a:lnTo>
                  <a:lnTo>
                    <a:pt x="4703" y="1058"/>
                  </a:lnTo>
                  <a:close/>
                  <a:moveTo>
                    <a:pt x="2646" y="3409"/>
                  </a:moveTo>
                  <a:lnTo>
                    <a:pt x="4362" y="5390"/>
                  </a:lnTo>
                  <a:lnTo>
                    <a:pt x="906" y="5390"/>
                  </a:lnTo>
                  <a:lnTo>
                    <a:pt x="2646" y="3409"/>
                  </a:lnTo>
                  <a:close/>
                  <a:moveTo>
                    <a:pt x="295" y="0"/>
                  </a:moveTo>
                  <a:cubicBezTo>
                    <a:pt x="124" y="0"/>
                    <a:pt x="1" y="123"/>
                    <a:pt x="1" y="294"/>
                  </a:cubicBezTo>
                  <a:lnTo>
                    <a:pt x="1" y="2157"/>
                  </a:lnTo>
                  <a:cubicBezTo>
                    <a:pt x="1" y="2304"/>
                    <a:pt x="124" y="2428"/>
                    <a:pt x="295" y="2428"/>
                  </a:cubicBezTo>
                  <a:cubicBezTo>
                    <a:pt x="441" y="2428"/>
                    <a:pt x="565" y="2304"/>
                    <a:pt x="565" y="2157"/>
                  </a:cubicBezTo>
                  <a:lnTo>
                    <a:pt x="565" y="1058"/>
                  </a:lnTo>
                  <a:lnTo>
                    <a:pt x="2258" y="2992"/>
                  </a:lnTo>
                  <a:lnTo>
                    <a:pt x="565" y="4902"/>
                  </a:lnTo>
                  <a:lnTo>
                    <a:pt x="565" y="3480"/>
                  </a:lnTo>
                  <a:cubicBezTo>
                    <a:pt x="565" y="3333"/>
                    <a:pt x="441" y="3209"/>
                    <a:pt x="295" y="3209"/>
                  </a:cubicBezTo>
                  <a:cubicBezTo>
                    <a:pt x="124" y="3209"/>
                    <a:pt x="1" y="3333"/>
                    <a:pt x="1" y="3480"/>
                  </a:cubicBezTo>
                  <a:lnTo>
                    <a:pt x="1" y="5660"/>
                  </a:lnTo>
                  <a:cubicBezTo>
                    <a:pt x="1" y="5831"/>
                    <a:pt x="124" y="5954"/>
                    <a:pt x="295" y="5954"/>
                  </a:cubicBezTo>
                  <a:lnTo>
                    <a:pt x="4997" y="5954"/>
                  </a:lnTo>
                  <a:cubicBezTo>
                    <a:pt x="5144" y="5954"/>
                    <a:pt x="5267" y="5831"/>
                    <a:pt x="5267" y="5660"/>
                  </a:cubicBezTo>
                  <a:lnTo>
                    <a:pt x="5267" y="294"/>
                  </a:lnTo>
                  <a:cubicBezTo>
                    <a:pt x="5267" y="123"/>
                    <a:pt x="5144" y="0"/>
                    <a:pt x="4997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11;p41">
              <a:extLst>
                <a:ext uri="{FF2B5EF4-FFF2-40B4-BE49-F238E27FC236}">
                  <a16:creationId xmlns:a16="http://schemas.microsoft.com/office/drawing/2014/main" id="{211765BD-B02C-A400-BB47-5FAEEC8A9CB7}"/>
                </a:ext>
              </a:extLst>
            </p:cNvPr>
            <p:cNvSpPr/>
            <p:nvPr/>
          </p:nvSpPr>
          <p:spPr>
            <a:xfrm>
              <a:off x="4259507" y="1389202"/>
              <a:ext cx="165599" cy="59200"/>
            </a:xfrm>
            <a:custGeom>
              <a:avLst/>
              <a:gdLst/>
              <a:ahLst/>
              <a:cxnLst/>
              <a:rect l="l" t="t" r="r" b="b"/>
              <a:pathLst>
                <a:path w="8501" h="3039" extrusionOk="0">
                  <a:moveTo>
                    <a:pt x="6343" y="588"/>
                  </a:moveTo>
                  <a:lnTo>
                    <a:pt x="4262" y="1228"/>
                  </a:lnTo>
                  <a:lnTo>
                    <a:pt x="2158" y="588"/>
                  </a:lnTo>
                  <a:close/>
                  <a:moveTo>
                    <a:pt x="565" y="688"/>
                  </a:moveTo>
                  <a:lnTo>
                    <a:pt x="3281" y="1522"/>
                  </a:lnTo>
                  <a:lnTo>
                    <a:pt x="565" y="2381"/>
                  </a:lnTo>
                  <a:lnTo>
                    <a:pt x="565" y="688"/>
                  </a:lnTo>
                  <a:close/>
                  <a:moveTo>
                    <a:pt x="7936" y="688"/>
                  </a:moveTo>
                  <a:lnTo>
                    <a:pt x="7936" y="2381"/>
                  </a:lnTo>
                  <a:lnTo>
                    <a:pt x="5220" y="1522"/>
                  </a:lnTo>
                  <a:lnTo>
                    <a:pt x="7936" y="688"/>
                  </a:lnTo>
                  <a:close/>
                  <a:moveTo>
                    <a:pt x="4262" y="1840"/>
                  </a:moveTo>
                  <a:lnTo>
                    <a:pt x="6343" y="2475"/>
                  </a:lnTo>
                  <a:lnTo>
                    <a:pt x="2158" y="2475"/>
                  </a:lnTo>
                  <a:lnTo>
                    <a:pt x="4262" y="1840"/>
                  </a:lnTo>
                  <a:close/>
                  <a:moveTo>
                    <a:pt x="295" y="0"/>
                  </a:moveTo>
                  <a:cubicBezTo>
                    <a:pt x="124" y="0"/>
                    <a:pt x="1" y="123"/>
                    <a:pt x="1" y="294"/>
                  </a:cubicBezTo>
                  <a:lnTo>
                    <a:pt x="1" y="2768"/>
                  </a:lnTo>
                  <a:cubicBezTo>
                    <a:pt x="1" y="2915"/>
                    <a:pt x="124" y="3039"/>
                    <a:pt x="295" y="3039"/>
                  </a:cubicBezTo>
                  <a:lnTo>
                    <a:pt x="8206" y="3039"/>
                  </a:lnTo>
                  <a:cubicBezTo>
                    <a:pt x="8377" y="3039"/>
                    <a:pt x="8500" y="2915"/>
                    <a:pt x="8500" y="2768"/>
                  </a:cubicBezTo>
                  <a:lnTo>
                    <a:pt x="8500" y="294"/>
                  </a:lnTo>
                  <a:cubicBezTo>
                    <a:pt x="8500" y="123"/>
                    <a:pt x="8377" y="0"/>
                    <a:pt x="8206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12;p41">
              <a:extLst>
                <a:ext uri="{FF2B5EF4-FFF2-40B4-BE49-F238E27FC236}">
                  <a16:creationId xmlns:a16="http://schemas.microsoft.com/office/drawing/2014/main" id="{F50328B9-DDFF-DE46-04B6-606D2FF47C4A}"/>
                </a:ext>
              </a:extLst>
            </p:cNvPr>
            <p:cNvSpPr/>
            <p:nvPr/>
          </p:nvSpPr>
          <p:spPr>
            <a:xfrm>
              <a:off x="4259507" y="1464648"/>
              <a:ext cx="165599" cy="11474"/>
            </a:xfrm>
            <a:custGeom>
              <a:avLst/>
              <a:gdLst/>
              <a:ahLst/>
              <a:cxnLst/>
              <a:rect l="l" t="t" r="r" b="b"/>
              <a:pathLst>
                <a:path w="8501" h="589" extrusionOk="0">
                  <a:moveTo>
                    <a:pt x="295" y="0"/>
                  </a:moveTo>
                  <a:cubicBezTo>
                    <a:pt x="124" y="0"/>
                    <a:pt x="1" y="124"/>
                    <a:pt x="1" y="294"/>
                  </a:cubicBezTo>
                  <a:cubicBezTo>
                    <a:pt x="1" y="441"/>
                    <a:pt x="124" y="588"/>
                    <a:pt x="295" y="588"/>
                  </a:cubicBezTo>
                  <a:lnTo>
                    <a:pt x="8206" y="588"/>
                  </a:lnTo>
                  <a:cubicBezTo>
                    <a:pt x="8377" y="588"/>
                    <a:pt x="8500" y="441"/>
                    <a:pt x="8500" y="294"/>
                  </a:cubicBezTo>
                  <a:cubicBezTo>
                    <a:pt x="8500" y="124"/>
                    <a:pt x="8377" y="0"/>
                    <a:pt x="8206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13;p41">
              <a:extLst>
                <a:ext uri="{FF2B5EF4-FFF2-40B4-BE49-F238E27FC236}">
                  <a16:creationId xmlns:a16="http://schemas.microsoft.com/office/drawing/2014/main" id="{5E0EAC18-E9D4-7AA6-096E-804082E44DED}"/>
                </a:ext>
              </a:extLst>
            </p:cNvPr>
            <p:cNvSpPr/>
            <p:nvPr/>
          </p:nvSpPr>
          <p:spPr>
            <a:xfrm>
              <a:off x="4259507" y="1487556"/>
              <a:ext cx="165599" cy="11006"/>
            </a:xfrm>
            <a:custGeom>
              <a:avLst/>
              <a:gdLst/>
              <a:ahLst/>
              <a:cxnLst/>
              <a:rect l="l" t="t" r="r" b="b"/>
              <a:pathLst>
                <a:path w="8501" h="565" extrusionOk="0">
                  <a:moveTo>
                    <a:pt x="295" y="0"/>
                  </a:moveTo>
                  <a:cubicBezTo>
                    <a:pt x="124" y="0"/>
                    <a:pt x="1" y="123"/>
                    <a:pt x="1" y="270"/>
                  </a:cubicBezTo>
                  <a:cubicBezTo>
                    <a:pt x="1" y="441"/>
                    <a:pt x="124" y="564"/>
                    <a:pt x="295" y="564"/>
                  </a:cubicBezTo>
                  <a:lnTo>
                    <a:pt x="8206" y="564"/>
                  </a:lnTo>
                  <a:cubicBezTo>
                    <a:pt x="8377" y="564"/>
                    <a:pt x="8500" y="441"/>
                    <a:pt x="8500" y="270"/>
                  </a:cubicBezTo>
                  <a:cubicBezTo>
                    <a:pt x="8500" y="123"/>
                    <a:pt x="8377" y="0"/>
                    <a:pt x="8206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47" name="TextBox 1646">
            <a:extLst>
              <a:ext uri="{FF2B5EF4-FFF2-40B4-BE49-F238E27FC236}">
                <a16:creationId xmlns:a16="http://schemas.microsoft.com/office/drawing/2014/main" id="{CB7A6D42-F36B-3603-770C-C90010A0E1CB}"/>
              </a:ext>
            </a:extLst>
          </p:cNvPr>
          <p:cNvSpPr txBox="1"/>
          <p:nvPr/>
        </p:nvSpPr>
        <p:spPr>
          <a:xfrm>
            <a:off x="3310647" y="2976177"/>
            <a:ext cx="2553285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>
                <a:solidFill>
                  <a:srgbClr val="112E54"/>
                </a:solidFill>
              </a:rPr>
              <a:t>When a user asks a question, the system searches the database to find and pull out the exact text chunks containing the most relevant facts.</a:t>
            </a: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7854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-2.46914E-7 L -0.25 -2.46914E-7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00" y="0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1.48148E-6 L -0.25 -1.48148E-6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00" y="0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1.11111E-6 L -0.25 -1.11111E-6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00" y="0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1.11111E-6 L -0.25 -1.11111E-6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16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build="p"/>
      <p:bldP spid="45" grpId="0" build="p"/>
      <p:bldP spid="46" grpId="0"/>
      <p:bldP spid="47" grpId="0" animBg="1"/>
      <p:bldP spid="48" grpId="0" animBg="1"/>
      <p:bldP spid="164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6">
          <a:extLst>
            <a:ext uri="{FF2B5EF4-FFF2-40B4-BE49-F238E27FC236}">
              <a16:creationId xmlns:a16="http://schemas.microsoft.com/office/drawing/2014/main" id="{672A1AC8-940E-F2C4-115A-75F88C04A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8" name="Google Shape;1538;p41">
            <a:extLst>
              <a:ext uri="{FF2B5EF4-FFF2-40B4-BE49-F238E27FC236}">
                <a16:creationId xmlns:a16="http://schemas.microsoft.com/office/drawing/2014/main" id="{903CB76B-7AAC-57B7-219C-678C0C29058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24351" y="2968923"/>
            <a:ext cx="2304000" cy="16512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sz="1200" dirty="0"/>
              <a:t>Private documents are broken down into smaller text chunks, converted into </a:t>
            </a:r>
            <a:r>
              <a:rPr lang="en-IN" sz="1200" dirty="0">
                <a:solidFill>
                  <a:srgbClr val="112E54"/>
                </a:solidFill>
              </a:rPr>
              <a:t>numerical</a:t>
            </a:r>
            <a:r>
              <a:rPr lang="en-IN" sz="1200" dirty="0"/>
              <a:t> vector embeddings, and stored in a database to prepare them for fast searching.</a:t>
            </a:r>
            <a:endParaRPr sz="1200" dirty="0"/>
          </a:p>
        </p:txBody>
      </p:sp>
      <p:sp>
        <p:nvSpPr>
          <p:cNvPr id="1539" name="Google Shape;1539;p41">
            <a:extLst>
              <a:ext uri="{FF2B5EF4-FFF2-40B4-BE49-F238E27FC236}">
                <a16:creationId xmlns:a16="http://schemas.microsoft.com/office/drawing/2014/main" id="{5C7E8057-D67B-CF0A-747F-3249005DE730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24351" y="2569620"/>
            <a:ext cx="23040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dirty="0"/>
              <a:t>Document Injection</a:t>
            </a:r>
            <a:endParaRPr sz="1400" dirty="0"/>
          </a:p>
        </p:txBody>
      </p:sp>
      <p:sp>
        <p:nvSpPr>
          <p:cNvPr id="1540" name="Google Shape;1540;p41">
            <a:extLst>
              <a:ext uri="{FF2B5EF4-FFF2-40B4-BE49-F238E27FC236}">
                <a16:creationId xmlns:a16="http://schemas.microsoft.com/office/drawing/2014/main" id="{7BC695C6-38EF-E5E1-5BFC-D4A034BC187E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3420057" y="2571750"/>
            <a:ext cx="23040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Information retrieval</a:t>
            </a:r>
            <a:endParaRPr sz="1400" dirty="0"/>
          </a:p>
        </p:txBody>
      </p:sp>
      <p:sp>
        <p:nvSpPr>
          <p:cNvPr id="1541" name="Google Shape;1541;p41">
            <a:extLst>
              <a:ext uri="{FF2B5EF4-FFF2-40B4-BE49-F238E27FC236}">
                <a16:creationId xmlns:a16="http://schemas.microsoft.com/office/drawing/2014/main" id="{8A55CB2B-8AC6-4C86-6A35-880B399CBF7D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6120115" y="2971054"/>
            <a:ext cx="2304000" cy="16512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sz="1200" dirty="0"/>
              <a:t>The system pins the retrieved facts directly to the user's prompt and hands it to the LLM, forcing it to generate a precise, accurate answer.</a:t>
            </a:r>
            <a:endParaRPr sz="1200" dirty="0"/>
          </a:p>
        </p:txBody>
      </p:sp>
      <p:sp>
        <p:nvSpPr>
          <p:cNvPr id="1542" name="Google Shape;1542;p41">
            <a:extLst>
              <a:ext uri="{FF2B5EF4-FFF2-40B4-BE49-F238E27FC236}">
                <a16:creationId xmlns:a16="http://schemas.microsoft.com/office/drawing/2014/main" id="{69789628-6C49-1C1C-D16E-C5BC71B715DE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6120115" y="2571750"/>
            <a:ext cx="23040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Response Generation</a:t>
            </a:r>
            <a:endParaRPr sz="1400" dirty="0"/>
          </a:p>
        </p:txBody>
      </p:sp>
      <p:sp>
        <p:nvSpPr>
          <p:cNvPr id="1543" name="Google Shape;1543;p41">
            <a:extLst>
              <a:ext uri="{FF2B5EF4-FFF2-40B4-BE49-F238E27FC236}">
                <a16:creationId xmlns:a16="http://schemas.microsoft.com/office/drawing/2014/main" id="{A9D57982-9B05-30AA-5517-037C09712D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RAG pipeline</a:t>
            </a:r>
            <a:endParaRPr dirty="0"/>
          </a:p>
        </p:txBody>
      </p:sp>
      <p:sp>
        <p:nvSpPr>
          <p:cNvPr id="1544" name="Google Shape;1544;p41">
            <a:extLst>
              <a:ext uri="{FF2B5EF4-FFF2-40B4-BE49-F238E27FC236}">
                <a16:creationId xmlns:a16="http://schemas.microsoft.com/office/drawing/2014/main" id="{243955BC-F0F3-D423-9D44-A049D12C9C52}"/>
              </a:ext>
            </a:extLst>
          </p:cNvPr>
          <p:cNvSpPr/>
          <p:nvPr/>
        </p:nvSpPr>
        <p:spPr>
          <a:xfrm>
            <a:off x="1567939" y="1804558"/>
            <a:ext cx="616800" cy="616800"/>
          </a:xfrm>
          <a:prstGeom prst="ellipse">
            <a:avLst/>
          </a:prstGeom>
          <a:solidFill>
            <a:srgbClr val="AEE2F4">
              <a:alpha val="30820"/>
            </a:srgbClr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5" name="Google Shape;1545;p41">
            <a:extLst>
              <a:ext uri="{FF2B5EF4-FFF2-40B4-BE49-F238E27FC236}">
                <a16:creationId xmlns:a16="http://schemas.microsoft.com/office/drawing/2014/main" id="{EF0C22C1-F443-AA24-420B-88297775BDF1}"/>
              </a:ext>
            </a:extLst>
          </p:cNvPr>
          <p:cNvSpPr/>
          <p:nvPr/>
        </p:nvSpPr>
        <p:spPr>
          <a:xfrm>
            <a:off x="4263588" y="1806688"/>
            <a:ext cx="616800" cy="616800"/>
          </a:xfrm>
          <a:prstGeom prst="ellipse">
            <a:avLst/>
          </a:prstGeom>
          <a:solidFill>
            <a:srgbClr val="AEE2F4">
              <a:alpha val="30820"/>
            </a:srgbClr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6" name="Google Shape;1546;p41">
            <a:extLst>
              <a:ext uri="{FF2B5EF4-FFF2-40B4-BE49-F238E27FC236}">
                <a16:creationId xmlns:a16="http://schemas.microsoft.com/office/drawing/2014/main" id="{7A23FDF4-90D8-78FC-58A6-6DE8C7294321}"/>
              </a:ext>
            </a:extLst>
          </p:cNvPr>
          <p:cNvSpPr/>
          <p:nvPr/>
        </p:nvSpPr>
        <p:spPr>
          <a:xfrm>
            <a:off x="6963588" y="1806688"/>
            <a:ext cx="616800" cy="616800"/>
          </a:xfrm>
          <a:prstGeom prst="ellipse">
            <a:avLst/>
          </a:prstGeom>
          <a:solidFill>
            <a:srgbClr val="AEE2F4">
              <a:alpha val="30820"/>
            </a:srgbClr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47" name="Google Shape;1547;p41">
            <a:extLst>
              <a:ext uri="{FF2B5EF4-FFF2-40B4-BE49-F238E27FC236}">
                <a16:creationId xmlns:a16="http://schemas.microsoft.com/office/drawing/2014/main" id="{F9F8B0B6-9DE5-9978-FA55-8C653002A0BF}"/>
              </a:ext>
            </a:extLst>
          </p:cNvPr>
          <p:cNvGrpSpPr/>
          <p:nvPr/>
        </p:nvGrpSpPr>
        <p:grpSpPr>
          <a:xfrm>
            <a:off x="7082107" y="1951638"/>
            <a:ext cx="379802" cy="326913"/>
            <a:chOff x="5822432" y="1996038"/>
            <a:chExt cx="379802" cy="326913"/>
          </a:xfrm>
        </p:grpSpPr>
        <p:sp>
          <p:nvSpPr>
            <p:cNvPr id="1548" name="Google Shape;1548;p41">
              <a:extLst>
                <a:ext uri="{FF2B5EF4-FFF2-40B4-BE49-F238E27FC236}">
                  <a16:creationId xmlns:a16="http://schemas.microsoft.com/office/drawing/2014/main" id="{CBAF2725-725E-B065-8C86-7056A1BCD399}"/>
                </a:ext>
              </a:extLst>
            </p:cNvPr>
            <p:cNvSpPr/>
            <p:nvPr/>
          </p:nvSpPr>
          <p:spPr>
            <a:xfrm>
              <a:off x="5827692" y="2211758"/>
              <a:ext cx="368815" cy="47648"/>
            </a:xfrm>
            <a:custGeom>
              <a:avLst/>
              <a:gdLst/>
              <a:ahLst/>
              <a:cxnLst/>
              <a:rect l="l" t="t" r="r" b="b"/>
              <a:pathLst>
                <a:path w="18933" h="2446" extrusionOk="0">
                  <a:moveTo>
                    <a:pt x="0" y="0"/>
                  </a:moveTo>
                  <a:lnTo>
                    <a:pt x="0" y="1470"/>
                  </a:lnTo>
                  <a:cubicBezTo>
                    <a:pt x="0" y="2005"/>
                    <a:pt x="441" y="2445"/>
                    <a:pt x="982" y="2445"/>
                  </a:cubicBezTo>
                  <a:lnTo>
                    <a:pt x="17975" y="2445"/>
                  </a:lnTo>
                  <a:cubicBezTo>
                    <a:pt x="18492" y="2445"/>
                    <a:pt x="18933" y="2005"/>
                    <a:pt x="18933" y="1470"/>
                  </a:cubicBezTo>
                  <a:lnTo>
                    <a:pt x="18933" y="0"/>
                  </a:ln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41">
              <a:extLst>
                <a:ext uri="{FF2B5EF4-FFF2-40B4-BE49-F238E27FC236}">
                  <a16:creationId xmlns:a16="http://schemas.microsoft.com/office/drawing/2014/main" id="{CF907CDA-E0F8-D7D9-C516-CCC8D504D9A8}"/>
                </a:ext>
              </a:extLst>
            </p:cNvPr>
            <p:cNvSpPr/>
            <p:nvPr/>
          </p:nvSpPr>
          <p:spPr>
            <a:xfrm>
              <a:off x="5827692" y="2001298"/>
              <a:ext cx="368815" cy="210481"/>
            </a:xfrm>
            <a:custGeom>
              <a:avLst/>
              <a:gdLst/>
              <a:ahLst/>
              <a:cxnLst/>
              <a:rect l="l" t="t" r="r" b="b"/>
              <a:pathLst>
                <a:path w="18933" h="10805" extrusionOk="0">
                  <a:moveTo>
                    <a:pt x="982" y="1"/>
                  </a:moveTo>
                  <a:cubicBezTo>
                    <a:pt x="441" y="1"/>
                    <a:pt x="0" y="442"/>
                    <a:pt x="0" y="982"/>
                  </a:cubicBezTo>
                  <a:lnTo>
                    <a:pt x="0" y="10804"/>
                  </a:lnTo>
                  <a:lnTo>
                    <a:pt x="18933" y="10804"/>
                  </a:lnTo>
                  <a:lnTo>
                    <a:pt x="18933" y="982"/>
                  </a:lnTo>
                  <a:cubicBezTo>
                    <a:pt x="18933" y="442"/>
                    <a:pt x="18492" y="1"/>
                    <a:pt x="17975" y="1"/>
                  </a:cubicBezTo>
                  <a:close/>
                </a:path>
              </a:pathLst>
            </a:custGeom>
            <a:solidFill>
              <a:srgbClr val="FF93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41">
              <a:extLst>
                <a:ext uri="{FF2B5EF4-FFF2-40B4-BE49-F238E27FC236}">
                  <a16:creationId xmlns:a16="http://schemas.microsoft.com/office/drawing/2014/main" id="{5895723B-8570-76C3-BB1C-F40D591F89EC}"/>
                </a:ext>
              </a:extLst>
            </p:cNvPr>
            <p:cNvSpPr/>
            <p:nvPr/>
          </p:nvSpPr>
          <p:spPr>
            <a:xfrm>
              <a:off x="5827692" y="2001298"/>
              <a:ext cx="368815" cy="210481"/>
            </a:xfrm>
            <a:custGeom>
              <a:avLst/>
              <a:gdLst/>
              <a:ahLst/>
              <a:cxnLst/>
              <a:rect l="l" t="t" r="r" b="b"/>
              <a:pathLst>
                <a:path w="18933" h="10805" extrusionOk="0">
                  <a:moveTo>
                    <a:pt x="982" y="1"/>
                  </a:moveTo>
                  <a:cubicBezTo>
                    <a:pt x="441" y="1"/>
                    <a:pt x="0" y="442"/>
                    <a:pt x="0" y="982"/>
                  </a:cubicBezTo>
                  <a:lnTo>
                    <a:pt x="0" y="10804"/>
                  </a:lnTo>
                  <a:lnTo>
                    <a:pt x="18933" y="10804"/>
                  </a:lnTo>
                  <a:lnTo>
                    <a:pt x="18933" y="982"/>
                  </a:lnTo>
                  <a:cubicBezTo>
                    <a:pt x="18933" y="442"/>
                    <a:pt x="18492" y="1"/>
                    <a:pt x="17975" y="1"/>
                  </a:cubicBezTo>
                  <a:close/>
                </a:path>
              </a:pathLst>
            </a:custGeom>
            <a:solidFill>
              <a:srgbClr val="FF93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41">
              <a:extLst>
                <a:ext uri="{FF2B5EF4-FFF2-40B4-BE49-F238E27FC236}">
                  <a16:creationId xmlns:a16="http://schemas.microsoft.com/office/drawing/2014/main" id="{41729540-B61D-596F-ED08-9B3079EC0873}"/>
                </a:ext>
              </a:extLst>
            </p:cNvPr>
            <p:cNvSpPr/>
            <p:nvPr/>
          </p:nvSpPr>
          <p:spPr>
            <a:xfrm>
              <a:off x="6163056" y="2001298"/>
              <a:ext cx="33447" cy="210481"/>
            </a:xfrm>
            <a:custGeom>
              <a:avLst/>
              <a:gdLst/>
              <a:ahLst/>
              <a:cxnLst/>
              <a:rect l="l" t="t" r="r" b="b"/>
              <a:pathLst>
                <a:path w="1717" h="10805" extrusionOk="0">
                  <a:moveTo>
                    <a:pt x="1" y="1"/>
                  </a:moveTo>
                  <a:cubicBezTo>
                    <a:pt x="518" y="1"/>
                    <a:pt x="959" y="442"/>
                    <a:pt x="959" y="982"/>
                  </a:cubicBezTo>
                  <a:lnTo>
                    <a:pt x="959" y="10804"/>
                  </a:lnTo>
                  <a:lnTo>
                    <a:pt x="1717" y="10804"/>
                  </a:lnTo>
                  <a:lnTo>
                    <a:pt x="1717" y="982"/>
                  </a:lnTo>
                  <a:cubicBezTo>
                    <a:pt x="1717" y="442"/>
                    <a:pt x="1276" y="1"/>
                    <a:pt x="759" y="1"/>
                  </a:cubicBezTo>
                  <a:close/>
                </a:path>
              </a:pathLst>
            </a:custGeom>
            <a:solidFill>
              <a:srgbClr val="FF61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41">
              <a:extLst>
                <a:ext uri="{FF2B5EF4-FFF2-40B4-BE49-F238E27FC236}">
                  <a16:creationId xmlns:a16="http://schemas.microsoft.com/office/drawing/2014/main" id="{CEB774AB-31E1-3489-2A75-4E1C1B998145}"/>
                </a:ext>
              </a:extLst>
            </p:cNvPr>
            <p:cNvSpPr/>
            <p:nvPr/>
          </p:nvSpPr>
          <p:spPr>
            <a:xfrm>
              <a:off x="6163056" y="2211758"/>
              <a:ext cx="33447" cy="47648"/>
            </a:xfrm>
            <a:custGeom>
              <a:avLst/>
              <a:gdLst/>
              <a:ahLst/>
              <a:cxnLst/>
              <a:rect l="l" t="t" r="r" b="b"/>
              <a:pathLst>
                <a:path w="1717" h="2446" extrusionOk="0">
                  <a:moveTo>
                    <a:pt x="959" y="0"/>
                  </a:moveTo>
                  <a:lnTo>
                    <a:pt x="959" y="1470"/>
                  </a:lnTo>
                  <a:cubicBezTo>
                    <a:pt x="959" y="2005"/>
                    <a:pt x="518" y="2445"/>
                    <a:pt x="1" y="2445"/>
                  </a:cubicBezTo>
                  <a:lnTo>
                    <a:pt x="759" y="2445"/>
                  </a:lnTo>
                  <a:cubicBezTo>
                    <a:pt x="1276" y="2445"/>
                    <a:pt x="1717" y="2005"/>
                    <a:pt x="1717" y="1470"/>
                  </a:cubicBezTo>
                  <a:lnTo>
                    <a:pt x="1717" y="0"/>
                  </a:lnTo>
                  <a:close/>
                </a:path>
              </a:pathLst>
            </a:custGeom>
            <a:solidFill>
              <a:srgbClr val="866A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41">
              <a:extLst>
                <a:ext uri="{FF2B5EF4-FFF2-40B4-BE49-F238E27FC236}">
                  <a16:creationId xmlns:a16="http://schemas.microsoft.com/office/drawing/2014/main" id="{815AB580-4F9D-F7D4-C8EE-1A6A9624CC33}"/>
                </a:ext>
              </a:extLst>
            </p:cNvPr>
            <p:cNvSpPr/>
            <p:nvPr/>
          </p:nvSpPr>
          <p:spPr>
            <a:xfrm>
              <a:off x="5970362" y="2259386"/>
              <a:ext cx="83939" cy="57836"/>
            </a:xfrm>
            <a:custGeom>
              <a:avLst/>
              <a:gdLst/>
              <a:ahLst/>
              <a:cxnLst/>
              <a:rect l="l" t="t" r="r" b="b"/>
              <a:pathLst>
                <a:path w="4309" h="2969" extrusionOk="0">
                  <a:moveTo>
                    <a:pt x="294" y="0"/>
                  </a:moveTo>
                  <a:cubicBezTo>
                    <a:pt x="294" y="0"/>
                    <a:pt x="271" y="2158"/>
                    <a:pt x="0" y="2969"/>
                  </a:cubicBezTo>
                  <a:lnTo>
                    <a:pt x="4309" y="2969"/>
                  </a:lnTo>
                  <a:cubicBezTo>
                    <a:pt x="4038" y="2158"/>
                    <a:pt x="3991" y="0"/>
                    <a:pt x="3991" y="0"/>
                  </a:cubicBezTo>
                  <a:close/>
                </a:path>
              </a:pathLst>
            </a:custGeom>
            <a:solidFill>
              <a:srgbClr val="866A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41">
              <a:extLst>
                <a:ext uri="{FF2B5EF4-FFF2-40B4-BE49-F238E27FC236}">
                  <a16:creationId xmlns:a16="http://schemas.microsoft.com/office/drawing/2014/main" id="{C269E735-33CC-134D-7702-605566AA3B71}"/>
                </a:ext>
              </a:extLst>
            </p:cNvPr>
            <p:cNvSpPr/>
            <p:nvPr/>
          </p:nvSpPr>
          <p:spPr>
            <a:xfrm>
              <a:off x="5975621" y="2259386"/>
              <a:ext cx="72953" cy="14902"/>
            </a:xfrm>
            <a:custGeom>
              <a:avLst/>
              <a:gdLst/>
              <a:ahLst/>
              <a:cxnLst/>
              <a:rect l="l" t="t" r="r" b="b"/>
              <a:pathLst>
                <a:path w="3745" h="765" extrusionOk="0">
                  <a:moveTo>
                    <a:pt x="24" y="0"/>
                  </a:moveTo>
                  <a:cubicBezTo>
                    <a:pt x="24" y="0"/>
                    <a:pt x="24" y="324"/>
                    <a:pt x="1" y="765"/>
                  </a:cubicBezTo>
                  <a:lnTo>
                    <a:pt x="3745" y="765"/>
                  </a:lnTo>
                  <a:cubicBezTo>
                    <a:pt x="3721" y="324"/>
                    <a:pt x="3721" y="0"/>
                    <a:pt x="3721" y="0"/>
                  </a:cubicBez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41">
              <a:extLst>
                <a:ext uri="{FF2B5EF4-FFF2-40B4-BE49-F238E27FC236}">
                  <a16:creationId xmlns:a16="http://schemas.microsoft.com/office/drawing/2014/main" id="{DBE5112C-D2D2-25A1-77FD-6BB29012068E}"/>
                </a:ext>
              </a:extLst>
            </p:cNvPr>
            <p:cNvSpPr/>
            <p:nvPr/>
          </p:nvSpPr>
          <p:spPr>
            <a:xfrm>
              <a:off x="5975621" y="2259386"/>
              <a:ext cx="72953" cy="14902"/>
            </a:xfrm>
            <a:custGeom>
              <a:avLst/>
              <a:gdLst/>
              <a:ahLst/>
              <a:cxnLst/>
              <a:rect l="l" t="t" r="r" b="b"/>
              <a:pathLst>
                <a:path w="3745" h="765" extrusionOk="0">
                  <a:moveTo>
                    <a:pt x="24" y="0"/>
                  </a:moveTo>
                  <a:cubicBezTo>
                    <a:pt x="24" y="0"/>
                    <a:pt x="24" y="324"/>
                    <a:pt x="1" y="765"/>
                  </a:cubicBezTo>
                  <a:lnTo>
                    <a:pt x="3745" y="765"/>
                  </a:lnTo>
                  <a:cubicBezTo>
                    <a:pt x="3721" y="324"/>
                    <a:pt x="3721" y="0"/>
                    <a:pt x="3721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556;p41">
              <a:extLst>
                <a:ext uri="{FF2B5EF4-FFF2-40B4-BE49-F238E27FC236}">
                  <a16:creationId xmlns:a16="http://schemas.microsoft.com/office/drawing/2014/main" id="{FF4C4104-096B-DB67-23D3-2BD3F701D63D}"/>
                </a:ext>
              </a:extLst>
            </p:cNvPr>
            <p:cNvSpPr/>
            <p:nvPr/>
          </p:nvSpPr>
          <p:spPr>
            <a:xfrm>
              <a:off x="5851048" y="2027069"/>
              <a:ext cx="322102" cy="184709"/>
            </a:xfrm>
            <a:custGeom>
              <a:avLst/>
              <a:gdLst/>
              <a:ahLst/>
              <a:cxnLst/>
              <a:rect l="l" t="t" r="r" b="b"/>
              <a:pathLst>
                <a:path w="16535" h="9482" extrusionOk="0">
                  <a:moveTo>
                    <a:pt x="418" y="0"/>
                  </a:moveTo>
                  <a:cubicBezTo>
                    <a:pt x="194" y="0"/>
                    <a:pt x="1" y="200"/>
                    <a:pt x="1" y="418"/>
                  </a:cubicBezTo>
                  <a:lnTo>
                    <a:pt x="1" y="9481"/>
                  </a:lnTo>
                  <a:lnTo>
                    <a:pt x="16535" y="9481"/>
                  </a:lnTo>
                  <a:lnTo>
                    <a:pt x="16535" y="418"/>
                  </a:lnTo>
                  <a:cubicBezTo>
                    <a:pt x="16535" y="200"/>
                    <a:pt x="16358" y="0"/>
                    <a:pt x="16117" y="0"/>
                  </a:cubicBez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1557;p41">
              <a:extLst>
                <a:ext uri="{FF2B5EF4-FFF2-40B4-BE49-F238E27FC236}">
                  <a16:creationId xmlns:a16="http://schemas.microsoft.com/office/drawing/2014/main" id="{709F823C-81DD-8482-CCD6-B9D06EF00533}"/>
                </a:ext>
              </a:extLst>
            </p:cNvPr>
            <p:cNvSpPr/>
            <p:nvPr/>
          </p:nvSpPr>
          <p:spPr>
            <a:xfrm>
              <a:off x="6150239" y="2027069"/>
              <a:ext cx="22908" cy="184709"/>
            </a:xfrm>
            <a:custGeom>
              <a:avLst/>
              <a:gdLst/>
              <a:ahLst/>
              <a:cxnLst/>
              <a:rect l="l" t="t" r="r" b="b"/>
              <a:pathLst>
                <a:path w="1176" h="9482" extrusionOk="0">
                  <a:moveTo>
                    <a:pt x="0" y="0"/>
                  </a:moveTo>
                  <a:cubicBezTo>
                    <a:pt x="241" y="0"/>
                    <a:pt x="412" y="200"/>
                    <a:pt x="412" y="418"/>
                  </a:cubicBezTo>
                  <a:lnTo>
                    <a:pt x="412" y="9481"/>
                  </a:lnTo>
                  <a:lnTo>
                    <a:pt x="1176" y="9481"/>
                  </a:lnTo>
                  <a:lnTo>
                    <a:pt x="1176" y="418"/>
                  </a:lnTo>
                  <a:cubicBezTo>
                    <a:pt x="1176" y="200"/>
                    <a:pt x="999" y="0"/>
                    <a:pt x="758" y="0"/>
                  </a:cubicBez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1558;p41">
              <a:extLst>
                <a:ext uri="{FF2B5EF4-FFF2-40B4-BE49-F238E27FC236}">
                  <a16:creationId xmlns:a16="http://schemas.microsoft.com/office/drawing/2014/main" id="{20C34D8B-946E-8B68-2C5F-BCE8B01613B7}"/>
                </a:ext>
              </a:extLst>
            </p:cNvPr>
            <p:cNvSpPr/>
            <p:nvPr/>
          </p:nvSpPr>
          <p:spPr>
            <a:xfrm>
              <a:off x="5965083" y="2051906"/>
              <a:ext cx="94030" cy="41473"/>
            </a:xfrm>
            <a:custGeom>
              <a:avLst/>
              <a:gdLst/>
              <a:ahLst/>
              <a:cxnLst/>
              <a:rect l="l" t="t" r="r" b="b"/>
              <a:pathLst>
                <a:path w="4827" h="2129" extrusionOk="0">
                  <a:moveTo>
                    <a:pt x="248" y="1"/>
                  </a:moveTo>
                  <a:cubicBezTo>
                    <a:pt x="101" y="1"/>
                    <a:pt x="1" y="101"/>
                    <a:pt x="1" y="218"/>
                  </a:cubicBezTo>
                  <a:lnTo>
                    <a:pt x="1" y="1911"/>
                  </a:lnTo>
                  <a:cubicBezTo>
                    <a:pt x="1" y="2035"/>
                    <a:pt x="101" y="2129"/>
                    <a:pt x="248" y="2129"/>
                  </a:cubicBezTo>
                  <a:lnTo>
                    <a:pt x="4603" y="2129"/>
                  </a:lnTo>
                  <a:cubicBezTo>
                    <a:pt x="4727" y="2129"/>
                    <a:pt x="4827" y="2035"/>
                    <a:pt x="4827" y="1911"/>
                  </a:cubicBezTo>
                  <a:lnTo>
                    <a:pt x="4827" y="218"/>
                  </a:lnTo>
                  <a:cubicBezTo>
                    <a:pt x="4827" y="101"/>
                    <a:pt x="4727" y="1"/>
                    <a:pt x="4603" y="1"/>
                  </a:cubicBezTo>
                  <a:close/>
                </a:path>
              </a:pathLst>
            </a:custGeom>
            <a:solidFill>
              <a:srgbClr val="00C7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1559;p41">
              <a:extLst>
                <a:ext uri="{FF2B5EF4-FFF2-40B4-BE49-F238E27FC236}">
                  <a16:creationId xmlns:a16="http://schemas.microsoft.com/office/drawing/2014/main" id="{08A8D344-ECA8-C9FA-0236-90BDE9C350BB}"/>
                </a:ext>
              </a:extLst>
            </p:cNvPr>
            <p:cNvSpPr/>
            <p:nvPr/>
          </p:nvSpPr>
          <p:spPr>
            <a:xfrm>
              <a:off x="5901656" y="2141572"/>
              <a:ext cx="94030" cy="42038"/>
            </a:xfrm>
            <a:custGeom>
              <a:avLst/>
              <a:gdLst/>
              <a:ahLst/>
              <a:cxnLst/>
              <a:rect l="l" t="t" r="r" b="b"/>
              <a:pathLst>
                <a:path w="4827" h="2158" extrusionOk="0">
                  <a:moveTo>
                    <a:pt x="241" y="0"/>
                  </a:moveTo>
                  <a:cubicBezTo>
                    <a:pt x="95" y="0"/>
                    <a:pt x="1" y="124"/>
                    <a:pt x="1" y="247"/>
                  </a:cubicBezTo>
                  <a:lnTo>
                    <a:pt x="1" y="1910"/>
                  </a:lnTo>
                  <a:cubicBezTo>
                    <a:pt x="1" y="2034"/>
                    <a:pt x="95" y="2157"/>
                    <a:pt x="241" y="2157"/>
                  </a:cubicBezTo>
                  <a:lnTo>
                    <a:pt x="4603" y="2157"/>
                  </a:lnTo>
                  <a:cubicBezTo>
                    <a:pt x="4726" y="2157"/>
                    <a:pt x="4826" y="2034"/>
                    <a:pt x="4826" y="1910"/>
                  </a:cubicBezTo>
                  <a:lnTo>
                    <a:pt x="4826" y="247"/>
                  </a:lnTo>
                  <a:cubicBezTo>
                    <a:pt x="4826" y="124"/>
                    <a:pt x="4726" y="0"/>
                    <a:pt x="4603" y="0"/>
                  </a:cubicBezTo>
                  <a:close/>
                </a:path>
              </a:pathLst>
            </a:custGeom>
            <a:solidFill>
              <a:srgbClr val="FFE1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1560;p41">
              <a:extLst>
                <a:ext uri="{FF2B5EF4-FFF2-40B4-BE49-F238E27FC236}">
                  <a16:creationId xmlns:a16="http://schemas.microsoft.com/office/drawing/2014/main" id="{401CE6DE-C413-2EE9-BE70-184EA7172173}"/>
                </a:ext>
              </a:extLst>
            </p:cNvPr>
            <p:cNvSpPr/>
            <p:nvPr/>
          </p:nvSpPr>
          <p:spPr>
            <a:xfrm>
              <a:off x="6028529" y="2141572"/>
              <a:ext cx="94010" cy="42038"/>
            </a:xfrm>
            <a:custGeom>
              <a:avLst/>
              <a:gdLst/>
              <a:ahLst/>
              <a:cxnLst/>
              <a:rect l="l" t="t" r="r" b="b"/>
              <a:pathLst>
                <a:path w="4826" h="2158" extrusionOk="0">
                  <a:moveTo>
                    <a:pt x="247" y="0"/>
                  </a:moveTo>
                  <a:cubicBezTo>
                    <a:pt x="100" y="0"/>
                    <a:pt x="0" y="124"/>
                    <a:pt x="0" y="247"/>
                  </a:cubicBezTo>
                  <a:lnTo>
                    <a:pt x="0" y="1910"/>
                  </a:lnTo>
                  <a:cubicBezTo>
                    <a:pt x="0" y="2034"/>
                    <a:pt x="100" y="2157"/>
                    <a:pt x="247" y="2157"/>
                  </a:cubicBezTo>
                  <a:lnTo>
                    <a:pt x="4602" y="2157"/>
                  </a:lnTo>
                  <a:cubicBezTo>
                    <a:pt x="4726" y="2157"/>
                    <a:pt x="4826" y="2034"/>
                    <a:pt x="4826" y="1910"/>
                  </a:cubicBezTo>
                  <a:lnTo>
                    <a:pt x="4826" y="247"/>
                  </a:lnTo>
                  <a:cubicBezTo>
                    <a:pt x="4826" y="124"/>
                    <a:pt x="4726" y="0"/>
                    <a:pt x="4602" y="0"/>
                  </a:cubicBezTo>
                  <a:close/>
                </a:path>
              </a:pathLst>
            </a:custGeom>
            <a:solidFill>
              <a:srgbClr val="FFE1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1561;p41">
              <a:extLst>
                <a:ext uri="{FF2B5EF4-FFF2-40B4-BE49-F238E27FC236}">
                  <a16:creationId xmlns:a16="http://schemas.microsoft.com/office/drawing/2014/main" id="{A592C021-6589-CB9E-8684-DAA4857F10FB}"/>
                </a:ext>
              </a:extLst>
            </p:cNvPr>
            <p:cNvSpPr/>
            <p:nvPr/>
          </p:nvSpPr>
          <p:spPr>
            <a:xfrm>
              <a:off x="5994166" y="2229835"/>
              <a:ext cx="36330" cy="11026"/>
            </a:xfrm>
            <a:custGeom>
              <a:avLst/>
              <a:gdLst/>
              <a:ahLst/>
              <a:cxnLst/>
              <a:rect l="l" t="t" r="r" b="b"/>
              <a:pathLst>
                <a:path w="1865" h="566" extrusionOk="0">
                  <a:moveTo>
                    <a:pt x="271" y="1"/>
                  </a:moveTo>
                  <a:cubicBezTo>
                    <a:pt x="124" y="1"/>
                    <a:pt x="1" y="124"/>
                    <a:pt x="1" y="295"/>
                  </a:cubicBezTo>
                  <a:cubicBezTo>
                    <a:pt x="1" y="442"/>
                    <a:pt x="124" y="565"/>
                    <a:pt x="271" y="565"/>
                  </a:cubicBezTo>
                  <a:lnTo>
                    <a:pt x="1570" y="565"/>
                  </a:lnTo>
                  <a:cubicBezTo>
                    <a:pt x="1741" y="565"/>
                    <a:pt x="1864" y="442"/>
                    <a:pt x="1864" y="295"/>
                  </a:cubicBezTo>
                  <a:cubicBezTo>
                    <a:pt x="1864" y="124"/>
                    <a:pt x="1741" y="1"/>
                    <a:pt x="1570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41">
              <a:extLst>
                <a:ext uri="{FF2B5EF4-FFF2-40B4-BE49-F238E27FC236}">
                  <a16:creationId xmlns:a16="http://schemas.microsoft.com/office/drawing/2014/main" id="{2A86DA74-A582-4B1F-6A5C-91BFAF7FCD17}"/>
                </a:ext>
              </a:extLst>
            </p:cNvPr>
            <p:cNvSpPr/>
            <p:nvPr/>
          </p:nvSpPr>
          <p:spPr>
            <a:xfrm>
              <a:off x="5822432" y="1996038"/>
              <a:ext cx="379802" cy="326913"/>
            </a:xfrm>
            <a:custGeom>
              <a:avLst/>
              <a:gdLst/>
              <a:ahLst/>
              <a:cxnLst/>
              <a:rect l="l" t="t" r="r" b="b"/>
              <a:pathLst>
                <a:path w="19497" h="16782" extrusionOk="0">
                  <a:moveTo>
                    <a:pt x="18245" y="565"/>
                  </a:moveTo>
                  <a:cubicBezTo>
                    <a:pt x="18615" y="565"/>
                    <a:pt x="18909" y="882"/>
                    <a:pt x="18909" y="1252"/>
                  </a:cubicBezTo>
                  <a:lnTo>
                    <a:pt x="18909" y="10780"/>
                  </a:lnTo>
                  <a:lnTo>
                    <a:pt x="18298" y="10780"/>
                  </a:lnTo>
                  <a:lnTo>
                    <a:pt x="18298" y="2011"/>
                  </a:lnTo>
                  <a:cubicBezTo>
                    <a:pt x="18298" y="1617"/>
                    <a:pt x="17974" y="1299"/>
                    <a:pt x="17586" y="1299"/>
                  </a:cubicBezTo>
                  <a:lnTo>
                    <a:pt x="6836" y="1299"/>
                  </a:lnTo>
                  <a:cubicBezTo>
                    <a:pt x="6660" y="1299"/>
                    <a:pt x="6542" y="1446"/>
                    <a:pt x="6542" y="1593"/>
                  </a:cubicBezTo>
                  <a:cubicBezTo>
                    <a:pt x="6542" y="1740"/>
                    <a:pt x="6660" y="1887"/>
                    <a:pt x="6836" y="1887"/>
                  </a:cubicBezTo>
                  <a:lnTo>
                    <a:pt x="17586" y="1887"/>
                  </a:lnTo>
                  <a:cubicBezTo>
                    <a:pt x="17657" y="1887"/>
                    <a:pt x="17733" y="1940"/>
                    <a:pt x="17733" y="2011"/>
                  </a:cubicBezTo>
                  <a:lnTo>
                    <a:pt x="17733" y="10780"/>
                  </a:lnTo>
                  <a:lnTo>
                    <a:pt x="1763" y="10780"/>
                  </a:lnTo>
                  <a:lnTo>
                    <a:pt x="1763" y="2011"/>
                  </a:lnTo>
                  <a:cubicBezTo>
                    <a:pt x="1763" y="1940"/>
                    <a:pt x="1810" y="1887"/>
                    <a:pt x="1887" y="1887"/>
                  </a:cubicBezTo>
                  <a:lnTo>
                    <a:pt x="5484" y="1887"/>
                  </a:lnTo>
                  <a:cubicBezTo>
                    <a:pt x="5660" y="1887"/>
                    <a:pt x="5778" y="1740"/>
                    <a:pt x="5778" y="1593"/>
                  </a:cubicBezTo>
                  <a:cubicBezTo>
                    <a:pt x="5778" y="1446"/>
                    <a:pt x="5660" y="1299"/>
                    <a:pt x="5484" y="1299"/>
                  </a:cubicBezTo>
                  <a:lnTo>
                    <a:pt x="1887" y="1299"/>
                  </a:lnTo>
                  <a:cubicBezTo>
                    <a:pt x="1493" y="1299"/>
                    <a:pt x="1176" y="1617"/>
                    <a:pt x="1176" y="2011"/>
                  </a:cubicBezTo>
                  <a:lnTo>
                    <a:pt x="1176" y="10780"/>
                  </a:lnTo>
                  <a:lnTo>
                    <a:pt x="564" y="10780"/>
                  </a:lnTo>
                  <a:lnTo>
                    <a:pt x="564" y="1252"/>
                  </a:lnTo>
                  <a:cubicBezTo>
                    <a:pt x="564" y="882"/>
                    <a:pt x="882" y="565"/>
                    <a:pt x="1252" y="565"/>
                  </a:cubicBezTo>
                  <a:close/>
                  <a:moveTo>
                    <a:pt x="18909" y="11345"/>
                  </a:moveTo>
                  <a:lnTo>
                    <a:pt x="18909" y="12544"/>
                  </a:lnTo>
                  <a:cubicBezTo>
                    <a:pt x="18909" y="12932"/>
                    <a:pt x="18615" y="13225"/>
                    <a:pt x="18245" y="13225"/>
                  </a:cubicBezTo>
                  <a:lnTo>
                    <a:pt x="1252" y="13225"/>
                  </a:lnTo>
                  <a:cubicBezTo>
                    <a:pt x="882" y="13225"/>
                    <a:pt x="564" y="12932"/>
                    <a:pt x="564" y="12544"/>
                  </a:cubicBezTo>
                  <a:lnTo>
                    <a:pt x="564" y="11345"/>
                  </a:lnTo>
                  <a:close/>
                  <a:moveTo>
                    <a:pt x="11315" y="13790"/>
                  </a:moveTo>
                  <a:cubicBezTo>
                    <a:pt x="11315" y="14331"/>
                    <a:pt x="11391" y="15459"/>
                    <a:pt x="11538" y="16194"/>
                  </a:cubicBezTo>
                  <a:lnTo>
                    <a:pt x="7959" y="16194"/>
                  </a:lnTo>
                  <a:cubicBezTo>
                    <a:pt x="8106" y="15459"/>
                    <a:pt x="8158" y="14331"/>
                    <a:pt x="8182" y="13790"/>
                  </a:cubicBezTo>
                  <a:close/>
                  <a:moveTo>
                    <a:pt x="1252" y="0"/>
                  </a:moveTo>
                  <a:cubicBezTo>
                    <a:pt x="564" y="0"/>
                    <a:pt x="0" y="565"/>
                    <a:pt x="0" y="1252"/>
                  </a:cubicBezTo>
                  <a:lnTo>
                    <a:pt x="0" y="12544"/>
                  </a:lnTo>
                  <a:cubicBezTo>
                    <a:pt x="0" y="13255"/>
                    <a:pt x="564" y="13790"/>
                    <a:pt x="1252" y="13790"/>
                  </a:cubicBezTo>
                  <a:lnTo>
                    <a:pt x="7594" y="13790"/>
                  </a:lnTo>
                  <a:cubicBezTo>
                    <a:pt x="7594" y="14454"/>
                    <a:pt x="7518" y="15577"/>
                    <a:pt x="7371" y="16194"/>
                  </a:cubicBezTo>
                  <a:lnTo>
                    <a:pt x="6366" y="16194"/>
                  </a:lnTo>
                  <a:cubicBezTo>
                    <a:pt x="6219" y="16194"/>
                    <a:pt x="6101" y="16311"/>
                    <a:pt x="6101" y="16488"/>
                  </a:cubicBezTo>
                  <a:cubicBezTo>
                    <a:pt x="6101" y="16635"/>
                    <a:pt x="6219" y="16782"/>
                    <a:pt x="6366" y="16782"/>
                  </a:cubicBezTo>
                  <a:lnTo>
                    <a:pt x="13102" y="16782"/>
                  </a:lnTo>
                  <a:cubicBezTo>
                    <a:pt x="13249" y="16782"/>
                    <a:pt x="13396" y="16635"/>
                    <a:pt x="13396" y="16488"/>
                  </a:cubicBezTo>
                  <a:cubicBezTo>
                    <a:pt x="13396" y="16311"/>
                    <a:pt x="13249" y="16194"/>
                    <a:pt x="13102" y="16194"/>
                  </a:cubicBezTo>
                  <a:lnTo>
                    <a:pt x="12126" y="16194"/>
                  </a:lnTo>
                  <a:cubicBezTo>
                    <a:pt x="11979" y="15577"/>
                    <a:pt x="11903" y="14454"/>
                    <a:pt x="11879" y="13790"/>
                  </a:cubicBezTo>
                  <a:lnTo>
                    <a:pt x="18245" y="13790"/>
                  </a:lnTo>
                  <a:cubicBezTo>
                    <a:pt x="18933" y="13790"/>
                    <a:pt x="19497" y="13255"/>
                    <a:pt x="19497" y="12544"/>
                  </a:cubicBezTo>
                  <a:lnTo>
                    <a:pt x="19497" y="1252"/>
                  </a:lnTo>
                  <a:cubicBezTo>
                    <a:pt x="19497" y="565"/>
                    <a:pt x="18933" y="0"/>
                    <a:pt x="18245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41">
              <a:extLst>
                <a:ext uri="{FF2B5EF4-FFF2-40B4-BE49-F238E27FC236}">
                  <a16:creationId xmlns:a16="http://schemas.microsoft.com/office/drawing/2014/main" id="{1DA10DD7-B6F8-76F0-40CC-44C6E6E5119D}"/>
                </a:ext>
              </a:extLst>
            </p:cNvPr>
            <p:cNvSpPr/>
            <p:nvPr/>
          </p:nvSpPr>
          <p:spPr>
            <a:xfrm>
              <a:off x="5896397" y="2046179"/>
              <a:ext cx="231870" cy="142691"/>
            </a:xfrm>
            <a:custGeom>
              <a:avLst/>
              <a:gdLst/>
              <a:ahLst/>
              <a:cxnLst/>
              <a:rect l="l" t="t" r="r" b="b"/>
              <a:pathLst>
                <a:path w="11903" h="7325" extrusionOk="0">
                  <a:moveTo>
                    <a:pt x="8082" y="589"/>
                  </a:moveTo>
                  <a:lnTo>
                    <a:pt x="8082" y="2129"/>
                  </a:lnTo>
                  <a:lnTo>
                    <a:pt x="3821" y="2129"/>
                  </a:lnTo>
                  <a:lnTo>
                    <a:pt x="3821" y="589"/>
                  </a:lnTo>
                  <a:close/>
                  <a:moveTo>
                    <a:pt x="4826" y="5191"/>
                  </a:moveTo>
                  <a:lnTo>
                    <a:pt x="4826" y="6760"/>
                  </a:lnTo>
                  <a:lnTo>
                    <a:pt x="564" y="6760"/>
                  </a:lnTo>
                  <a:lnTo>
                    <a:pt x="564" y="5191"/>
                  </a:lnTo>
                  <a:close/>
                  <a:moveTo>
                    <a:pt x="3774" y="1"/>
                  </a:moveTo>
                  <a:cubicBezTo>
                    <a:pt x="3480" y="1"/>
                    <a:pt x="3233" y="248"/>
                    <a:pt x="3233" y="512"/>
                  </a:cubicBezTo>
                  <a:lnTo>
                    <a:pt x="3233" y="2205"/>
                  </a:lnTo>
                  <a:cubicBezTo>
                    <a:pt x="3233" y="2475"/>
                    <a:pt x="3480" y="2716"/>
                    <a:pt x="3774" y="2716"/>
                  </a:cubicBezTo>
                  <a:lnTo>
                    <a:pt x="5655" y="2716"/>
                  </a:lnTo>
                  <a:lnTo>
                    <a:pt x="5655" y="3504"/>
                  </a:lnTo>
                  <a:lnTo>
                    <a:pt x="2916" y="3504"/>
                  </a:lnTo>
                  <a:cubicBezTo>
                    <a:pt x="2645" y="3504"/>
                    <a:pt x="2398" y="3722"/>
                    <a:pt x="2398" y="4015"/>
                  </a:cubicBezTo>
                  <a:lnTo>
                    <a:pt x="2398" y="4627"/>
                  </a:lnTo>
                  <a:lnTo>
                    <a:pt x="511" y="4627"/>
                  </a:lnTo>
                  <a:cubicBezTo>
                    <a:pt x="218" y="4627"/>
                    <a:pt x="0" y="4850"/>
                    <a:pt x="0" y="5144"/>
                  </a:cubicBezTo>
                  <a:lnTo>
                    <a:pt x="0" y="6807"/>
                  </a:lnTo>
                  <a:cubicBezTo>
                    <a:pt x="0" y="7101"/>
                    <a:pt x="218" y="7325"/>
                    <a:pt x="511" y="7325"/>
                  </a:cubicBezTo>
                  <a:lnTo>
                    <a:pt x="4873" y="7325"/>
                  </a:lnTo>
                  <a:cubicBezTo>
                    <a:pt x="5167" y="7325"/>
                    <a:pt x="5390" y="7101"/>
                    <a:pt x="5390" y="6807"/>
                  </a:cubicBezTo>
                  <a:lnTo>
                    <a:pt x="5390" y="5144"/>
                  </a:lnTo>
                  <a:cubicBezTo>
                    <a:pt x="5390" y="4850"/>
                    <a:pt x="5167" y="4627"/>
                    <a:pt x="4873" y="4627"/>
                  </a:cubicBezTo>
                  <a:lnTo>
                    <a:pt x="2963" y="4627"/>
                  </a:lnTo>
                  <a:lnTo>
                    <a:pt x="2963" y="4068"/>
                  </a:lnTo>
                  <a:lnTo>
                    <a:pt x="8917" y="4068"/>
                  </a:lnTo>
                  <a:lnTo>
                    <a:pt x="8917" y="4627"/>
                  </a:lnTo>
                  <a:lnTo>
                    <a:pt x="7030" y="4627"/>
                  </a:lnTo>
                  <a:cubicBezTo>
                    <a:pt x="6736" y="4627"/>
                    <a:pt x="6489" y="4850"/>
                    <a:pt x="6489" y="5144"/>
                  </a:cubicBezTo>
                  <a:lnTo>
                    <a:pt x="6489" y="6807"/>
                  </a:lnTo>
                  <a:cubicBezTo>
                    <a:pt x="6489" y="7101"/>
                    <a:pt x="6736" y="7325"/>
                    <a:pt x="7030" y="7325"/>
                  </a:cubicBezTo>
                  <a:lnTo>
                    <a:pt x="7741" y="7325"/>
                  </a:lnTo>
                  <a:cubicBezTo>
                    <a:pt x="7912" y="7325"/>
                    <a:pt x="8035" y="7201"/>
                    <a:pt x="8035" y="7054"/>
                  </a:cubicBezTo>
                  <a:cubicBezTo>
                    <a:pt x="8035" y="6884"/>
                    <a:pt x="7912" y="6760"/>
                    <a:pt x="7741" y="6760"/>
                  </a:cubicBezTo>
                  <a:lnTo>
                    <a:pt x="7077" y="6760"/>
                  </a:lnTo>
                  <a:lnTo>
                    <a:pt x="7077" y="5191"/>
                  </a:lnTo>
                  <a:lnTo>
                    <a:pt x="11338" y="5191"/>
                  </a:lnTo>
                  <a:lnTo>
                    <a:pt x="11338" y="6760"/>
                  </a:lnTo>
                  <a:lnTo>
                    <a:pt x="9087" y="6760"/>
                  </a:lnTo>
                  <a:cubicBezTo>
                    <a:pt x="8917" y="6760"/>
                    <a:pt x="8793" y="6884"/>
                    <a:pt x="8793" y="7054"/>
                  </a:cubicBezTo>
                  <a:cubicBezTo>
                    <a:pt x="8793" y="7201"/>
                    <a:pt x="8917" y="7325"/>
                    <a:pt x="9087" y="7325"/>
                  </a:cubicBezTo>
                  <a:lnTo>
                    <a:pt x="11385" y="7325"/>
                  </a:lnTo>
                  <a:cubicBezTo>
                    <a:pt x="11656" y="7325"/>
                    <a:pt x="11903" y="7101"/>
                    <a:pt x="11903" y="6807"/>
                  </a:cubicBezTo>
                  <a:lnTo>
                    <a:pt x="11903" y="5144"/>
                  </a:lnTo>
                  <a:cubicBezTo>
                    <a:pt x="11903" y="4850"/>
                    <a:pt x="11656" y="4627"/>
                    <a:pt x="11385" y="4627"/>
                  </a:cubicBezTo>
                  <a:lnTo>
                    <a:pt x="9475" y="4627"/>
                  </a:lnTo>
                  <a:lnTo>
                    <a:pt x="9475" y="4015"/>
                  </a:lnTo>
                  <a:cubicBezTo>
                    <a:pt x="9475" y="3722"/>
                    <a:pt x="9258" y="3504"/>
                    <a:pt x="8964" y="3504"/>
                  </a:cubicBezTo>
                  <a:lnTo>
                    <a:pt x="6219" y="3504"/>
                  </a:lnTo>
                  <a:lnTo>
                    <a:pt x="6219" y="2716"/>
                  </a:lnTo>
                  <a:lnTo>
                    <a:pt x="8129" y="2716"/>
                  </a:lnTo>
                  <a:cubicBezTo>
                    <a:pt x="8423" y="2716"/>
                    <a:pt x="8646" y="2475"/>
                    <a:pt x="8646" y="2205"/>
                  </a:cubicBezTo>
                  <a:lnTo>
                    <a:pt x="8646" y="512"/>
                  </a:lnTo>
                  <a:cubicBezTo>
                    <a:pt x="8646" y="248"/>
                    <a:pt x="8423" y="1"/>
                    <a:pt x="8129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64" name="Google Shape;1564;p41">
            <a:extLst>
              <a:ext uri="{FF2B5EF4-FFF2-40B4-BE49-F238E27FC236}">
                <a16:creationId xmlns:a16="http://schemas.microsoft.com/office/drawing/2014/main" id="{D8A09CDF-6CB2-F9E6-D8A7-BF081FCB9EFF}"/>
              </a:ext>
            </a:extLst>
          </p:cNvPr>
          <p:cNvGrpSpPr/>
          <p:nvPr/>
        </p:nvGrpSpPr>
        <p:grpSpPr>
          <a:xfrm>
            <a:off x="4382089" y="1951638"/>
            <a:ext cx="379821" cy="326913"/>
            <a:chOff x="3517676" y="1996038"/>
            <a:chExt cx="379821" cy="326913"/>
          </a:xfrm>
        </p:grpSpPr>
        <p:sp>
          <p:nvSpPr>
            <p:cNvPr id="1565" name="Google Shape;1565;p41">
              <a:extLst>
                <a:ext uri="{FF2B5EF4-FFF2-40B4-BE49-F238E27FC236}">
                  <a16:creationId xmlns:a16="http://schemas.microsoft.com/office/drawing/2014/main" id="{767C2C7D-C20E-BF2E-4143-C02177D4038D}"/>
                </a:ext>
              </a:extLst>
            </p:cNvPr>
            <p:cNvSpPr/>
            <p:nvPr/>
          </p:nvSpPr>
          <p:spPr>
            <a:xfrm>
              <a:off x="3523403" y="2211758"/>
              <a:ext cx="368815" cy="47648"/>
            </a:xfrm>
            <a:custGeom>
              <a:avLst/>
              <a:gdLst/>
              <a:ahLst/>
              <a:cxnLst/>
              <a:rect l="l" t="t" r="r" b="b"/>
              <a:pathLst>
                <a:path w="18933" h="2446" extrusionOk="0">
                  <a:moveTo>
                    <a:pt x="0" y="0"/>
                  </a:moveTo>
                  <a:lnTo>
                    <a:pt x="0" y="1470"/>
                  </a:lnTo>
                  <a:cubicBezTo>
                    <a:pt x="0" y="2005"/>
                    <a:pt x="441" y="2445"/>
                    <a:pt x="953" y="2445"/>
                  </a:cubicBezTo>
                  <a:lnTo>
                    <a:pt x="17951" y="2445"/>
                  </a:lnTo>
                  <a:cubicBezTo>
                    <a:pt x="18492" y="2445"/>
                    <a:pt x="18933" y="2005"/>
                    <a:pt x="18933" y="1470"/>
                  </a:cubicBezTo>
                  <a:lnTo>
                    <a:pt x="18933" y="0"/>
                  </a:ln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41">
              <a:extLst>
                <a:ext uri="{FF2B5EF4-FFF2-40B4-BE49-F238E27FC236}">
                  <a16:creationId xmlns:a16="http://schemas.microsoft.com/office/drawing/2014/main" id="{6EFC2A1F-9E99-ADDD-C439-955C5DC73313}"/>
                </a:ext>
              </a:extLst>
            </p:cNvPr>
            <p:cNvSpPr/>
            <p:nvPr/>
          </p:nvSpPr>
          <p:spPr>
            <a:xfrm>
              <a:off x="3523403" y="2001298"/>
              <a:ext cx="368815" cy="210481"/>
            </a:xfrm>
            <a:custGeom>
              <a:avLst/>
              <a:gdLst/>
              <a:ahLst/>
              <a:cxnLst/>
              <a:rect l="l" t="t" r="r" b="b"/>
              <a:pathLst>
                <a:path w="18933" h="10805" extrusionOk="0">
                  <a:moveTo>
                    <a:pt x="953" y="1"/>
                  </a:moveTo>
                  <a:cubicBezTo>
                    <a:pt x="441" y="1"/>
                    <a:pt x="0" y="442"/>
                    <a:pt x="0" y="982"/>
                  </a:cubicBezTo>
                  <a:lnTo>
                    <a:pt x="0" y="10804"/>
                  </a:lnTo>
                  <a:lnTo>
                    <a:pt x="18933" y="10804"/>
                  </a:lnTo>
                  <a:lnTo>
                    <a:pt x="18933" y="982"/>
                  </a:lnTo>
                  <a:cubicBezTo>
                    <a:pt x="18933" y="442"/>
                    <a:pt x="18492" y="1"/>
                    <a:pt x="17951" y="1"/>
                  </a:cubicBezTo>
                  <a:close/>
                </a:path>
              </a:pathLst>
            </a:custGeom>
            <a:solidFill>
              <a:srgbClr val="FF93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567;p41">
              <a:extLst>
                <a:ext uri="{FF2B5EF4-FFF2-40B4-BE49-F238E27FC236}">
                  <a16:creationId xmlns:a16="http://schemas.microsoft.com/office/drawing/2014/main" id="{24D05789-712B-0AF7-687C-0E48E38C7CD9}"/>
                </a:ext>
              </a:extLst>
            </p:cNvPr>
            <p:cNvSpPr/>
            <p:nvPr/>
          </p:nvSpPr>
          <p:spPr>
            <a:xfrm>
              <a:off x="3523403" y="2001298"/>
              <a:ext cx="368815" cy="210481"/>
            </a:xfrm>
            <a:custGeom>
              <a:avLst/>
              <a:gdLst/>
              <a:ahLst/>
              <a:cxnLst/>
              <a:rect l="l" t="t" r="r" b="b"/>
              <a:pathLst>
                <a:path w="18933" h="10805" extrusionOk="0">
                  <a:moveTo>
                    <a:pt x="953" y="1"/>
                  </a:moveTo>
                  <a:cubicBezTo>
                    <a:pt x="441" y="1"/>
                    <a:pt x="0" y="442"/>
                    <a:pt x="0" y="982"/>
                  </a:cubicBezTo>
                  <a:lnTo>
                    <a:pt x="0" y="10804"/>
                  </a:lnTo>
                  <a:lnTo>
                    <a:pt x="18933" y="10804"/>
                  </a:lnTo>
                  <a:lnTo>
                    <a:pt x="18933" y="982"/>
                  </a:lnTo>
                  <a:cubicBezTo>
                    <a:pt x="18933" y="442"/>
                    <a:pt x="18492" y="1"/>
                    <a:pt x="17951" y="1"/>
                  </a:cubicBezTo>
                  <a:close/>
                </a:path>
              </a:pathLst>
            </a:custGeom>
            <a:solidFill>
              <a:srgbClr val="FF93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41">
              <a:extLst>
                <a:ext uri="{FF2B5EF4-FFF2-40B4-BE49-F238E27FC236}">
                  <a16:creationId xmlns:a16="http://schemas.microsoft.com/office/drawing/2014/main" id="{1094EFEE-615F-3154-43E9-2AA31FE56F62}"/>
                </a:ext>
              </a:extLst>
            </p:cNvPr>
            <p:cNvSpPr/>
            <p:nvPr/>
          </p:nvSpPr>
          <p:spPr>
            <a:xfrm>
              <a:off x="3858320" y="2001298"/>
              <a:ext cx="33895" cy="210481"/>
            </a:xfrm>
            <a:custGeom>
              <a:avLst/>
              <a:gdLst/>
              <a:ahLst/>
              <a:cxnLst/>
              <a:rect l="l" t="t" r="r" b="b"/>
              <a:pathLst>
                <a:path w="1740" h="10805" extrusionOk="0">
                  <a:moveTo>
                    <a:pt x="0" y="1"/>
                  </a:moveTo>
                  <a:cubicBezTo>
                    <a:pt x="541" y="1"/>
                    <a:pt x="982" y="442"/>
                    <a:pt x="982" y="982"/>
                  </a:cubicBezTo>
                  <a:lnTo>
                    <a:pt x="982" y="10804"/>
                  </a:lnTo>
                  <a:lnTo>
                    <a:pt x="1740" y="10804"/>
                  </a:lnTo>
                  <a:lnTo>
                    <a:pt x="1740" y="982"/>
                  </a:lnTo>
                  <a:cubicBezTo>
                    <a:pt x="1740" y="442"/>
                    <a:pt x="1299" y="1"/>
                    <a:pt x="758" y="1"/>
                  </a:cubicBezTo>
                  <a:close/>
                </a:path>
              </a:pathLst>
            </a:custGeom>
            <a:solidFill>
              <a:srgbClr val="FF61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41">
              <a:extLst>
                <a:ext uri="{FF2B5EF4-FFF2-40B4-BE49-F238E27FC236}">
                  <a16:creationId xmlns:a16="http://schemas.microsoft.com/office/drawing/2014/main" id="{DF093F36-4CB5-5786-3A44-08E3B42CFAE6}"/>
                </a:ext>
              </a:extLst>
            </p:cNvPr>
            <p:cNvSpPr/>
            <p:nvPr/>
          </p:nvSpPr>
          <p:spPr>
            <a:xfrm>
              <a:off x="3858320" y="2211758"/>
              <a:ext cx="33895" cy="47648"/>
            </a:xfrm>
            <a:custGeom>
              <a:avLst/>
              <a:gdLst/>
              <a:ahLst/>
              <a:cxnLst/>
              <a:rect l="l" t="t" r="r" b="b"/>
              <a:pathLst>
                <a:path w="1740" h="2446" extrusionOk="0">
                  <a:moveTo>
                    <a:pt x="982" y="0"/>
                  </a:moveTo>
                  <a:lnTo>
                    <a:pt x="982" y="1470"/>
                  </a:lnTo>
                  <a:cubicBezTo>
                    <a:pt x="982" y="2005"/>
                    <a:pt x="541" y="2445"/>
                    <a:pt x="0" y="2445"/>
                  </a:cubicBezTo>
                  <a:lnTo>
                    <a:pt x="758" y="2445"/>
                  </a:lnTo>
                  <a:cubicBezTo>
                    <a:pt x="1299" y="2445"/>
                    <a:pt x="1740" y="2005"/>
                    <a:pt x="1740" y="1470"/>
                  </a:cubicBezTo>
                  <a:lnTo>
                    <a:pt x="1740" y="0"/>
                  </a:lnTo>
                  <a:close/>
                </a:path>
              </a:pathLst>
            </a:custGeom>
            <a:solidFill>
              <a:srgbClr val="866A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41">
              <a:extLst>
                <a:ext uri="{FF2B5EF4-FFF2-40B4-BE49-F238E27FC236}">
                  <a16:creationId xmlns:a16="http://schemas.microsoft.com/office/drawing/2014/main" id="{D741E15A-E41F-7B98-B711-5ECB0AAAF29C}"/>
                </a:ext>
              </a:extLst>
            </p:cNvPr>
            <p:cNvSpPr/>
            <p:nvPr/>
          </p:nvSpPr>
          <p:spPr>
            <a:xfrm>
              <a:off x="3665606" y="2259386"/>
              <a:ext cx="83959" cy="57836"/>
            </a:xfrm>
            <a:custGeom>
              <a:avLst/>
              <a:gdLst/>
              <a:ahLst/>
              <a:cxnLst/>
              <a:rect l="l" t="t" r="r" b="b"/>
              <a:pathLst>
                <a:path w="4310" h="2969" extrusionOk="0">
                  <a:moveTo>
                    <a:pt x="318" y="0"/>
                  </a:moveTo>
                  <a:cubicBezTo>
                    <a:pt x="318" y="0"/>
                    <a:pt x="295" y="2158"/>
                    <a:pt x="1" y="2969"/>
                  </a:cubicBezTo>
                  <a:lnTo>
                    <a:pt x="4309" y="2969"/>
                  </a:lnTo>
                  <a:cubicBezTo>
                    <a:pt x="4039" y="2158"/>
                    <a:pt x="4015" y="0"/>
                    <a:pt x="4015" y="0"/>
                  </a:cubicBezTo>
                  <a:close/>
                </a:path>
              </a:pathLst>
            </a:custGeom>
            <a:solidFill>
              <a:srgbClr val="866A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41">
              <a:extLst>
                <a:ext uri="{FF2B5EF4-FFF2-40B4-BE49-F238E27FC236}">
                  <a16:creationId xmlns:a16="http://schemas.microsoft.com/office/drawing/2014/main" id="{A86B5940-4DFB-DDC2-16F7-6FE4E4BBE36B}"/>
                </a:ext>
              </a:extLst>
            </p:cNvPr>
            <p:cNvSpPr/>
            <p:nvPr/>
          </p:nvSpPr>
          <p:spPr>
            <a:xfrm>
              <a:off x="3671333" y="2259386"/>
              <a:ext cx="72953" cy="14902"/>
            </a:xfrm>
            <a:custGeom>
              <a:avLst/>
              <a:gdLst/>
              <a:ahLst/>
              <a:cxnLst/>
              <a:rect l="l" t="t" r="r" b="b"/>
              <a:pathLst>
                <a:path w="3745" h="765" extrusionOk="0">
                  <a:moveTo>
                    <a:pt x="24" y="0"/>
                  </a:moveTo>
                  <a:cubicBezTo>
                    <a:pt x="24" y="0"/>
                    <a:pt x="24" y="324"/>
                    <a:pt x="1" y="765"/>
                  </a:cubicBezTo>
                  <a:lnTo>
                    <a:pt x="3745" y="765"/>
                  </a:lnTo>
                  <a:cubicBezTo>
                    <a:pt x="3721" y="324"/>
                    <a:pt x="3721" y="0"/>
                    <a:pt x="3721" y="0"/>
                  </a:cubicBez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41">
              <a:extLst>
                <a:ext uri="{FF2B5EF4-FFF2-40B4-BE49-F238E27FC236}">
                  <a16:creationId xmlns:a16="http://schemas.microsoft.com/office/drawing/2014/main" id="{E6060BC3-CD15-1995-6090-639415699C0B}"/>
                </a:ext>
              </a:extLst>
            </p:cNvPr>
            <p:cNvSpPr/>
            <p:nvPr/>
          </p:nvSpPr>
          <p:spPr>
            <a:xfrm>
              <a:off x="3671333" y="2259386"/>
              <a:ext cx="72953" cy="14902"/>
            </a:xfrm>
            <a:custGeom>
              <a:avLst/>
              <a:gdLst/>
              <a:ahLst/>
              <a:cxnLst/>
              <a:rect l="l" t="t" r="r" b="b"/>
              <a:pathLst>
                <a:path w="3745" h="765" extrusionOk="0">
                  <a:moveTo>
                    <a:pt x="24" y="0"/>
                  </a:moveTo>
                  <a:cubicBezTo>
                    <a:pt x="24" y="0"/>
                    <a:pt x="24" y="324"/>
                    <a:pt x="1" y="765"/>
                  </a:cubicBezTo>
                  <a:lnTo>
                    <a:pt x="3745" y="765"/>
                  </a:lnTo>
                  <a:cubicBezTo>
                    <a:pt x="3721" y="324"/>
                    <a:pt x="3721" y="0"/>
                    <a:pt x="3721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41">
              <a:extLst>
                <a:ext uri="{FF2B5EF4-FFF2-40B4-BE49-F238E27FC236}">
                  <a16:creationId xmlns:a16="http://schemas.microsoft.com/office/drawing/2014/main" id="{44F48F82-4BC5-6884-6097-7F0F818F5EF5}"/>
                </a:ext>
              </a:extLst>
            </p:cNvPr>
            <p:cNvSpPr/>
            <p:nvPr/>
          </p:nvSpPr>
          <p:spPr>
            <a:xfrm>
              <a:off x="3546760" y="2027069"/>
              <a:ext cx="322102" cy="184709"/>
            </a:xfrm>
            <a:custGeom>
              <a:avLst/>
              <a:gdLst/>
              <a:ahLst/>
              <a:cxnLst/>
              <a:rect l="l" t="t" r="r" b="b"/>
              <a:pathLst>
                <a:path w="16535" h="9482" extrusionOk="0">
                  <a:moveTo>
                    <a:pt x="418" y="0"/>
                  </a:moveTo>
                  <a:cubicBezTo>
                    <a:pt x="171" y="0"/>
                    <a:pt x="0" y="200"/>
                    <a:pt x="0" y="418"/>
                  </a:cubicBezTo>
                  <a:lnTo>
                    <a:pt x="0" y="9481"/>
                  </a:lnTo>
                  <a:lnTo>
                    <a:pt x="16535" y="9481"/>
                  </a:lnTo>
                  <a:lnTo>
                    <a:pt x="16535" y="418"/>
                  </a:lnTo>
                  <a:cubicBezTo>
                    <a:pt x="16535" y="200"/>
                    <a:pt x="16335" y="0"/>
                    <a:pt x="16117" y="0"/>
                  </a:cubicBezTo>
                  <a:close/>
                </a:path>
              </a:pathLst>
            </a:custGeom>
            <a:solidFill>
              <a:srgbClr val="00C7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41">
              <a:extLst>
                <a:ext uri="{FF2B5EF4-FFF2-40B4-BE49-F238E27FC236}">
                  <a16:creationId xmlns:a16="http://schemas.microsoft.com/office/drawing/2014/main" id="{691672C8-8489-D902-2776-AAD28C4C8419}"/>
                </a:ext>
              </a:extLst>
            </p:cNvPr>
            <p:cNvSpPr/>
            <p:nvPr/>
          </p:nvSpPr>
          <p:spPr>
            <a:xfrm>
              <a:off x="3546760" y="2027069"/>
              <a:ext cx="322102" cy="33915"/>
            </a:xfrm>
            <a:custGeom>
              <a:avLst/>
              <a:gdLst/>
              <a:ahLst/>
              <a:cxnLst/>
              <a:rect l="l" t="t" r="r" b="b"/>
              <a:pathLst>
                <a:path w="16535" h="1741" extrusionOk="0">
                  <a:moveTo>
                    <a:pt x="418" y="0"/>
                  </a:moveTo>
                  <a:cubicBezTo>
                    <a:pt x="171" y="0"/>
                    <a:pt x="0" y="200"/>
                    <a:pt x="0" y="418"/>
                  </a:cubicBezTo>
                  <a:lnTo>
                    <a:pt x="0" y="1740"/>
                  </a:lnTo>
                  <a:lnTo>
                    <a:pt x="16535" y="1740"/>
                  </a:lnTo>
                  <a:lnTo>
                    <a:pt x="16535" y="418"/>
                  </a:lnTo>
                  <a:cubicBezTo>
                    <a:pt x="16535" y="200"/>
                    <a:pt x="16335" y="0"/>
                    <a:pt x="16117" y="0"/>
                  </a:cubicBez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41">
              <a:extLst>
                <a:ext uri="{FF2B5EF4-FFF2-40B4-BE49-F238E27FC236}">
                  <a16:creationId xmlns:a16="http://schemas.microsoft.com/office/drawing/2014/main" id="{C3D8E116-DF68-66CE-AFED-E828991BACA5}"/>
                </a:ext>
              </a:extLst>
            </p:cNvPr>
            <p:cNvSpPr/>
            <p:nvPr/>
          </p:nvSpPr>
          <p:spPr>
            <a:xfrm>
              <a:off x="3845950" y="2027069"/>
              <a:ext cx="22908" cy="33915"/>
            </a:xfrm>
            <a:custGeom>
              <a:avLst/>
              <a:gdLst/>
              <a:ahLst/>
              <a:cxnLst/>
              <a:rect l="l" t="t" r="r" b="b"/>
              <a:pathLst>
                <a:path w="1176" h="1741" extrusionOk="0">
                  <a:moveTo>
                    <a:pt x="0" y="0"/>
                  </a:moveTo>
                  <a:cubicBezTo>
                    <a:pt x="218" y="0"/>
                    <a:pt x="412" y="200"/>
                    <a:pt x="412" y="418"/>
                  </a:cubicBezTo>
                  <a:lnTo>
                    <a:pt x="412" y="1740"/>
                  </a:lnTo>
                  <a:lnTo>
                    <a:pt x="1176" y="1740"/>
                  </a:lnTo>
                  <a:lnTo>
                    <a:pt x="1176" y="418"/>
                  </a:lnTo>
                  <a:cubicBezTo>
                    <a:pt x="1176" y="224"/>
                    <a:pt x="1029" y="24"/>
                    <a:pt x="805" y="0"/>
                  </a:cubicBezTo>
                  <a:close/>
                </a:path>
              </a:pathLst>
            </a:custGeom>
            <a:solidFill>
              <a:srgbClr val="866A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41">
              <a:extLst>
                <a:ext uri="{FF2B5EF4-FFF2-40B4-BE49-F238E27FC236}">
                  <a16:creationId xmlns:a16="http://schemas.microsoft.com/office/drawing/2014/main" id="{D6468C62-A785-CC57-0C10-2D8D657AF4CC}"/>
                </a:ext>
              </a:extLst>
            </p:cNvPr>
            <p:cNvSpPr/>
            <p:nvPr/>
          </p:nvSpPr>
          <p:spPr>
            <a:xfrm>
              <a:off x="3568285" y="2038523"/>
              <a:ext cx="11474" cy="11454"/>
            </a:xfrm>
            <a:custGeom>
              <a:avLst/>
              <a:gdLst/>
              <a:ahLst/>
              <a:cxnLst/>
              <a:rect l="l" t="t" r="r" b="b"/>
              <a:pathLst>
                <a:path w="589" h="588" extrusionOk="0">
                  <a:moveTo>
                    <a:pt x="294" y="0"/>
                  </a:moveTo>
                  <a:cubicBezTo>
                    <a:pt x="147" y="0"/>
                    <a:pt x="1" y="147"/>
                    <a:pt x="1" y="294"/>
                  </a:cubicBezTo>
                  <a:cubicBezTo>
                    <a:pt x="1" y="464"/>
                    <a:pt x="147" y="588"/>
                    <a:pt x="294" y="588"/>
                  </a:cubicBezTo>
                  <a:cubicBezTo>
                    <a:pt x="441" y="588"/>
                    <a:pt x="588" y="464"/>
                    <a:pt x="588" y="294"/>
                  </a:cubicBezTo>
                  <a:cubicBezTo>
                    <a:pt x="588" y="147"/>
                    <a:pt x="441" y="0"/>
                    <a:pt x="294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41">
              <a:extLst>
                <a:ext uri="{FF2B5EF4-FFF2-40B4-BE49-F238E27FC236}">
                  <a16:creationId xmlns:a16="http://schemas.microsoft.com/office/drawing/2014/main" id="{184FAE07-537C-8747-9460-EAABFBC79150}"/>
                </a:ext>
              </a:extLst>
            </p:cNvPr>
            <p:cNvSpPr/>
            <p:nvPr/>
          </p:nvSpPr>
          <p:spPr>
            <a:xfrm>
              <a:off x="3590609" y="2038523"/>
              <a:ext cx="11006" cy="11454"/>
            </a:xfrm>
            <a:custGeom>
              <a:avLst/>
              <a:gdLst/>
              <a:ahLst/>
              <a:cxnLst/>
              <a:rect l="l" t="t" r="r" b="b"/>
              <a:pathLst>
                <a:path w="565" h="588" extrusionOk="0">
                  <a:moveTo>
                    <a:pt x="271" y="0"/>
                  </a:moveTo>
                  <a:cubicBezTo>
                    <a:pt x="124" y="0"/>
                    <a:pt x="1" y="147"/>
                    <a:pt x="1" y="294"/>
                  </a:cubicBezTo>
                  <a:cubicBezTo>
                    <a:pt x="1" y="464"/>
                    <a:pt x="124" y="588"/>
                    <a:pt x="271" y="588"/>
                  </a:cubicBezTo>
                  <a:cubicBezTo>
                    <a:pt x="442" y="588"/>
                    <a:pt x="565" y="464"/>
                    <a:pt x="565" y="294"/>
                  </a:cubicBezTo>
                  <a:cubicBezTo>
                    <a:pt x="565" y="147"/>
                    <a:pt x="442" y="0"/>
                    <a:pt x="271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41">
              <a:extLst>
                <a:ext uri="{FF2B5EF4-FFF2-40B4-BE49-F238E27FC236}">
                  <a16:creationId xmlns:a16="http://schemas.microsoft.com/office/drawing/2014/main" id="{7D4DB5DA-D304-F782-4730-47994B773B71}"/>
                </a:ext>
              </a:extLst>
            </p:cNvPr>
            <p:cNvSpPr/>
            <p:nvPr/>
          </p:nvSpPr>
          <p:spPr>
            <a:xfrm>
              <a:off x="3612601" y="2038523"/>
              <a:ext cx="11006" cy="11454"/>
            </a:xfrm>
            <a:custGeom>
              <a:avLst/>
              <a:gdLst/>
              <a:ahLst/>
              <a:cxnLst/>
              <a:rect l="l" t="t" r="r" b="b"/>
              <a:pathLst>
                <a:path w="565" h="588" extrusionOk="0">
                  <a:moveTo>
                    <a:pt x="294" y="0"/>
                  </a:moveTo>
                  <a:cubicBezTo>
                    <a:pt x="124" y="0"/>
                    <a:pt x="0" y="147"/>
                    <a:pt x="0" y="294"/>
                  </a:cubicBezTo>
                  <a:cubicBezTo>
                    <a:pt x="0" y="464"/>
                    <a:pt x="124" y="588"/>
                    <a:pt x="294" y="588"/>
                  </a:cubicBezTo>
                  <a:cubicBezTo>
                    <a:pt x="441" y="588"/>
                    <a:pt x="564" y="464"/>
                    <a:pt x="564" y="294"/>
                  </a:cubicBezTo>
                  <a:cubicBezTo>
                    <a:pt x="564" y="147"/>
                    <a:pt x="441" y="0"/>
                    <a:pt x="294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41">
              <a:extLst>
                <a:ext uri="{FF2B5EF4-FFF2-40B4-BE49-F238E27FC236}">
                  <a16:creationId xmlns:a16="http://schemas.microsoft.com/office/drawing/2014/main" id="{0A64A142-2984-EDF5-F2DF-ADA735411F7A}"/>
                </a:ext>
              </a:extLst>
            </p:cNvPr>
            <p:cNvSpPr/>
            <p:nvPr/>
          </p:nvSpPr>
          <p:spPr>
            <a:xfrm>
              <a:off x="3612601" y="2095307"/>
              <a:ext cx="26240" cy="62998"/>
            </a:xfrm>
            <a:custGeom>
              <a:avLst/>
              <a:gdLst/>
              <a:ahLst/>
              <a:cxnLst/>
              <a:rect l="l" t="t" r="r" b="b"/>
              <a:pathLst>
                <a:path w="1347" h="3234" extrusionOk="0">
                  <a:moveTo>
                    <a:pt x="664" y="0"/>
                  </a:moveTo>
                  <a:cubicBezTo>
                    <a:pt x="517" y="0"/>
                    <a:pt x="394" y="124"/>
                    <a:pt x="394" y="271"/>
                  </a:cubicBezTo>
                  <a:lnTo>
                    <a:pt x="394" y="688"/>
                  </a:lnTo>
                  <a:lnTo>
                    <a:pt x="294" y="688"/>
                  </a:lnTo>
                  <a:cubicBezTo>
                    <a:pt x="124" y="688"/>
                    <a:pt x="0" y="812"/>
                    <a:pt x="0" y="982"/>
                  </a:cubicBezTo>
                  <a:cubicBezTo>
                    <a:pt x="0" y="1129"/>
                    <a:pt x="124" y="1252"/>
                    <a:pt x="294" y="1252"/>
                  </a:cubicBezTo>
                  <a:lnTo>
                    <a:pt x="394" y="1252"/>
                  </a:lnTo>
                  <a:lnTo>
                    <a:pt x="394" y="2939"/>
                  </a:lnTo>
                  <a:cubicBezTo>
                    <a:pt x="394" y="3110"/>
                    <a:pt x="517" y="3233"/>
                    <a:pt x="664" y="3233"/>
                  </a:cubicBezTo>
                  <a:cubicBezTo>
                    <a:pt x="835" y="3233"/>
                    <a:pt x="958" y="3110"/>
                    <a:pt x="958" y="2939"/>
                  </a:cubicBezTo>
                  <a:lnTo>
                    <a:pt x="958" y="1252"/>
                  </a:lnTo>
                  <a:lnTo>
                    <a:pt x="1052" y="1252"/>
                  </a:lnTo>
                  <a:cubicBezTo>
                    <a:pt x="1223" y="1252"/>
                    <a:pt x="1346" y="1129"/>
                    <a:pt x="1346" y="982"/>
                  </a:cubicBezTo>
                  <a:cubicBezTo>
                    <a:pt x="1346" y="812"/>
                    <a:pt x="1223" y="688"/>
                    <a:pt x="1052" y="688"/>
                  </a:cubicBezTo>
                  <a:lnTo>
                    <a:pt x="958" y="688"/>
                  </a:lnTo>
                  <a:lnTo>
                    <a:pt x="958" y="271"/>
                  </a:lnTo>
                  <a:cubicBezTo>
                    <a:pt x="958" y="124"/>
                    <a:pt x="835" y="0"/>
                    <a:pt x="664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41">
              <a:extLst>
                <a:ext uri="{FF2B5EF4-FFF2-40B4-BE49-F238E27FC236}">
                  <a16:creationId xmlns:a16="http://schemas.microsoft.com/office/drawing/2014/main" id="{FCC1A396-DC80-3D31-F2B4-42B06385EC6E}"/>
                </a:ext>
              </a:extLst>
            </p:cNvPr>
            <p:cNvSpPr/>
            <p:nvPr/>
          </p:nvSpPr>
          <p:spPr>
            <a:xfrm>
              <a:off x="3646496" y="2095307"/>
              <a:ext cx="25772" cy="62998"/>
            </a:xfrm>
            <a:custGeom>
              <a:avLst/>
              <a:gdLst/>
              <a:ahLst/>
              <a:cxnLst/>
              <a:rect l="l" t="t" r="r" b="b"/>
              <a:pathLst>
                <a:path w="1323" h="3234" extrusionOk="0">
                  <a:moveTo>
                    <a:pt x="658" y="0"/>
                  </a:moveTo>
                  <a:cubicBezTo>
                    <a:pt x="511" y="0"/>
                    <a:pt x="364" y="124"/>
                    <a:pt x="364" y="271"/>
                  </a:cubicBezTo>
                  <a:lnTo>
                    <a:pt x="364" y="688"/>
                  </a:lnTo>
                  <a:lnTo>
                    <a:pt x="270" y="688"/>
                  </a:lnTo>
                  <a:cubicBezTo>
                    <a:pt x="123" y="688"/>
                    <a:pt x="0" y="812"/>
                    <a:pt x="0" y="982"/>
                  </a:cubicBezTo>
                  <a:cubicBezTo>
                    <a:pt x="0" y="1129"/>
                    <a:pt x="123" y="1252"/>
                    <a:pt x="270" y="1252"/>
                  </a:cubicBezTo>
                  <a:lnTo>
                    <a:pt x="364" y="1252"/>
                  </a:lnTo>
                  <a:lnTo>
                    <a:pt x="364" y="2939"/>
                  </a:lnTo>
                  <a:cubicBezTo>
                    <a:pt x="364" y="3110"/>
                    <a:pt x="511" y="3233"/>
                    <a:pt x="658" y="3233"/>
                  </a:cubicBezTo>
                  <a:cubicBezTo>
                    <a:pt x="805" y="3233"/>
                    <a:pt x="952" y="3110"/>
                    <a:pt x="952" y="2939"/>
                  </a:cubicBezTo>
                  <a:lnTo>
                    <a:pt x="952" y="1252"/>
                  </a:lnTo>
                  <a:lnTo>
                    <a:pt x="1052" y="1252"/>
                  </a:lnTo>
                  <a:cubicBezTo>
                    <a:pt x="1199" y="1252"/>
                    <a:pt x="1323" y="1129"/>
                    <a:pt x="1323" y="982"/>
                  </a:cubicBezTo>
                  <a:cubicBezTo>
                    <a:pt x="1323" y="812"/>
                    <a:pt x="1199" y="688"/>
                    <a:pt x="1052" y="688"/>
                  </a:cubicBezTo>
                  <a:lnTo>
                    <a:pt x="952" y="688"/>
                  </a:lnTo>
                  <a:lnTo>
                    <a:pt x="952" y="271"/>
                  </a:lnTo>
                  <a:cubicBezTo>
                    <a:pt x="952" y="124"/>
                    <a:pt x="805" y="0"/>
                    <a:pt x="658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41">
              <a:extLst>
                <a:ext uri="{FF2B5EF4-FFF2-40B4-BE49-F238E27FC236}">
                  <a16:creationId xmlns:a16="http://schemas.microsoft.com/office/drawing/2014/main" id="{36AE80E4-BF13-0F98-1286-22ED3A0832AF}"/>
                </a:ext>
              </a:extLst>
            </p:cNvPr>
            <p:cNvSpPr/>
            <p:nvPr/>
          </p:nvSpPr>
          <p:spPr>
            <a:xfrm>
              <a:off x="3727104" y="2111943"/>
              <a:ext cx="34811" cy="45895"/>
            </a:xfrm>
            <a:custGeom>
              <a:avLst/>
              <a:gdLst/>
              <a:ahLst/>
              <a:cxnLst/>
              <a:rect l="l" t="t" r="r" b="b"/>
              <a:pathLst>
                <a:path w="1787" h="2356" extrusionOk="0">
                  <a:moveTo>
                    <a:pt x="936" y="0"/>
                  </a:moveTo>
                  <a:cubicBezTo>
                    <a:pt x="840" y="0"/>
                    <a:pt x="738" y="15"/>
                    <a:pt x="635" y="52"/>
                  </a:cubicBezTo>
                  <a:cubicBezTo>
                    <a:pt x="370" y="128"/>
                    <a:pt x="170" y="346"/>
                    <a:pt x="147" y="592"/>
                  </a:cubicBezTo>
                  <a:cubicBezTo>
                    <a:pt x="123" y="763"/>
                    <a:pt x="170" y="1010"/>
                    <a:pt x="294" y="1133"/>
                  </a:cubicBezTo>
                  <a:cubicBezTo>
                    <a:pt x="488" y="1304"/>
                    <a:pt x="782" y="1374"/>
                    <a:pt x="1005" y="1451"/>
                  </a:cubicBezTo>
                  <a:cubicBezTo>
                    <a:pt x="1105" y="1498"/>
                    <a:pt x="1199" y="1574"/>
                    <a:pt x="1199" y="1621"/>
                  </a:cubicBezTo>
                  <a:cubicBezTo>
                    <a:pt x="1176" y="1692"/>
                    <a:pt x="1105" y="1791"/>
                    <a:pt x="929" y="1791"/>
                  </a:cubicBezTo>
                  <a:cubicBezTo>
                    <a:pt x="782" y="1791"/>
                    <a:pt x="635" y="1721"/>
                    <a:pt x="541" y="1621"/>
                  </a:cubicBezTo>
                  <a:cubicBezTo>
                    <a:pt x="473" y="1553"/>
                    <a:pt x="392" y="1516"/>
                    <a:pt x="311" y="1516"/>
                  </a:cubicBezTo>
                  <a:cubicBezTo>
                    <a:pt x="245" y="1516"/>
                    <a:pt x="179" y="1542"/>
                    <a:pt x="123" y="1598"/>
                  </a:cubicBezTo>
                  <a:cubicBezTo>
                    <a:pt x="0" y="1692"/>
                    <a:pt x="0" y="1868"/>
                    <a:pt x="100" y="1985"/>
                  </a:cubicBezTo>
                  <a:cubicBezTo>
                    <a:pt x="317" y="2232"/>
                    <a:pt x="611" y="2356"/>
                    <a:pt x="929" y="2356"/>
                  </a:cubicBezTo>
                  <a:cubicBezTo>
                    <a:pt x="1346" y="2356"/>
                    <a:pt x="1693" y="2085"/>
                    <a:pt x="1740" y="1721"/>
                  </a:cubicBezTo>
                  <a:cubicBezTo>
                    <a:pt x="1787" y="1451"/>
                    <a:pt x="1693" y="1104"/>
                    <a:pt x="1199" y="910"/>
                  </a:cubicBezTo>
                  <a:cubicBezTo>
                    <a:pt x="982" y="839"/>
                    <a:pt x="782" y="763"/>
                    <a:pt x="711" y="739"/>
                  </a:cubicBezTo>
                  <a:lnTo>
                    <a:pt x="711" y="692"/>
                  </a:lnTo>
                  <a:cubicBezTo>
                    <a:pt x="711" y="639"/>
                    <a:pt x="758" y="616"/>
                    <a:pt x="811" y="592"/>
                  </a:cubicBezTo>
                  <a:cubicBezTo>
                    <a:pt x="850" y="579"/>
                    <a:pt x="888" y="573"/>
                    <a:pt x="924" y="573"/>
                  </a:cubicBezTo>
                  <a:cubicBezTo>
                    <a:pt x="1092" y="573"/>
                    <a:pt x="1223" y="692"/>
                    <a:pt x="1223" y="692"/>
                  </a:cubicBezTo>
                  <a:cubicBezTo>
                    <a:pt x="1276" y="733"/>
                    <a:pt x="1344" y="752"/>
                    <a:pt x="1411" y="752"/>
                  </a:cubicBezTo>
                  <a:cubicBezTo>
                    <a:pt x="1499" y="752"/>
                    <a:pt x="1587" y="720"/>
                    <a:pt x="1640" y="663"/>
                  </a:cubicBezTo>
                  <a:cubicBezTo>
                    <a:pt x="1740" y="545"/>
                    <a:pt x="1716" y="346"/>
                    <a:pt x="1593" y="252"/>
                  </a:cubicBezTo>
                  <a:cubicBezTo>
                    <a:pt x="1482" y="141"/>
                    <a:pt x="1232" y="0"/>
                    <a:pt x="936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41">
              <a:extLst>
                <a:ext uri="{FF2B5EF4-FFF2-40B4-BE49-F238E27FC236}">
                  <a16:creationId xmlns:a16="http://schemas.microsoft.com/office/drawing/2014/main" id="{B3162630-8D05-ACA7-D73A-B496B2DD9950}"/>
                </a:ext>
              </a:extLst>
            </p:cNvPr>
            <p:cNvSpPr/>
            <p:nvPr/>
          </p:nvSpPr>
          <p:spPr>
            <a:xfrm>
              <a:off x="3571148" y="2095307"/>
              <a:ext cx="35746" cy="62998"/>
            </a:xfrm>
            <a:custGeom>
              <a:avLst/>
              <a:gdLst/>
              <a:ahLst/>
              <a:cxnLst/>
              <a:rect l="l" t="t" r="r" b="b"/>
              <a:pathLst>
                <a:path w="1835" h="3234" extrusionOk="0">
                  <a:moveTo>
                    <a:pt x="294" y="0"/>
                  </a:moveTo>
                  <a:cubicBezTo>
                    <a:pt x="118" y="0"/>
                    <a:pt x="0" y="124"/>
                    <a:pt x="0" y="271"/>
                  </a:cubicBezTo>
                  <a:lnTo>
                    <a:pt x="0" y="2939"/>
                  </a:lnTo>
                  <a:cubicBezTo>
                    <a:pt x="0" y="3110"/>
                    <a:pt x="118" y="3233"/>
                    <a:pt x="294" y="3233"/>
                  </a:cubicBezTo>
                  <a:cubicBezTo>
                    <a:pt x="441" y="3233"/>
                    <a:pt x="559" y="3110"/>
                    <a:pt x="559" y="2939"/>
                  </a:cubicBezTo>
                  <a:lnTo>
                    <a:pt x="559" y="2034"/>
                  </a:lnTo>
                  <a:cubicBezTo>
                    <a:pt x="559" y="1693"/>
                    <a:pt x="735" y="1446"/>
                    <a:pt x="953" y="1446"/>
                  </a:cubicBezTo>
                  <a:cubicBezTo>
                    <a:pt x="1100" y="1446"/>
                    <a:pt x="1123" y="1493"/>
                    <a:pt x="1147" y="1517"/>
                  </a:cubicBezTo>
                  <a:cubicBezTo>
                    <a:pt x="1200" y="1546"/>
                    <a:pt x="1270" y="1664"/>
                    <a:pt x="1270" y="2034"/>
                  </a:cubicBezTo>
                  <a:lnTo>
                    <a:pt x="1270" y="2939"/>
                  </a:lnTo>
                  <a:cubicBezTo>
                    <a:pt x="1270" y="3110"/>
                    <a:pt x="1393" y="3233"/>
                    <a:pt x="1540" y="3233"/>
                  </a:cubicBezTo>
                  <a:cubicBezTo>
                    <a:pt x="1711" y="3233"/>
                    <a:pt x="1834" y="3110"/>
                    <a:pt x="1834" y="2939"/>
                  </a:cubicBezTo>
                  <a:lnTo>
                    <a:pt x="1834" y="2034"/>
                  </a:lnTo>
                  <a:cubicBezTo>
                    <a:pt x="1834" y="1593"/>
                    <a:pt x="1734" y="1299"/>
                    <a:pt x="1564" y="1106"/>
                  </a:cubicBezTo>
                  <a:cubicBezTo>
                    <a:pt x="1417" y="959"/>
                    <a:pt x="1200" y="882"/>
                    <a:pt x="953" y="882"/>
                  </a:cubicBezTo>
                  <a:cubicBezTo>
                    <a:pt x="806" y="882"/>
                    <a:pt x="682" y="906"/>
                    <a:pt x="559" y="982"/>
                  </a:cubicBezTo>
                  <a:lnTo>
                    <a:pt x="559" y="271"/>
                  </a:lnTo>
                  <a:cubicBezTo>
                    <a:pt x="559" y="124"/>
                    <a:pt x="441" y="0"/>
                    <a:pt x="294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41">
              <a:extLst>
                <a:ext uri="{FF2B5EF4-FFF2-40B4-BE49-F238E27FC236}">
                  <a16:creationId xmlns:a16="http://schemas.microsoft.com/office/drawing/2014/main" id="{B43EE757-3B1C-6D4D-EAD8-BFFFC94ED9C7}"/>
                </a:ext>
              </a:extLst>
            </p:cNvPr>
            <p:cNvSpPr/>
            <p:nvPr/>
          </p:nvSpPr>
          <p:spPr>
            <a:xfrm>
              <a:off x="3790978" y="2105515"/>
              <a:ext cx="29688" cy="52791"/>
            </a:xfrm>
            <a:custGeom>
              <a:avLst/>
              <a:gdLst/>
              <a:ahLst/>
              <a:cxnLst/>
              <a:rect l="l" t="t" r="r" b="b"/>
              <a:pathLst>
                <a:path w="1524" h="2710" extrusionOk="0">
                  <a:moveTo>
                    <a:pt x="1203" y="0"/>
                  </a:moveTo>
                  <a:cubicBezTo>
                    <a:pt x="1085" y="0"/>
                    <a:pt x="972" y="72"/>
                    <a:pt x="935" y="188"/>
                  </a:cubicBezTo>
                  <a:lnTo>
                    <a:pt x="77" y="2315"/>
                  </a:lnTo>
                  <a:cubicBezTo>
                    <a:pt x="1" y="2515"/>
                    <a:pt x="148" y="2709"/>
                    <a:pt x="348" y="2709"/>
                  </a:cubicBezTo>
                  <a:cubicBezTo>
                    <a:pt x="471" y="2709"/>
                    <a:pt x="565" y="2639"/>
                    <a:pt x="618" y="2539"/>
                  </a:cubicBezTo>
                  <a:lnTo>
                    <a:pt x="1470" y="382"/>
                  </a:lnTo>
                  <a:cubicBezTo>
                    <a:pt x="1523" y="235"/>
                    <a:pt x="1447" y="88"/>
                    <a:pt x="1300" y="17"/>
                  </a:cubicBezTo>
                  <a:cubicBezTo>
                    <a:pt x="1268" y="6"/>
                    <a:pt x="1236" y="0"/>
                    <a:pt x="1203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41">
              <a:extLst>
                <a:ext uri="{FF2B5EF4-FFF2-40B4-BE49-F238E27FC236}">
                  <a16:creationId xmlns:a16="http://schemas.microsoft.com/office/drawing/2014/main" id="{B4D15892-1268-1FC4-C078-B8120C94241F}"/>
                </a:ext>
              </a:extLst>
            </p:cNvPr>
            <p:cNvSpPr/>
            <p:nvPr/>
          </p:nvSpPr>
          <p:spPr>
            <a:xfrm>
              <a:off x="3815834" y="2105515"/>
              <a:ext cx="29103" cy="52791"/>
            </a:xfrm>
            <a:custGeom>
              <a:avLst/>
              <a:gdLst/>
              <a:ahLst/>
              <a:cxnLst/>
              <a:rect l="l" t="t" r="r" b="b"/>
              <a:pathLst>
                <a:path w="1494" h="2710" extrusionOk="0">
                  <a:moveTo>
                    <a:pt x="1182" y="0"/>
                  </a:moveTo>
                  <a:cubicBezTo>
                    <a:pt x="1069" y="0"/>
                    <a:pt x="966" y="72"/>
                    <a:pt x="906" y="188"/>
                  </a:cubicBezTo>
                  <a:lnTo>
                    <a:pt x="77" y="2315"/>
                  </a:lnTo>
                  <a:cubicBezTo>
                    <a:pt x="0" y="2462"/>
                    <a:pt x="77" y="2639"/>
                    <a:pt x="224" y="2686"/>
                  </a:cubicBezTo>
                  <a:cubicBezTo>
                    <a:pt x="247" y="2709"/>
                    <a:pt x="294" y="2709"/>
                    <a:pt x="318" y="2709"/>
                  </a:cubicBezTo>
                  <a:cubicBezTo>
                    <a:pt x="441" y="2709"/>
                    <a:pt x="541" y="2639"/>
                    <a:pt x="588" y="2539"/>
                  </a:cubicBezTo>
                  <a:lnTo>
                    <a:pt x="1446" y="382"/>
                  </a:lnTo>
                  <a:cubicBezTo>
                    <a:pt x="1493" y="235"/>
                    <a:pt x="1423" y="88"/>
                    <a:pt x="1276" y="17"/>
                  </a:cubicBezTo>
                  <a:cubicBezTo>
                    <a:pt x="1244" y="6"/>
                    <a:pt x="1213" y="0"/>
                    <a:pt x="1182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41">
              <a:extLst>
                <a:ext uri="{FF2B5EF4-FFF2-40B4-BE49-F238E27FC236}">
                  <a16:creationId xmlns:a16="http://schemas.microsoft.com/office/drawing/2014/main" id="{40B6D5AB-81E2-87FA-A2F0-F6914BA2955F}"/>
                </a:ext>
              </a:extLst>
            </p:cNvPr>
            <p:cNvSpPr/>
            <p:nvPr/>
          </p:nvSpPr>
          <p:spPr>
            <a:xfrm>
              <a:off x="3680372" y="2112021"/>
              <a:ext cx="42505" cy="62083"/>
            </a:xfrm>
            <a:custGeom>
              <a:avLst/>
              <a:gdLst/>
              <a:ahLst/>
              <a:cxnLst/>
              <a:rect l="l" t="t" r="r" b="b"/>
              <a:pathLst>
                <a:path w="2182" h="3187" extrusionOk="0">
                  <a:moveTo>
                    <a:pt x="1077" y="565"/>
                  </a:moveTo>
                  <a:cubicBezTo>
                    <a:pt x="1370" y="565"/>
                    <a:pt x="1617" y="806"/>
                    <a:pt x="1617" y="1076"/>
                  </a:cubicBezTo>
                  <a:cubicBezTo>
                    <a:pt x="1617" y="1370"/>
                    <a:pt x="1370" y="1594"/>
                    <a:pt x="1077" y="1594"/>
                  </a:cubicBezTo>
                  <a:cubicBezTo>
                    <a:pt x="806" y="1594"/>
                    <a:pt x="565" y="1370"/>
                    <a:pt x="565" y="1076"/>
                  </a:cubicBezTo>
                  <a:cubicBezTo>
                    <a:pt x="565" y="806"/>
                    <a:pt x="806" y="565"/>
                    <a:pt x="1077" y="565"/>
                  </a:cubicBezTo>
                  <a:close/>
                  <a:moveTo>
                    <a:pt x="295" y="1"/>
                  </a:moveTo>
                  <a:cubicBezTo>
                    <a:pt x="124" y="1"/>
                    <a:pt x="1" y="124"/>
                    <a:pt x="1" y="295"/>
                  </a:cubicBezTo>
                  <a:lnTo>
                    <a:pt x="1" y="2893"/>
                  </a:lnTo>
                  <a:cubicBezTo>
                    <a:pt x="1" y="3063"/>
                    <a:pt x="124" y="3186"/>
                    <a:pt x="295" y="3186"/>
                  </a:cubicBezTo>
                  <a:cubicBezTo>
                    <a:pt x="442" y="3186"/>
                    <a:pt x="565" y="3063"/>
                    <a:pt x="565" y="2893"/>
                  </a:cubicBezTo>
                  <a:lnTo>
                    <a:pt x="565" y="2034"/>
                  </a:lnTo>
                  <a:cubicBezTo>
                    <a:pt x="736" y="2128"/>
                    <a:pt x="906" y="2181"/>
                    <a:pt x="1077" y="2181"/>
                  </a:cubicBezTo>
                  <a:cubicBezTo>
                    <a:pt x="1688" y="2181"/>
                    <a:pt x="2182" y="1688"/>
                    <a:pt x="2182" y="1076"/>
                  </a:cubicBezTo>
                  <a:cubicBezTo>
                    <a:pt x="2182" y="489"/>
                    <a:pt x="1688" y="1"/>
                    <a:pt x="1077" y="1"/>
                  </a:cubicBezTo>
                  <a:cubicBezTo>
                    <a:pt x="883" y="1"/>
                    <a:pt x="712" y="48"/>
                    <a:pt x="536" y="148"/>
                  </a:cubicBezTo>
                  <a:cubicBezTo>
                    <a:pt x="489" y="48"/>
                    <a:pt x="389" y="1"/>
                    <a:pt x="295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41">
              <a:extLst>
                <a:ext uri="{FF2B5EF4-FFF2-40B4-BE49-F238E27FC236}">
                  <a16:creationId xmlns:a16="http://schemas.microsoft.com/office/drawing/2014/main" id="{A9225EAC-34C2-7F08-BB65-9E450D7C70E7}"/>
                </a:ext>
              </a:extLst>
            </p:cNvPr>
            <p:cNvSpPr/>
            <p:nvPr/>
          </p:nvSpPr>
          <p:spPr>
            <a:xfrm>
              <a:off x="3772433" y="2118215"/>
              <a:ext cx="11006" cy="11454"/>
            </a:xfrm>
            <a:custGeom>
              <a:avLst/>
              <a:gdLst/>
              <a:ahLst/>
              <a:cxnLst/>
              <a:rect l="l" t="t" r="r" b="b"/>
              <a:pathLst>
                <a:path w="565" h="588" extrusionOk="0">
                  <a:moveTo>
                    <a:pt x="295" y="0"/>
                  </a:moveTo>
                  <a:cubicBezTo>
                    <a:pt x="124" y="0"/>
                    <a:pt x="1" y="147"/>
                    <a:pt x="1" y="294"/>
                  </a:cubicBezTo>
                  <a:cubicBezTo>
                    <a:pt x="1" y="441"/>
                    <a:pt x="124" y="588"/>
                    <a:pt x="295" y="588"/>
                  </a:cubicBezTo>
                  <a:cubicBezTo>
                    <a:pt x="441" y="588"/>
                    <a:pt x="565" y="441"/>
                    <a:pt x="565" y="294"/>
                  </a:cubicBezTo>
                  <a:cubicBezTo>
                    <a:pt x="565" y="147"/>
                    <a:pt x="441" y="0"/>
                    <a:pt x="295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41">
              <a:extLst>
                <a:ext uri="{FF2B5EF4-FFF2-40B4-BE49-F238E27FC236}">
                  <a16:creationId xmlns:a16="http://schemas.microsoft.com/office/drawing/2014/main" id="{937550FD-A334-DC81-3F1D-57160DB0D182}"/>
                </a:ext>
              </a:extLst>
            </p:cNvPr>
            <p:cNvSpPr/>
            <p:nvPr/>
          </p:nvSpPr>
          <p:spPr>
            <a:xfrm>
              <a:off x="3772433" y="2140656"/>
              <a:ext cx="11006" cy="11006"/>
            </a:xfrm>
            <a:custGeom>
              <a:avLst/>
              <a:gdLst/>
              <a:ahLst/>
              <a:cxnLst/>
              <a:rect l="l" t="t" r="r" b="b"/>
              <a:pathLst>
                <a:path w="565" h="565" extrusionOk="0">
                  <a:moveTo>
                    <a:pt x="295" y="0"/>
                  </a:moveTo>
                  <a:cubicBezTo>
                    <a:pt x="124" y="0"/>
                    <a:pt x="1" y="124"/>
                    <a:pt x="1" y="270"/>
                  </a:cubicBezTo>
                  <a:cubicBezTo>
                    <a:pt x="1" y="441"/>
                    <a:pt x="124" y="564"/>
                    <a:pt x="295" y="564"/>
                  </a:cubicBezTo>
                  <a:cubicBezTo>
                    <a:pt x="441" y="564"/>
                    <a:pt x="565" y="441"/>
                    <a:pt x="565" y="270"/>
                  </a:cubicBezTo>
                  <a:cubicBezTo>
                    <a:pt x="565" y="124"/>
                    <a:pt x="441" y="0"/>
                    <a:pt x="295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41">
              <a:extLst>
                <a:ext uri="{FF2B5EF4-FFF2-40B4-BE49-F238E27FC236}">
                  <a16:creationId xmlns:a16="http://schemas.microsoft.com/office/drawing/2014/main" id="{BE590DFB-EDDC-4886-F633-60DF37D6C133}"/>
                </a:ext>
              </a:extLst>
            </p:cNvPr>
            <p:cNvSpPr/>
            <p:nvPr/>
          </p:nvSpPr>
          <p:spPr>
            <a:xfrm>
              <a:off x="3689430" y="2229835"/>
              <a:ext cx="36778" cy="11026"/>
            </a:xfrm>
            <a:custGeom>
              <a:avLst/>
              <a:gdLst/>
              <a:ahLst/>
              <a:cxnLst/>
              <a:rect l="l" t="t" r="r" b="b"/>
              <a:pathLst>
                <a:path w="1888" h="566" extrusionOk="0">
                  <a:moveTo>
                    <a:pt x="294" y="1"/>
                  </a:moveTo>
                  <a:cubicBezTo>
                    <a:pt x="124" y="1"/>
                    <a:pt x="0" y="124"/>
                    <a:pt x="0" y="295"/>
                  </a:cubicBezTo>
                  <a:cubicBezTo>
                    <a:pt x="0" y="442"/>
                    <a:pt x="124" y="565"/>
                    <a:pt x="294" y="565"/>
                  </a:cubicBezTo>
                  <a:lnTo>
                    <a:pt x="1593" y="565"/>
                  </a:lnTo>
                  <a:cubicBezTo>
                    <a:pt x="1740" y="565"/>
                    <a:pt x="1887" y="442"/>
                    <a:pt x="1887" y="295"/>
                  </a:cubicBezTo>
                  <a:cubicBezTo>
                    <a:pt x="1887" y="124"/>
                    <a:pt x="1740" y="1"/>
                    <a:pt x="1593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41">
              <a:extLst>
                <a:ext uri="{FF2B5EF4-FFF2-40B4-BE49-F238E27FC236}">
                  <a16:creationId xmlns:a16="http://schemas.microsoft.com/office/drawing/2014/main" id="{2A64D02C-5A99-8327-15C7-987F044FFCF1}"/>
                </a:ext>
              </a:extLst>
            </p:cNvPr>
            <p:cNvSpPr/>
            <p:nvPr/>
          </p:nvSpPr>
          <p:spPr>
            <a:xfrm>
              <a:off x="3517676" y="1996038"/>
              <a:ext cx="379821" cy="326913"/>
            </a:xfrm>
            <a:custGeom>
              <a:avLst/>
              <a:gdLst/>
              <a:ahLst/>
              <a:cxnLst/>
              <a:rect l="l" t="t" r="r" b="b"/>
              <a:pathLst>
                <a:path w="19498" h="16782" extrusionOk="0">
                  <a:moveTo>
                    <a:pt x="17734" y="3627"/>
                  </a:moveTo>
                  <a:lnTo>
                    <a:pt x="17734" y="10780"/>
                  </a:lnTo>
                  <a:lnTo>
                    <a:pt x="1764" y="10780"/>
                  </a:lnTo>
                  <a:lnTo>
                    <a:pt x="1764" y="3627"/>
                  </a:lnTo>
                  <a:close/>
                  <a:moveTo>
                    <a:pt x="18933" y="11345"/>
                  </a:moveTo>
                  <a:lnTo>
                    <a:pt x="18933" y="12544"/>
                  </a:lnTo>
                  <a:cubicBezTo>
                    <a:pt x="18933" y="12932"/>
                    <a:pt x="18639" y="13225"/>
                    <a:pt x="18245" y="13225"/>
                  </a:cubicBezTo>
                  <a:lnTo>
                    <a:pt x="1247" y="13225"/>
                  </a:lnTo>
                  <a:cubicBezTo>
                    <a:pt x="882" y="13225"/>
                    <a:pt x="588" y="12932"/>
                    <a:pt x="588" y="12544"/>
                  </a:cubicBezTo>
                  <a:lnTo>
                    <a:pt x="588" y="11345"/>
                  </a:lnTo>
                  <a:close/>
                  <a:moveTo>
                    <a:pt x="11315" y="13790"/>
                  </a:moveTo>
                  <a:cubicBezTo>
                    <a:pt x="11339" y="14331"/>
                    <a:pt x="11386" y="15459"/>
                    <a:pt x="11533" y="16194"/>
                  </a:cubicBezTo>
                  <a:lnTo>
                    <a:pt x="7959" y="16194"/>
                  </a:lnTo>
                  <a:cubicBezTo>
                    <a:pt x="8130" y="15459"/>
                    <a:pt x="8182" y="14331"/>
                    <a:pt x="8182" y="13790"/>
                  </a:cubicBezTo>
                  <a:close/>
                  <a:moveTo>
                    <a:pt x="1247" y="0"/>
                  </a:moveTo>
                  <a:cubicBezTo>
                    <a:pt x="565" y="0"/>
                    <a:pt x="1" y="565"/>
                    <a:pt x="1" y="1252"/>
                  </a:cubicBezTo>
                  <a:lnTo>
                    <a:pt x="1" y="5096"/>
                  </a:lnTo>
                  <a:cubicBezTo>
                    <a:pt x="1" y="5243"/>
                    <a:pt x="147" y="5390"/>
                    <a:pt x="294" y="5390"/>
                  </a:cubicBezTo>
                  <a:cubicBezTo>
                    <a:pt x="465" y="5390"/>
                    <a:pt x="588" y="5243"/>
                    <a:pt x="588" y="5096"/>
                  </a:cubicBezTo>
                  <a:lnTo>
                    <a:pt x="588" y="1252"/>
                  </a:lnTo>
                  <a:cubicBezTo>
                    <a:pt x="588" y="882"/>
                    <a:pt x="882" y="565"/>
                    <a:pt x="1247" y="565"/>
                  </a:cubicBezTo>
                  <a:lnTo>
                    <a:pt x="18245" y="565"/>
                  </a:lnTo>
                  <a:cubicBezTo>
                    <a:pt x="18639" y="565"/>
                    <a:pt x="18933" y="882"/>
                    <a:pt x="18933" y="1252"/>
                  </a:cubicBezTo>
                  <a:lnTo>
                    <a:pt x="18933" y="10780"/>
                  </a:lnTo>
                  <a:lnTo>
                    <a:pt x="18322" y="10780"/>
                  </a:lnTo>
                  <a:lnTo>
                    <a:pt x="18322" y="2011"/>
                  </a:lnTo>
                  <a:cubicBezTo>
                    <a:pt x="18322" y="1617"/>
                    <a:pt x="17998" y="1299"/>
                    <a:pt x="17610" y="1299"/>
                  </a:cubicBezTo>
                  <a:lnTo>
                    <a:pt x="13326" y="1299"/>
                  </a:lnTo>
                  <a:cubicBezTo>
                    <a:pt x="13149" y="1299"/>
                    <a:pt x="13032" y="1446"/>
                    <a:pt x="13032" y="1593"/>
                  </a:cubicBezTo>
                  <a:cubicBezTo>
                    <a:pt x="13032" y="1740"/>
                    <a:pt x="13149" y="1887"/>
                    <a:pt x="13326" y="1887"/>
                  </a:cubicBezTo>
                  <a:lnTo>
                    <a:pt x="17610" y="1887"/>
                  </a:lnTo>
                  <a:cubicBezTo>
                    <a:pt x="17681" y="1887"/>
                    <a:pt x="17734" y="1940"/>
                    <a:pt x="17734" y="2011"/>
                  </a:cubicBezTo>
                  <a:lnTo>
                    <a:pt x="17734" y="3063"/>
                  </a:lnTo>
                  <a:lnTo>
                    <a:pt x="1764" y="3063"/>
                  </a:lnTo>
                  <a:lnTo>
                    <a:pt x="1764" y="2011"/>
                  </a:lnTo>
                  <a:cubicBezTo>
                    <a:pt x="1764" y="1940"/>
                    <a:pt x="1834" y="1887"/>
                    <a:pt x="1911" y="1887"/>
                  </a:cubicBezTo>
                  <a:lnTo>
                    <a:pt x="12003" y="1887"/>
                  </a:lnTo>
                  <a:cubicBezTo>
                    <a:pt x="12173" y="1887"/>
                    <a:pt x="12297" y="1740"/>
                    <a:pt x="12297" y="1593"/>
                  </a:cubicBezTo>
                  <a:cubicBezTo>
                    <a:pt x="12297" y="1446"/>
                    <a:pt x="12173" y="1299"/>
                    <a:pt x="12003" y="1299"/>
                  </a:cubicBezTo>
                  <a:lnTo>
                    <a:pt x="1911" y="1299"/>
                  </a:lnTo>
                  <a:cubicBezTo>
                    <a:pt x="1517" y="1299"/>
                    <a:pt x="1200" y="1617"/>
                    <a:pt x="1200" y="2011"/>
                  </a:cubicBezTo>
                  <a:lnTo>
                    <a:pt x="1200" y="10780"/>
                  </a:lnTo>
                  <a:lnTo>
                    <a:pt x="588" y="10780"/>
                  </a:lnTo>
                  <a:lnTo>
                    <a:pt x="588" y="6419"/>
                  </a:lnTo>
                  <a:cubicBezTo>
                    <a:pt x="588" y="6249"/>
                    <a:pt x="465" y="6125"/>
                    <a:pt x="294" y="6125"/>
                  </a:cubicBezTo>
                  <a:cubicBezTo>
                    <a:pt x="147" y="6125"/>
                    <a:pt x="1" y="6249"/>
                    <a:pt x="1" y="6419"/>
                  </a:cubicBezTo>
                  <a:lnTo>
                    <a:pt x="1" y="12544"/>
                  </a:lnTo>
                  <a:cubicBezTo>
                    <a:pt x="1" y="13255"/>
                    <a:pt x="565" y="13790"/>
                    <a:pt x="1247" y="13790"/>
                  </a:cubicBezTo>
                  <a:lnTo>
                    <a:pt x="7618" y="13790"/>
                  </a:lnTo>
                  <a:cubicBezTo>
                    <a:pt x="7595" y="14454"/>
                    <a:pt x="7542" y="15577"/>
                    <a:pt x="7395" y="16194"/>
                  </a:cubicBezTo>
                  <a:lnTo>
                    <a:pt x="6390" y="16194"/>
                  </a:lnTo>
                  <a:cubicBezTo>
                    <a:pt x="6243" y="16194"/>
                    <a:pt x="6096" y="16311"/>
                    <a:pt x="6096" y="16488"/>
                  </a:cubicBezTo>
                  <a:cubicBezTo>
                    <a:pt x="6096" y="16635"/>
                    <a:pt x="6243" y="16782"/>
                    <a:pt x="6390" y="16782"/>
                  </a:cubicBezTo>
                  <a:lnTo>
                    <a:pt x="13126" y="16782"/>
                  </a:lnTo>
                  <a:cubicBezTo>
                    <a:pt x="13273" y="16782"/>
                    <a:pt x="13396" y="16635"/>
                    <a:pt x="13396" y="16488"/>
                  </a:cubicBezTo>
                  <a:cubicBezTo>
                    <a:pt x="13396" y="16311"/>
                    <a:pt x="13273" y="16194"/>
                    <a:pt x="13126" y="16194"/>
                  </a:cubicBezTo>
                  <a:lnTo>
                    <a:pt x="12121" y="16194"/>
                  </a:lnTo>
                  <a:cubicBezTo>
                    <a:pt x="11974" y="15577"/>
                    <a:pt x="11927" y="14454"/>
                    <a:pt x="11903" y="13790"/>
                  </a:cubicBezTo>
                  <a:lnTo>
                    <a:pt x="18245" y="13790"/>
                  </a:lnTo>
                  <a:cubicBezTo>
                    <a:pt x="18933" y="13790"/>
                    <a:pt x="19497" y="13255"/>
                    <a:pt x="19497" y="12544"/>
                  </a:cubicBezTo>
                  <a:lnTo>
                    <a:pt x="19497" y="1252"/>
                  </a:lnTo>
                  <a:cubicBezTo>
                    <a:pt x="19497" y="565"/>
                    <a:pt x="18933" y="0"/>
                    <a:pt x="18245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90" name="Google Shape;1590;p41">
            <a:extLst>
              <a:ext uri="{FF2B5EF4-FFF2-40B4-BE49-F238E27FC236}">
                <a16:creationId xmlns:a16="http://schemas.microsoft.com/office/drawing/2014/main" id="{9C97885B-DCBF-F920-709B-B2AAC57F43D6}"/>
              </a:ext>
            </a:extLst>
          </p:cNvPr>
          <p:cNvGrpSpPr/>
          <p:nvPr/>
        </p:nvGrpSpPr>
        <p:grpSpPr>
          <a:xfrm>
            <a:off x="1686436" y="1949565"/>
            <a:ext cx="379821" cy="326796"/>
            <a:chOff x="4093948" y="1308595"/>
            <a:chExt cx="379821" cy="326796"/>
          </a:xfrm>
        </p:grpSpPr>
        <p:sp>
          <p:nvSpPr>
            <p:cNvPr id="1591" name="Google Shape;1591;p41">
              <a:extLst>
                <a:ext uri="{FF2B5EF4-FFF2-40B4-BE49-F238E27FC236}">
                  <a16:creationId xmlns:a16="http://schemas.microsoft.com/office/drawing/2014/main" id="{37764F86-A65C-28A6-0798-674D1CDB5E14}"/>
                </a:ext>
              </a:extLst>
            </p:cNvPr>
            <p:cNvSpPr/>
            <p:nvPr/>
          </p:nvSpPr>
          <p:spPr>
            <a:xfrm>
              <a:off x="4099675" y="1524295"/>
              <a:ext cx="368367" cy="47648"/>
            </a:xfrm>
            <a:custGeom>
              <a:avLst/>
              <a:gdLst/>
              <a:ahLst/>
              <a:cxnLst/>
              <a:rect l="l" t="t" r="r" b="b"/>
              <a:pathLst>
                <a:path w="18910" h="2446" extrusionOk="0">
                  <a:moveTo>
                    <a:pt x="0" y="1"/>
                  </a:moveTo>
                  <a:lnTo>
                    <a:pt x="0" y="1494"/>
                  </a:lnTo>
                  <a:cubicBezTo>
                    <a:pt x="0" y="2029"/>
                    <a:pt x="418" y="2446"/>
                    <a:pt x="959" y="2446"/>
                  </a:cubicBezTo>
                  <a:lnTo>
                    <a:pt x="17951" y="2446"/>
                  </a:lnTo>
                  <a:cubicBezTo>
                    <a:pt x="18492" y="2446"/>
                    <a:pt x="18909" y="2029"/>
                    <a:pt x="18909" y="1494"/>
                  </a:cubicBezTo>
                  <a:lnTo>
                    <a:pt x="18909" y="1"/>
                  </a:ln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41">
              <a:extLst>
                <a:ext uri="{FF2B5EF4-FFF2-40B4-BE49-F238E27FC236}">
                  <a16:creationId xmlns:a16="http://schemas.microsoft.com/office/drawing/2014/main" id="{0D9D3B0F-9C82-4B83-2C11-3D41DF739971}"/>
                </a:ext>
              </a:extLst>
            </p:cNvPr>
            <p:cNvSpPr/>
            <p:nvPr/>
          </p:nvSpPr>
          <p:spPr>
            <a:xfrm>
              <a:off x="4099675" y="1314302"/>
              <a:ext cx="368367" cy="210014"/>
            </a:xfrm>
            <a:custGeom>
              <a:avLst/>
              <a:gdLst/>
              <a:ahLst/>
              <a:cxnLst/>
              <a:rect l="l" t="t" r="r" b="b"/>
              <a:pathLst>
                <a:path w="18910" h="10781" extrusionOk="0">
                  <a:moveTo>
                    <a:pt x="959" y="1"/>
                  </a:moveTo>
                  <a:cubicBezTo>
                    <a:pt x="418" y="1"/>
                    <a:pt x="0" y="418"/>
                    <a:pt x="0" y="959"/>
                  </a:cubicBezTo>
                  <a:lnTo>
                    <a:pt x="0" y="10781"/>
                  </a:lnTo>
                  <a:lnTo>
                    <a:pt x="18909" y="10781"/>
                  </a:lnTo>
                  <a:lnTo>
                    <a:pt x="18909" y="959"/>
                  </a:lnTo>
                  <a:cubicBezTo>
                    <a:pt x="18909" y="418"/>
                    <a:pt x="18492" y="1"/>
                    <a:pt x="17951" y="1"/>
                  </a:cubicBezTo>
                  <a:close/>
                </a:path>
              </a:pathLst>
            </a:custGeom>
            <a:solidFill>
              <a:srgbClr val="FF93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41">
              <a:extLst>
                <a:ext uri="{FF2B5EF4-FFF2-40B4-BE49-F238E27FC236}">
                  <a16:creationId xmlns:a16="http://schemas.microsoft.com/office/drawing/2014/main" id="{73235BD7-DB87-26E3-2418-5ADC6441AB2E}"/>
                </a:ext>
              </a:extLst>
            </p:cNvPr>
            <p:cNvSpPr/>
            <p:nvPr/>
          </p:nvSpPr>
          <p:spPr>
            <a:xfrm>
              <a:off x="4099675" y="1314302"/>
              <a:ext cx="368367" cy="210014"/>
            </a:xfrm>
            <a:custGeom>
              <a:avLst/>
              <a:gdLst/>
              <a:ahLst/>
              <a:cxnLst/>
              <a:rect l="l" t="t" r="r" b="b"/>
              <a:pathLst>
                <a:path w="18910" h="10781" extrusionOk="0">
                  <a:moveTo>
                    <a:pt x="959" y="1"/>
                  </a:moveTo>
                  <a:cubicBezTo>
                    <a:pt x="418" y="1"/>
                    <a:pt x="0" y="418"/>
                    <a:pt x="0" y="959"/>
                  </a:cubicBezTo>
                  <a:lnTo>
                    <a:pt x="0" y="10781"/>
                  </a:lnTo>
                  <a:lnTo>
                    <a:pt x="18909" y="10781"/>
                  </a:lnTo>
                  <a:lnTo>
                    <a:pt x="18909" y="959"/>
                  </a:lnTo>
                  <a:cubicBezTo>
                    <a:pt x="18909" y="418"/>
                    <a:pt x="18492" y="1"/>
                    <a:pt x="17951" y="1"/>
                  </a:cubicBezTo>
                  <a:close/>
                </a:path>
              </a:pathLst>
            </a:custGeom>
            <a:solidFill>
              <a:srgbClr val="FF93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41">
              <a:extLst>
                <a:ext uri="{FF2B5EF4-FFF2-40B4-BE49-F238E27FC236}">
                  <a16:creationId xmlns:a16="http://schemas.microsoft.com/office/drawing/2014/main" id="{1BE58D39-14C5-2754-A3DD-194AA42DC754}"/>
                </a:ext>
              </a:extLst>
            </p:cNvPr>
            <p:cNvSpPr/>
            <p:nvPr/>
          </p:nvSpPr>
          <p:spPr>
            <a:xfrm>
              <a:off x="4434592" y="1314302"/>
              <a:ext cx="33447" cy="210014"/>
            </a:xfrm>
            <a:custGeom>
              <a:avLst/>
              <a:gdLst/>
              <a:ahLst/>
              <a:cxnLst/>
              <a:rect l="l" t="t" r="r" b="b"/>
              <a:pathLst>
                <a:path w="1717" h="10781" extrusionOk="0">
                  <a:moveTo>
                    <a:pt x="0" y="1"/>
                  </a:moveTo>
                  <a:cubicBezTo>
                    <a:pt x="541" y="1"/>
                    <a:pt x="958" y="418"/>
                    <a:pt x="958" y="959"/>
                  </a:cubicBezTo>
                  <a:lnTo>
                    <a:pt x="958" y="10781"/>
                  </a:lnTo>
                  <a:lnTo>
                    <a:pt x="1716" y="10781"/>
                  </a:lnTo>
                  <a:lnTo>
                    <a:pt x="1716" y="959"/>
                  </a:lnTo>
                  <a:cubicBezTo>
                    <a:pt x="1716" y="418"/>
                    <a:pt x="1299" y="1"/>
                    <a:pt x="758" y="1"/>
                  </a:cubicBezTo>
                  <a:close/>
                </a:path>
              </a:pathLst>
            </a:custGeom>
            <a:solidFill>
              <a:srgbClr val="FF61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41">
              <a:extLst>
                <a:ext uri="{FF2B5EF4-FFF2-40B4-BE49-F238E27FC236}">
                  <a16:creationId xmlns:a16="http://schemas.microsoft.com/office/drawing/2014/main" id="{BE43B33B-8A12-D9D9-5308-64EC0935FC6E}"/>
                </a:ext>
              </a:extLst>
            </p:cNvPr>
            <p:cNvSpPr/>
            <p:nvPr/>
          </p:nvSpPr>
          <p:spPr>
            <a:xfrm>
              <a:off x="4434592" y="1524295"/>
              <a:ext cx="33447" cy="47648"/>
            </a:xfrm>
            <a:custGeom>
              <a:avLst/>
              <a:gdLst/>
              <a:ahLst/>
              <a:cxnLst/>
              <a:rect l="l" t="t" r="r" b="b"/>
              <a:pathLst>
                <a:path w="1717" h="2446" extrusionOk="0">
                  <a:moveTo>
                    <a:pt x="958" y="1"/>
                  </a:moveTo>
                  <a:lnTo>
                    <a:pt x="958" y="1494"/>
                  </a:lnTo>
                  <a:cubicBezTo>
                    <a:pt x="958" y="2029"/>
                    <a:pt x="541" y="2446"/>
                    <a:pt x="0" y="2446"/>
                  </a:cubicBezTo>
                  <a:lnTo>
                    <a:pt x="758" y="2446"/>
                  </a:lnTo>
                  <a:cubicBezTo>
                    <a:pt x="1299" y="2446"/>
                    <a:pt x="1716" y="2029"/>
                    <a:pt x="1716" y="1494"/>
                  </a:cubicBezTo>
                  <a:lnTo>
                    <a:pt x="1716" y="1"/>
                  </a:lnTo>
                  <a:close/>
                </a:path>
              </a:pathLst>
            </a:custGeom>
            <a:solidFill>
              <a:srgbClr val="866A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41">
              <a:extLst>
                <a:ext uri="{FF2B5EF4-FFF2-40B4-BE49-F238E27FC236}">
                  <a16:creationId xmlns:a16="http://schemas.microsoft.com/office/drawing/2014/main" id="{278A0444-1569-930D-6C8E-423A7348B34C}"/>
                </a:ext>
              </a:extLst>
            </p:cNvPr>
            <p:cNvSpPr/>
            <p:nvPr/>
          </p:nvSpPr>
          <p:spPr>
            <a:xfrm>
              <a:off x="4241878" y="1571923"/>
              <a:ext cx="83959" cy="57739"/>
            </a:xfrm>
            <a:custGeom>
              <a:avLst/>
              <a:gdLst/>
              <a:ahLst/>
              <a:cxnLst/>
              <a:rect l="l" t="t" r="r" b="b"/>
              <a:pathLst>
                <a:path w="4310" h="2964" extrusionOk="0">
                  <a:moveTo>
                    <a:pt x="318" y="1"/>
                  </a:moveTo>
                  <a:cubicBezTo>
                    <a:pt x="318" y="1"/>
                    <a:pt x="271" y="2182"/>
                    <a:pt x="1" y="2963"/>
                  </a:cubicBezTo>
                  <a:lnTo>
                    <a:pt x="4309" y="2963"/>
                  </a:lnTo>
                  <a:cubicBezTo>
                    <a:pt x="4039" y="2182"/>
                    <a:pt x="3992" y="1"/>
                    <a:pt x="3992" y="1"/>
                  </a:cubicBezTo>
                  <a:close/>
                </a:path>
              </a:pathLst>
            </a:custGeom>
            <a:solidFill>
              <a:srgbClr val="866A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41">
              <a:extLst>
                <a:ext uri="{FF2B5EF4-FFF2-40B4-BE49-F238E27FC236}">
                  <a16:creationId xmlns:a16="http://schemas.microsoft.com/office/drawing/2014/main" id="{1F2AFA14-84C4-BA4D-CF4D-C0E1454A930D}"/>
                </a:ext>
              </a:extLst>
            </p:cNvPr>
            <p:cNvSpPr/>
            <p:nvPr/>
          </p:nvSpPr>
          <p:spPr>
            <a:xfrm>
              <a:off x="4247605" y="1571923"/>
              <a:ext cx="72505" cy="14805"/>
            </a:xfrm>
            <a:custGeom>
              <a:avLst/>
              <a:gdLst/>
              <a:ahLst/>
              <a:cxnLst/>
              <a:rect l="l" t="t" r="r" b="b"/>
              <a:pathLst>
                <a:path w="3722" h="760" extrusionOk="0">
                  <a:moveTo>
                    <a:pt x="24" y="1"/>
                  </a:moveTo>
                  <a:cubicBezTo>
                    <a:pt x="24" y="1"/>
                    <a:pt x="1" y="318"/>
                    <a:pt x="1" y="759"/>
                  </a:cubicBezTo>
                  <a:lnTo>
                    <a:pt x="3721" y="759"/>
                  </a:lnTo>
                  <a:cubicBezTo>
                    <a:pt x="3721" y="318"/>
                    <a:pt x="3698" y="1"/>
                    <a:pt x="3698" y="1"/>
                  </a:cubicBez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41">
              <a:extLst>
                <a:ext uri="{FF2B5EF4-FFF2-40B4-BE49-F238E27FC236}">
                  <a16:creationId xmlns:a16="http://schemas.microsoft.com/office/drawing/2014/main" id="{1B7050A4-A785-12DB-C599-BFC08493843A}"/>
                </a:ext>
              </a:extLst>
            </p:cNvPr>
            <p:cNvSpPr/>
            <p:nvPr/>
          </p:nvSpPr>
          <p:spPr>
            <a:xfrm>
              <a:off x="4247605" y="1571923"/>
              <a:ext cx="72505" cy="14805"/>
            </a:xfrm>
            <a:custGeom>
              <a:avLst/>
              <a:gdLst/>
              <a:ahLst/>
              <a:cxnLst/>
              <a:rect l="l" t="t" r="r" b="b"/>
              <a:pathLst>
                <a:path w="3722" h="760" extrusionOk="0">
                  <a:moveTo>
                    <a:pt x="24" y="1"/>
                  </a:moveTo>
                  <a:cubicBezTo>
                    <a:pt x="24" y="1"/>
                    <a:pt x="1" y="318"/>
                    <a:pt x="1" y="759"/>
                  </a:cubicBezTo>
                  <a:lnTo>
                    <a:pt x="3721" y="759"/>
                  </a:lnTo>
                  <a:cubicBezTo>
                    <a:pt x="3721" y="318"/>
                    <a:pt x="3698" y="1"/>
                    <a:pt x="3698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41">
              <a:extLst>
                <a:ext uri="{FF2B5EF4-FFF2-40B4-BE49-F238E27FC236}">
                  <a16:creationId xmlns:a16="http://schemas.microsoft.com/office/drawing/2014/main" id="{A6919DE5-A967-9CFC-3828-D085F796A2EA}"/>
                </a:ext>
              </a:extLst>
            </p:cNvPr>
            <p:cNvSpPr/>
            <p:nvPr/>
          </p:nvSpPr>
          <p:spPr>
            <a:xfrm>
              <a:off x="4122583" y="1339607"/>
              <a:ext cx="322550" cy="184709"/>
            </a:xfrm>
            <a:custGeom>
              <a:avLst/>
              <a:gdLst/>
              <a:ahLst/>
              <a:cxnLst/>
              <a:rect l="l" t="t" r="r" b="b"/>
              <a:pathLst>
                <a:path w="16558" h="9482" extrusionOk="0">
                  <a:moveTo>
                    <a:pt x="441" y="1"/>
                  </a:moveTo>
                  <a:cubicBezTo>
                    <a:pt x="200" y="1"/>
                    <a:pt x="0" y="195"/>
                    <a:pt x="0" y="442"/>
                  </a:cubicBezTo>
                  <a:lnTo>
                    <a:pt x="0" y="9482"/>
                  </a:lnTo>
                  <a:lnTo>
                    <a:pt x="16558" y="9482"/>
                  </a:lnTo>
                  <a:lnTo>
                    <a:pt x="16558" y="442"/>
                  </a:lnTo>
                  <a:cubicBezTo>
                    <a:pt x="16558" y="195"/>
                    <a:pt x="16364" y="1"/>
                    <a:pt x="16117" y="1"/>
                  </a:cubicBez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41">
              <a:extLst>
                <a:ext uri="{FF2B5EF4-FFF2-40B4-BE49-F238E27FC236}">
                  <a16:creationId xmlns:a16="http://schemas.microsoft.com/office/drawing/2014/main" id="{A99F8632-4C58-6066-4D48-3ED262DFEE18}"/>
                </a:ext>
              </a:extLst>
            </p:cNvPr>
            <p:cNvSpPr/>
            <p:nvPr/>
          </p:nvSpPr>
          <p:spPr>
            <a:xfrm>
              <a:off x="4421755" y="1339607"/>
              <a:ext cx="23376" cy="184709"/>
            </a:xfrm>
            <a:custGeom>
              <a:avLst/>
              <a:gdLst/>
              <a:ahLst/>
              <a:cxnLst/>
              <a:rect l="l" t="t" r="r" b="b"/>
              <a:pathLst>
                <a:path w="1200" h="9482" extrusionOk="0">
                  <a:moveTo>
                    <a:pt x="1" y="1"/>
                  </a:moveTo>
                  <a:cubicBezTo>
                    <a:pt x="242" y="1"/>
                    <a:pt x="442" y="195"/>
                    <a:pt x="442" y="442"/>
                  </a:cubicBezTo>
                  <a:lnTo>
                    <a:pt x="442" y="9482"/>
                  </a:lnTo>
                  <a:lnTo>
                    <a:pt x="1200" y="9482"/>
                  </a:lnTo>
                  <a:lnTo>
                    <a:pt x="1200" y="442"/>
                  </a:lnTo>
                  <a:cubicBezTo>
                    <a:pt x="1200" y="195"/>
                    <a:pt x="1006" y="1"/>
                    <a:pt x="759" y="1"/>
                  </a:cubicBez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41">
              <a:extLst>
                <a:ext uri="{FF2B5EF4-FFF2-40B4-BE49-F238E27FC236}">
                  <a16:creationId xmlns:a16="http://schemas.microsoft.com/office/drawing/2014/main" id="{0068A954-956B-A434-ED11-B621564E25B6}"/>
                </a:ext>
              </a:extLst>
            </p:cNvPr>
            <p:cNvSpPr/>
            <p:nvPr/>
          </p:nvSpPr>
          <p:spPr>
            <a:xfrm>
              <a:off x="4122583" y="1339607"/>
              <a:ext cx="322550" cy="33915"/>
            </a:xfrm>
            <a:custGeom>
              <a:avLst/>
              <a:gdLst/>
              <a:ahLst/>
              <a:cxnLst/>
              <a:rect l="l" t="t" r="r" b="b"/>
              <a:pathLst>
                <a:path w="16558" h="1741" extrusionOk="0">
                  <a:moveTo>
                    <a:pt x="441" y="1"/>
                  </a:moveTo>
                  <a:cubicBezTo>
                    <a:pt x="200" y="1"/>
                    <a:pt x="0" y="195"/>
                    <a:pt x="0" y="442"/>
                  </a:cubicBezTo>
                  <a:lnTo>
                    <a:pt x="0" y="1741"/>
                  </a:lnTo>
                  <a:lnTo>
                    <a:pt x="16558" y="1741"/>
                  </a:lnTo>
                  <a:lnTo>
                    <a:pt x="16558" y="442"/>
                  </a:lnTo>
                  <a:cubicBezTo>
                    <a:pt x="16558" y="195"/>
                    <a:pt x="16364" y="1"/>
                    <a:pt x="16117" y="1"/>
                  </a:cubicBez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41">
              <a:extLst>
                <a:ext uri="{FF2B5EF4-FFF2-40B4-BE49-F238E27FC236}">
                  <a16:creationId xmlns:a16="http://schemas.microsoft.com/office/drawing/2014/main" id="{C978B0C9-3A1B-8ACC-F5A5-70A56836A5B4}"/>
                </a:ext>
              </a:extLst>
            </p:cNvPr>
            <p:cNvSpPr/>
            <p:nvPr/>
          </p:nvSpPr>
          <p:spPr>
            <a:xfrm>
              <a:off x="4421755" y="1339607"/>
              <a:ext cx="23376" cy="33915"/>
            </a:xfrm>
            <a:custGeom>
              <a:avLst/>
              <a:gdLst/>
              <a:ahLst/>
              <a:cxnLst/>
              <a:rect l="l" t="t" r="r" b="b"/>
              <a:pathLst>
                <a:path w="1200" h="1741" extrusionOk="0">
                  <a:moveTo>
                    <a:pt x="1" y="1"/>
                  </a:moveTo>
                  <a:cubicBezTo>
                    <a:pt x="242" y="1"/>
                    <a:pt x="442" y="195"/>
                    <a:pt x="442" y="442"/>
                  </a:cubicBezTo>
                  <a:lnTo>
                    <a:pt x="442" y="1741"/>
                  </a:lnTo>
                  <a:lnTo>
                    <a:pt x="1200" y="1741"/>
                  </a:lnTo>
                  <a:lnTo>
                    <a:pt x="1200" y="442"/>
                  </a:lnTo>
                  <a:cubicBezTo>
                    <a:pt x="1200" y="224"/>
                    <a:pt x="1029" y="48"/>
                    <a:pt x="830" y="24"/>
                  </a:cubicBezTo>
                  <a:cubicBezTo>
                    <a:pt x="806" y="1"/>
                    <a:pt x="782" y="1"/>
                    <a:pt x="759" y="1"/>
                  </a:cubicBezTo>
                  <a:close/>
                </a:path>
              </a:pathLst>
            </a:custGeom>
            <a:solidFill>
              <a:srgbClr val="866A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41">
              <a:extLst>
                <a:ext uri="{FF2B5EF4-FFF2-40B4-BE49-F238E27FC236}">
                  <a16:creationId xmlns:a16="http://schemas.microsoft.com/office/drawing/2014/main" id="{2A5534FD-E5DC-AFE9-2F6D-3C59006540DA}"/>
                </a:ext>
              </a:extLst>
            </p:cNvPr>
            <p:cNvSpPr/>
            <p:nvPr/>
          </p:nvSpPr>
          <p:spPr>
            <a:xfrm>
              <a:off x="4148336" y="1394910"/>
              <a:ext cx="91614" cy="104569"/>
            </a:xfrm>
            <a:custGeom>
              <a:avLst/>
              <a:gdLst/>
              <a:ahLst/>
              <a:cxnLst/>
              <a:rect l="l" t="t" r="r" b="b"/>
              <a:pathLst>
                <a:path w="4703" h="5368" extrusionOk="0">
                  <a:moveTo>
                    <a:pt x="1" y="1"/>
                  </a:moveTo>
                  <a:lnTo>
                    <a:pt x="1" y="5367"/>
                  </a:lnTo>
                  <a:lnTo>
                    <a:pt x="4703" y="5367"/>
                  </a:lnTo>
                  <a:lnTo>
                    <a:pt x="4703" y="1"/>
                  </a:lnTo>
                  <a:close/>
                </a:path>
              </a:pathLst>
            </a:custGeom>
            <a:solidFill>
              <a:srgbClr val="00C7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41">
              <a:extLst>
                <a:ext uri="{FF2B5EF4-FFF2-40B4-BE49-F238E27FC236}">
                  <a16:creationId xmlns:a16="http://schemas.microsoft.com/office/drawing/2014/main" id="{FE96057B-53F1-5618-5036-7BB000716D96}"/>
                </a:ext>
              </a:extLst>
            </p:cNvPr>
            <p:cNvSpPr/>
            <p:nvPr/>
          </p:nvSpPr>
          <p:spPr>
            <a:xfrm>
              <a:off x="4265234" y="1394910"/>
              <a:ext cx="154145" cy="48232"/>
            </a:xfrm>
            <a:custGeom>
              <a:avLst/>
              <a:gdLst/>
              <a:ahLst/>
              <a:cxnLst/>
              <a:rect l="l" t="t" r="r" b="b"/>
              <a:pathLst>
                <a:path w="7913" h="2476" extrusionOk="0">
                  <a:moveTo>
                    <a:pt x="1" y="1"/>
                  </a:moveTo>
                  <a:lnTo>
                    <a:pt x="1" y="2475"/>
                  </a:lnTo>
                  <a:lnTo>
                    <a:pt x="7912" y="2475"/>
                  </a:lnTo>
                  <a:lnTo>
                    <a:pt x="7912" y="1"/>
                  </a:lnTo>
                  <a:close/>
                </a:path>
              </a:pathLst>
            </a:custGeom>
            <a:solidFill>
              <a:srgbClr val="FFE1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41">
              <a:extLst>
                <a:ext uri="{FF2B5EF4-FFF2-40B4-BE49-F238E27FC236}">
                  <a16:creationId xmlns:a16="http://schemas.microsoft.com/office/drawing/2014/main" id="{395F4EC2-7863-F7D9-394B-F44EB414FA3B}"/>
                </a:ext>
              </a:extLst>
            </p:cNvPr>
            <p:cNvSpPr/>
            <p:nvPr/>
          </p:nvSpPr>
          <p:spPr>
            <a:xfrm>
              <a:off x="4144557" y="1351528"/>
              <a:ext cx="11006" cy="11006"/>
            </a:xfrm>
            <a:custGeom>
              <a:avLst/>
              <a:gdLst/>
              <a:ahLst/>
              <a:cxnLst/>
              <a:rect l="l" t="t" r="r" b="b"/>
              <a:pathLst>
                <a:path w="565" h="565" extrusionOk="0">
                  <a:moveTo>
                    <a:pt x="294" y="0"/>
                  </a:moveTo>
                  <a:cubicBezTo>
                    <a:pt x="124" y="0"/>
                    <a:pt x="1" y="124"/>
                    <a:pt x="1" y="294"/>
                  </a:cubicBezTo>
                  <a:cubicBezTo>
                    <a:pt x="1" y="441"/>
                    <a:pt x="124" y="564"/>
                    <a:pt x="294" y="564"/>
                  </a:cubicBezTo>
                  <a:cubicBezTo>
                    <a:pt x="441" y="564"/>
                    <a:pt x="565" y="441"/>
                    <a:pt x="565" y="294"/>
                  </a:cubicBezTo>
                  <a:cubicBezTo>
                    <a:pt x="565" y="124"/>
                    <a:pt x="441" y="0"/>
                    <a:pt x="294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41">
              <a:extLst>
                <a:ext uri="{FF2B5EF4-FFF2-40B4-BE49-F238E27FC236}">
                  <a16:creationId xmlns:a16="http://schemas.microsoft.com/office/drawing/2014/main" id="{E7F667EC-5653-A946-87A9-E6CE39253E3F}"/>
                </a:ext>
              </a:extLst>
            </p:cNvPr>
            <p:cNvSpPr/>
            <p:nvPr/>
          </p:nvSpPr>
          <p:spPr>
            <a:xfrm>
              <a:off x="4165965" y="1351450"/>
              <a:ext cx="12039" cy="11162"/>
            </a:xfrm>
            <a:custGeom>
              <a:avLst/>
              <a:gdLst/>
              <a:ahLst/>
              <a:cxnLst/>
              <a:rect l="l" t="t" r="r" b="b"/>
              <a:pathLst>
                <a:path w="618" h="573" extrusionOk="0">
                  <a:moveTo>
                    <a:pt x="314" y="1"/>
                  </a:moveTo>
                  <a:cubicBezTo>
                    <a:pt x="300" y="1"/>
                    <a:pt x="285" y="2"/>
                    <a:pt x="271" y="4"/>
                  </a:cubicBezTo>
                  <a:cubicBezTo>
                    <a:pt x="124" y="28"/>
                    <a:pt x="1" y="175"/>
                    <a:pt x="30" y="322"/>
                  </a:cubicBezTo>
                  <a:cubicBezTo>
                    <a:pt x="51" y="480"/>
                    <a:pt x="172" y="572"/>
                    <a:pt x="320" y="572"/>
                  </a:cubicBezTo>
                  <a:cubicBezTo>
                    <a:pt x="337" y="572"/>
                    <a:pt x="354" y="571"/>
                    <a:pt x="371" y="568"/>
                  </a:cubicBezTo>
                  <a:cubicBezTo>
                    <a:pt x="518" y="545"/>
                    <a:pt x="618" y="398"/>
                    <a:pt x="588" y="251"/>
                  </a:cubicBezTo>
                  <a:cubicBezTo>
                    <a:pt x="567" y="97"/>
                    <a:pt x="445" y="1"/>
                    <a:pt x="314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41">
              <a:extLst>
                <a:ext uri="{FF2B5EF4-FFF2-40B4-BE49-F238E27FC236}">
                  <a16:creationId xmlns:a16="http://schemas.microsoft.com/office/drawing/2014/main" id="{97D0B59F-05A6-BFE0-EC0B-DFF61352A270}"/>
                </a:ext>
              </a:extLst>
            </p:cNvPr>
            <p:cNvSpPr/>
            <p:nvPr/>
          </p:nvSpPr>
          <p:spPr>
            <a:xfrm>
              <a:off x="4188406" y="1351450"/>
              <a:ext cx="11941" cy="11162"/>
            </a:xfrm>
            <a:custGeom>
              <a:avLst/>
              <a:gdLst/>
              <a:ahLst/>
              <a:cxnLst/>
              <a:rect l="l" t="t" r="r" b="b"/>
              <a:pathLst>
                <a:path w="613" h="573" extrusionOk="0">
                  <a:moveTo>
                    <a:pt x="297" y="1"/>
                  </a:moveTo>
                  <a:cubicBezTo>
                    <a:pt x="281" y="1"/>
                    <a:pt x="264" y="2"/>
                    <a:pt x="248" y="4"/>
                  </a:cubicBezTo>
                  <a:cubicBezTo>
                    <a:pt x="101" y="28"/>
                    <a:pt x="1" y="175"/>
                    <a:pt x="24" y="322"/>
                  </a:cubicBezTo>
                  <a:cubicBezTo>
                    <a:pt x="51" y="480"/>
                    <a:pt x="172" y="572"/>
                    <a:pt x="303" y="572"/>
                  </a:cubicBezTo>
                  <a:cubicBezTo>
                    <a:pt x="318" y="572"/>
                    <a:pt x="333" y="571"/>
                    <a:pt x="348" y="568"/>
                  </a:cubicBezTo>
                  <a:cubicBezTo>
                    <a:pt x="494" y="545"/>
                    <a:pt x="612" y="398"/>
                    <a:pt x="589" y="251"/>
                  </a:cubicBezTo>
                  <a:cubicBezTo>
                    <a:pt x="567" y="97"/>
                    <a:pt x="445" y="1"/>
                    <a:pt x="297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41">
              <a:extLst>
                <a:ext uri="{FF2B5EF4-FFF2-40B4-BE49-F238E27FC236}">
                  <a16:creationId xmlns:a16="http://schemas.microsoft.com/office/drawing/2014/main" id="{A77D9E0D-7E72-E50F-FA0F-A3420DC30626}"/>
                </a:ext>
              </a:extLst>
            </p:cNvPr>
            <p:cNvSpPr/>
            <p:nvPr/>
          </p:nvSpPr>
          <p:spPr>
            <a:xfrm>
              <a:off x="4265702" y="1542392"/>
              <a:ext cx="36311" cy="11474"/>
            </a:xfrm>
            <a:custGeom>
              <a:avLst/>
              <a:gdLst/>
              <a:ahLst/>
              <a:cxnLst/>
              <a:rect l="l" t="t" r="r" b="b"/>
              <a:pathLst>
                <a:path w="1864" h="589" extrusionOk="0">
                  <a:moveTo>
                    <a:pt x="271" y="1"/>
                  </a:moveTo>
                  <a:cubicBezTo>
                    <a:pt x="124" y="1"/>
                    <a:pt x="0" y="147"/>
                    <a:pt x="0" y="294"/>
                  </a:cubicBezTo>
                  <a:cubicBezTo>
                    <a:pt x="0" y="465"/>
                    <a:pt x="124" y="588"/>
                    <a:pt x="271" y="588"/>
                  </a:cubicBezTo>
                  <a:lnTo>
                    <a:pt x="1593" y="588"/>
                  </a:lnTo>
                  <a:cubicBezTo>
                    <a:pt x="1740" y="588"/>
                    <a:pt x="1864" y="465"/>
                    <a:pt x="1864" y="294"/>
                  </a:cubicBezTo>
                  <a:cubicBezTo>
                    <a:pt x="1864" y="147"/>
                    <a:pt x="1740" y="1"/>
                    <a:pt x="1593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41">
              <a:extLst>
                <a:ext uri="{FF2B5EF4-FFF2-40B4-BE49-F238E27FC236}">
                  <a16:creationId xmlns:a16="http://schemas.microsoft.com/office/drawing/2014/main" id="{045638EE-DFB4-3F31-942C-9DB406ABD97C}"/>
                </a:ext>
              </a:extLst>
            </p:cNvPr>
            <p:cNvSpPr/>
            <p:nvPr/>
          </p:nvSpPr>
          <p:spPr>
            <a:xfrm>
              <a:off x="4093948" y="1308595"/>
              <a:ext cx="379821" cy="326796"/>
            </a:xfrm>
            <a:custGeom>
              <a:avLst/>
              <a:gdLst/>
              <a:ahLst/>
              <a:cxnLst/>
              <a:rect l="l" t="t" r="r" b="b"/>
              <a:pathLst>
                <a:path w="19498" h="16776" extrusionOk="0">
                  <a:moveTo>
                    <a:pt x="17587" y="1887"/>
                  </a:moveTo>
                  <a:cubicBezTo>
                    <a:pt x="17687" y="1887"/>
                    <a:pt x="17734" y="1963"/>
                    <a:pt x="17734" y="2034"/>
                  </a:cubicBezTo>
                  <a:lnTo>
                    <a:pt x="17734" y="3062"/>
                  </a:lnTo>
                  <a:lnTo>
                    <a:pt x="1764" y="3062"/>
                  </a:lnTo>
                  <a:lnTo>
                    <a:pt x="1764" y="2034"/>
                  </a:lnTo>
                  <a:lnTo>
                    <a:pt x="1764" y="1987"/>
                  </a:lnTo>
                  <a:cubicBezTo>
                    <a:pt x="1787" y="1934"/>
                    <a:pt x="1840" y="1887"/>
                    <a:pt x="1911" y="1887"/>
                  </a:cubicBezTo>
                  <a:close/>
                  <a:moveTo>
                    <a:pt x="17734" y="3627"/>
                  </a:moveTo>
                  <a:lnTo>
                    <a:pt x="17734" y="10780"/>
                  </a:lnTo>
                  <a:lnTo>
                    <a:pt x="1764" y="10780"/>
                  </a:lnTo>
                  <a:lnTo>
                    <a:pt x="1764" y="3627"/>
                  </a:lnTo>
                  <a:close/>
                  <a:moveTo>
                    <a:pt x="18933" y="11368"/>
                  </a:moveTo>
                  <a:lnTo>
                    <a:pt x="18933" y="12567"/>
                  </a:lnTo>
                  <a:cubicBezTo>
                    <a:pt x="18933" y="12931"/>
                    <a:pt x="18616" y="13249"/>
                    <a:pt x="18245" y="13249"/>
                  </a:cubicBezTo>
                  <a:lnTo>
                    <a:pt x="1253" y="13249"/>
                  </a:lnTo>
                  <a:cubicBezTo>
                    <a:pt x="882" y="13249"/>
                    <a:pt x="565" y="12931"/>
                    <a:pt x="565" y="12567"/>
                  </a:cubicBezTo>
                  <a:lnTo>
                    <a:pt x="565" y="11368"/>
                  </a:lnTo>
                  <a:close/>
                  <a:moveTo>
                    <a:pt x="11315" y="13813"/>
                  </a:moveTo>
                  <a:cubicBezTo>
                    <a:pt x="11339" y="14330"/>
                    <a:pt x="11392" y="15453"/>
                    <a:pt x="11539" y="16217"/>
                  </a:cubicBezTo>
                  <a:lnTo>
                    <a:pt x="7959" y="16217"/>
                  </a:lnTo>
                  <a:cubicBezTo>
                    <a:pt x="8106" y="15453"/>
                    <a:pt x="8159" y="14330"/>
                    <a:pt x="8182" y="13813"/>
                  </a:cubicBezTo>
                  <a:close/>
                  <a:moveTo>
                    <a:pt x="1253" y="0"/>
                  </a:moveTo>
                  <a:cubicBezTo>
                    <a:pt x="565" y="0"/>
                    <a:pt x="1" y="564"/>
                    <a:pt x="1" y="1252"/>
                  </a:cubicBezTo>
                  <a:lnTo>
                    <a:pt x="1" y="12567"/>
                  </a:lnTo>
                  <a:cubicBezTo>
                    <a:pt x="1" y="13249"/>
                    <a:pt x="565" y="13813"/>
                    <a:pt x="1253" y="13813"/>
                  </a:cubicBezTo>
                  <a:lnTo>
                    <a:pt x="7618" y="13813"/>
                  </a:lnTo>
                  <a:cubicBezTo>
                    <a:pt x="7595" y="14477"/>
                    <a:pt x="7518" y="15600"/>
                    <a:pt x="7371" y="16217"/>
                  </a:cubicBezTo>
                  <a:lnTo>
                    <a:pt x="6396" y="16217"/>
                  </a:lnTo>
                  <a:cubicBezTo>
                    <a:pt x="6225" y="16217"/>
                    <a:pt x="6102" y="16334"/>
                    <a:pt x="6102" y="16481"/>
                  </a:cubicBezTo>
                  <a:cubicBezTo>
                    <a:pt x="6102" y="16658"/>
                    <a:pt x="6225" y="16775"/>
                    <a:pt x="6396" y="16775"/>
                  </a:cubicBezTo>
                  <a:lnTo>
                    <a:pt x="13102" y="16775"/>
                  </a:lnTo>
                  <a:cubicBezTo>
                    <a:pt x="13279" y="16775"/>
                    <a:pt x="13396" y="16658"/>
                    <a:pt x="13396" y="16481"/>
                  </a:cubicBezTo>
                  <a:cubicBezTo>
                    <a:pt x="13396" y="16334"/>
                    <a:pt x="13279" y="16217"/>
                    <a:pt x="13102" y="16217"/>
                  </a:cubicBezTo>
                  <a:lnTo>
                    <a:pt x="12126" y="16217"/>
                  </a:lnTo>
                  <a:cubicBezTo>
                    <a:pt x="11980" y="15600"/>
                    <a:pt x="11903" y="14477"/>
                    <a:pt x="11880" y="13813"/>
                  </a:cubicBezTo>
                  <a:lnTo>
                    <a:pt x="18245" y="13813"/>
                  </a:lnTo>
                  <a:cubicBezTo>
                    <a:pt x="18933" y="13813"/>
                    <a:pt x="19497" y="13249"/>
                    <a:pt x="19497" y="12567"/>
                  </a:cubicBezTo>
                  <a:lnTo>
                    <a:pt x="19497" y="3527"/>
                  </a:lnTo>
                  <a:cubicBezTo>
                    <a:pt x="19497" y="3356"/>
                    <a:pt x="19374" y="3233"/>
                    <a:pt x="19203" y="3233"/>
                  </a:cubicBezTo>
                  <a:cubicBezTo>
                    <a:pt x="19056" y="3233"/>
                    <a:pt x="18933" y="3356"/>
                    <a:pt x="18933" y="3527"/>
                  </a:cubicBezTo>
                  <a:lnTo>
                    <a:pt x="18933" y="10780"/>
                  </a:lnTo>
                  <a:lnTo>
                    <a:pt x="18298" y="10780"/>
                  </a:lnTo>
                  <a:lnTo>
                    <a:pt x="18298" y="2034"/>
                  </a:lnTo>
                  <a:cubicBezTo>
                    <a:pt x="18298" y="1640"/>
                    <a:pt x="17981" y="1323"/>
                    <a:pt x="17587" y="1323"/>
                  </a:cubicBezTo>
                  <a:lnTo>
                    <a:pt x="1911" y="1323"/>
                  </a:lnTo>
                  <a:cubicBezTo>
                    <a:pt x="1546" y="1323"/>
                    <a:pt x="1229" y="1593"/>
                    <a:pt x="1200" y="1963"/>
                  </a:cubicBezTo>
                  <a:lnTo>
                    <a:pt x="1200" y="10780"/>
                  </a:lnTo>
                  <a:lnTo>
                    <a:pt x="565" y="10780"/>
                  </a:lnTo>
                  <a:lnTo>
                    <a:pt x="565" y="1252"/>
                  </a:lnTo>
                  <a:cubicBezTo>
                    <a:pt x="565" y="882"/>
                    <a:pt x="882" y="564"/>
                    <a:pt x="1253" y="564"/>
                  </a:cubicBezTo>
                  <a:lnTo>
                    <a:pt x="18245" y="564"/>
                  </a:lnTo>
                  <a:cubicBezTo>
                    <a:pt x="18616" y="564"/>
                    <a:pt x="18933" y="882"/>
                    <a:pt x="18933" y="1252"/>
                  </a:cubicBezTo>
                  <a:lnTo>
                    <a:pt x="18933" y="2204"/>
                  </a:lnTo>
                  <a:cubicBezTo>
                    <a:pt x="18933" y="2351"/>
                    <a:pt x="19056" y="2475"/>
                    <a:pt x="19203" y="2475"/>
                  </a:cubicBezTo>
                  <a:cubicBezTo>
                    <a:pt x="19374" y="2475"/>
                    <a:pt x="19497" y="2351"/>
                    <a:pt x="19497" y="2204"/>
                  </a:cubicBezTo>
                  <a:lnTo>
                    <a:pt x="19497" y="1252"/>
                  </a:lnTo>
                  <a:cubicBezTo>
                    <a:pt x="19497" y="564"/>
                    <a:pt x="18933" y="0"/>
                    <a:pt x="18245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610;p41">
              <a:extLst>
                <a:ext uri="{FF2B5EF4-FFF2-40B4-BE49-F238E27FC236}">
                  <a16:creationId xmlns:a16="http://schemas.microsoft.com/office/drawing/2014/main" id="{7B53239F-F528-EA9F-FA35-DE46C05BA44C}"/>
                </a:ext>
              </a:extLst>
            </p:cNvPr>
            <p:cNvSpPr/>
            <p:nvPr/>
          </p:nvSpPr>
          <p:spPr>
            <a:xfrm>
              <a:off x="4142609" y="1389202"/>
              <a:ext cx="102621" cy="116003"/>
            </a:xfrm>
            <a:custGeom>
              <a:avLst/>
              <a:gdLst/>
              <a:ahLst/>
              <a:cxnLst/>
              <a:rect l="l" t="t" r="r" b="b"/>
              <a:pathLst>
                <a:path w="5268" h="5955" extrusionOk="0">
                  <a:moveTo>
                    <a:pt x="4362" y="588"/>
                  </a:moveTo>
                  <a:lnTo>
                    <a:pt x="2646" y="2551"/>
                  </a:lnTo>
                  <a:lnTo>
                    <a:pt x="906" y="588"/>
                  </a:lnTo>
                  <a:close/>
                  <a:moveTo>
                    <a:pt x="4703" y="1058"/>
                  </a:moveTo>
                  <a:lnTo>
                    <a:pt x="4703" y="4902"/>
                  </a:lnTo>
                  <a:lnTo>
                    <a:pt x="3016" y="2992"/>
                  </a:lnTo>
                  <a:lnTo>
                    <a:pt x="4703" y="1058"/>
                  </a:lnTo>
                  <a:close/>
                  <a:moveTo>
                    <a:pt x="2646" y="3409"/>
                  </a:moveTo>
                  <a:lnTo>
                    <a:pt x="4362" y="5390"/>
                  </a:lnTo>
                  <a:lnTo>
                    <a:pt x="906" y="5390"/>
                  </a:lnTo>
                  <a:lnTo>
                    <a:pt x="2646" y="3409"/>
                  </a:lnTo>
                  <a:close/>
                  <a:moveTo>
                    <a:pt x="295" y="0"/>
                  </a:moveTo>
                  <a:cubicBezTo>
                    <a:pt x="124" y="0"/>
                    <a:pt x="1" y="123"/>
                    <a:pt x="1" y="294"/>
                  </a:cubicBezTo>
                  <a:lnTo>
                    <a:pt x="1" y="2157"/>
                  </a:lnTo>
                  <a:cubicBezTo>
                    <a:pt x="1" y="2304"/>
                    <a:pt x="124" y="2428"/>
                    <a:pt x="295" y="2428"/>
                  </a:cubicBezTo>
                  <a:cubicBezTo>
                    <a:pt x="441" y="2428"/>
                    <a:pt x="565" y="2304"/>
                    <a:pt x="565" y="2157"/>
                  </a:cubicBezTo>
                  <a:lnTo>
                    <a:pt x="565" y="1058"/>
                  </a:lnTo>
                  <a:lnTo>
                    <a:pt x="2258" y="2992"/>
                  </a:lnTo>
                  <a:lnTo>
                    <a:pt x="565" y="4902"/>
                  </a:lnTo>
                  <a:lnTo>
                    <a:pt x="565" y="3480"/>
                  </a:lnTo>
                  <a:cubicBezTo>
                    <a:pt x="565" y="3333"/>
                    <a:pt x="441" y="3209"/>
                    <a:pt x="295" y="3209"/>
                  </a:cubicBezTo>
                  <a:cubicBezTo>
                    <a:pt x="124" y="3209"/>
                    <a:pt x="1" y="3333"/>
                    <a:pt x="1" y="3480"/>
                  </a:cubicBezTo>
                  <a:lnTo>
                    <a:pt x="1" y="5660"/>
                  </a:lnTo>
                  <a:cubicBezTo>
                    <a:pt x="1" y="5831"/>
                    <a:pt x="124" y="5954"/>
                    <a:pt x="295" y="5954"/>
                  </a:cubicBezTo>
                  <a:lnTo>
                    <a:pt x="4997" y="5954"/>
                  </a:lnTo>
                  <a:cubicBezTo>
                    <a:pt x="5144" y="5954"/>
                    <a:pt x="5267" y="5831"/>
                    <a:pt x="5267" y="5660"/>
                  </a:cubicBezTo>
                  <a:lnTo>
                    <a:pt x="5267" y="294"/>
                  </a:lnTo>
                  <a:cubicBezTo>
                    <a:pt x="5267" y="123"/>
                    <a:pt x="5144" y="0"/>
                    <a:pt x="4997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41">
              <a:extLst>
                <a:ext uri="{FF2B5EF4-FFF2-40B4-BE49-F238E27FC236}">
                  <a16:creationId xmlns:a16="http://schemas.microsoft.com/office/drawing/2014/main" id="{533828BC-126B-7CB2-1560-D9D9F36D9CF6}"/>
                </a:ext>
              </a:extLst>
            </p:cNvPr>
            <p:cNvSpPr/>
            <p:nvPr/>
          </p:nvSpPr>
          <p:spPr>
            <a:xfrm>
              <a:off x="4259507" y="1389202"/>
              <a:ext cx="165599" cy="59200"/>
            </a:xfrm>
            <a:custGeom>
              <a:avLst/>
              <a:gdLst/>
              <a:ahLst/>
              <a:cxnLst/>
              <a:rect l="l" t="t" r="r" b="b"/>
              <a:pathLst>
                <a:path w="8501" h="3039" extrusionOk="0">
                  <a:moveTo>
                    <a:pt x="6343" y="588"/>
                  </a:moveTo>
                  <a:lnTo>
                    <a:pt x="4262" y="1228"/>
                  </a:lnTo>
                  <a:lnTo>
                    <a:pt x="2158" y="588"/>
                  </a:lnTo>
                  <a:close/>
                  <a:moveTo>
                    <a:pt x="565" y="688"/>
                  </a:moveTo>
                  <a:lnTo>
                    <a:pt x="3281" y="1522"/>
                  </a:lnTo>
                  <a:lnTo>
                    <a:pt x="565" y="2381"/>
                  </a:lnTo>
                  <a:lnTo>
                    <a:pt x="565" y="688"/>
                  </a:lnTo>
                  <a:close/>
                  <a:moveTo>
                    <a:pt x="7936" y="688"/>
                  </a:moveTo>
                  <a:lnTo>
                    <a:pt x="7936" y="2381"/>
                  </a:lnTo>
                  <a:lnTo>
                    <a:pt x="5220" y="1522"/>
                  </a:lnTo>
                  <a:lnTo>
                    <a:pt x="7936" y="688"/>
                  </a:lnTo>
                  <a:close/>
                  <a:moveTo>
                    <a:pt x="4262" y="1840"/>
                  </a:moveTo>
                  <a:lnTo>
                    <a:pt x="6343" y="2475"/>
                  </a:lnTo>
                  <a:lnTo>
                    <a:pt x="2158" y="2475"/>
                  </a:lnTo>
                  <a:lnTo>
                    <a:pt x="4262" y="1840"/>
                  </a:lnTo>
                  <a:close/>
                  <a:moveTo>
                    <a:pt x="295" y="0"/>
                  </a:moveTo>
                  <a:cubicBezTo>
                    <a:pt x="124" y="0"/>
                    <a:pt x="1" y="123"/>
                    <a:pt x="1" y="294"/>
                  </a:cubicBezTo>
                  <a:lnTo>
                    <a:pt x="1" y="2768"/>
                  </a:lnTo>
                  <a:cubicBezTo>
                    <a:pt x="1" y="2915"/>
                    <a:pt x="124" y="3039"/>
                    <a:pt x="295" y="3039"/>
                  </a:cubicBezTo>
                  <a:lnTo>
                    <a:pt x="8206" y="3039"/>
                  </a:lnTo>
                  <a:cubicBezTo>
                    <a:pt x="8377" y="3039"/>
                    <a:pt x="8500" y="2915"/>
                    <a:pt x="8500" y="2768"/>
                  </a:cubicBezTo>
                  <a:lnTo>
                    <a:pt x="8500" y="294"/>
                  </a:lnTo>
                  <a:cubicBezTo>
                    <a:pt x="8500" y="123"/>
                    <a:pt x="8377" y="0"/>
                    <a:pt x="8206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41">
              <a:extLst>
                <a:ext uri="{FF2B5EF4-FFF2-40B4-BE49-F238E27FC236}">
                  <a16:creationId xmlns:a16="http://schemas.microsoft.com/office/drawing/2014/main" id="{C10574A4-ACD9-BEB1-DE66-FDEA7C95B51F}"/>
                </a:ext>
              </a:extLst>
            </p:cNvPr>
            <p:cNvSpPr/>
            <p:nvPr/>
          </p:nvSpPr>
          <p:spPr>
            <a:xfrm>
              <a:off x="4259507" y="1464648"/>
              <a:ext cx="165599" cy="11474"/>
            </a:xfrm>
            <a:custGeom>
              <a:avLst/>
              <a:gdLst/>
              <a:ahLst/>
              <a:cxnLst/>
              <a:rect l="l" t="t" r="r" b="b"/>
              <a:pathLst>
                <a:path w="8501" h="589" extrusionOk="0">
                  <a:moveTo>
                    <a:pt x="295" y="0"/>
                  </a:moveTo>
                  <a:cubicBezTo>
                    <a:pt x="124" y="0"/>
                    <a:pt x="1" y="124"/>
                    <a:pt x="1" y="294"/>
                  </a:cubicBezTo>
                  <a:cubicBezTo>
                    <a:pt x="1" y="441"/>
                    <a:pt x="124" y="588"/>
                    <a:pt x="295" y="588"/>
                  </a:cubicBezTo>
                  <a:lnTo>
                    <a:pt x="8206" y="588"/>
                  </a:lnTo>
                  <a:cubicBezTo>
                    <a:pt x="8377" y="588"/>
                    <a:pt x="8500" y="441"/>
                    <a:pt x="8500" y="294"/>
                  </a:cubicBezTo>
                  <a:cubicBezTo>
                    <a:pt x="8500" y="124"/>
                    <a:pt x="8377" y="0"/>
                    <a:pt x="8206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41">
              <a:extLst>
                <a:ext uri="{FF2B5EF4-FFF2-40B4-BE49-F238E27FC236}">
                  <a16:creationId xmlns:a16="http://schemas.microsoft.com/office/drawing/2014/main" id="{DA25624E-B13E-949F-D8B2-B24A114DBC95}"/>
                </a:ext>
              </a:extLst>
            </p:cNvPr>
            <p:cNvSpPr/>
            <p:nvPr/>
          </p:nvSpPr>
          <p:spPr>
            <a:xfrm>
              <a:off x="4259507" y="1487556"/>
              <a:ext cx="165599" cy="11006"/>
            </a:xfrm>
            <a:custGeom>
              <a:avLst/>
              <a:gdLst/>
              <a:ahLst/>
              <a:cxnLst/>
              <a:rect l="l" t="t" r="r" b="b"/>
              <a:pathLst>
                <a:path w="8501" h="565" extrusionOk="0">
                  <a:moveTo>
                    <a:pt x="295" y="0"/>
                  </a:moveTo>
                  <a:cubicBezTo>
                    <a:pt x="124" y="0"/>
                    <a:pt x="1" y="123"/>
                    <a:pt x="1" y="270"/>
                  </a:cubicBezTo>
                  <a:cubicBezTo>
                    <a:pt x="1" y="441"/>
                    <a:pt x="124" y="564"/>
                    <a:pt x="295" y="564"/>
                  </a:cubicBezTo>
                  <a:lnTo>
                    <a:pt x="8206" y="564"/>
                  </a:lnTo>
                  <a:cubicBezTo>
                    <a:pt x="8377" y="564"/>
                    <a:pt x="8500" y="441"/>
                    <a:pt x="8500" y="270"/>
                  </a:cubicBezTo>
                  <a:cubicBezTo>
                    <a:pt x="8500" y="123"/>
                    <a:pt x="8377" y="0"/>
                    <a:pt x="8206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2185B05F-2E71-D9FF-D900-6ED2185D49D2}"/>
              </a:ext>
            </a:extLst>
          </p:cNvPr>
          <p:cNvSpPr txBox="1"/>
          <p:nvPr/>
        </p:nvSpPr>
        <p:spPr>
          <a:xfrm>
            <a:off x="3310647" y="2976177"/>
            <a:ext cx="2553285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>
                <a:solidFill>
                  <a:srgbClr val="112E54"/>
                </a:solidFill>
              </a:rPr>
              <a:t>When a user asks a question, the system searches the database to find and pull out the exact text chunks containing the most relevant facts.</a:t>
            </a: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70852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1" grpId="0" build="p"/>
      <p:bldP spid="1542" grpId="0" build="p"/>
      <p:bldP spid="154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" name="Google Shape;2447;p53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Infromation Extraction Process</a:t>
            </a:r>
            <a:endParaRPr dirty="0"/>
          </a:p>
        </p:txBody>
      </p:sp>
      <p:sp>
        <p:nvSpPr>
          <p:cNvPr id="2448" name="Google Shape;2448;p53"/>
          <p:cNvSpPr txBox="1"/>
          <p:nvPr/>
        </p:nvSpPr>
        <p:spPr>
          <a:xfrm>
            <a:off x="720000" y="1921774"/>
            <a:ext cx="3361346" cy="63390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Loading the data that we want to apply RAG on.</a:t>
            </a:r>
            <a:endParaRPr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49" name="Google Shape;2449;p53"/>
          <p:cNvSpPr txBox="1"/>
          <p:nvPr/>
        </p:nvSpPr>
        <p:spPr>
          <a:xfrm>
            <a:off x="720000" y="1460850"/>
            <a:ext cx="3361346" cy="4746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LOAD</a:t>
            </a:r>
            <a:endParaRPr sz="20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4" name="Google Shape;3899;p63">
            <a:extLst>
              <a:ext uri="{FF2B5EF4-FFF2-40B4-BE49-F238E27FC236}">
                <a16:creationId xmlns:a16="http://schemas.microsoft.com/office/drawing/2014/main" id="{32F6699F-471F-97AC-261A-D41B072154E5}"/>
              </a:ext>
            </a:extLst>
          </p:cNvPr>
          <p:cNvGrpSpPr/>
          <p:nvPr/>
        </p:nvGrpSpPr>
        <p:grpSpPr>
          <a:xfrm>
            <a:off x="2943106" y="1508473"/>
            <a:ext cx="335353" cy="342629"/>
            <a:chOff x="5246160" y="1282375"/>
            <a:chExt cx="379685" cy="379353"/>
          </a:xfrm>
        </p:grpSpPr>
        <p:sp>
          <p:nvSpPr>
            <p:cNvPr id="25" name="Google Shape;3900;p63">
              <a:extLst>
                <a:ext uri="{FF2B5EF4-FFF2-40B4-BE49-F238E27FC236}">
                  <a16:creationId xmlns:a16="http://schemas.microsoft.com/office/drawing/2014/main" id="{5554495C-7421-58BC-D0B5-94902ADCC5C0}"/>
                </a:ext>
              </a:extLst>
            </p:cNvPr>
            <p:cNvSpPr/>
            <p:nvPr/>
          </p:nvSpPr>
          <p:spPr>
            <a:xfrm>
              <a:off x="5270432" y="1632505"/>
              <a:ext cx="50161" cy="23941"/>
            </a:xfrm>
            <a:custGeom>
              <a:avLst/>
              <a:gdLst/>
              <a:ahLst/>
              <a:cxnLst/>
              <a:rect l="l" t="t" r="r" b="b"/>
              <a:pathLst>
                <a:path w="2575" h="1229" extrusionOk="0">
                  <a:moveTo>
                    <a:pt x="0" y="0"/>
                  </a:moveTo>
                  <a:lnTo>
                    <a:pt x="0" y="859"/>
                  </a:lnTo>
                  <a:cubicBezTo>
                    <a:pt x="0" y="1058"/>
                    <a:pt x="147" y="1229"/>
                    <a:pt x="347" y="1229"/>
                  </a:cubicBezTo>
                  <a:lnTo>
                    <a:pt x="1617" y="1229"/>
                  </a:lnTo>
                  <a:cubicBezTo>
                    <a:pt x="1763" y="1229"/>
                    <a:pt x="1863" y="1152"/>
                    <a:pt x="1934" y="1058"/>
                  </a:cubicBezTo>
                  <a:lnTo>
                    <a:pt x="2575" y="0"/>
                  </a:lnTo>
                  <a:close/>
                </a:path>
              </a:pathLst>
            </a:custGeom>
            <a:solidFill>
              <a:srgbClr val="356B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3901;p63">
              <a:extLst>
                <a:ext uri="{FF2B5EF4-FFF2-40B4-BE49-F238E27FC236}">
                  <a16:creationId xmlns:a16="http://schemas.microsoft.com/office/drawing/2014/main" id="{A3E9F195-0F50-B7BE-7F19-0F1679006078}"/>
                </a:ext>
              </a:extLst>
            </p:cNvPr>
            <p:cNvSpPr/>
            <p:nvPr/>
          </p:nvSpPr>
          <p:spPr>
            <a:xfrm>
              <a:off x="5551974" y="1632505"/>
              <a:ext cx="50064" cy="23941"/>
            </a:xfrm>
            <a:custGeom>
              <a:avLst/>
              <a:gdLst/>
              <a:ahLst/>
              <a:cxnLst/>
              <a:rect l="l" t="t" r="r" b="b"/>
              <a:pathLst>
                <a:path w="2570" h="1229" extrusionOk="0">
                  <a:moveTo>
                    <a:pt x="1" y="0"/>
                  </a:moveTo>
                  <a:lnTo>
                    <a:pt x="612" y="1058"/>
                  </a:lnTo>
                  <a:cubicBezTo>
                    <a:pt x="682" y="1152"/>
                    <a:pt x="806" y="1229"/>
                    <a:pt x="929" y="1229"/>
                  </a:cubicBezTo>
                  <a:lnTo>
                    <a:pt x="2205" y="1229"/>
                  </a:lnTo>
                  <a:cubicBezTo>
                    <a:pt x="2399" y="1229"/>
                    <a:pt x="2569" y="1058"/>
                    <a:pt x="2569" y="859"/>
                  </a:cubicBezTo>
                  <a:lnTo>
                    <a:pt x="2569" y="0"/>
                  </a:lnTo>
                  <a:close/>
                </a:path>
              </a:pathLst>
            </a:custGeom>
            <a:solidFill>
              <a:srgbClr val="356B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3902;p63">
              <a:extLst>
                <a:ext uri="{FF2B5EF4-FFF2-40B4-BE49-F238E27FC236}">
                  <a16:creationId xmlns:a16="http://schemas.microsoft.com/office/drawing/2014/main" id="{E9D1B80F-2C29-6B40-99F0-4617CECC1452}"/>
                </a:ext>
              </a:extLst>
            </p:cNvPr>
            <p:cNvSpPr/>
            <p:nvPr/>
          </p:nvSpPr>
          <p:spPr>
            <a:xfrm>
              <a:off x="5424537" y="1348665"/>
              <a:ext cx="23376" cy="128373"/>
            </a:xfrm>
            <a:custGeom>
              <a:avLst/>
              <a:gdLst/>
              <a:ahLst/>
              <a:cxnLst/>
              <a:rect l="l" t="t" r="r" b="b"/>
              <a:pathLst>
                <a:path w="1200" h="6590" extrusionOk="0">
                  <a:moveTo>
                    <a:pt x="588" y="0"/>
                  </a:moveTo>
                  <a:cubicBezTo>
                    <a:pt x="271" y="0"/>
                    <a:pt x="1" y="271"/>
                    <a:pt x="1" y="612"/>
                  </a:cubicBezTo>
                  <a:lnTo>
                    <a:pt x="1" y="6589"/>
                  </a:lnTo>
                  <a:lnTo>
                    <a:pt x="1200" y="6589"/>
                  </a:lnTo>
                  <a:lnTo>
                    <a:pt x="1200" y="612"/>
                  </a:lnTo>
                  <a:cubicBezTo>
                    <a:pt x="1200" y="271"/>
                    <a:pt x="929" y="0"/>
                    <a:pt x="588" y="0"/>
                  </a:cubicBezTo>
                  <a:close/>
                </a:path>
              </a:pathLst>
            </a:custGeom>
            <a:solidFill>
              <a:srgbClr val="FF93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3903;p63">
              <a:extLst>
                <a:ext uri="{FF2B5EF4-FFF2-40B4-BE49-F238E27FC236}">
                  <a16:creationId xmlns:a16="http://schemas.microsoft.com/office/drawing/2014/main" id="{9E8743C1-4029-BD00-5206-58BAB3DD867C}"/>
                </a:ext>
              </a:extLst>
            </p:cNvPr>
            <p:cNvSpPr/>
            <p:nvPr/>
          </p:nvSpPr>
          <p:spPr>
            <a:xfrm>
              <a:off x="5430264" y="1348665"/>
              <a:ext cx="17649" cy="128373"/>
            </a:xfrm>
            <a:custGeom>
              <a:avLst/>
              <a:gdLst/>
              <a:ahLst/>
              <a:cxnLst/>
              <a:rect l="l" t="t" r="r" b="b"/>
              <a:pathLst>
                <a:path w="906" h="6590" extrusionOk="0">
                  <a:moveTo>
                    <a:pt x="294" y="0"/>
                  </a:moveTo>
                  <a:cubicBezTo>
                    <a:pt x="195" y="0"/>
                    <a:pt x="77" y="24"/>
                    <a:pt x="1" y="77"/>
                  </a:cubicBezTo>
                  <a:cubicBezTo>
                    <a:pt x="48" y="100"/>
                    <a:pt x="77" y="147"/>
                    <a:pt x="124" y="171"/>
                  </a:cubicBezTo>
                  <a:cubicBezTo>
                    <a:pt x="224" y="294"/>
                    <a:pt x="294" y="441"/>
                    <a:pt x="294" y="612"/>
                  </a:cubicBezTo>
                  <a:lnTo>
                    <a:pt x="294" y="6589"/>
                  </a:lnTo>
                  <a:lnTo>
                    <a:pt x="906" y="6589"/>
                  </a:lnTo>
                  <a:lnTo>
                    <a:pt x="906" y="612"/>
                  </a:lnTo>
                  <a:cubicBezTo>
                    <a:pt x="906" y="441"/>
                    <a:pt x="835" y="294"/>
                    <a:pt x="735" y="171"/>
                  </a:cubicBezTo>
                  <a:cubicBezTo>
                    <a:pt x="612" y="77"/>
                    <a:pt x="465" y="0"/>
                    <a:pt x="294" y="0"/>
                  </a:cubicBezTo>
                  <a:close/>
                </a:path>
              </a:pathLst>
            </a:custGeom>
            <a:solidFill>
              <a:srgbClr val="FF61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3904;p63">
              <a:extLst>
                <a:ext uri="{FF2B5EF4-FFF2-40B4-BE49-F238E27FC236}">
                  <a16:creationId xmlns:a16="http://schemas.microsoft.com/office/drawing/2014/main" id="{BD0DE91C-6082-8719-6314-C301DF908716}"/>
                </a:ext>
              </a:extLst>
            </p:cNvPr>
            <p:cNvSpPr/>
            <p:nvPr/>
          </p:nvSpPr>
          <p:spPr>
            <a:xfrm>
              <a:off x="5251868" y="1549482"/>
              <a:ext cx="368250" cy="83043"/>
            </a:xfrm>
            <a:custGeom>
              <a:avLst/>
              <a:gdLst/>
              <a:ahLst/>
              <a:cxnLst/>
              <a:rect l="l" t="t" r="r" b="b"/>
              <a:pathLst>
                <a:path w="18904" h="4263" extrusionOk="0">
                  <a:moveTo>
                    <a:pt x="242" y="1"/>
                  </a:moveTo>
                  <a:cubicBezTo>
                    <a:pt x="95" y="1"/>
                    <a:pt x="1" y="124"/>
                    <a:pt x="1" y="248"/>
                  </a:cubicBezTo>
                  <a:lnTo>
                    <a:pt x="1" y="4021"/>
                  </a:lnTo>
                  <a:cubicBezTo>
                    <a:pt x="1" y="4145"/>
                    <a:pt x="95" y="4262"/>
                    <a:pt x="242" y="4262"/>
                  </a:cubicBezTo>
                  <a:lnTo>
                    <a:pt x="18663" y="4262"/>
                  </a:lnTo>
                  <a:cubicBezTo>
                    <a:pt x="18810" y="4262"/>
                    <a:pt x="18904" y="4145"/>
                    <a:pt x="18904" y="4021"/>
                  </a:cubicBezTo>
                  <a:lnTo>
                    <a:pt x="18904" y="248"/>
                  </a:lnTo>
                  <a:cubicBezTo>
                    <a:pt x="18904" y="124"/>
                    <a:pt x="18810" y="1"/>
                    <a:pt x="18663" y="1"/>
                  </a:cubicBezTo>
                  <a:close/>
                </a:path>
              </a:pathLst>
            </a:custGeom>
            <a:solidFill>
              <a:srgbClr val="FF93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905;p63">
              <a:extLst>
                <a:ext uri="{FF2B5EF4-FFF2-40B4-BE49-F238E27FC236}">
                  <a16:creationId xmlns:a16="http://schemas.microsoft.com/office/drawing/2014/main" id="{858C4395-31A6-F74A-BCA4-447D49AF905D}"/>
                </a:ext>
              </a:extLst>
            </p:cNvPr>
            <p:cNvSpPr/>
            <p:nvPr/>
          </p:nvSpPr>
          <p:spPr>
            <a:xfrm>
              <a:off x="5600635" y="1549482"/>
              <a:ext cx="20064" cy="83043"/>
            </a:xfrm>
            <a:custGeom>
              <a:avLst/>
              <a:gdLst/>
              <a:ahLst/>
              <a:cxnLst/>
              <a:rect l="l" t="t" r="r" b="b"/>
              <a:pathLst>
                <a:path w="1030" h="4263" extrusionOk="0">
                  <a:moveTo>
                    <a:pt x="1" y="1"/>
                  </a:moveTo>
                  <a:cubicBezTo>
                    <a:pt x="148" y="1"/>
                    <a:pt x="242" y="124"/>
                    <a:pt x="242" y="248"/>
                  </a:cubicBezTo>
                  <a:lnTo>
                    <a:pt x="242" y="4021"/>
                  </a:lnTo>
                  <a:cubicBezTo>
                    <a:pt x="242" y="4145"/>
                    <a:pt x="148" y="4262"/>
                    <a:pt x="1" y="4262"/>
                  </a:cubicBezTo>
                  <a:lnTo>
                    <a:pt x="759" y="4262"/>
                  </a:lnTo>
                  <a:cubicBezTo>
                    <a:pt x="906" y="4262"/>
                    <a:pt x="1029" y="4145"/>
                    <a:pt x="1029" y="4021"/>
                  </a:cubicBezTo>
                  <a:lnTo>
                    <a:pt x="1029" y="248"/>
                  </a:lnTo>
                  <a:cubicBezTo>
                    <a:pt x="1029" y="124"/>
                    <a:pt x="906" y="1"/>
                    <a:pt x="759" y="1"/>
                  </a:cubicBezTo>
                  <a:close/>
                </a:path>
              </a:pathLst>
            </a:custGeom>
            <a:solidFill>
              <a:srgbClr val="FF61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906;p63">
              <a:extLst>
                <a:ext uri="{FF2B5EF4-FFF2-40B4-BE49-F238E27FC236}">
                  <a16:creationId xmlns:a16="http://schemas.microsoft.com/office/drawing/2014/main" id="{F994887A-46FF-3B9F-1C7B-497D89375717}"/>
                </a:ext>
              </a:extLst>
            </p:cNvPr>
            <p:cNvSpPr/>
            <p:nvPr/>
          </p:nvSpPr>
          <p:spPr>
            <a:xfrm>
              <a:off x="5418362" y="1477017"/>
              <a:ext cx="35278" cy="72485"/>
            </a:xfrm>
            <a:custGeom>
              <a:avLst/>
              <a:gdLst/>
              <a:ahLst/>
              <a:cxnLst/>
              <a:rect l="l" t="t" r="r" b="b"/>
              <a:pathLst>
                <a:path w="1811" h="3721" extrusionOk="0">
                  <a:moveTo>
                    <a:pt x="147" y="0"/>
                  </a:moveTo>
                  <a:cubicBezTo>
                    <a:pt x="71" y="0"/>
                    <a:pt x="0" y="77"/>
                    <a:pt x="0" y="147"/>
                  </a:cubicBezTo>
                  <a:lnTo>
                    <a:pt x="0" y="3721"/>
                  </a:lnTo>
                  <a:lnTo>
                    <a:pt x="1811" y="3721"/>
                  </a:lnTo>
                  <a:lnTo>
                    <a:pt x="1811" y="147"/>
                  </a:lnTo>
                  <a:cubicBezTo>
                    <a:pt x="1811" y="77"/>
                    <a:pt x="1740" y="0"/>
                    <a:pt x="1664" y="0"/>
                  </a:cubicBezTo>
                  <a:close/>
                </a:path>
              </a:pathLst>
            </a:custGeom>
            <a:solidFill>
              <a:srgbClr val="356B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907;p63">
              <a:extLst>
                <a:ext uri="{FF2B5EF4-FFF2-40B4-BE49-F238E27FC236}">
                  <a16:creationId xmlns:a16="http://schemas.microsoft.com/office/drawing/2014/main" id="{00C91864-3595-ACFB-DA74-58D0E552BE9B}"/>
                </a:ext>
              </a:extLst>
            </p:cNvPr>
            <p:cNvSpPr/>
            <p:nvPr/>
          </p:nvSpPr>
          <p:spPr>
            <a:xfrm>
              <a:off x="5280951" y="1577650"/>
              <a:ext cx="134100" cy="26824"/>
            </a:xfrm>
            <a:custGeom>
              <a:avLst/>
              <a:gdLst/>
              <a:ahLst/>
              <a:cxnLst/>
              <a:rect l="l" t="t" r="r" b="b"/>
              <a:pathLst>
                <a:path w="6884" h="1377" extrusionOk="0">
                  <a:moveTo>
                    <a:pt x="101" y="1"/>
                  </a:moveTo>
                  <a:cubicBezTo>
                    <a:pt x="48" y="1"/>
                    <a:pt x="1" y="54"/>
                    <a:pt x="1" y="77"/>
                  </a:cubicBezTo>
                  <a:lnTo>
                    <a:pt x="1" y="1276"/>
                  </a:lnTo>
                  <a:cubicBezTo>
                    <a:pt x="1" y="1323"/>
                    <a:pt x="48" y="1376"/>
                    <a:pt x="101" y="1376"/>
                  </a:cubicBezTo>
                  <a:lnTo>
                    <a:pt x="6784" y="1376"/>
                  </a:lnTo>
                  <a:cubicBezTo>
                    <a:pt x="6831" y="1376"/>
                    <a:pt x="6884" y="1323"/>
                    <a:pt x="6884" y="1276"/>
                  </a:cubicBezTo>
                  <a:lnTo>
                    <a:pt x="6884" y="77"/>
                  </a:lnTo>
                  <a:cubicBezTo>
                    <a:pt x="6884" y="54"/>
                    <a:pt x="6831" y="1"/>
                    <a:pt x="6784" y="1"/>
                  </a:cubicBezTo>
                  <a:close/>
                </a:path>
              </a:pathLst>
            </a:custGeom>
            <a:solidFill>
              <a:srgbClr val="00C7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908;p63">
              <a:extLst>
                <a:ext uri="{FF2B5EF4-FFF2-40B4-BE49-F238E27FC236}">
                  <a16:creationId xmlns:a16="http://schemas.microsoft.com/office/drawing/2014/main" id="{2445201E-9731-174A-0371-AD28D23D8353}"/>
                </a:ext>
              </a:extLst>
            </p:cNvPr>
            <p:cNvSpPr/>
            <p:nvPr/>
          </p:nvSpPr>
          <p:spPr>
            <a:xfrm>
              <a:off x="5384915" y="1577650"/>
              <a:ext cx="30136" cy="26824"/>
            </a:xfrm>
            <a:custGeom>
              <a:avLst/>
              <a:gdLst/>
              <a:ahLst/>
              <a:cxnLst/>
              <a:rect l="l" t="t" r="r" b="b"/>
              <a:pathLst>
                <a:path w="1547" h="1377" extrusionOk="0">
                  <a:moveTo>
                    <a:pt x="1" y="1"/>
                  </a:moveTo>
                  <a:lnTo>
                    <a:pt x="1" y="1376"/>
                  </a:lnTo>
                  <a:lnTo>
                    <a:pt x="1447" y="1376"/>
                  </a:lnTo>
                  <a:cubicBezTo>
                    <a:pt x="1494" y="1376"/>
                    <a:pt x="1547" y="1323"/>
                    <a:pt x="1547" y="1276"/>
                  </a:cubicBezTo>
                  <a:lnTo>
                    <a:pt x="1547" y="77"/>
                  </a:lnTo>
                  <a:cubicBezTo>
                    <a:pt x="1547" y="54"/>
                    <a:pt x="1494" y="1"/>
                    <a:pt x="1447" y="1"/>
                  </a:cubicBezTo>
                  <a:close/>
                </a:path>
              </a:pathLst>
            </a:custGeom>
            <a:solidFill>
              <a:srgbClr val="FF61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909;p63">
              <a:extLst>
                <a:ext uri="{FF2B5EF4-FFF2-40B4-BE49-F238E27FC236}">
                  <a16:creationId xmlns:a16="http://schemas.microsoft.com/office/drawing/2014/main" id="{DBAB9E00-DBA8-4602-DEE0-5023052BC426}"/>
                </a:ext>
              </a:extLst>
            </p:cNvPr>
            <p:cNvSpPr/>
            <p:nvPr/>
          </p:nvSpPr>
          <p:spPr>
            <a:xfrm>
              <a:off x="5564344" y="1577650"/>
              <a:ext cx="26688" cy="26824"/>
            </a:xfrm>
            <a:custGeom>
              <a:avLst/>
              <a:gdLst/>
              <a:ahLst/>
              <a:cxnLst/>
              <a:rect l="l" t="t" r="r" b="b"/>
              <a:pathLst>
                <a:path w="1370" h="1377" extrusionOk="0">
                  <a:moveTo>
                    <a:pt x="688" y="1"/>
                  </a:moveTo>
                  <a:cubicBezTo>
                    <a:pt x="318" y="1"/>
                    <a:pt x="0" y="318"/>
                    <a:pt x="0" y="689"/>
                  </a:cubicBezTo>
                  <a:cubicBezTo>
                    <a:pt x="0" y="1053"/>
                    <a:pt x="318" y="1376"/>
                    <a:pt x="688" y="1376"/>
                  </a:cubicBezTo>
                  <a:cubicBezTo>
                    <a:pt x="1053" y="1376"/>
                    <a:pt x="1370" y="1053"/>
                    <a:pt x="1370" y="689"/>
                  </a:cubicBezTo>
                  <a:cubicBezTo>
                    <a:pt x="1370" y="318"/>
                    <a:pt x="1053" y="1"/>
                    <a:pt x="688" y="1"/>
                  </a:cubicBezTo>
                  <a:close/>
                </a:path>
              </a:pathLst>
            </a:custGeom>
            <a:solidFill>
              <a:srgbClr val="866A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910;p63">
              <a:extLst>
                <a:ext uri="{FF2B5EF4-FFF2-40B4-BE49-F238E27FC236}">
                  <a16:creationId xmlns:a16="http://schemas.microsoft.com/office/drawing/2014/main" id="{149E7A97-93E2-E0A4-2252-FE724E115460}"/>
                </a:ext>
              </a:extLst>
            </p:cNvPr>
            <p:cNvSpPr/>
            <p:nvPr/>
          </p:nvSpPr>
          <p:spPr>
            <a:xfrm>
              <a:off x="5516131" y="1577650"/>
              <a:ext cx="26707" cy="26824"/>
            </a:xfrm>
            <a:custGeom>
              <a:avLst/>
              <a:gdLst/>
              <a:ahLst/>
              <a:cxnLst/>
              <a:rect l="l" t="t" r="r" b="b"/>
              <a:pathLst>
                <a:path w="1371" h="1377" extrusionOk="0">
                  <a:moveTo>
                    <a:pt x="689" y="1"/>
                  </a:moveTo>
                  <a:cubicBezTo>
                    <a:pt x="295" y="1"/>
                    <a:pt x="1" y="318"/>
                    <a:pt x="1" y="689"/>
                  </a:cubicBezTo>
                  <a:cubicBezTo>
                    <a:pt x="1" y="1053"/>
                    <a:pt x="295" y="1376"/>
                    <a:pt x="689" y="1376"/>
                  </a:cubicBezTo>
                  <a:cubicBezTo>
                    <a:pt x="1053" y="1376"/>
                    <a:pt x="1370" y="1053"/>
                    <a:pt x="1370" y="689"/>
                  </a:cubicBezTo>
                  <a:cubicBezTo>
                    <a:pt x="1370" y="318"/>
                    <a:pt x="1053" y="1"/>
                    <a:pt x="689" y="1"/>
                  </a:cubicBezTo>
                  <a:close/>
                </a:path>
              </a:pathLst>
            </a:custGeom>
            <a:solidFill>
              <a:srgbClr val="866A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911;p63">
              <a:extLst>
                <a:ext uri="{FF2B5EF4-FFF2-40B4-BE49-F238E27FC236}">
                  <a16:creationId xmlns:a16="http://schemas.microsoft.com/office/drawing/2014/main" id="{177D6458-D1F2-C333-C85D-F16F20A14F28}"/>
                </a:ext>
              </a:extLst>
            </p:cNvPr>
            <p:cNvSpPr/>
            <p:nvPr/>
          </p:nvSpPr>
          <p:spPr>
            <a:xfrm>
              <a:off x="5565707" y="1577650"/>
              <a:ext cx="25324" cy="26824"/>
            </a:xfrm>
            <a:custGeom>
              <a:avLst/>
              <a:gdLst/>
              <a:ahLst/>
              <a:cxnLst/>
              <a:rect l="l" t="t" r="r" b="b"/>
              <a:pathLst>
                <a:path w="1300" h="1377" extrusionOk="0">
                  <a:moveTo>
                    <a:pt x="689" y="1"/>
                  </a:moveTo>
                  <a:lnTo>
                    <a:pt x="689" y="1"/>
                  </a:lnTo>
                  <a:cubicBezTo>
                    <a:pt x="712" y="101"/>
                    <a:pt x="736" y="201"/>
                    <a:pt x="736" y="295"/>
                  </a:cubicBezTo>
                  <a:cubicBezTo>
                    <a:pt x="736" y="689"/>
                    <a:pt x="442" y="982"/>
                    <a:pt x="54" y="982"/>
                  </a:cubicBezTo>
                  <a:lnTo>
                    <a:pt x="1" y="982"/>
                  </a:lnTo>
                  <a:cubicBezTo>
                    <a:pt x="101" y="1200"/>
                    <a:pt x="348" y="1376"/>
                    <a:pt x="618" y="1376"/>
                  </a:cubicBezTo>
                  <a:cubicBezTo>
                    <a:pt x="983" y="1376"/>
                    <a:pt x="1300" y="1053"/>
                    <a:pt x="1300" y="689"/>
                  </a:cubicBezTo>
                  <a:cubicBezTo>
                    <a:pt x="1300" y="318"/>
                    <a:pt x="1030" y="54"/>
                    <a:pt x="689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912;p63">
              <a:extLst>
                <a:ext uri="{FF2B5EF4-FFF2-40B4-BE49-F238E27FC236}">
                  <a16:creationId xmlns:a16="http://schemas.microsoft.com/office/drawing/2014/main" id="{E0C2E216-75AD-4ECF-71A1-6B13A60F1651}"/>
                </a:ext>
              </a:extLst>
            </p:cNvPr>
            <p:cNvSpPr/>
            <p:nvPr/>
          </p:nvSpPr>
          <p:spPr>
            <a:xfrm>
              <a:off x="5517631" y="1577650"/>
              <a:ext cx="25207" cy="26824"/>
            </a:xfrm>
            <a:custGeom>
              <a:avLst/>
              <a:gdLst/>
              <a:ahLst/>
              <a:cxnLst/>
              <a:rect l="l" t="t" r="r" b="b"/>
              <a:pathLst>
                <a:path w="1294" h="1377" extrusionOk="0">
                  <a:moveTo>
                    <a:pt x="659" y="1"/>
                  </a:moveTo>
                  <a:lnTo>
                    <a:pt x="659" y="1"/>
                  </a:lnTo>
                  <a:cubicBezTo>
                    <a:pt x="706" y="101"/>
                    <a:pt x="735" y="201"/>
                    <a:pt x="735" y="295"/>
                  </a:cubicBezTo>
                  <a:cubicBezTo>
                    <a:pt x="735" y="689"/>
                    <a:pt x="441" y="982"/>
                    <a:pt x="47" y="982"/>
                  </a:cubicBezTo>
                  <a:lnTo>
                    <a:pt x="0" y="982"/>
                  </a:lnTo>
                  <a:cubicBezTo>
                    <a:pt x="94" y="1200"/>
                    <a:pt x="341" y="1376"/>
                    <a:pt x="612" y="1376"/>
                  </a:cubicBezTo>
                  <a:cubicBezTo>
                    <a:pt x="976" y="1376"/>
                    <a:pt x="1293" y="1053"/>
                    <a:pt x="1293" y="689"/>
                  </a:cubicBezTo>
                  <a:cubicBezTo>
                    <a:pt x="1293" y="318"/>
                    <a:pt x="1029" y="54"/>
                    <a:pt x="659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913;p63">
              <a:extLst>
                <a:ext uri="{FF2B5EF4-FFF2-40B4-BE49-F238E27FC236}">
                  <a16:creationId xmlns:a16="http://schemas.microsoft.com/office/drawing/2014/main" id="{B106C44D-63EC-A842-A589-21A42CCED285}"/>
                </a:ext>
              </a:extLst>
            </p:cNvPr>
            <p:cNvSpPr/>
            <p:nvPr/>
          </p:nvSpPr>
          <p:spPr>
            <a:xfrm>
              <a:off x="5436439" y="1585267"/>
              <a:ext cx="11941" cy="11143"/>
            </a:xfrm>
            <a:custGeom>
              <a:avLst/>
              <a:gdLst/>
              <a:ahLst/>
              <a:cxnLst/>
              <a:rect l="l" t="t" r="r" b="b"/>
              <a:pathLst>
                <a:path w="613" h="572" extrusionOk="0">
                  <a:moveTo>
                    <a:pt x="329" y="1"/>
                  </a:moveTo>
                  <a:cubicBezTo>
                    <a:pt x="177" y="1"/>
                    <a:pt x="51" y="116"/>
                    <a:pt x="24" y="251"/>
                  </a:cubicBezTo>
                  <a:cubicBezTo>
                    <a:pt x="1" y="398"/>
                    <a:pt x="124" y="544"/>
                    <a:pt x="271" y="568"/>
                  </a:cubicBezTo>
                  <a:cubicBezTo>
                    <a:pt x="286" y="570"/>
                    <a:pt x="300" y="571"/>
                    <a:pt x="315" y="571"/>
                  </a:cubicBezTo>
                  <a:cubicBezTo>
                    <a:pt x="446" y="571"/>
                    <a:pt x="568" y="477"/>
                    <a:pt x="589" y="345"/>
                  </a:cubicBezTo>
                  <a:cubicBezTo>
                    <a:pt x="612" y="174"/>
                    <a:pt x="518" y="27"/>
                    <a:pt x="371" y="4"/>
                  </a:cubicBezTo>
                  <a:cubicBezTo>
                    <a:pt x="357" y="2"/>
                    <a:pt x="343" y="1"/>
                    <a:pt x="329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14;p63">
              <a:extLst>
                <a:ext uri="{FF2B5EF4-FFF2-40B4-BE49-F238E27FC236}">
                  <a16:creationId xmlns:a16="http://schemas.microsoft.com/office/drawing/2014/main" id="{601B056A-2E36-2FCF-17FD-1CB2677BACED}"/>
                </a:ext>
              </a:extLst>
            </p:cNvPr>
            <p:cNvSpPr/>
            <p:nvPr/>
          </p:nvSpPr>
          <p:spPr>
            <a:xfrm>
              <a:off x="5461744" y="1585325"/>
              <a:ext cx="11941" cy="10987"/>
            </a:xfrm>
            <a:custGeom>
              <a:avLst/>
              <a:gdLst/>
              <a:ahLst/>
              <a:cxnLst/>
              <a:rect l="l" t="t" r="r" b="b"/>
              <a:pathLst>
                <a:path w="613" h="564" extrusionOk="0">
                  <a:moveTo>
                    <a:pt x="310" y="1"/>
                  </a:moveTo>
                  <a:cubicBezTo>
                    <a:pt x="236" y="1"/>
                    <a:pt x="163" y="24"/>
                    <a:pt x="101" y="71"/>
                  </a:cubicBezTo>
                  <a:cubicBezTo>
                    <a:pt x="1" y="195"/>
                    <a:pt x="1" y="365"/>
                    <a:pt x="101" y="489"/>
                  </a:cubicBezTo>
                  <a:cubicBezTo>
                    <a:pt x="163" y="539"/>
                    <a:pt x="236" y="563"/>
                    <a:pt x="310" y="563"/>
                  </a:cubicBezTo>
                  <a:cubicBezTo>
                    <a:pt x="383" y="563"/>
                    <a:pt x="456" y="539"/>
                    <a:pt x="518" y="489"/>
                  </a:cubicBezTo>
                  <a:cubicBezTo>
                    <a:pt x="612" y="365"/>
                    <a:pt x="612" y="195"/>
                    <a:pt x="518" y="71"/>
                  </a:cubicBezTo>
                  <a:cubicBezTo>
                    <a:pt x="456" y="24"/>
                    <a:pt x="383" y="1"/>
                    <a:pt x="310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3915;p63">
              <a:extLst>
                <a:ext uri="{FF2B5EF4-FFF2-40B4-BE49-F238E27FC236}">
                  <a16:creationId xmlns:a16="http://schemas.microsoft.com/office/drawing/2014/main" id="{54267162-EFAD-0C79-FA03-C1343ABA30FE}"/>
                </a:ext>
              </a:extLst>
            </p:cNvPr>
            <p:cNvSpPr/>
            <p:nvPr/>
          </p:nvSpPr>
          <p:spPr>
            <a:xfrm>
              <a:off x="5487515" y="1585325"/>
              <a:ext cx="11006" cy="11006"/>
            </a:xfrm>
            <a:custGeom>
              <a:avLst/>
              <a:gdLst/>
              <a:ahLst/>
              <a:cxnLst/>
              <a:rect l="l" t="t" r="r" b="b"/>
              <a:pathLst>
                <a:path w="565" h="565" extrusionOk="0">
                  <a:moveTo>
                    <a:pt x="271" y="1"/>
                  </a:moveTo>
                  <a:cubicBezTo>
                    <a:pt x="124" y="1"/>
                    <a:pt x="0" y="124"/>
                    <a:pt x="0" y="295"/>
                  </a:cubicBezTo>
                  <a:cubicBezTo>
                    <a:pt x="0" y="442"/>
                    <a:pt x="124" y="565"/>
                    <a:pt x="271" y="565"/>
                  </a:cubicBezTo>
                  <a:cubicBezTo>
                    <a:pt x="441" y="565"/>
                    <a:pt x="565" y="442"/>
                    <a:pt x="565" y="295"/>
                  </a:cubicBezTo>
                  <a:cubicBezTo>
                    <a:pt x="565" y="124"/>
                    <a:pt x="441" y="1"/>
                    <a:pt x="271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3916;p63">
              <a:extLst>
                <a:ext uri="{FF2B5EF4-FFF2-40B4-BE49-F238E27FC236}">
                  <a16:creationId xmlns:a16="http://schemas.microsoft.com/office/drawing/2014/main" id="{1C756B58-647F-FEAD-587E-916211EF5AE7}"/>
                </a:ext>
              </a:extLst>
            </p:cNvPr>
            <p:cNvSpPr/>
            <p:nvPr/>
          </p:nvSpPr>
          <p:spPr>
            <a:xfrm>
              <a:off x="5558617" y="1571923"/>
              <a:ext cx="38142" cy="38278"/>
            </a:xfrm>
            <a:custGeom>
              <a:avLst/>
              <a:gdLst/>
              <a:ahLst/>
              <a:cxnLst/>
              <a:rect l="l" t="t" r="r" b="b"/>
              <a:pathLst>
                <a:path w="1958" h="1965" extrusionOk="0">
                  <a:moveTo>
                    <a:pt x="982" y="589"/>
                  </a:moveTo>
                  <a:cubicBezTo>
                    <a:pt x="1200" y="589"/>
                    <a:pt x="1370" y="759"/>
                    <a:pt x="1370" y="983"/>
                  </a:cubicBezTo>
                  <a:cubicBezTo>
                    <a:pt x="1370" y="1200"/>
                    <a:pt x="1200" y="1376"/>
                    <a:pt x="982" y="1376"/>
                  </a:cubicBezTo>
                  <a:cubicBezTo>
                    <a:pt x="759" y="1376"/>
                    <a:pt x="588" y="1200"/>
                    <a:pt x="588" y="983"/>
                  </a:cubicBezTo>
                  <a:cubicBezTo>
                    <a:pt x="588" y="759"/>
                    <a:pt x="759" y="589"/>
                    <a:pt x="982" y="589"/>
                  </a:cubicBezTo>
                  <a:close/>
                  <a:moveTo>
                    <a:pt x="982" y="1"/>
                  </a:moveTo>
                  <a:cubicBezTo>
                    <a:pt x="441" y="1"/>
                    <a:pt x="1" y="442"/>
                    <a:pt x="1" y="983"/>
                  </a:cubicBezTo>
                  <a:cubicBezTo>
                    <a:pt x="1" y="1523"/>
                    <a:pt x="441" y="1964"/>
                    <a:pt x="982" y="1964"/>
                  </a:cubicBezTo>
                  <a:cubicBezTo>
                    <a:pt x="1517" y="1964"/>
                    <a:pt x="1958" y="1523"/>
                    <a:pt x="1958" y="983"/>
                  </a:cubicBezTo>
                  <a:cubicBezTo>
                    <a:pt x="1958" y="442"/>
                    <a:pt x="1517" y="1"/>
                    <a:pt x="982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3917;p63">
              <a:extLst>
                <a:ext uri="{FF2B5EF4-FFF2-40B4-BE49-F238E27FC236}">
                  <a16:creationId xmlns:a16="http://schemas.microsoft.com/office/drawing/2014/main" id="{15596814-A26D-D21D-B9D6-CF52F8C1C705}"/>
                </a:ext>
              </a:extLst>
            </p:cNvPr>
            <p:cNvSpPr/>
            <p:nvPr/>
          </p:nvSpPr>
          <p:spPr>
            <a:xfrm>
              <a:off x="5510424" y="1571923"/>
              <a:ext cx="37674" cy="38278"/>
            </a:xfrm>
            <a:custGeom>
              <a:avLst/>
              <a:gdLst/>
              <a:ahLst/>
              <a:cxnLst/>
              <a:rect l="l" t="t" r="r" b="b"/>
              <a:pathLst>
                <a:path w="1934" h="1965" extrusionOk="0">
                  <a:moveTo>
                    <a:pt x="982" y="589"/>
                  </a:moveTo>
                  <a:cubicBezTo>
                    <a:pt x="1199" y="589"/>
                    <a:pt x="1370" y="759"/>
                    <a:pt x="1370" y="983"/>
                  </a:cubicBezTo>
                  <a:cubicBezTo>
                    <a:pt x="1370" y="1200"/>
                    <a:pt x="1199" y="1376"/>
                    <a:pt x="982" y="1376"/>
                  </a:cubicBezTo>
                  <a:cubicBezTo>
                    <a:pt x="758" y="1376"/>
                    <a:pt x="588" y="1200"/>
                    <a:pt x="588" y="983"/>
                  </a:cubicBezTo>
                  <a:cubicBezTo>
                    <a:pt x="588" y="759"/>
                    <a:pt x="758" y="589"/>
                    <a:pt x="982" y="589"/>
                  </a:cubicBezTo>
                  <a:close/>
                  <a:moveTo>
                    <a:pt x="982" y="1"/>
                  </a:moveTo>
                  <a:cubicBezTo>
                    <a:pt x="441" y="1"/>
                    <a:pt x="0" y="442"/>
                    <a:pt x="0" y="983"/>
                  </a:cubicBezTo>
                  <a:cubicBezTo>
                    <a:pt x="0" y="1523"/>
                    <a:pt x="441" y="1964"/>
                    <a:pt x="982" y="1964"/>
                  </a:cubicBezTo>
                  <a:cubicBezTo>
                    <a:pt x="1516" y="1964"/>
                    <a:pt x="1934" y="1523"/>
                    <a:pt x="1934" y="983"/>
                  </a:cubicBezTo>
                  <a:cubicBezTo>
                    <a:pt x="1934" y="442"/>
                    <a:pt x="1516" y="1"/>
                    <a:pt x="982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3918;p63">
              <a:extLst>
                <a:ext uri="{FF2B5EF4-FFF2-40B4-BE49-F238E27FC236}">
                  <a16:creationId xmlns:a16="http://schemas.microsoft.com/office/drawing/2014/main" id="{5BCD3655-A3E8-1764-844A-37428DCAB16B}"/>
                </a:ext>
              </a:extLst>
            </p:cNvPr>
            <p:cNvSpPr/>
            <p:nvPr/>
          </p:nvSpPr>
          <p:spPr>
            <a:xfrm>
              <a:off x="5275692" y="1571923"/>
              <a:ext cx="144639" cy="38278"/>
            </a:xfrm>
            <a:custGeom>
              <a:avLst/>
              <a:gdLst/>
              <a:ahLst/>
              <a:cxnLst/>
              <a:rect l="l" t="t" r="r" b="b"/>
              <a:pathLst>
                <a:path w="7425" h="1965" extrusionOk="0">
                  <a:moveTo>
                    <a:pt x="6860" y="589"/>
                  </a:moveTo>
                  <a:lnTo>
                    <a:pt x="6860" y="1376"/>
                  </a:lnTo>
                  <a:lnTo>
                    <a:pt x="5878" y="1376"/>
                  </a:lnTo>
                  <a:lnTo>
                    <a:pt x="5878" y="589"/>
                  </a:lnTo>
                  <a:close/>
                  <a:moveTo>
                    <a:pt x="371" y="1"/>
                  </a:moveTo>
                  <a:cubicBezTo>
                    <a:pt x="147" y="1"/>
                    <a:pt x="0" y="171"/>
                    <a:pt x="0" y="371"/>
                  </a:cubicBezTo>
                  <a:lnTo>
                    <a:pt x="0" y="1570"/>
                  </a:lnTo>
                  <a:cubicBezTo>
                    <a:pt x="0" y="1788"/>
                    <a:pt x="147" y="1964"/>
                    <a:pt x="371" y="1964"/>
                  </a:cubicBezTo>
                  <a:lnTo>
                    <a:pt x="1546" y="1964"/>
                  </a:lnTo>
                  <a:cubicBezTo>
                    <a:pt x="1717" y="1964"/>
                    <a:pt x="1840" y="1817"/>
                    <a:pt x="1840" y="1670"/>
                  </a:cubicBezTo>
                  <a:cubicBezTo>
                    <a:pt x="1840" y="1494"/>
                    <a:pt x="1717" y="1376"/>
                    <a:pt x="1546" y="1376"/>
                  </a:cubicBezTo>
                  <a:lnTo>
                    <a:pt x="565" y="1376"/>
                  </a:lnTo>
                  <a:lnTo>
                    <a:pt x="565" y="589"/>
                  </a:lnTo>
                  <a:lnTo>
                    <a:pt x="5314" y="589"/>
                  </a:lnTo>
                  <a:lnTo>
                    <a:pt x="5314" y="1376"/>
                  </a:lnTo>
                  <a:lnTo>
                    <a:pt x="2869" y="1376"/>
                  </a:lnTo>
                  <a:cubicBezTo>
                    <a:pt x="2722" y="1376"/>
                    <a:pt x="2598" y="1494"/>
                    <a:pt x="2598" y="1670"/>
                  </a:cubicBezTo>
                  <a:cubicBezTo>
                    <a:pt x="2598" y="1817"/>
                    <a:pt x="2722" y="1964"/>
                    <a:pt x="2869" y="1964"/>
                  </a:cubicBezTo>
                  <a:lnTo>
                    <a:pt x="7054" y="1964"/>
                  </a:lnTo>
                  <a:cubicBezTo>
                    <a:pt x="7277" y="1964"/>
                    <a:pt x="7424" y="1788"/>
                    <a:pt x="7424" y="1570"/>
                  </a:cubicBezTo>
                  <a:lnTo>
                    <a:pt x="7424" y="371"/>
                  </a:lnTo>
                  <a:cubicBezTo>
                    <a:pt x="7424" y="171"/>
                    <a:pt x="7277" y="1"/>
                    <a:pt x="7054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3919;p63">
              <a:extLst>
                <a:ext uri="{FF2B5EF4-FFF2-40B4-BE49-F238E27FC236}">
                  <a16:creationId xmlns:a16="http://schemas.microsoft.com/office/drawing/2014/main" id="{35A20172-9BFE-42B5-FAE6-8F123C31A88B}"/>
                </a:ext>
              </a:extLst>
            </p:cNvPr>
            <p:cNvSpPr/>
            <p:nvPr/>
          </p:nvSpPr>
          <p:spPr>
            <a:xfrm>
              <a:off x="5246160" y="1342938"/>
              <a:ext cx="379685" cy="318790"/>
            </a:xfrm>
            <a:custGeom>
              <a:avLst/>
              <a:gdLst/>
              <a:ahLst/>
              <a:cxnLst/>
              <a:rect l="l" t="t" r="r" b="b"/>
              <a:pathLst>
                <a:path w="19491" h="16365" extrusionOk="0">
                  <a:moveTo>
                    <a:pt x="10357" y="7177"/>
                  </a:moveTo>
                  <a:lnTo>
                    <a:pt x="10357" y="10339"/>
                  </a:lnTo>
                  <a:lnTo>
                    <a:pt x="9134" y="10339"/>
                  </a:lnTo>
                  <a:lnTo>
                    <a:pt x="9134" y="7177"/>
                  </a:lnTo>
                  <a:close/>
                  <a:moveTo>
                    <a:pt x="18932" y="10898"/>
                  </a:moveTo>
                  <a:lnTo>
                    <a:pt x="18932" y="14571"/>
                  </a:lnTo>
                  <a:lnTo>
                    <a:pt x="564" y="14571"/>
                  </a:lnTo>
                  <a:lnTo>
                    <a:pt x="564" y="10898"/>
                  </a:lnTo>
                  <a:close/>
                  <a:moveTo>
                    <a:pt x="3303" y="15136"/>
                  </a:moveTo>
                  <a:lnTo>
                    <a:pt x="2939" y="15776"/>
                  </a:lnTo>
                  <a:cubicBezTo>
                    <a:pt x="2915" y="15800"/>
                    <a:pt x="2886" y="15800"/>
                    <a:pt x="2863" y="15800"/>
                  </a:cubicBezTo>
                  <a:lnTo>
                    <a:pt x="1593" y="15800"/>
                  </a:lnTo>
                  <a:cubicBezTo>
                    <a:pt x="1540" y="15800"/>
                    <a:pt x="1516" y="15776"/>
                    <a:pt x="1516" y="15724"/>
                  </a:cubicBezTo>
                  <a:lnTo>
                    <a:pt x="1516" y="15136"/>
                  </a:lnTo>
                  <a:close/>
                  <a:moveTo>
                    <a:pt x="17974" y="15136"/>
                  </a:moveTo>
                  <a:lnTo>
                    <a:pt x="17974" y="15724"/>
                  </a:lnTo>
                  <a:cubicBezTo>
                    <a:pt x="17974" y="15776"/>
                    <a:pt x="17951" y="15800"/>
                    <a:pt x="17904" y="15800"/>
                  </a:cubicBezTo>
                  <a:lnTo>
                    <a:pt x="16628" y="15800"/>
                  </a:lnTo>
                  <a:cubicBezTo>
                    <a:pt x="16605" y="15800"/>
                    <a:pt x="16581" y="15800"/>
                    <a:pt x="16552" y="15776"/>
                  </a:cubicBezTo>
                  <a:lnTo>
                    <a:pt x="16188" y="15136"/>
                  </a:lnTo>
                  <a:close/>
                  <a:moveTo>
                    <a:pt x="9745" y="0"/>
                  </a:moveTo>
                  <a:cubicBezTo>
                    <a:pt x="9258" y="0"/>
                    <a:pt x="8864" y="418"/>
                    <a:pt x="8864" y="906"/>
                  </a:cubicBezTo>
                  <a:lnTo>
                    <a:pt x="8864" y="6613"/>
                  </a:lnTo>
                  <a:cubicBezTo>
                    <a:pt x="8693" y="6666"/>
                    <a:pt x="8570" y="6836"/>
                    <a:pt x="8570" y="7030"/>
                  </a:cubicBezTo>
                  <a:lnTo>
                    <a:pt x="8570" y="10339"/>
                  </a:lnTo>
                  <a:lnTo>
                    <a:pt x="535" y="10339"/>
                  </a:lnTo>
                  <a:cubicBezTo>
                    <a:pt x="241" y="10339"/>
                    <a:pt x="0" y="10557"/>
                    <a:pt x="0" y="10851"/>
                  </a:cubicBezTo>
                  <a:lnTo>
                    <a:pt x="0" y="14624"/>
                  </a:lnTo>
                  <a:cubicBezTo>
                    <a:pt x="0" y="14918"/>
                    <a:pt x="241" y="15136"/>
                    <a:pt x="535" y="15136"/>
                  </a:cubicBezTo>
                  <a:lnTo>
                    <a:pt x="952" y="15136"/>
                  </a:lnTo>
                  <a:lnTo>
                    <a:pt x="952" y="15724"/>
                  </a:lnTo>
                  <a:cubicBezTo>
                    <a:pt x="952" y="16094"/>
                    <a:pt x="1246" y="16364"/>
                    <a:pt x="1593" y="16364"/>
                  </a:cubicBezTo>
                  <a:lnTo>
                    <a:pt x="2863" y="16364"/>
                  </a:lnTo>
                  <a:cubicBezTo>
                    <a:pt x="3109" y="16364"/>
                    <a:pt x="3303" y="16264"/>
                    <a:pt x="3427" y="16070"/>
                  </a:cubicBezTo>
                  <a:lnTo>
                    <a:pt x="3968" y="15136"/>
                  </a:lnTo>
                  <a:lnTo>
                    <a:pt x="15523" y="15136"/>
                  </a:lnTo>
                  <a:lnTo>
                    <a:pt x="16064" y="16070"/>
                  </a:lnTo>
                  <a:cubicBezTo>
                    <a:pt x="16188" y="16264"/>
                    <a:pt x="16405" y="16364"/>
                    <a:pt x="16628" y="16364"/>
                  </a:cubicBezTo>
                  <a:lnTo>
                    <a:pt x="17904" y="16364"/>
                  </a:lnTo>
                  <a:cubicBezTo>
                    <a:pt x="18268" y="16364"/>
                    <a:pt x="18539" y="16094"/>
                    <a:pt x="18539" y="15724"/>
                  </a:cubicBezTo>
                  <a:lnTo>
                    <a:pt x="18539" y="15136"/>
                  </a:lnTo>
                  <a:lnTo>
                    <a:pt x="18956" y="15136"/>
                  </a:lnTo>
                  <a:cubicBezTo>
                    <a:pt x="19250" y="15136"/>
                    <a:pt x="19491" y="14918"/>
                    <a:pt x="19491" y="14624"/>
                  </a:cubicBezTo>
                  <a:lnTo>
                    <a:pt x="19491" y="10851"/>
                  </a:lnTo>
                  <a:cubicBezTo>
                    <a:pt x="19491" y="10557"/>
                    <a:pt x="19250" y="10339"/>
                    <a:pt x="18956" y="10339"/>
                  </a:cubicBezTo>
                  <a:lnTo>
                    <a:pt x="10945" y="10339"/>
                  </a:lnTo>
                  <a:lnTo>
                    <a:pt x="10945" y="7030"/>
                  </a:lnTo>
                  <a:cubicBezTo>
                    <a:pt x="10945" y="6836"/>
                    <a:pt x="10821" y="6666"/>
                    <a:pt x="10627" y="6613"/>
                  </a:cubicBezTo>
                  <a:lnTo>
                    <a:pt x="10627" y="3210"/>
                  </a:lnTo>
                  <a:cubicBezTo>
                    <a:pt x="10627" y="3063"/>
                    <a:pt x="10504" y="2939"/>
                    <a:pt x="10357" y="2939"/>
                  </a:cubicBezTo>
                  <a:cubicBezTo>
                    <a:pt x="10186" y="2939"/>
                    <a:pt x="10063" y="3063"/>
                    <a:pt x="10063" y="3210"/>
                  </a:cubicBezTo>
                  <a:lnTo>
                    <a:pt x="10063" y="6589"/>
                  </a:lnTo>
                  <a:lnTo>
                    <a:pt x="9428" y="6589"/>
                  </a:lnTo>
                  <a:lnTo>
                    <a:pt x="9428" y="906"/>
                  </a:lnTo>
                  <a:cubicBezTo>
                    <a:pt x="9428" y="735"/>
                    <a:pt x="9575" y="588"/>
                    <a:pt x="9745" y="588"/>
                  </a:cubicBezTo>
                  <a:cubicBezTo>
                    <a:pt x="9916" y="588"/>
                    <a:pt x="10063" y="735"/>
                    <a:pt x="10063" y="906"/>
                  </a:cubicBezTo>
                  <a:lnTo>
                    <a:pt x="10063" y="1911"/>
                  </a:lnTo>
                  <a:cubicBezTo>
                    <a:pt x="10063" y="2058"/>
                    <a:pt x="10186" y="2181"/>
                    <a:pt x="10357" y="2181"/>
                  </a:cubicBezTo>
                  <a:cubicBezTo>
                    <a:pt x="10504" y="2181"/>
                    <a:pt x="10627" y="2058"/>
                    <a:pt x="10627" y="1911"/>
                  </a:cubicBezTo>
                  <a:lnTo>
                    <a:pt x="10627" y="906"/>
                  </a:lnTo>
                  <a:cubicBezTo>
                    <a:pt x="10627" y="418"/>
                    <a:pt x="10233" y="0"/>
                    <a:pt x="9745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3920;p63">
              <a:extLst>
                <a:ext uri="{FF2B5EF4-FFF2-40B4-BE49-F238E27FC236}">
                  <a16:creationId xmlns:a16="http://schemas.microsoft.com/office/drawing/2014/main" id="{7D6EE621-4C28-4143-4463-F362686DAAAB}"/>
                </a:ext>
              </a:extLst>
            </p:cNvPr>
            <p:cNvSpPr/>
            <p:nvPr/>
          </p:nvSpPr>
          <p:spPr>
            <a:xfrm>
              <a:off x="5409771" y="1308127"/>
              <a:ext cx="52460" cy="22460"/>
            </a:xfrm>
            <a:custGeom>
              <a:avLst/>
              <a:gdLst/>
              <a:ahLst/>
              <a:cxnLst/>
              <a:rect l="l" t="t" r="r" b="b"/>
              <a:pathLst>
                <a:path w="2693" h="1153" extrusionOk="0">
                  <a:moveTo>
                    <a:pt x="1346" y="1"/>
                  </a:moveTo>
                  <a:cubicBezTo>
                    <a:pt x="835" y="1"/>
                    <a:pt x="365" y="271"/>
                    <a:pt x="100" y="712"/>
                  </a:cubicBezTo>
                  <a:cubicBezTo>
                    <a:pt x="0" y="835"/>
                    <a:pt x="47" y="1006"/>
                    <a:pt x="171" y="1106"/>
                  </a:cubicBezTo>
                  <a:cubicBezTo>
                    <a:pt x="218" y="1128"/>
                    <a:pt x="267" y="1138"/>
                    <a:pt x="315" y="1138"/>
                  </a:cubicBezTo>
                  <a:cubicBezTo>
                    <a:pt x="419" y="1138"/>
                    <a:pt x="520" y="1090"/>
                    <a:pt x="588" y="1006"/>
                  </a:cubicBezTo>
                  <a:cubicBezTo>
                    <a:pt x="735" y="735"/>
                    <a:pt x="1029" y="565"/>
                    <a:pt x="1346" y="565"/>
                  </a:cubicBezTo>
                  <a:cubicBezTo>
                    <a:pt x="1664" y="565"/>
                    <a:pt x="1958" y="735"/>
                    <a:pt x="2128" y="1006"/>
                  </a:cubicBezTo>
                  <a:cubicBezTo>
                    <a:pt x="2181" y="1106"/>
                    <a:pt x="2275" y="1153"/>
                    <a:pt x="2375" y="1153"/>
                  </a:cubicBezTo>
                  <a:cubicBezTo>
                    <a:pt x="2422" y="1153"/>
                    <a:pt x="2475" y="1129"/>
                    <a:pt x="2522" y="1106"/>
                  </a:cubicBezTo>
                  <a:cubicBezTo>
                    <a:pt x="2645" y="1006"/>
                    <a:pt x="2692" y="835"/>
                    <a:pt x="2622" y="712"/>
                  </a:cubicBezTo>
                  <a:cubicBezTo>
                    <a:pt x="2352" y="271"/>
                    <a:pt x="1864" y="1"/>
                    <a:pt x="1346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3921;p63">
              <a:extLst>
                <a:ext uri="{FF2B5EF4-FFF2-40B4-BE49-F238E27FC236}">
                  <a16:creationId xmlns:a16="http://schemas.microsoft.com/office/drawing/2014/main" id="{A2BEFBD7-3CA7-C056-227F-92420AE1EC04}"/>
                </a:ext>
              </a:extLst>
            </p:cNvPr>
            <p:cNvSpPr/>
            <p:nvPr/>
          </p:nvSpPr>
          <p:spPr>
            <a:xfrm>
              <a:off x="5387779" y="1282375"/>
              <a:ext cx="96426" cy="34421"/>
            </a:xfrm>
            <a:custGeom>
              <a:avLst/>
              <a:gdLst/>
              <a:ahLst/>
              <a:cxnLst/>
              <a:rect l="l" t="t" r="r" b="b"/>
              <a:pathLst>
                <a:path w="4950" h="1767" extrusionOk="0">
                  <a:moveTo>
                    <a:pt x="2475" y="0"/>
                  </a:moveTo>
                  <a:cubicBezTo>
                    <a:pt x="1494" y="0"/>
                    <a:pt x="612" y="488"/>
                    <a:pt x="101" y="1323"/>
                  </a:cubicBezTo>
                  <a:cubicBezTo>
                    <a:pt x="1" y="1469"/>
                    <a:pt x="54" y="1640"/>
                    <a:pt x="201" y="1716"/>
                  </a:cubicBezTo>
                  <a:cubicBezTo>
                    <a:pt x="243" y="1751"/>
                    <a:pt x="294" y="1766"/>
                    <a:pt x="345" y="1766"/>
                  </a:cubicBezTo>
                  <a:cubicBezTo>
                    <a:pt x="436" y="1766"/>
                    <a:pt x="529" y="1718"/>
                    <a:pt x="589" y="1640"/>
                  </a:cubicBezTo>
                  <a:cubicBezTo>
                    <a:pt x="982" y="958"/>
                    <a:pt x="1694" y="564"/>
                    <a:pt x="2475" y="564"/>
                  </a:cubicBezTo>
                  <a:cubicBezTo>
                    <a:pt x="3257" y="564"/>
                    <a:pt x="3968" y="958"/>
                    <a:pt x="4386" y="1640"/>
                  </a:cubicBezTo>
                  <a:cubicBezTo>
                    <a:pt x="4433" y="1716"/>
                    <a:pt x="4533" y="1763"/>
                    <a:pt x="4633" y="1763"/>
                  </a:cubicBezTo>
                  <a:cubicBezTo>
                    <a:pt x="4680" y="1763"/>
                    <a:pt x="4727" y="1763"/>
                    <a:pt x="4780" y="1740"/>
                  </a:cubicBezTo>
                  <a:cubicBezTo>
                    <a:pt x="4903" y="1640"/>
                    <a:pt x="4950" y="1469"/>
                    <a:pt x="4874" y="1323"/>
                  </a:cubicBezTo>
                  <a:cubicBezTo>
                    <a:pt x="4362" y="488"/>
                    <a:pt x="3457" y="0"/>
                    <a:pt x="2475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" name="Google Shape;3597;p63">
            <a:extLst>
              <a:ext uri="{FF2B5EF4-FFF2-40B4-BE49-F238E27FC236}">
                <a16:creationId xmlns:a16="http://schemas.microsoft.com/office/drawing/2014/main" id="{F7BE9CD5-CA48-2C83-1391-D014E888DCBC}"/>
              </a:ext>
            </a:extLst>
          </p:cNvPr>
          <p:cNvGrpSpPr/>
          <p:nvPr/>
        </p:nvGrpSpPr>
        <p:grpSpPr>
          <a:xfrm>
            <a:off x="7795674" y="617665"/>
            <a:ext cx="378787" cy="379819"/>
            <a:chOff x="2942320" y="2793289"/>
            <a:chExt cx="378787" cy="379819"/>
          </a:xfrm>
        </p:grpSpPr>
        <p:sp>
          <p:nvSpPr>
            <p:cNvPr id="3" name="Google Shape;3598;p63">
              <a:extLst>
                <a:ext uri="{FF2B5EF4-FFF2-40B4-BE49-F238E27FC236}">
                  <a16:creationId xmlns:a16="http://schemas.microsoft.com/office/drawing/2014/main" id="{FCA92208-A306-6F41-658C-1873C7BAF80A}"/>
                </a:ext>
              </a:extLst>
            </p:cNvPr>
            <p:cNvSpPr/>
            <p:nvPr/>
          </p:nvSpPr>
          <p:spPr>
            <a:xfrm>
              <a:off x="2947580" y="2799016"/>
              <a:ext cx="180813" cy="122646"/>
            </a:xfrm>
            <a:custGeom>
              <a:avLst/>
              <a:gdLst/>
              <a:ahLst/>
              <a:cxnLst/>
              <a:rect l="l" t="t" r="r" b="b"/>
              <a:pathLst>
                <a:path w="9282" h="6296" extrusionOk="0">
                  <a:moveTo>
                    <a:pt x="489" y="1"/>
                  </a:moveTo>
                  <a:cubicBezTo>
                    <a:pt x="218" y="1"/>
                    <a:pt x="1" y="194"/>
                    <a:pt x="1" y="465"/>
                  </a:cubicBezTo>
                  <a:lnTo>
                    <a:pt x="1" y="5802"/>
                  </a:lnTo>
                  <a:cubicBezTo>
                    <a:pt x="1" y="6072"/>
                    <a:pt x="218" y="6296"/>
                    <a:pt x="489" y="6296"/>
                  </a:cubicBezTo>
                  <a:lnTo>
                    <a:pt x="8818" y="6296"/>
                  </a:lnTo>
                  <a:cubicBezTo>
                    <a:pt x="9088" y="6296"/>
                    <a:pt x="9282" y="6072"/>
                    <a:pt x="9282" y="5802"/>
                  </a:cubicBezTo>
                  <a:lnTo>
                    <a:pt x="9282" y="465"/>
                  </a:lnTo>
                  <a:cubicBezTo>
                    <a:pt x="9282" y="194"/>
                    <a:pt x="9088" y="1"/>
                    <a:pt x="8818" y="1"/>
                  </a:cubicBezTo>
                  <a:close/>
                </a:path>
              </a:pathLst>
            </a:custGeom>
            <a:solidFill>
              <a:srgbClr val="FFE1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3599;p63">
              <a:extLst>
                <a:ext uri="{FF2B5EF4-FFF2-40B4-BE49-F238E27FC236}">
                  <a16:creationId xmlns:a16="http://schemas.microsoft.com/office/drawing/2014/main" id="{33BEC973-9B5C-1F0A-7B05-594DE4E3718D}"/>
                </a:ext>
              </a:extLst>
            </p:cNvPr>
            <p:cNvSpPr/>
            <p:nvPr/>
          </p:nvSpPr>
          <p:spPr>
            <a:xfrm>
              <a:off x="2947580" y="2897720"/>
              <a:ext cx="180813" cy="23941"/>
            </a:xfrm>
            <a:custGeom>
              <a:avLst/>
              <a:gdLst/>
              <a:ahLst/>
              <a:cxnLst/>
              <a:rect l="l" t="t" r="r" b="b"/>
              <a:pathLst>
                <a:path w="9282" h="1229" extrusionOk="0">
                  <a:moveTo>
                    <a:pt x="1" y="0"/>
                  </a:moveTo>
                  <a:lnTo>
                    <a:pt x="1" y="735"/>
                  </a:lnTo>
                  <a:cubicBezTo>
                    <a:pt x="1" y="1005"/>
                    <a:pt x="218" y="1229"/>
                    <a:pt x="489" y="1229"/>
                  </a:cubicBezTo>
                  <a:lnTo>
                    <a:pt x="8818" y="1229"/>
                  </a:lnTo>
                  <a:cubicBezTo>
                    <a:pt x="9088" y="1229"/>
                    <a:pt x="9282" y="1005"/>
                    <a:pt x="9282" y="735"/>
                  </a:cubicBezTo>
                  <a:lnTo>
                    <a:pt x="9282" y="0"/>
                  </a:ln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3600;p63">
              <a:extLst>
                <a:ext uri="{FF2B5EF4-FFF2-40B4-BE49-F238E27FC236}">
                  <a16:creationId xmlns:a16="http://schemas.microsoft.com/office/drawing/2014/main" id="{CE5A8A4B-DA7F-FC1E-21AE-5F0604445D95}"/>
                </a:ext>
              </a:extLst>
            </p:cNvPr>
            <p:cNvSpPr/>
            <p:nvPr/>
          </p:nvSpPr>
          <p:spPr>
            <a:xfrm>
              <a:off x="3104568" y="2897720"/>
              <a:ext cx="23824" cy="23941"/>
            </a:xfrm>
            <a:custGeom>
              <a:avLst/>
              <a:gdLst/>
              <a:ahLst/>
              <a:cxnLst/>
              <a:rect l="l" t="t" r="r" b="b"/>
              <a:pathLst>
                <a:path w="1223" h="1229" extrusionOk="0">
                  <a:moveTo>
                    <a:pt x="465" y="0"/>
                  </a:moveTo>
                  <a:lnTo>
                    <a:pt x="465" y="735"/>
                  </a:lnTo>
                  <a:cubicBezTo>
                    <a:pt x="465" y="1005"/>
                    <a:pt x="265" y="1229"/>
                    <a:pt x="0" y="1229"/>
                  </a:cubicBezTo>
                  <a:lnTo>
                    <a:pt x="759" y="1229"/>
                  </a:lnTo>
                  <a:cubicBezTo>
                    <a:pt x="1029" y="1229"/>
                    <a:pt x="1223" y="1005"/>
                    <a:pt x="1223" y="735"/>
                  </a:cubicBezTo>
                  <a:lnTo>
                    <a:pt x="1223" y="0"/>
                  </a:lnTo>
                  <a:close/>
                </a:path>
              </a:pathLst>
            </a:custGeom>
            <a:solidFill>
              <a:srgbClr val="866A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3601;p63">
              <a:extLst>
                <a:ext uri="{FF2B5EF4-FFF2-40B4-BE49-F238E27FC236}">
                  <a16:creationId xmlns:a16="http://schemas.microsoft.com/office/drawing/2014/main" id="{A2A8F4C6-0D50-F7E7-1CA8-6A3EE0A570B8}"/>
                </a:ext>
              </a:extLst>
            </p:cNvPr>
            <p:cNvSpPr/>
            <p:nvPr/>
          </p:nvSpPr>
          <p:spPr>
            <a:xfrm>
              <a:off x="3017668" y="2921641"/>
              <a:ext cx="41122" cy="28188"/>
            </a:xfrm>
            <a:custGeom>
              <a:avLst/>
              <a:gdLst/>
              <a:ahLst/>
              <a:cxnLst/>
              <a:rect l="l" t="t" r="r" b="b"/>
              <a:pathLst>
                <a:path w="2111" h="1447" extrusionOk="0">
                  <a:moveTo>
                    <a:pt x="147" y="1"/>
                  </a:moveTo>
                  <a:cubicBezTo>
                    <a:pt x="147" y="1"/>
                    <a:pt x="124" y="1053"/>
                    <a:pt x="0" y="1447"/>
                  </a:cubicBezTo>
                  <a:lnTo>
                    <a:pt x="2110" y="1447"/>
                  </a:lnTo>
                  <a:cubicBezTo>
                    <a:pt x="1963" y="1053"/>
                    <a:pt x="1963" y="1"/>
                    <a:pt x="1963" y="1"/>
                  </a:cubicBezTo>
                  <a:close/>
                </a:path>
              </a:pathLst>
            </a:custGeom>
            <a:solidFill>
              <a:srgbClr val="866A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3602;p63">
              <a:extLst>
                <a:ext uri="{FF2B5EF4-FFF2-40B4-BE49-F238E27FC236}">
                  <a16:creationId xmlns:a16="http://schemas.microsoft.com/office/drawing/2014/main" id="{254A8D5C-F096-7223-EA6B-8747A9819413}"/>
                </a:ext>
              </a:extLst>
            </p:cNvPr>
            <p:cNvSpPr/>
            <p:nvPr/>
          </p:nvSpPr>
          <p:spPr>
            <a:xfrm>
              <a:off x="3019616" y="2921641"/>
              <a:ext cx="36759" cy="14785"/>
            </a:xfrm>
            <a:custGeom>
              <a:avLst/>
              <a:gdLst/>
              <a:ahLst/>
              <a:cxnLst/>
              <a:rect l="l" t="t" r="r" b="b"/>
              <a:pathLst>
                <a:path w="1887" h="759" extrusionOk="0">
                  <a:moveTo>
                    <a:pt x="47" y="1"/>
                  </a:moveTo>
                  <a:cubicBezTo>
                    <a:pt x="47" y="1"/>
                    <a:pt x="47" y="365"/>
                    <a:pt x="0" y="759"/>
                  </a:cubicBezTo>
                  <a:lnTo>
                    <a:pt x="1887" y="759"/>
                  </a:lnTo>
                  <a:cubicBezTo>
                    <a:pt x="1863" y="365"/>
                    <a:pt x="1863" y="1"/>
                    <a:pt x="1863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3603;p63">
              <a:extLst>
                <a:ext uri="{FF2B5EF4-FFF2-40B4-BE49-F238E27FC236}">
                  <a16:creationId xmlns:a16="http://schemas.microsoft.com/office/drawing/2014/main" id="{C3B44139-6866-F64B-8A4F-489237A429AB}"/>
                </a:ext>
              </a:extLst>
            </p:cNvPr>
            <p:cNvSpPr/>
            <p:nvPr/>
          </p:nvSpPr>
          <p:spPr>
            <a:xfrm>
              <a:off x="3134566" y="3016567"/>
              <a:ext cx="180813" cy="122646"/>
            </a:xfrm>
            <a:custGeom>
              <a:avLst/>
              <a:gdLst/>
              <a:ahLst/>
              <a:cxnLst/>
              <a:rect l="l" t="t" r="r" b="b"/>
              <a:pathLst>
                <a:path w="9282" h="6296" extrusionOk="0">
                  <a:moveTo>
                    <a:pt x="488" y="0"/>
                  </a:moveTo>
                  <a:cubicBezTo>
                    <a:pt x="224" y="0"/>
                    <a:pt x="0" y="218"/>
                    <a:pt x="0" y="465"/>
                  </a:cubicBezTo>
                  <a:lnTo>
                    <a:pt x="0" y="5831"/>
                  </a:lnTo>
                  <a:cubicBezTo>
                    <a:pt x="0" y="6072"/>
                    <a:pt x="224" y="6296"/>
                    <a:pt x="488" y="6296"/>
                  </a:cubicBezTo>
                  <a:lnTo>
                    <a:pt x="8817" y="6296"/>
                  </a:lnTo>
                  <a:cubicBezTo>
                    <a:pt x="9087" y="6296"/>
                    <a:pt x="9281" y="6072"/>
                    <a:pt x="9281" y="5831"/>
                  </a:cubicBezTo>
                  <a:lnTo>
                    <a:pt x="9281" y="465"/>
                  </a:lnTo>
                  <a:cubicBezTo>
                    <a:pt x="9281" y="218"/>
                    <a:pt x="9087" y="0"/>
                    <a:pt x="8817" y="0"/>
                  </a:cubicBezTo>
                  <a:close/>
                </a:path>
              </a:pathLst>
            </a:custGeom>
            <a:solidFill>
              <a:srgbClr val="00C7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3604;p63">
              <a:extLst>
                <a:ext uri="{FF2B5EF4-FFF2-40B4-BE49-F238E27FC236}">
                  <a16:creationId xmlns:a16="http://schemas.microsoft.com/office/drawing/2014/main" id="{297F14AB-6F67-AD77-C0BF-0636D23A74BC}"/>
                </a:ext>
              </a:extLst>
            </p:cNvPr>
            <p:cNvSpPr/>
            <p:nvPr/>
          </p:nvSpPr>
          <p:spPr>
            <a:xfrm>
              <a:off x="3291535" y="3016567"/>
              <a:ext cx="23844" cy="122646"/>
            </a:xfrm>
            <a:custGeom>
              <a:avLst/>
              <a:gdLst/>
              <a:ahLst/>
              <a:cxnLst/>
              <a:rect l="l" t="t" r="r" b="b"/>
              <a:pathLst>
                <a:path w="1224" h="6296" extrusionOk="0">
                  <a:moveTo>
                    <a:pt x="1" y="0"/>
                  </a:moveTo>
                  <a:cubicBezTo>
                    <a:pt x="271" y="0"/>
                    <a:pt x="465" y="218"/>
                    <a:pt x="465" y="465"/>
                  </a:cubicBezTo>
                  <a:lnTo>
                    <a:pt x="465" y="5831"/>
                  </a:lnTo>
                  <a:cubicBezTo>
                    <a:pt x="465" y="6072"/>
                    <a:pt x="271" y="6296"/>
                    <a:pt x="1" y="6296"/>
                  </a:cubicBezTo>
                  <a:lnTo>
                    <a:pt x="759" y="6296"/>
                  </a:lnTo>
                  <a:cubicBezTo>
                    <a:pt x="1029" y="6296"/>
                    <a:pt x="1223" y="6072"/>
                    <a:pt x="1223" y="5831"/>
                  </a:cubicBezTo>
                  <a:lnTo>
                    <a:pt x="1223" y="465"/>
                  </a:lnTo>
                  <a:cubicBezTo>
                    <a:pt x="1223" y="218"/>
                    <a:pt x="1029" y="0"/>
                    <a:pt x="759" y="0"/>
                  </a:cubicBezTo>
                  <a:close/>
                </a:path>
              </a:pathLst>
            </a:custGeom>
            <a:solidFill>
              <a:srgbClr val="00C7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3605;p63">
              <a:extLst>
                <a:ext uri="{FF2B5EF4-FFF2-40B4-BE49-F238E27FC236}">
                  <a16:creationId xmlns:a16="http://schemas.microsoft.com/office/drawing/2014/main" id="{A0E64978-F9D0-F1A0-3B97-8C637E3E9FE6}"/>
                </a:ext>
              </a:extLst>
            </p:cNvPr>
            <p:cNvSpPr/>
            <p:nvPr/>
          </p:nvSpPr>
          <p:spPr>
            <a:xfrm>
              <a:off x="3134566" y="3115836"/>
              <a:ext cx="180813" cy="23376"/>
            </a:xfrm>
            <a:custGeom>
              <a:avLst/>
              <a:gdLst/>
              <a:ahLst/>
              <a:cxnLst/>
              <a:rect l="l" t="t" r="r" b="b"/>
              <a:pathLst>
                <a:path w="9282" h="1200" extrusionOk="0">
                  <a:moveTo>
                    <a:pt x="0" y="0"/>
                  </a:moveTo>
                  <a:lnTo>
                    <a:pt x="0" y="735"/>
                  </a:lnTo>
                  <a:cubicBezTo>
                    <a:pt x="0" y="976"/>
                    <a:pt x="224" y="1200"/>
                    <a:pt x="488" y="1200"/>
                  </a:cubicBezTo>
                  <a:lnTo>
                    <a:pt x="8817" y="1200"/>
                  </a:lnTo>
                  <a:cubicBezTo>
                    <a:pt x="9087" y="1200"/>
                    <a:pt x="9281" y="976"/>
                    <a:pt x="9281" y="735"/>
                  </a:cubicBezTo>
                  <a:lnTo>
                    <a:pt x="9281" y="0"/>
                  </a:ln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3606;p63">
              <a:extLst>
                <a:ext uri="{FF2B5EF4-FFF2-40B4-BE49-F238E27FC236}">
                  <a16:creationId xmlns:a16="http://schemas.microsoft.com/office/drawing/2014/main" id="{44FDACD2-55A9-5399-EB51-28E5DC89304B}"/>
                </a:ext>
              </a:extLst>
            </p:cNvPr>
            <p:cNvSpPr/>
            <p:nvPr/>
          </p:nvSpPr>
          <p:spPr>
            <a:xfrm>
              <a:off x="3291535" y="3115836"/>
              <a:ext cx="23844" cy="23376"/>
            </a:xfrm>
            <a:custGeom>
              <a:avLst/>
              <a:gdLst/>
              <a:ahLst/>
              <a:cxnLst/>
              <a:rect l="l" t="t" r="r" b="b"/>
              <a:pathLst>
                <a:path w="1224" h="1200" extrusionOk="0">
                  <a:moveTo>
                    <a:pt x="465" y="0"/>
                  </a:moveTo>
                  <a:lnTo>
                    <a:pt x="465" y="735"/>
                  </a:lnTo>
                  <a:cubicBezTo>
                    <a:pt x="465" y="976"/>
                    <a:pt x="271" y="1200"/>
                    <a:pt x="1" y="1200"/>
                  </a:cubicBezTo>
                  <a:lnTo>
                    <a:pt x="759" y="1200"/>
                  </a:lnTo>
                  <a:cubicBezTo>
                    <a:pt x="1029" y="1200"/>
                    <a:pt x="1223" y="976"/>
                    <a:pt x="1223" y="735"/>
                  </a:cubicBezTo>
                  <a:lnTo>
                    <a:pt x="1223" y="0"/>
                  </a:lnTo>
                  <a:close/>
                </a:path>
              </a:pathLst>
            </a:custGeom>
            <a:solidFill>
              <a:srgbClr val="866A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3607;p63">
              <a:extLst>
                <a:ext uri="{FF2B5EF4-FFF2-40B4-BE49-F238E27FC236}">
                  <a16:creationId xmlns:a16="http://schemas.microsoft.com/office/drawing/2014/main" id="{A18D6245-4B3E-DBFF-2876-D9E301E7BA34}"/>
                </a:ext>
              </a:extLst>
            </p:cNvPr>
            <p:cNvSpPr/>
            <p:nvPr/>
          </p:nvSpPr>
          <p:spPr>
            <a:xfrm>
              <a:off x="3204752" y="3139192"/>
              <a:ext cx="41005" cy="28188"/>
            </a:xfrm>
            <a:custGeom>
              <a:avLst/>
              <a:gdLst/>
              <a:ahLst/>
              <a:cxnLst/>
              <a:rect l="l" t="t" r="r" b="b"/>
              <a:pathLst>
                <a:path w="2105" h="1447" extrusionOk="0">
                  <a:moveTo>
                    <a:pt x="147" y="1"/>
                  </a:moveTo>
                  <a:cubicBezTo>
                    <a:pt x="147" y="1"/>
                    <a:pt x="118" y="1053"/>
                    <a:pt x="0" y="1446"/>
                  </a:cubicBezTo>
                  <a:lnTo>
                    <a:pt x="2105" y="1446"/>
                  </a:lnTo>
                  <a:cubicBezTo>
                    <a:pt x="1981" y="1053"/>
                    <a:pt x="1958" y="1"/>
                    <a:pt x="1958" y="1"/>
                  </a:cubicBezTo>
                  <a:close/>
                </a:path>
              </a:pathLst>
            </a:custGeom>
            <a:solidFill>
              <a:srgbClr val="866A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3608;p63">
              <a:extLst>
                <a:ext uri="{FF2B5EF4-FFF2-40B4-BE49-F238E27FC236}">
                  <a16:creationId xmlns:a16="http://schemas.microsoft.com/office/drawing/2014/main" id="{296D680C-42A5-6D01-4421-C56E8B6E1E8A}"/>
                </a:ext>
              </a:extLst>
            </p:cNvPr>
            <p:cNvSpPr/>
            <p:nvPr/>
          </p:nvSpPr>
          <p:spPr>
            <a:xfrm>
              <a:off x="3206583" y="3139192"/>
              <a:ext cx="36778" cy="14785"/>
            </a:xfrm>
            <a:custGeom>
              <a:avLst/>
              <a:gdLst/>
              <a:ahLst/>
              <a:cxnLst/>
              <a:rect l="l" t="t" r="r" b="b"/>
              <a:pathLst>
                <a:path w="1888" h="759" extrusionOk="0">
                  <a:moveTo>
                    <a:pt x="53" y="1"/>
                  </a:moveTo>
                  <a:cubicBezTo>
                    <a:pt x="53" y="1"/>
                    <a:pt x="53" y="365"/>
                    <a:pt x="0" y="759"/>
                  </a:cubicBezTo>
                  <a:lnTo>
                    <a:pt x="1887" y="759"/>
                  </a:lnTo>
                  <a:cubicBezTo>
                    <a:pt x="1864" y="365"/>
                    <a:pt x="1864" y="1"/>
                    <a:pt x="1864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3609;p63">
              <a:extLst>
                <a:ext uri="{FF2B5EF4-FFF2-40B4-BE49-F238E27FC236}">
                  <a16:creationId xmlns:a16="http://schemas.microsoft.com/office/drawing/2014/main" id="{816DEAAF-4805-012B-3FBD-CBB82BAFECCB}"/>
                </a:ext>
              </a:extLst>
            </p:cNvPr>
            <p:cNvSpPr/>
            <p:nvPr/>
          </p:nvSpPr>
          <p:spPr>
            <a:xfrm>
              <a:off x="2942320" y="2793289"/>
              <a:ext cx="191800" cy="162268"/>
            </a:xfrm>
            <a:custGeom>
              <a:avLst/>
              <a:gdLst/>
              <a:ahLst/>
              <a:cxnLst/>
              <a:rect l="l" t="t" r="r" b="b"/>
              <a:pathLst>
                <a:path w="9846" h="8330" extrusionOk="0">
                  <a:moveTo>
                    <a:pt x="9088" y="565"/>
                  </a:moveTo>
                  <a:cubicBezTo>
                    <a:pt x="9182" y="565"/>
                    <a:pt x="9282" y="659"/>
                    <a:pt x="9282" y="759"/>
                  </a:cubicBezTo>
                  <a:lnTo>
                    <a:pt x="9282" y="5097"/>
                  </a:lnTo>
                  <a:lnTo>
                    <a:pt x="565" y="5097"/>
                  </a:lnTo>
                  <a:lnTo>
                    <a:pt x="565" y="759"/>
                  </a:lnTo>
                  <a:cubicBezTo>
                    <a:pt x="565" y="659"/>
                    <a:pt x="635" y="565"/>
                    <a:pt x="759" y="565"/>
                  </a:cubicBezTo>
                  <a:close/>
                  <a:moveTo>
                    <a:pt x="5537" y="6860"/>
                  </a:moveTo>
                  <a:cubicBezTo>
                    <a:pt x="5561" y="7101"/>
                    <a:pt x="5584" y="7448"/>
                    <a:pt x="5631" y="7742"/>
                  </a:cubicBezTo>
                  <a:lnTo>
                    <a:pt x="4215" y="7742"/>
                  </a:lnTo>
                  <a:cubicBezTo>
                    <a:pt x="4262" y="7448"/>
                    <a:pt x="4285" y="7101"/>
                    <a:pt x="4285" y="6860"/>
                  </a:cubicBezTo>
                  <a:close/>
                  <a:moveTo>
                    <a:pt x="759" y="1"/>
                  </a:moveTo>
                  <a:cubicBezTo>
                    <a:pt x="341" y="1"/>
                    <a:pt x="0" y="342"/>
                    <a:pt x="0" y="759"/>
                  </a:cubicBezTo>
                  <a:lnTo>
                    <a:pt x="0" y="6096"/>
                  </a:lnTo>
                  <a:cubicBezTo>
                    <a:pt x="0" y="6513"/>
                    <a:pt x="341" y="6860"/>
                    <a:pt x="759" y="6860"/>
                  </a:cubicBezTo>
                  <a:lnTo>
                    <a:pt x="1640" y="6860"/>
                  </a:lnTo>
                  <a:cubicBezTo>
                    <a:pt x="1787" y="6860"/>
                    <a:pt x="1911" y="6737"/>
                    <a:pt x="1911" y="6590"/>
                  </a:cubicBezTo>
                  <a:cubicBezTo>
                    <a:pt x="1911" y="6419"/>
                    <a:pt x="1787" y="6296"/>
                    <a:pt x="1640" y="6296"/>
                  </a:cubicBezTo>
                  <a:lnTo>
                    <a:pt x="759" y="6296"/>
                  </a:lnTo>
                  <a:cubicBezTo>
                    <a:pt x="635" y="6296"/>
                    <a:pt x="565" y="6196"/>
                    <a:pt x="565" y="6096"/>
                  </a:cubicBezTo>
                  <a:lnTo>
                    <a:pt x="565" y="5655"/>
                  </a:lnTo>
                  <a:lnTo>
                    <a:pt x="9282" y="5655"/>
                  </a:lnTo>
                  <a:lnTo>
                    <a:pt x="9282" y="6096"/>
                  </a:lnTo>
                  <a:cubicBezTo>
                    <a:pt x="9282" y="6196"/>
                    <a:pt x="9182" y="6296"/>
                    <a:pt x="9088" y="6296"/>
                  </a:cubicBezTo>
                  <a:lnTo>
                    <a:pt x="2939" y="6296"/>
                  </a:lnTo>
                  <a:cubicBezTo>
                    <a:pt x="2792" y="6296"/>
                    <a:pt x="2646" y="6419"/>
                    <a:pt x="2646" y="6590"/>
                  </a:cubicBezTo>
                  <a:cubicBezTo>
                    <a:pt x="2646" y="6737"/>
                    <a:pt x="2792" y="6860"/>
                    <a:pt x="2939" y="6860"/>
                  </a:cubicBezTo>
                  <a:lnTo>
                    <a:pt x="3721" y="6860"/>
                  </a:lnTo>
                  <a:cubicBezTo>
                    <a:pt x="3698" y="7154"/>
                    <a:pt x="3674" y="7518"/>
                    <a:pt x="3627" y="7742"/>
                  </a:cubicBezTo>
                  <a:lnTo>
                    <a:pt x="3063" y="7742"/>
                  </a:lnTo>
                  <a:cubicBezTo>
                    <a:pt x="2916" y="7742"/>
                    <a:pt x="2769" y="7889"/>
                    <a:pt x="2769" y="8036"/>
                  </a:cubicBezTo>
                  <a:cubicBezTo>
                    <a:pt x="2769" y="8183"/>
                    <a:pt x="2916" y="8329"/>
                    <a:pt x="3063" y="8329"/>
                  </a:cubicBezTo>
                  <a:lnTo>
                    <a:pt x="6783" y="8329"/>
                  </a:lnTo>
                  <a:cubicBezTo>
                    <a:pt x="6930" y="8329"/>
                    <a:pt x="7054" y="8183"/>
                    <a:pt x="7054" y="8036"/>
                  </a:cubicBezTo>
                  <a:cubicBezTo>
                    <a:pt x="7054" y="7889"/>
                    <a:pt x="6930" y="7742"/>
                    <a:pt x="6783" y="7742"/>
                  </a:cubicBezTo>
                  <a:lnTo>
                    <a:pt x="6196" y="7742"/>
                  </a:lnTo>
                  <a:cubicBezTo>
                    <a:pt x="6149" y="7518"/>
                    <a:pt x="6125" y="7154"/>
                    <a:pt x="6125" y="6860"/>
                  </a:cubicBezTo>
                  <a:lnTo>
                    <a:pt x="9088" y="6860"/>
                  </a:lnTo>
                  <a:cubicBezTo>
                    <a:pt x="9505" y="6860"/>
                    <a:pt x="9846" y="6513"/>
                    <a:pt x="9846" y="6096"/>
                  </a:cubicBezTo>
                  <a:lnTo>
                    <a:pt x="9846" y="759"/>
                  </a:lnTo>
                  <a:cubicBezTo>
                    <a:pt x="9846" y="342"/>
                    <a:pt x="9505" y="1"/>
                    <a:pt x="9088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3610;p63">
              <a:extLst>
                <a:ext uri="{FF2B5EF4-FFF2-40B4-BE49-F238E27FC236}">
                  <a16:creationId xmlns:a16="http://schemas.microsoft.com/office/drawing/2014/main" id="{629ADCEE-3412-64E6-AB12-34A1490DB859}"/>
                </a:ext>
              </a:extLst>
            </p:cNvPr>
            <p:cNvSpPr/>
            <p:nvPr/>
          </p:nvSpPr>
          <p:spPr>
            <a:xfrm>
              <a:off x="3129287" y="3010840"/>
              <a:ext cx="191820" cy="162268"/>
            </a:xfrm>
            <a:custGeom>
              <a:avLst/>
              <a:gdLst/>
              <a:ahLst/>
              <a:cxnLst/>
              <a:rect l="l" t="t" r="r" b="b"/>
              <a:pathLst>
                <a:path w="9847" h="8330" extrusionOk="0">
                  <a:moveTo>
                    <a:pt x="9282" y="5655"/>
                  </a:moveTo>
                  <a:lnTo>
                    <a:pt x="9282" y="6125"/>
                  </a:lnTo>
                  <a:cubicBezTo>
                    <a:pt x="9282" y="6219"/>
                    <a:pt x="9188" y="6296"/>
                    <a:pt x="9088" y="6296"/>
                  </a:cubicBezTo>
                  <a:lnTo>
                    <a:pt x="759" y="6296"/>
                  </a:lnTo>
                  <a:cubicBezTo>
                    <a:pt x="642" y="6296"/>
                    <a:pt x="565" y="6219"/>
                    <a:pt x="565" y="6125"/>
                  </a:cubicBezTo>
                  <a:lnTo>
                    <a:pt x="565" y="5655"/>
                  </a:lnTo>
                  <a:close/>
                  <a:moveTo>
                    <a:pt x="5561" y="6883"/>
                  </a:moveTo>
                  <a:cubicBezTo>
                    <a:pt x="5561" y="7101"/>
                    <a:pt x="5585" y="7471"/>
                    <a:pt x="5638" y="7765"/>
                  </a:cubicBezTo>
                  <a:lnTo>
                    <a:pt x="4215" y="7765"/>
                  </a:lnTo>
                  <a:cubicBezTo>
                    <a:pt x="4262" y="7471"/>
                    <a:pt x="4286" y="7101"/>
                    <a:pt x="4286" y="6883"/>
                  </a:cubicBezTo>
                  <a:close/>
                  <a:moveTo>
                    <a:pt x="759" y="0"/>
                  </a:moveTo>
                  <a:cubicBezTo>
                    <a:pt x="348" y="0"/>
                    <a:pt x="1" y="341"/>
                    <a:pt x="1" y="759"/>
                  </a:cubicBezTo>
                  <a:lnTo>
                    <a:pt x="1" y="6125"/>
                  </a:lnTo>
                  <a:cubicBezTo>
                    <a:pt x="1" y="6537"/>
                    <a:pt x="348" y="6883"/>
                    <a:pt x="759" y="6883"/>
                  </a:cubicBezTo>
                  <a:lnTo>
                    <a:pt x="3727" y="6883"/>
                  </a:lnTo>
                  <a:cubicBezTo>
                    <a:pt x="3698" y="7177"/>
                    <a:pt x="3675" y="7518"/>
                    <a:pt x="3651" y="7765"/>
                  </a:cubicBezTo>
                  <a:lnTo>
                    <a:pt x="3063" y="7765"/>
                  </a:lnTo>
                  <a:cubicBezTo>
                    <a:pt x="2916" y="7765"/>
                    <a:pt x="2769" y="7889"/>
                    <a:pt x="2769" y="8035"/>
                  </a:cubicBezTo>
                  <a:cubicBezTo>
                    <a:pt x="2769" y="8206"/>
                    <a:pt x="2916" y="8329"/>
                    <a:pt x="3063" y="8329"/>
                  </a:cubicBezTo>
                  <a:lnTo>
                    <a:pt x="6784" y="8329"/>
                  </a:lnTo>
                  <a:cubicBezTo>
                    <a:pt x="6931" y="8329"/>
                    <a:pt x="7054" y="8206"/>
                    <a:pt x="7054" y="8035"/>
                  </a:cubicBezTo>
                  <a:cubicBezTo>
                    <a:pt x="7054" y="7889"/>
                    <a:pt x="6931" y="7765"/>
                    <a:pt x="6784" y="7765"/>
                  </a:cubicBezTo>
                  <a:lnTo>
                    <a:pt x="6196" y="7765"/>
                  </a:lnTo>
                  <a:cubicBezTo>
                    <a:pt x="6149" y="7518"/>
                    <a:pt x="6126" y="7177"/>
                    <a:pt x="6126" y="6883"/>
                  </a:cubicBezTo>
                  <a:lnTo>
                    <a:pt x="9088" y="6883"/>
                  </a:lnTo>
                  <a:cubicBezTo>
                    <a:pt x="9505" y="6883"/>
                    <a:pt x="9846" y="6537"/>
                    <a:pt x="9846" y="6125"/>
                  </a:cubicBezTo>
                  <a:lnTo>
                    <a:pt x="9846" y="759"/>
                  </a:lnTo>
                  <a:cubicBezTo>
                    <a:pt x="9846" y="341"/>
                    <a:pt x="9505" y="0"/>
                    <a:pt x="9088" y="0"/>
                  </a:cubicBezTo>
                  <a:lnTo>
                    <a:pt x="3822" y="0"/>
                  </a:lnTo>
                  <a:cubicBezTo>
                    <a:pt x="3675" y="0"/>
                    <a:pt x="3551" y="124"/>
                    <a:pt x="3551" y="294"/>
                  </a:cubicBezTo>
                  <a:cubicBezTo>
                    <a:pt x="3551" y="441"/>
                    <a:pt x="3675" y="588"/>
                    <a:pt x="3822" y="588"/>
                  </a:cubicBezTo>
                  <a:lnTo>
                    <a:pt x="9088" y="588"/>
                  </a:lnTo>
                  <a:cubicBezTo>
                    <a:pt x="9188" y="588"/>
                    <a:pt x="9282" y="659"/>
                    <a:pt x="9282" y="759"/>
                  </a:cubicBezTo>
                  <a:lnTo>
                    <a:pt x="9282" y="5097"/>
                  </a:lnTo>
                  <a:lnTo>
                    <a:pt x="565" y="5097"/>
                  </a:lnTo>
                  <a:lnTo>
                    <a:pt x="565" y="759"/>
                  </a:lnTo>
                  <a:cubicBezTo>
                    <a:pt x="565" y="659"/>
                    <a:pt x="642" y="588"/>
                    <a:pt x="759" y="588"/>
                  </a:cubicBezTo>
                  <a:lnTo>
                    <a:pt x="2499" y="588"/>
                  </a:lnTo>
                  <a:cubicBezTo>
                    <a:pt x="2646" y="588"/>
                    <a:pt x="2769" y="441"/>
                    <a:pt x="2769" y="294"/>
                  </a:cubicBezTo>
                  <a:cubicBezTo>
                    <a:pt x="2769" y="124"/>
                    <a:pt x="2646" y="0"/>
                    <a:pt x="2499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3611;p63">
              <a:extLst>
                <a:ext uri="{FF2B5EF4-FFF2-40B4-BE49-F238E27FC236}">
                  <a16:creationId xmlns:a16="http://schemas.microsoft.com/office/drawing/2014/main" id="{037CC328-FF1E-DA8D-C617-5F43CC6D400D}"/>
                </a:ext>
              </a:extLst>
            </p:cNvPr>
            <p:cNvSpPr/>
            <p:nvPr/>
          </p:nvSpPr>
          <p:spPr>
            <a:xfrm>
              <a:off x="3005746" y="2970302"/>
              <a:ext cx="109711" cy="150249"/>
            </a:xfrm>
            <a:custGeom>
              <a:avLst/>
              <a:gdLst/>
              <a:ahLst/>
              <a:cxnLst/>
              <a:rect l="l" t="t" r="r" b="b"/>
              <a:pathLst>
                <a:path w="5632" h="7713" extrusionOk="0">
                  <a:moveTo>
                    <a:pt x="295" y="1"/>
                  </a:moveTo>
                  <a:cubicBezTo>
                    <a:pt x="148" y="1"/>
                    <a:pt x="1" y="124"/>
                    <a:pt x="1" y="271"/>
                  </a:cubicBezTo>
                  <a:cubicBezTo>
                    <a:pt x="1" y="1811"/>
                    <a:pt x="465" y="3257"/>
                    <a:pt x="1347" y="4503"/>
                  </a:cubicBezTo>
                  <a:cubicBezTo>
                    <a:pt x="2158" y="5655"/>
                    <a:pt x="3257" y="6537"/>
                    <a:pt x="4533" y="7054"/>
                  </a:cubicBezTo>
                  <a:lnTo>
                    <a:pt x="3968" y="7148"/>
                  </a:lnTo>
                  <a:cubicBezTo>
                    <a:pt x="3821" y="7178"/>
                    <a:pt x="3721" y="7324"/>
                    <a:pt x="3751" y="7471"/>
                  </a:cubicBezTo>
                  <a:cubicBezTo>
                    <a:pt x="3774" y="7618"/>
                    <a:pt x="3898" y="7712"/>
                    <a:pt x="4015" y="7712"/>
                  </a:cubicBezTo>
                  <a:lnTo>
                    <a:pt x="4068" y="7712"/>
                  </a:lnTo>
                  <a:lnTo>
                    <a:pt x="5391" y="7495"/>
                  </a:lnTo>
                  <a:cubicBezTo>
                    <a:pt x="5461" y="7495"/>
                    <a:pt x="5538" y="7442"/>
                    <a:pt x="5585" y="7372"/>
                  </a:cubicBezTo>
                  <a:cubicBezTo>
                    <a:pt x="5632" y="7295"/>
                    <a:pt x="5632" y="7201"/>
                    <a:pt x="5608" y="7125"/>
                  </a:cubicBezTo>
                  <a:lnTo>
                    <a:pt x="5120" y="5855"/>
                  </a:lnTo>
                  <a:cubicBezTo>
                    <a:pt x="5083" y="5737"/>
                    <a:pt x="4962" y="5665"/>
                    <a:pt x="4840" y="5665"/>
                  </a:cubicBezTo>
                  <a:cubicBezTo>
                    <a:pt x="4810" y="5665"/>
                    <a:pt x="4779" y="5669"/>
                    <a:pt x="4750" y="5679"/>
                  </a:cubicBezTo>
                  <a:cubicBezTo>
                    <a:pt x="4603" y="5732"/>
                    <a:pt x="4533" y="5902"/>
                    <a:pt x="4580" y="6049"/>
                  </a:cubicBezTo>
                  <a:lnTo>
                    <a:pt x="4779" y="6537"/>
                  </a:lnTo>
                  <a:cubicBezTo>
                    <a:pt x="3575" y="6049"/>
                    <a:pt x="2575" y="5238"/>
                    <a:pt x="1811" y="4186"/>
                  </a:cubicBezTo>
                  <a:cubicBezTo>
                    <a:pt x="1006" y="3034"/>
                    <a:pt x="589" y="1688"/>
                    <a:pt x="589" y="271"/>
                  </a:cubicBezTo>
                  <a:cubicBezTo>
                    <a:pt x="589" y="124"/>
                    <a:pt x="465" y="1"/>
                    <a:pt x="295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3612;p63">
              <a:extLst>
                <a:ext uri="{FF2B5EF4-FFF2-40B4-BE49-F238E27FC236}">
                  <a16:creationId xmlns:a16="http://schemas.microsoft.com/office/drawing/2014/main" id="{D8D38D7B-8B6C-2DEB-60BB-B8600418F2DB}"/>
                </a:ext>
              </a:extLst>
            </p:cNvPr>
            <p:cNvSpPr/>
            <p:nvPr/>
          </p:nvSpPr>
          <p:spPr>
            <a:xfrm>
              <a:off x="3147969" y="2845222"/>
              <a:ext cx="109244" cy="150405"/>
            </a:xfrm>
            <a:custGeom>
              <a:avLst/>
              <a:gdLst/>
              <a:ahLst/>
              <a:cxnLst/>
              <a:rect l="l" t="t" r="r" b="b"/>
              <a:pathLst>
                <a:path w="5608" h="7721" extrusionOk="0">
                  <a:moveTo>
                    <a:pt x="1600" y="0"/>
                  </a:moveTo>
                  <a:cubicBezTo>
                    <a:pt x="1588" y="0"/>
                    <a:pt x="1576" y="1"/>
                    <a:pt x="1564" y="3"/>
                  </a:cubicBezTo>
                  <a:lnTo>
                    <a:pt x="241" y="227"/>
                  </a:lnTo>
                  <a:cubicBezTo>
                    <a:pt x="147" y="227"/>
                    <a:pt x="71" y="274"/>
                    <a:pt x="47" y="344"/>
                  </a:cubicBezTo>
                  <a:cubicBezTo>
                    <a:pt x="0" y="420"/>
                    <a:pt x="0" y="520"/>
                    <a:pt x="24" y="591"/>
                  </a:cubicBezTo>
                  <a:lnTo>
                    <a:pt x="511" y="1890"/>
                  </a:lnTo>
                  <a:cubicBezTo>
                    <a:pt x="564" y="1990"/>
                    <a:pt x="658" y="2060"/>
                    <a:pt x="782" y="2060"/>
                  </a:cubicBezTo>
                  <a:cubicBezTo>
                    <a:pt x="805" y="2060"/>
                    <a:pt x="829" y="2060"/>
                    <a:pt x="882" y="2037"/>
                  </a:cubicBezTo>
                  <a:cubicBezTo>
                    <a:pt x="1029" y="1990"/>
                    <a:pt x="1099" y="1814"/>
                    <a:pt x="1029" y="1667"/>
                  </a:cubicBezTo>
                  <a:lnTo>
                    <a:pt x="858" y="1179"/>
                  </a:lnTo>
                  <a:lnTo>
                    <a:pt x="858" y="1179"/>
                  </a:lnTo>
                  <a:cubicBezTo>
                    <a:pt x="2034" y="1667"/>
                    <a:pt x="3062" y="2478"/>
                    <a:pt x="3797" y="3530"/>
                  </a:cubicBezTo>
                  <a:cubicBezTo>
                    <a:pt x="4602" y="4682"/>
                    <a:pt x="5043" y="6028"/>
                    <a:pt x="5043" y="7450"/>
                  </a:cubicBezTo>
                  <a:cubicBezTo>
                    <a:pt x="5043" y="7597"/>
                    <a:pt x="5167" y="7721"/>
                    <a:pt x="5337" y="7721"/>
                  </a:cubicBezTo>
                  <a:cubicBezTo>
                    <a:pt x="5484" y="7721"/>
                    <a:pt x="5607" y="7597"/>
                    <a:pt x="5607" y="7450"/>
                  </a:cubicBezTo>
                  <a:cubicBezTo>
                    <a:pt x="5607" y="5904"/>
                    <a:pt x="5143" y="4459"/>
                    <a:pt x="4261" y="3212"/>
                  </a:cubicBezTo>
                  <a:cubicBezTo>
                    <a:pt x="3474" y="2060"/>
                    <a:pt x="2375" y="1202"/>
                    <a:pt x="1099" y="667"/>
                  </a:cubicBezTo>
                  <a:lnTo>
                    <a:pt x="1640" y="567"/>
                  </a:lnTo>
                  <a:cubicBezTo>
                    <a:pt x="1810" y="544"/>
                    <a:pt x="1910" y="397"/>
                    <a:pt x="1887" y="250"/>
                  </a:cubicBezTo>
                  <a:cubicBezTo>
                    <a:pt x="1860" y="115"/>
                    <a:pt x="1734" y="0"/>
                    <a:pt x="1600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6">
          <a:extLst>
            <a:ext uri="{FF2B5EF4-FFF2-40B4-BE49-F238E27FC236}">
              <a16:creationId xmlns:a16="http://schemas.microsoft.com/office/drawing/2014/main" id="{5D2EEFF4-0DDF-DBA3-134C-127808D18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" name="Google Shape;2447;p53">
            <a:extLst>
              <a:ext uri="{FF2B5EF4-FFF2-40B4-BE49-F238E27FC236}">
                <a16:creationId xmlns:a16="http://schemas.microsoft.com/office/drawing/2014/main" id="{2CFF174C-B71D-978B-E13D-57E46E27B7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Infromation Extraction Process</a:t>
            </a:r>
            <a:endParaRPr dirty="0"/>
          </a:p>
        </p:txBody>
      </p:sp>
      <p:sp>
        <p:nvSpPr>
          <p:cNvPr id="2448" name="Google Shape;2448;p53">
            <a:extLst>
              <a:ext uri="{FF2B5EF4-FFF2-40B4-BE49-F238E27FC236}">
                <a16:creationId xmlns:a16="http://schemas.microsoft.com/office/drawing/2014/main" id="{55731C84-8E98-9075-1082-BA7A6DD16CB7}"/>
              </a:ext>
            </a:extLst>
          </p:cNvPr>
          <p:cNvSpPr txBox="1"/>
          <p:nvPr/>
        </p:nvSpPr>
        <p:spPr>
          <a:xfrm>
            <a:off x="720000" y="1921774"/>
            <a:ext cx="3361346" cy="63390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Loading the data that we want to apply RAG on. </a:t>
            </a:r>
            <a:endParaRPr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49" name="Google Shape;2449;p53">
            <a:extLst>
              <a:ext uri="{FF2B5EF4-FFF2-40B4-BE49-F238E27FC236}">
                <a16:creationId xmlns:a16="http://schemas.microsoft.com/office/drawing/2014/main" id="{A0EA917E-2513-373F-6D1F-0A2E7163CC74}"/>
              </a:ext>
            </a:extLst>
          </p:cNvPr>
          <p:cNvSpPr txBox="1"/>
          <p:nvPr/>
        </p:nvSpPr>
        <p:spPr>
          <a:xfrm>
            <a:off x="720000" y="1460850"/>
            <a:ext cx="3361346" cy="4746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LOAD</a:t>
            </a:r>
            <a:endParaRPr sz="20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50" name="Google Shape;2450;p53">
            <a:extLst>
              <a:ext uri="{FF2B5EF4-FFF2-40B4-BE49-F238E27FC236}">
                <a16:creationId xmlns:a16="http://schemas.microsoft.com/office/drawing/2014/main" id="{A70AE73A-C416-A66C-4C5D-ED2C31380607}"/>
              </a:ext>
            </a:extLst>
          </p:cNvPr>
          <p:cNvSpPr txBox="1"/>
          <p:nvPr/>
        </p:nvSpPr>
        <p:spPr>
          <a:xfrm>
            <a:off x="5218771" y="1921774"/>
            <a:ext cx="2947075" cy="663208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Chunking that is spliting the data because of Token Limit</a:t>
            </a:r>
            <a:endParaRPr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51" name="Google Shape;2451;p53">
            <a:extLst>
              <a:ext uri="{FF2B5EF4-FFF2-40B4-BE49-F238E27FC236}">
                <a16:creationId xmlns:a16="http://schemas.microsoft.com/office/drawing/2014/main" id="{1F5F7A0D-BEAB-851A-E721-652501C0CAE9}"/>
              </a:ext>
            </a:extLst>
          </p:cNvPr>
          <p:cNvSpPr txBox="1"/>
          <p:nvPr/>
        </p:nvSpPr>
        <p:spPr>
          <a:xfrm>
            <a:off x="5218771" y="1460850"/>
            <a:ext cx="2947075" cy="4752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SPLIT</a:t>
            </a:r>
            <a:endParaRPr sz="20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460" name="Google Shape;2460;p53">
            <a:extLst>
              <a:ext uri="{FF2B5EF4-FFF2-40B4-BE49-F238E27FC236}">
                <a16:creationId xmlns:a16="http://schemas.microsoft.com/office/drawing/2014/main" id="{29B28173-C2C0-2EEA-BA98-3BF91C333D26}"/>
              </a:ext>
            </a:extLst>
          </p:cNvPr>
          <p:cNvCxnSpPr>
            <a:cxnSpLocks/>
            <a:stCxn id="2449" idx="3"/>
            <a:endCxn id="2451" idx="1"/>
          </p:cNvCxnSpPr>
          <p:nvPr/>
        </p:nvCxnSpPr>
        <p:spPr>
          <a:xfrm>
            <a:off x="4081346" y="1698150"/>
            <a:ext cx="1137425" cy="300"/>
          </a:xfrm>
          <a:prstGeom prst="bentConnector3">
            <a:avLst>
              <a:gd name="adj1" fmla="val 50000"/>
            </a:avLst>
          </a:prstGeom>
          <a:ln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24" name="Google Shape;3899;p63">
            <a:extLst>
              <a:ext uri="{FF2B5EF4-FFF2-40B4-BE49-F238E27FC236}">
                <a16:creationId xmlns:a16="http://schemas.microsoft.com/office/drawing/2014/main" id="{C61F1849-299E-410D-493D-E87B9FA71AD8}"/>
              </a:ext>
            </a:extLst>
          </p:cNvPr>
          <p:cNvGrpSpPr/>
          <p:nvPr/>
        </p:nvGrpSpPr>
        <p:grpSpPr>
          <a:xfrm>
            <a:off x="2943106" y="1508473"/>
            <a:ext cx="335353" cy="342629"/>
            <a:chOff x="5246160" y="1282375"/>
            <a:chExt cx="379685" cy="379353"/>
          </a:xfrm>
        </p:grpSpPr>
        <p:sp>
          <p:nvSpPr>
            <p:cNvPr id="25" name="Google Shape;3900;p63">
              <a:extLst>
                <a:ext uri="{FF2B5EF4-FFF2-40B4-BE49-F238E27FC236}">
                  <a16:creationId xmlns:a16="http://schemas.microsoft.com/office/drawing/2014/main" id="{F8CF3127-B619-A690-E42E-638697C23D5F}"/>
                </a:ext>
              </a:extLst>
            </p:cNvPr>
            <p:cNvSpPr/>
            <p:nvPr/>
          </p:nvSpPr>
          <p:spPr>
            <a:xfrm>
              <a:off x="5270432" y="1632505"/>
              <a:ext cx="50161" cy="23941"/>
            </a:xfrm>
            <a:custGeom>
              <a:avLst/>
              <a:gdLst/>
              <a:ahLst/>
              <a:cxnLst/>
              <a:rect l="l" t="t" r="r" b="b"/>
              <a:pathLst>
                <a:path w="2575" h="1229" extrusionOk="0">
                  <a:moveTo>
                    <a:pt x="0" y="0"/>
                  </a:moveTo>
                  <a:lnTo>
                    <a:pt x="0" y="859"/>
                  </a:lnTo>
                  <a:cubicBezTo>
                    <a:pt x="0" y="1058"/>
                    <a:pt x="147" y="1229"/>
                    <a:pt x="347" y="1229"/>
                  </a:cubicBezTo>
                  <a:lnTo>
                    <a:pt x="1617" y="1229"/>
                  </a:lnTo>
                  <a:cubicBezTo>
                    <a:pt x="1763" y="1229"/>
                    <a:pt x="1863" y="1152"/>
                    <a:pt x="1934" y="1058"/>
                  </a:cubicBezTo>
                  <a:lnTo>
                    <a:pt x="2575" y="0"/>
                  </a:lnTo>
                  <a:close/>
                </a:path>
              </a:pathLst>
            </a:custGeom>
            <a:solidFill>
              <a:srgbClr val="356B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3901;p63">
              <a:extLst>
                <a:ext uri="{FF2B5EF4-FFF2-40B4-BE49-F238E27FC236}">
                  <a16:creationId xmlns:a16="http://schemas.microsoft.com/office/drawing/2014/main" id="{A8AE407F-BBD0-8ABC-34BE-2F209E22F016}"/>
                </a:ext>
              </a:extLst>
            </p:cNvPr>
            <p:cNvSpPr/>
            <p:nvPr/>
          </p:nvSpPr>
          <p:spPr>
            <a:xfrm>
              <a:off x="5551974" y="1632505"/>
              <a:ext cx="50064" cy="23941"/>
            </a:xfrm>
            <a:custGeom>
              <a:avLst/>
              <a:gdLst/>
              <a:ahLst/>
              <a:cxnLst/>
              <a:rect l="l" t="t" r="r" b="b"/>
              <a:pathLst>
                <a:path w="2570" h="1229" extrusionOk="0">
                  <a:moveTo>
                    <a:pt x="1" y="0"/>
                  </a:moveTo>
                  <a:lnTo>
                    <a:pt x="612" y="1058"/>
                  </a:lnTo>
                  <a:cubicBezTo>
                    <a:pt x="682" y="1152"/>
                    <a:pt x="806" y="1229"/>
                    <a:pt x="929" y="1229"/>
                  </a:cubicBezTo>
                  <a:lnTo>
                    <a:pt x="2205" y="1229"/>
                  </a:lnTo>
                  <a:cubicBezTo>
                    <a:pt x="2399" y="1229"/>
                    <a:pt x="2569" y="1058"/>
                    <a:pt x="2569" y="859"/>
                  </a:cubicBezTo>
                  <a:lnTo>
                    <a:pt x="2569" y="0"/>
                  </a:lnTo>
                  <a:close/>
                </a:path>
              </a:pathLst>
            </a:custGeom>
            <a:solidFill>
              <a:srgbClr val="356B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3902;p63">
              <a:extLst>
                <a:ext uri="{FF2B5EF4-FFF2-40B4-BE49-F238E27FC236}">
                  <a16:creationId xmlns:a16="http://schemas.microsoft.com/office/drawing/2014/main" id="{6F57E4C1-F47C-1108-8EC5-09E85547AAEB}"/>
                </a:ext>
              </a:extLst>
            </p:cNvPr>
            <p:cNvSpPr/>
            <p:nvPr/>
          </p:nvSpPr>
          <p:spPr>
            <a:xfrm>
              <a:off x="5424537" y="1348665"/>
              <a:ext cx="23376" cy="128373"/>
            </a:xfrm>
            <a:custGeom>
              <a:avLst/>
              <a:gdLst/>
              <a:ahLst/>
              <a:cxnLst/>
              <a:rect l="l" t="t" r="r" b="b"/>
              <a:pathLst>
                <a:path w="1200" h="6590" extrusionOk="0">
                  <a:moveTo>
                    <a:pt x="588" y="0"/>
                  </a:moveTo>
                  <a:cubicBezTo>
                    <a:pt x="271" y="0"/>
                    <a:pt x="1" y="271"/>
                    <a:pt x="1" y="612"/>
                  </a:cubicBezTo>
                  <a:lnTo>
                    <a:pt x="1" y="6589"/>
                  </a:lnTo>
                  <a:lnTo>
                    <a:pt x="1200" y="6589"/>
                  </a:lnTo>
                  <a:lnTo>
                    <a:pt x="1200" y="612"/>
                  </a:lnTo>
                  <a:cubicBezTo>
                    <a:pt x="1200" y="271"/>
                    <a:pt x="929" y="0"/>
                    <a:pt x="588" y="0"/>
                  </a:cubicBezTo>
                  <a:close/>
                </a:path>
              </a:pathLst>
            </a:custGeom>
            <a:solidFill>
              <a:srgbClr val="FF93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3903;p63">
              <a:extLst>
                <a:ext uri="{FF2B5EF4-FFF2-40B4-BE49-F238E27FC236}">
                  <a16:creationId xmlns:a16="http://schemas.microsoft.com/office/drawing/2014/main" id="{79D1D5B1-E2C1-A607-78A4-27F91DCCE280}"/>
                </a:ext>
              </a:extLst>
            </p:cNvPr>
            <p:cNvSpPr/>
            <p:nvPr/>
          </p:nvSpPr>
          <p:spPr>
            <a:xfrm>
              <a:off x="5430264" y="1348665"/>
              <a:ext cx="17649" cy="128373"/>
            </a:xfrm>
            <a:custGeom>
              <a:avLst/>
              <a:gdLst/>
              <a:ahLst/>
              <a:cxnLst/>
              <a:rect l="l" t="t" r="r" b="b"/>
              <a:pathLst>
                <a:path w="906" h="6590" extrusionOk="0">
                  <a:moveTo>
                    <a:pt x="294" y="0"/>
                  </a:moveTo>
                  <a:cubicBezTo>
                    <a:pt x="195" y="0"/>
                    <a:pt x="77" y="24"/>
                    <a:pt x="1" y="77"/>
                  </a:cubicBezTo>
                  <a:cubicBezTo>
                    <a:pt x="48" y="100"/>
                    <a:pt x="77" y="147"/>
                    <a:pt x="124" y="171"/>
                  </a:cubicBezTo>
                  <a:cubicBezTo>
                    <a:pt x="224" y="294"/>
                    <a:pt x="294" y="441"/>
                    <a:pt x="294" y="612"/>
                  </a:cubicBezTo>
                  <a:lnTo>
                    <a:pt x="294" y="6589"/>
                  </a:lnTo>
                  <a:lnTo>
                    <a:pt x="906" y="6589"/>
                  </a:lnTo>
                  <a:lnTo>
                    <a:pt x="906" y="612"/>
                  </a:lnTo>
                  <a:cubicBezTo>
                    <a:pt x="906" y="441"/>
                    <a:pt x="835" y="294"/>
                    <a:pt x="735" y="171"/>
                  </a:cubicBezTo>
                  <a:cubicBezTo>
                    <a:pt x="612" y="77"/>
                    <a:pt x="465" y="0"/>
                    <a:pt x="294" y="0"/>
                  </a:cubicBezTo>
                  <a:close/>
                </a:path>
              </a:pathLst>
            </a:custGeom>
            <a:solidFill>
              <a:srgbClr val="FF61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3904;p63">
              <a:extLst>
                <a:ext uri="{FF2B5EF4-FFF2-40B4-BE49-F238E27FC236}">
                  <a16:creationId xmlns:a16="http://schemas.microsoft.com/office/drawing/2014/main" id="{E0C48794-DABA-D99F-779D-E95A6D577B7D}"/>
                </a:ext>
              </a:extLst>
            </p:cNvPr>
            <p:cNvSpPr/>
            <p:nvPr/>
          </p:nvSpPr>
          <p:spPr>
            <a:xfrm>
              <a:off x="5251868" y="1549482"/>
              <a:ext cx="368250" cy="83043"/>
            </a:xfrm>
            <a:custGeom>
              <a:avLst/>
              <a:gdLst/>
              <a:ahLst/>
              <a:cxnLst/>
              <a:rect l="l" t="t" r="r" b="b"/>
              <a:pathLst>
                <a:path w="18904" h="4263" extrusionOk="0">
                  <a:moveTo>
                    <a:pt x="242" y="1"/>
                  </a:moveTo>
                  <a:cubicBezTo>
                    <a:pt x="95" y="1"/>
                    <a:pt x="1" y="124"/>
                    <a:pt x="1" y="248"/>
                  </a:cubicBezTo>
                  <a:lnTo>
                    <a:pt x="1" y="4021"/>
                  </a:lnTo>
                  <a:cubicBezTo>
                    <a:pt x="1" y="4145"/>
                    <a:pt x="95" y="4262"/>
                    <a:pt x="242" y="4262"/>
                  </a:cubicBezTo>
                  <a:lnTo>
                    <a:pt x="18663" y="4262"/>
                  </a:lnTo>
                  <a:cubicBezTo>
                    <a:pt x="18810" y="4262"/>
                    <a:pt x="18904" y="4145"/>
                    <a:pt x="18904" y="4021"/>
                  </a:cubicBezTo>
                  <a:lnTo>
                    <a:pt x="18904" y="248"/>
                  </a:lnTo>
                  <a:cubicBezTo>
                    <a:pt x="18904" y="124"/>
                    <a:pt x="18810" y="1"/>
                    <a:pt x="18663" y="1"/>
                  </a:cubicBezTo>
                  <a:close/>
                </a:path>
              </a:pathLst>
            </a:custGeom>
            <a:solidFill>
              <a:srgbClr val="FF93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905;p63">
              <a:extLst>
                <a:ext uri="{FF2B5EF4-FFF2-40B4-BE49-F238E27FC236}">
                  <a16:creationId xmlns:a16="http://schemas.microsoft.com/office/drawing/2014/main" id="{191DE1D8-5878-CDB0-FC33-0DF7BD9F9978}"/>
                </a:ext>
              </a:extLst>
            </p:cNvPr>
            <p:cNvSpPr/>
            <p:nvPr/>
          </p:nvSpPr>
          <p:spPr>
            <a:xfrm>
              <a:off x="5600635" y="1549482"/>
              <a:ext cx="20064" cy="83043"/>
            </a:xfrm>
            <a:custGeom>
              <a:avLst/>
              <a:gdLst/>
              <a:ahLst/>
              <a:cxnLst/>
              <a:rect l="l" t="t" r="r" b="b"/>
              <a:pathLst>
                <a:path w="1030" h="4263" extrusionOk="0">
                  <a:moveTo>
                    <a:pt x="1" y="1"/>
                  </a:moveTo>
                  <a:cubicBezTo>
                    <a:pt x="148" y="1"/>
                    <a:pt x="242" y="124"/>
                    <a:pt x="242" y="248"/>
                  </a:cubicBezTo>
                  <a:lnTo>
                    <a:pt x="242" y="4021"/>
                  </a:lnTo>
                  <a:cubicBezTo>
                    <a:pt x="242" y="4145"/>
                    <a:pt x="148" y="4262"/>
                    <a:pt x="1" y="4262"/>
                  </a:cubicBezTo>
                  <a:lnTo>
                    <a:pt x="759" y="4262"/>
                  </a:lnTo>
                  <a:cubicBezTo>
                    <a:pt x="906" y="4262"/>
                    <a:pt x="1029" y="4145"/>
                    <a:pt x="1029" y="4021"/>
                  </a:cubicBezTo>
                  <a:lnTo>
                    <a:pt x="1029" y="248"/>
                  </a:lnTo>
                  <a:cubicBezTo>
                    <a:pt x="1029" y="124"/>
                    <a:pt x="906" y="1"/>
                    <a:pt x="759" y="1"/>
                  </a:cubicBezTo>
                  <a:close/>
                </a:path>
              </a:pathLst>
            </a:custGeom>
            <a:solidFill>
              <a:srgbClr val="FF61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906;p63">
              <a:extLst>
                <a:ext uri="{FF2B5EF4-FFF2-40B4-BE49-F238E27FC236}">
                  <a16:creationId xmlns:a16="http://schemas.microsoft.com/office/drawing/2014/main" id="{40EF1144-0B29-AC45-3650-CED8F8B20F1F}"/>
                </a:ext>
              </a:extLst>
            </p:cNvPr>
            <p:cNvSpPr/>
            <p:nvPr/>
          </p:nvSpPr>
          <p:spPr>
            <a:xfrm>
              <a:off x="5418362" y="1477017"/>
              <a:ext cx="35278" cy="72485"/>
            </a:xfrm>
            <a:custGeom>
              <a:avLst/>
              <a:gdLst/>
              <a:ahLst/>
              <a:cxnLst/>
              <a:rect l="l" t="t" r="r" b="b"/>
              <a:pathLst>
                <a:path w="1811" h="3721" extrusionOk="0">
                  <a:moveTo>
                    <a:pt x="147" y="0"/>
                  </a:moveTo>
                  <a:cubicBezTo>
                    <a:pt x="71" y="0"/>
                    <a:pt x="0" y="77"/>
                    <a:pt x="0" y="147"/>
                  </a:cubicBezTo>
                  <a:lnTo>
                    <a:pt x="0" y="3721"/>
                  </a:lnTo>
                  <a:lnTo>
                    <a:pt x="1811" y="3721"/>
                  </a:lnTo>
                  <a:lnTo>
                    <a:pt x="1811" y="147"/>
                  </a:lnTo>
                  <a:cubicBezTo>
                    <a:pt x="1811" y="77"/>
                    <a:pt x="1740" y="0"/>
                    <a:pt x="1664" y="0"/>
                  </a:cubicBezTo>
                  <a:close/>
                </a:path>
              </a:pathLst>
            </a:custGeom>
            <a:solidFill>
              <a:srgbClr val="356B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907;p63">
              <a:extLst>
                <a:ext uri="{FF2B5EF4-FFF2-40B4-BE49-F238E27FC236}">
                  <a16:creationId xmlns:a16="http://schemas.microsoft.com/office/drawing/2014/main" id="{B644887C-0E17-FED3-79DA-E90DC48FBD0E}"/>
                </a:ext>
              </a:extLst>
            </p:cNvPr>
            <p:cNvSpPr/>
            <p:nvPr/>
          </p:nvSpPr>
          <p:spPr>
            <a:xfrm>
              <a:off x="5280951" y="1577650"/>
              <a:ext cx="134100" cy="26824"/>
            </a:xfrm>
            <a:custGeom>
              <a:avLst/>
              <a:gdLst/>
              <a:ahLst/>
              <a:cxnLst/>
              <a:rect l="l" t="t" r="r" b="b"/>
              <a:pathLst>
                <a:path w="6884" h="1377" extrusionOk="0">
                  <a:moveTo>
                    <a:pt x="101" y="1"/>
                  </a:moveTo>
                  <a:cubicBezTo>
                    <a:pt x="48" y="1"/>
                    <a:pt x="1" y="54"/>
                    <a:pt x="1" y="77"/>
                  </a:cubicBezTo>
                  <a:lnTo>
                    <a:pt x="1" y="1276"/>
                  </a:lnTo>
                  <a:cubicBezTo>
                    <a:pt x="1" y="1323"/>
                    <a:pt x="48" y="1376"/>
                    <a:pt x="101" y="1376"/>
                  </a:cubicBezTo>
                  <a:lnTo>
                    <a:pt x="6784" y="1376"/>
                  </a:lnTo>
                  <a:cubicBezTo>
                    <a:pt x="6831" y="1376"/>
                    <a:pt x="6884" y="1323"/>
                    <a:pt x="6884" y="1276"/>
                  </a:cubicBezTo>
                  <a:lnTo>
                    <a:pt x="6884" y="77"/>
                  </a:lnTo>
                  <a:cubicBezTo>
                    <a:pt x="6884" y="54"/>
                    <a:pt x="6831" y="1"/>
                    <a:pt x="6784" y="1"/>
                  </a:cubicBezTo>
                  <a:close/>
                </a:path>
              </a:pathLst>
            </a:custGeom>
            <a:solidFill>
              <a:srgbClr val="00C7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908;p63">
              <a:extLst>
                <a:ext uri="{FF2B5EF4-FFF2-40B4-BE49-F238E27FC236}">
                  <a16:creationId xmlns:a16="http://schemas.microsoft.com/office/drawing/2014/main" id="{6E1BCD96-3326-3D71-BA4B-A7D717F08D4B}"/>
                </a:ext>
              </a:extLst>
            </p:cNvPr>
            <p:cNvSpPr/>
            <p:nvPr/>
          </p:nvSpPr>
          <p:spPr>
            <a:xfrm>
              <a:off x="5384915" y="1577650"/>
              <a:ext cx="30136" cy="26824"/>
            </a:xfrm>
            <a:custGeom>
              <a:avLst/>
              <a:gdLst/>
              <a:ahLst/>
              <a:cxnLst/>
              <a:rect l="l" t="t" r="r" b="b"/>
              <a:pathLst>
                <a:path w="1547" h="1377" extrusionOk="0">
                  <a:moveTo>
                    <a:pt x="1" y="1"/>
                  </a:moveTo>
                  <a:lnTo>
                    <a:pt x="1" y="1376"/>
                  </a:lnTo>
                  <a:lnTo>
                    <a:pt x="1447" y="1376"/>
                  </a:lnTo>
                  <a:cubicBezTo>
                    <a:pt x="1494" y="1376"/>
                    <a:pt x="1547" y="1323"/>
                    <a:pt x="1547" y="1276"/>
                  </a:cubicBezTo>
                  <a:lnTo>
                    <a:pt x="1547" y="77"/>
                  </a:lnTo>
                  <a:cubicBezTo>
                    <a:pt x="1547" y="54"/>
                    <a:pt x="1494" y="1"/>
                    <a:pt x="1447" y="1"/>
                  </a:cubicBezTo>
                  <a:close/>
                </a:path>
              </a:pathLst>
            </a:custGeom>
            <a:solidFill>
              <a:srgbClr val="FF61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909;p63">
              <a:extLst>
                <a:ext uri="{FF2B5EF4-FFF2-40B4-BE49-F238E27FC236}">
                  <a16:creationId xmlns:a16="http://schemas.microsoft.com/office/drawing/2014/main" id="{28205E7C-8990-602A-E02B-436B4A706429}"/>
                </a:ext>
              </a:extLst>
            </p:cNvPr>
            <p:cNvSpPr/>
            <p:nvPr/>
          </p:nvSpPr>
          <p:spPr>
            <a:xfrm>
              <a:off x="5564344" y="1577650"/>
              <a:ext cx="26688" cy="26824"/>
            </a:xfrm>
            <a:custGeom>
              <a:avLst/>
              <a:gdLst/>
              <a:ahLst/>
              <a:cxnLst/>
              <a:rect l="l" t="t" r="r" b="b"/>
              <a:pathLst>
                <a:path w="1370" h="1377" extrusionOk="0">
                  <a:moveTo>
                    <a:pt x="688" y="1"/>
                  </a:moveTo>
                  <a:cubicBezTo>
                    <a:pt x="318" y="1"/>
                    <a:pt x="0" y="318"/>
                    <a:pt x="0" y="689"/>
                  </a:cubicBezTo>
                  <a:cubicBezTo>
                    <a:pt x="0" y="1053"/>
                    <a:pt x="318" y="1376"/>
                    <a:pt x="688" y="1376"/>
                  </a:cubicBezTo>
                  <a:cubicBezTo>
                    <a:pt x="1053" y="1376"/>
                    <a:pt x="1370" y="1053"/>
                    <a:pt x="1370" y="689"/>
                  </a:cubicBezTo>
                  <a:cubicBezTo>
                    <a:pt x="1370" y="318"/>
                    <a:pt x="1053" y="1"/>
                    <a:pt x="688" y="1"/>
                  </a:cubicBezTo>
                  <a:close/>
                </a:path>
              </a:pathLst>
            </a:custGeom>
            <a:solidFill>
              <a:srgbClr val="866A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910;p63">
              <a:extLst>
                <a:ext uri="{FF2B5EF4-FFF2-40B4-BE49-F238E27FC236}">
                  <a16:creationId xmlns:a16="http://schemas.microsoft.com/office/drawing/2014/main" id="{3DF3E6AE-125A-399A-2E7A-FB2180870C66}"/>
                </a:ext>
              </a:extLst>
            </p:cNvPr>
            <p:cNvSpPr/>
            <p:nvPr/>
          </p:nvSpPr>
          <p:spPr>
            <a:xfrm>
              <a:off x="5516131" y="1577650"/>
              <a:ext cx="26707" cy="26824"/>
            </a:xfrm>
            <a:custGeom>
              <a:avLst/>
              <a:gdLst/>
              <a:ahLst/>
              <a:cxnLst/>
              <a:rect l="l" t="t" r="r" b="b"/>
              <a:pathLst>
                <a:path w="1371" h="1377" extrusionOk="0">
                  <a:moveTo>
                    <a:pt x="689" y="1"/>
                  </a:moveTo>
                  <a:cubicBezTo>
                    <a:pt x="295" y="1"/>
                    <a:pt x="1" y="318"/>
                    <a:pt x="1" y="689"/>
                  </a:cubicBezTo>
                  <a:cubicBezTo>
                    <a:pt x="1" y="1053"/>
                    <a:pt x="295" y="1376"/>
                    <a:pt x="689" y="1376"/>
                  </a:cubicBezTo>
                  <a:cubicBezTo>
                    <a:pt x="1053" y="1376"/>
                    <a:pt x="1370" y="1053"/>
                    <a:pt x="1370" y="689"/>
                  </a:cubicBezTo>
                  <a:cubicBezTo>
                    <a:pt x="1370" y="318"/>
                    <a:pt x="1053" y="1"/>
                    <a:pt x="689" y="1"/>
                  </a:cubicBezTo>
                  <a:close/>
                </a:path>
              </a:pathLst>
            </a:custGeom>
            <a:solidFill>
              <a:srgbClr val="866A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911;p63">
              <a:extLst>
                <a:ext uri="{FF2B5EF4-FFF2-40B4-BE49-F238E27FC236}">
                  <a16:creationId xmlns:a16="http://schemas.microsoft.com/office/drawing/2014/main" id="{F01AED3D-BB84-71DB-F6B9-8A9DAC6C6E3D}"/>
                </a:ext>
              </a:extLst>
            </p:cNvPr>
            <p:cNvSpPr/>
            <p:nvPr/>
          </p:nvSpPr>
          <p:spPr>
            <a:xfrm>
              <a:off x="5565707" y="1577650"/>
              <a:ext cx="25324" cy="26824"/>
            </a:xfrm>
            <a:custGeom>
              <a:avLst/>
              <a:gdLst/>
              <a:ahLst/>
              <a:cxnLst/>
              <a:rect l="l" t="t" r="r" b="b"/>
              <a:pathLst>
                <a:path w="1300" h="1377" extrusionOk="0">
                  <a:moveTo>
                    <a:pt x="689" y="1"/>
                  </a:moveTo>
                  <a:lnTo>
                    <a:pt x="689" y="1"/>
                  </a:lnTo>
                  <a:cubicBezTo>
                    <a:pt x="712" y="101"/>
                    <a:pt x="736" y="201"/>
                    <a:pt x="736" y="295"/>
                  </a:cubicBezTo>
                  <a:cubicBezTo>
                    <a:pt x="736" y="689"/>
                    <a:pt x="442" y="982"/>
                    <a:pt x="54" y="982"/>
                  </a:cubicBezTo>
                  <a:lnTo>
                    <a:pt x="1" y="982"/>
                  </a:lnTo>
                  <a:cubicBezTo>
                    <a:pt x="101" y="1200"/>
                    <a:pt x="348" y="1376"/>
                    <a:pt x="618" y="1376"/>
                  </a:cubicBezTo>
                  <a:cubicBezTo>
                    <a:pt x="983" y="1376"/>
                    <a:pt x="1300" y="1053"/>
                    <a:pt x="1300" y="689"/>
                  </a:cubicBezTo>
                  <a:cubicBezTo>
                    <a:pt x="1300" y="318"/>
                    <a:pt x="1030" y="54"/>
                    <a:pt x="689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912;p63">
              <a:extLst>
                <a:ext uri="{FF2B5EF4-FFF2-40B4-BE49-F238E27FC236}">
                  <a16:creationId xmlns:a16="http://schemas.microsoft.com/office/drawing/2014/main" id="{F90C743C-BF52-A409-F46A-4AFA4FCC9B77}"/>
                </a:ext>
              </a:extLst>
            </p:cNvPr>
            <p:cNvSpPr/>
            <p:nvPr/>
          </p:nvSpPr>
          <p:spPr>
            <a:xfrm>
              <a:off x="5517631" y="1577650"/>
              <a:ext cx="25207" cy="26824"/>
            </a:xfrm>
            <a:custGeom>
              <a:avLst/>
              <a:gdLst/>
              <a:ahLst/>
              <a:cxnLst/>
              <a:rect l="l" t="t" r="r" b="b"/>
              <a:pathLst>
                <a:path w="1294" h="1377" extrusionOk="0">
                  <a:moveTo>
                    <a:pt x="659" y="1"/>
                  </a:moveTo>
                  <a:lnTo>
                    <a:pt x="659" y="1"/>
                  </a:lnTo>
                  <a:cubicBezTo>
                    <a:pt x="706" y="101"/>
                    <a:pt x="735" y="201"/>
                    <a:pt x="735" y="295"/>
                  </a:cubicBezTo>
                  <a:cubicBezTo>
                    <a:pt x="735" y="689"/>
                    <a:pt x="441" y="982"/>
                    <a:pt x="47" y="982"/>
                  </a:cubicBezTo>
                  <a:lnTo>
                    <a:pt x="0" y="982"/>
                  </a:lnTo>
                  <a:cubicBezTo>
                    <a:pt x="94" y="1200"/>
                    <a:pt x="341" y="1376"/>
                    <a:pt x="612" y="1376"/>
                  </a:cubicBezTo>
                  <a:cubicBezTo>
                    <a:pt x="976" y="1376"/>
                    <a:pt x="1293" y="1053"/>
                    <a:pt x="1293" y="689"/>
                  </a:cubicBezTo>
                  <a:cubicBezTo>
                    <a:pt x="1293" y="318"/>
                    <a:pt x="1029" y="54"/>
                    <a:pt x="659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913;p63">
              <a:extLst>
                <a:ext uri="{FF2B5EF4-FFF2-40B4-BE49-F238E27FC236}">
                  <a16:creationId xmlns:a16="http://schemas.microsoft.com/office/drawing/2014/main" id="{A5F60FB4-75F5-2185-2CA1-B3DF89CE010E}"/>
                </a:ext>
              </a:extLst>
            </p:cNvPr>
            <p:cNvSpPr/>
            <p:nvPr/>
          </p:nvSpPr>
          <p:spPr>
            <a:xfrm>
              <a:off x="5436439" y="1585267"/>
              <a:ext cx="11941" cy="11143"/>
            </a:xfrm>
            <a:custGeom>
              <a:avLst/>
              <a:gdLst/>
              <a:ahLst/>
              <a:cxnLst/>
              <a:rect l="l" t="t" r="r" b="b"/>
              <a:pathLst>
                <a:path w="613" h="572" extrusionOk="0">
                  <a:moveTo>
                    <a:pt x="329" y="1"/>
                  </a:moveTo>
                  <a:cubicBezTo>
                    <a:pt x="177" y="1"/>
                    <a:pt x="51" y="116"/>
                    <a:pt x="24" y="251"/>
                  </a:cubicBezTo>
                  <a:cubicBezTo>
                    <a:pt x="1" y="398"/>
                    <a:pt x="124" y="544"/>
                    <a:pt x="271" y="568"/>
                  </a:cubicBezTo>
                  <a:cubicBezTo>
                    <a:pt x="286" y="570"/>
                    <a:pt x="300" y="571"/>
                    <a:pt x="315" y="571"/>
                  </a:cubicBezTo>
                  <a:cubicBezTo>
                    <a:pt x="446" y="571"/>
                    <a:pt x="568" y="477"/>
                    <a:pt x="589" y="345"/>
                  </a:cubicBezTo>
                  <a:cubicBezTo>
                    <a:pt x="612" y="174"/>
                    <a:pt x="518" y="27"/>
                    <a:pt x="371" y="4"/>
                  </a:cubicBezTo>
                  <a:cubicBezTo>
                    <a:pt x="357" y="2"/>
                    <a:pt x="343" y="1"/>
                    <a:pt x="329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14;p63">
              <a:extLst>
                <a:ext uri="{FF2B5EF4-FFF2-40B4-BE49-F238E27FC236}">
                  <a16:creationId xmlns:a16="http://schemas.microsoft.com/office/drawing/2014/main" id="{B68AB35D-5222-4B17-1200-80C57C53386D}"/>
                </a:ext>
              </a:extLst>
            </p:cNvPr>
            <p:cNvSpPr/>
            <p:nvPr/>
          </p:nvSpPr>
          <p:spPr>
            <a:xfrm>
              <a:off x="5461744" y="1585325"/>
              <a:ext cx="11941" cy="10987"/>
            </a:xfrm>
            <a:custGeom>
              <a:avLst/>
              <a:gdLst/>
              <a:ahLst/>
              <a:cxnLst/>
              <a:rect l="l" t="t" r="r" b="b"/>
              <a:pathLst>
                <a:path w="613" h="564" extrusionOk="0">
                  <a:moveTo>
                    <a:pt x="310" y="1"/>
                  </a:moveTo>
                  <a:cubicBezTo>
                    <a:pt x="236" y="1"/>
                    <a:pt x="163" y="24"/>
                    <a:pt x="101" y="71"/>
                  </a:cubicBezTo>
                  <a:cubicBezTo>
                    <a:pt x="1" y="195"/>
                    <a:pt x="1" y="365"/>
                    <a:pt x="101" y="489"/>
                  </a:cubicBezTo>
                  <a:cubicBezTo>
                    <a:pt x="163" y="539"/>
                    <a:pt x="236" y="563"/>
                    <a:pt x="310" y="563"/>
                  </a:cubicBezTo>
                  <a:cubicBezTo>
                    <a:pt x="383" y="563"/>
                    <a:pt x="456" y="539"/>
                    <a:pt x="518" y="489"/>
                  </a:cubicBezTo>
                  <a:cubicBezTo>
                    <a:pt x="612" y="365"/>
                    <a:pt x="612" y="195"/>
                    <a:pt x="518" y="71"/>
                  </a:cubicBezTo>
                  <a:cubicBezTo>
                    <a:pt x="456" y="24"/>
                    <a:pt x="383" y="1"/>
                    <a:pt x="310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3915;p63">
              <a:extLst>
                <a:ext uri="{FF2B5EF4-FFF2-40B4-BE49-F238E27FC236}">
                  <a16:creationId xmlns:a16="http://schemas.microsoft.com/office/drawing/2014/main" id="{B778374A-7F7D-3A5B-ED0F-663F65957FA3}"/>
                </a:ext>
              </a:extLst>
            </p:cNvPr>
            <p:cNvSpPr/>
            <p:nvPr/>
          </p:nvSpPr>
          <p:spPr>
            <a:xfrm>
              <a:off x="5487515" y="1585325"/>
              <a:ext cx="11006" cy="11006"/>
            </a:xfrm>
            <a:custGeom>
              <a:avLst/>
              <a:gdLst/>
              <a:ahLst/>
              <a:cxnLst/>
              <a:rect l="l" t="t" r="r" b="b"/>
              <a:pathLst>
                <a:path w="565" h="565" extrusionOk="0">
                  <a:moveTo>
                    <a:pt x="271" y="1"/>
                  </a:moveTo>
                  <a:cubicBezTo>
                    <a:pt x="124" y="1"/>
                    <a:pt x="0" y="124"/>
                    <a:pt x="0" y="295"/>
                  </a:cubicBezTo>
                  <a:cubicBezTo>
                    <a:pt x="0" y="442"/>
                    <a:pt x="124" y="565"/>
                    <a:pt x="271" y="565"/>
                  </a:cubicBezTo>
                  <a:cubicBezTo>
                    <a:pt x="441" y="565"/>
                    <a:pt x="565" y="442"/>
                    <a:pt x="565" y="295"/>
                  </a:cubicBezTo>
                  <a:cubicBezTo>
                    <a:pt x="565" y="124"/>
                    <a:pt x="441" y="1"/>
                    <a:pt x="271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3916;p63">
              <a:extLst>
                <a:ext uri="{FF2B5EF4-FFF2-40B4-BE49-F238E27FC236}">
                  <a16:creationId xmlns:a16="http://schemas.microsoft.com/office/drawing/2014/main" id="{38DD6B39-94B4-DD75-287B-2897744E8DEE}"/>
                </a:ext>
              </a:extLst>
            </p:cNvPr>
            <p:cNvSpPr/>
            <p:nvPr/>
          </p:nvSpPr>
          <p:spPr>
            <a:xfrm>
              <a:off x="5558617" y="1571923"/>
              <a:ext cx="38142" cy="38278"/>
            </a:xfrm>
            <a:custGeom>
              <a:avLst/>
              <a:gdLst/>
              <a:ahLst/>
              <a:cxnLst/>
              <a:rect l="l" t="t" r="r" b="b"/>
              <a:pathLst>
                <a:path w="1958" h="1965" extrusionOk="0">
                  <a:moveTo>
                    <a:pt x="982" y="589"/>
                  </a:moveTo>
                  <a:cubicBezTo>
                    <a:pt x="1200" y="589"/>
                    <a:pt x="1370" y="759"/>
                    <a:pt x="1370" y="983"/>
                  </a:cubicBezTo>
                  <a:cubicBezTo>
                    <a:pt x="1370" y="1200"/>
                    <a:pt x="1200" y="1376"/>
                    <a:pt x="982" y="1376"/>
                  </a:cubicBezTo>
                  <a:cubicBezTo>
                    <a:pt x="759" y="1376"/>
                    <a:pt x="588" y="1200"/>
                    <a:pt x="588" y="983"/>
                  </a:cubicBezTo>
                  <a:cubicBezTo>
                    <a:pt x="588" y="759"/>
                    <a:pt x="759" y="589"/>
                    <a:pt x="982" y="589"/>
                  </a:cubicBezTo>
                  <a:close/>
                  <a:moveTo>
                    <a:pt x="982" y="1"/>
                  </a:moveTo>
                  <a:cubicBezTo>
                    <a:pt x="441" y="1"/>
                    <a:pt x="1" y="442"/>
                    <a:pt x="1" y="983"/>
                  </a:cubicBezTo>
                  <a:cubicBezTo>
                    <a:pt x="1" y="1523"/>
                    <a:pt x="441" y="1964"/>
                    <a:pt x="982" y="1964"/>
                  </a:cubicBezTo>
                  <a:cubicBezTo>
                    <a:pt x="1517" y="1964"/>
                    <a:pt x="1958" y="1523"/>
                    <a:pt x="1958" y="983"/>
                  </a:cubicBezTo>
                  <a:cubicBezTo>
                    <a:pt x="1958" y="442"/>
                    <a:pt x="1517" y="1"/>
                    <a:pt x="982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3917;p63">
              <a:extLst>
                <a:ext uri="{FF2B5EF4-FFF2-40B4-BE49-F238E27FC236}">
                  <a16:creationId xmlns:a16="http://schemas.microsoft.com/office/drawing/2014/main" id="{AFC6CCEA-61DA-4429-C020-95F48D2DB2B4}"/>
                </a:ext>
              </a:extLst>
            </p:cNvPr>
            <p:cNvSpPr/>
            <p:nvPr/>
          </p:nvSpPr>
          <p:spPr>
            <a:xfrm>
              <a:off x="5510424" y="1571923"/>
              <a:ext cx="37674" cy="38278"/>
            </a:xfrm>
            <a:custGeom>
              <a:avLst/>
              <a:gdLst/>
              <a:ahLst/>
              <a:cxnLst/>
              <a:rect l="l" t="t" r="r" b="b"/>
              <a:pathLst>
                <a:path w="1934" h="1965" extrusionOk="0">
                  <a:moveTo>
                    <a:pt x="982" y="589"/>
                  </a:moveTo>
                  <a:cubicBezTo>
                    <a:pt x="1199" y="589"/>
                    <a:pt x="1370" y="759"/>
                    <a:pt x="1370" y="983"/>
                  </a:cubicBezTo>
                  <a:cubicBezTo>
                    <a:pt x="1370" y="1200"/>
                    <a:pt x="1199" y="1376"/>
                    <a:pt x="982" y="1376"/>
                  </a:cubicBezTo>
                  <a:cubicBezTo>
                    <a:pt x="758" y="1376"/>
                    <a:pt x="588" y="1200"/>
                    <a:pt x="588" y="983"/>
                  </a:cubicBezTo>
                  <a:cubicBezTo>
                    <a:pt x="588" y="759"/>
                    <a:pt x="758" y="589"/>
                    <a:pt x="982" y="589"/>
                  </a:cubicBezTo>
                  <a:close/>
                  <a:moveTo>
                    <a:pt x="982" y="1"/>
                  </a:moveTo>
                  <a:cubicBezTo>
                    <a:pt x="441" y="1"/>
                    <a:pt x="0" y="442"/>
                    <a:pt x="0" y="983"/>
                  </a:cubicBezTo>
                  <a:cubicBezTo>
                    <a:pt x="0" y="1523"/>
                    <a:pt x="441" y="1964"/>
                    <a:pt x="982" y="1964"/>
                  </a:cubicBezTo>
                  <a:cubicBezTo>
                    <a:pt x="1516" y="1964"/>
                    <a:pt x="1934" y="1523"/>
                    <a:pt x="1934" y="983"/>
                  </a:cubicBezTo>
                  <a:cubicBezTo>
                    <a:pt x="1934" y="442"/>
                    <a:pt x="1516" y="1"/>
                    <a:pt x="982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3918;p63">
              <a:extLst>
                <a:ext uri="{FF2B5EF4-FFF2-40B4-BE49-F238E27FC236}">
                  <a16:creationId xmlns:a16="http://schemas.microsoft.com/office/drawing/2014/main" id="{176E70CB-F6C2-623F-5DEB-2009019C1803}"/>
                </a:ext>
              </a:extLst>
            </p:cNvPr>
            <p:cNvSpPr/>
            <p:nvPr/>
          </p:nvSpPr>
          <p:spPr>
            <a:xfrm>
              <a:off x="5275692" y="1571923"/>
              <a:ext cx="144639" cy="38278"/>
            </a:xfrm>
            <a:custGeom>
              <a:avLst/>
              <a:gdLst/>
              <a:ahLst/>
              <a:cxnLst/>
              <a:rect l="l" t="t" r="r" b="b"/>
              <a:pathLst>
                <a:path w="7425" h="1965" extrusionOk="0">
                  <a:moveTo>
                    <a:pt x="6860" y="589"/>
                  </a:moveTo>
                  <a:lnTo>
                    <a:pt x="6860" y="1376"/>
                  </a:lnTo>
                  <a:lnTo>
                    <a:pt x="5878" y="1376"/>
                  </a:lnTo>
                  <a:lnTo>
                    <a:pt x="5878" y="589"/>
                  </a:lnTo>
                  <a:close/>
                  <a:moveTo>
                    <a:pt x="371" y="1"/>
                  </a:moveTo>
                  <a:cubicBezTo>
                    <a:pt x="147" y="1"/>
                    <a:pt x="0" y="171"/>
                    <a:pt x="0" y="371"/>
                  </a:cubicBezTo>
                  <a:lnTo>
                    <a:pt x="0" y="1570"/>
                  </a:lnTo>
                  <a:cubicBezTo>
                    <a:pt x="0" y="1788"/>
                    <a:pt x="147" y="1964"/>
                    <a:pt x="371" y="1964"/>
                  </a:cubicBezTo>
                  <a:lnTo>
                    <a:pt x="1546" y="1964"/>
                  </a:lnTo>
                  <a:cubicBezTo>
                    <a:pt x="1717" y="1964"/>
                    <a:pt x="1840" y="1817"/>
                    <a:pt x="1840" y="1670"/>
                  </a:cubicBezTo>
                  <a:cubicBezTo>
                    <a:pt x="1840" y="1494"/>
                    <a:pt x="1717" y="1376"/>
                    <a:pt x="1546" y="1376"/>
                  </a:cubicBezTo>
                  <a:lnTo>
                    <a:pt x="565" y="1376"/>
                  </a:lnTo>
                  <a:lnTo>
                    <a:pt x="565" y="589"/>
                  </a:lnTo>
                  <a:lnTo>
                    <a:pt x="5314" y="589"/>
                  </a:lnTo>
                  <a:lnTo>
                    <a:pt x="5314" y="1376"/>
                  </a:lnTo>
                  <a:lnTo>
                    <a:pt x="2869" y="1376"/>
                  </a:lnTo>
                  <a:cubicBezTo>
                    <a:pt x="2722" y="1376"/>
                    <a:pt x="2598" y="1494"/>
                    <a:pt x="2598" y="1670"/>
                  </a:cubicBezTo>
                  <a:cubicBezTo>
                    <a:pt x="2598" y="1817"/>
                    <a:pt x="2722" y="1964"/>
                    <a:pt x="2869" y="1964"/>
                  </a:cubicBezTo>
                  <a:lnTo>
                    <a:pt x="7054" y="1964"/>
                  </a:lnTo>
                  <a:cubicBezTo>
                    <a:pt x="7277" y="1964"/>
                    <a:pt x="7424" y="1788"/>
                    <a:pt x="7424" y="1570"/>
                  </a:cubicBezTo>
                  <a:lnTo>
                    <a:pt x="7424" y="371"/>
                  </a:lnTo>
                  <a:cubicBezTo>
                    <a:pt x="7424" y="171"/>
                    <a:pt x="7277" y="1"/>
                    <a:pt x="7054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3919;p63">
              <a:extLst>
                <a:ext uri="{FF2B5EF4-FFF2-40B4-BE49-F238E27FC236}">
                  <a16:creationId xmlns:a16="http://schemas.microsoft.com/office/drawing/2014/main" id="{45AF1A9E-379D-E487-05F6-CA4F329AE3F5}"/>
                </a:ext>
              </a:extLst>
            </p:cNvPr>
            <p:cNvSpPr/>
            <p:nvPr/>
          </p:nvSpPr>
          <p:spPr>
            <a:xfrm>
              <a:off x="5246160" y="1342938"/>
              <a:ext cx="379685" cy="318790"/>
            </a:xfrm>
            <a:custGeom>
              <a:avLst/>
              <a:gdLst/>
              <a:ahLst/>
              <a:cxnLst/>
              <a:rect l="l" t="t" r="r" b="b"/>
              <a:pathLst>
                <a:path w="19491" h="16365" extrusionOk="0">
                  <a:moveTo>
                    <a:pt x="10357" y="7177"/>
                  </a:moveTo>
                  <a:lnTo>
                    <a:pt x="10357" y="10339"/>
                  </a:lnTo>
                  <a:lnTo>
                    <a:pt x="9134" y="10339"/>
                  </a:lnTo>
                  <a:lnTo>
                    <a:pt x="9134" y="7177"/>
                  </a:lnTo>
                  <a:close/>
                  <a:moveTo>
                    <a:pt x="18932" y="10898"/>
                  </a:moveTo>
                  <a:lnTo>
                    <a:pt x="18932" y="14571"/>
                  </a:lnTo>
                  <a:lnTo>
                    <a:pt x="564" y="14571"/>
                  </a:lnTo>
                  <a:lnTo>
                    <a:pt x="564" y="10898"/>
                  </a:lnTo>
                  <a:close/>
                  <a:moveTo>
                    <a:pt x="3303" y="15136"/>
                  </a:moveTo>
                  <a:lnTo>
                    <a:pt x="2939" y="15776"/>
                  </a:lnTo>
                  <a:cubicBezTo>
                    <a:pt x="2915" y="15800"/>
                    <a:pt x="2886" y="15800"/>
                    <a:pt x="2863" y="15800"/>
                  </a:cubicBezTo>
                  <a:lnTo>
                    <a:pt x="1593" y="15800"/>
                  </a:lnTo>
                  <a:cubicBezTo>
                    <a:pt x="1540" y="15800"/>
                    <a:pt x="1516" y="15776"/>
                    <a:pt x="1516" y="15724"/>
                  </a:cubicBezTo>
                  <a:lnTo>
                    <a:pt x="1516" y="15136"/>
                  </a:lnTo>
                  <a:close/>
                  <a:moveTo>
                    <a:pt x="17974" y="15136"/>
                  </a:moveTo>
                  <a:lnTo>
                    <a:pt x="17974" y="15724"/>
                  </a:lnTo>
                  <a:cubicBezTo>
                    <a:pt x="17974" y="15776"/>
                    <a:pt x="17951" y="15800"/>
                    <a:pt x="17904" y="15800"/>
                  </a:cubicBezTo>
                  <a:lnTo>
                    <a:pt x="16628" y="15800"/>
                  </a:lnTo>
                  <a:cubicBezTo>
                    <a:pt x="16605" y="15800"/>
                    <a:pt x="16581" y="15800"/>
                    <a:pt x="16552" y="15776"/>
                  </a:cubicBezTo>
                  <a:lnTo>
                    <a:pt x="16188" y="15136"/>
                  </a:lnTo>
                  <a:close/>
                  <a:moveTo>
                    <a:pt x="9745" y="0"/>
                  </a:moveTo>
                  <a:cubicBezTo>
                    <a:pt x="9258" y="0"/>
                    <a:pt x="8864" y="418"/>
                    <a:pt x="8864" y="906"/>
                  </a:cubicBezTo>
                  <a:lnTo>
                    <a:pt x="8864" y="6613"/>
                  </a:lnTo>
                  <a:cubicBezTo>
                    <a:pt x="8693" y="6666"/>
                    <a:pt x="8570" y="6836"/>
                    <a:pt x="8570" y="7030"/>
                  </a:cubicBezTo>
                  <a:lnTo>
                    <a:pt x="8570" y="10339"/>
                  </a:lnTo>
                  <a:lnTo>
                    <a:pt x="535" y="10339"/>
                  </a:lnTo>
                  <a:cubicBezTo>
                    <a:pt x="241" y="10339"/>
                    <a:pt x="0" y="10557"/>
                    <a:pt x="0" y="10851"/>
                  </a:cubicBezTo>
                  <a:lnTo>
                    <a:pt x="0" y="14624"/>
                  </a:lnTo>
                  <a:cubicBezTo>
                    <a:pt x="0" y="14918"/>
                    <a:pt x="241" y="15136"/>
                    <a:pt x="535" y="15136"/>
                  </a:cubicBezTo>
                  <a:lnTo>
                    <a:pt x="952" y="15136"/>
                  </a:lnTo>
                  <a:lnTo>
                    <a:pt x="952" y="15724"/>
                  </a:lnTo>
                  <a:cubicBezTo>
                    <a:pt x="952" y="16094"/>
                    <a:pt x="1246" y="16364"/>
                    <a:pt x="1593" y="16364"/>
                  </a:cubicBezTo>
                  <a:lnTo>
                    <a:pt x="2863" y="16364"/>
                  </a:lnTo>
                  <a:cubicBezTo>
                    <a:pt x="3109" y="16364"/>
                    <a:pt x="3303" y="16264"/>
                    <a:pt x="3427" y="16070"/>
                  </a:cubicBezTo>
                  <a:lnTo>
                    <a:pt x="3968" y="15136"/>
                  </a:lnTo>
                  <a:lnTo>
                    <a:pt x="15523" y="15136"/>
                  </a:lnTo>
                  <a:lnTo>
                    <a:pt x="16064" y="16070"/>
                  </a:lnTo>
                  <a:cubicBezTo>
                    <a:pt x="16188" y="16264"/>
                    <a:pt x="16405" y="16364"/>
                    <a:pt x="16628" y="16364"/>
                  </a:cubicBezTo>
                  <a:lnTo>
                    <a:pt x="17904" y="16364"/>
                  </a:lnTo>
                  <a:cubicBezTo>
                    <a:pt x="18268" y="16364"/>
                    <a:pt x="18539" y="16094"/>
                    <a:pt x="18539" y="15724"/>
                  </a:cubicBezTo>
                  <a:lnTo>
                    <a:pt x="18539" y="15136"/>
                  </a:lnTo>
                  <a:lnTo>
                    <a:pt x="18956" y="15136"/>
                  </a:lnTo>
                  <a:cubicBezTo>
                    <a:pt x="19250" y="15136"/>
                    <a:pt x="19491" y="14918"/>
                    <a:pt x="19491" y="14624"/>
                  </a:cubicBezTo>
                  <a:lnTo>
                    <a:pt x="19491" y="10851"/>
                  </a:lnTo>
                  <a:cubicBezTo>
                    <a:pt x="19491" y="10557"/>
                    <a:pt x="19250" y="10339"/>
                    <a:pt x="18956" y="10339"/>
                  </a:cubicBezTo>
                  <a:lnTo>
                    <a:pt x="10945" y="10339"/>
                  </a:lnTo>
                  <a:lnTo>
                    <a:pt x="10945" y="7030"/>
                  </a:lnTo>
                  <a:cubicBezTo>
                    <a:pt x="10945" y="6836"/>
                    <a:pt x="10821" y="6666"/>
                    <a:pt x="10627" y="6613"/>
                  </a:cubicBezTo>
                  <a:lnTo>
                    <a:pt x="10627" y="3210"/>
                  </a:lnTo>
                  <a:cubicBezTo>
                    <a:pt x="10627" y="3063"/>
                    <a:pt x="10504" y="2939"/>
                    <a:pt x="10357" y="2939"/>
                  </a:cubicBezTo>
                  <a:cubicBezTo>
                    <a:pt x="10186" y="2939"/>
                    <a:pt x="10063" y="3063"/>
                    <a:pt x="10063" y="3210"/>
                  </a:cubicBezTo>
                  <a:lnTo>
                    <a:pt x="10063" y="6589"/>
                  </a:lnTo>
                  <a:lnTo>
                    <a:pt x="9428" y="6589"/>
                  </a:lnTo>
                  <a:lnTo>
                    <a:pt x="9428" y="906"/>
                  </a:lnTo>
                  <a:cubicBezTo>
                    <a:pt x="9428" y="735"/>
                    <a:pt x="9575" y="588"/>
                    <a:pt x="9745" y="588"/>
                  </a:cubicBezTo>
                  <a:cubicBezTo>
                    <a:pt x="9916" y="588"/>
                    <a:pt x="10063" y="735"/>
                    <a:pt x="10063" y="906"/>
                  </a:cubicBezTo>
                  <a:lnTo>
                    <a:pt x="10063" y="1911"/>
                  </a:lnTo>
                  <a:cubicBezTo>
                    <a:pt x="10063" y="2058"/>
                    <a:pt x="10186" y="2181"/>
                    <a:pt x="10357" y="2181"/>
                  </a:cubicBezTo>
                  <a:cubicBezTo>
                    <a:pt x="10504" y="2181"/>
                    <a:pt x="10627" y="2058"/>
                    <a:pt x="10627" y="1911"/>
                  </a:cubicBezTo>
                  <a:lnTo>
                    <a:pt x="10627" y="906"/>
                  </a:lnTo>
                  <a:cubicBezTo>
                    <a:pt x="10627" y="418"/>
                    <a:pt x="10233" y="0"/>
                    <a:pt x="9745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3920;p63">
              <a:extLst>
                <a:ext uri="{FF2B5EF4-FFF2-40B4-BE49-F238E27FC236}">
                  <a16:creationId xmlns:a16="http://schemas.microsoft.com/office/drawing/2014/main" id="{C8BCE8CF-06B0-C1C8-E1DA-EFDC229A17DB}"/>
                </a:ext>
              </a:extLst>
            </p:cNvPr>
            <p:cNvSpPr/>
            <p:nvPr/>
          </p:nvSpPr>
          <p:spPr>
            <a:xfrm>
              <a:off x="5409771" y="1308127"/>
              <a:ext cx="52460" cy="22460"/>
            </a:xfrm>
            <a:custGeom>
              <a:avLst/>
              <a:gdLst/>
              <a:ahLst/>
              <a:cxnLst/>
              <a:rect l="l" t="t" r="r" b="b"/>
              <a:pathLst>
                <a:path w="2693" h="1153" extrusionOk="0">
                  <a:moveTo>
                    <a:pt x="1346" y="1"/>
                  </a:moveTo>
                  <a:cubicBezTo>
                    <a:pt x="835" y="1"/>
                    <a:pt x="365" y="271"/>
                    <a:pt x="100" y="712"/>
                  </a:cubicBezTo>
                  <a:cubicBezTo>
                    <a:pt x="0" y="835"/>
                    <a:pt x="47" y="1006"/>
                    <a:pt x="171" y="1106"/>
                  </a:cubicBezTo>
                  <a:cubicBezTo>
                    <a:pt x="218" y="1128"/>
                    <a:pt x="267" y="1138"/>
                    <a:pt x="315" y="1138"/>
                  </a:cubicBezTo>
                  <a:cubicBezTo>
                    <a:pt x="419" y="1138"/>
                    <a:pt x="520" y="1090"/>
                    <a:pt x="588" y="1006"/>
                  </a:cubicBezTo>
                  <a:cubicBezTo>
                    <a:pt x="735" y="735"/>
                    <a:pt x="1029" y="565"/>
                    <a:pt x="1346" y="565"/>
                  </a:cubicBezTo>
                  <a:cubicBezTo>
                    <a:pt x="1664" y="565"/>
                    <a:pt x="1958" y="735"/>
                    <a:pt x="2128" y="1006"/>
                  </a:cubicBezTo>
                  <a:cubicBezTo>
                    <a:pt x="2181" y="1106"/>
                    <a:pt x="2275" y="1153"/>
                    <a:pt x="2375" y="1153"/>
                  </a:cubicBezTo>
                  <a:cubicBezTo>
                    <a:pt x="2422" y="1153"/>
                    <a:pt x="2475" y="1129"/>
                    <a:pt x="2522" y="1106"/>
                  </a:cubicBezTo>
                  <a:cubicBezTo>
                    <a:pt x="2645" y="1006"/>
                    <a:pt x="2692" y="835"/>
                    <a:pt x="2622" y="712"/>
                  </a:cubicBezTo>
                  <a:cubicBezTo>
                    <a:pt x="2352" y="271"/>
                    <a:pt x="1864" y="1"/>
                    <a:pt x="1346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3921;p63">
              <a:extLst>
                <a:ext uri="{FF2B5EF4-FFF2-40B4-BE49-F238E27FC236}">
                  <a16:creationId xmlns:a16="http://schemas.microsoft.com/office/drawing/2014/main" id="{47C1BABD-9008-5F80-2419-19A8554096E5}"/>
                </a:ext>
              </a:extLst>
            </p:cNvPr>
            <p:cNvSpPr/>
            <p:nvPr/>
          </p:nvSpPr>
          <p:spPr>
            <a:xfrm>
              <a:off x="5387779" y="1282375"/>
              <a:ext cx="96426" cy="34421"/>
            </a:xfrm>
            <a:custGeom>
              <a:avLst/>
              <a:gdLst/>
              <a:ahLst/>
              <a:cxnLst/>
              <a:rect l="l" t="t" r="r" b="b"/>
              <a:pathLst>
                <a:path w="4950" h="1767" extrusionOk="0">
                  <a:moveTo>
                    <a:pt x="2475" y="0"/>
                  </a:moveTo>
                  <a:cubicBezTo>
                    <a:pt x="1494" y="0"/>
                    <a:pt x="612" y="488"/>
                    <a:pt x="101" y="1323"/>
                  </a:cubicBezTo>
                  <a:cubicBezTo>
                    <a:pt x="1" y="1469"/>
                    <a:pt x="54" y="1640"/>
                    <a:pt x="201" y="1716"/>
                  </a:cubicBezTo>
                  <a:cubicBezTo>
                    <a:pt x="243" y="1751"/>
                    <a:pt x="294" y="1766"/>
                    <a:pt x="345" y="1766"/>
                  </a:cubicBezTo>
                  <a:cubicBezTo>
                    <a:pt x="436" y="1766"/>
                    <a:pt x="529" y="1718"/>
                    <a:pt x="589" y="1640"/>
                  </a:cubicBezTo>
                  <a:cubicBezTo>
                    <a:pt x="982" y="958"/>
                    <a:pt x="1694" y="564"/>
                    <a:pt x="2475" y="564"/>
                  </a:cubicBezTo>
                  <a:cubicBezTo>
                    <a:pt x="3257" y="564"/>
                    <a:pt x="3968" y="958"/>
                    <a:pt x="4386" y="1640"/>
                  </a:cubicBezTo>
                  <a:cubicBezTo>
                    <a:pt x="4433" y="1716"/>
                    <a:pt x="4533" y="1763"/>
                    <a:pt x="4633" y="1763"/>
                  </a:cubicBezTo>
                  <a:cubicBezTo>
                    <a:pt x="4680" y="1763"/>
                    <a:pt x="4727" y="1763"/>
                    <a:pt x="4780" y="1740"/>
                  </a:cubicBezTo>
                  <a:cubicBezTo>
                    <a:pt x="4903" y="1640"/>
                    <a:pt x="4950" y="1469"/>
                    <a:pt x="4874" y="1323"/>
                  </a:cubicBezTo>
                  <a:cubicBezTo>
                    <a:pt x="4362" y="488"/>
                    <a:pt x="3457" y="0"/>
                    <a:pt x="2475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" name="Google Shape;3382;p63">
            <a:extLst>
              <a:ext uri="{FF2B5EF4-FFF2-40B4-BE49-F238E27FC236}">
                <a16:creationId xmlns:a16="http://schemas.microsoft.com/office/drawing/2014/main" id="{69F83640-6265-B24A-41E6-98E20D670387}"/>
              </a:ext>
            </a:extLst>
          </p:cNvPr>
          <p:cNvGrpSpPr/>
          <p:nvPr/>
        </p:nvGrpSpPr>
        <p:grpSpPr>
          <a:xfrm>
            <a:off x="7186255" y="1539562"/>
            <a:ext cx="379821" cy="295051"/>
            <a:chOff x="6398236" y="4228757"/>
            <a:chExt cx="379821" cy="379821"/>
          </a:xfrm>
        </p:grpSpPr>
        <p:sp>
          <p:nvSpPr>
            <p:cNvPr id="48" name="Google Shape;3383;p63">
              <a:extLst>
                <a:ext uri="{FF2B5EF4-FFF2-40B4-BE49-F238E27FC236}">
                  <a16:creationId xmlns:a16="http://schemas.microsoft.com/office/drawing/2014/main" id="{52B8FC2C-8C19-7D1A-91CF-FEE45B4E2169}"/>
                </a:ext>
              </a:extLst>
            </p:cNvPr>
            <p:cNvSpPr/>
            <p:nvPr/>
          </p:nvSpPr>
          <p:spPr>
            <a:xfrm>
              <a:off x="6403963" y="4497384"/>
              <a:ext cx="368815" cy="47765"/>
            </a:xfrm>
            <a:custGeom>
              <a:avLst/>
              <a:gdLst/>
              <a:ahLst/>
              <a:cxnLst/>
              <a:rect l="l" t="t" r="r" b="b"/>
              <a:pathLst>
                <a:path w="18933" h="2452" extrusionOk="0">
                  <a:moveTo>
                    <a:pt x="0" y="0"/>
                  </a:moveTo>
                  <a:lnTo>
                    <a:pt x="0" y="1493"/>
                  </a:lnTo>
                  <a:cubicBezTo>
                    <a:pt x="0" y="2010"/>
                    <a:pt x="441" y="2451"/>
                    <a:pt x="959" y="2451"/>
                  </a:cubicBezTo>
                  <a:lnTo>
                    <a:pt x="17951" y="2451"/>
                  </a:lnTo>
                  <a:cubicBezTo>
                    <a:pt x="18492" y="2451"/>
                    <a:pt x="18933" y="2010"/>
                    <a:pt x="18933" y="1493"/>
                  </a:cubicBezTo>
                  <a:lnTo>
                    <a:pt x="18933" y="0"/>
                  </a:ln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3384;p63">
              <a:extLst>
                <a:ext uri="{FF2B5EF4-FFF2-40B4-BE49-F238E27FC236}">
                  <a16:creationId xmlns:a16="http://schemas.microsoft.com/office/drawing/2014/main" id="{A4DFB548-479A-8FD1-DAF9-E6033D81521A}"/>
                </a:ext>
              </a:extLst>
            </p:cNvPr>
            <p:cNvSpPr/>
            <p:nvPr/>
          </p:nvSpPr>
          <p:spPr>
            <a:xfrm>
              <a:off x="6403963" y="4287508"/>
              <a:ext cx="368815" cy="209897"/>
            </a:xfrm>
            <a:custGeom>
              <a:avLst/>
              <a:gdLst/>
              <a:ahLst/>
              <a:cxnLst/>
              <a:rect l="l" t="t" r="r" b="b"/>
              <a:pathLst>
                <a:path w="18933" h="10775" extrusionOk="0">
                  <a:moveTo>
                    <a:pt x="959" y="0"/>
                  </a:moveTo>
                  <a:cubicBezTo>
                    <a:pt x="441" y="0"/>
                    <a:pt x="0" y="417"/>
                    <a:pt x="0" y="952"/>
                  </a:cubicBezTo>
                  <a:lnTo>
                    <a:pt x="0" y="10774"/>
                  </a:lnTo>
                  <a:lnTo>
                    <a:pt x="18933" y="10774"/>
                  </a:lnTo>
                  <a:lnTo>
                    <a:pt x="18933" y="952"/>
                  </a:lnTo>
                  <a:cubicBezTo>
                    <a:pt x="18933" y="417"/>
                    <a:pt x="18492" y="0"/>
                    <a:pt x="17951" y="0"/>
                  </a:cubicBezTo>
                  <a:close/>
                </a:path>
              </a:pathLst>
            </a:custGeom>
            <a:solidFill>
              <a:srgbClr val="FF93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3385;p63">
              <a:extLst>
                <a:ext uri="{FF2B5EF4-FFF2-40B4-BE49-F238E27FC236}">
                  <a16:creationId xmlns:a16="http://schemas.microsoft.com/office/drawing/2014/main" id="{55E9C91A-F55A-DBA3-71E3-07B99CBB3BCB}"/>
                </a:ext>
              </a:extLst>
            </p:cNvPr>
            <p:cNvSpPr/>
            <p:nvPr/>
          </p:nvSpPr>
          <p:spPr>
            <a:xfrm>
              <a:off x="6403963" y="4287508"/>
              <a:ext cx="368815" cy="209897"/>
            </a:xfrm>
            <a:custGeom>
              <a:avLst/>
              <a:gdLst/>
              <a:ahLst/>
              <a:cxnLst/>
              <a:rect l="l" t="t" r="r" b="b"/>
              <a:pathLst>
                <a:path w="18933" h="10775" extrusionOk="0">
                  <a:moveTo>
                    <a:pt x="959" y="0"/>
                  </a:moveTo>
                  <a:cubicBezTo>
                    <a:pt x="441" y="0"/>
                    <a:pt x="0" y="417"/>
                    <a:pt x="0" y="952"/>
                  </a:cubicBezTo>
                  <a:lnTo>
                    <a:pt x="0" y="10774"/>
                  </a:lnTo>
                  <a:lnTo>
                    <a:pt x="18933" y="10774"/>
                  </a:lnTo>
                  <a:lnTo>
                    <a:pt x="18933" y="952"/>
                  </a:lnTo>
                  <a:cubicBezTo>
                    <a:pt x="18933" y="417"/>
                    <a:pt x="18492" y="0"/>
                    <a:pt x="17951" y="0"/>
                  </a:cubicBezTo>
                  <a:close/>
                </a:path>
              </a:pathLst>
            </a:custGeom>
            <a:solidFill>
              <a:srgbClr val="FF93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3386;p63">
              <a:extLst>
                <a:ext uri="{FF2B5EF4-FFF2-40B4-BE49-F238E27FC236}">
                  <a16:creationId xmlns:a16="http://schemas.microsoft.com/office/drawing/2014/main" id="{1E51A46B-B42B-F9A6-6DC6-9271B3446438}"/>
                </a:ext>
              </a:extLst>
            </p:cNvPr>
            <p:cNvSpPr/>
            <p:nvPr/>
          </p:nvSpPr>
          <p:spPr>
            <a:xfrm>
              <a:off x="6738880" y="4287508"/>
              <a:ext cx="33895" cy="209897"/>
            </a:xfrm>
            <a:custGeom>
              <a:avLst/>
              <a:gdLst/>
              <a:ahLst/>
              <a:cxnLst/>
              <a:rect l="l" t="t" r="r" b="b"/>
              <a:pathLst>
                <a:path w="1740" h="10775" extrusionOk="0">
                  <a:moveTo>
                    <a:pt x="0" y="0"/>
                  </a:moveTo>
                  <a:cubicBezTo>
                    <a:pt x="541" y="0"/>
                    <a:pt x="982" y="417"/>
                    <a:pt x="982" y="952"/>
                  </a:cubicBezTo>
                  <a:lnTo>
                    <a:pt x="982" y="10774"/>
                  </a:lnTo>
                  <a:lnTo>
                    <a:pt x="1740" y="10774"/>
                  </a:lnTo>
                  <a:lnTo>
                    <a:pt x="1740" y="952"/>
                  </a:lnTo>
                  <a:cubicBezTo>
                    <a:pt x="1740" y="417"/>
                    <a:pt x="1299" y="0"/>
                    <a:pt x="758" y="0"/>
                  </a:cubicBezTo>
                  <a:close/>
                </a:path>
              </a:pathLst>
            </a:custGeom>
            <a:solidFill>
              <a:srgbClr val="FF61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3387;p63">
              <a:extLst>
                <a:ext uri="{FF2B5EF4-FFF2-40B4-BE49-F238E27FC236}">
                  <a16:creationId xmlns:a16="http://schemas.microsoft.com/office/drawing/2014/main" id="{B312C42E-91C8-C2F2-97D6-E811158F1042}"/>
                </a:ext>
              </a:extLst>
            </p:cNvPr>
            <p:cNvSpPr/>
            <p:nvPr/>
          </p:nvSpPr>
          <p:spPr>
            <a:xfrm>
              <a:off x="6738880" y="4497384"/>
              <a:ext cx="33895" cy="47765"/>
            </a:xfrm>
            <a:custGeom>
              <a:avLst/>
              <a:gdLst/>
              <a:ahLst/>
              <a:cxnLst/>
              <a:rect l="l" t="t" r="r" b="b"/>
              <a:pathLst>
                <a:path w="1740" h="2452" extrusionOk="0">
                  <a:moveTo>
                    <a:pt x="982" y="0"/>
                  </a:moveTo>
                  <a:lnTo>
                    <a:pt x="982" y="1493"/>
                  </a:lnTo>
                  <a:cubicBezTo>
                    <a:pt x="982" y="2010"/>
                    <a:pt x="541" y="2451"/>
                    <a:pt x="0" y="2451"/>
                  </a:cubicBezTo>
                  <a:lnTo>
                    <a:pt x="758" y="2451"/>
                  </a:lnTo>
                  <a:cubicBezTo>
                    <a:pt x="1299" y="2451"/>
                    <a:pt x="1740" y="2010"/>
                    <a:pt x="1740" y="1493"/>
                  </a:cubicBezTo>
                  <a:lnTo>
                    <a:pt x="1740" y="0"/>
                  </a:lnTo>
                  <a:close/>
                </a:path>
              </a:pathLst>
            </a:custGeom>
            <a:solidFill>
              <a:srgbClr val="866A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3388;p63">
              <a:extLst>
                <a:ext uri="{FF2B5EF4-FFF2-40B4-BE49-F238E27FC236}">
                  <a16:creationId xmlns:a16="http://schemas.microsoft.com/office/drawing/2014/main" id="{0CD562D7-258A-0FF5-C0EB-2A98415B3D45}"/>
                </a:ext>
              </a:extLst>
            </p:cNvPr>
            <p:cNvSpPr/>
            <p:nvPr/>
          </p:nvSpPr>
          <p:spPr>
            <a:xfrm>
              <a:off x="6546166" y="4545129"/>
              <a:ext cx="83959" cy="57719"/>
            </a:xfrm>
            <a:custGeom>
              <a:avLst/>
              <a:gdLst/>
              <a:ahLst/>
              <a:cxnLst/>
              <a:rect l="l" t="t" r="r" b="b"/>
              <a:pathLst>
                <a:path w="4310" h="2963" extrusionOk="0">
                  <a:moveTo>
                    <a:pt x="318" y="0"/>
                  </a:moveTo>
                  <a:cubicBezTo>
                    <a:pt x="318" y="0"/>
                    <a:pt x="295" y="2181"/>
                    <a:pt x="1" y="2963"/>
                  </a:cubicBezTo>
                  <a:lnTo>
                    <a:pt x="4309" y="2963"/>
                  </a:lnTo>
                  <a:cubicBezTo>
                    <a:pt x="4039" y="2181"/>
                    <a:pt x="4015" y="0"/>
                    <a:pt x="4015" y="0"/>
                  </a:cubicBezTo>
                  <a:close/>
                </a:path>
              </a:pathLst>
            </a:custGeom>
            <a:solidFill>
              <a:srgbClr val="866A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3389;p63">
              <a:extLst>
                <a:ext uri="{FF2B5EF4-FFF2-40B4-BE49-F238E27FC236}">
                  <a16:creationId xmlns:a16="http://schemas.microsoft.com/office/drawing/2014/main" id="{D5BB590A-320A-D660-CA7D-64CF0036419F}"/>
                </a:ext>
              </a:extLst>
            </p:cNvPr>
            <p:cNvSpPr/>
            <p:nvPr/>
          </p:nvSpPr>
          <p:spPr>
            <a:xfrm>
              <a:off x="6551893" y="4545129"/>
              <a:ext cx="72953" cy="14785"/>
            </a:xfrm>
            <a:custGeom>
              <a:avLst/>
              <a:gdLst/>
              <a:ahLst/>
              <a:cxnLst/>
              <a:rect l="l" t="t" r="r" b="b"/>
              <a:pathLst>
                <a:path w="3745" h="759" extrusionOk="0">
                  <a:moveTo>
                    <a:pt x="24" y="0"/>
                  </a:moveTo>
                  <a:cubicBezTo>
                    <a:pt x="24" y="0"/>
                    <a:pt x="24" y="318"/>
                    <a:pt x="1" y="758"/>
                  </a:cubicBezTo>
                  <a:lnTo>
                    <a:pt x="3745" y="758"/>
                  </a:lnTo>
                  <a:cubicBezTo>
                    <a:pt x="3721" y="318"/>
                    <a:pt x="3721" y="0"/>
                    <a:pt x="3721" y="0"/>
                  </a:cubicBez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3390;p63">
              <a:extLst>
                <a:ext uri="{FF2B5EF4-FFF2-40B4-BE49-F238E27FC236}">
                  <a16:creationId xmlns:a16="http://schemas.microsoft.com/office/drawing/2014/main" id="{247C48DD-FD94-A6E8-0069-8E6735D805D2}"/>
                </a:ext>
              </a:extLst>
            </p:cNvPr>
            <p:cNvSpPr/>
            <p:nvPr/>
          </p:nvSpPr>
          <p:spPr>
            <a:xfrm>
              <a:off x="6551893" y="4545129"/>
              <a:ext cx="72953" cy="14785"/>
            </a:xfrm>
            <a:custGeom>
              <a:avLst/>
              <a:gdLst/>
              <a:ahLst/>
              <a:cxnLst/>
              <a:rect l="l" t="t" r="r" b="b"/>
              <a:pathLst>
                <a:path w="3745" h="759" extrusionOk="0">
                  <a:moveTo>
                    <a:pt x="24" y="0"/>
                  </a:moveTo>
                  <a:cubicBezTo>
                    <a:pt x="24" y="0"/>
                    <a:pt x="24" y="318"/>
                    <a:pt x="1" y="758"/>
                  </a:cubicBezTo>
                  <a:lnTo>
                    <a:pt x="3745" y="758"/>
                  </a:lnTo>
                  <a:cubicBezTo>
                    <a:pt x="3721" y="318"/>
                    <a:pt x="3721" y="0"/>
                    <a:pt x="3721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3391;p63">
              <a:extLst>
                <a:ext uri="{FF2B5EF4-FFF2-40B4-BE49-F238E27FC236}">
                  <a16:creationId xmlns:a16="http://schemas.microsoft.com/office/drawing/2014/main" id="{435B3C14-528B-4AD6-6C6C-FC6C45CD6BF5}"/>
                </a:ext>
              </a:extLst>
            </p:cNvPr>
            <p:cNvSpPr/>
            <p:nvPr/>
          </p:nvSpPr>
          <p:spPr>
            <a:xfrm>
              <a:off x="6427320" y="4312813"/>
              <a:ext cx="322102" cy="184592"/>
            </a:xfrm>
            <a:custGeom>
              <a:avLst/>
              <a:gdLst/>
              <a:ahLst/>
              <a:cxnLst/>
              <a:rect l="l" t="t" r="r" b="b"/>
              <a:pathLst>
                <a:path w="16535" h="9476" extrusionOk="0">
                  <a:moveTo>
                    <a:pt x="418" y="0"/>
                  </a:moveTo>
                  <a:cubicBezTo>
                    <a:pt x="177" y="0"/>
                    <a:pt x="1" y="194"/>
                    <a:pt x="1" y="417"/>
                  </a:cubicBezTo>
                  <a:lnTo>
                    <a:pt x="1" y="9475"/>
                  </a:lnTo>
                  <a:lnTo>
                    <a:pt x="16535" y="9475"/>
                  </a:lnTo>
                  <a:lnTo>
                    <a:pt x="16535" y="417"/>
                  </a:lnTo>
                  <a:cubicBezTo>
                    <a:pt x="16535" y="194"/>
                    <a:pt x="16341" y="0"/>
                    <a:pt x="16118" y="0"/>
                  </a:cubicBezTo>
                  <a:close/>
                </a:path>
              </a:pathLst>
            </a:custGeom>
            <a:solidFill>
              <a:srgbClr val="00C7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3392;p63">
              <a:extLst>
                <a:ext uri="{FF2B5EF4-FFF2-40B4-BE49-F238E27FC236}">
                  <a16:creationId xmlns:a16="http://schemas.microsoft.com/office/drawing/2014/main" id="{C0955C34-93CC-293F-48CF-8E69E8E274E5}"/>
                </a:ext>
              </a:extLst>
            </p:cNvPr>
            <p:cNvSpPr/>
            <p:nvPr/>
          </p:nvSpPr>
          <p:spPr>
            <a:xfrm>
              <a:off x="6726510" y="4312813"/>
              <a:ext cx="22908" cy="184592"/>
            </a:xfrm>
            <a:custGeom>
              <a:avLst/>
              <a:gdLst/>
              <a:ahLst/>
              <a:cxnLst/>
              <a:rect l="l" t="t" r="r" b="b"/>
              <a:pathLst>
                <a:path w="1176" h="9476" extrusionOk="0">
                  <a:moveTo>
                    <a:pt x="0" y="0"/>
                  </a:moveTo>
                  <a:cubicBezTo>
                    <a:pt x="218" y="0"/>
                    <a:pt x="418" y="194"/>
                    <a:pt x="418" y="417"/>
                  </a:cubicBezTo>
                  <a:lnTo>
                    <a:pt x="418" y="9475"/>
                  </a:lnTo>
                  <a:lnTo>
                    <a:pt x="1176" y="9475"/>
                  </a:lnTo>
                  <a:lnTo>
                    <a:pt x="1176" y="417"/>
                  </a:lnTo>
                  <a:cubicBezTo>
                    <a:pt x="1176" y="194"/>
                    <a:pt x="982" y="0"/>
                    <a:pt x="759" y="0"/>
                  </a:cubicBezTo>
                  <a:close/>
                </a:path>
              </a:pathLst>
            </a:custGeom>
            <a:solidFill>
              <a:srgbClr val="00C7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3393;p63">
              <a:extLst>
                <a:ext uri="{FF2B5EF4-FFF2-40B4-BE49-F238E27FC236}">
                  <a16:creationId xmlns:a16="http://schemas.microsoft.com/office/drawing/2014/main" id="{40412C45-55E5-B601-6C6F-DB4297EAEAC2}"/>
                </a:ext>
              </a:extLst>
            </p:cNvPr>
            <p:cNvSpPr/>
            <p:nvPr/>
          </p:nvSpPr>
          <p:spPr>
            <a:xfrm>
              <a:off x="6565295" y="4234484"/>
              <a:ext cx="163184" cy="163184"/>
            </a:xfrm>
            <a:custGeom>
              <a:avLst/>
              <a:gdLst/>
              <a:ahLst/>
              <a:cxnLst/>
              <a:rect l="l" t="t" r="r" b="b"/>
              <a:pathLst>
                <a:path w="8377" h="8377" extrusionOk="0">
                  <a:moveTo>
                    <a:pt x="3721" y="1"/>
                  </a:moveTo>
                  <a:cubicBezTo>
                    <a:pt x="3621" y="1"/>
                    <a:pt x="3527" y="77"/>
                    <a:pt x="3527" y="201"/>
                  </a:cubicBezTo>
                  <a:lnTo>
                    <a:pt x="3527" y="835"/>
                  </a:lnTo>
                  <a:cubicBezTo>
                    <a:pt x="3527" y="912"/>
                    <a:pt x="3474" y="1006"/>
                    <a:pt x="3380" y="1029"/>
                  </a:cubicBezTo>
                  <a:cubicBezTo>
                    <a:pt x="3086" y="1106"/>
                    <a:pt x="2792" y="1229"/>
                    <a:pt x="2522" y="1376"/>
                  </a:cubicBezTo>
                  <a:cubicBezTo>
                    <a:pt x="2488" y="1397"/>
                    <a:pt x="2450" y="1409"/>
                    <a:pt x="2411" y="1409"/>
                  </a:cubicBezTo>
                  <a:cubicBezTo>
                    <a:pt x="2365" y="1409"/>
                    <a:pt x="2317" y="1391"/>
                    <a:pt x="2275" y="1353"/>
                  </a:cubicBezTo>
                  <a:lnTo>
                    <a:pt x="1834" y="882"/>
                  </a:lnTo>
                  <a:cubicBezTo>
                    <a:pt x="1799" y="847"/>
                    <a:pt x="1750" y="829"/>
                    <a:pt x="1701" y="829"/>
                  </a:cubicBezTo>
                  <a:cubicBezTo>
                    <a:pt x="1652" y="829"/>
                    <a:pt x="1602" y="847"/>
                    <a:pt x="1564" y="882"/>
                  </a:cubicBezTo>
                  <a:lnTo>
                    <a:pt x="906" y="1547"/>
                  </a:lnTo>
                  <a:cubicBezTo>
                    <a:pt x="829" y="1617"/>
                    <a:pt x="829" y="1741"/>
                    <a:pt x="906" y="1817"/>
                  </a:cubicBezTo>
                  <a:lnTo>
                    <a:pt x="1346" y="2281"/>
                  </a:lnTo>
                  <a:cubicBezTo>
                    <a:pt x="1417" y="2328"/>
                    <a:pt x="1417" y="2428"/>
                    <a:pt x="1393" y="2528"/>
                  </a:cubicBezTo>
                  <a:cubicBezTo>
                    <a:pt x="1223" y="2769"/>
                    <a:pt x="1099" y="3063"/>
                    <a:pt x="1029" y="3380"/>
                  </a:cubicBezTo>
                  <a:cubicBezTo>
                    <a:pt x="1000" y="3457"/>
                    <a:pt x="929" y="3527"/>
                    <a:pt x="829" y="3527"/>
                  </a:cubicBezTo>
                  <a:lnTo>
                    <a:pt x="194" y="3527"/>
                  </a:lnTo>
                  <a:cubicBezTo>
                    <a:pt x="94" y="3527"/>
                    <a:pt x="0" y="3604"/>
                    <a:pt x="0" y="3727"/>
                  </a:cubicBezTo>
                  <a:lnTo>
                    <a:pt x="0" y="4656"/>
                  </a:lnTo>
                  <a:cubicBezTo>
                    <a:pt x="0" y="4756"/>
                    <a:pt x="94" y="4850"/>
                    <a:pt x="194" y="4850"/>
                  </a:cubicBezTo>
                  <a:lnTo>
                    <a:pt x="829" y="4850"/>
                  </a:lnTo>
                  <a:cubicBezTo>
                    <a:pt x="929" y="4850"/>
                    <a:pt x="1000" y="4903"/>
                    <a:pt x="1029" y="4997"/>
                  </a:cubicBezTo>
                  <a:cubicBezTo>
                    <a:pt x="1099" y="5291"/>
                    <a:pt x="1223" y="5585"/>
                    <a:pt x="1393" y="5855"/>
                  </a:cubicBezTo>
                  <a:cubicBezTo>
                    <a:pt x="1417" y="5931"/>
                    <a:pt x="1417" y="6025"/>
                    <a:pt x="1346" y="6078"/>
                  </a:cubicBezTo>
                  <a:lnTo>
                    <a:pt x="906" y="6543"/>
                  </a:lnTo>
                  <a:cubicBezTo>
                    <a:pt x="829" y="6613"/>
                    <a:pt x="829" y="6737"/>
                    <a:pt x="906" y="6813"/>
                  </a:cubicBezTo>
                  <a:lnTo>
                    <a:pt x="1564" y="7471"/>
                  </a:lnTo>
                  <a:cubicBezTo>
                    <a:pt x="1602" y="7510"/>
                    <a:pt x="1652" y="7529"/>
                    <a:pt x="1701" y="7529"/>
                  </a:cubicBezTo>
                  <a:cubicBezTo>
                    <a:pt x="1750" y="7529"/>
                    <a:pt x="1799" y="7510"/>
                    <a:pt x="1834" y="7471"/>
                  </a:cubicBezTo>
                  <a:lnTo>
                    <a:pt x="2275" y="7007"/>
                  </a:lnTo>
                  <a:cubicBezTo>
                    <a:pt x="2322" y="6978"/>
                    <a:pt x="2376" y="6958"/>
                    <a:pt x="2429" y="6958"/>
                  </a:cubicBezTo>
                  <a:cubicBezTo>
                    <a:pt x="2461" y="6958"/>
                    <a:pt x="2493" y="6966"/>
                    <a:pt x="2522" y="6984"/>
                  </a:cubicBezTo>
                  <a:cubicBezTo>
                    <a:pt x="2792" y="7154"/>
                    <a:pt x="3086" y="7277"/>
                    <a:pt x="3380" y="7348"/>
                  </a:cubicBezTo>
                  <a:cubicBezTo>
                    <a:pt x="3474" y="7377"/>
                    <a:pt x="3527" y="7448"/>
                    <a:pt x="3527" y="7548"/>
                  </a:cubicBezTo>
                  <a:lnTo>
                    <a:pt x="3527" y="8183"/>
                  </a:lnTo>
                  <a:cubicBezTo>
                    <a:pt x="3527" y="8283"/>
                    <a:pt x="3621" y="8377"/>
                    <a:pt x="3721" y="8377"/>
                  </a:cubicBezTo>
                  <a:lnTo>
                    <a:pt x="4650" y="8377"/>
                  </a:lnTo>
                  <a:cubicBezTo>
                    <a:pt x="4750" y="8377"/>
                    <a:pt x="4850" y="8283"/>
                    <a:pt x="4850" y="8183"/>
                  </a:cubicBezTo>
                  <a:lnTo>
                    <a:pt x="4850" y="7548"/>
                  </a:lnTo>
                  <a:cubicBezTo>
                    <a:pt x="4850" y="7448"/>
                    <a:pt x="4897" y="7377"/>
                    <a:pt x="4996" y="7348"/>
                  </a:cubicBezTo>
                  <a:cubicBezTo>
                    <a:pt x="5314" y="7277"/>
                    <a:pt x="5584" y="7154"/>
                    <a:pt x="5849" y="6984"/>
                  </a:cubicBezTo>
                  <a:cubicBezTo>
                    <a:pt x="5878" y="6966"/>
                    <a:pt x="5911" y="6958"/>
                    <a:pt x="5944" y="6958"/>
                  </a:cubicBezTo>
                  <a:cubicBezTo>
                    <a:pt x="5997" y="6958"/>
                    <a:pt x="6052" y="6978"/>
                    <a:pt x="6096" y="7007"/>
                  </a:cubicBezTo>
                  <a:lnTo>
                    <a:pt x="6536" y="7471"/>
                  </a:lnTo>
                  <a:cubicBezTo>
                    <a:pt x="6586" y="7510"/>
                    <a:pt x="6642" y="7529"/>
                    <a:pt x="6694" y="7529"/>
                  </a:cubicBezTo>
                  <a:cubicBezTo>
                    <a:pt x="6747" y="7529"/>
                    <a:pt x="6795" y="7510"/>
                    <a:pt x="6830" y="7471"/>
                  </a:cubicBezTo>
                  <a:lnTo>
                    <a:pt x="7465" y="6813"/>
                  </a:lnTo>
                  <a:cubicBezTo>
                    <a:pt x="7565" y="6737"/>
                    <a:pt x="7565" y="6613"/>
                    <a:pt x="7465" y="6543"/>
                  </a:cubicBezTo>
                  <a:lnTo>
                    <a:pt x="7024" y="6078"/>
                  </a:lnTo>
                  <a:cubicBezTo>
                    <a:pt x="6954" y="6025"/>
                    <a:pt x="6954" y="5931"/>
                    <a:pt x="7001" y="5855"/>
                  </a:cubicBezTo>
                  <a:cubicBezTo>
                    <a:pt x="7148" y="5585"/>
                    <a:pt x="7271" y="5291"/>
                    <a:pt x="7348" y="4997"/>
                  </a:cubicBezTo>
                  <a:cubicBezTo>
                    <a:pt x="7371" y="4903"/>
                    <a:pt x="7442" y="4850"/>
                    <a:pt x="7542" y="4850"/>
                  </a:cubicBezTo>
                  <a:lnTo>
                    <a:pt x="8176" y="4850"/>
                  </a:lnTo>
                  <a:cubicBezTo>
                    <a:pt x="8300" y="4850"/>
                    <a:pt x="8376" y="4756"/>
                    <a:pt x="8376" y="4656"/>
                  </a:cubicBezTo>
                  <a:lnTo>
                    <a:pt x="8376" y="3727"/>
                  </a:lnTo>
                  <a:cubicBezTo>
                    <a:pt x="8376" y="3604"/>
                    <a:pt x="8300" y="3527"/>
                    <a:pt x="8176" y="3527"/>
                  </a:cubicBezTo>
                  <a:lnTo>
                    <a:pt x="7542" y="3527"/>
                  </a:lnTo>
                  <a:cubicBezTo>
                    <a:pt x="7442" y="3527"/>
                    <a:pt x="7371" y="3457"/>
                    <a:pt x="7348" y="3380"/>
                  </a:cubicBezTo>
                  <a:cubicBezTo>
                    <a:pt x="7271" y="3063"/>
                    <a:pt x="7148" y="2769"/>
                    <a:pt x="7001" y="2528"/>
                  </a:cubicBezTo>
                  <a:cubicBezTo>
                    <a:pt x="6954" y="2428"/>
                    <a:pt x="6954" y="2328"/>
                    <a:pt x="7024" y="2281"/>
                  </a:cubicBezTo>
                  <a:lnTo>
                    <a:pt x="7465" y="1817"/>
                  </a:lnTo>
                  <a:cubicBezTo>
                    <a:pt x="7565" y="1741"/>
                    <a:pt x="7565" y="1617"/>
                    <a:pt x="7465" y="1547"/>
                  </a:cubicBezTo>
                  <a:lnTo>
                    <a:pt x="6830" y="882"/>
                  </a:lnTo>
                  <a:cubicBezTo>
                    <a:pt x="6795" y="847"/>
                    <a:pt x="6747" y="829"/>
                    <a:pt x="6694" y="829"/>
                  </a:cubicBezTo>
                  <a:cubicBezTo>
                    <a:pt x="6642" y="829"/>
                    <a:pt x="6586" y="847"/>
                    <a:pt x="6536" y="882"/>
                  </a:cubicBezTo>
                  <a:lnTo>
                    <a:pt x="6096" y="1353"/>
                  </a:lnTo>
                  <a:cubicBezTo>
                    <a:pt x="6057" y="1391"/>
                    <a:pt x="6009" y="1409"/>
                    <a:pt x="5961" y="1409"/>
                  </a:cubicBezTo>
                  <a:cubicBezTo>
                    <a:pt x="5922" y="1409"/>
                    <a:pt x="5883" y="1397"/>
                    <a:pt x="5849" y="1376"/>
                  </a:cubicBezTo>
                  <a:cubicBezTo>
                    <a:pt x="5584" y="1229"/>
                    <a:pt x="5314" y="1106"/>
                    <a:pt x="4996" y="1029"/>
                  </a:cubicBezTo>
                  <a:cubicBezTo>
                    <a:pt x="4897" y="1006"/>
                    <a:pt x="4850" y="912"/>
                    <a:pt x="4850" y="835"/>
                  </a:cubicBezTo>
                  <a:lnTo>
                    <a:pt x="4850" y="201"/>
                  </a:lnTo>
                  <a:cubicBezTo>
                    <a:pt x="4850" y="77"/>
                    <a:pt x="4750" y="1"/>
                    <a:pt x="4650" y="1"/>
                  </a:cubicBezTo>
                  <a:close/>
                </a:path>
              </a:pathLst>
            </a:custGeom>
            <a:solidFill>
              <a:srgbClr val="356B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3394;p63">
              <a:extLst>
                <a:ext uri="{FF2B5EF4-FFF2-40B4-BE49-F238E27FC236}">
                  <a16:creationId xmlns:a16="http://schemas.microsoft.com/office/drawing/2014/main" id="{40597A6E-4292-84D6-D156-D76573DD001E}"/>
                </a:ext>
              </a:extLst>
            </p:cNvPr>
            <p:cNvSpPr/>
            <p:nvPr/>
          </p:nvSpPr>
          <p:spPr>
            <a:xfrm>
              <a:off x="6609144" y="4278450"/>
              <a:ext cx="75368" cy="75368"/>
            </a:xfrm>
            <a:custGeom>
              <a:avLst/>
              <a:gdLst/>
              <a:ahLst/>
              <a:cxnLst/>
              <a:rect l="l" t="t" r="r" b="b"/>
              <a:pathLst>
                <a:path w="3869" h="3869" extrusionOk="0">
                  <a:moveTo>
                    <a:pt x="1934" y="1"/>
                  </a:moveTo>
                  <a:cubicBezTo>
                    <a:pt x="882" y="1"/>
                    <a:pt x="1" y="859"/>
                    <a:pt x="1" y="1935"/>
                  </a:cubicBezTo>
                  <a:cubicBezTo>
                    <a:pt x="1" y="2987"/>
                    <a:pt x="882" y="3868"/>
                    <a:pt x="1934" y="3868"/>
                  </a:cubicBezTo>
                  <a:cubicBezTo>
                    <a:pt x="3010" y="3868"/>
                    <a:pt x="3868" y="2987"/>
                    <a:pt x="3868" y="1935"/>
                  </a:cubicBezTo>
                  <a:cubicBezTo>
                    <a:pt x="3868" y="859"/>
                    <a:pt x="3010" y="1"/>
                    <a:pt x="1934" y="1"/>
                  </a:cubicBezTo>
                  <a:close/>
                </a:path>
              </a:pathLst>
            </a:custGeom>
            <a:solidFill>
              <a:srgbClr val="FF93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3395;p63">
              <a:extLst>
                <a:ext uri="{FF2B5EF4-FFF2-40B4-BE49-F238E27FC236}">
                  <a16:creationId xmlns:a16="http://schemas.microsoft.com/office/drawing/2014/main" id="{C577D215-E8F9-806B-2E6D-E250942B0F34}"/>
                </a:ext>
              </a:extLst>
            </p:cNvPr>
            <p:cNvSpPr/>
            <p:nvPr/>
          </p:nvSpPr>
          <p:spPr>
            <a:xfrm>
              <a:off x="6623462" y="4280281"/>
              <a:ext cx="61050" cy="73537"/>
            </a:xfrm>
            <a:custGeom>
              <a:avLst/>
              <a:gdLst/>
              <a:ahLst/>
              <a:cxnLst/>
              <a:rect l="l" t="t" r="r" b="b"/>
              <a:pathLst>
                <a:path w="3134" h="3775" extrusionOk="0">
                  <a:moveTo>
                    <a:pt x="1787" y="1"/>
                  </a:moveTo>
                  <a:cubicBezTo>
                    <a:pt x="2228" y="348"/>
                    <a:pt x="2522" y="882"/>
                    <a:pt x="2522" y="1500"/>
                  </a:cubicBezTo>
                  <a:cubicBezTo>
                    <a:pt x="2522" y="2575"/>
                    <a:pt x="1664" y="3433"/>
                    <a:pt x="588" y="3433"/>
                  </a:cubicBezTo>
                  <a:cubicBezTo>
                    <a:pt x="394" y="3433"/>
                    <a:pt x="194" y="3410"/>
                    <a:pt x="0" y="3334"/>
                  </a:cubicBezTo>
                  <a:lnTo>
                    <a:pt x="0" y="3334"/>
                  </a:lnTo>
                  <a:cubicBezTo>
                    <a:pt x="318" y="3604"/>
                    <a:pt x="758" y="3774"/>
                    <a:pt x="1199" y="3774"/>
                  </a:cubicBezTo>
                  <a:cubicBezTo>
                    <a:pt x="2275" y="3774"/>
                    <a:pt x="3133" y="2893"/>
                    <a:pt x="3133" y="1841"/>
                  </a:cubicBezTo>
                  <a:cubicBezTo>
                    <a:pt x="3133" y="982"/>
                    <a:pt x="2569" y="248"/>
                    <a:pt x="1787" y="1"/>
                  </a:cubicBezTo>
                  <a:close/>
                </a:path>
              </a:pathLst>
            </a:custGeom>
            <a:solidFill>
              <a:srgbClr val="FF61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3396;p63">
              <a:extLst>
                <a:ext uri="{FF2B5EF4-FFF2-40B4-BE49-F238E27FC236}">
                  <a16:creationId xmlns:a16="http://schemas.microsoft.com/office/drawing/2014/main" id="{E2D09340-DEF9-F3D9-98C9-0237515384FA}"/>
                </a:ext>
              </a:extLst>
            </p:cNvPr>
            <p:cNvSpPr/>
            <p:nvPr/>
          </p:nvSpPr>
          <p:spPr>
            <a:xfrm>
              <a:off x="6630105" y="4298943"/>
              <a:ext cx="33895" cy="33915"/>
            </a:xfrm>
            <a:custGeom>
              <a:avLst/>
              <a:gdLst/>
              <a:ahLst/>
              <a:cxnLst/>
              <a:rect l="l" t="t" r="r" b="b"/>
              <a:pathLst>
                <a:path w="1740" h="1741" extrusionOk="0">
                  <a:moveTo>
                    <a:pt x="858" y="1"/>
                  </a:moveTo>
                  <a:cubicBezTo>
                    <a:pt x="394" y="1"/>
                    <a:pt x="0" y="395"/>
                    <a:pt x="0" y="883"/>
                  </a:cubicBezTo>
                  <a:cubicBezTo>
                    <a:pt x="0" y="1347"/>
                    <a:pt x="394" y="1741"/>
                    <a:pt x="858" y="1741"/>
                  </a:cubicBezTo>
                  <a:cubicBezTo>
                    <a:pt x="1346" y="1741"/>
                    <a:pt x="1740" y="1347"/>
                    <a:pt x="1740" y="883"/>
                  </a:cubicBezTo>
                  <a:cubicBezTo>
                    <a:pt x="1740" y="395"/>
                    <a:pt x="1346" y="1"/>
                    <a:pt x="858" y="1"/>
                  </a:cubicBez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3397;p63">
              <a:extLst>
                <a:ext uri="{FF2B5EF4-FFF2-40B4-BE49-F238E27FC236}">
                  <a16:creationId xmlns:a16="http://schemas.microsoft.com/office/drawing/2014/main" id="{BE5DCE1D-FC2B-3DE0-1D8F-FC506E182EA9}"/>
                </a:ext>
              </a:extLst>
            </p:cNvPr>
            <p:cNvSpPr/>
            <p:nvPr/>
          </p:nvSpPr>
          <p:spPr>
            <a:xfrm>
              <a:off x="6631585" y="4299859"/>
              <a:ext cx="32415" cy="32999"/>
            </a:xfrm>
            <a:custGeom>
              <a:avLst/>
              <a:gdLst/>
              <a:ahLst/>
              <a:cxnLst/>
              <a:rect l="l" t="t" r="r" b="b"/>
              <a:pathLst>
                <a:path w="1664" h="1694" extrusionOk="0">
                  <a:moveTo>
                    <a:pt x="1076" y="1"/>
                  </a:moveTo>
                  <a:lnTo>
                    <a:pt x="1076" y="1"/>
                  </a:lnTo>
                  <a:cubicBezTo>
                    <a:pt x="1123" y="124"/>
                    <a:pt x="1153" y="248"/>
                    <a:pt x="1153" y="371"/>
                  </a:cubicBezTo>
                  <a:cubicBezTo>
                    <a:pt x="1153" y="859"/>
                    <a:pt x="759" y="1253"/>
                    <a:pt x="294" y="1253"/>
                  </a:cubicBezTo>
                  <a:cubicBezTo>
                    <a:pt x="195" y="1253"/>
                    <a:pt x="95" y="1229"/>
                    <a:pt x="1" y="1200"/>
                  </a:cubicBezTo>
                  <a:lnTo>
                    <a:pt x="1" y="1200"/>
                  </a:lnTo>
                  <a:cubicBezTo>
                    <a:pt x="148" y="1494"/>
                    <a:pt x="441" y="1694"/>
                    <a:pt x="782" y="1694"/>
                  </a:cubicBezTo>
                  <a:cubicBezTo>
                    <a:pt x="1270" y="1694"/>
                    <a:pt x="1664" y="1300"/>
                    <a:pt x="1664" y="836"/>
                  </a:cubicBezTo>
                  <a:cubicBezTo>
                    <a:pt x="1664" y="442"/>
                    <a:pt x="1417" y="124"/>
                    <a:pt x="1076" y="1"/>
                  </a:cubicBezTo>
                  <a:close/>
                </a:path>
              </a:pathLst>
            </a:custGeom>
            <a:solidFill>
              <a:srgbClr val="866A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3398;p63">
              <a:extLst>
                <a:ext uri="{FF2B5EF4-FFF2-40B4-BE49-F238E27FC236}">
                  <a16:creationId xmlns:a16="http://schemas.microsoft.com/office/drawing/2014/main" id="{A4CB2800-348D-9BA5-5EC6-E00FB7A4AF8A}"/>
                </a:ext>
              </a:extLst>
            </p:cNvPr>
            <p:cNvSpPr/>
            <p:nvPr/>
          </p:nvSpPr>
          <p:spPr>
            <a:xfrm>
              <a:off x="6449760" y="4348071"/>
              <a:ext cx="125062" cy="125062"/>
            </a:xfrm>
            <a:custGeom>
              <a:avLst/>
              <a:gdLst/>
              <a:ahLst/>
              <a:cxnLst/>
              <a:rect l="l" t="t" r="r" b="b"/>
              <a:pathLst>
                <a:path w="6420" h="6420" extrusionOk="0">
                  <a:moveTo>
                    <a:pt x="2845" y="0"/>
                  </a:moveTo>
                  <a:cubicBezTo>
                    <a:pt x="2769" y="0"/>
                    <a:pt x="2699" y="47"/>
                    <a:pt x="2699" y="147"/>
                  </a:cubicBezTo>
                  <a:lnTo>
                    <a:pt x="2699" y="635"/>
                  </a:lnTo>
                  <a:cubicBezTo>
                    <a:pt x="2699" y="712"/>
                    <a:pt x="2646" y="759"/>
                    <a:pt x="2575" y="782"/>
                  </a:cubicBezTo>
                  <a:cubicBezTo>
                    <a:pt x="2352" y="835"/>
                    <a:pt x="2134" y="929"/>
                    <a:pt x="1911" y="1053"/>
                  </a:cubicBezTo>
                  <a:cubicBezTo>
                    <a:pt x="1891" y="1062"/>
                    <a:pt x="1867" y="1068"/>
                    <a:pt x="1842" y="1068"/>
                  </a:cubicBezTo>
                  <a:cubicBezTo>
                    <a:pt x="1806" y="1068"/>
                    <a:pt x="1768" y="1057"/>
                    <a:pt x="1740" y="1029"/>
                  </a:cubicBezTo>
                  <a:lnTo>
                    <a:pt x="1400" y="688"/>
                  </a:lnTo>
                  <a:cubicBezTo>
                    <a:pt x="1361" y="650"/>
                    <a:pt x="1325" y="631"/>
                    <a:pt x="1288" y="631"/>
                  </a:cubicBezTo>
                  <a:cubicBezTo>
                    <a:pt x="1251" y="631"/>
                    <a:pt x="1214" y="650"/>
                    <a:pt x="1176" y="688"/>
                  </a:cubicBezTo>
                  <a:lnTo>
                    <a:pt x="688" y="1176"/>
                  </a:lnTo>
                  <a:cubicBezTo>
                    <a:pt x="612" y="1252"/>
                    <a:pt x="612" y="1323"/>
                    <a:pt x="688" y="1399"/>
                  </a:cubicBezTo>
                  <a:lnTo>
                    <a:pt x="1029" y="1740"/>
                  </a:lnTo>
                  <a:cubicBezTo>
                    <a:pt x="1082" y="1787"/>
                    <a:pt x="1082" y="1864"/>
                    <a:pt x="1053" y="1934"/>
                  </a:cubicBezTo>
                  <a:cubicBezTo>
                    <a:pt x="935" y="2134"/>
                    <a:pt x="835" y="2352"/>
                    <a:pt x="788" y="2575"/>
                  </a:cubicBezTo>
                  <a:cubicBezTo>
                    <a:pt x="759" y="2645"/>
                    <a:pt x="712" y="2693"/>
                    <a:pt x="641" y="2693"/>
                  </a:cubicBezTo>
                  <a:lnTo>
                    <a:pt x="148" y="2693"/>
                  </a:lnTo>
                  <a:cubicBezTo>
                    <a:pt x="54" y="2693"/>
                    <a:pt x="1" y="2769"/>
                    <a:pt x="1" y="2839"/>
                  </a:cubicBezTo>
                  <a:lnTo>
                    <a:pt x="1" y="3551"/>
                  </a:lnTo>
                  <a:cubicBezTo>
                    <a:pt x="1" y="3627"/>
                    <a:pt x="54" y="3698"/>
                    <a:pt x="148" y="3698"/>
                  </a:cubicBezTo>
                  <a:lnTo>
                    <a:pt x="641" y="3698"/>
                  </a:lnTo>
                  <a:cubicBezTo>
                    <a:pt x="712" y="3698"/>
                    <a:pt x="759" y="3751"/>
                    <a:pt x="788" y="3821"/>
                  </a:cubicBezTo>
                  <a:cubicBezTo>
                    <a:pt x="835" y="4044"/>
                    <a:pt x="935" y="4262"/>
                    <a:pt x="1053" y="4485"/>
                  </a:cubicBezTo>
                  <a:cubicBezTo>
                    <a:pt x="1082" y="4532"/>
                    <a:pt x="1082" y="4603"/>
                    <a:pt x="1029" y="4656"/>
                  </a:cubicBezTo>
                  <a:lnTo>
                    <a:pt x="688" y="4997"/>
                  </a:lnTo>
                  <a:cubicBezTo>
                    <a:pt x="612" y="5073"/>
                    <a:pt x="612" y="5167"/>
                    <a:pt x="688" y="5220"/>
                  </a:cubicBezTo>
                  <a:lnTo>
                    <a:pt x="1176" y="5731"/>
                  </a:lnTo>
                  <a:cubicBezTo>
                    <a:pt x="1214" y="5755"/>
                    <a:pt x="1251" y="5767"/>
                    <a:pt x="1288" y="5767"/>
                  </a:cubicBezTo>
                  <a:cubicBezTo>
                    <a:pt x="1325" y="5767"/>
                    <a:pt x="1361" y="5755"/>
                    <a:pt x="1400" y="5731"/>
                  </a:cubicBezTo>
                  <a:lnTo>
                    <a:pt x="1740" y="5367"/>
                  </a:lnTo>
                  <a:cubicBezTo>
                    <a:pt x="1769" y="5335"/>
                    <a:pt x="1807" y="5322"/>
                    <a:pt x="1844" y="5322"/>
                  </a:cubicBezTo>
                  <a:cubicBezTo>
                    <a:pt x="1869" y="5322"/>
                    <a:pt x="1892" y="5328"/>
                    <a:pt x="1911" y="5338"/>
                  </a:cubicBezTo>
                  <a:cubicBezTo>
                    <a:pt x="2134" y="5461"/>
                    <a:pt x="2352" y="5561"/>
                    <a:pt x="2575" y="5631"/>
                  </a:cubicBezTo>
                  <a:cubicBezTo>
                    <a:pt x="2646" y="5631"/>
                    <a:pt x="2699" y="5708"/>
                    <a:pt x="2699" y="5755"/>
                  </a:cubicBezTo>
                  <a:lnTo>
                    <a:pt x="2699" y="6272"/>
                  </a:lnTo>
                  <a:cubicBezTo>
                    <a:pt x="2699" y="6343"/>
                    <a:pt x="2769" y="6419"/>
                    <a:pt x="2845" y="6419"/>
                  </a:cubicBezTo>
                  <a:lnTo>
                    <a:pt x="3551" y="6419"/>
                  </a:lnTo>
                  <a:cubicBezTo>
                    <a:pt x="3627" y="6419"/>
                    <a:pt x="3698" y="6343"/>
                    <a:pt x="3698" y="6272"/>
                  </a:cubicBezTo>
                  <a:lnTo>
                    <a:pt x="3698" y="5755"/>
                  </a:lnTo>
                  <a:cubicBezTo>
                    <a:pt x="3698" y="5708"/>
                    <a:pt x="3751" y="5631"/>
                    <a:pt x="3821" y="5631"/>
                  </a:cubicBezTo>
                  <a:cubicBezTo>
                    <a:pt x="4045" y="5561"/>
                    <a:pt x="4262" y="5461"/>
                    <a:pt x="4485" y="5338"/>
                  </a:cubicBezTo>
                  <a:cubicBezTo>
                    <a:pt x="4504" y="5328"/>
                    <a:pt x="4528" y="5322"/>
                    <a:pt x="4552" y="5322"/>
                  </a:cubicBezTo>
                  <a:cubicBezTo>
                    <a:pt x="4589" y="5322"/>
                    <a:pt x="4628" y="5335"/>
                    <a:pt x="4656" y="5367"/>
                  </a:cubicBezTo>
                  <a:lnTo>
                    <a:pt x="4997" y="5731"/>
                  </a:lnTo>
                  <a:cubicBezTo>
                    <a:pt x="5035" y="5755"/>
                    <a:pt x="5078" y="5767"/>
                    <a:pt x="5117" y="5767"/>
                  </a:cubicBezTo>
                  <a:cubicBezTo>
                    <a:pt x="5157" y="5767"/>
                    <a:pt x="5194" y="5755"/>
                    <a:pt x="5220" y="5731"/>
                  </a:cubicBezTo>
                  <a:lnTo>
                    <a:pt x="5708" y="5220"/>
                  </a:lnTo>
                  <a:cubicBezTo>
                    <a:pt x="5784" y="5167"/>
                    <a:pt x="5784" y="5073"/>
                    <a:pt x="5708" y="4997"/>
                  </a:cubicBezTo>
                  <a:lnTo>
                    <a:pt x="5367" y="4656"/>
                  </a:lnTo>
                  <a:cubicBezTo>
                    <a:pt x="5314" y="4603"/>
                    <a:pt x="5314" y="4532"/>
                    <a:pt x="5344" y="4485"/>
                  </a:cubicBezTo>
                  <a:cubicBezTo>
                    <a:pt x="5461" y="4262"/>
                    <a:pt x="5561" y="4044"/>
                    <a:pt x="5608" y="3821"/>
                  </a:cubicBezTo>
                  <a:cubicBezTo>
                    <a:pt x="5637" y="3751"/>
                    <a:pt x="5708" y="3698"/>
                    <a:pt x="5755" y="3698"/>
                  </a:cubicBezTo>
                  <a:lnTo>
                    <a:pt x="6272" y="3698"/>
                  </a:lnTo>
                  <a:cubicBezTo>
                    <a:pt x="6343" y="3698"/>
                    <a:pt x="6419" y="3627"/>
                    <a:pt x="6419" y="3551"/>
                  </a:cubicBezTo>
                  <a:lnTo>
                    <a:pt x="6419" y="2839"/>
                  </a:lnTo>
                  <a:cubicBezTo>
                    <a:pt x="6419" y="2769"/>
                    <a:pt x="6343" y="2693"/>
                    <a:pt x="6272" y="2693"/>
                  </a:cubicBezTo>
                  <a:lnTo>
                    <a:pt x="5755" y="2693"/>
                  </a:lnTo>
                  <a:cubicBezTo>
                    <a:pt x="5708" y="2693"/>
                    <a:pt x="5637" y="2645"/>
                    <a:pt x="5608" y="2575"/>
                  </a:cubicBezTo>
                  <a:cubicBezTo>
                    <a:pt x="5561" y="2352"/>
                    <a:pt x="5461" y="2134"/>
                    <a:pt x="5344" y="1934"/>
                  </a:cubicBezTo>
                  <a:cubicBezTo>
                    <a:pt x="5314" y="1864"/>
                    <a:pt x="5314" y="1787"/>
                    <a:pt x="5367" y="1740"/>
                  </a:cubicBezTo>
                  <a:lnTo>
                    <a:pt x="5708" y="1399"/>
                  </a:lnTo>
                  <a:cubicBezTo>
                    <a:pt x="5784" y="1323"/>
                    <a:pt x="5784" y="1252"/>
                    <a:pt x="5708" y="1176"/>
                  </a:cubicBezTo>
                  <a:lnTo>
                    <a:pt x="5220" y="688"/>
                  </a:lnTo>
                  <a:cubicBezTo>
                    <a:pt x="5194" y="650"/>
                    <a:pt x="5157" y="631"/>
                    <a:pt x="5117" y="631"/>
                  </a:cubicBezTo>
                  <a:cubicBezTo>
                    <a:pt x="5078" y="631"/>
                    <a:pt x="5035" y="650"/>
                    <a:pt x="4997" y="688"/>
                  </a:cubicBezTo>
                  <a:lnTo>
                    <a:pt x="4656" y="1029"/>
                  </a:lnTo>
                  <a:cubicBezTo>
                    <a:pt x="4628" y="1057"/>
                    <a:pt x="4591" y="1068"/>
                    <a:pt x="4555" y="1068"/>
                  </a:cubicBezTo>
                  <a:cubicBezTo>
                    <a:pt x="4529" y="1068"/>
                    <a:pt x="4505" y="1062"/>
                    <a:pt x="4485" y="1053"/>
                  </a:cubicBezTo>
                  <a:cubicBezTo>
                    <a:pt x="4262" y="929"/>
                    <a:pt x="4045" y="835"/>
                    <a:pt x="3821" y="782"/>
                  </a:cubicBezTo>
                  <a:cubicBezTo>
                    <a:pt x="3751" y="759"/>
                    <a:pt x="3698" y="712"/>
                    <a:pt x="3698" y="635"/>
                  </a:cubicBezTo>
                  <a:lnTo>
                    <a:pt x="3698" y="147"/>
                  </a:lnTo>
                  <a:cubicBezTo>
                    <a:pt x="3698" y="47"/>
                    <a:pt x="3627" y="0"/>
                    <a:pt x="3551" y="0"/>
                  </a:cubicBezTo>
                  <a:close/>
                </a:path>
              </a:pathLst>
            </a:custGeom>
            <a:solidFill>
              <a:srgbClr val="356B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2" name="Google Shape;3399;p63">
              <a:extLst>
                <a:ext uri="{FF2B5EF4-FFF2-40B4-BE49-F238E27FC236}">
                  <a16:creationId xmlns:a16="http://schemas.microsoft.com/office/drawing/2014/main" id="{8E1A4E57-EB62-C5C3-69A1-B1E429842410}"/>
                </a:ext>
              </a:extLst>
            </p:cNvPr>
            <p:cNvSpPr/>
            <p:nvPr/>
          </p:nvSpPr>
          <p:spPr>
            <a:xfrm>
              <a:off x="6487999" y="4386778"/>
              <a:ext cx="48116" cy="47648"/>
            </a:xfrm>
            <a:custGeom>
              <a:avLst/>
              <a:gdLst/>
              <a:ahLst/>
              <a:cxnLst/>
              <a:rect l="l" t="t" r="r" b="b"/>
              <a:pathLst>
                <a:path w="2470" h="2446" extrusionOk="0">
                  <a:moveTo>
                    <a:pt x="1247" y="0"/>
                  </a:moveTo>
                  <a:cubicBezTo>
                    <a:pt x="559" y="0"/>
                    <a:pt x="1" y="535"/>
                    <a:pt x="1" y="1223"/>
                  </a:cubicBezTo>
                  <a:cubicBezTo>
                    <a:pt x="1" y="1881"/>
                    <a:pt x="559" y="2445"/>
                    <a:pt x="1247" y="2445"/>
                  </a:cubicBezTo>
                  <a:cubicBezTo>
                    <a:pt x="1911" y="2445"/>
                    <a:pt x="2469" y="1881"/>
                    <a:pt x="2469" y="1223"/>
                  </a:cubicBezTo>
                  <a:cubicBezTo>
                    <a:pt x="2469" y="535"/>
                    <a:pt x="1911" y="0"/>
                    <a:pt x="1247" y="0"/>
                  </a:cubicBez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3" name="Google Shape;3400;p63">
              <a:extLst>
                <a:ext uri="{FF2B5EF4-FFF2-40B4-BE49-F238E27FC236}">
                  <a16:creationId xmlns:a16="http://schemas.microsoft.com/office/drawing/2014/main" id="{73995F35-121B-AA61-F1A6-9C2730039A90}"/>
                </a:ext>
              </a:extLst>
            </p:cNvPr>
            <p:cNvSpPr/>
            <p:nvPr/>
          </p:nvSpPr>
          <p:spPr>
            <a:xfrm>
              <a:off x="6492694" y="4388609"/>
              <a:ext cx="43421" cy="45817"/>
            </a:xfrm>
            <a:custGeom>
              <a:avLst/>
              <a:gdLst/>
              <a:ahLst/>
              <a:cxnLst/>
              <a:rect l="l" t="t" r="r" b="b"/>
              <a:pathLst>
                <a:path w="2229" h="2352" extrusionOk="0">
                  <a:moveTo>
                    <a:pt x="1494" y="0"/>
                  </a:moveTo>
                  <a:lnTo>
                    <a:pt x="1494" y="0"/>
                  </a:lnTo>
                  <a:cubicBezTo>
                    <a:pt x="1641" y="200"/>
                    <a:pt x="1717" y="441"/>
                    <a:pt x="1717" y="711"/>
                  </a:cubicBezTo>
                  <a:cubicBezTo>
                    <a:pt x="1717" y="1399"/>
                    <a:pt x="1176" y="1934"/>
                    <a:pt x="495" y="1934"/>
                  </a:cubicBezTo>
                  <a:cubicBezTo>
                    <a:pt x="318" y="1934"/>
                    <a:pt x="148" y="1911"/>
                    <a:pt x="1" y="1840"/>
                  </a:cubicBezTo>
                  <a:lnTo>
                    <a:pt x="1" y="1840"/>
                  </a:lnTo>
                  <a:cubicBezTo>
                    <a:pt x="224" y="2134"/>
                    <a:pt x="589" y="2351"/>
                    <a:pt x="1006" y="2351"/>
                  </a:cubicBezTo>
                  <a:cubicBezTo>
                    <a:pt x="1670" y="2351"/>
                    <a:pt x="2228" y="1787"/>
                    <a:pt x="2228" y="1129"/>
                  </a:cubicBezTo>
                  <a:cubicBezTo>
                    <a:pt x="2228" y="612"/>
                    <a:pt x="1911" y="200"/>
                    <a:pt x="1494" y="0"/>
                  </a:cubicBezTo>
                  <a:close/>
                </a:path>
              </a:pathLst>
            </a:custGeom>
            <a:solidFill>
              <a:srgbClr val="866A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4" name="Google Shape;3401;p63">
              <a:extLst>
                <a:ext uri="{FF2B5EF4-FFF2-40B4-BE49-F238E27FC236}">
                  <a16:creationId xmlns:a16="http://schemas.microsoft.com/office/drawing/2014/main" id="{C6F8076E-E027-3256-1EE0-DBB4A84FD85C}"/>
                </a:ext>
              </a:extLst>
            </p:cNvPr>
            <p:cNvSpPr/>
            <p:nvPr/>
          </p:nvSpPr>
          <p:spPr>
            <a:xfrm>
              <a:off x="6569990" y="4515578"/>
              <a:ext cx="36778" cy="11474"/>
            </a:xfrm>
            <a:custGeom>
              <a:avLst/>
              <a:gdLst/>
              <a:ahLst/>
              <a:cxnLst/>
              <a:rect l="l" t="t" r="r" b="b"/>
              <a:pathLst>
                <a:path w="1888" h="589" extrusionOk="0">
                  <a:moveTo>
                    <a:pt x="294" y="1"/>
                  </a:moveTo>
                  <a:cubicBezTo>
                    <a:pt x="124" y="1"/>
                    <a:pt x="0" y="118"/>
                    <a:pt x="0" y="295"/>
                  </a:cubicBezTo>
                  <a:cubicBezTo>
                    <a:pt x="0" y="442"/>
                    <a:pt x="124" y="588"/>
                    <a:pt x="294" y="588"/>
                  </a:cubicBezTo>
                  <a:lnTo>
                    <a:pt x="1593" y="588"/>
                  </a:lnTo>
                  <a:cubicBezTo>
                    <a:pt x="1740" y="588"/>
                    <a:pt x="1887" y="442"/>
                    <a:pt x="1887" y="295"/>
                  </a:cubicBezTo>
                  <a:cubicBezTo>
                    <a:pt x="1887" y="118"/>
                    <a:pt x="1740" y="1"/>
                    <a:pt x="1593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5" name="Google Shape;3402;p63">
              <a:extLst>
                <a:ext uri="{FF2B5EF4-FFF2-40B4-BE49-F238E27FC236}">
                  <a16:creationId xmlns:a16="http://schemas.microsoft.com/office/drawing/2014/main" id="{CEF87E13-F56B-E833-B10E-F7CA1329A471}"/>
                </a:ext>
              </a:extLst>
            </p:cNvPr>
            <p:cNvSpPr/>
            <p:nvPr/>
          </p:nvSpPr>
          <p:spPr>
            <a:xfrm>
              <a:off x="6398236" y="4228757"/>
              <a:ext cx="379821" cy="379821"/>
            </a:xfrm>
            <a:custGeom>
              <a:avLst/>
              <a:gdLst/>
              <a:ahLst/>
              <a:cxnLst/>
              <a:rect l="l" t="t" r="r" b="b"/>
              <a:pathLst>
                <a:path w="19498" h="19498" extrusionOk="0">
                  <a:moveTo>
                    <a:pt x="13132" y="565"/>
                  </a:moveTo>
                  <a:lnTo>
                    <a:pt x="13132" y="1129"/>
                  </a:lnTo>
                  <a:cubicBezTo>
                    <a:pt x="13132" y="1353"/>
                    <a:pt x="13279" y="1547"/>
                    <a:pt x="13496" y="1594"/>
                  </a:cubicBezTo>
                  <a:cubicBezTo>
                    <a:pt x="13766" y="1670"/>
                    <a:pt x="14037" y="1764"/>
                    <a:pt x="14278" y="1911"/>
                  </a:cubicBezTo>
                  <a:cubicBezTo>
                    <a:pt x="14362" y="1963"/>
                    <a:pt x="14453" y="1989"/>
                    <a:pt x="14541" y="1989"/>
                  </a:cubicBezTo>
                  <a:cubicBezTo>
                    <a:pt x="14663" y="1989"/>
                    <a:pt x="14780" y="1939"/>
                    <a:pt x="14866" y="1841"/>
                  </a:cubicBezTo>
                  <a:lnTo>
                    <a:pt x="15259" y="1447"/>
                  </a:lnTo>
                  <a:lnTo>
                    <a:pt x="15800" y="1987"/>
                  </a:lnTo>
                  <a:lnTo>
                    <a:pt x="15406" y="2381"/>
                  </a:lnTo>
                  <a:cubicBezTo>
                    <a:pt x="15236" y="2528"/>
                    <a:pt x="15212" y="2769"/>
                    <a:pt x="15336" y="2969"/>
                  </a:cubicBezTo>
                  <a:cubicBezTo>
                    <a:pt x="15483" y="3210"/>
                    <a:pt x="15577" y="3457"/>
                    <a:pt x="15653" y="3751"/>
                  </a:cubicBezTo>
                  <a:cubicBezTo>
                    <a:pt x="15700" y="3945"/>
                    <a:pt x="15894" y="4115"/>
                    <a:pt x="16118" y="4115"/>
                  </a:cubicBezTo>
                  <a:lnTo>
                    <a:pt x="16682" y="4115"/>
                  </a:lnTo>
                  <a:lnTo>
                    <a:pt x="16682" y="4850"/>
                  </a:lnTo>
                  <a:lnTo>
                    <a:pt x="16118" y="4850"/>
                  </a:lnTo>
                  <a:cubicBezTo>
                    <a:pt x="15894" y="4850"/>
                    <a:pt x="15700" y="4997"/>
                    <a:pt x="15653" y="5220"/>
                  </a:cubicBezTo>
                  <a:cubicBezTo>
                    <a:pt x="15577" y="5491"/>
                    <a:pt x="15483" y="5761"/>
                    <a:pt x="15336" y="6002"/>
                  </a:cubicBezTo>
                  <a:cubicBezTo>
                    <a:pt x="15212" y="6202"/>
                    <a:pt x="15236" y="6419"/>
                    <a:pt x="15406" y="6590"/>
                  </a:cubicBezTo>
                  <a:lnTo>
                    <a:pt x="15800" y="6984"/>
                  </a:lnTo>
                  <a:lnTo>
                    <a:pt x="15259" y="7495"/>
                  </a:lnTo>
                  <a:lnTo>
                    <a:pt x="14866" y="7107"/>
                  </a:lnTo>
                  <a:cubicBezTo>
                    <a:pt x="14777" y="7018"/>
                    <a:pt x="14654" y="6975"/>
                    <a:pt x="14526" y="6975"/>
                  </a:cubicBezTo>
                  <a:cubicBezTo>
                    <a:pt x="14443" y="6975"/>
                    <a:pt x="14357" y="6993"/>
                    <a:pt x="14278" y="7031"/>
                  </a:cubicBezTo>
                  <a:cubicBezTo>
                    <a:pt x="14037" y="7178"/>
                    <a:pt x="13766" y="7301"/>
                    <a:pt x="13496" y="7377"/>
                  </a:cubicBezTo>
                  <a:cubicBezTo>
                    <a:pt x="13279" y="7424"/>
                    <a:pt x="13132" y="7618"/>
                    <a:pt x="13132" y="7842"/>
                  </a:cubicBezTo>
                  <a:lnTo>
                    <a:pt x="13132" y="8377"/>
                  </a:lnTo>
                  <a:lnTo>
                    <a:pt x="12397" y="8377"/>
                  </a:lnTo>
                  <a:lnTo>
                    <a:pt x="12397" y="7842"/>
                  </a:lnTo>
                  <a:cubicBezTo>
                    <a:pt x="12397" y="7618"/>
                    <a:pt x="12250" y="7424"/>
                    <a:pt x="12027" y="7377"/>
                  </a:cubicBezTo>
                  <a:cubicBezTo>
                    <a:pt x="11756" y="7301"/>
                    <a:pt x="11486" y="7178"/>
                    <a:pt x="11245" y="7031"/>
                  </a:cubicBezTo>
                  <a:cubicBezTo>
                    <a:pt x="11166" y="6993"/>
                    <a:pt x="11080" y="6975"/>
                    <a:pt x="10996" y="6975"/>
                  </a:cubicBezTo>
                  <a:cubicBezTo>
                    <a:pt x="10869" y="6975"/>
                    <a:pt x="10746" y="7018"/>
                    <a:pt x="10657" y="7107"/>
                  </a:cubicBezTo>
                  <a:lnTo>
                    <a:pt x="10263" y="7495"/>
                  </a:lnTo>
                  <a:lnTo>
                    <a:pt x="9752" y="6984"/>
                  </a:lnTo>
                  <a:lnTo>
                    <a:pt x="10140" y="6590"/>
                  </a:lnTo>
                  <a:cubicBezTo>
                    <a:pt x="10287" y="6419"/>
                    <a:pt x="10310" y="6202"/>
                    <a:pt x="10216" y="6002"/>
                  </a:cubicBezTo>
                  <a:cubicBezTo>
                    <a:pt x="10069" y="5761"/>
                    <a:pt x="9946" y="5491"/>
                    <a:pt x="9869" y="5220"/>
                  </a:cubicBezTo>
                  <a:cubicBezTo>
                    <a:pt x="9822" y="4997"/>
                    <a:pt x="9628" y="4850"/>
                    <a:pt x="9405" y="4850"/>
                  </a:cubicBezTo>
                  <a:lnTo>
                    <a:pt x="8870" y="4850"/>
                  </a:lnTo>
                  <a:lnTo>
                    <a:pt x="8870" y="4115"/>
                  </a:lnTo>
                  <a:lnTo>
                    <a:pt x="9405" y="4115"/>
                  </a:lnTo>
                  <a:cubicBezTo>
                    <a:pt x="9628" y="4115"/>
                    <a:pt x="9822" y="3945"/>
                    <a:pt x="9869" y="3751"/>
                  </a:cubicBezTo>
                  <a:cubicBezTo>
                    <a:pt x="9946" y="3457"/>
                    <a:pt x="10069" y="3210"/>
                    <a:pt x="10216" y="2969"/>
                  </a:cubicBezTo>
                  <a:cubicBezTo>
                    <a:pt x="10310" y="2769"/>
                    <a:pt x="10287" y="2528"/>
                    <a:pt x="10140" y="2381"/>
                  </a:cubicBezTo>
                  <a:lnTo>
                    <a:pt x="9752" y="1987"/>
                  </a:lnTo>
                  <a:lnTo>
                    <a:pt x="10263" y="1447"/>
                  </a:lnTo>
                  <a:lnTo>
                    <a:pt x="10657" y="1841"/>
                  </a:lnTo>
                  <a:cubicBezTo>
                    <a:pt x="10742" y="1939"/>
                    <a:pt x="10859" y="1989"/>
                    <a:pt x="10981" y="1989"/>
                  </a:cubicBezTo>
                  <a:cubicBezTo>
                    <a:pt x="11070" y="1989"/>
                    <a:pt x="11161" y="1963"/>
                    <a:pt x="11245" y="1911"/>
                  </a:cubicBezTo>
                  <a:cubicBezTo>
                    <a:pt x="11486" y="1764"/>
                    <a:pt x="11756" y="1670"/>
                    <a:pt x="12027" y="1594"/>
                  </a:cubicBezTo>
                  <a:cubicBezTo>
                    <a:pt x="12250" y="1547"/>
                    <a:pt x="12397" y="1353"/>
                    <a:pt x="12397" y="1129"/>
                  </a:cubicBezTo>
                  <a:lnTo>
                    <a:pt x="12397" y="565"/>
                  </a:lnTo>
                  <a:close/>
                  <a:moveTo>
                    <a:pt x="9429" y="3286"/>
                  </a:moveTo>
                  <a:cubicBezTo>
                    <a:pt x="9382" y="3381"/>
                    <a:pt x="9358" y="3457"/>
                    <a:pt x="9335" y="3527"/>
                  </a:cubicBezTo>
                  <a:lnTo>
                    <a:pt x="8770" y="3527"/>
                  </a:lnTo>
                  <a:cubicBezTo>
                    <a:pt x="8500" y="3527"/>
                    <a:pt x="8282" y="3751"/>
                    <a:pt x="8282" y="4021"/>
                  </a:cubicBezTo>
                  <a:lnTo>
                    <a:pt x="1911" y="4021"/>
                  </a:lnTo>
                  <a:cubicBezTo>
                    <a:pt x="1523" y="4021"/>
                    <a:pt x="1200" y="4339"/>
                    <a:pt x="1200" y="4732"/>
                  </a:cubicBezTo>
                  <a:lnTo>
                    <a:pt x="1200" y="13496"/>
                  </a:lnTo>
                  <a:lnTo>
                    <a:pt x="588" y="13496"/>
                  </a:lnTo>
                  <a:lnTo>
                    <a:pt x="588" y="3968"/>
                  </a:lnTo>
                  <a:cubicBezTo>
                    <a:pt x="588" y="3604"/>
                    <a:pt x="882" y="3286"/>
                    <a:pt x="1253" y="3286"/>
                  </a:cubicBezTo>
                  <a:close/>
                  <a:moveTo>
                    <a:pt x="17611" y="4609"/>
                  </a:moveTo>
                  <a:cubicBezTo>
                    <a:pt x="17687" y="4609"/>
                    <a:pt x="17734" y="4656"/>
                    <a:pt x="17734" y="4732"/>
                  </a:cubicBezTo>
                  <a:lnTo>
                    <a:pt x="17734" y="13496"/>
                  </a:lnTo>
                  <a:lnTo>
                    <a:pt x="1764" y="13496"/>
                  </a:lnTo>
                  <a:lnTo>
                    <a:pt x="1764" y="4732"/>
                  </a:lnTo>
                  <a:cubicBezTo>
                    <a:pt x="1764" y="4656"/>
                    <a:pt x="1840" y="4609"/>
                    <a:pt x="1911" y="4609"/>
                  </a:cubicBezTo>
                  <a:lnTo>
                    <a:pt x="8282" y="4609"/>
                  </a:lnTo>
                  <a:lnTo>
                    <a:pt x="8282" y="4950"/>
                  </a:lnTo>
                  <a:cubicBezTo>
                    <a:pt x="8282" y="5197"/>
                    <a:pt x="8500" y="5414"/>
                    <a:pt x="8770" y="5414"/>
                  </a:cubicBezTo>
                  <a:lnTo>
                    <a:pt x="9335" y="5414"/>
                  </a:lnTo>
                  <a:cubicBezTo>
                    <a:pt x="9429" y="5708"/>
                    <a:pt x="9529" y="5979"/>
                    <a:pt x="9675" y="6225"/>
                  </a:cubicBezTo>
                  <a:lnTo>
                    <a:pt x="9282" y="6643"/>
                  </a:lnTo>
                  <a:cubicBezTo>
                    <a:pt x="9088" y="6813"/>
                    <a:pt x="9088" y="7131"/>
                    <a:pt x="9282" y="7325"/>
                  </a:cubicBezTo>
                  <a:lnTo>
                    <a:pt x="9922" y="7965"/>
                  </a:lnTo>
                  <a:cubicBezTo>
                    <a:pt x="10019" y="8062"/>
                    <a:pt x="10141" y="8111"/>
                    <a:pt x="10263" y="8111"/>
                  </a:cubicBezTo>
                  <a:cubicBezTo>
                    <a:pt x="10385" y="8111"/>
                    <a:pt x="10507" y="8062"/>
                    <a:pt x="10604" y="7965"/>
                  </a:cubicBezTo>
                  <a:lnTo>
                    <a:pt x="11021" y="7571"/>
                  </a:lnTo>
                  <a:cubicBezTo>
                    <a:pt x="11268" y="7718"/>
                    <a:pt x="11539" y="7818"/>
                    <a:pt x="11833" y="7889"/>
                  </a:cubicBezTo>
                  <a:lnTo>
                    <a:pt x="11833" y="8477"/>
                  </a:lnTo>
                  <a:cubicBezTo>
                    <a:pt x="11833" y="8747"/>
                    <a:pt x="12027" y="8941"/>
                    <a:pt x="12297" y="8941"/>
                  </a:cubicBezTo>
                  <a:lnTo>
                    <a:pt x="13226" y="8941"/>
                  </a:lnTo>
                  <a:cubicBezTo>
                    <a:pt x="13496" y="8941"/>
                    <a:pt x="13719" y="8747"/>
                    <a:pt x="13719" y="8477"/>
                  </a:cubicBezTo>
                  <a:lnTo>
                    <a:pt x="13719" y="7889"/>
                  </a:lnTo>
                  <a:cubicBezTo>
                    <a:pt x="13984" y="7818"/>
                    <a:pt x="14254" y="7718"/>
                    <a:pt x="14525" y="7571"/>
                  </a:cubicBezTo>
                  <a:lnTo>
                    <a:pt x="14918" y="7965"/>
                  </a:lnTo>
                  <a:cubicBezTo>
                    <a:pt x="15015" y="8062"/>
                    <a:pt x="15137" y="8111"/>
                    <a:pt x="15259" y="8111"/>
                  </a:cubicBezTo>
                  <a:cubicBezTo>
                    <a:pt x="15381" y="8111"/>
                    <a:pt x="15503" y="8062"/>
                    <a:pt x="15600" y="7965"/>
                  </a:cubicBezTo>
                  <a:lnTo>
                    <a:pt x="16265" y="7325"/>
                  </a:lnTo>
                  <a:cubicBezTo>
                    <a:pt x="16435" y="7131"/>
                    <a:pt x="16435" y="6813"/>
                    <a:pt x="16265" y="6643"/>
                  </a:cubicBezTo>
                  <a:lnTo>
                    <a:pt x="15847" y="6225"/>
                  </a:lnTo>
                  <a:cubicBezTo>
                    <a:pt x="15994" y="5979"/>
                    <a:pt x="16118" y="5708"/>
                    <a:pt x="16188" y="5414"/>
                  </a:cubicBezTo>
                  <a:lnTo>
                    <a:pt x="16752" y="5414"/>
                  </a:lnTo>
                  <a:cubicBezTo>
                    <a:pt x="17023" y="5414"/>
                    <a:pt x="17246" y="5197"/>
                    <a:pt x="17246" y="4950"/>
                  </a:cubicBezTo>
                  <a:lnTo>
                    <a:pt x="17246" y="4609"/>
                  </a:lnTo>
                  <a:close/>
                  <a:moveTo>
                    <a:pt x="18245" y="3286"/>
                  </a:moveTo>
                  <a:cubicBezTo>
                    <a:pt x="18639" y="3286"/>
                    <a:pt x="18933" y="3604"/>
                    <a:pt x="18933" y="3968"/>
                  </a:cubicBezTo>
                  <a:lnTo>
                    <a:pt x="18933" y="13496"/>
                  </a:lnTo>
                  <a:lnTo>
                    <a:pt x="18322" y="13496"/>
                  </a:lnTo>
                  <a:lnTo>
                    <a:pt x="18322" y="4732"/>
                  </a:lnTo>
                  <a:cubicBezTo>
                    <a:pt x="18322" y="4339"/>
                    <a:pt x="18004" y="4021"/>
                    <a:pt x="17611" y="4021"/>
                  </a:cubicBezTo>
                  <a:lnTo>
                    <a:pt x="17246" y="4021"/>
                  </a:lnTo>
                  <a:cubicBezTo>
                    <a:pt x="17246" y="3751"/>
                    <a:pt x="17023" y="3527"/>
                    <a:pt x="16752" y="3527"/>
                  </a:cubicBezTo>
                  <a:lnTo>
                    <a:pt x="16188" y="3527"/>
                  </a:lnTo>
                  <a:cubicBezTo>
                    <a:pt x="16165" y="3457"/>
                    <a:pt x="16141" y="3381"/>
                    <a:pt x="16118" y="3286"/>
                  </a:cubicBezTo>
                  <a:close/>
                  <a:moveTo>
                    <a:pt x="11315" y="16535"/>
                  </a:moveTo>
                  <a:cubicBezTo>
                    <a:pt x="11339" y="17046"/>
                    <a:pt x="11392" y="18175"/>
                    <a:pt x="11539" y="18910"/>
                  </a:cubicBezTo>
                  <a:lnTo>
                    <a:pt x="7959" y="18910"/>
                  </a:lnTo>
                  <a:cubicBezTo>
                    <a:pt x="8135" y="18175"/>
                    <a:pt x="8183" y="17046"/>
                    <a:pt x="8183" y="16535"/>
                  </a:cubicBezTo>
                  <a:close/>
                  <a:moveTo>
                    <a:pt x="12297" y="1"/>
                  </a:moveTo>
                  <a:cubicBezTo>
                    <a:pt x="12027" y="1"/>
                    <a:pt x="11833" y="224"/>
                    <a:pt x="11833" y="495"/>
                  </a:cubicBezTo>
                  <a:lnTo>
                    <a:pt x="11833" y="1059"/>
                  </a:lnTo>
                  <a:cubicBezTo>
                    <a:pt x="11539" y="1129"/>
                    <a:pt x="11268" y="1253"/>
                    <a:pt x="11021" y="1400"/>
                  </a:cubicBezTo>
                  <a:lnTo>
                    <a:pt x="10604" y="982"/>
                  </a:lnTo>
                  <a:cubicBezTo>
                    <a:pt x="10507" y="885"/>
                    <a:pt x="10385" y="837"/>
                    <a:pt x="10263" y="837"/>
                  </a:cubicBezTo>
                  <a:cubicBezTo>
                    <a:pt x="10141" y="837"/>
                    <a:pt x="10019" y="885"/>
                    <a:pt x="9922" y="982"/>
                  </a:cubicBezTo>
                  <a:lnTo>
                    <a:pt x="9282" y="1647"/>
                  </a:lnTo>
                  <a:cubicBezTo>
                    <a:pt x="9088" y="1817"/>
                    <a:pt x="9088" y="2134"/>
                    <a:pt x="9282" y="2328"/>
                  </a:cubicBezTo>
                  <a:lnTo>
                    <a:pt x="9675" y="2722"/>
                  </a:lnTo>
                  <a:lnTo>
                    <a:pt x="1253" y="2722"/>
                  </a:lnTo>
                  <a:cubicBezTo>
                    <a:pt x="565" y="2722"/>
                    <a:pt x="1" y="3286"/>
                    <a:pt x="1" y="3968"/>
                  </a:cubicBezTo>
                  <a:lnTo>
                    <a:pt x="1" y="15283"/>
                  </a:lnTo>
                  <a:cubicBezTo>
                    <a:pt x="1" y="15971"/>
                    <a:pt x="565" y="16535"/>
                    <a:pt x="1253" y="16535"/>
                  </a:cubicBezTo>
                  <a:lnTo>
                    <a:pt x="3921" y="16535"/>
                  </a:lnTo>
                  <a:cubicBezTo>
                    <a:pt x="4068" y="16535"/>
                    <a:pt x="4191" y="16388"/>
                    <a:pt x="4191" y="16241"/>
                  </a:cubicBezTo>
                  <a:cubicBezTo>
                    <a:pt x="4191" y="16094"/>
                    <a:pt x="4068" y="15947"/>
                    <a:pt x="3921" y="15947"/>
                  </a:cubicBezTo>
                  <a:lnTo>
                    <a:pt x="1253" y="15947"/>
                  </a:lnTo>
                  <a:cubicBezTo>
                    <a:pt x="882" y="15947"/>
                    <a:pt x="588" y="15653"/>
                    <a:pt x="588" y="15283"/>
                  </a:cubicBezTo>
                  <a:lnTo>
                    <a:pt x="588" y="14061"/>
                  </a:lnTo>
                  <a:lnTo>
                    <a:pt x="18933" y="14061"/>
                  </a:lnTo>
                  <a:lnTo>
                    <a:pt x="18933" y="15283"/>
                  </a:lnTo>
                  <a:cubicBezTo>
                    <a:pt x="18933" y="15653"/>
                    <a:pt x="18639" y="15947"/>
                    <a:pt x="18245" y="15947"/>
                  </a:cubicBezTo>
                  <a:lnTo>
                    <a:pt x="5267" y="15947"/>
                  </a:lnTo>
                  <a:cubicBezTo>
                    <a:pt x="5120" y="15947"/>
                    <a:pt x="4973" y="16094"/>
                    <a:pt x="4973" y="16241"/>
                  </a:cubicBezTo>
                  <a:cubicBezTo>
                    <a:pt x="4973" y="16388"/>
                    <a:pt x="5120" y="16535"/>
                    <a:pt x="5267" y="16535"/>
                  </a:cubicBezTo>
                  <a:lnTo>
                    <a:pt x="7618" y="16535"/>
                  </a:lnTo>
                  <a:cubicBezTo>
                    <a:pt x="7595" y="17170"/>
                    <a:pt x="7518" y="18298"/>
                    <a:pt x="7371" y="18910"/>
                  </a:cubicBezTo>
                  <a:lnTo>
                    <a:pt x="6396" y="18910"/>
                  </a:lnTo>
                  <a:cubicBezTo>
                    <a:pt x="6249" y="18910"/>
                    <a:pt x="6102" y="19057"/>
                    <a:pt x="6102" y="19204"/>
                  </a:cubicBezTo>
                  <a:cubicBezTo>
                    <a:pt x="6102" y="19351"/>
                    <a:pt x="6249" y="19497"/>
                    <a:pt x="6396" y="19497"/>
                  </a:cubicBezTo>
                  <a:lnTo>
                    <a:pt x="13132" y="19497"/>
                  </a:lnTo>
                  <a:cubicBezTo>
                    <a:pt x="13279" y="19497"/>
                    <a:pt x="13396" y="19351"/>
                    <a:pt x="13396" y="19204"/>
                  </a:cubicBezTo>
                  <a:cubicBezTo>
                    <a:pt x="13396" y="19057"/>
                    <a:pt x="13279" y="18910"/>
                    <a:pt x="13132" y="18910"/>
                  </a:cubicBezTo>
                  <a:lnTo>
                    <a:pt x="12127" y="18910"/>
                  </a:lnTo>
                  <a:cubicBezTo>
                    <a:pt x="11980" y="18298"/>
                    <a:pt x="11927" y="17170"/>
                    <a:pt x="11903" y="16535"/>
                  </a:cubicBezTo>
                  <a:lnTo>
                    <a:pt x="18245" y="16535"/>
                  </a:lnTo>
                  <a:cubicBezTo>
                    <a:pt x="18933" y="16535"/>
                    <a:pt x="19497" y="15971"/>
                    <a:pt x="19497" y="15283"/>
                  </a:cubicBezTo>
                  <a:lnTo>
                    <a:pt x="19497" y="3968"/>
                  </a:lnTo>
                  <a:cubicBezTo>
                    <a:pt x="19497" y="3286"/>
                    <a:pt x="18933" y="2722"/>
                    <a:pt x="18245" y="2722"/>
                  </a:cubicBezTo>
                  <a:lnTo>
                    <a:pt x="15847" y="2722"/>
                  </a:lnTo>
                  <a:lnTo>
                    <a:pt x="16265" y="2328"/>
                  </a:lnTo>
                  <a:cubicBezTo>
                    <a:pt x="16435" y="2134"/>
                    <a:pt x="16435" y="1817"/>
                    <a:pt x="16265" y="1647"/>
                  </a:cubicBezTo>
                  <a:lnTo>
                    <a:pt x="15600" y="982"/>
                  </a:lnTo>
                  <a:cubicBezTo>
                    <a:pt x="15503" y="885"/>
                    <a:pt x="15381" y="837"/>
                    <a:pt x="15259" y="837"/>
                  </a:cubicBezTo>
                  <a:cubicBezTo>
                    <a:pt x="15137" y="837"/>
                    <a:pt x="15015" y="885"/>
                    <a:pt x="14918" y="982"/>
                  </a:cubicBezTo>
                  <a:lnTo>
                    <a:pt x="14525" y="1400"/>
                  </a:lnTo>
                  <a:cubicBezTo>
                    <a:pt x="14254" y="1253"/>
                    <a:pt x="13984" y="1129"/>
                    <a:pt x="13719" y="1059"/>
                  </a:cubicBezTo>
                  <a:lnTo>
                    <a:pt x="13719" y="495"/>
                  </a:lnTo>
                  <a:cubicBezTo>
                    <a:pt x="13719" y="224"/>
                    <a:pt x="13496" y="1"/>
                    <a:pt x="13226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6" name="Google Shape;3403;p63">
              <a:extLst>
                <a:ext uri="{FF2B5EF4-FFF2-40B4-BE49-F238E27FC236}">
                  <a16:creationId xmlns:a16="http://schemas.microsoft.com/office/drawing/2014/main" id="{3A97CC9A-9173-FD02-92F7-E664CFD89165}"/>
                </a:ext>
              </a:extLst>
            </p:cNvPr>
            <p:cNvSpPr/>
            <p:nvPr/>
          </p:nvSpPr>
          <p:spPr>
            <a:xfrm>
              <a:off x="6603885" y="4272723"/>
              <a:ext cx="86355" cy="86355"/>
            </a:xfrm>
            <a:custGeom>
              <a:avLst/>
              <a:gdLst/>
              <a:ahLst/>
              <a:cxnLst/>
              <a:rect l="l" t="t" r="r" b="b"/>
              <a:pathLst>
                <a:path w="4433" h="4433" extrusionOk="0">
                  <a:moveTo>
                    <a:pt x="2204" y="1"/>
                  </a:moveTo>
                  <a:cubicBezTo>
                    <a:pt x="2010" y="1"/>
                    <a:pt x="1787" y="24"/>
                    <a:pt x="1593" y="95"/>
                  </a:cubicBezTo>
                  <a:cubicBezTo>
                    <a:pt x="1446" y="124"/>
                    <a:pt x="1346" y="295"/>
                    <a:pt x="1399" y="442"/>
                  </a:cubicBezTo>
                  <a:cubicBezTo>
                    <a:pt x="1438" y="563"/>
                    <a:pt x="1544" y="648"/>
                    <a:pt x="1676" y="648"/>
                  </a:cubicBezTo>
                  <a:cubicBezTo>
                    <a:pt x="1704" y="648"/>
                    <a:pt x="1733" y="644"/>
                    <a:pt x="1763" y="636"/>
                  </a:cubicBezTo>
                  <a:cubicBezTo>
                    <a:pt x="1910" y="589"/>
                    <a:pt x="2057" y="589"/>
                    <a:pt x="2204" y="589"/>
                  </a:cubicBezTo>
                  <a:cubicBezTo>
                    <a:pt x="3110" y="589"/>
                    <a:pt x="3844" y="1323"/>
                    <a:pt x="3844" y="2229"/>
                  </a:cubicBezTo>
                  <a:cubicBezTo>
                    <a:pt x="3844" y="3134"/>
                    <a:pt x="3110" y="3868"/>
                    <a:pt x="2204" y="3868"/>
                  </a:cubicBezTo>
                  <a:cubicBezTo>
                    <a:pt x="1299" y="3868"/>
                    <a:pt x="564" y="3134"/>
                    <a:pt x="564" y="2229"/>
                  </a:cubicBezTo>
                  <a:cubicBezTo>
                    <a:pt x="564" y="1888"/>
                    <a:pt x="664" y="1564"/>
                    <a:pt x="835" y="1300"/>
                  </a:cubicBezTo>
                  <a:cubicBezTo>
                    <a:pt x="929" y="1176"/>
                    <a:pt x="905" y="1006"/>
                    <a:pt x="758" y="906"/>
                  </a:cubicBezTo>
                  <a:cubicBezTo>
                    <a:pt x="713" y="870"/>
                    <a:pt x="662" y="853"/>
                    <a:pt x="610" y="853"/>
                  </a:cubicBezTo>
                  <a:cubicBezTo>
                    <a:pt x="521" y="853"/>
                    <a:pt x="430" y="902"/>
                    <a:pt x="370" y="977"/>
                  </a:cubicBezTo>
                  <a:cubicBezTo>
                    <a:pt x="124" y="1347"/>
                    <a:pt x="0" y="1788"/>
                    <a:pt x="0" y="2229"/>
                  </a:cubicBezTo>
                  <a:cubicBezTo>
                    <a:pt x="0" y="3451"/>
                    <a:pt x="982" y="4433"/>
                    <a:pt x="2204" y="4433"/>
                  </a:cubicBezTo>
                  <a:cubicBezTo>
                    <a:pt x="3427" y="4433"/>
                    <a:pt x="4432" y="3451"/>
                    <a:pt x="4432" y="2229"/>
                  </a:cubicBezTo>
                  <a:cubicBezTo>
                    <a:pt x="4432" y="1006"/>
                    <a:pt x="3427" y="1"/>
                    <a:pt x="2204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7" name="Google Shape;3404;p63">
              <a:extLst>
                <a:ext uri="{FF2B5EF4-FFF2-40B4-BE49-F238E27FC236}">
                  <a16:creationId xmlns:a16="http://schemas.microsoft.com/office/drawing/2014/main" id="{01A66C55-F80F-17C8-8E1A-234E25C0E969}"/>
                </a:ext>
              </a:extLst>
            </p:cNvPr>
            <p:cNvSpPr/>
            <p:nvPr/>
          </p:nvSpPr>
          <p:spPr>
            <a:xfrm>
              <a:off x="6624378" y="4293684"/>
              <a:ext cx="44901" cy="44901"/>
            </a:xfrm>
            <a:custGeom>
              <a:avLst/>
              <a:gdLst/>
              <a:ahLst/>
              <a:cxnLst/>
              <a:rect l="l" t="t" r="r" b="b"/>
              <a:pathLst>
                <a:path w="2305" h="2305" extrusionOk="0">
                  <a:moveTo>
                    <a:pt x="1152" y="565"/>
                  </a:moveTo>
                  <a:cubicBezTo>
                    <a:pt x="1470" y="565"/>
                    <a:pt x="1740" y="835"/>
                    <a:pt x="1740" y="1153"/>
                  </a:cubicBezTo>
                  <a:cubicBezTo>
                    <a:pt x="1740" y="1470"/>
                    <a:pt x="1470" y="1717"/>
                    <a:pt x="1152" y="1717"/>
                  </a:cubicBezTo>
                  <a:cubicBezTo>
                    <a:pt x="835" y="1717"/>
                    <a:pt x="565" y="1470"/>
                    <a:pt x="565" y="1153"/>
                  </a:cubicBezTo>
                  <a:cubicBezTo>
                    <a:pt x="565" y="835"/>
                    <a:pt x="835" y="565"/>
                    <a:pt x="1152" y="565"/>
                  </a:cubicBezTo>
                  <a:close/>
                  <a:moveTo>
                    <a:pt x="1152" y="1"/>
                  </a:moveTo>
                  <a:cubicBezTo>
                    <a:pt x="518" y="1"/>
                    <a:pt x="0" y="518"/>
                    <a:pt x="0" y="1153"/>
                  </a:cubicBezTo>
                  <a:cubicBezTo>
                    <a:pt x="0" y="1787"/>
                    <a:pt x="518" y="2305"/>
                    <a:pt x="1152" y="2305"/>
                  </a:cubicBezTo>
                  <a:cubicBezTo>
                    <a:pt x="1787" y="2305"/>
                    <a:pt x="2304" y="1787"/>
                    <a:pt x="2304" y="1153"/>
                  </a:cubicBezTo>
                  <a:cubicBezTo>
                    <a:pt x="2304" y="518"/>
                    <a:pt x="1787" y="1"/>
                    <a:pt x="1152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8" name="Google Shape;3405;p63">
              <a:extLst>
                <a:ext uri="{FF2B5EF4-FFF2-40B4-BE49-F238E27FC236}">
                  <a16:creationId xmlns:a16="http://schemas.microsoft.com/office/drawing/2014/main" id="{A9E45334-DAE1-B903-D43C-736D48474BB6}"/>
                </a:ext>
              </a:extLst>
            </p:cNvPr>
            <p:cNvSpPr/>
            <p:nvPr/>
          </p:nvSpPr>
          <p:spPr>
            <a:xfrm>
              <a:off x="6444033" y="4342344"/>
              <a:ext cx="136048" cy="136048"/>
            </a:xfrm>
            <a:custGeom>
              <a:avLst/>
              <a:gdLst/>
              <a:ahLst/>
              <a:cxnLst/>
              <a:rect l="l" t="t" r="r" b="b"/>
              <a:pathLst>
                <a:path w="6984" h="6984" extrusionOk="0">
                  <a:moveTo>
                    <a:pt x="3698" y="565"/>
                  </a:moveTo>
                  <a:lnTo>
                    <a:pt x="3698" y="929"/>
                  </a:lnTo>
                  <a:cubicBezTo>
                    <a:pt x="3698" y="1129"/>
                    <a:pt x="3845" y="1300"/>
                    <a:pt x="4045" y="1347"/>
                  </a:cubicBezTo>
                  <a:cubicBezTo>
                    <a:pt x="4239" y="1399"/>
                    <a:pt x="4433" y="1494"/>
                    <a:pt x="4632" y="1593"/>
                  </a:cubicBezTo>
                  <a:cubicBezTo>
                    <a:pt x="4699" y="1633"/>
                    <a:pt x="4774" y="1652"/>
                    <a:pt x="4847" y="1652"/>
                  </a:cubicBezTo>
                  <a:cubicBezTo>
                    <a:pt x="4959" y="1652"/>
                    <a:pt x="5069" y="1606"/>
                    <a:pt x="5144" y="1517"/>
                  </a:cubicBezTo>
                  <a:lnTo>
                    <a:pt x="5414" y="1276"/>
                  </a:lnTo>
                  <a:lnTo>
                    <a:pt x="5708" y="1593"/>
                  </a:lnTo>
                  <a:lnTo>
                    <a:pt x="5461" y="1840"/>
                  </a:lnTo>
                  <a:cubicBezTo>
                    <a:pt x="5314" y="1987"/>
                    <a:pt x="5291" y="2181"/>
                    <a:pt x="5391" y="2352"/>
                  </a:cubicBezTo>
                  <a:cubicBezTo>
                    <a:pt x="5514" y="2546"/>
                    <a:pt x="5585" y="2746"/>
                    <a:pt x="5638" y="2939"/>
                  </a:cubicBezTo>
                  <a:cubicBezTo>
                    <a:pt x="5685" y="3133"/>
                    <a:pt x="5855" y="3280"/>
                    <a:pt x="6049" y="3280"/>
                  </a:cubicBezTo>
                  <a:lnTo>
                    <a:pt x="6419" y="3280"/>
                  </a:lnTo>
                  <a:lnTo>
                    <a:pt x="6419" y="3721"/>
                  </a:lnTo>
                  <a:lnTo>
                    <a:pt x="6049" y="3721"/>
                  </a:lnTo>
                  <a:cubicBezTo>
                    <a:pt x="5855" y="3721"/>
                    <a:pt x="5685" y="3845"/>
                    <a:pt x="5638" y="4045"/>
                  </a:cubicBezTo>
                  <a:cubicBezTo>
                    <a:pt x="5585" y="4238"/>
                    <a:pt x="5514" y="4432"/>
                    <a:pt x="5391" y="4632"/>
                  </a:cubicBezTo>
                  <a:cubicBezTo>
                    <a:pt x="5291" y="4803"/>
                    <a:pt x="5314" y="5020"/>
                    <a:pt x="5461" y="5144"/>
                  </a:cubicBezTo>
                  <a:lnTo>
                    <a:pt x="5708" y="5414"/>
                  </a:lnTo>
                  <a:lnTo>
                    <a:pt x="5414" y="5708"/>
                  </a:lnTo>
                  <a:lnTo>
                    <a:pt x="5144" y="5461"/>
                  </a:lnTo>
                  <a:cubicBezTo>
                    <a:pt x="5070" y="5374"/>
                    <a:pt x="4964" y="5330"/>
                    <a:pt x="4853" y="5330"/>
                  </a:cubicBezTo>
                  <a:cubicBezTo>
                    <a:pt x="4778" y="5330"/>
                    <a:pt x="4701" y="5350"/>
                    <a:pt x="4632" y="5391"/>
                  </a:cubicBezTo>
                  <a:cubicBezTo>
                    <a:pt x="4433" y="5514"/>
                    <a:pt x="4239" y="5585"/>
                    <a:pt x="4045" y="5632"/>
                  </a:cubicBezTo>
                  <a:cubicBezTo>
                    <a:pt x="3845" y="5684"/>
                    <a:pt x="3698" y="5855"/>
                    <a:pt x="3698" y="6049"/>
                  </a:cubicBezTo>
                  <a:lnTo>
                    <a:pt x="3698" y="6419"/>
                  </a:lnTo>
                  <a:lnTo>
                    <a:pt x="3286" y="6419"/>
                  </a:lnTo>
                  <a:lnTo>
                    <a:pt x="3286" y="6049"/>
                  </a:lnTo>
                  <a:cubicBezTo>
                    <a:pt x="3286" y="5855"/>
                    <a:pt x="3139" y="5684"/>
                    <a:pt x="2940" y="5632"/>
                  </a:cubicBezTo>
                  <a:cubicBezTo>
                    <a:pt x="2746" y="5585"/>
                    <a:pt x="2552" y="5514"/>
                    <a:pt x="2352" y="5391"/>
                  </a:cubicBezTo>
                  <a:cubicBezTo>
                    <a:pt x="2283" y="5350"/>
                    <a:pt x="2210" y="5330"/>
                    <a:pt x="2138" y="5330"/>
                  </a:cubicBezTo>
                  <a:cubicBezTo>
                    <a:pt x="2032" y="5330"/>
                    <a:pt x="1928" y="5374"/>
                    <a:pt x="1840" y="5461"/>
                  </a:cubicBezTo>
                  <a:lnTo>
                    <a:pt x="1570" y="5708"/>
                  </a:lnTo>
                  <a:lnTo>
                    <a:pt x="1276" y="5414"/>
                  </a:lnTo>
                  <a:lnTo>
                    <a:pt x="1523" y="5144"/>
                  </a:lnTo>
                  <a:cubicBezTo>
                    <a:pt x="1670" y="5020"/>
                    <a:pt x="1694" y="4803"/>
                    <a:pt x="1594" y="4632"/>
                  </a:cubicBezTo>
                  <a:cubicBezTo>
                    <a:pt x="1470" y="4432"/>
                    <a:pt x="1400" y="4238"/>
                    <a:pt x="1347" y="4045"/>
                  </a:cubicBezTo>
                  <a:cubicBezTo>
                    <a:pt x="1300" y="3845"/>
                    <a:pt x="1129" y="3721"/>
                    <a:pt x="935" y="3721"/>
                  </a:cubicBezTo>
                  <a:lnTo>
                    <a:pt x="565" y="3721"/>
                  </a:lnTo>
                  <a:lnTo>
                    <a:pt x="565" y="3280"/>
                  </a:lnTo>
                  <a:lnTo>
                    <a:pt x="935" y="3280"/>
                  </a:lnTo>
                  <a:cubicBezTo>
                    <a:pt x="1129" y="3280"/>
                    <a:pt x="1300" y="3133"/>
                    <a:pt x="1347" y="2939"/>
                  </a:cubicBezTo>
                  <a:cubicBezTo>
                    <a:pt x="1400" y="2746"/>
                    <a:pt x="1470" y="2546"/>
                    <a:pt x="1594" y="2352"/>
                  </a:cubicBezTo>
                  <a:cubicBezTo>
                    <a:pt x="1694" y="2181"/>
                    <a:pt x="1670" y="1987"/>
                    <a:pt x="1523" y="1840"/>
                  </a:cubicBezTo>
                  <a:lnTo>
                    <a:pt x="1276" y="1593"/>
                  </a:lnTo>
                  <a:lnTo>
                    <a:pt x="1570" y="1276"/>
                  </a:lnTo>
                  <a:lnTo>
                    <a:pt x="1840" y="1517"/>
                  </a:lnTo>
                  <a:cubicBezTo>
                    <a:pt x="1930" y="1606"/>
                    <a:pt x="2036" y="1652"/>
                    <a:pt x="2144" y="1652"/>
                  </a:cubicBezTo>
                  <a:cubicBezTo>
                    <a:pt x="2214" y="1652"/>
                    <a:pt x="2285" y="1633"/>
                    <a:pt x="2352" y="1593"/>
                  </a:cubicBezTo>
                  <a:cubicBezTo>
                    <a:pt x="2552" y="1494"/>
                    <a:pt x="2746" y="1399"/>
                    <a:pt x="2940" y="1347"/>
                  </a:cubicBezTo>
                  <a:cubicBezTo>
                    <a:pt x="3139" y="1300"/>
                    <a:pt x="3286" y="1129"/>
                    <a:pt x="3286" y="929"/>
                  </a:cubicBezTo>
                  <a:lnTo>
                    <a:pt x="3286" y="565"/>
                  </a:lnTo>
                  <a:close/>
                  <a:moveTo>
                    <a:pt x="3139" y="1"/>
                  </a:moveTo>
                  <a:cubicBezTo>
                    <a:pt x="2893" y="1"/>
                    <a:pt x="2699" y="195"/>
                    <a:pt x="2699" y="441"/>
                  </a:cubicBezTo>
                  <a:lnTo>
                    <a:pt x="2699" y="835"/>
                  </a:lnTo>
                  <a:cubicBezTo>
                    <a:pt x="2522" y="882"/>
                    <a:pt x="2328" y="959"/>
                    <a:pt x="2158" y="1053"/>
                  </a:cubicBezTo>
                  <a:lnTo>
                    <a:pt x="1887" y="782"/>
                  </a:lnTo>
                  <a:cubicBezTo>
                    <a:pt x="1802" y="697"/>
                    <a:pt x="1692" y="654"/>
                    <a:pt x="1582" y="654"/>
                  </a:cubicBezTo>
                  <a:cubicBezTo>
                    <a:pt x="1472" y="654"/>
                    <a:pt x="1361" y="697"/>
                    <a:pt x="1276" y="782"/>
                  </a:cubicBezTo>
                  <a:lnTo>
                    <a:pt x="759" y="1276"/>
                  </a:lnTo>
                  <a:cubicBezTo>
                    <a:pt x="612" y="1447"/>
                    <a:pt x="612" y="1717"/>
                    <a:pt x="759" y="1887"/>
                  </a:cubicBezTo>
                  <a:lnTo>
                    <a:pt x="1053" y="2158"/>
                  </a:lnTo>
                  <a:cubicBezTo>
                    <a:pt x="959" y="2328"/>
                    <a:pt x="882" y="2522"/>
                    <a:pt x="835" y="2693"/>
                  </a:cubicBezTo>
                  <a:lnTo>
                    <a:pt x="442" y="2693"/>
                  </a:lnTo>
                  <a:cubicBezTo>
                    <a:pt x="201" y="2693"/>
                    <a:pt x="1" y="2892"/>
                    <a:pt x="1" y="3133"/>
                  </a:cubicBezTo>
                  <a:lnTo>
                    <a:pt x="1" y="3845"/>
                  </a:lnTo>
                  <a:cubicBezTo>
                    <a:pt x="1" y="4092"/>
                    <a:pt x="201" y="4286"/>
                    <a:pt x="442" y="4286"/>
                  </a:cubicBezTo>
                  <a:lnTo>
                    <a:pt x="835" y="4286"/>
                  </a:lnTo>
                  <a:cubicBezTo>
                    <a:pt x="882" y="4485"/>
                    <a:pt x="959" y="4656"/>
                    <a:pt x="1053" y="4826"/>
                  </a:cubicBezTo>
                  <a:lnTo>
                    <a:pt x="759" y="5097"/>
                  </a:lnTo>
                  <a:cubicBezTo>
                    <a:pt x="612" y="5267"/>
                    <a:pt x="612" y="5537"/>
                    <a:pt x="759" y="5708"/>
                  </a:cubicBezTo>
                  <a:lnTo>
                    <a:pt x="1276" y="6219"/>
                  </a:lnTo>
                  <a:cubicBezTo>
                    <a:pt x="1347" y="6296"/>
                    <a:pt x="1470" y="6343"/>
                    <a:pt x="1570" y="6343"/>
                  </a:cubicBezTo>
                  <a:cubicBezTo>
                    <a:pt x="1694" y="6343"/>
                    <a:pt x="1817" y="6296"/>
                    <a:pt x="1887" y="6219"/>
                  </a:cubicBezTo>
                  <a:lnTo>
                    <a:pt x="2158" y="5955"/>
                  </a:lnTo>
                  <a:cubicBezTo>
                    <a:pt x="2328" y="6025"/>
                    <a:pt x="2522" y="6102"/>
                    <a:pt x="2699" y="6172"/>
                  </a:cubicBezTo>
                  <a:lnTo>
                    <a:pt x="2699" y="6566"/>
                  </a:lnTo>
                  <a:cubicBezTo>
                    <a:pt x="2699" y="6784"/>
                    <a:pt x="2893" y="6983"/>
                    <a:pt x="3139" y="6983"/>
                  </a:cubicBezTo>
                  <a:lnTo>
                    <a:pt x="3845" y="6983"/>
                  </a:lnTo>
                  <a:cubicBezTo>
                    <a:pt x="4092" y="6983"/>
                    <a:pt x="4286" y="6784"/>
                    <a:pt x="4286" y="6566"/>
                  </a:cubicBezTo>
                  <a:lnTo>
                    <a:pt x="4286" y="6172"/>
                  </a:lnTo>
                  <a:cubicBezTo>
                    <a:pt x="4462" y="6102"/>
                    <a:pt x="4656" y="6025"/>
                    <a:pt x="4826" y="5955"/>
                  </a:cubicBezTo>
                  <a:lnTo>
                    <a:pt x="5097" y="6219"/>
                  </a:lnTo>
                  <a:cubicBezTo>
                    <a:pt x="5167" y="6296"/>
                    <a:pt x="5291" y="6343"/>
                    <a:pt x="5414" y="6343"/>
                  </a:cubicBezTo>
                  <a:cubicBezTo>
                    <a:pt x="5514" y="6343"/>
                    <a:pt x="5638" y="6296"/>
                    <a:pt x="5708" y="6219"/>
                  </a:cubicBezTo>
                  <a:lnTo>
                    <a:pt x="6225" y="5708"/>
                  </a:lnTo>
                  <a:cubicBezTo>
                    <a:pt x="6296" y="5632"/>
                    <a:pt x="6343" y="5514"/>
                    <a:pt x="6343" y="5414"/>
                  </a:cubicBezTo>
                  <a:cubicBezTo>
                    <a:pt x="6343" y="5291"/>
                    <a:pt x="6296" y="5191"/>
                    <a:pt x="6225" y="5097"/>
                  </a:cubicBezTo>
                  <a:lnTo>
                    <a:pt x="5931" y="4826"/>
                  </a:lnTo>
                  <a:cubicBezTo>
                    <a:pt x="6025" y="4656"/>
                    <a:pt x="6102" y="4485"/>
                    <a:pt x="6172" y="4286"/>
                  </a:cubicBezTo>
                  <a:lnTo>
                    <a:pt x="6543" y="4286"/>
                  </a:lnTo>
                  <a:cubicBezTo>
                    <a:pt x="6784" y="4286"/>
                    <a:pt x="6984" y="4092"/>
                    <a:pt x="6984" y="3845"/>
                  </a:cubicBezTo>
                  <a:lnTo>
                    <a:pt x="6984" y="3133"/>
                  </a:lnTo>
                  <a:cubicBezTo>
                    <a:pt x="6984" y="2892"/>
                    <a:pt x="6784" y="2693"/>
                    <a:pt x="6543" y="2693"/>
                  </a:cubicBezTo>
                  <a:lnTo>
                    <a:pt x="6172" y="2693"/>
                  </a:lnTo>
                  <a:cubicBezTo>
                    <a:pt x="6102" y="2522"/>
                    <a:pt x="6025" y="2328"/>
                    <a:pt x="5931" y="2158"/>
                  </a:cubicBezTo>
                  <a:lnTo>
                    <a:pt x="6225" y="1887"/>
                  </a:lnTo>
                  <a:cubicBezTo>
                    <a:pt x="6296" y="1811"/>
                    <a:pt x="6343" y="1693"/>
                    <a:pt x="6343" y="1593"/>
                  </a:cubicBezTo>
                  <a:cubicBezTo>
                    <a:pt x="6343" y="1470"/>
                    <a:pt x="6296" y="1347"/>
                    <a:pt x="6225" y="1276"/>
                  </a:cubicBezTo>
                  <a:lnTo>
                    <a:pt x="5708" y="782"/>
                  </a:lnTo>
                  <a:cubicBezTo>
                    <a:pt x="5623" y="697"/>
                    <a:pt x="5513" y="654"/>
                    <a:pt x="5402" y="654"/>
                  </a:cubicBezTo>
                  <a:cubicBezTo>
                    <a:pt x="5292" y="654"/>
                    <a:pt x="5182" y="697"/>
                    <a:pt x="5097" y="782"/>
                  </a:cubicBezTo>
                  <a:lnTo>
                    <a:pt x="4826" y="1053"/>
                  </a:lnTo>
                  <a:cubicBezTo>
                    <a:pt x="4656" y="959"/>
                    <a:pt x="4462" y="882"/>
                    <a:pt x="4286" y="835"/>
                  </a:cubicBezTo>
                  <a:lnTo>
                    <a:pt x="4286" y="441"/>
                  </a:lnTo>
                  <a:cubicBezTo>
                    <a:pt x="4286" y="195"/>
                    <a:pt x="4092" y="1"/>
                    <a:pt x="3845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9" name="Google Shape;3406;p63">
              <a:extLst>
                <a:ext uri="{FF2B5EF4-FFF2-40B4-BE49-F238E27FC236}">
                  <a16:creationId xmlns:a16="http://schemas.microsoft.com/office/drawing/2014/main" id="{B6DFD6FE-B46D-BDCD-D958-5E4107BE2116}"/>
                </a:ext>
              </a:extLst>
            </p:cNvPr>
            <p:cNvSpPr/>
            <p:nvPr/>
          </p:nvSpPr>
          <p:spPr>
            <a:xfrm>
              <a:off x="6482740" y="4381051"/>
              <a:ext cx="58635" cy="58635"/>
            </a:xfrm>
            <a:custGeom>
              <a:avLst/>
              <a:gdLst/>
              <a:ahLst/>
              <a:cxnLst/>
              <a:rect l="l" t="t" r="r" b="b"/>
              <a:pathLst>
                <a:path w="3010" h="3010" extrusionOk="0">
                  <a:moveTo>
                    <a:pt x="1517" y="559"/>
                  </a:moveTo>
                  <a:cubicBezTo>
                    <a:pt x="2034" y="559"/>
                    <a:pt x="2446" y="976"/>
                    <a:pt x="2446" y="1517"/>
                  </a:cubicBezTo>
                  <a:cubicBezTo>
                    <a:pt x="2446" y="2028"/>
                    <a:pt x="2034" y="2445"/>
                    <a:pt x="1517" y="2445"/>
                  </a:cubicBezTo>
                  <a:cubicBezTo>
                    <a:pt x="976" y="2445"/>
                    <a:pt x="565" y="2028"/>
                    <a:pt x="565" y="1517"/>
                  </a:cubicBezTo>
                  <a:cubicBezTo>
                    <a:pt x="565" y="976"/>
                    <a:pt x="976" y="559"/>
                    <a:pt x="1517" y="559"/>
                  </a:cubicBezTo>
                  <a:close/>
                  <a:moveTo>
                    <a:pt x="1517" y="0"/>
                  </a:moveTo>
                  <a:cubicBezTo>
                    <a:pt x="682" y="0"/>
                    <a:pt x="0" y="682"/>
                    <a:pt x="0" y="1517"/>
                  </a:cubicBezTo>
                  <a:cubicBezTo>
                    <a:pt x="0" y="2351"/>
                    <a:pt x="682" y="3010"/>
                    <a:pt x="1517" y="3010"/>
                  </a:cubicBezTo>
                  <a:cubicBezTo>
                    <a:pt x="2352" y="3010"/>
                    <a:pt x="3010" y="2351"/>
                    <a:pt x="3010" y="1517"/>
                  </a:cubicBezTo>
                  <a:cubicBezTo>
                    <a:pt x="3010" y="682"/>
                    <a:pt x="2352" y="0"/>
                    <a:pt x="1517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" name="Google Shape;3597;p63">
            <a:extLst>
              <a:ext uri="{FF2B5EF4-FFF2-40B4-BE49-F238E27FC236}">
                <a16:creationId xmlns:a16="http://schemas.microsoft.com/office/drawing/2014/main" id="{432A762E-A8DB-8132-FBAC-86B1F9050450}"/>
              </a:ext>
            </a:extLst>
          </p:cNvPr>
          <p:cNvGrpSpPr/>
          <p:nvPr/>
        </p:nvGrpSpPr>
        <p:grpSpPr>
          <a:xfrm>
            <a:off x="7795674" y="617665"/>
            <a:ext cx="378787" cy="379819"/>
            <a:chOff x="2942320" y="2793289"/>
            <a:chExt cx="378787" cy="379819"/>
          </a:xfrm>
        </p:grpSpPr>
        <p:sp>
          <p:nvSpPr>
            <p:cNvPr id="3" name="Google Shape;3598;p63">
              <a:extLst>
                <a:ext uri="{FF2B5EF4-FFF2-40B4-BE49-F238E27FC236}">
                  <a16:creationId xmlns:a16="http://schemas.microsoft.com/office/drawing/2014/main" id="{33677655-D323-D62F-1A8D-170D1CE4BEC1}"/>
                </a:ext>
              </a:extLst>
            </p:cNvPr>
            <p:cNvSpPr/>
            <p:nvPr/>
          </p:nvSpPr>
          <p:spPr>
            <a:xfrm>
              <a:off x="2947580" y="2799016"/>
              <a:ext cx="180813" cy="122646"/>
            </a:xfrm>
            <a:custGeom>
              <a:avLst/>
              <a:gdLst/>
              <a:ahLst/>
              <a:cxnLst/>
              <a:rect l="l" t="t" r="r" b="b"/>
              <a:pathLst>
                <a:path w="9282" h="6296" extrusionOk="0">
                  <a:moveTo>
                    <a:pt x="489" y="1"/>
                  </a:moveTo>
                  <a:cubicBezTo>
                    <a:pt x="218" y="1"/>
                    <a:pt x="1" y="194"/>
                    <a:pt x="1" y="465"/>
                  </a:cubicBezTo>
                  <a:lnTo>
                    <a:pt x="1" y="5802"/>
                  </a:lnTo>
                  <a:cubicBezTo>
                    <a:pt x="1" y="6072"/>
                    <a:pt x="218" y="6296"/>
                    <a:pt x="489" y="6296"/>
                  </a:cubicBezTo>
                  <a:lnTo>
                    <a:pt x="8818" y="6296"/>
                  </a:lnTo>
                  <a:cubicBezTo>
                    <a:pt x="9088" y="6296"/>
                    <a:pt x="9282" y="6072"/>
                    <a:pt x="9282" y="5802"/>
                  </a:cubicBezTo>
                  <a:lnTo>
                    <a:pt x="9282" y="465"/>
                  </a:lnTo>
                  <a:cubicBezTo>
                    <a:pt x="9282" y="194"/>
                    <a:pt x="9088" y="1"/>
                    <a:pt x="8818" y="1"/>
                  </a:cubicBezTo>
                  <a:close/>
                </a:path>
              </a:pathLst>
            </a:custGeom>
            <a:solidFill>
              <a:srgbClr val="FFE1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3599;p63">
              <a:extLst>
                <a:ext uri="{FF2B5EF4-FFF2-40B4-BE49-F238E27FC236}">
                  <a16:creationId xmlns:a16="http://schemas.microsoft.com/office/drawing/2014/main" id="{D23C77A6-72C7-DA45-77A9-07464B056C00}"/>
                </a:ext>
              </a:extLst>
            </p:cNvPr>
            <p:cNvSpPr/>
            <p:nvPr/>
          </p:nvSpPr>
          <p:spPr>
            <a:xfrm>
              <a:off x="2947580" y="2897720"/>
              <a:ext cx="180813" cy="23941"/>
            </a:xfrm>
            <a:custGeom>
              <a:avLst/>
              <a:gdLst/>
              <a:ahLst/>
              <a:cxnLst/>
              <a:rect l="l" t="t" r="r" b="b"/>
              <a:pathLst>
                <a:path w="9282" h="1229" extrusionOk="0">
                  <a:moveTo>
                    <a:pt x="1" y="0"/>
                  </a:moveTo>
                  <a:lnTo>
                    <a:pt x="1" y="735"/>
                  </a:lnTo>
                  <a:cubicBezTo>
                    <a:pt x="1" y="1005"/>
                    <a:pt x="218" y="1229"/>
                    <a:pt x="489" y="1229"/>
                  </a:cubicBezTo>
                  <a:lnTo>
                    <a:pt x="8818" y="1229"/>
                  </a:lnTo>
                  <a:cubicBezTo>
                    <a:pt x="9088" y="1229"/>
                    <a:pt x="9282" y="1005"/>
                    <a:pt x="9282" y="735"/>
                  </a:cubicBezTo>
                  <a:lnTo>
                    <a:pt x="9282" y="0"/>
                  </a:ln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3600;p63">
              <a:extLst>
                <a:ext uri="{FF2B5EF4-FFF2-40B4-BE49-F238E27FC236}">
                  <a16:creationId xmlns:a16="http://schemas.microsoft.com/office/drawing/2014/main" id="{1FC0B120-2CB7-547F-D7E2-FEAD1F919B2D}"/>
                </a:ext>
              </a:extLst>
            </p:cNvPr>
            <p:cNvSpPr/>
            <p:nvPr/>
          </p:nvSpPr>
          <p:spPr>
            <a:xfrm>
              <a:off x="3104568" y="2897720"/>
              <a:ext cx="23824" cy="23941"/>
            </a:xfrm>
            <a:custGeom>
              <a:avLst/>
              <a:gdLst/>
              <a:ahLst/>
              <a:cxnLst/>
              <a:rect l="l" t="t" r="r" b="b"/>
              <a:pathLst>
                <a:path w="1223" h="1229" extrusionOk="0">
                  <a:moveTo>
                    <a:pt x="465" y="0"/>
                  </a:moveTo>
                  <a:lnTo>
                    <a:pt x="465" y="735"/>
                  </a:lnTo>
                  <a:cubicBezTo>
                    <a:pt x="465" y="1005"/>
                    <a:pt x="265" y="1229"/>
                    <a:pt x="0" y="1229"/>
                  </a:cubicBezTo>
                  <a:lnTo>
                    <a:pt x="759" y="1229"/>
                  </a:lnTo>
                  <a:cubicBezTo>
                    <a:pt x="1029" y="1229"/>
                    <a:pt x="1223" y="1005"/>
                    <a:pt x="1223" y="735"/>
                  </a:cubicBezTo>
                  <a:lnTo>
                    <a:pt x="1223" y="0"/>
                  </a:lnTo>
                  <a:close/>
                </a:path>
              </a:pathLst>
            </a:custGeom>
            <a:solidFill>
              <a:srgbClr val="866A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3601;p63">
              <a:extLst>
                <a:ext uri="{FF2B5EF4-FFF2-40B4-BE49-F238E27FC236}">
                  <a16:creationId xmlns:a16="http://schemas.microsoft.com/office/drawing/2014/main" id="{8B50CEE4-E955-5848-6B2D-6466B72DD702}"/>
                </a:ext>
              </a:extLst>
            </p:cNvPr>
            <p:cNvSpPr/>
            <p:nvPr/>
          </p:nvSpPr>
          <p:spPr>
            <a:xfrm>
              <a:off x="3017668" y="2921641"/>
              <a:ext cx="41122" cy="28188"/>
            </a:xfrm>
            <a:custGeom>
              <a:avLst/>
              <a:gdLst/>
              <a:ahLst/>
              <a:cxnLst/>
              <a:rect l="l" t="t" r="r" b="b"/>
              <a:pathLst>
                <a:path w="2111" h="1447" extrusionOk="0">
                  <a:moveTo>
                    <a:pt x="147" y="1"/>
                  </a:moveTo>
                  <a:cubicBezTo>
                    <a:pt x="147" y="1"/>
                    <a:pt x="124" y="1053"/>
                    <a:pt x="0" y="1447"/>
                  </a:cubicBezTo>
                  <a:lnTo>
                    <a:pt x="2110" y="1447"/>
                  </a:lnTo>
                  <a:cubicBezTo>
                    <a:pt x="1963" y="1053"/>
                    <a:pt x="1963" y="1"/>
                    <a:pt x="1963" y="1"/>
                  </a:cubicBezTo>
                  <a:close/>
                </a:path>
              </a:pathLst>
            </a:custGeom>
            <a:solidFill>
              <a:srgbClr val="866A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3602;p63">
              <a:extLst>
                <a:ext uri="{FF2B5EF4-FFF2-40B4-BE49-F238E27FC236}">
                  <a16:creationId xmlns:a16="http://schemas.microsoft.com/office/drawing/2014/main" id="{310C0D92-351A-D7BB-5422-007480B6DF66}"/>
                </a:ext>
              </a:extLst>
            </p:cNvPr>
            <p:cNvSpPr/>
            <p:nvPr/>
          </p:nvSpPr>
          <p:spPr>
            <a:xfrm>
              <a:off x="3019616" y="2921641"/>
              <a:ext cx="36759" cy="14785"/>
            </a:xfrm>
            <a:custGeom>
              <a:avLst/>
              <a:gdLst/>
              <a:ahLst/>
              <a:cxnLst/>
              <a:rect l="l" t="t" r="r" b="b"/>
              <a:pathLst>
                <a:path w="1887" h="759" extrusionOk="0">
                  <a:moveTo>
                    <a:pt x="47" y="1"/>
                  </a:moveTo>
                  <a:cubicBezTo>
                    <a:pt x="47" y="1"/>
                    <a:pt x="47" y="365"/>
                    <a:pt x="0" y="759"/>
                  </a:cubicBezTo>
                  <a:lnTo>
                    <a:pt x="1887" y="759"/>
                  </a:lnTo>
                  <a:cubicBezTo>
                    <a:pt x="1863" y="365"/>
                    <a:pt x="1863" y="1"/>
                    <a:pt x="1863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3603;p63">
              <a:extLst>
                <a:ext uri="{FF2B5EF4-FFF2-40B4-BE49-F238E27FC236}">
                  <a16:creationId xmlns:a16="http://schemas.microsoft.com/office/drawing/2014/main" id="{80B0B264-03CB-4297-C2AC-3A91630E6BC0}"/>
                </a:ext>
              </a:extLst>
            </p:cNvPr>
            <p:cNvSpPr/>
            <p:nvPr/>
          </p:nvSpPr>
          <p:spPr>
            <a:xfrm>
              <a:off x="3134566" y="3016567"/>
              <a:ext cx="180813" cy="122646"/>
            </a:xfrm>
            <a:custGeom>
              <a:avLst/>
              <a:gdLst/>
              <a:ahLst/>
              <a:cxnLst/>
              <a:rect l="l" t="t" r="r" b="b"/>
              <a:pathLst>
                <a:path w="9282" h="6296" extrusionOk="0">
                  <a:moveTo>
                    <a:pt x="488" y="0"/>
                  </a:moveTo>
                  <a:cubicBezTo>
                    <a:pt x="224" y="0"/>
                    <a:pt x="0" y="218"/>
                    <a:pt x="0" y="465"/>
                  </a:cubicBezTo>
                  <a:lnTo>
                    <a:pt x="0" y="5831"/>
                  </a:lnTo>
                  <a:cubicBezTo>
                    <a:pt x="0" y="6072"/>
                    <a:pt x="224" y="6296"/>
                    <a:pt x="488" y="6296"/>
                  </a:cubicBezTo>
                  <a:lnTo>
                    <a:pt x="8817" y="6296"/>
                  </a:lnTo>
                  <a:cubicBezTo>
                    <a:pt x="9087" y="6296"/>
                    <a:pt x="9281" y="6072"/>
                    <a:pt x="9281" y="5831"/>
                  </a:cubicBezTo>
                  <a:lnTo>
                    <a:pt x="9281" y="465"/>
                  </a:lnTo>
                  <a:cubicBezTo>
                    <a:pt x="9281" y="218"/>
                    <a:pt x="9087" y="0"/>
                    <a:pt x="8817" y="0"/>
                  </a:cubicBezTo>
                  <a:close/>
                </a:path>
              </a:pathLst>
            </a:custGeom>
            <a:solidFill>
              <a:srgbClr val="00C7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3604;p63">
              <a:extLst>
                <a:ext uri="{FF2B5EF4-FFF2-40B4-BE49-F238E27FC236}">
                  <a16:creationId xmlns:a16="http://schemas.microsoft.com/office/drawing/2014/main" id="{A157288F-3E6D-139C-14C9-49F3C67ED465}"/>
                </a:ext>
              </a:extLst>
            </p:cNvPr>
            <p:cNvSpPr/>
            <p:nvPr/>
          </p:nvSpPr>
          <p:spPr>
            <a:xfrm>
              <a:off x="3291535" y="3016567"/>
              <a:ext cx="23844" cy="122646"/>
            </a:xfrm>
            <a:custGeom>
              <a:avLst/>
              <a:gdLst/>
              <a:ahLst/>
              <a:cxnLst/>
              <a:rect l="l" t="t" r="r" b="b"/>
              <a:pathLst>
                <a:path w="1224" h="6296" extrusionOk="0">
                  <a:moveTo>
                    <a:pt x="1" y="0"/>
                  </a:moveTo>
                  <a:cubicBezTo>
                    <a:pt x="271" y="0"/>
                    <a:pt x="465" y="218"/>
                    <a:pt x="465" y="465"/>
                  </a:cubicBezTo>
                  <a:lnTo>
                    <a:pt x="465" y="5831"/>
                  </a:lnTo>
                  <a:cubicBezTo>
                    <a:pt x="465" y="6072"/>
                    <a:pt x="271" y="6296"/>
                    <a:pt x="1" y="6296"/>
                  </a:cubicBezTo>
                  <a:lnTo>
                    <a:pt x="759" y="6296"/>
                  </a:lnTo>
                  <a:cubicBezTo>
                    <a:pt x="1029" y="6296"/>
                    <a:pt x="1223" y="6072"/>
                    <a:pt x="1223" y="5831"/>
                  </a:cubicBezTo>
                  <a:lnTo>
                    <a:pt x="1223" y="465"/>
                  </a:lnTo>
                  <a:cubicBezTo>
                    <a:pt x="1223" y="218"/>
                    <a:pt x="1029" y="0"/>
                    <a:pt x="759" y="0"/>
                  </a:cubicBezTo>
                  <a:close/>
                </a:path>
              </a:pathLst>
            </a:custGeom>
            <a:solidFill>
              <a:srgbClr val="00C7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3605;p63">
              <a:extLst>
                <a:ext uri="{FF2B5EF4-FFF2-40B4-BE49-F238E27FC236}">
                  <a16:creationId xmlns:a16="http://schemas.microsoft.com/office/drawing/2014/main" id="{F9522D67-21C7-5172-012E-B2E70A4FC82F}"/>
                </a:ext>
              </a:extLst>
            </p:cNvPr>
            <p:cNvSpPr/>
            <p:nvPr/>
          </p:nvSpPr>
          <p:spPr>
            <a:xfrm>
              <a:off x="3134566" y="3115836"/>
              <a:ext cx="180813" cy="23376"/>
            </a:xfrm>
            <a:custGeom>
              <a:avLst/>
              <a:gdLst/>
              <a:ahLst/>
              <a:cxnLst/>
              <a:rect l="l" t="t" r="r" b="b"/>
              <a:pathLst>
                <a:path w="9282" h="1200" extrusionOk="0">
                  <a:moveTo>
                    <a:pt x="0" y="0"/>
                  </a:moveTo>
                  <a:lnTo>
                    <a:pt x="0" y="735"/>
                  </a:lnTo>
                  <a:cubicBezTo>
                    <a:pt x="0" y="976"/>
                    <a:pt x="224" y="1200"/>
                    <a:pt x="488" y="1200"/>
                  </a:cubicBezTo>
                  <a:lnTo>
                    <a:pt x="8817" y="1200"/>
                  </a:lnTo>
                  <a:cubicBezTo>
                    <a:pt x="9087" y="1200"/>
                    <a:pt x="9281" y="976"/>
                    <a:pt x="9281" y="735"/>
                  </a:cubicBezTo>
                  <a:lnTo>
                    <a:pt x="9281" y="0"/>
                  </a:ln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3606;p63">
              <a:extLst>
                <a:ext uri="{FF2B5EF4-FFF2-40B4-BE49-F238E27FC236}">
                  <a16:creationId xmlns:a16="http://schemas.microsoft.com/office/drawing/2014/main" id="{9F844D11-3E33-4F97-1F18-40362BA395B1}"/>
                </a:ext>
              </a:extLst>
            </p:cNvPr>
            <p:cNvSpPr/>
            <p:nvPr/>
          </p:nvSpPr>
          <p:spPr>
            <a:xfrm>
              <a:off x="3291535" y="3115836"/>
              <a:ext cx="23844" cy="23376"/>
            </a:xfrm>
            <a:custGeom>
              <a:avLst/>
              <a:gdLst/>
              <a:ahLst/>
              <a:cxnLst/>
              <a:rect l="l" t="t" r="r" b="b"/>
              <a:pathLst>
                <a:path w="1224" h="1200" extrusionOk="0">
                  <a:moveTo>
                    <a:pt x="465" y="0"/>
                  </a:moveTo>
                  <a:lnTo>
                    <a:pt x="465" y="735"/>
                  </a:lnTo>
                  <a:cubicBezTo>
                    <a:pt x="465" y="976"/>
                    <a:pt x="271" y="1200"/>
                    <a:pt x="1" y="1200"/>
                  </a:cubicBezTo>
                  <a:lnTo>
                    <a:pt x="759" y="1200"/>
                  </a:lnTo>
                  <a:cubicBezTo>
                    <a:pt x="1029" y="1200"/>
                    <a:pt x="1223" y="976"/>
                    <a:pt x="1223" y="735"/>
                  </a:cubicBezTo>
                  <a:lnTo>
                    <a:pt x="1223" y="0"/>
                  </a:lnTo>
                  <a:close/>
                </a:path>
              </a:pathLst>
            </a:custGeom>
            <a:solidFill>
              <a:srgbClr val="866A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3607;p63">
              <a:extLst>
                <a:ext uri="{FF2B5EF4-FFF2-40B4-BE49-F238E27FC236}">
                  <a16:creationId xmlns:a16="http://schemas.microsoft.com/office/drawing/2014/main" id="{CBC3C2A8-421E-33F4-548D-2C39D3BBE892}"/>
                </a:ext>
              </a:extLst>
            </p:cNvPr>
            <p:cNvSpPr/>
            <p:nvPr/>
          </p:nvSpPr>
          <p:spPr>
            <a:xfrm>
              <a:off x="3204752" y="3139192"/>
              <a:ext cx="41005" cy="28188"/>
            </a:xfrm>
            <a:custGeom>
              <a:avLst/>
              <a:gdLst/>
              <a:ahLst/>
              <a:cxnLst/>
              <a:rect l="l" t="t" r="r" b="b"/>
              <a:pathLst>
                <a:path w="2105" h="1447" extrusionOk="0">
                  <a:moveTo>
                    <a:pt x="147" y="1"/>
                  </a:moveTo>
                  <a:cubicBezTo>
                    <a:pt x="147" y="1"/>
                    <a:pt x="118" y="1053"/>
                    <a:pt x="0" y="1446"/>
                  </a:cubicBezTo>
                  <a:lnTo>
                    <a:pt x="2105" y="1446"/>
                  </a:lnTo>
                  <a:cubicBezTo>
                    <a:pt x="1981" y="1053"/>
                    <a:pt x="1958" y="1"/>
                    <a:pt x="1958" y="1"/>
                  </a:cubicBezTo>
                  <a:close/>
                </a:path>
              </a:pathLst>
            </a:custGeom>
            <a:solidFill>
              <a:srgbClr val="866A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3608;p63">
              <a:extLst>
                <a:ext uri="{FF2B5EF4-FFF2-40B4-BE49-F238E27FC236}">
                  <a16:creationId xmlns:a16="http://schemas.microsoft.com/office/drawing/2014/main" id="{6FF3F9C5-0E69-11A8-AEFF-43EB462592B5}"/>
                </a:ext>
              </a:extLst>
            </p:cNvPr>
            <p:cNvSpPr/>
            <p:nvPr/>
          </p:nvSpPr>
          <p:spPr>
            <a:xfrm>
              <a:off x="3206583" y="3139192"/>
              <a:ext cx="36778" cy="14785"/>
            </a:xfrm>
            <a:custGeom>
              <a:avLst/>
              <a:gdLst/>
              <a:ahLst/>
              <a:cxnLst/>
              <a:rect l="l" t="t" r="r" b="b"/>
              <a:pathLst>
                <a:path w="1888" h="759" extrusionOk="0">
                  <a:moveTo>
                    <a:pt x="53" y="1"/>
                  </a:moveTo>
                  <a:cubicBezTo>
                    <a:pt x="53" y="1"/>
                    <a:pt x="53" y="365"/>
                    <a:pt x="0" y="759"/>
                  </a:cubicBezTo>
                  <a:lnTo>
                    <a:pt x="1887" y="759"/>
                  </a:lnTo>
                  <a:cubicBezTo>
                    <a:pt x="1864" y="365"/>
                    <a:pt x="1864" y="1"/>
                    <a:pt x="1864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3609;p63">
              <a:extLst>
                <a:ext uri="{FF2B5EF4-FFF2-40B4-BE49-F238E27FC236}">
                  <a16:creationId xmlns:a16="http://schemas.microsoft.com/office/drawing/2014/main" id="{0E638487-4651-5390-77B4-938ED166043C}"/>
                </a:ext>
              </a:extLst>
            </p:cNvPr>
            <p:cNvSpPr/>
            <p:nvPr/>
          </p:nvSpPr>
          <p:spPr>
            <a:xfrm>
              <a:off x="2942320" y="2793289"/>
              <a:ext cx="191800" cy="162268"/>
            </a:xfrm>
            <a:custGeom>
              <a:avLst/>
              <a:gdLst/>
              <a:ahLst/>
              <a:cxnLst/>
              <a:rect l="l" t="t" r="r" b="b"/>
              <a:pathLst>
                <a:path w="9846" h="8330" extrusionOk="0">
                  <a:moveTo>
                    <a:pt x="9088" y="565"/>
                  </a:moveTo>
                  <a:cubicBezTo>
                    <a:pt x="9182" y="565"/>
                    <a:pt x="9282" y="659"/>
                    <a:pt x="9282" y="759"/>
                  </a:cubicBezTo>
                  <a:lnTo>
                    <a:pt x="9282" y="5097"/>
                  </a:lnTo>
                  <a:lnTo>
                    <a:pt x="565" y="5097"/>
                  </a:lnTo>
                  <a:lnTo>
                    <a:pt x="565" y="759"/>
                  </a:lnTo>
                  <a:cubicBezTo>
                    <a:pt x="565" y="659"/>
                    <a:pt x="635" y="565"/>
                    <a:pt x="759" y="565"/>
                  </a:cubicBezTo>
                  <a:close/>
                  <a:moveTo>
                    <a:pt x="5537" y="6860"/>
                  </a:moveTo>
                  <a:cubicBezTo>
                    <a:pt x="5561" y="7101"/>
                    <a:pt x="5584" y="7448"/>
                    <a:pt x="5631" y="7742"/>
                  </a:cubicBezTo>
                  <a:lnTo>
                    <a:pt x="4215" y="7742"/>
                  </a:lnTo>
                  <a:cubicBezTo>
                    <a:pt x="4262" y="7448"/>
                    <a:pt x="4285" y="7101"/>
                    <a:pt x="4285" y="6860"/>
                  </a:cubicBezTo>
                  <a:close/>
                  <a:moveTo>
                    <a:pt x="759" y="1"/>
                  </a:moveTo>
                  <a:cubicBezTo>
                    <a:pt x="341" y="1"/>
                    <a:pt x="0" y="342"/>
                    <a:pt x="0" y="759"/>
                  </a:cubicBezTo>
                  <a:lnTo>
                    <a:pt x="0" y="6096"/>
                  </a:lnTo>
                  <a:cubicBezTo>
                    <a:pt x="0" y="6513"/>
                    <a:pt x="341" y="6860"/>
                    <a:pt x="759" y="6860"/>
                  </a:cubicBezTo>
                  <a:lnTo>
                    <a:pt x="1640" y="6860"/>
                  </a:lnTo>
                  <a:cubicBezTo>
                    <a:pt x="1787" y="6860"/>
                    <a:pt x="1911" y="6737"/>
                    <a:pt x="1911" y="6590"/>
                  </a:cubicBezTo>
                  <a:cubicBezTo>
                    <a:pt x="1911" y="6419"/>
                    <a:pt x="1787" y="6296"/>
                    <a:pt x="1640" y="6296"/>
                  </a:cubicBezTo>
                  <a:lnTo>
                    <a:pt x="759" y="6296"/>
                  </a:lnTo>
                  <a:cubicBezTo>
                    <a:pt x="635" y="6296"/>
                    <a:pt x="565" y="6196"/>
                    <a:pt x="565" y="6096"/>
                  </a:cubicBezTo>
                  <a:lnTo>
                    <a:pt x="565" y="5655"/>
                  </a:lnTo>
                  <a:lnTo>
                    <a:pt x="9282" y="5655"/>
                  </a:lnTo>
                  <a:lnTo>
                    <a:pt x="9282" y="6096"/>
                  </a:lnTo>
                  <a:cubicBezTo>
                    <a:pt x="9282" y="6196"/>
                    <a:pt x="9182" y="6296"/>
                    <a:pt x="9088" y="6296"/>
                  </a:cubicBezTo>
                  <a:lnTo>
                    <a:pt x="2939" y="6296"/>
                  </a:lnTo>
                  <a:cubicBezTo>
                    <a:pt x="2792" y="6296"/>
                    <a:pt x="2646" y="6419"/>
                    <a:pt x="2646" y="6590"/>
                  </a:cubicBezTo>
                  <a:cubicBezTo>
                    <a:pt x="2646" y="6737"/>
                    <a:pt x="2792" y="6860"/>
                    <a:pt x="2939" y="6860"/>
                  </a:cubicBezTo>
                  <a:lnTo>
                    <a:pt x="3721" y="6860"/>
                  </a:lnTo>
                  <a:cubicBezTo>
                    <a:pt x="3698" y="7154"/>
                    <a:pt x="3674" y="7518"/>
                    <a:pt x="3627" y="7742"/>
                  </a:cubicBezTo>
                  <a:lnTo>
                    <a:pt x="3063" y="7742"/>
                  </a:lnTo>
                  <a:cubicBezTo>
                    <a:pt x="2916" y="7742"/>
                    <a:pt x="2769" y="7889"/>
                    <a:pt x="2769" y="8036"/>
                  </a:cubicBezTo>
                  <a:cubicBezTo>
                    <a:pt x="2769" y="8183"/>
                    <a:pt x="2916" y="8329"/>
                    <a:pt x="3063" y="8329"/>
                  </a:cubicBezTo>
                  <a:lnTo>
                    <a:pt x="6783" y="8329"/>
                  </a:lnTo>
                  <a:cubicBezTo>
                    <a:pt x="6930" y="8329"/>
                    <a:pt x="7054" y="8183"/>
                    <a:pt x="7054" y="8036"/>
                  </a:cubicBezTo>
                  <a:cubicBezTo>
                    <a:pt x="7054" y="7889"/>
                    <a:pt x="6930" y="7742"/>
                    <a:pt x="6783" y="7742"/>
                  </a:cubicBezTo>
                  <a:lnTo>
                    <a:pt x="6196" y="7742"/>
                  </a:lnTo>
                  <a:cubicBezTo>
                    <a:pt x="6149" y="7518"/>
                    <a:pt x="6125" y="7154"/>
                    <a:pt x="6125" y="6860"/>
                  </a:cubicBezTo>
                  <a:lnTo>
                    <a:pt x="9088" y="6860"/>
                  </a:lnTo>
                  <a:cubicBezTo>
                    <a:pt x="9505" y="6860"/>
                    <a:pt x="9846" y="6513"/>
                    <a:pt x="9846" y="6096"/>
                  </a:cubicBezTo>
                  <a:lnTo>
                    <a:pt x="9846" y="759"/>
                  </a:lnTo>
                  <a:cubicBezTo>
                    <a:pt x="9846" y="342"/>
                    <a:pt x="9505" y="1"/>
                    <a:pt x="9088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3610;p63">
              <a:extLst>
                <a:ext uri="{FF2B5EF4-FFF2-40B4-BE49-F238E27FC236}">
                  <a16:creationId xmlns:a16="http://schemas.microsoft.com/office/drawing/2014/main" id="{194C5933-96BF-AC11-1D65-F04699F544B5}"/>
                </a:ext>
              </a:extLst>
            </p:cNvPr>
            <p:cNvSpPr/>
            <p:nvPr/>
          </p:nvSpPr>
          <p:spPr>
            <a:xfrm>
              <a:off x="3129287" y="3010840"/>
              <a:ext cx="191820" cy="162268"/>
            </a:xfrm>
            <a:custGeom>
              <a:avLst/>
              <a:gdLst/>
              <a:ahLst/>
              <a:cxnLst/>
              <a:rect l="l" t="t" r="r" b="b"/>
              <a:pathLst>
                <a:path w="9847" h="8330" extrusionOk="0">
                  <a:moveTo>
                    <a:pt x="9282" y="5655"/>
                  </a:moveTo>
                  <a:lnTo>
                    <a:pt x="9282" y="6125"/>
                  </a:lnTo>
                  <a:cubicBezTo>
                    <a:pt x="9282" y="6219"/>
                    <a:pt x="9188" y="6296"/>
                    <a:pt x="9088" y="6296"/>
                  </a:cubicBezTo>
                  <a:lnTo>
                    <a:pt x="759" y="6296"/>
                  </a:lnTo>
                  <a:cubicBezTo>
                    <a:pt x="642" y="6296"/>
                    <a:pt x="565" y="6219"/>
                    <a:pt x="565" y="6125"/>
                  </a:cubicBezTo>
                  <a:lnTo>
                    <a:pt x="565" y="5655"/>
                  </a:lnTo>
                  <a:close/>
                  <a:moveTo>
                    <a:pt x="5561" y="6883"/>
                  </a:moveTo>
                  <a:cubicBezTo>
                    <a:pt x="5561" y="7101"/>
                    <a:pt x="5585" y="7471"/>
                    <a:pt x="5638" y="7765"/>
                  </a:cubicBezTo>
                  <a:lnTo>
                    <a:pt x="4215" y="7765"/>
                  </a:lnTo>
                  <a:cubicBezTo>
                    <a:pt x="4262" y="7471"/>
                    <a:pt x="4286" y="7101"/>
                    <a:pt x="4286" y="6883"/>
                  </a:cubicBezTo>
                  <a:close/>
                  <a:moveTo>
                    <a:pt x="759" y="0"/>
                  </a:moveTo>
                  <a:cubicBezTo>
                    <a:pt x="348" y="0"/>
                    <a:pt x="1" y="341"/>
                    <a:pt x="1" y="759"/>
                  </a:cubicBezTo>
                  <a:lnTo>
                    <a:pt x="1" y="6125"/>
                  </a:lnTo>
                  <a:cubicBezTo>
                    <a:pt x="1" y="6537"/>
                    <a:pt x="348" y="6883"/>
                    <a:pt x="759" y="6883"/>
                  </a:cubicBezTo>
                  <a:lnTo>
                    <a:pt x="3727" y="6883"/>
                  </a:lnTo>
                  <a:cubicBezTo>
                    <a:pt x="3698" y="7177"/>
                    <a:pt x="3675" y="7518"/>
                    <a:pt x="3651" y="7765"/>
                  </a:cubicBezTo>
                  <a:lnTo>
                    <a:pt x="3063" y="7765"/>
                  </a:lnTo>
                  <a:cubicBezTo>
                    <a:pt x="2916" y="7765"/>
                    <a:pt x="2769" y="7889"/>
                    <a:pt x="2769" y="8035"/>
                  </a:cubicBezTo>
                  <a:cubicBezTo>
                    <a:pt x="2769" y="8206"/>
                    <a:pt x="2916" y="8329"/>
                    <a:pt x="3063" y="8329"/>
                  </a:cubicBezTo>
                  <a:lnTo>
                    <a:pt x="6784" y="8329"/>
                  </a:lnTo>
                  <a:cubicBezTo>
                    <a:pt x="6931" y="8329"/>
                    <a:pt x="7054" y="8206"/>
                    <a:pt x="7054" y="8035"/>
                  </a:cubicBezTo>
                  <a:cubicBezTo>
                    <a:pt x="7054" y="7889"/>
                    <a:pt x="6931" y="7765"/>
                    <a:pt x="6784" y="7765"/>
                  </a:cubicBezTo>
                  <a:lnTo>
                    <a:pt x="6196" y="7765"/>
                  </a:lnTo>
                  <a:cubicBezTo>
                    <a:pt x="6149" y="7518"/>
                    <a:pt x="6126" y="7177"/>
                    <a:pt x="6126" y="6883"/>
                  </a:cubicBezTo>
                  <a:lnTo>
                    <a:pt x="9088" y="6883"/>
                  </a:lnTo>
                  <a:cubicBezTo>
                    <a:pt x="9505" y="6883"/>
                    <a:pt x="9846" y="6537"/>
                    <a:pt x="9846" y="6125"/>
                  </a:cubicBezTo>
                  <a:lnTo>
                    <a:pt x="9846" y="759"/>
                  </a:lnTo>
                  <a:cubicBezTo>
                    <a:pt x="9846" y="341"/>
                    <a:pt x="9505" y="0"/>
                    <a:pt x="9088" y="0"/>
                  </a:cubicBezTo>
                  <a:lnTo>
                    <a:pt x="3822" y="0"/>
                  </a:lnTo>
                  <a:cubicBezTo>
                    <a:pt x="3675" y="0"/>
                    <a:pt x="3551" y="124"/>
                    <a:pt x="3551" y="294"/>
                  </a:cubicBezTo>
                  <a:cubicBezTo>
                    <a:pt x="3551" y="441"/>
                    <a:pt x="3675" y="588"/>
                    <a:pt x="3822" y="588"/>
                  </a:cubicBezTo>
                  <a:lnTo>
                    <a:pt x="9088" y="588"/>
                  </a:lnTo>
                  <a:cubicBezTo>
                    <a:pt x="9188" y="588"/>
                    <a:pt x="9282" y="659"/>
                    <a:pt x="9282" y="759"/>
                  </a:cubicBezTo>
                  <a:lnTo>
                    <a:pt x="9282" y="5097"/>
                  </a:lnTo>
                  <a:lnTo>
                    <a:pt x="565" y="5097"/>
                  </a:lnTo>
                  <a:lnTo>
                    <a:pt x="565" y="759"/>
                  </a:lnTo>
                  <a:cubicBezTo>
                    <a:pt x="565" y="659"/>
                    <a:pt x="642" y="588"/>
                    <a:pt x="759" y="588"/>
                  </a:cubicBezTo>
                  <a:lnTo>
                    <a:pt x="2499" y="588"/>
                  </a:lnTo>
                  <a:cubicBezTo>
                    <a:pt x="2646" y="588"/>
                    <a:pt x="2769" y="441"/>
                    <a:pt x="2769" y="294"/>
                  </a:cubicBezTo>
                  <a:cubicBezTo>
                    <a:pt x="2769" y="124"/>
                    <a:pt x="2646" y="0"/>
                    <a:pt x="2499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3611;p63">
              <a:extLst>
                <a:ext uri="{FF2B5EF4-FFF2-40B4-BE49-F238E27FC236}">
                  <a16:creationId xmlns:a16="http://schemas.microsoft.com/office/drawing/2014/main" id="{A4283284-6B1E-5E40-C83E-15F382102D91}"/>
                </a:ext>
              </a:extLst>
            </p:cNvPr>
            <p:cNvSpPr/>
            <p:nvPr/>
          </p:nvSpPr>
          <p:spPr>
            <a:xfrm>
              <a:off x="3005746" y="2970302"/>
              <a:ext cx="109711" cy="150249"/>
            </a:xfrm>
            <a:custGeom>
              <a:avLst/>
              <a:gdLst/>
              <a:ahLst/>
              <a:cxnLst/>
              <a:rect l="l" t="t" r="r" b="b"/>
              <a:pathLst>
                <a:path w="5632" h="7713" extrusionOk="0">
                  <a:moveTo>
                    <a:pt x="295" y="1"/>
                  </a:moveTo>
                  <a:cubicBezTo>
                    <a:pt x="148" y="1"/>
                    <a:pt x="1" y="124"/>
                    <a:pt x="1" y="271"/>
                  </a:cubicBezTo>
                  <a:cubicBezTo>
                    <a:pt x="1" y="1811"/>
                    <a:pt x="465" y="3257"/>
                    <a:pt x="1347" y="4503"/>
                  </a:cubicBezTo>
                  <a:cubicBezTo>
                    <a:pt x="2158" y="5655"/>
                    <a:pt x="3257" y="6537"/>
                    <a:pt x="4533" y="7054"/>
                  </a:cubicBezTo>
                  <a:lnTo>
                    <a:pt x="3968" y="7148"/>
                  </a:lnTo>
                  <a:cubicBezTo>
                    <a:pt x="3821" y="7178"/>
                    <a:pt x="3721" y="7324"/>
                    <a:pt x="3751" y="7471"/>
                  </a:cubicBezTo>
                  <a:cubicBezTo>
                    <a:pt x="3774" y="7618"/>
                    <a:pt x="3898" y="7712"/>
                    <a:pt x="4015" y="7712"/>
                  </a:cubicBezTo>
                  <a:lnTo>
                    <a:pt x="4068" y="7712"/>
                  </a:lnTo>
                  <a:lnTo>
                    <a:pt x="5391" y="7495"/>
                  </a:lnTo>
                  <a:cubicBezTo>
                    <a:pt x="5461" y="7495"/>
                    <a:pt x="5538" y="7442"/>
                    <a:pt x="5585" y="7372"/>
                  </a:cubicBezTo>
                  <a:cubicBezTo>
                    <a:pt x="5632" y="7295"/>
                    <a:pt x="5632" y="7201"/>
                    <a:pt x="5608" y="7125"/>
                  </a:cubicBezTo>
                  <a:lnTo>
                    <a:pt x="5120" y="5855"/>
                  </a:lnTo>
                  <a:cubicBezTo>
                    <a:pt x="5083" y="5737"/>
                    <a:pt x="4962" y="5665"/>
                    <a:pt x="4840" y="5665"/>
                  </a:cubicBezTo>
                  <a:cubicBezTo>
                    <a:pt x="4810" y="5665"/>
                    <a:pt x="4779" y="5669"/>
                    <a:pt x="4750" y="5679"/>
                  </a:cubicBezTo>
                  <a:cubicBezTo>
                    <a:pt x="4603" y="5732"/>
                    <a:pt x="4533" y="5902"/>
                    <a:pt x="4580" y="6049"/>
                  </a:cubicBezTo>
                  <a:lnTo>
                    <a:pt x="4779" y="6537"/>
                  </a:lnTo>
                  <a:cubicBezTo>
                    <a:pt x="3575" y="6049"/>
                    <a:pt x="2575" y="5238"/>
                    <a:pt x="1811" y="4186"/>
                  </a:cubicBezTo>
                  <a:cubicBezTo>
                    <a:pt x="1006" y="3034"/>
                    <a:pt x="589" y="1688"/>
                    <a:pt x="589" y="271"/>
                  </a:cubicBezTo>
                  <a:cubicBezTo>
                    <a:pt x="589" y="124"/>
                    <a:pt x="465" y="1"/>
                    <a:pt x="295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3612;p63">
              <a:extLst>
                <a:ext uri="{FF2B5EF4-FFF2-40B4-BE49-F238E27FC236}">
                  <a16:creationId xmlns:a16="http://schemas.microsoft.com/office/drawing/2014/main" id="{B7884F0A-6312-740B-E5DA-AB3A63D051E8}"/>
                </a:ext>
              </a:extLst>
            </p:cNvPr>
            <p:cNvSpPr/>
            <p:nvPr/>
          </p:nvSpPr>
          <p:spPr>
            <a:xfrm>
              <a:off x="3147969" y="2845222"/>
              <a:ext cx="109244" cy="150405"/>
            </a:xfrm>
            <a:custGeom>
              <a:avLst/>
              <a:gdLst/>
              <a:ahLst/>
              <a:cxnLst/>
              <a:rect l="l" t="t" r="r" b="b"/>
              <a:pathLst>
                <a:path w="5608" h="7721" extrusionOk="0">
                  <a:moveTo>
                    <a:pt x="1600" y="0"/>
                  </a:moveTo>
                  <a:cubicBezTo>
                    <a:pt x="1588" y="0"/>
                    <a:pt x="1576" y="1"/>
                    <a:pt x="1564" y="3"/>
                  </a:cubicBezTo>
                  <a:lnTo>
                    <a:pt x="241" y="227"/>
                  </a:lnTo>
                  <a:cubicBezTo>
                    <a:pt x="147" y="227"/>
                    <a:pt x="71" y="274"/>
                    <a:pt x="47" y="344"/>
                  </a:cubicBezTo>
                  <a:cubicBezTo>
                    <a:pt x="0" y="420"/>
                    <a:pt x="0" y="520"/>
                    <a:pt x="24" y="591"/>
                  </a:cubicBezTo>
                  <a:lnTo>
                    <a:pt x="511" y="1890"/>
                  </a:lnTo>
                  <a:cubicBezTo>
                    <a:pt x="564" y="1990"/>
                    <a:pt x="658" y="2060"/>
                    <a:pt x="782" y="2060"/>
                  </a:cubicBezTo>
                  <a:cubicBezTo>
                    <a:pt x="805" y="2060"/>
                    <a:pt x="829" y="2060"/>
                    <a:pt x="882" y="2037"/>
                  </a:cubicBezTo>
                  <a:cubicBezTo>
                    <a:pt x="1029" y="1990"/>
                    <a:pt x="1099" y="1814"/>
                    <a:pt x="1029" y="1667"/>
                  </a:cubicBezTo>
                  <a:lnTo>
                    <a:pt x="858" y="1179"/>
                  </a:lnTo>
                  <a:lnTo>
                    <a:pt x="858" y="1179"/>
                  </a:lnTo>
                  <a:cubicBezTo>
                    <a:pt x="2034" y="1667"/>
                    <a:pt x="3062" y="2478"/>
                    <a:pt x="3797" y="3530"/>
                  </a:cubicBezTo>
                  <a:cubicBezTo>
                    <a:pt x="4602" y="4682"/>
                    <a:pt x="5043" y="6028"/>
                    <a:pt x="5043" y="7450"/>
                  </a:cubicBezTo>
                  <a:cubicBezTo>
                    <a:pt x="5043" y="7597"/>
                    <a:pt x="5167" y="7721"/>
                    <a:pt x="5337" y="7721"/>
                  </a:cubicBezTo>
                  <a:cubicBezTo>
                    <a:pt x="5484" y="7721"/>
                    <a:pt x="5607" y="7597"/>
                    <a:pt x="5607" y="7450"/>
                  </a:cubicBezTo>
                  <a:cubicBezTo>
                    <a:pt x="5607" y="5904"/>
                    <a:pt x="5143" y="4459"/>
                    <a:pt x="4261" y="3212"/>
                  </a:cubicBezTo>
                  <a:cubicBezTo>
                    <a:pt x="3474" y="2060"/>
                    <a:pt x="2375" y="1202"/>
                    <a:pt x="1099" y="667"/>
                  </a:cubicBezTo>
                  <a:lnTo>
                    <a:pt x="1640" y="567"/>
                  </a:lnTo>
                  <a:cubicBezTo>
                    <a:pt x="1810" y="544"/>
                    <a:pt x="1910" y="397"/>
                    <a:pt x="1887" y="250"/>
                  </a:cubicBezTo>
                  <a:cubicBezTo>
                    <a:pt x="1860" y="115"/>
                    <a:pt x="1734" y="0"/>
                    <a:pt x="1600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6414559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6">
          <a:extLst>
            <a:ext uri="{FF2B5EF4-FFF2-40B4-BE49-F238E27FC236}">
              <a16:creationId xmlns:a16="http://schemas.microsoft.com/office/drawing/2014/main" id="{E3E931F0-9965-4141-190F-DF1611FCB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" name="Google Shape;2447;p53">
            <a:extLst>
              <a:ext uri="{FF2B5EF4-FFF2-40B4-BE49-F238E27FC236}">
                <a16:creationId xmlns:a16="http://schemas.microsoft.com/office/drawing/2014/main" id="{EB736B76-BDDE-3AE6-F694-E9D5CC1C21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Infromation Extraction Process</a:t>
            </a:r>
            <a:endParaRPr dirty="0"/>
          </a:p>
        </p:txBody>
      </p:sp>
      <p:sp>
        <p:nvSpPr>
          <p:cNvPr id="2448" name="Google Shape;2448;p53">
            <a:extLst>
              <a:ext uri="{FF2B5EF4-FFF2-40B4-BE49-F238E27FC236}">
                <a16:creationId xmlns:a16="http://schemas.microsoft.com/office/drawing/2014/main" id="{F7F58A2F-1666-2607-F4D5-991C29321363}"/>
              </a:ext>
            </a:extLst>
          </p:cNvPr>
          <p:cNvSpPr txBox="1"/>
          <p:nvPr/>
        </p:nvSpPr>
        <p:spPr>
          <a:xfrm>
            <a:off x="720000" y="1921774"/>
            <a:ext cx="3361346" cy="63390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Loading the data that we want to apply RAG on. </a:t>
            </a:r>
            <a:endParaRPr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49" name="Google Shape;2449;p53">
            <a:extLst>
              <a:ext uri="{FF2B5EF4-FFF2-40B4-BE49-F238E27FC236}">
                <a16:creationId xmlns:a16="http://schemas.microsoft.com/office/drawing/2014/main" id="{901EA954-C71E-DB62-F78D-563879FB7A27}"/>
              </a:ext>
            </a:extLst>
          </p:cNvPr>
          <p:cNvSpPr txBox="1"/>
          <p:nvPr/>
        </p:nvSpPr>
        <p:spPr>
          <a:xfrm>
            <a:off x="720000" y="1460850"/>
            <a:ext cx="3361346" cy="4746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LOAD</a:t>
            </a:r>
            <a:endParaRPr sz="20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50" name="Google Shape;2450;p53">
            <a:extLst>
              <a:ext uri="{FF2B5EF4-FFF2-40B4-BE49-F238E27FC236}">
                <a16:creationId xmlns:a16="http://schemas.microsoft.com/office/drawing/2014/main" id="{0998D457-26C4-5782-8362-9635C22F312E}"/>
              </a:ext>
            </a:extLst>
          </p:cNvPr>
          <p:cNvSpPr txBox="1"/>
          <p:nvPr/>
        </p:nvSpPr>
        <p:spPr>
          <a:xfrm>
            <a:off x="5218771" y="1921774"/>
            <a:ext cx="2947075" cy="663208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Chunking that is spliting the data because of Token Limit</a:t>
            </a:r>
            <a:endParaRPr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51" name="Google Shape;2451;p53">
            <a:extLst>
              <a:ext uri="{FF2B5EF4-FFF2-40B4-BE49-F238E27FC236}">
                <a16:creationId xmlns:a16="http://schemas.microsoft.com/office/drawing/2014/main" id="{99D87130-BAA8-AAD3-F5F6-44480C5E6C1B}"/>
              </a:ext>
            </a:extLst>
          </p:cNvPr>
          <p:cNvSpPr txBox="1"/>
          <p:nvPr/>
        </p:nvSpPr>
        <p:spPr>
          <a:xfrm>
            <a:off x="5218771" y="1460850"/>
            <a:ext cx="2947075" cy="4752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SPLIT</a:t>
            </a:r>
            <a:endParaRPr sz="20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52" name="Google Shape;2452;p53">
            <a:extLst>
              <a:ext uri="{FF2B5EF4-FFF2-40B4-BE49-F238E27FC236}">
                <a16:creationId xmlns:a16="http://schemas.microsoft.com/office/drawing/2014/main" id="{EEA07E0B-3889-99E0-E1D9-E0C0CA361296}"/>
              </a:ext>
            </a:extLst>
          </p:cNvPr>
          <p:cNvSpPr txBox="1"/>
          <p:nvPr/>
        </p:nvSpPr>
        <p:spPr>
          <a:xfrm>
            <a:off x="891900" y="3675974"/>
            <a:ext cx="3189446" cy="851162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Embedding the data, That is doing the numerical representation of the data.</a:t>
            </a:r>
            <a:endParaRPr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53" name="Google Shape;2453;p53">
            <a:extLst>
              <a:ext uri="{FF2B5EF4-FFF2-40B4-BE49-F238E27FC236}">
                <a16:creationId xmlns:a16="http://schemas.microsoft.com/office/drawing/2014/main" id="{435FC85F-93A3-2234-A3CF-EEEB902F8329}"/>
              </a:ext>
            </a:extLst>
          </p:cNvPr>
          <p:cNvSpPr txBox="1"/>
          <p:nvPr/>
        </p:nvSpPr>
        <p:spPr>
          <a:xfrm>
            <a:off x="891900" y="3134370"/>
            <a:ext cx="3189446" cy="544932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EMBED</a:t>
            </a:r>
            <a:endParaRPr sz="20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460" name="Google Shape;2460;p53">
            <a:extLst>
              <a:ext uri="{FF2B5EF4-FFF2-40B4-BE49-F238E27FC236}">
                <a16:creationId xmlns:a16="http://schemas.microsoft.com/office/drawing/2014/main" id="{F09E71A6-16F3-13CB-F520-51CD21B46A29}"/>
              </a:ext>
            </a:extLst>
          </p:cNvPr>
          <p:cNvCxnSpPr>
            <a:cxnSpLocks/>
            <a:stCxn id="2449" idx="3"/>
            <a:endCxn id="2451" idx="1"/>
          </p:cNvCxnSpPr>
          <p:nvPr/>
        </p:nvCxnSpPr>
        <p:spPr>
          <a:xfrm>
            <a:off x="4081346" y="1698150"/>
            <a:ext cx="1137425" cy="300"/>
          </a:xfrm>
          <a:prstGeom prst="bentConnector3">
            <a:avLst>
              <a:gd name="adj1" fmla="val 50000"/>
            </a:avLst>
          </a:prstGeom>
          <a:ln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461" name="Google Shape;2461;p53">
            <a:extLst>
              <a:ext uri="{FF2B5EF4-FFF2-40B4-BE49-F238E27FC236}">
                <a16:creationId xmlns:a16="http://schemas.microsoft.com/office/drawing/2014/main" id="{3283187C-1630-4F7F-D980-62A91D3FA186}"/>
              </a:ext>
            </a:extLst>
          </p:cNvPr>
          <p:cNvCxnSpPr>
            <a:cxnSpLocks/>
          </p:cNvCxnSpPr>
          <p:nvPr/>
        </p:nvCxnSpPr>
        <p:spPr>
          <a:xfrm flipH="1">
            <a:off x="891900" y="1730789"/>
            <a:ext cx="7273946" cy="1708386"/>
          </a:xfrm>
          <a:prstGeom prst="bentConnector5">
            <a:avLst>
              <a:gd name="adj1" fmla="val -3143"/>
              <a:gd name="adj2" fmla="val 65081"/>
              <a:gd name="adj3" fmla="val 103143"/>
            </a:avLst>
          </a:prstGeom>
          <a:ln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24" name="Google Shape;3899;p63">
            <a:extLst>
              <a:ext uri="{FF2B5EF4-FFF2-40B4-BE49-F238E27FC236}">
                <a16:creationId xmlns:a16="http://schemas.microsoft.com/office/drawing/2014/main" id="{BBC415C5-4379-F6EF-6421-C1F721A8761C}"/>
              </a:ext>
            </a:extLst>
          </p:cNvPr>
          <p:cNvGrpSpPr/>
          <p:nvPr/>
        </p:nvGrpSpPr>
        <p:grpSpPr>
          <a:xfrm>
            <a:off x="2943106" y="1508473"/>
            <a:ext cx="335353" cy="342629"/>
            <a:chOff x="5246160" y="1282375"/>
            <a:chExt cx="379685" cy="379353"/>
          </a:xfrm>
        </p:grpSpPr>
        <p:sp>
          <p:nvSpPr>
            <p:cNvPr id="25" name="Google Shape;3900;p63">
              <a:extLst>
                <a:ext uri="{FF2B5EF4-FFF2-40B4-BE49-F238E27FC236}">
                  <a16:creationId xmlns:a16="http://schemas.microsoft.com/office/drawing/2014/main" id="{98742C7C-A41A-7C4F-DCAC-372D8222C669}"/>
                </a:ext>
              </a:extLst>
            </p:cNvPr>
            <p:cNvSpPr/>
            <p:nvPr/>
          </p:nvSpPr>
          <p:spPr>
            <a:xfrm>
              <a:off x="5270432" y="1632505"/>
              <a:ext cx="50161" cy="23941"/>
            </a:xfrm>
            <a:custGeom>
              <a:avLst/>
              <a:gdLst/>
              <a:ahLst/>
              <a:cxnLst/>
              <a:rect l="l" t="t" r="r" b="b"/>
              <a:pathLst>
                <a:path w="2575" h="1229" extrusionOk="0">
                  <a:moveTo>
                    <a:pt x="0" y="0"/>
                  </a:moveTo>
                  <a:lnTo>
                    <a:pt x="0" y="859"/>
                  </a:lnTo>
                  <a:cubicBezTo>
                    <a:pt x="0" y="1058"/>
                    <a:pt x="147" y="1229"/>
                    <a:pt x="347" y="1229"/>
                  </a:cubicBezTo>
                  <a:lnTo>
                    <a:pt x="1617" y="1229"/>
                  </a:lnTo>
                  <a:cubicBezTo>
                    <a:pt x="1763" y="1229"/>
                    <a:pt x="1863" y="1152"/>
                    <a:pt x="1934" y="1058"/>
                  </a:cubicBezTo>
                  <a:lnTo>
                    <a:pt x="2575" y="0"/>
                  </a:lnTo>
                  <a:close/>
                </a:path>
              </a:pathLst>
            </a:custGeom>
            <a:solidFill>
              <a:srgbClr val="356B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3901;p63">
              <a:extLst>
                <a:ext uri="{FF2B5EF4-FFF2-40B4-BE49-F238E27FC236}">
                  <a16:creationId xmlns:a16="http://schemas.microsoft.com/office/drawing/2014/main" id="{797AB2A6-18C1-CB88-993A-78676B4CCA76}"/>
                </a:ext>
              </a:extLst>
            </p:cNvPr>
            <p:cNvSpPr/>
            <p:nvPr/>
          </p:nvSpPr>
          <p:spPr>
            <a:xfrm>
              <a:off x="5551974" y="1632505"/>
              <a:ext cx="50064" cy="23941"/>
            </a:xfrm>
            <a:custGeom>
              <a:avLst/>
              <a:gdLst/>
              <a:ahLst/>
              <a:cxnLst/>
              <a:rect l="l" t="t" r="r" b="b"/>
              <a:pathLst>
                <a:path w="2570" h="1229" extrusionOk="0">
                  <a:moveTo>
                    <a:pt x="1" y="0"/>
                  </a:moveTo>
                  <a:lnTo>
                    <a:pt x="612" y="1058"/>
                  </a:lnTo>
                  <a:cubicBezTo>
                    <a:pt x="682" y="1152"/>
                    <a:pt x="806" y="1229"/>
                    <a:pt x="929" y="1229"/>
                  </a:cubicBezTo>
                  <a:lnTo>
                    <a:pt x="2205" y="1229"/>
                  </a:lnTo>
                  <a:cubicBezTo>
                    <a:pt x="2399" y="1229"/>
                    <a:pt x="2569" y="1058"/>
                    <a:pt x="2569" y="859"/>
                  </a:cubicBezTo>
                  <a:lnTo>
                    <a:pt x="2569" y="0"/>
                  </a:lnTo>
                  <a:close/>
                </a:path>
              </a:pathLst>
            </a:custGeom>
            <a:solidFill>
              <a:srgbClr val="356B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3902;p63">
              <a:extLst>
                <a:ext uri="{FF2B5EF4-FFF2-40B4-BE49-F238E27FC236}">
                  <a16:creationId xmlns:a16="http://schemas.microsoft.com/office/drawing/2014/main" id="{F49A5BDF-4887-1F9B-EB9C-205FD9E10F6B}"/>
                </a:ext>
              </a:extLst>
            </p:cNvPr>
            <p:cNvSpPr/>
            <p:nvPr/>
          </p:nvSpPr>
          <p:spPr>
            <a:xfrm>
              <a:off x="5424537" y="1348665"/>
              <a:ext cx="23376" cy="128373"/>
            </a:xfrm>
            <a:custGeom>
              <a:avLst/>
              <a:gdLst/>
              <a:ahLst/>
              <a:cxnLst/>
              <a:rect l="l" t="t" r="r" b="b"/>
              <a:pathLst>
                <a:path w="1200" h="6590" extrusionOk="0">
                  <a:moveTo>
                    <a:pt x="588" y="0"/>
                  </a:moveTo>
                  <a:cubicBezTo>
                    <a:pt x="271" y="0"/>
                    <a:pt x="1" y="271"/>
                    <a:pt x="1" y="612"/>
                  </a:cubicBezTo>
                  <a:lnTo>
                    <a:pt x="1" y="6589"/>
                  </a:lnTo>
                  <a:lnTo>
                    <a:pt x="1200" y="6589"/>
                  </a:lnTo>
                  <a:lnTo>
                    <a:pt x="1200" y="612"/>
                  </a:lnTo>
                  <a:cubicBezTo>
                    <a:pt x="1200" y="271"/>
                    <a:pt x="929" y="0"/>
                    <a:pt x="588" y="0"/>
                  </a:cubicBezTo>
                  <a:close/>
                </a:path>
              </a:pathLst>
            </a:custGeom>
            <a:solidFill>
              <a:srgbClr val="FF93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3903;p63">
              <a:extLst>
                <a:ext uri="{FF2B5EF4-FFF2-40B4-BE49-F238E27FC236}">
                  <a16:creationId xmlns:a16="http://schemas.microsoft.com/office/drawing/2014/main" id="{ED9B14FF-1D87-E398-0175-4CA8220A080A}"/>
                </a:ext>
              </a:extLst>
            </p:cNvPr>
            <p:cNvSpPr/>
            <p:nvPr/>
          </p:nvSpPr>
          <p:spPr>
            <a:xfrm>
              <a:off x="5430264" y="1348665"/>
              <a:ext cx="17649" cy="128373"/>
            </a:xfrm>
            <a:custGeom>
              <a:avLst/>
              <a:gdLst/>
              <a:ahLst/>
              <a:cxnLst/>
              <a:rect l="l" t="t" r="r" b="b"/>
              <a:pathLst>
                <a:path w="906" h="6590" extrusionOk="0">
                  <a:moveTo>
                    <a:pt x="294" y="0"/>
                  </a:moveTo>
                  <a:cubicBezTo>
                    <a:pt x="195" y="0"/>
                    <a:pt x="77" y="24"/>
                    <a:pt x="1" y="77"/>
                  </a:cubicBezTo>
                  <a:cubicBezTo>
                    <a:pt x="48" y="100"/>
                    <a:pt x="77" y="147"/>
                    <a:pt x="124" y="171"/>
                  </a:cubicBezTo>
                  <a:cubicBezTo>
                    <a:pt x="224" y="294"/>
                    <a:pt x="294" y="441"/>
                    <a:pt x="294" y="612"/>
                  </a:cubicBezTo>
                  <a:lnTo>
                    <a:pt x="294" y="6589"/>
                  </a:lnTo>
                  <a:lnTo>
                    <a:pt x="906" y="6589"/>
                  </a:lnTo>
                  <a:lnTo>
                    <a:pt x="906" y="612"/>
                  </a:lnTo>
                  <a:cubicBezTo>
                    <a:pt x="906" y="441"/>
                    <a:pt x="835" y="294"/>
                    <a:pt x="735" y="171"/>
                  </a:cubicBezTo>
                  <a:cubicBezTo>
                    <a:pt x="612" y="77"/>
                    <a:pt x="465" y="0"/>
                    <a:pt x="294" y="0"/>
                  </a:cubicBezTo>
                  <a:close/>
                </a:path>
              </a:pathLst>
            </a:custGeom>
            <a:solidFill>
              <a:srgbClr val="FF61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3904;p63">
              <a:extLst>
                <a:ext uri="{FF2B5EF4-FFF2-40B4-BE49-F238E27FC236}">
                  <a16:creationId xmlns:a16="http://schemas.microsoft.com/office/drawing/2014/main" id="{C11BA19D-6A05-18E8-4EF4-9F9781492692}"/>
                </a:ext>
              </a:extLst>
            </p:cNvPr>
            <p:cNvSpPr/>
            <p:nvPr/>
          </p:nvSpPr>
          <p:spPr>
            <a:xfrm>
              <a:off x="5251868" y="1549482"/>
              <a:ext cx="368250" cy="83043"/>
            </a:xfrm>
            <a:custGeom>
              <a:avLst/>
              <a:gdLst/>
              <a:ahLst/>
              <a:cxnLst/>
              <a:rect l="l" t="t" r="r" b="b"/>
              <a:pathLst>
                <a:path w="18904" h="4263" extrusionOk="0">
                  <a:moveTo>
                    <a:pt x="242" y="1"/>
                  </a:moveTo>
                  <a:cubicBezTo>
                    <a:pt x="95" y="1"/>
                    <a:pt x="1" y="124"/>
                    <a:pt x="1" y="248"/>
                  </a:cubicBezTo>
                  <a:lnTo>
                    <a:pt x="1" y="4021"/>
                  </a:lnTo>
                  <a:cubicBezTo>
                    <a:pt x="1" y="4145"/>
                    <a:pt x="95" y="4262"/>
                    <a:pt x="242" y="4262"/>
                  </a:cubicBezTo>
                  <a:lnTo>
                    <a:pt x="18663" y="4262"/>
                  </a:lnTo>
                  <a:cubicBezTo>
                    <a:pt x="18810" y="4262"/>
                    <a:pt x="18904" y="4145"/>
                    <a:pt x="18904" y="4021"/>
                  </a:cubicBezTo>
                  <a:lnTo>
                    <a:pt x="18904" y="248"/>
                  </a:lnTo>
                  <a:cubicBezTo>
                    <a:pt x="18904" y="124"/>
                    <a:pt x="18810" y="1"/>
                    <a:pt x="18663" y="1"/>
                  </a:cubicBezTo>
                  <a:close/>
                </a:path>
              </a:pathLst>
            </a:custGeom>
            <a:solidFill>
              <a:srgbClr val="FF93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905;p63">
              <a:extLst>
                <a:ext uri="{FF2B5EF4-FFF2-40B4-BE49-F238E27FC236}">
                  <a16:creationId xmlns:a16="http://schemas.microsoft.com/office/drawing/2014/main" id="{34864BAF-0BDD-4F48-0508-0B78E9D491BF}"/>
                </a:ext>
              </a:extLst>
            </p:cNvPr>
            <p:cNvSpPr/>
            <p:nvPr/>
          </p:nvSpPr>
          <p:spPr>
            <a:xfrm>
              <a:off x="5600635" y="1549482"/>
              <a:ext cx="20064" cy="83043"/>
            </a:xfrm>
            <a:custGeom>
              <a:avLst/>
              <a:gdLst/>
              <a:ahLst/>
              <a:cxnLst/>
              <a:rect l="l" t="t" r="r" b="b"/>
              <a:pathLst>
                <a:path w="1030" h="4263" extrusionOk="0">
                  <a:moveTo>
                    <a:pt x="1" y="1"/>
                  </a:moveTo>
                  <a:cubicBezTo>
                    <a:pt x="148" y="1"/>
                    <a:pt x="242" y="124"/>
                    <a:pt x="242" y="248"/>
                  </a:cubicBezTo>
                  <a:lnTo>
                    <a:pt x="242" y="4021"/>
                  </a:lnTo>
                  <a:cubicBezTo>
                    <a:pt x="242" y="4145"/>
                    <a:pt x="148" y="4262"/>
                    <a:pt x="1" y="4262"/>
                  </a:cubicBezTo>
                  <a:lnTo>
                    <a:pt x="759" y="4262"/>
                  </a:lnTo>
                  <a:cubicBezTo>
                    <a:pt x="906" y="4262"/>
                    <a:pt x="1029" y="4145"/>
                    <a:pt x="1029" y="4021"/>
                  </a:cubicBezTo>
                  <a:lnTo>
                    <a:pt x="1029" y="248"/>
                  </a:lnTo>
                  <a:cubicBezTo>
                    <a:pt x="1029" y="124"/>
                    <a:pt x="906" y="1"/>
                    <a:pt x="759" y="1"/>
                  </a:cubicBezTo>
                  <a:close/>
                </a:path>
              </a:pathLst>
            </a:custGeom>
            <a:solidFill>
              <a:srgbClr val="FF61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906;p63">
              <a:extLst>
                <a:ext uri="{FF2B5EF4-FFF2-40B4-BE49-F238E27FC236}">
                  <a16:creationId xmlns:a16="http://schemas.microsoft.com/office/drawing/2014/main" id="{5E80721F-7A4C-F38F-2DA1-EC132FC68788}"/>
                </a:ext>
              </a:extLst>
            </p:cNvPr>
            <p:cNvSpPr/>
            <p:nvPr/>
          </p:nvSpPr>
          <p:spPr>
            <a:xfrm>
              <a:off x="5418362" y="1477017"/>
              <a:ext cx="35278" cy="72485"/>
            </a:xfrm>
            <a:custGeom>
              <a:avLst/>
              <a:gdLst/>
              <a:ahLst/>
              <a:cxnLst/>
              <a:rect l="l" t="t" r="r" b="b"/>
              <a:pathLst>
                <a:path w="1811" h="3721" extrusionOk="0">
                  <a:moveTo>
                    <a:pt x="147" y="0"/>
                  </a:moveTo>
                  <a:cubicBezTo>
                    <a:pt x="71" y="0"/>
                    <a:pt x="0" y="77"/>
                    <a:pt x="0" y="147"/>
                  </a:cubicBezTo>
                  <a:lnTo>
                    <a:pt x="0" y="3721"/>
                  </a:lnTo>
                  <a:lnTo>
                    <a:pt x="1811" y="3721"/>
                  </a:lnTo>
                  <a:lnTo>
                    <a:pt x="1811" y="147"/>
                  </a:lnTo>
                  <a:cubicBezTo>
                    <a:pt x="1811" y="77"/>
                    <a:pt x="1740" y="0"/>
                    <a:pt x="1664" y="0"/>
                  </a:cubicBezTo>
                  <a:close/>
                </a:path>
              </a:pathLst>
            </a:custGeom>
            <a:solidFill>
              <a:srgbClr val="356B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907;p63">
              <a:extLst>
                <a:ext uri="{FF2B5EF4-FFF2-40B4-BE49-F238E27FC236}">
                  <a16:creationId xmlns:a16="http://schemas.microsoft.com/office/drawing/2014/main" id="{1FC26D08-8050-FC82-5C73-9CAADE7BBF68}"/>
                </a:ext>
              </a:extLst>
            </p:cNvPr>
            <p:cNvSpPr/>
            <p:nvPr/>
          </p:nvSpPr>
          <p:spPr>
            <a:xfrm>
              <a:off x="5280951" y="1577650"/>
              <a:ext cx="134100" cy="26824"/>
            </a:xfrm>
            <a:custGeom>
              <a:avLst/>
              <a:gdLst/>
              <a:ahLst/>
              <a:cxnLst/>
              <a:rect l="l" t="t" r="r" b="b"/>
              <a:pathLst>
                <a:path w="6884" h="1377" extrusionOk="0">
                  <a:moveTo>
                    <a:pt x="101" y="1"/>
                  </a:moveTo>
                  <a:cubicBezTo>
                    <a:pt x="48" y="1"/>
                    <a:pt x="1" y="54"/>
                    <a:pt x="1" y="77"/>
                  </a:cubicBezTo>
                  <a:lnTo>
                    <a:pt x="1" y="1276"/>
                  </a:lnTo>
                  <a:cubicBezTo>
                    <a:pt x="1" y="1323"/>
                    <a:pt x="48" y="1376"/>
                    <a:pt x="101" y="1376"/>
                  </a:cubicBezTo>
                  <a:lnTo>
                    <a:pt x="6784" y="1376"/>
                  </a:lnTo>
                  <a:cubicBezTo>
                    <a:pt x="6831" y="1376"/>
                    <a:pt x="6884" y="1323"/>
                    <a:pt x="6884" y="1276"/>
                  </a:cubicBezTo>
                  <a:lnTo>
                    <a:pt x="6884" y="77"/>
                  </a:lnTo>
                  <a:cubicBezTo>
                    <a:pt x="6884" y="54"/>
                    <a:pt x="6831" y="1"/>
                    <a:pt x="6784" y="1"/>
                  </a:cubicBezTo>
                  <a:close/>
                </a:path>
              </a:pathLst>
            </a:custGeom>
            <a:solidFill>
              <a:srgbClr val="00C7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908;p63">
              <a:extLst>
                <a:ext uri="{FF2B5EF4-FFF2-40B4-BE49-F238E27FC236}">
                  <a16:creationId xmlns:a16="http://schemas.microsoft.com/office/drawing/2014/main" id="{428FA495-AB31-11FA-93C1-592F3E0F9566}"/>
                </a:ext>
              </a:extLst>
            </p:cNvPr>
            <p:cNvSpPr/>
            <p:nvPr/>
          </p:nvSpPr>
          <p:spPr>
            <a:xfrm>
              <a:off x="5384915" y="1577650"/>
              <a:ext cx="30136" cy="26824"/>
            </a:xfrm>
            <a:custGeom>
              <a:avLst/>
              <a:gdLst/>
              <a:ahLst/>
              <a:cxnLst/>
              <a:rect l="l" t="t" r="r" b="b"/>
              <a:pathLst>
                <a:path w="1547" h="1377" extrusionOk="0">
                  <a:moveTo>
                    <a:pt x="1" y="1"/>
                  </a:moveTo>
                  <a:lnTo>
                    <a:pt x="1" y="1376"/>
                  </a:lnTo>
                  <a:lnTo>
                    <a:pt x="1447" y="1376"/>
                  </a:lnTo>
                  <a:cubicBezTo>
                    <a:pt x="1494" y="1376"/>
                    <a:pt x="1547" y="1323"/>
                    <a:pt x="1547" y="1276"/>
                  </a:cubicBezTo>
                  <a:lnTo>
                    <a:pt x="1547" y="77"/>
                  </a:lnTo>
                  <a:cubicBezTo>
                    <a:pt x="1547" y="54"/>
                    <a:pt x="1494" y="1"/>
                    <a:pt x="1447" y="1"/>
                  </a:cubicBezTo>
                  <a:close/>
                </a:path>
              </a:pathLst>
            </a:custGeom>
            <a:solidFill>
              <a:srgbClr val="FF61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909;p63">
              <a:extLst>
                <a:ext uri="{FF2B5EF4-FFF2-40B4-BE49-F238E27FC236}">
                  <a16:creationId xmlns:a16="http://schemas.microsoft.com/office/drawing/2014/main" id="{E9B7D381-FAA8-7401-511C-BDE59CAAD08B}"/>
                </a:ext>
              </a:extLst>
            </p:cNvPr>
            <p:cNvSpPr/>
            <p:nvPr/>
          </p:nvSpPr>
          <p:spPr>
            <a:xfrm>
              <a:off x="5564344" y="1577650"/>
              <a:ext cx="26688" cy="26824"/>
            </a:xfrm>
            <a:custGeom>
              <a:avLst/>
              <a:gdLst/>
              <a:ahLst/>
              <a:cxnLst/>
              <a:rect l="l" t="t" r="r" b="b"/>
              <a:pathLst>
                <a:path w="1370" h="1377" extrusionOk="0">
                  <a:moveTo>
                    <a:pt x="688" y="1"/>
                  </a:moveTo>
                  <a:cubicBezTo>
                    <a:pt x="318" y="1"/>
                    <a:pt x="0" y="318"/>
                    <a:pt x="0" y="689"/>
                  </a:cubicBezTo>
                  <a:cubicBezTo>
                    <a:pt x="0" y="1053"/>
                    <a:pt x="318" y="1376"/>
                    <a:pt x="688" y="1376"/>
                  </a:cubicBezTo>
                  <a:cubicBezTo>
                    <a:pt x="1053" y="1376"/>
                    <a:pt x="1370" y="1053"/>
                    <a:pt x="1370" y="689"/>
                  </a:cubicBezTo>
                  <a:cubicBezTo>
                    <a:pt x="1370" y="318"/>
                    <a:pt x="1053" y="1"/>
                    <a:pt x="688" y="1"/>
                  </a:cubicBezTo>
                  <a:close/>
                </a:path>
              </a:pathLst>
            </a:custGeom>
            <a:solidFill>
              <a:srgbClr val="866A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910;p63">
              <a:extLst>
                <a:ext uri="{FF2B5EF4-FFF2-40B4-BE49-F238E27FC236}">
                  <a16:creationId xmlns:a16="http://schemas.microsoft.com/office/drawing/2014/main" id="{C3A9BE4B-B7E4-B34E-928C-1009D8926FD3}"/>
                </a:ext>
              </a:extLst>
            </p:cNvPr>
            <p:cNvSpPr/>
            <p:nvPr/>
          </p:nvSpPr>
          <p:spPr>
            <a:xfrm>
              <a:off x="5516131" y="1577650"/>
              <a:ext cx="26707" cy="26824"/>
            </a:xfrm>
            <a:custGeom>
              <a:avLst/>
              <a:gdLst/>
              <a:ahLst/>
              <a:cxnLst/>
              <a:rect l="l" t="t" r="r" b="b"/>
              <a:pathLst>
                <a:path w="1371" h="1377" extrusionOk="0">
                  <a:moveTo>
                    <a:pt x="689" y="1"/>
                  </a:moveTo>
                  <a:cubicBezTo>
                    <a:pt x="295" y="1"/>
                    <a:pt x="1" y="318"/>
                    <a:pt x="1" y="689"/>
                  </a:cubicBezTo>
                  <a:cubicBezTo>
                    <a:pt x="1" y="1053"/>
                    <a:pt x="295" y="1376"/>
                    <a:pt x="689" y="1376"/>
                  </a:cubicBezTo>
                  <a:cubicBezTo>
                    <a:pt x="1053" y="1376"/>
                    <a:pt x="1370" y="1053"/>
                    <a:pt x="1370" y="689"/>
                  </a:cubicBezTo>
                  <a:cubicBezTo>
                    <a:pt x="1370" y="318"/>
                    <a:pt x="1053" y="1"/>
                    <a:pt x="689" y="1"/>
                  </a:cubicBezTo>
                  <a:close/>
                </a:path>
              </a:pathLst>
            </a:custGeom>
            <a:solidFill>
              <a:srgbClr val="866A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911;p63">
              <a:extLst>
                <a:ext uri="{FF2B5EF4-FFF2-40B4-BE49-F238E27FC236}">
                  <a16:creationId xmlns:a16="http://schemas.microsoft.com/office/drawing/2014/main" id="{0188FCF5-1E3B-A227-83C7-17B867A777A4}"/>
                </a:ext>
              </a:extLst>
            </p:cNvPr>
            <p:cNvSpPr/>
            <p:nvPr/>
          </p:nvSpPr>
          <p:spPr>
            <a:xfrm>
              <a:off x="5565707" y="1577650"/>
              <a:ext cx="25324" cy="26824"/>
            </a:xfrm>
            <a:custGeom>
              <a:avLst/>
              <a:gdLst/>
              <a:ahLst/>
              <a:cxnLst/>
              <a:rect l="l" t="t" r="r" b="b"/>
              <a:pathLst>
                <a:path w="1300" h="1377" extrusionOk="0">
                  <a:moveTo>
                    <a:pt x="689" y="1"/>
                  </a:moveTo>
                  <a:lnTo>
                    <a:pt x="689" y="1"/>
                  </a:lnTo>
                  <a:cubicBezTo>
                    <a:pt x="712" y="101"/>
                    <a:pt x="736" y="201"/>
                    <a:pt x="736" y="295"/>
                  </a:cubicBezTo>
                  <a:cubicBezTo>
                    <a:pt x="736" y="689"/>
                    <a:pt x="442" y="982"/>
                    <a:pt x="54" y="982"/>
                  </a:cubicBezTo>
                  <a:lnTo>
                    <a:pt x="1" y="982"/>
                  </a:lnTo>
                  <a:cubicBezTo>
                    <a:pt x="101" y="1200"/>
                    <a:pt x="348" y="1376"/>
                    <a:pt x="618" y="1376"/>
                  </a:cubicBezTo>
                  <a:cubicBezTo>
                    <a:pt x="983" y="1376"/>
                    <a:pt x="1300" y="1053"/>
                    <a:pt x="1300" y="689"/>
                  </a:cubicBezTo>
                  <a:cubicBezTo>
                    <a:pt x="1300" y="318"/>
                    <a:pt x="1030" y="54"/>
                    <a:pt x="689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912;p63">
              <a:extLst>
                <a:ext uri="{FF2B5EF4-FFF2-40B4-BE49-F238E27FC236}">
                  <a16:creationId xmlns:a16="http://schemas.microsoft.com/office/drawing/2014/main" id="{51C5A093-6B43-5500-1E6B-5A0910A189FC}"/>
                </a:ext>
              </a:extLst>
            </p:cNvPr>
            <p:cNvSpPr/>
            <p:nvPr/>
          </p:nvSpPr>
          <p:spPr>
            <a:xfrm>
              <a:off x="5517631" y="1577650"/>
              <a:ext cx="25207" cy="26824"/>
            </a:xfrm>
            <a:custGeom>
              <a:avLst/>
              <a:gdLst/>
              <a:ahLst/>
              <a:cxnLst/>
              <a:rect l="l" t="t" r="r" b="b"/>
              <a:pathLst>
                <a:path w="1294" h="1377" extrusionOk="0">
                  <a:moveTo>
                    <a:pt x="659" y="1"/>
                  </a:moveTo>
                  <a:lnTo>
                    <a:pt x="659" y="1"/>
                  </a:lnTo>
                  <a:cubicBezTo>
                    <a:pt x="706" y="101"/>
                    <a:pt x="735" y="201"/>
                    <a:pt x="735" y="295"/>
                  </a:cubicBezTo>
                  <a:cubicBezTo>
                    <a:pt x="735" y="689"/>
                    <a:pt x="441" y="982"/>
                    <a:pt x="47" y="982"/>
                  </a:cubicBezTo>
                  <a:lnTo>
                    <a:pt x="0" y="982"/>
                  </a:lnTo>
                  <a:cubicBezTo>
                    <a:pt x="94" y="1200"/>
                    <a:pt x="341" y="1376"/>
                    <a:pt x="612" y="1376"/>
                  </a:cubicBezTo>
                  <a:cubicBezTo>
                    <a:pt x="976" y="1376"/>
                    <a:pt x="1293" y="1053"/>
                    <a:pt x="1293" y="689"/>
                  </a:cubicBezTo>
                  <a:cubicBezTo>
                    <a:pt x="1293" y="318"/>
                    <a:pt x="1029" y="54"/>
                    <a:pt x="659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913;p63">
              <a:extLst>
                <a:ext uri="{FF2B5EF4-FFF2-40B4-BE49-F238E27FC236}">
                  <a16:creationId xmlns:a16="http://schemas.microsoft.com/office/drawing/2014/main" id="{4A2F58D1-F842-2209-08FE-B50C3636079B}"/>
                </a:ext>
              </a:extLst>
            </p:cNvPr>
            <p:cNvSpPr/>
            <p:nvPr/>
          </p:nvSpPr>
          <p:spPr>
            <a:xfrm>
              <a:off x="5436439" y="1585267"/>
              <a:ext cx="11941" cy="11143"/>
            </a:xfrm>
            <a:custGeom>
              <a:avLst/>
              <a:gdLst/>
              <a:ahLst/>
              <a:cxnLst/>
              <a:rect l="l" t="t" r="r" b="b"/>
              <a:pathLst>
                <a:path w="613" h="572" extrusionOk="0">
                  <a:moveTo>
                    <a:pt x="329" y="1"/>
                  </a:moveTo>
                  <a:cubicBezTo>
                    <a:pt x="177" y="1"/>
                    <a:pt x="51" y="116"/>
                    <a:pt x="24" y="251"/>
                  </a:cubicBezTo>
                  <a:cubicBezTo>
                    <a:pt x="1" y="398"/>
                    <a:pt x="124" y="544"/>
                    <a:pt x="271" y="568"/>
                  </a:cubicBezTo>
                  <a:cubicBezTo>
                    <a:pt x="286" y="570"/>
                    <a:pt x="300" y="571"/>
                    <a:pt x="315" y="571"/>
                  </a:cubicBezTo>
                  <a:cubicBezTo>
                    <a:pt x="446" y="571"/>
                    <a:pt x="568" y="477"/>
                    <a:pt x="589" y="345"/>
                  </a:cubicBezTo>
                  <a:cubicBezTo>
                    <a:pt x="612" y="174"/>
                    <a:pt x="518" y="27"/>
                    <a:pt x="371" y="4"/>
                  </a:cubicBezTo>
                  <a:cubicBezTo>
                    <a:pt x="357" y="2"/>
                    <a:pt x="343" y="1"/>
                    <a:pt x="329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14;p63">
              <a:extLst>
                <a:ext uri="{FF2B5EF4-FFF2-40B4-BE49-F238E27FC236}">
                  <a16:creationId xmlns:a16="http://schemas.microsoft.com/office/drawing/2014/main" id="{9730EC76-CB9D-5580-E4D6-20000F8F3AAF}"/>
                </a:ext>
              </a:extLst>
            </p:cNvPr>
            <p:cNvSpPr/>
            <p:nvPr/>
          </p:nvSpPr>
          <p:spPr>
            <a:xfrm>
              <a:off x="5461744" y="1585325"/>
              <a:ext cx="11941" cy="10987"/>
            </a:xfrm>
            <a:custGeom>
              <a:avLst/>
              <a:gdLst/>
              <a:ahLst/>
              <a:cxnLst/>
              <a:rect l="l" t="t" r="r" b="b"/>
              <a:pathLst>
                <a:path w="613" h="564" extrusionOk="0">
                  <a:moveTo>
                    <a:pt x="310" y="1"/>
                  </a:moveTo>
                  <a:cubicBezTo>
                    <a:pt x="236" y="1"/>
                    <a:pt x="163" y="24"/>
                    <a:pt x="101" y="71"/>
                  </a:cubicBezTo>
                  <a:cubicBezTo>
                    <a:pt x="1" y="195"/>
                    <a:pt x="1" y="365"/>
                    <a:pt x="101" y="489"/>
                  </a:cubicBezTo>
                  <a:cubicBezTo>
                    <a:pt x="163" y="539"/>
                    <a:pt x="236" y="563"/>
                    <a:pt x="310" y="563"/>
                  </a:cubicBezTo>
                  <a:cubicBezTo>
                    <a:pt x="383" y="563"/>
                    <a:pt x="456" y="539"/>
                    <a:pt x="518" y="489"/>
                  </a:cubicBezTo>
                  <a:cubicBezTo>
                    <a:pt x="612" y="365"/>
                    <a:pt x="612" y="195"/>
                    <a:pt x="518" y="71"/>
                  </a:cubicBezTo>
                  <a:cubicBezTo>
                    <a:pt x="456" y="24"/>
                    <a:pt x="383" y="1"/>
                    <a:pt x="310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3915;p63">
              <a:extLst>
                <a:ext uri="{FF2B5EF4-FFF2-40B4-BE49-F238E27FC236}">
                  <a16:creationId xmlns:a16="http://schemas.microsoft.com/office/drawing/2014/main" id="{EB0CC810-2393-D456-0613-553F678C7513}"/>
                </a:ext>
              </a:extLst>
            </p:cNvPr>
            <p:cNvSpPr/>
            <p:nvPr/>
          </p:nvSpPr>
          <p:spPr>
            <a:xfrm>
              <a:off x="5487515" y="1585325"/>
              <a:ext cx="11006" cy="11006"/>
            </a:xfrm>
            <a:custGeom>
              <a:avLst/>
              <a:gdLst/>
              <a:ahLst/>
              <a:cxnLst/>
              <a:rect l="l" t="t" r="r" b="b"/>
              <a:pathLst>
                <a:path w="565" h="565" extrusionOk="0">
                  <a:moveTo>
                    <a:pt x="271" y="1"/>
                  </a:moveTo>
                  <a:cubicBezTo>
                    <a:pt x="124" y="1"/>
                    <a:pt x="0" y="124"/>
                    <a:pt x="0" y="295"/>
                  </a:cubicBezTo>
                  <a:cubicBezTo>
                    <a:pt x="0" y="442"/>
                    <a:pt x="124" y="565"/>
                    <a:pt x="271" y="565"/>
                  </a:cubicBezTo>
                  <a:cubicBezTo>
                    <a:pt x="441" y="565"/>
                    <a:pt x="565" y="442"/>
                    <a:pt x="565" y="295"/>
                  </a:cubicBezTo>
                  <a:cubicBezTo>
                    <a:pt x="565" y="124"/>
                    <a:pt x="441" y="1"/>
                    <a:pt x="271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3916;p63">
              <a:extLst>
                <a:ext uri="{FF2B5EF4-FFF2-40B4-BE49-F238E27FC236}">
                  <a16:creationId xmlns:a16="http://schemas.microsoft.com/office/drawing/2014/main" id="{4D21F593-DABF-6D78-116C-E56B07AA66F2}"/>
                </a:ext>
              </a:extLst>
            </p:cNvPr>
            <p:cNvSpPr/>
            <p:nvPr/>
          </p:nvSpPr>
          <p:spPr>
            <a:xfrm>
              <a:off x="5558617" y="1571923"/>
              <a:ext cx="38142" cy="38278"/>
            </a:xfrm>
            <a:custGeom>
              <a:avLst/>
              <a:gdLst/>
              <a:ahLst/>
              <a:cxnLst/>
              <a:rect l="l" t="t" r="r" b="b"/>
              <a:pathLst>
                <a:path w="1958" h="1965" extrusionOk="0">
                  <a:moveTo>
                    <a:pt x="982" y="589"/>
                  </a:moveTo>
                  <a:cubicBezTo>
                    <a:pt x="1200" y="589"/>
                    <a:pt x="1370" y="759"/>
                    <a:pt x="1370" y="983"/>
                  </a:cubicBezTo>
                  <a:cubicBezTo>
                    <a:pt x="1370" y="1200"/>
                    <a:pt x="1200" y="1376"/>
                    <a:pt x="982" y="1376"/>
                  </a:cubicBezTo>
                  <a:cubicBezTo>
                    <a:pt x="759" y="1376"/>
                    <a:pt x="588" y="1200"/>
                    <a:pt x="588" y="983"/>
                  </a:cubicBezTo>
                  <a:cubicBezTo>
                    <a:pt x="588" y="759"/>
                    <a:pt x="759" y="589"/>
                    <a:pt x="982" y="589"/>
                  </a:cubicBezTo>
                  <a:close/>
                  <a:moveTo>
                    <a:pt x="982" y="1"/>
                  </a:moveTo>
                  <a:cubicBezTo>
                    <a:pt x="441" y="1"/>
                    <a:pt x="1" y="442"/>
                    <a:pt x="1" y="983"/>
                  </a:cubicBezTo>
                  <a:cubicBezTo>
                    <a:pt x="1" y="1523"/>
                    <a:pt x="441" y="1964"/>
                    <a:pt x="982" y="1964"/>
                  </a:cubicBezTo>
                  <a:cubicBezTo>
                    <a:pt x="1517" y="1964"/>
                    <a:pt x="1958" y="1523"/>
                    <a:pt x="1958" y="983"/>
                  </a:cubicBezTo>
                  <a:cubicBezTo>
                    <a:pt x="1958" y="442"/>
                    <a:pt x="1517" y="1"/>
                    <a:pt x="982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3917;p63">
              <a:extLst>
                <a:ext uri="{FF2B5EF4-FFF2-40B4-BE49-F238E27FC236}">
                  <a16:creationId xmlns:a16="http://schemas.microsoft.com/office/drawing/2014/main" id="{C2D0A551-2D5C-E8CB-0406-482ED54354C5}"/>
                </a:ext>
              </a:extLst>
            </p:cNvPr>
            <p:cNvSpPr/>
            <p:nvPr/>
          </p:nvSpPr>
          <p:spPr>
            <a:xfrm>
              <a:off x="5510424" y="1571923"/>
              <a:ext cx="37674" cy="38278"/>
            </a:xfrm>
            <a:custGeom>
              <a:avLst/>
              <a:gdLst/>
              <a:ahLst/>
              <a:cxnLst/>
              <a:rect l="l" t="t" r="r" b="b"/>
              <a:pathLst>
                <a:path w="1934" h="1965" extrusionOk="0">
                  <a:moveTo>
                    <a:pt x="982" y="589"/>
                  </a:moveTo>
                  <a:cubicBezTo>
                    <a:pt x="1199" y="589"/>
                    <a:pt x="1370" y="759"/>
                    <a:pt x="1370" y="983"/>
                  </a:cubicBezTo>
                  <a:cubicBezTo>
                    <a:pt x="1370" y="1200"/>
                    <a:pt x="1199" y="1376"/>
                    <a:pt x="982" y="1376"/>
                  </a:cubicBezTo>
                  <a:cubicBezTo>
                    <a:pt x="758" y="1376"/>
                    <a:pt x="588" y="1200"/>
                    <a:pt x="588" y="983"/>
                  </a:cubicBezTo>
                  <a:cubicBezTo>
                    <a:pt x="588" y="759"/>
                    <a:pt x="758" y="589"/>
                    <a:pt x="982" y="589"/>
                  </a:cubicBezTo>
                  <a:close/>
                  <a:moveTo>
                    <a:pt x="982" y="1"/>
                  </a:moveTo>
                  <a:cubicBezTo>
                    <a:pt x="441" y="1"/>
                    <a:pt x="0" y="442"/>
                    <a:pt x="0" y="983"/>
                  </a:cubicBezTo>
                  <a:cubicBezTo>
                    <a:pt x="0" y="1523"/>
                    <a:pt x="441" y="1964"/>
                    <a:pt x="982" y="1964"/>
                  </a:cubicBezTo>
                  <a:cubicBezTo>
                    <a:pt x="1516" y="1964"/>
                    <a:pt x="1934" y="1523"/>
                    <a:pt x="1934" y="983"/>
                  </a:cubicBezTo>
                  <a:cubicBezTo>
                    <a:pt x="1934" y="442"/>
                    <a:pt x="1516" y="1"/>
                    <a:pt x="982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3918;p63">
              <a:extLst>
                <a:ext uri="{FF2B5EF4-FFF2-40B4-BE49-F238E27FC236}">
                  <a16:creationId xmlns:a16="http://schemas.microsoft.com/office/drawing/2014/main" id="{59EEEEA0-3487-8E41-6781-699B8F65CD50}"/>
                </a:ext>
              </a:extLst>
            </p:cNvPr>
            <p:cNvSpPr/>
            <p:nvPr/>
          </p:nvSpPr>
          <p:spPr>
            <a:xfrm>
              <a:off x="5275692" y="1571923"/>
              <a:ext cx="144639" cy="38278"/>
            </a:xfrm>
            <a:custGeom>
              <a:avLst/>
              <a:gdLst/>
              <a:ahLst/>
              <a:cxnLst/>
              <a:rect l="l" t="t" r="r" b="b"/>
              <a:pathLst>
                <a:path w="7425" h="1965" extrusionOk="0">
                  <a:moveTo>
                    <a:pt x="6860" y="589"/>
                  </a:moveTo>
                  <a:lnTo>
                    <a:pt x="6860" y="1376"/>
                  </a:lnTo>
                  <a:lnTo>
                    <a:pt x="5878" y="1376"/>
                  </a:lnTo>
                  <a:lnTo>
                    <a:pt x="5878" y="589"/>
                  </a:lnTo>
                  <a:close/>
                  <a:moveTo>
                    <a:pt x="371" y="1"/>
                  </a:moveTo>
                  <a:cubicBezTo>
                    <a:pt x="147" y="1"/>
                    <a:pt x="0" y="171"/>
                    <a:pt x="0" y="371"/>
                  </a:cubicBezTo>
                  <a:lnTo>
                    <a:pt x="0" y="1570"/>
                  </a:lnTo>
                  <a:cubicBezTo>
                    <a:pt x="0" y="1788"/>
                    <a:pt x="147" y="1964"/>
                    <a:pt x="371" y="1964"/>
                  </a:cubicBezTo>
                  <a:lnTo>
                    <a:pt x="1546" y="1964"/>
                  </a:lnTo>
                  <a:cubicBezTo>
                    <a:pt x="1717" y="1964"/>
                    <a:pt x="1840" y="1817"/>
                    <a:pt x="1840" y="1670"/>
                  </a:cubicBezTo>
                  <a:cubicBezTo>
                    <a:pt x="1840" y="1494"/>
                    <a:pt x="1717" y="1376"/>
                    <a:pt x="1546" y="1376"/>
                  </a:cubicBezTo>
                  <a:lnTo>
                    <a:pt x="565" y="1376"/>
                  </a:lnTo>
                  <a:lnTo>
                    <a:pt x="565" y="589"/>
                  </a:lnTo>
                  <a:lnTo>
                    <a:pt x="5314" y="589"/>
                  </a:lnTo>
                  <a:lnTo>
                    <a:pt x="5314" y="1376"/>
                  </a:lnTo>
                  <a:lnTo>
                    <a:pt x="2869" y="1376"/>
                  </a:lnTo>
                  <a:cubicBezTo>
                    <a:pt x="2722" y="1376"/>
                    <a:pt x="2598" y="1494"/>
                    <a:pt x="2598" y="1670"/>
                  </a:cubicBezTo>
                  <a:cubicBezTo>
                    <a:pt x="2598" y="1817"/>
                    <a:pt x="2722" y="1964"/>
                    <a:pt x="2869" y="1964"/>
                  </a:cubicBezTo>
                  <a:lnTo>
                    <a:pt x="7054" y="1964"/>
                  </a:lnTo>
                  <a:cubicBezTo>
                    <a:pt x="7277" y="1964"/>
                    <a:pt x="7424" y="1788"/>
                    <a:pt x="7424" y="1570"/>
                  </a:cubicBezTo>
                  <a:lnTo>
                    <a:pt x="7424" y="371"/>
                  </a:lnTo>
                  <a:cubicBezTo>
                    <a:pt x="7424" y="171"/>
                    <a:pt x="7277" y="1"/>
                    <a:pt x="7054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3919;p63">
              <a:extLst>
                <a:ext uri="{FF2B5EF4-FFF2-40B4-BE49-F238E27FC236}">
                  <a16:creationId xmlns:a16="http://schemas.microsoft.com/office/drawing/2014/main" id="{EED26B84-D1CD-AF78-89B7-3AA9533F7B62}"/>
                </a:ext>
              </a:extLst>
            </p:cNvPr>
            <p:cNvSpPr/>
            <p:nvPr/>
          </p:nvSpPr>
          <p:spPr>
            <a:xfrm>
              <a:off x="5246160" y="1342938"/>
              <a:ext cx="379685" cy="318790"/>
            </a:xfrm>
            <a:custGeom>
              <a:avLst/>
              <a:gdLst/>
              <a:ahLst/>
              <a:cxnLst/>
              <a:rect l="l" t="t" r="r" b="b"/>
              <a:pathLst>
                <a:path w="19491" h="16365" extrusionOk="0">
                  <a:moveTo>
                    <a:pt x="10357" y="7177"/>
                  </a:moveTo>
                  <a:lnTo>
                    <a:pt x="10357" y="10339"/>
                  </a:lnTo>
                  <a:lnTo>
                    <a:pt x="9134" y="10339"/>
                  </a:lnTo>
                  <a:lnTo>
                    <a:pt x="9134" y="7177"/>
                  </a:lnTo>
                  <a:close/>
                  <a:moveTo>
                    <a:pt x="18932" y="10898"/>
                  </a:moveTo>
                  <a:lnTo>
                    <a:pt x="18932" y="14571"/>
                  </a:lnTo>
                  <a:lnTo>
                    <a:pt x="564" y="14571"/>
                  </a:lnTo>
                  <a:lnTo>
                    <a:pt x="564" y="10898"/>
                  </a:lnTo>
                  <a:close/>
                  <a:moveTo>
                    <a:pt x="3303" y="15136"/>
                  </a:moveTo>
                  <a:lnTo>
                    <a:pt x="2939" y="15776"/>
                  </a:lnTo>
                  <a:cubicBezTo>
                    <a:pt x="2915" y="15800"/>
                    <a:pt x="2886" y="15800"/>
                    <a:pt x="2863" y="15800"/>
                  </a:cubicBezTo>
                  <a:lnTo>
                    <a:pt x="1593" y="15800"/>
                  </a:lnTo>
                  <a:cubicBezTo>
                    <a:pt x="1540" y="15800"/>
                    <a:pt x="1516" y="15776"/>
                    <a:pt x="1516" y="15724"/>
                  </a:cubicBezTo>
                  <a:lnTo>
                    <a:pt x="1516" y="15136"/>
                  </a:lnTo>
                  <a:close/>
                  <a:moveTo>
                    <a:pt x="17974" y="15136"/>
                  </a:moveTo>
                  <a:lnTo>
                    <a:pt x="17974" y="15724"/>
                  </a:lnTo>
                  <a:cubicBezTo>
                    <a:pt x="17974" y="15776"/>
                    <a:pt x="17951" y="15800"/>
                    <a:pt x="17904" y="15800"/>
                  </a:cubicBezTo>
                  <a:lnTo>
                    <a:pt x="16628" y="15800"/>
                  </a:lnTo>
                  <a:cubicBezTo>
                    <a:pt x="16605" y="15800"/>
                    <a:pt x="16581" y="15800"/>
                    <a:pt x="16552" y="15776"/>
                  </a:cubicBezTo>
                  <a:lnTo>
                    <a:pt x="16188" y="15136"/>
                  </a:lnTo>
                  <a:close/>
                  <a:moveTo>
                    <a:pt x="9745" y="0"/>
                  </a:moveTo>
                  <a:cubicBezTo>
                    <a:pt x="9258" y="0"/>
                    <a:pt x="8864" y="418"/>
                    <a:pt x="8864" y="906"/>
                  </a:cubicBezTo>
                  <a:lnTo>
                    <a:pt x="8864" y="6613"/>
                  </a:lnTo>
                  <a:cubicBezTo>
                    <a:pt x="8693" y="6666"/>
                    <a:pt x="8570" y="6836"/>
                    <a:pt x="8570" y="7030"/>
                  </a:cubicBezTo>
                  <a:lnTo>
                    <a:pt x="8570" y="10339"/>
                  </a:lnTo>
                  <a:lnTo>
                    <a:pt x="535" y="10339"/>
                  </a:lnTo>
                  <a:cubicBezTo>
                    <a:pt x="241" y="10339"/>
                    <a:pt x="0" y="10557"/>
                    <a:pt x="0" y="10851"/>
                  </a:cubicBezTo>
                  <a:lnTo>
                    <a:pt x="0" y="14624"/>
                  </a:lnTo>
                  <a:cubicBezTo>
                    <a:pt x="0" y="14918"/>
                    <a:pt x="241" y="15136"/>
                    <a:pt x="535" y="15136"/>
                  </a:cubicBezTo>
                  <a:lnTo>
                    <a:pt x="952" y="15136"/>
                  </a:lnTo>
                  <a:lnTo>
                    <a:pt x="952" y="15724"/>
                  </a:lnTo>
                  <a:cubicBezTo>
                    <a:pt x="952" y="16094"/>
                    <a:pt x="1246" y="16364"/>
                    <a:pt x="1593" y="16364"/>
                  </a:cubicBezTo>
                  <a:lnTo>
                    <a:pt x="2863" y="16364"/>
                  </a:lnTo>
                  <a:cubicBezTo>
                    <a:pt x="3109" y="16364"/>
                    <a:pt x="3303" y="16264"/>
                    <a:pt x="3427" y="16070"/>
                  </a:cubicBezTo>
                  <a:lnTo>
                    <a:pt x="3968" y="15136"/>
                  </a:lnTo>
                  <a:lnTo>
                    <a:pt x="15523" y="15136"/>
                  </a:lnTo>
                  <a:lnTo>
                    <a:pt x="16064" y="16070"/>
                  </a:lnTo>
                  <a:cubicBezTo>
                    <a:pt x="16188" y="16264"/>
                    <a:pt x="16405" y="16364"/>
                    <a:pt x="16628" y="16364"/>
                  </a:cubicBezTo>
                  <a:lnTo>
                    <a:pt x="17904" y="16364"/>
                  </a:lnTo>
                  <a:cubicBezTo>
                    <a:pt x="18268" y="16364"/>
                    <a:pt x="18539" y="16094"/>
                    <a:pt x="18539" y="15724"/>
                  </a:cubicBezTo>
                  <a:lnTo>
                    <a:pt x="18539" y="15136"/>
                  </a:lnTo>
                  <a:lnTo>
                    <a:pt x="18956" y="15136"/>
                  </a:lnTo>
                  <a:cubicBezTo>
                    <a:pt x="19250" y="15136"/>
                    <a:pt x="19491" y="14918"/>
                    <a:pt x="19491" y="14624"/>
                  </a:cubicBezTo>
                  <a:lnTo>
                    <a:pt x="19491" y="10851"/>
                  </a:lnTo>
                  <a:cubicBezTo>
                    <a:pt x="19491" y="10557"/>
                    <a:pt x="19250" y="10339"/>
                    <a:pt x="18956" y="10339"/>
                  </a:cubicBezTo>
                  <a:lnTo>
                    <a:pt x="10945" y="10339"/>
                  </a:lnTo>
                  <a:lnTo>
                    <a:pt x="10945" y="7030"/>
                  </a:lnTo>
                  <a:cubicBezTo>
                    <a:pt x="10945" y="6836"/>
                    <a:pt x="10821" y="6666"/>
                    <a:pt x="10627" y="6613"/>
                  </a:cubicBezTo>
                  <a:lnTo>
                    <a:pt x="10627" y="3210"/>
                  </a:lnTo>
                  <a:cubicBezTo>
                    <a:pt x="10627" y="3063"/>
                    <a:pt x="10504" y="2939"/>
                    <a:pt x="10357" y="2939"/>
                  </a:cubicBezTo>
                  <a:cubicBezTo>
                    <a:pt x="10186" y="2939"/>
                    <a:pt x="10063" y="3063"/>
                    <a:pt x="10063" y="3210"/>
                  </a:cubicBezTo>
                  <a:lnTo>
                    <a:pt x="10063" y="6589"/>
                  </a:lnTo>
                  <a:lnTo>
                    <a:pt x="9428" y="6589"/>
                  </a:lnTo>
                  <a:lnTo>
                    <a:pt x="9428" y="906"/>
                  </a:lnTo>
                  <a:cubicBezTo>
                    <a:pt x="9428" y="735"/>
                    <a:pt x="9575" y="588"/>
                    <a:pt x="9745" y="588"/>
                  </a:cubicBezTo>
                  <a:cubicBezTo>
                    <a:pt x="9916" y="588"/>
                    <a:pt x="10063" y="735"/>
                    <a:pt x="10063" y="906"/>
                  </a:cubicBezTo>
                  <a:lnTo>
                    <a:pt x="10063" y="1911"/>
                  </a:lnTo>
                  <a:cubicBezTo>
                    <a:pt x="10063" y="2058"/>
                    <a:pt x="10186" y="2181"/>
                    <a:pt x="10357" y="2181"/>
                  </a:cubicBezTo>
                  <a:cubicBezTo>
                    <a:pt x="10504" y="2181"/>
                    <a:pt x="10627" y="2058"/>
                    <a:pt x="10627" y="1911"/>
                  </a:cubicBezTo>
                  <a:lnTo>
                    <a:pt x="10627" y="906"/>
                  </a:lnTo>
                  <a:cubicBezTo>
                    <a:pt x="10627" y="418"/>
                    <a:pt x="10233" y="0"/>
                    <a:pt x="9745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3920;p63">
              <a:extLst>
                <a:ext uri="{FF2B5EF4-FFF2-40B4-BE49-F238E27FC236}">
                  <a16:creationId xmlns:a16="http://schemas.microsoft.com/office/drawing/2014/main" id="{6B443D44-3519-1F6D-109A-E91926232F2D}"/>
                </a:ext>
              </a:extLst>
            </p:cNvPr>
            <p:cNvSpPr/>
            <p:nvPr/>
          </p:nvSpPr>
          <p:spPr>
            <a:xfrm>
              <a:off x="5409771" y="1308127"/>
              <a:ext cx="52460" cy="22460"/>
            </a:xfrm>
            <a:custGeom>
              <a:avLst/>
              <a:gdLst/>
              <a:ahLst/>
              <a:cxnLst/>
              <a:rect l="l" t="t" r="r" b="b"/>
              <a:pathLst>
                <a:path w="2693" h="1153" extrusionOk="0">
                  <a:moveTo>
                    <a:pt x="1346" y="1"/>
                  </a:moveTo>
                  <a:cubicBezTo>
                    <a:pt x="835" y="1"/>
                    <a:pt x="365" y="271"/>
                    <a:pt x="100" y="712"/>
                  </a:cubicBezTo>
                  <a:cubicBezTo>
                    <a:pt x="0" y="835"/>
                    <a:pt x="47" y="1006"/>
                    <a:pt x="171" y="1106"/>
                  </a:cubicBezTo>
                  <a:cubicBezTo>
                    <a:pt x="218" y="1128"/>
                    <a:pt x="267" y="1138"/>
                    <a:pt x="315" y="1138"/>
                  </a:cubicBezTo>
                  <a:cubicBezTo>
                    <a:pt x="419" y="1138"/>
                    <a:pt x="520" y="1090"/>
                    <a:pt x="588" y="1006"/>
                  </a:cubicBezTo>
                  <a:cubicBezTo>
                    <a:pt x="735" y="735"/>
                    <a:pt x="1029" y="565"/>
                    <a:pt x="1346" y="565"/>
                  </a:cubicBezTo>
                  <a:cubicBezTo>
                    <a:pt x="1664" y="565"/>
                    <a:pt x="1958" y="735"/>
                    <a:pt x="2128" y="1006"/>
                  </a:cubicBezTo>
                  <a:cubicBezTo>
                    <a:pt x="2181" y="1106"/>
                    <a:pt x="2275" y="1153"/>
                    <a:pt x="2375" y="1153"/>
                  </a:cubicBezTo>
                  <a:cubicBezTo>
                    <a:pt x="2422" y="1153"/>
                    <a:pt x="2475" y="1129"/>
                    <a:pt x="2522" y="1106"/>
                  </a:cubicBezTo>
                  <a:cubicBezTo>
                    <a:pt x="2645" y="1006"/>
                    <a:pt x="2692" y="835"/>
                    <a:pt x="2622" y="712"/>
                  </a:cubicBezTo>
                  <a:cubicBezTo>
                    <a:pt x="2352" y="271"/>
                    <a:pt x="1864" y="1"/>
                    <a:pt x="1346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3921;p63">
              <a:extLst>
                <a:ext uri="{FF2B5EF4-FFF2-40B4-BE49-F238E27FC236}">
                  <a16:creationId xmlns:a16="http://schemas.microsoft.com/office/drawing/2014/main" id="{16B9BABE-5A2C-BE19-6B85-905B9367D809}"/>
                </a:ext>
              </a:extLst>
            </p:cNvPr>
            <p:cNvSpPr/>
            <p:nvPr/>
          </p:nvSpPr>
          <p:spPr>
            <a:xfrm>
              <a:off x="5387779" y="1282375"/>
              <a:ext cx="96426" cy="34421"/>
            </a:xfrm>
            <a:custGeom>
              <a:avLst/>
              <a:gdLst/>
              <a:ahLst/>
              <a:cxnLst/>
              <a:rect l="l" t="t" r="r" b="b"/>
              <a:pathLst>
                <a:path w="4950" h="1767" extrusionOk="0">
                  <a:moveTo>
                    <a:pt x="2475" y="0"/>
                  </a:moveTo>
                  <a:cubicBezTo>
                    <a:pt x="1494" y="0"/>
                    <a:pt x="612" y="488"/>
                    <a:pt x="101" y="1323"/>
                  </a:cubicBezTo>
                  <a:cubicBezTo>
                    <a:pt x="1" y="1469"/>
                    <a:pt x="54" y="1640"/>
                    <a:pt x="201" y="1716"/>
                  </a:cubicBezTo>
                  <a:cubicBezTo>
                    <a:pt x="243" y="1751"/>
                    <a:pt x="294" y="1766"/>
                    <a:pt x="345" y="1766"/>
                  </a:cubicBezTo>
                  <a:cubicBezTo>
                    <a:pt x="436" y="1766"/>
                    <a:pt x="529" y="1718"/>
                    <a:pt x="589" y="1640"/>
                  </a:cubicBezTo>
                  <a:cubicBezTo>
                    <a:pt x="982" y="958"/>
                    <a:pt x="1694" y="564"/>
                    <a:pt x="2475" y="564"/>
                  </a:cubicBezTo>
                  <a:cubicBezTo>
                    <a:pt x="3257" y="564"/>
                    <a:pt x="3968" y="958"/>
                    <a:pt x="4386" y="1640"/>
                  </a:cubicBezTo>
                  <a:cubicBezTo>
                    <a:pt x="4433" y="1716"/>
                    <a:pt x="4533" y="1763"/>
                    <a:pt x="4633" y="1763"/>
                  </a:cubicBezTo>
                  <a:cubicBezTo>
                    <a:pt x="4680" y="1763"/>
                    <a:pt x="4727" y="1763"/>
                    <a:pt x="4780" y="1740"/>
                  </a:cubicBezTo>
                  <a:cubicBezTo>
                    <a:pt x="4903" y="1640"/>
                    <a:pt x="4950" y="1469"/>
                    <a:pt x="4874" y="1323"/>
                  </a:cubicBezTo>
                  <a:cubicBezTo>
                    <a:pt x="4362" y="488"/>
                    <a:pt x="3457" y="0"/>
                    <a:pt x="2475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" name="Google Shape;3382;p63">
            <a:extLst>
              <a:ext uri="{FF2B5EF4-FFF2-40B4-BE49-F238E27FC236}">
                <a16:creationId xmlns:a16="http://schemas.microsoft.com/office/drawing/2014/main" id="{50451CCB-2B12-52AF-6FD9-3ED1A8E9B68B}"/>
              </a:ext>
            </a:extLst>
          </p:cNvPr>
          <p:cNvGrpSpPr/>
          <p:nvPr/>
        </p:nvGrpSpPr>
        <p:grpSpPr>
          <a:xfrm>
            <a:off x="7186255" y="1539562"/>
            <a:ext cx="379821" cy="295051"/>
            <a:chOff x="6398236" y="4228757"/>
            <a:chExt cx="379821" cy="379821"/>
          </a:xfrm>
        </p:grpSpPr>
        <p:sp>
          <p:nvSpPr>
            <p:cNvPr id="48" name="Google Shape;3383;p63">
              <a:extLst>
                <a:ext uri="{FF2B5EF4-FFF2-40B4-BE49-F238E27FC236}">
                  <a16:creationId xmlns:a16="http://schemas.microsoft.com/office/drawing/2014/main" id="{E0F17979-A51A-BAEB-BC15-48C44D3EE984}"/>
                </a:ext>
              </a:extLst>
            </p:cNvPr>
            <p:cNvSpPr/>
            <p:nvPr/>
          </p:nvSpPr>
          <p:spPr>
            <a:xfrm>
              <a:off x="6403963" y="4497384"/>
              <a:ext cx="368815" cy="47765"/>
            </a:xfrm>
            <a:custGeom>
              <a:avLst/>
              <a:gdLst/>
              <a:ahLst/>
              <a:cxnLst/>
              <a:rect l="l" t="t" r="r" b="b"/>
              <a:pathLst>
                <a:path w="18933" h="2452" extrusionOk="0">
                  <a:moveTo>
                    <a:pt x="0" y="0"/>
                  </a:moveTo>
                  <a:lnTo>
                    <a:pt x="0" y="1493"/>
                  </a:lnTo>
                  <a:cubicBezTo>
                    <a:pt x="0" y="2010"/>
                    <a:pt x="441" y="2451"/>
                    <a:pt x="959" y="2451"/>
                  </a:cubicBezTo>
                  <a:lnTo>
                    <a:pt x="17951" y="2451"/>
                  </a:lnTo>
                  <a:cubicBezTo>
                    <a:pt x="18492" y="2451"/>
                    <a:pt x="18933" y="2010"/>
                    <a:pt x="18933" y="1493"/>
                  </a:cubicBezTo>
                  <a:lnTo>
                    <a:pt x="18933" y="0"/>
                  </a:ln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3384;p63">
              <a:extLst>
                <a:ext uri="{FF2B5EF4-FFF2-40B4-BE49-F238E27FC236}">
                  <a16:creationId xmlns:a16="http://schemas.microsoft.com/office/drawing/2014/main" id="{AE267678-6525-E711-F737-104C4FEA7F3C}"/>
                </a:ext>
              </a:extLst>
            </p:cNvPr>
            <p:cNvSpPr/>
            <p:nvPr/>
          </p:nvSpPr>
          <p:spPr>
            <a:xfrm>
              <a:off x="6403963" y="4287508"/>
              <a:ext cx="368815" cy="209897"/>
            </a:xfrm>
            <a:custGeom>
              <a:avLst/>
              <a:gdLst/>
              <a:ahLst/>
              <a:cxnLst/>
              <a:rect l="l" t="t" r="r" b="b"/>
              <a:pathLst>
                <a:path w="18933" h="10775" extrusionOk="0">
                  <a:moveTo>
                    <a:pt x="959" y="0"/>
                  </a:moveTo>
                  <a:cubicBezTo>
                    <a:pt x="441" y="0"/>
                    <a:pt x="0" y="417"/>
                    <a:pt x="0" y="952"/>
                  </a:cubicBezTo>
                  <a:lnTo>
                    <a:pt x="0" y="10774"/>
                  </a:lnTo>
                  <a:lnTo>
                    <a:pt x="18933" y="10774"/>
                  </a:lnTo>
                  <a:lnTo>
                    <a:pt x="18933" y="952"/>
                  </a:lnTo>
                  <a:cubicBezTo>
                    <a:pt x="18933" y="417"/>
                    <a:pt x="18492" y="0"/>
                    <a:pt x="17951" y="0"/>
                  </a:cubicBezTo>
                  <a:close/>
                </a:path>
              </a:pathLst>
            </a:custGeom>
            <a:solidFill>
              <a:srgbClr val="FF93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3385;p63">
              <a:extLst>
                <a:ext uri="{FF2B5EF4-FFF2-40B4-BE49-F238E27FC236}">
                  <a16:creationId xmlns:a16="http://schemas.microsoft.com/office/drawing/2014/main" id="{0EAC38DE-DC7A-0529-CC03-1E2F62917BE6}"/>
                </a:ext>
              </a:extLst>
            </p:cNvPr>
            <p:cNvSpPr/>
            <p:nvPr/>
          </p:nvSpPr>
          <p:spPr>
            <a:xfrm>
              <a:off x="6403963" y="4287508"/>
              <a:ext cx="368815" cy="209897"/>
            </a:xfrm>
            <a:custGeom>
              <a:avLst/>
              <a:gdLst/>
              <a:ahLst/>
              <a:cxnLst/>
              <a:rect l="l" t="t" r="r" b="b"/>
              <a:pathLst>
                <a:path w="18933" h="10775" extrusionOk="0">
                  <a:moveTo>
                    <a:pt x="959" y="0"/>
                  </a:moveTo>
                  <a:cubicBezTo>
                    <a:pt x="441" y="0"/>
                    <a:pt x="0" y="417"/>
                    <a:pt x="0" y="952"/>
                  </a:cubicBezTo>
                  <a:lnTo>
                    <a:pt x="0" y="10774"/>
                  </a:lnTo>
                  <a:lnTo>
                    <a:pt x="18933" y="10774"/>
                  </a:lnTo>
                  <a:lnTo>
                    <a:pt x="18933" y="952"/>
                  </a:lnTo>
                  <a:cubicBezTo>
                    <a:pt x="18933" y="417"/>
                    <a:pt x="18492" y="0"/>
                    <a:pt x="17951" y="0"/>
                  </a:cubicBezTo>
                  <a:close/>
                </a:path>
              </a:pathLst>
            </a:custGeom>
            <a:solidFill>
              <a:srgbClr val="FF93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3386;p63">
              <a:extLst>
                <a:ext uri="{FF2B5EF4-FFF2-40B4-BE49-F238E27FC236}">
                  <a16:creationId xmlns:a16="http://schemas.microsoft.com/office/drawing/2014/main" id="{FA9E860C-C1FD-45E6-412F-36B506A962AC}"/>
                </a:ext>
              </a:extLst>
            </p:cNvPr>
            <p:cNvSpPr/>
            <p:nvPr/>
          </p:nvSpPr>
          <p:spPr>
            <a:xfrm>
              <a:off x="6738880" y="4287508"/>
              <a:ext cx="33895" cy="209897"/>
            </a:xfrm>
            <a:custGeom>
              <a:avLst/>
              <a:gdLst/>
              <a:ahLst/>
              <a:cxnLst/>
              <a:rect l="l" t="t" r="r" b="b"/>
              <a:pathLst>
                <a:path w="1740" h="10775" extrusionOk="0">
                  <a:moveTo>
                    <a:pt x="0" y="0"/>
                  </a:moveTo>
                  <a:cubicBezTo>
                    <a:pt x="541" y="0"/>
                    <a:pt x="982" y="417"/>
                    <a:pt x="982" y="952"/>
                  </a:cubicBezTo>
                  <a:lnTo>
                    <a:pt x="982" y="10774"/>
                  </a:lnTo>
                  <a:lnTo>
                    <a:pt x="1740" y="10774"/>
                  </a:lnTo>
                  <a:lnTo>
                    <a:pt x="1740" y="952"/>
                  </a:lnTo>
                  <a:cubicBezTo>
                    <a:pt x="1740" y="417"/>
                    <a:pt x="1299" y="0"/>
                    <a:pt x="758" y="0"/>
                  </a:cubicBezTo>
                  <a:close/>
                </a:path>
              </a:pathLst>
            </a:custGeom>
            <a:solidFill>
              <a:srgbClr val="FF61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3387;p63">
              <a:extLst>
                <a:ext uri="{FF2B5EF4-FFF2-40B4-BE49-F238E27FC236}">
                  <a16:creationId xmlns:a16="http://schemas.microsoft.com/office/drawing/2014/main" id="{5DA22589-0820-A3D2-ECD3-B45FCE41758F}"/>
                </a:ext>
              </a:extLst>
            </p:cNvPr>
            <p:cNvSpPr/>
            <p:nvPr/>
          </p:nvSpPr>
          <p:spPr>
            <a:xfrm>
              <a:off x="6738880" y="4497384"/>
              <a:ext cx="33895" cy="47765"/>
            </a:xfrm>
            <a:custGeom>
              <a:avLst/>
              <a:gdLst/>
              <a:ahLst/>
              <a:cxnLst/>
              <a:rect l="l" t="t" r="r" b="b"/>
              <a:pathLst>
                <a:path w="1740" h="2452" extrusionOk="0">
                  <a:moveTo>
                    <a:pt x="982" y="0"/>
                  </a:moveTo>
                  <a:lnTo>
                    <a:pt x="982" y="1493"/>
                  </a:lnTo>
                  <a:cubicBezTo>
                    <a:pt x="982" y="2010"/>
                    <a:pt x="541" y="2451"/>
                    <a:pt x="0" y="2451"/>
                  </a:cubicBezTo>
                  <a:lnTo>
                    <a:pt x="758" y="2451"/>
                  </a:lnTo>
                  <a:cubicBezTo>
                    <a:pt x="1299" y="2451"/>
                    <a:pt x="1740" y="2010"/>
                    <a:pt x="1740" y="1493"/>
                  </a:cubicBezTo>
                  <a:lnTo>
                    <a:pt x="1740" y="0"/>
                  </a:lnTo>
                  <a:close/>
                </a:path>
              </a:pathLst>
            </a:custGeom>
            <a:solidFill>
              <a:srgbClr val="866A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3388;p63">
              <a:extLst>
                <a:ext uri="{FF2B5EF4-FFF2-40B4-BE49-F238E27FC236}">
                  <a16:creationId xmlns:a16="http://schemas.microsoft.com/office/drawing/2014/main" id="{00146D44-045A-135C-67B4-FFBE1760F023}"/>
                </a:ext>
              </a:extLst>
            </p:cNvPr>
            <p:cNvSpPr/>
            <p:nvPr/>
          </p:nvSpPr>
          <p:spPr>
            <a:xfrm>
              <a:off x="6546166" y="4545129"/>
              <a:ext cx="83959" cy="57719"/>
            </a:xfrm>
            <a:custGeom>
              <a:avLst/>
              <a:gdLst/>
              <a:ahLst/>
              <a:cxnLst/>
              <a:rect l="l" t="t" r="r" b="b"/>
              <a:pathLst>
                <a:path w="4310" h="2963" extrusionOk="0">
                  <a:moveTo>
                    <a:pt x="318" y="0"/>
                  </a:moveTo>
                  <a:cubicBezTo>
                    <a:pt x="318" y="0"/>
                    <a:pt x="295" y="2181"/>
                    <a:pt x="1" y="2963"/>
                  </a:cubicBezTo>
                  <a:lnTo>
                    <a:pt x="4309" y="2963"/>
                  </a:lnTo>
                  <a:cubicBezTo>
                    <a:pt x="4039" y="2181"/>
                    <a:pt x="4015" y="0"/>
                    <a:pt x="4015" y="0"/>
                  </a:cubicBezTo>
                  <a:close/>
                </a:path>
              </a:pathLst>
            </a:custGeom>
            <a:solidFill>
              <a:srgbClr val="866A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3389;p63">
              <a:extLst>
                <a:ext uri="{FF2B5EF4-FFF2-40B4-BE49-F238E27FC236}">
                  <a16:creationId xmlns:a16="http://schemas.microsoft.com/office/drawing/2014/main" id="{CD03F9E2-2250-ED6A-CD3C-31F99061AD18}"/>
                </a:ext>
              </a:extLst>
            </p:cNvPr>
            <p:cNvSpPr/>
            <p:nvPr/>
          </p:nvSpPr>
          <p:spPr>
            <a:xfrm>
              <a:off x="6551893" y="4545129"/>
              <a:ext cx="72953" cy="14785"/>
            </a:xfrm>
            <a:custGeom>
              <a:avLst/>
              <a:gdLst/>
              <a:ahLst/>
              <a:cxnLst/>
              <a:rect l="l" t="t" r="r" b="b"/>
              <a:pathLst>
                <a:path w="3745" h="759" extrusionOk="0">
                  <a:moveTo>
                    <a:pt x="24" y="0"/>
                  </a:moveTo>
                  <a:cubicBezTo>
                    <a:pt x="24" y="0"/>
                    <a:pt x="24" y="318"/>
                    <a:pt x="1" y="758"/>
                  </a:cubicBezTo>
                  <a:lnTo>
                    <a:pt x="3745" y="758"/>
                  </a:lnTo>
                  <a:cubicBezTo>
                    <a:pt x="3721" y="318"/>
                    <a:pt x="3721" y="0"/>
                    <a:pt x="3721" y="0"/>
                  </a:cubicBez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3390;p63">
              <a:extLst>
                <a:ext uri="{FF2B5EF4-FFF2-40B4-BE49-F238E27FC236}">
                  <a16:creationId xmlns:a16="http://schemas.microsoft.com/office/drawing/2014/main" id="{C5D5D220-7116-E16E-1083-A5A9D5B9A10F}"/>
                </a:ext>
              </a:extLst>
            </p:cNvPr>
            <p:cNvSpPr/>
            <p:nvPr/>
          </p:nvSpPr>
          <p:spPr>
            <a:xfrm>
              <a:off x="6551893" y="4545129"/>
              <a:ext cx="72953" cy="14785"/>
            </a:xfrm>
            <a:custGeom>
              <a:avLst/>
              <a:gdLst/>
              <a:ahLst/>
              <a:cxnLst/>
              <a:rect l="l" t="t" r="r" b="b"/>
              <a:pathLst>
                <a:path w="3745" h="759" extrusionOk="0">
                  <a:moveTo>
                    <a:pt x="24" y="0"/>
                  </a:moveTo>
                  <a:cubicBezTo>
                    <a:pt x="24" y="0"/>
                    <a:pt x="24" y="318"/>
                    <a:pt x="1" y="758"/>
                  </a:cubicBezTo>
                  <a:lnTo>
                    <a:pt x="3745" y="758"/>
                  </a:lnTo>
                  <a:cubicBezTo>
                    <a:pt x="3721" y="318"/>
                    <a:pt x="3721" y="0"/>
                    <a:pt x="3721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3391;p63">
              <a:extLst>
                <a:ext uri="{FF2B5EF4-FFF2-40B4-BE49-F238E27FC236}">
                  <a16:creationId xmlns:a16="http://schemas.microsoft.com/office/drawing/2014/main" id="{973C4693-2157-82A4-8C9C-C0CA0F60C120}"/>
                </a:ext>
              </a:extLst>
            </p:cNvPr>
            <p:cNvSpPr/>
            <p:nvPr/>
          </p:nvSpPr>
          <p:spPr>
            <a:xfrm>
              <a:off x="6427320" y="4312813"/>
              <a:ext cx="322102" cy="184592"/>
            </a:xfrm>
            <a:custGeom>
              <a:avLst/>
              <a:gdLst/>
              <a:ahLst/>
              <a:cxnLst/>
              <a:rect l="l" t="t" r="r" b="b"/>
              <a:pathLst>
                <a:path w="16535" h="9476" extrusionOk="0">
                  <a:moveTo>
                    <a:pt x="418" y="0"/>
                  </a:moveTo>
                  <a:cubicBezTo>
                    <a:pt x="177" y="0"/>
                    <a:pt x="1" y="194"/>
                    <a:pt x="1" y="417"/>
                  </a:cubicBezTo>
                  <a:lnTo>
                    <a:pt x="1" y="9475"/>
                  </a:lnTo>
                  <a:lnTo>
                    <a:pt x="16535" y="9475"/>
                  </a:lnTo>
                  <a:lnTo>
                    <a:pt x="16535" y="417"/>
                  </a:lnTo>
                  <a:cubicBezTo>
                    <a:pt x="16535" y="194"/>
                    <a:pt x="16341" y="0"/>
                    <a:pt x="16118" y="0"/>
                  </a:cubicBezTo>
                  <a:close/>
                </a:path>
              </a:pathLst>
            </a:custGeom>
            <a:solidFill>
              <a:srgbClr val="00C7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3392;p63">
              <a:extLst>
                <a:ext uri="{FF2B5EF4-FFF2-40B4-BE49-F238E27FC236}">
                  <a16:creationId xmlns:a16="http://schemas.microsoft.com/office/drawing/2014/main" id="{E8552CD7-6B5C-C181-D685-0BEF0C33AA59}"/>
                </a:ext>
              </a:extLst>
            </p:cNvPr>
            <p:cNvSpPr/>
            <p:nvPr/>
          </p:nvSpPr>
          <p:spPr>
            <a:xfrm>
              <a:off x="6726510" y="4312813"/>
              <a:ext cx="22908" cy="184592"/>
            </a:xfrm>
            <a:custGeom>
              <a:avLst/>
              <a:gdLst/>
              <a:ahLst/>
              <a:cxnLst/>
              <a:rect l="l" t="t" r="r" b="b"/>
              <a:pathLst>
                <a:path w="1176" h="9476" extrusionOk="0">
                  <a:moveTo>
                    <a:pt x="0" y="0"/>
                  </a:moveTo>
                  <a:cubicBezTo>
                    <a:pt x="218" y="0"/>
                    <a:pt x="418" y="194"/>
                    <a:pt x="418" y="417"/>
                  </a:cubicBezTo>
                  <a:lnTo>
                    <a:pt x="418" y="9475"/>
                  </a:lnTo>
                  <a:lnTo>
                    <a:pt x="1176" y="9475"/>
                  </a:lnTo>
                  <a:lnTo>
                    <a:pt x="1176" y="417"/>
                  </a:lnTo>
                  <a:cubicBezTo>
                    <a:pt x="1176" y="194"/>
                    <a:pt x="982" y="0"/>
                    <a:pt x="759" y="0"/>
                  </a:cubicBezTo>
                  <a:close/>
                </a:path>
              </a:pathLst>
            </a:custGeom>
            <a:solidFill>
              <a:srgbClr val="00C7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3393;p63">
              <a:extLst>
                <a:ext uri="{FF2B5EF4-FFF2-40B4-BE49-F238E27FC236}">
                  <a16:creationId xmlns:a16="http://schemas.microsoft.com/office/drawing/2014/main" id="{FAF2B77B-BA74-0A85-BA18-C9450DCA4C40}"/>
                </a:ext>
              </a:extLst>
            </p:cNvPr>
            <p:cNvSpPr/>
            <p:nvPr/>
          </p:nvSpPr>
          <p:spPr>
            <a:xfrm>
              <a:off x="6565295" y="4234484"/>
              <a:ext cx="163184" cy="163184"/>
            </a:xfrm>
            <a:custGeom>
              <a:avLst/>
              <a:gdLst/>
              <a:ahLst/>
              <a:cxnLst/>
              <a:rect l="l" t="t" r="r" b="b"/>
              <a:pathLst>
                <a:path w="8377" h="8377" extrusionOk="0">
                  <a:moveTo>
                    <a:pt x="3721" y="1"/>
                  </a:moveTo>
                  <a:cubicBezTo>
                    <a:pt x="3621" y="1"/>
                    <a:pt x="3527" y="77"/>
                    <a:pt x="3527" y="201"/>
                  </a:cubicBezTo>
                  <a:lnTo>
                    <a:pt x="3527" y="835"/>
                  </a:lnTo>
                  <a:cubicBezTo>
                    <a:pt x="3527" y="912"/>
                    <a:pt x="3474" y="1006"/>
                    <a:pt x="3380" y="1029"/>
                  </a:cubicBezTo>
                  <a:cubicBezTo>
                    <a:pt x="3086" y="1106"/>
                    <a:pt x="2792" y="1229"/>
                    <a:pt x="2522" y="1376"/>
                  </a:cubicBezTo>
                  <a:cubicBezTo>
                    <a:pt x="2488" y="1397"/>
                    <a:pt x="2450" y="1409"/>
                    <a:pt x="2411" y="1409"/>
                  </a:cubicBezTo>
                  <a:cubicBezTo>
                    <a:pt x="2365" y="1409"/>
                    <a:pt x="2317" y="1391"/>
                    <a:pt x="2275" y="1353"/>
                  </a:cubicBezTo>
                  <a:lnTo>
                    <a:pt x="1834" y="882"/>
                  </a:lnTo>
                  <a:cubicBezTo>
                    <a:pt x="1799" y="847"/>
                    <a:pt x="1750" y="829"/>
                    <a:pt x="1701" y="829"/>
                  </a:cubicBezTo>
                  <a:cubicBezTo>
                    <a:pt x="1652" y="829"/>
                    <a:pt x="1602" y="847"/>
                    <a:pt x="1564" y="882"/>
                  </a:cubicBezTo>
                  <a:lnTo>
                    <a:pt x="906" y="1547"/>
                  </a:lnTo>
                  <a:cubicBezTo>
                    <a:pt x="829" y="1617"/>
                    <a:pt x="829" y="1741"/>
                    <a:pt x="906" y="1817"/>
                  </a:cubicBezTo>
                  <a:lnTo>
                    <a:pt x="1346" y="2281"/>
                  </a:lnTo>
                  <a:cubicBezTo>
                    <a:pt x="1417" y="2328"/>
                    <a:pt x="1417" y="2428"/>
                    <a:pt x="1393" y="2528"/>
                  </a:cubicBezTo>
                  <a:cubicBezTo>
                    <a:pt x="1223" y="2769"/>
                    <a:pt x="1099" y="3063"/>
                    <a:pt x="1029" y="3380"/>
                  </a:cubicBezTo>
                  <a:cubicBezTo>
                    <a:pt x="1000" y="3457"/>
                    <a:pt x="929" y="3527"/>
                    <a:pt x="829" y="3527"/>
                  </a:cubicBezTo>
                  <a:lnTo>
                    <a:pt x="194" y="3527"/>
                  </a:lnTo>
                  <a:cubicBezTo>
                    <a:pt x="94" y="3527"/>
                    <a:pt x="0" y="3604"/>
                    <a:pt x="0" y="3727"/>
                  </a:cubicBezTo>
                  <a:lnTo>
                    <a:pt x="0" y="4656"/>
                  </a:lnTo>
                  <a:cubicBezTo>
                    <a:pt x="0" y="4756"/>
                    <a:pt x="94" y="4850"/>
                    <a:pt x="194" y="4850"/>
                  </a:cubicBezTo>
                  <a:lnTo>
                    <a:pt x="829" y="4850"/>
                  </a:lnTo>
                  <a:cubicBezTo>
                    <a:pt x="929" y="4850"/>
                    <a:pt x="1000" y="4903"/>
                    <a:pt x="1029" y="4997"/>
                  </a:cubicBezTo>
                  <a:cubicBezTo>
                    <a:pt x="1099" y="5291"/>
                    <a:pt x="1223" y="5585"/>
                    <a:pt x="1393" y="5855"/>
                  </a:cubicBezTo>
                  <a:cubicBezTo>
                    <a:pt x="1417" y="5931"/>
                    <a:pt x="1417" y="6025"/>
                    <a:pt x="1346" y="6078"/>
                  </a:cubicBezTo>
                  <a:lnTo>
                    <a:pt x="906" y="6543"/>
                  </a:lnTo>
                  <a:cubicBezTo>
                    <a:pt x="829" y="6613"/>
                    <a:pt x="829" y="6737"/>
                    <a:pt x="906" y="6813"/>
                  </a:cubicBezTo>
                  <a:lnTo>
                    <a:pt x="1564" y="7471"/>
                  </a:lnTo>
                  <a:cubicBezTo>
                    <a:pt x="1602" y="7510"/>
                    <a:pt x="1652" y="7529"/>
                    <a:pt x="1701" y="7529"/>
                  </a:cubicBezTo>
                  <a:cubicBezTo>
                    <a:pt x="1750" y="7529"/>
                    <a:pt x="1799" y="7510"/>
                    <a:pt x="1834" y="7471"/>
                  </a:cubicBezTo>
                  <a:lnTo>
                    <a:pt x="2275" y="7007"/>
                  </a:lnTo>
                  <a:cubicBezTo>
                    <a:pt x="2322" y="6978"/>
                    <a:pt x="2376" y="6958"/>
                    <a:pt x="2429" y="6958"/>
                  </a:cubicBezTo>
                  <a:cubicBezTo>
                    <a:pt x="2461" y="6958"/>
                    <a:pt x="2493" y="6966"/>
                    <a:pt x="2522" y="6984"/>
                  </a:cubicBezTo>
                  <a:cubicBezTo>
                    <a:pt x="2792" y="7154"/>
                    <a:pt x="3086" y="7277"/>
                    <a:pt x="3380" y="7348"/>
                  </a:cubicBezTo>
                  <a:cubicBezTo>
                    <a:pt x="3474" y="7377"/>
                    <a:pt x="3527" y="7448"/>
                    <a:pt x="3527" y="7548"/>
                  </a:cubicBezTo>
                  <a:lnTo>
                    <a:pt x="3527" y="8183"/>
                  </a:lnTo>
                  <a:cubicBezTo>
                    <a:pt x="3527" y="8283"/>
                    <a:pt x="3621" y="8377"/>
                    <a:pt x="3721" y="8377"/>
                  </a:cubicBezTo>
                  <a:lnTo>
                    <a:pt x="4650" y="8377"/>
                  </a:lnTo>
                  <a:cubicBezTo>
                    <a:pt x="4750" y="8377"/>
                    <a:pt x="4850" y="8283"/>
                    <a:pt x="4850" y="8183"/>
                  </a:cubicBezTo>
                  <a:lnTo>
                    <a:pt x="4850" y="7548"/>
                  </a:lnTo>
                  <a:cubicBezTo>
                    <a:pt x="4850" y="7448"/>
                    <a:pt x="4897" y="7377"/>
                    <a:pt x="4996" y="7348"/>
                  </a:cubicBezTo>
                  <a:cubicBezTo>
                    <a:pt x="5314" y="7277"/>
                    <a:pt x="5584" y="7154"/>
                    <a:pt x="5849" y="6984"/>
                  </a:cubicBezTo>
                  <a:cubicBezTo>
                    <a:pt x="5878" y="6966"/>
                    <a:pt x="5911" y="6958"/>
                    <a:pt x="5944" y="6958"/>
                  </a:cubicBezTo>
                  <a:cubicBezTo>
                    <a:pt x="5997" y="6958"/>
                    <a:pt x="6052" y="6978"/>
                    <a:pt x="6096" y="7007"/>
                  </a:cubicBezTo>
                  <a:lnTo>
                    <a:pt x="6536" y="7471"/>
                  </a:lnTo>
                  <a:cubicBezTo>
                    <a:pt x="6586" y="7510"/>
                    <a:pt x="6642" y="7529"/>
                    <a:pt x="6694" y="7529"/>
                  </a:cubicBezTo>
                  <a:cubicBezTo>
                    <a:pt x="6747" y="7529"/>
                    <a:pt x="6795" y="7510"/>
                    <a:pt x="6830" y="7471"/>
                  </a:cubicBezTo>
                  <a:lnTo>
                    <a:pt x="7465" y="6813"/>
                  </a:lnTo>
                  <a:cubicBezTo>
                    <a:pt x="7565" y="6737"/>
                    <a:pt x="7565" y="6613"/>
                    <a:pt x="7465" y="6543"/>
                  </a:cubicBezTo>
                  <a:lnTo>
                    <a:pt x="7024" y="6078"/>
                  </a:lnTo>
                  <a:cubicBezTo>
                    <a:pt x="6954" y="6025"/>
                    <a:pt x="6954" y="5931"/>
                    <a:pt x="7001" y="5855"/>
                  </a:cubicBezTo>
                  <a:cubicBezTo>
                    <a:pt x="7148" y="5585"/>
                    <a:pt x="7271" y="5291"/>
                    <a:pt x="7348" y="4997"/>
                  </a:cubicBezTo>
                  <a:cubicBezTo>
                    <a:pt x="7371" y="4903"/>
                    <a:pt x="7442" y="4850"/>
                    <a:pt x="7542" y="4850"/>
                  </a:cubicBezTo>
                  <a:lnTo>
                    <a:pt x="8176" y="4850"/>
                  </a:lnTo>
                  <a:cubicBezTo>
                    <a:pt x="8300" y="4850"/>
                    <a:pt x="8376" y="4756"/>
                    <a:pt x="8376" y="4656"/>
                  </a:cubicBezTo>
                  <a:lnTo>
                    <a:pt x="8376" y="3727"/>
                  </a:lnTo>
                  <a:cubicBezTo>
                    <a:pt x="8376" y="3604"/>
                    <a:pt x="8300" y="3527"/>
                    <a:pt x="8176" y="3527"/>
                  </a:cubicBezTo>
                  <a:lnTo>
                    <a:pt x="7542" y="3527"/>
                  </a:lnTo>
                  <a:cubicBezTo>
                    <a:pt x="7442" y="3527"/>
                    <a:pt x="7371" y="3457"/>
                    <a:pt x="7348" y="3380"/>
                  </a:cubicBezTo>
                  <a:cubicBezTo>
                    <a:pt x="7271" y="3063"/>
                    <a:pt x="7148" y="2769"/>
                    <a:pt x="7001" y="2528"/>
                  </a:cubicBezTo>
                  <a:cubicBezTo>
                    <a:pt x="6954" y="2428"/>
                    <a:pt x="6954" y="2328"/>
                    <a:pt x="7024" y="2281"/>
                  </a:cubicBezTo>
                  <a:lnTo>
                    <a:pt x="7465" y="1817"/>
                  </a:lnTo>
                  <a:cubicBezTo>
                    <a:pt x="7565" y="1741"/>
                    <a:pt x="7565" y="1617"/>
                    <a:pt x="7465" y="1547"/>
                  </a:cubicBezTo>
                  <a:lnTo>
                    <a:pt x="6830" y="882"/>
                  </a:lnTo>
                  <a:cubicBezTo>
                    <a:pt x="6795" y="847"/>
                    <a:pt x="6747" y="829"/>
                    <a:pt x="6694" y="829"/>
                  </a:cubicBezTo>
                  <a:cubicBezTo>
                    <a:pt x="6642" y="829"/>
                    <a:pt x="6586" y="847"/>
                    <a:pt x="6536" y="882"/>
                  </a:cubicBezTo>
                  <a:lnTo>
                    <a:pt x="6096" y="1353"/>
                  </a:lnTo>
                  <a:cubicBezTo>
                    <a:pt x="6057" y="1391"/>
                    <a:pt x="6009" y="1409"/>
                    <a:pt x="5961" y="1409"/>
                  </a:cubicBezTo>
                  <a:cubicBezTo>
                    <a:pt x="5922" y="1409"/>
                    <a:pt x="5883" y="1397"/>
                    <a:pt x="5849" y="1376"/>
                  </a:cubicBezTo>
                  <a:cubicBezTo>
                    <a:pt x="5584" y="1229"/>
                    <a:pt x="5314" y="1106"/>
                    <a:pt x="4996" y="1029"/>
                  </a:cubicBezTo>
                  <a:cubicBezTo>
                    <a:pt x="4897" y="1006"/>
                    <a:pt x="4850" y="912"/>
                    <a:pt x="4850" y="835"/>
                  </a:cubicBezTo>
                  <a:lnTo>
                    <a:pt x="4850" y="201"/>
                  </a:lnTo>
                  <a:cubicBezTo>
                    <a:pt x="4850" y="77"/>
                    <a:pt x="4750" y="1"/>
                    <a:pt x="4650" y="1"/>
                  </a:cubicBezTo>
                  <a:close/>
                </a:path>
              </a:pathLst>
            </a:custGeom>
            <a:solidFill>
              <a:srgbClr val="356B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3394;p63">
              <a:extLst>
                <a:ext uri="{FF2B5EF4-FFF2-40B4-BE49-F238E27FC236}">
                  <a16:creationId xmlns:a16="http://schemas.microsoft.com/office/drawing/2014/main" id="{0A1932D3-6C9E-BF28-E566-4ABE606EB287}"/>
                </a:ext>
              </a:extLst>
            </p:cNvPr>
            <p:cNvSpPr/>
            <p:nvPr/>
          </p:nvSpPr>
          <p:spPr>
            <a:xfrm>
              <a:off x="6609144" y="4278450"/>
              <a:ext cx="75368" cy="75368"/>
            </a:xfrm>
            <a:custGeom>
              <a:avLst/>
              <a:gdLst/>
              <a:ahLst/>
              <a:cxnLst/>
              <a:rect l="l" t="t" r="r" b="b"/>
              <a:pathLst>
                <a:path w="3869" h="3869" extrusionOk="0">
                  <a:moveTo>
                    <a:pt x="1934" y="1"/>
                  </a:moveTo>
                  <a:cubicBezTo>
                    <a:pt x="882" y="1"/>
                    <a:pt x="1" y="859"/>
                    <a:pt x="1" y="1935"/>
                  </a:cubicBezTo>
                  <a:cubicBezTo>
                    <a:pt x="1" y="2987"/>
                    <a:pt x="882" y="3868"/>
                    <a:pt x="1934" y="3868"/>
                  </a:cubicBezTo>
                  <a:cubicBezTo>
                    <a:pt x="3010" y="3868"/>
                    <a:pt x="3868" y="2987"/>
                    <a:pt x="3868" y="1935"/>
                  </a:cubicBezTo>
                  <a:cubicBezTo>
                    <a:pt x="3868" y="859"/>
                    <a:pt x="3010" y="1"/>
                    <a:pt x="1934" y="1"/>
                  </a:cubicBezTo>
                  <a:close/>
                </a:path>
              </a:pathLst>
            </a:custGeom>
            <a:solidFill>
              <a:srgbClr val="FF93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3395;p63">
              <a:extLst>
                <a:ext uri="{FF2B5EF4-FFF2-40B4-BE49-F238E27FC236}">
                  <a16:creationId xmlns:a16="http://schemas.microsoft.com/office/drawing/2014/main" id="{7571DCC9-A0CE-8407-64CF-2BFFF4E34D85}"/>
                </a:ext>
              </a:extLst>
            </p:cNvPr>
            <p:cNvSpPr/>
            <p:nvPr/>
          </p:nvSpPr>
          <p:spPr>
            <a:xfrm>
              <a:off x="6623462" y="4280281"/>
              <a:ext cx="61050" cy="73537"/>
            </a:xfrm>
            <a:custGeom>
              <a:avLst/>
              <a:gdLst/>
              <a:ahLst/>
              <a:cxnLst/>
              <a:rect l="l" t="t" r="r" b="b"/>
              <a:pathLst>
                <a:path w="3134" h="3775" extrusionOk="0">
                  <a:moveTo>
                    <a:pt x="1787" y="1"/>
                  </a:moveTo>
                  <a:cubicBezTo>
                    <a:pt x="2228" y="348"/>
                    <a:pt x="2522" y="882"/>
                    <a:pt x="2522" y="1500"/>
                  </a:cubicBezTo>
                  <a:cubicBezTo>
                    <a:pt x="2522" y="2575"/>
                    <a:pt x="1664" y="3433"/>
                    <a:pt x="588" y="3433"/>
                  </a:cubicBezTo>
                  <a:cubicBezTo>
                    <a:pt x="394" y="3433"/>
                    <a:pt x="194" y="3410"/>
                    <a:pt x="0" y="3334"/>
                  </a:cubicBezTo>
                  <a:lnTo>
                    <a:pt x="0" y="3334"/>
                  </a:lnTo>
                  <a:cubicBezTo>
                    <a:pt x="318" y="3604"/>
                    <a:pt x="758" y="3774"/>
                    <a:pt x="1199" y="3774"/>
                  </a:cubicBezTo>
                  <a:cubicBezTo>
                    <a:pt x="2275" y="3774"/>
                    <a:pt x="3133" y="2893"/>
                    <a:pt x="3133" y="1841"/>
                  </a:cubicBezTo>
                  <a:cubicBezTo>
                    <a:pt x="3133" y="982"/>
                    <a:pt x="2569" y="248"/>
                    <a:pt x="1787" y="1"/>
                  </a:cubicBezTo>
                  <a:close/>
                </a:path>
              </a:pathLst>
            </a:custGeom>
            <a:solidFill>
              <a:srgbClr val="FF61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3396;p63">
              <a:extLst>
                <a:ext uri="{FF2B5EF4-FFF2-40B4-BE49-F238E27FC236}">
                  <a16:creationId xmlns:a16="http://schemas.microsoft.com/office/drawing/2014/main" id="{0A1278BD-6E0B-CE11-6273-7B63282ABDA4}"/>
                </a:ext>
              </a:extLst>
            </p:cNvPr>
            <p:cNvSpPr/>
            <p:nvPr/>
          </p:nvSpPr>
          <p:spPr>
            <a:xfrm>
              <a:off x="6630105" y="4298943"/>
              <a:ext cx="33895" cy="33915"/>
            </a:xfrm>
            <a:custGeom>
              <a:avLst/>
              <a:gdLst/>
              <a:ahLst/>
              <a:cxnLst/>
              <a:rect l="l" t="t" r="r" b="b"/>
              <a:pathLst>
                <a:path w="1740" h="1741" extrusionOk="0">
                  <a:moveTo>
                    <a:pt x="858" y="1"/>
                  </a:moveTo>
                  <a:cubicBezTo>
                    <a:pt x="394" y="1"/>
                    <a:pt x="0" y="395"/>
                    <a:pt x="0" y="883"/>
                  </a:cubicBezTo>
                  <a:cubicBezTo>
                    <a:pt x="0" y="1347"/>
                    <a:pt x="394" y="1741"/>
                    <a:pt x="858" y="1741"/>
                  </a:cubicBezTo>
                  <a:cubicBezTo>
                    <a:pt x="1346" y="1741"/>
                    <a:pt x="1740" y="1347"/>
                    <a:pt x="1740" y="883"/>
                  </a:cubicBezTo>
                  <a:cubicBezTo>
                    <a:pt x="1740" y="395"/>
                    <a:pt x="1346" y="1"/>
                    <a:pt x="858" y="1"/>
                  </a:cubicBez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3397;p63">
              <a:extLst>
                <a:ext uri="{FF2B5EF4-FFF2-40B4-BE49-F238E27FC236}">
                  <a16:creationId xmlns:a16="http://schemas.microsoft.com/office/drawing/2014/main" id="{E615B44E-9B5A-0593-D3DF-584EC16CC07F}"/>
                </a:ext>
              </a:extLst>
            </p:cNvPr>
            <p:cNvSpPr/>
            <p:nvPr/>
          </p:nvSpPr>
          <p:spPr>
            <a:xfrm>
              <a:off x="6631585" y="4299859"/>
              <a:ext cx="32415" cy="32999"/>
            </a:xfrm>
            <a:custGeom>
              <a:avLst/>
              <a:gdLst/>
              <a:ahLst/>
              <a:cxnLst/>
              <a:rect l="l" t="t" r="r" b="b"/>
              <a:pathLst>
                <a:path w="1664" h="1694" extrusionOk="0">
                  <a:moveTo>
                    <a:pt x="1076" y="1"/>
                  </a:moveTo>
                  <a:lnTo>
                    <a:pt x="1076" y="1"/>
                  </a:lnTo>
                  <a:cubicBezTo>
                    <a:pt x="1123" y="124"/>
                    <a:pt x="1153" y="248"/>
                    <a:pt x="1153" y="371"/>
                  </a:cubicBezTo>
                  <a:cubicBezTo>
                    <a:pt x="1153" y="859"/>
                    <a:pt x="759" y="1253"/>
                    <a:pt x="294" y="1253"/>
                  </a:cubicBezTo>
                  <a:cubicBezTo>
                    <a:pt x="195" y="1253"/>
                    <a:pt x="95" y="1229"/>
                    <a:pt x="1" y="1200"/>
                  </a:cubicBezTo>
                  <a:lnTo>
                    <a:pt x="1" y="1200"/>
                  </a:lnTo>
                  <a:cubicBezTo>
                    <a:pt x="148" y="1494"/>
                    <a:pt x="441" y="1694"/>
                    <a:pt x="782" y="1694"/>
                  </a:cubicBezTo>
                  <a:cubicBezTo>
                    <a:pt x="1270" y="1694"/>
                    <a:pt x="1664" y="1300"/>
                    <a:pt x="1664" y="836"/>
                  </a:cubicBezTo>
                  <a:cubicBezTo>
                    <a:pt x="1664" y="442"/>
                    <a:pt x="1417" y="124"/>
                    <a:pt x="1076" y="1"/>
                  </a:cubicBezTo>
                  <a:close/>
                </a:path>
              </a:pathLst>
            </a:custGeom>
            <a:solidFill>
              <a:srgbClr val="866A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3398;p63">
              <a:extLst>
                <a:ext uri="{FF2B5EF4-FFF2-40B4-BE49-F238E27FC236}">
                  <a16:creationId xmlns:a16="http://schemas.microsoft.com/office/drawing/2014/main" id="{EEF1EAB5-A71E-9E25-FE8D-A1B52C682714}"/>
                </a:ext>
              </a:extLst>
            </p:cNvPr>
            <p:cNvSpPr/>
            <p:nvPr/>
          </p:nvSpPr>
          <p:spPr>
            <a:xfrm>
              <a:off x="6449760" y="4348071"/>
              <a:ext cx="125062" cy="125062"/>
            </a:xfrm>
            <a:custGeom>
              <a:avLst/>
              <a:gdLst/>
              <a:ahLst/>
              <a:cxnLst/>
              <a:rect l="l" t="t" r="r" b="b"/>
              <a:pathLst>
                <a:path w="6420" h="6420" extrusionOk="0">
                  <a:moveTo>
                    <a:pt x="2845" y="0"/>
                  </a:moveTo>
                  <a:cubicBezTo>
                    <a:pt x="2769" y="0"/>
                    <a:pt x="2699" y="47"/>
                    <a:pt x="2699" y="147"/>
                  </a:cubicBezTo>
                  <a:lnTo>
                    <a:pt x="2699" y="635"/>
                  </a:lnTo>
                  <a:cubicBezTo>
                    <a:pt x="2699" y="712"/>
                    <a:pt x="2646" y="759"/>
                    <a:pt x="2575" y="782"/>
                  </a:cubicBezTo>
                  <a:cubicBezTo>
                    <a:pt x="2352" y="835"/>
                    <a:pt x="2134" y="929"/>
                    <a:pt x="1911" y="1053"/>
                  </a:cubicBezTo>
                  <a:cubicBezTo>
                    <a:pt x="1891" y="1062"/>
                    <a:pt x="1867" y="1068"/>
                    <a:pt x="1842" y="1068"/>
                  </a:cubicBezTo>
                  <a:cubicBezTo>
                    <a:pt x="1806" y="1068"/>
                    <a:pt x="1768" y="1057"/>
                    <a:pt x="1740" y="1029"/>
                  </a:cubicBezTo>
                  <a:lnTo>
                    <a:pt x="1400" y="688"/>
                  </a:lnTo>
                  <a:cubicBezTo>
                    <a:pt x="1361" y="650"/>
                    <a:pt x="1325" y="631"/>
                    <a:pt x="1288" y="631"/>
                  </a:cubicBezTo>
                  <a:cubicBezTo>
                    <a:pt x="1251" y="631"/>
                    <a:pt x="1214" y="650"/>
                    <a:pt x="1176" y="688"/>
                  </a:cubicBezTo>
                  <a:lnTo>
                    <a:pt x="688" y="1176"/>
                  </a:lnTo>
                  <a:cubicBezTo>
                    <a:pt x="612" y="1252"/>
                    <a:pt x="612" y="1323"/>
                    <a:pt x="688" y="1399"/>
                  </a:cubicBezTo>
                  <a:lnTo>
                    <a:pt x="1029" y="1740"/>
                  </a:lnTo>
                  <a:cubicBezTo>
                    <a:pt x="1082" y="1787"/>
                    <a:pt x="1082" y="1864"/>
                    <a:pt x="1053" y="1934"/>
                  </a:cubicBezTo>
                  <a:cubicBezTo>
                    <a:pt x="935" y="2134"/>
                    <a:pt x="835" y="2352"/>
                    <a:pt x="788" y="2575"/>
                  </a:cubicBezTo>
                  <a:cubicBezTo>
                    <a:pt x="759" y="2645"/>
                    <a:pt x="712" y="2693"/>
                    <a:pt x="641" y="2693"/>
                  </a:cubicBezTo>
                  <a:lnTo>
                    <a:pt x="148" y="2693"/>
                  </a:lnTo>
                  <a:cubicBezTo>
                    <a:pt x="54" y="2693"/>
                    <a:pt x="1" y="2769"/>
                    <a:pt x="1" y="2839"/>
                  </a:cubicBezTo>
                  <a:lnTo>
                    <a:pt x="1" y="3551"/>
                  </a:lnTo>
                  <a:cubicBezTo>
                    <a:pt x="1" y="3627"/>
                    <a:pt x="54" y="3698"/>
                    <a:pt x="148" y="3698"/>
                  </a:cubicBezTo>
                  <a:lnTo>
                    <a:pt x="641" y="3698"/>
                  </a:lnTo>
                  <a:cubicBezTo>
                    <a:pt x="712" y="3698"/>
                    <a:pt x="759" y="3751"/>
                    <a:pt x="788" y="3821"/>
                  </a:cubicBezTo>
                  <a:cubicBezTo>
                    <a:pt x="835" y="4044"/>
                    <a:pt x="935" y="4262"/>
                    <a:pt x="1053" y="4485"/>
                  </a:cubicBezTo>
                  <a:cubicBezTo>
                    <a:pt x="1082" y="4532"/>
                    <a:pt x="1082" y="4603"/>
                    <a:pt x="1029" y="4656"/>
                  </a:cubicBezTo>
                  <a:lnTo>
                    <a:pt x="688" y="4997"/>
                  </a:lnTo>
                  <a:cubicBezTo>
                    <a:pt x="612" y="5073"/>
                    <a:pt x="612" y="5167"/>
                    <a:pt x="688" y="5220"/>
                  </a:cubicBezTo>
                  <a:lnTo>
                    <a:pt x="1176" y="5731"/>
                  </a:lnTo>
                  <a:cubicBezTo>
                    <a:pt x="1214" y="5755"/>
                    <a:pt x="1251" y="5767"/>
                    <a:pt x="1288" y="5767"/>
                  </a:cubicBezTo>
                  <a:cubicBezTo>
                    <a:pt x="1325" y="5767"/>
                    <a:pt x="1361" y="5755"/>
                    <a:pt x="1400" y="5731"/>
                  </a:cubicBezTo>
                  <a:lnTo>
                    <a:pt x="1740" y="5367"/>
                  </a:lnTo>
                  <a:cubicBezTo>
                    <a:pt x="1769" y="5335"/>
                    <a:pt x="1807" y="5322"/>
                    <a:pt x="1844" y="5322"/>
                  </a:cubicBezTo>
                  <a:cubicBezTo>
                    <a:pt x="1869" y="5322"/>
                    <a:pt x="1892" y="5328"/>
                    <a:pt x="1911" y="5338"/>
                  </a:cubicBezTo>
                  <a:cubicBezTo>
                    <a:pt x="2134" y="5461"/>
                    <a:pt x="2352" y="5561"/>
                    <a:pt x="2575" y="5631"/>
                  </a:cubicBezTo>
                  <a:cubicBezTo>
                    <a:pt x="2646" y="5631"/>
                    <a:pt x="2699" y="5708"/>
                    <a:pt x="2699" y="5755"/>
                  </a:cubicBezTo>
                  <a:lnTo>
                    <a:pt x="2699" y="6272"/>
                  </a:lnTo>
                  <a:cubicBezTo>
                    <a:pt x="2699" y="6343"/>
                    <a:pt x="2769" y="6419"/>
                    <a:pt x="2845" y="6419"/>
                  </a:cubicBezTo>
                  <a:lnTo>
                    <a:pt x="3551" y="6419"/>
                  </a:lnTo>
                  <a:cubicBezTo>
                    <a:pt x="3627" y="6419"/>
                    <a:pt x="3698" y="6343"/>
                    <a:pt x="3698" y="6272"/>
                  </a:cubicBezTo>
                  <a:lnTo>
                    <a:pt x="3698" y="5755"/>
                  </a:lnTo>
                  <a:cubicBezTo>
                    <a:pt x="3698" y="5708"/>
                    <a:pt x="3751" y="5631"/>
                    <a:pt x="3821" y="5631"/>
                  </a:cubicBezTo>
                  <a:cubicBezTo>
                    <a:pt x="4045" y="5561"/>
                    <a:pt x="4262" y="5461"/>
                    <a:pt x="4485" y="5338"/>
                  </a:cubicBezTo>
                  <a:cubicBezTo>
                    <a:pt x="4504" y="5328"/>
                    <a:pt x="4528" y="5322"/>
                    <a:pt x="4552" y="5322"/>
                  </a:cubicBezTo>
                  <a:cubicBezTo>
                    <a:pt x="4589" y="5322"/>
                    <a:pt x="4628" y="5335"/>
                    <a:pt x="4656" y="5367"/>
                  </a:cubicBezTo>
                  <a:lnTo>
                    <a:pt x="4997" y="5731"/>
                  </a:lnTo>
                  <a:cubicBezTo>
                    <a:pt x="5035" y="5755"/>
                    <a:pt x="5078" y="5767"/>
                    <a:pt x="5117" y="5767"/>
                  </a:cubicBezTo>
                  <a:cubicBezTo>
                    <a:pt x="5157" y="5767"/>
                    <a:pt x="5194" y="5755"/>
                    <a:pt x="5220" y="5731"/>
                  </a:cubicBezTo>
                  <a:lnTo>
                    <a:pt x="5708" y="5220"/>
                  </a:lnTo>
                  <a:cubicBezTo>
                    <a:pt x="5784" y="5167"/>
                    <a:pt x="5784" y="5073"/>
                    <a:pt x="5708" y="4997"/>
                  </a:cubicBezTo>
                  <a:lnTo>
                    <a:pt x="5367" y="4656"/>
                  </a:lnTo>
                  <a:cubicBezTo>
                    <a:pt x="5314" y="4603"/>
                    <a:pt x="5314" y="4532"/>
                    <a:pt x="5344" y="4485"/>
                  </a:cubicBezTo>
                  <a:cubicBezTo>
                    <a:pt x="5461" y="4262"/>
                    <a:pt x="5561" y="4044"/>
                    <a:pt x="5608" y="3821"/>
                  </a:cubicBezTo>
                  <a:cubicBezTo>
                    <a:pt x="5637" y="3751"/>
                    <a:pt x="5708" y="3698"/>
                    <a:pt x="5755" y="3698"/>
                  </a:cubicBezTo>
                  <a:lnTo>
                    <a:pt x="6272" y="3698"/>
                  </a:lnTo>
                  <a:cubicBezTo>
                    <a:pt x="6343" y="3698"/>
                    <a:pt x="6419" y="3627"/>
                    <a:pt x="6419" y="3551"/>
                  </a:cubicBezTo>
                  <a:lnTo>
                    <a:pt x="6419" y="2839"/>
                  </a:lnTo>
                  <a:cubicBezTo>
                    <a:pt x="6419" y="2769"/>
                    <a:pt x="6343" y="2693"/>
                    <a:pt x="6272" y="2693"/>
                  </a:cubicBezTo>
                  <a:lnTo>
                    <a:pt x="5755" y="2693"/>
                  </a:lnTo>
                  <a:cubicBezTo>
                    <a:pt x="5708" y="2693"/>
                    <a:pt x="5637" y="2645"/>
                    <a:pt x="5608" y="2575"/>
                  </a:cubicBezTo>
                  <a:cubicBezTo>
                    <a:pt x="5561" y="2352"/>
                    <a:pt x="5461" y="2134"/>
                    <a:pt x="5344" y="1934"/>
                  </a:cubicBezTo>
                  <a:cubicBezTo>
                    <a:pt x="5314" y="1864"/>
                    <a:pt x="5314" y="1787"/>
                    <a:pt x="5367" y="1740"/>
                  </a:cubicBezTo>
                  <a:lnTo>
                    <a:pt x="5708" y="1399"/>
                  </a:lnTo>
                  <a:cubicBezTo>
                    <a:pt x="5784" y="1323"/>
                    <a:pt x="5784" y="1252"/>
                    <a:pt x="5708" y="1176"/>
                  </a:cubicBezTo>
                  <a:lnTo>
                    <a:pt x="5220" y="688"/>
                  </a:lnTo>
                  <a:cubicBezTo>
                    <a:pt x="5194" y="650"/>
                    <a:pt x="5157" y="631"/>
                    <a:pt x="5117" y="631"/>
                  </a:cubicBezTo>
                  <a:cubicBezTo>
                    <a:pt x="5078" y="631"/>
                    <a:pt x="5035" y="650"/>
                    <a:pt x="4997" y="688"/>
                  </a:cubicBezTo>
                  <a:lnTo>
                    <a:pt x="4656" y="1029"/>
                  </a:lnTo>
                  <a:cubicBezTo>
                    <a:pt x="4628" y="1057"/>
                    <a:pt x="4591" y="1068"/>
                    <a:pt x="4555" y="1068"/>
                  </a:cubicBezTo>
                  <a:cubicBezTo>
                    <a:pt x="4529" y="1068"/>
                    <a:pt x="4505" y="1062"/>
                    <a:pt x="4485" y="1053"/>
                  </a:cubicBezTo>
                  <a:cubicBezTo>
                    <a:pt x="4262" y="929"/>
                    <a:pt x="4045" y="835"/>
                    <a:pt x="3821" y="782"/>
                  </a:cubicBezTo>
                  <a:cubicBezTo>
                    <a:pt x="3751" y="759"/>
                    <a:pt x="3698" y="712"/>
                    <a:pt x="3698" y="635"/>
                  </a:cubicBezTo>
                  <a:lnTo>
                    <a:pt x="3698" y="147"/>
                  </a:lnTo>
                  <a:cubicBezTo>
                    <a:pt x="3698" y="47"/>
                    <a:pt x="3627" y="0"/>
                    <a:pt x="3551" y="0"/>
                  </a:cubicBezTo>
                  <a:close/>
                </a:path>
              </a:pathLst>
            </a:custGeom>
            <a:solidFill>
              <a:srgbClr val="356B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2" name="Google Shape;3399;p63">
              <a:extLst>
                <a:ext uri="{FF2B5EF4-FFF2-40B4-BE49-F238E27FC236}">
                  <a16:creationId xmlns:a16="http://schemas.microsoft.com/office/drawing/2014/main" id="{2BCAFAEE-9430-ADFA-495A-84745CF4CFB9}"/>
                </a:ext>
              </a:extLst>
            </p:cNvPr>
            <p:cNvSpPr/>
            <p:nvPr/>
          </p:nvSpPr>
          <p:spPr>
            <a:xfrm>
              <a:off x="6487999" y="4386778"/>
              <a:ext cx="48116" cy="47648"/>
            </a:xfrm>
            <a:custGeom>
              <a:avLst/>
              <a:gdLst/>
              <a:ahLst/>
              <a:cxnLst/>
              <a:rect l="l" t="t" r="r" b="b"/>
              <a:pathLst>
                <a:path w="2470" h="2446" extrusionOk="0">
                  <a:moveTo>
                    <a:pt x="1247" y="0"/>
                  </a:moveTo>
                  <a:cubicBezTo>
                    <a:pt x="559" y="0"/>
                    <a:pt x="1" y="535"/>
                    <a:pt x="1" y="1223"/>
                  </a:cubicBezTo>
                  <a:cubicBezTo>
                    <a:pt x="1" y="1881"/>
                    <a:pt x="559" y="2445"/>
                    <a:pt x="1247" y="2445"/>
                  </a:cubicBezTo>
                  <a:cubicBezTo>
                    <a:pt x="1911" y="2445"/>
                    <a:pt x="2469" y="1881"/>
                    <a:pt x="2469" y="1223"/>
                  </a:cubicBezTo>
                  <a:cubicBezTo>
                    <a:pt x="2469" y="535"/>
                    <a:pt x="1911" y="0"/>
                    <a:pt x="1247" y="0"/>
                  </a:cubicBez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3" name="Google Shape;3400;p63">
              <a:extLst>
                <a:ext uri="{FF2B5EF4-FFF2-40B4-BE49-F238E27FC236}">
                  <a16:creationId xmlns:a16="http://schemas.microsoft.com/office/drawing/2014/main" id="{A995E7B1-BFEF-1F93-5619-B8D6A8C94FB4}"/>
                </a:ext>
              </a:extLst>
            </p:cNvPr>
            <p:cNvSpPr/>
            <p:nvPr/>
          </p:nvSpPr>
          <p:spPr>
            <a:xfrm>
              <a:off x="6492694" y="4388609"/>
              <a:ext cx="43421" cy="45817"/>
            </a:xfrm>
            <a:custGeom>
              <a:avLst/>
              <a:gdLst/>
              <a:ahLst/>
              <a:cxnLst/>
              <a:rect l="l" t="t" r="r" b="b"/>
              <a:pathLst>
                <a:path w="2229" h="2352" extrusionOk="0">
                  <a:moveTo>
                    <a:pt x="1494" y="0"/>
                  </a:moveTo>
                  <a:lnTo>
                    <a:pt x="1494" y="0"/>
                  </a:lnTo>
                  <a:cubicBezTo>
                    <a:pt x="1641" y="200"/>
                    <a:pt x="1717" y="441"/>
                    <a:pt x="1717" y="711"/>
                  </a:cubicBezTo>
                  <a:cubicBezTo>
                    <a:pt x="1717" y="1399"/>
                    <a:pt x="1176" y="1934"/>
                    <a:pt x="495" y="1934"/>
                  </a:cubicBezTo>
                  <a:cubicBezTo>
                    <a:pt x="318" y="1934"/>
                    <a:pt x="148" y="1911"/>
                    <a:pt x="1" y="1840"/>
                  </a:cubicBezTo>
                  <a:lnTo>
                    <a:pt x="1" y="1840"/>
                  </a:lnTo>
                  <a:cubicBezTo>
                    <a:pt x="224" y="2134"/>
                    <a:pt x="589" y="2351"/>
                    <a:pt x="1006" y="2351"/>
                  </a:cubicBezTo>
                  <a:cubicBezTo>
                    <a:pt x="1670" y="2351"/>
                    <a:pt x="2228" y="1787"/>
                    <a:pt x="2228" y="1129"/>
                  </a:cubicBezTo>
                  <a:cubicBezTo>
                    <a:pt x="2228" y="612"/>
                    <a:pt x="1911" y="200"/>
                    <a:pt x="1494" y="0"/>
                  </a:cubicBezTo>
                  <a:close/>
                </a:path>
              </a:pathLst>
            </a:custGeom>
            <a:solidFill>
              <a:srgbClr val="866A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4" name="Google Shape;3401;p63">
              <a:extLst>
                <a:ext uri="{FF2B5EF4-FFF2-40B4-BE49-F238E27FC236}">
                  <a16:creationId xmlns:a16="http://schemas.microsoft.com/office/drawing/2014/main" id="{88F9A96F-DC37-8571-FA5F-622A64BF3563}"/>
                </a:ext>
              </a:extLst>
            </p:cNvPr>
            <p:cNvSpPr/>
            <p:nvPr/>
          </p:nvSpPr>
          <p:spPr>
            <a:xfrm>
              <a:off x="6569990" y="4515578"/>
              <a:ext cx="36778" cy="11474"/>
            </a:xfrm>
            <a:custGeom>
              <a:avLst/>
              <a:gdLst/>
              <a:ahLst/>
              <a:cxnLst/>
              <a:rect l="l" t="t" r="r" b="b"/>
              <a:pathLst>
                <a:path w="1888" h="589" extrusionOk="0">
                  <a:moveTo>
                    <a:pt x="294" y="1"/>
                  </a:moveTo>
                  <a:cubicBezTo>
                    <a:pt x="124" y="1"/>
                    <a:pt x="0" y="118"/>
                    <a:pt x="0" y="295"/>
                  </a:cubicBezTo>
                  <a:cubicBezTo>
                    <a:pt x="0" y="442"/>
                    <a:pt x="124" y="588"/>
                    <a:pt x="294" y="588"/>
                  </a:cubicBezTo>
                  <a:lnTo>
                    <a:pt x="1593" y="588"/>
                  </a:lnTo>
                  <a:cubicBezTo>
                    <a:pt x="1740" y="588"/>
                    <a:pt x="1887" y="442"/>
                    <a:pt x="1887" y="295"/>
                  </a:cubicBezTo>
                  <a:cubicBezTo>
                    <a:pt x="1887" y="118"/>
                    <a:pt x="1740" y="1"/>
                    <a:pt x="1593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5" name="Google Shape;3402;p63">
              <a:extLst>
                <a:ext uri="{FF2B5EF4-FFF2-40B4-BE49-F238E27FC236}">
                  <a16:creationId xmlns:a16="http://schemas.microsoft.com/office/drawing/2014/main" id="{9E63FB9A-7643-F499-0DCD-1794293221B3}"/>
                </a:ext>
              </a:extLst>
            </p:cNvPr>
            <p:cNvSpPr/>
            <p:nvPr/>
          </p:nvSpPr>
          <p:spPr>
            <a:xfrm>
              <a:off x="6398236" y="4228757"/>
              <a:ext cx="379821" cy="379821"/>
            </a:xfrm>
            <a:custGeom>
              <a:avLst/>
              <a:gdLst/>
              <a:ahLst/>
              <a:cxnLst/>
              <a:rect l="l" t="t" r="r" b="b"/>
              <a:pathLst>
                <a:path w="19498" h="19498" extrusionOk="0">
                  <a:moveTo>
                    <a:pt x="13132" y="565"/>
                  </a:moveTo>
                  <a:lnTo>
                    <a:pt x="13132" y="1129"/>
                  </a:lnTo>
                  <a:cubicBezTo>
                    <a:pt x="13132" y="1353"/>
                    <a:pt x="13279" y="1547"/>
                    <a:pt x="13496" y="1594"/>
                  </a:cubicBezTo>
                  <a:cubicBezTo>
                    <a:pt x="13766" y="1670"/>
                    <a:pt x="14037" y="1764"/>
                    <a:pt x="14278" y="1911"/>
                  </a:cubicBezTo>
                  <a:cubicBezTo>
                    <a:pt x="14362" y="1963"/>
                    <a:pt x="14453" y="1989"/>
                    <a:pt x="14541" y="1989"/>
                  </a:cubicBezTo>
                  <a:cubicBezTo>
                    <a:pt x="14663" y="1989"/>
                    <a:pt x="14780" y="1939"/>
                    <a:pt x="14866" y="1841"/>
                  </a:cubicBezTo>
                  <a:lnTo>
                    <a:pt x="15259" y="1447"/>
                  </a:lnTo>
                  <a:lnTo>
                    <a:pt x="15800" y="1987"/>
                  </a:lnTo>
                  <a:lnTo>
                    <a:pt x="15406" y="2381"/>
                  </a:lnTo>
                  <a:cubicBezTo>
                    <a:pt x="15236" y="2528"/>
                    <a:pt x="15212" y="2769"/>
                    <a:pt x="15336" y="2969"/>
                  </a:cubicBezTo>
                  <a:cubicBezTo>
                    <a:pt x="15483" y="3210"/>
                    <a:pt x="15577" y="3457"/>
                    <a:pt x="15653" y="3751"/>
                  </a:cubicBezTo>
                  <a:cubicBezTo>
                    <a:pt x="15700" y="3945"/>
                    <a:pt x="15894" y="4115"/>
                    <a:pt x="16118" y="4115"/>
                  </a:cubicBezTo>
                  <a:lnTo>
                    <a:pt x="16682" y="4115"/>
                  </a:lnTo>
                  <a:lnTo>
                    <a:pt x="16682" y="4850"/>
                  </a:lnTo>
                  <a:lnTo>
                    <a:pt x="16118" y="4850"/>
                  </a:lnTo>
                  <a:cubicBezTo>
                    <a:pt x="15894" y="4850"/>
                    <a:pt x="15700" y="4997"/>
                    <a:pt x="15653" y="5220"/>
                  </a:cubicBezTo>
                  <a:cubicBezTo>
                    <a:pt x="15577" y="5491"/>
                    <a:pt x="15483" y="5761"/>
                    <a:pt x="15336" y="6002"/>
                  </a:cubicBezTo>
                  <a:cubicBezTo>
                    <a:pt x="15212" y="6202"/>
                    <a:pt x="15236" y="6419"/>
                    <a:pt x="15406" y="6590"/>
                  </a:cubicBezTo>
                  <a:lnTo>
                    <a:pt x="15800" y="6984"/>
                  </a:lnTo>
                  <a:lnTo>
                    <a:pt x="15259" y="7495"/>
                  </a:lnTo>
                  <a:lnTo>
                    <a:pt x="14866" y="7107"/>
                  </a:lnTo>
                  <a:cubicBezTo>
                    <a:pt x="14777" y="7018"/>
                    <a:pt x="14654" y="6975"/>
                    <a:pt x="14526" y="6975"/>
                  </a:cubicBezTo>
                  <a:cubicBezTo>
                    <a:pt x="14443" y="6975"/>
                    <a:pt x="14357" y="6993"/>
                    <a:pt x="14278" y="7031"/>
                  </a:cubicBezTo>
                  <a:cubicBezTo>
                    <a:pt x="14037" y="7178"/>
                    <a:pt x="13766" y="7301"/>
                    <a:pt x="13496" y="7377"/>
                  </a:cubicBezTo>
                  <a:cubicBezTo>
                    <a:pt x="13279" y="7424"/>
                    <a:pt x="13132" y="7618"/>
                    <a:pt x="13132" y="7842"/>
                  </a:cubicBezTo>
                  <a:lnTo>
                    <a:pt x="13132" y="8377"/>
                  </a:lnTo>
                  <a:lnTo>
                    <a:pt x="12397" y="8377"/>
                  </a:lnTo>
                  <a:lnTo>
                    <a:pt x="12397" y="7842"/>
                  </a:lnTo>
                  <a:cubicBezTo>
                    <a:pt x="12397" y="7618"/>
                    <a:pt x="12250" y="7424"/>
                    <a:pt x="12027" y="7377"/>
                  </a:cubicBezTo>
                  <a:cubicBezTo>
                    <a:pt x="11756" y="7301"/>
                    <a:pt x="11486" y="7178"/>
                    <a:pt x="11245" y="7031"/>
                  </a:cubicBezTo>
                  <a:cubicBezTo>
                    <a:pt x="11166" y="6993"/>
                    <a:pt x="11080" y="6975"/>
                    <a:pt x="10996" y="6975"/>
                  </a:cubicBezTo>
                  <a:cubicBezTo>
                    <a:pt x="10869" y="6975"/>
                    <a:pt x="10746" y="7018"/>
                    <a:pt x="10657" y="7107"/>
                  </a:cubicBezTo>
                  <a:lnTo>
                    <a:pt x="10263" y="7495"/>
                  </a:lnTo>
                  <a:lnTo>
                    <a:pt x="9752" y="6984"/>
                  </a:lnTo>
                  <a:lnTo>
                    <a:pt x="10140" y="6590"/>
                  </a:lnTo>
                  <a:cubicBezTo>
                    <a:pt x="10287" y="6419"/>
                    <a:pt x="10310" y="6202"/>
                    <a:pt x="10216" y="6002"/>
                  </a:cubicBezTo>
                  <a:cubicBezTo>
                    <a:pt x="10069" y="5761"/>
                    <a:pt x="9946" y="5491"/>
                    <a:pt x="9869" y="5220"/>
                  </a:cubicBezTo>
                  <a:cubicBezTo>
                    <a:pt x="9822" y="4997"/>
                    <a:pt x="9628" y="4850"/>
                    <a:pt x="9405" y="4850"/>
                  </a:cubicBezTo>
                  <a:lnTo>
                    <a:pt x="8870" y="4850"/>
                  </a:lnTo>
                  <a:lnTo>
                    <a:pt x="8870" y="4115"/>
                  </a:lnTo>
                  <a:lnTo>
                    <a:pt x="9405" y="4115"/>
                  </a:lnTo>
                  <a:cubicBezTo>
                    <a:pt x="9628" y="4115"/>
                    <a:pt x="9822" y="3945"/>
                    <a:pt x="9869" y="3751"/>
                  </a:cubicBezTo>
                  <a:cubicBezTo>
                    <a:pt x="9946" y="3457"/>
                    <a:pt x="10069" y="3210"/>
                    <a:pt x="10216" y="2969"/>
                  </a:cubicBezTo>
                  <a:cubicBezTo>
                    <a:pt x="10310" y="2769"/>
                    <a:pt x="10287" y="2528"/>
                    <a:pt x="10140" y="2381"/>
                  </a:cubicBezTo>
                  <a:lnTo>
                    <a:pt x="9752" y="1987"/>
                  </a:lnTo>
                  <a:lnTo>
                    <a:pt x="10263" y="1447"/>
                  </a:lnTo>
                  <a:lnTo>
                    <a:pt x="10657" y="1841"/>
                  </a:lnTo>
                  <a:cubicBezTo>
                    <a:pt x="10742" y="1939"/>
                    <a:pt x="10859" y="1989"/>
                    <a:pt x="10981" y="1989"/>
                  </a:cubicBezTo>
                  <a:cubicBezTo>
                    <a:pt x="11070" y="1989"/>
                    <a:pt x="11161" y="1963"/>
                    <a:pt x="11245" y="1911"/>
                  </a:cubicBezTo>
                  <a:cubicBezTo>
                    <a:pt x="11486" y="1764"/>
                    <a:pt x="11756" y="1670"/>
                    <a:pt x="12027" y="1594"/>
                  </a:cubicBezTo>
                  <a:cubicBezTo>
                    <a:pt x="12250" y="1547"/>
                    <a:pt x="12397" y="1353"/>
                    <a:pt x="12397" y="1129"/>
                  </a:cubicBezTo>
                  <a:lnTo>
                    <a:pt x="12397" y="565"/>
                  </a:lnTo>
                  <a:close/>
                  <a:moveTo>
                    <a:pt x="9429" y="3286"/>
                  </a:moveTo>
                  <a:cubicBezTo>
                    <a:pt x="9382" y="3381"/>
                    <a:pt x="9358" y="3457"/>
                    <a:pt x="9335" y="3527"/>
                  </a:cubicBezTo>
                  <a:lnTo>
                    <a:pt x="8770" y="3527"/>
                  </a:lnTo>
                  <a:cubicBezTo>
                    <a:pt x="8500" y="3527"/>
                    <a:pt x="8282" y="3751"/>
                    <a:pt x="8282" y="4021"/>
                  </a:cubicBezTo>
                  <a:lnTo>
                    <a:pt x="1911" y="4021"/>
                  </a:lnTo>
                  <a:cubicBezTo>
                    <a:pt x="1523" y="4021"/>
                    <a:pt x="1200" y="4339"/>
                    <a:pt x="1200" y="4732"/>
                  </a:cubicBezTo>
                  <a:lnTo>
                    <a:pt x="1200" y="13496"/>
                  </a:lnTo>
                  <a:lnTo>
                    <a:pt x="588" y="13496"/>
                  </a:lnTo>
                  <a:lnTo>
                    <a:pt x="588" y="3968"/>
                  </a:lnTo>
                  <a:cubicBezTo>
                    <a:pt x="588" y="3604"/>
                    <a:pt x="882" y="3286"/>
                    <a:pt x="1253" y="3286"/>
                  </a:cubicBezTo>
                  <a:close/>
                  <a:moveTo>
                    <a:pt x="17611" y="4609"/>
                  </a:moveTo>
                  <a:cubicBezTo>
                    <a:pt x="17687" y="4609"/>
                    <a:pt x="17734" y="4656"/>
                    <a:pt x="17734" y="4732"/>
                  </a:cubicBezTo>
                  <a:lnTo>
                    <a:pt x="17734" y="13496"/>
                  </a:lnTo>
                  <a:lnTo>
                    <a:pt x="1764" y="13496"/>
                  </a:lnTo>
                  <a:lnTo>
                    <a:pt x="1764" y="4732"/>
                  </a:lnTo>
                  <a:cubicBezTo>
                    <a:pt x="1764" y="4656"/>
                    <a:pt x="1840" y="4609"/>
                    <a:pt x="1911" y="4609"/>
                  </a:cubicBezTo>
                  <a:lnTo>
                    <a:pt x="8282" y="4609"/>
                  </a:lnTo>
                  <a:lnTo>
                    <a:pt x="8282" y="4950"/>
                  </a:lnTo>
                  <a:cubicBezTo>
                    <a:pt x="8282" y="5197"/>
                    <a:pt x="8500" y="5414"/>
                    <a:pt x="8770" y="5414"/>
                  </a:cubicBezTo>
                  <a:lnTo>
                    <a:pt x="9335" y="5414"/>
                  </a:lnTo>
                  <a:cubicBezTo>
                    <a:pt x="9429" y="5708"/>
                    <a:pt x="9529" y="5979"/>
                    <a:pt x="9675" y="6225"/>
                  </a:cubicBezTo>
                  <a:lnTo>
                    <a:pt x="9282" y="6643"/>
                  </a:lnTo>
                  <a:cubicBezTo>
                    <a:pt x="9088" y="6813"/>
                    <a:pt x="9088" y="7131"/>
                    <a:pt x="9282" y="7325"/>
                  </a:cubicBezTo>
                  <a:lnTo>
                    <a:pt x="9922" y="7965"/>
                  </a:lnTo>
                  <a:cubicBezTo>
                    <a:pt x="10019" y="8062"/>
                    <a:pt x="10141" y="8111"/>
                    <a:pt x="10263" y="8111"/>
                  </a:cubicBezTo>
                  <a:cubicBezTo>
                    <a:pt x="10385" y="8111"/>
                    <a:pt x="10507" y="8062"/>
                    <a:pt x="10604" y="7965"/>
                  </a:cubicBezTo>
                  <a:lnTo>
                    <a:pt x="11021" y="7571"/>
                  </a:lnTo>
                  <a:cubicBezTo>
                    <a:pt x="11268" y="7718"/>
                    <a:pt x="11539" y="7818"/>
                    <a:pt x="11833" y="7889"/>
                  </a:cubicBezTo>
                  <a:lnTo>
                    <a:pt x="11833" y="8477"/>
                  </a:lnTo>
                  <a:cubicBezTo>
                    <a:pt x="11833" y="8747"/>
                    <a:pt x="12027" y="8941"/>
                    <a:pt x="12297" y="8941"/>
                  </a:cubicBezTo>
                  <a:lnTo>
                    <a:pt x="13226" y="8941"/>
                  </a:lnTo>
                  <a:cubicBezTo>
                    <a:pt x="13496" y="8941"/>
                    <a:pt x="13719" y="8747"/>
                    <a:pt x="13719" y="8477"/>
                  </a:cubicBezTo>
                  <a:lnTo>
                    <a:pt x="13719" y="7889"/>
                  </a:lnTo>
                  <a:cubicBezTo>
                    <a:pt x="13984" y="7818"/>
                    <a:pt x="14254" y="7718"/>
                    <a:pt x="14525" y="7571"/>
                  </a:cubicBezTo>
                  <a:lnTo>
                    <a:pt x="14918" y="7965"/>
                  </a:lnTo>
                  <a:cubicBezTo>
                    <a:pt x="15015" y="8062"/>
                    <a:pt x="15137" y="8111"/>
                    <a:pt x="15259" y="8111"/>
                  </a:cubicBezTo>
                  <a:cubicBezTo>
                    <a:pt x="15381" y="8111"/>
                    <a:pt x="15503" y="8062"/>
                    <a:pt x="15600" y="7965"/>
                  </a:cubicBezTo>
                  <a:lnTo>
                    <a:pt x="16265" y="7325"/>
                  </a:lnTo>
                  <a:cubicBezTo>
                    <a:pt x="16435" y="7131"/>
                    <a:pt x="16435" y="6813"/>
                    <a:pt x="16265" y="6643"/>
                  </a:cubicBezTo>
                  <a:lnTo>
                    <a:pt x="15847" y="6225"/>
                  </a:lnTo>
                  <a:cubicBezTo>
                    <a:pt x="15994" y="5979"/>
                    <a:pt x="16118" y="5708"/>
                    <a:pt x="16188" y="5414"/>
                  </a:cubicBezTo>
                  <a:lnTo>
                    <a:pt x="16752" y="5414"/>
                  </a:lnTo>
                  <a:cubicBezTo>
                    <a:pt x="17023" y="5414"/>
                    <a:pt x="17246" y="5197"/>
                    <a:pt x="17246" y="4950"/>
                  </a:cubicBezTo>
                  <a:lnTo>
                    <a:pt x="17246" y="4609"/>
                  </a:lnTo>
                  <a:close/>
                  <a:moveTo>
                    <a:pt x="18245" y="3286"/>
                  </a:moveTo>
                  <a:cubicBezTo>
                    <a:pt x="18639" y="3286"/>
                    <a:pt x="18933" y="3604"/>
                    <a:pt x="18933" y="3968"/>
                  </a:cubicBezTo>
                  <a:lnTo>
                    <a:pt x="18933" y="13496"/>
                  </a:lnTo>
                  <a:lnTo>
                    <a:pt x="18322" y="13496"/>
                  </a:lnTo>
                  <a:lnTo>
                    <a:pt x="18322" y="4732"/>
                  </a:lnTo>
                  <a:cubicBezTo>
                    <a:pt x="18322" y="4339"/>
                    <a:pt x="18004" y="4021"/>
                    <a:pt x="17611" y="4021"/>
                  </a:cubicBezTo>
                  <a:lnTo>
                    <a:pt x="17246" y="4021"/>
                  </a:lnTo>
                  <a:cubicBezTo>
                    <a:pt x="17246" y="3751"/>
                    <a:pt x="17023" y="3527"/>
                    <a:pt x="16752" y="3527"/>
                  </a:cubicBezTo>
                  <a:lnTo>
                    <a:pt x="16188" y="3527"/>
                  </a:lnTo>
                  <a:cubicBezTo>
                    <a:pt x="16165" y="3457"/>
                    <a:pt x="16141" y="3381"/>
                    <a:pt x="16118" y="3286"/>
                  </a:cubicBezTo>
                  <a:close/>
                  <a:moveTo>
                    <a:pt x="11315" y="16535"/>
                  </a:moveTo>
                  <a:cubicBezTo>
                    <a:pt x="11339" y="17046"/>
                    <a:pt x="11392" y="18175"/>
                    <a:pt x="11539" y="18910"/>
                  </a:cubicBezTo>
                  <a:lnTo>
                    <a:pt x="7959" y="18910"/>
                  </a:lnTo>
                  <a:cubicBezTo>
                    <a:pt x="8135" y="18175"/>
                    <a:pt x="8183" y="17046"/>
                    <a:pt x="8183" y="16535"/>
                  </a:cubicBezTo>
                  <a:close/>
                  <a:moveTo>
                    <a:pt x="12297" y="1"/>
                  </a:moveTo>
                  <a:cubicBezTo>
                    <a:pt x="12027" y="1"/>
                    <a:pt x="11833" y="224"/>
                    <a:pt x="11833" y="495"/>
                  </a:cubicBezTo>
                  <a:lnTo>
                    <a:pt x="11833" y="1059"/>
                  </a:lnTo>
                  <a:cubicBezTo>
                    <a:pt x="11539" y="1129"/>
                    <a:pt x="11268" y="1253"/>
                    <a:pt x="11021" y="1400"/>
                  </a:cubicBezTo>
                  <a:lnTo>
                    <a:pt x="10604" y="982"/>
                  </a:lnTo>
                  <a:cubicBezTo>
                    <a:pt x="10507" y="885"/>
                    <a:pt x="10385" y="837"/>
                    <a:pt x="10263" y="837"/>
                  </a:cubicBezTo>
                  <a:cubicBezTo>
                    <a:pt x="10141" y="837"/>
                    <a:pt x="10019" y="885"/>
                    <a:pt x="9922" y="982"/>
                  </a:cubicBezTo>
                  <a:lnTo>
                    <a:pt x="9282" y="1647"/>
                  </a:lnTo>
                  <a:cubicBezTo>
                    <a:pt x="9088" y="1817"/>
                    <a:pt x="9088" y="2134"/>
                    <a:pt x="9282" y="2328"/>
                  </a:cubicBezTo>
                  <a:lnTo>
                    <a:pt x="9675" y="2722"/>
                  </a:lnTo>
                  <a:lnTo>
                    <a:pt x="1253" y="2722"/>
                  </a:lnTo>
                  <a:cubicBezTo>
                    <a:pt x="565" y="2722"/>
                    <a:pt x="1" y="3286"/>
                    <a:pt x="1" y="3968"/>
                  </a:cubicBezTo>
                  <a:lnTo>
                    <a:pt x="1" y="15283"/>
                  </a:lnTo>
                  <a:cubicBezTo>
                    <a:pt x="1" y="15971"/>
                    <a:pt x="565" y="16535"/>
                    <a:pt x="1253" y="16535"/>
                  </a:cubicBezTo>
                  <a:lnTo>
                    <a:pt x="3921" y="16535"/>
                  </a:lnTo>
                  <a:cubicBezTo>
                    <a:pt x="4068" y="16535"/>
                    <a:pt x="4191" y="16388"/>
                    <a:pt x="4191" y="16241"/>
                  </a:cubicBezTo>
                  <a:cubicBezTo>
                    <a:pt x="4191" y="16094"/>
                    <a:pt x="4068" y="15947"/>
                    <a:pt x="3921" y="15947"/>
                  </a:cubicBezTo>
                  <a:lnTo>
                    <a:pt x="1253" y="15947"/>
                  </a:lnTo>
                  <a:cubicBezTo>
                    <a:pt x="882" y="15947"/>
                    <a:pt x="588" y="15653"/>
                    <a:pt x="588" y="15283"/>
                  </a:cubicBezTo>
                  <a:lnTo>
                    <a:pt x="588" y="14061"/>
                  </a:lnTo>
                  <a:lnTo>
                    <a:pt x="18933" y="14061"/>
                  </a:lnTo>
                  <a:lnTo>
                    <a:pt x="18933" y="15283"/>
                  </a:lnTo>
                  <a:cubicBezTo>
                    <a:pt x="18933" y="15653"/>
                    <a:pt x="18639" y="15947"/>
                    <a:pt x="18245" y="15947"/>
                  </a:cubicBezTo>
                  <a:lnTo>
                    <a:pt x="5267" y="15947"/>
                  </a:lnTo>
                  <a:cubicBezTo>
                    <a:pt x="5120" y="15947"/>
                    <a:pt x="4973" y="16094"/>
                    <a:pt x="4973" y="16241"/>
                  </a:cubicBezTo>
                  <a:cubicBezTo>
                    <a:pt x="4973" y="16388"/>
                    <a:pt x="5120" y="16535"/>
                    <a:pt x="5267" y="16535"/>
                  </a:cubicBezTo>
                  <a:lnTo>
                    <a:pt x="7618" y="16535"/>
                  </a:lnTo>
                  <a:cubicBezTo>
                    <a:pt x="7595" y="17170"/>
                    <a:pt x="7518" y="18298"/>
                    <a:pt x="7371" y="18910"/>
                  </a:cubicBezTo>
                  <a:lnTo>
                    <a:pt x="6396" y="18910"/>
                  </a:lnTo>
                  <a:cubicBezTo>
                    <a:pt x="6249" y="18910"/>
                    <a:pt x="6102" y="19057"/>
                    <a:pt x="6102" y="19204"/>
                  </a:cubicBezTo>
                  <a:cubicBezTo>
                    <a:pt x="6102" y="19351"/>
                    <a:pt x="6249" y="19497"/>
                    <a:pt x="6396" y="19497"/>
                  </a:cubicBezTo>
                  <a:lnTo>
                    <a:pt x="13132" y="19497"/>
                  </a:lnTo>
                  <a:cubicBezTo>
                    <a:pt x="13279" y="19497"/>
                    <a:pt x="13396" y="19351"/>
                    <a:pt x="13396" y="19204"/>
                  </a:cubicBezTo>
                  <a:cubicBezTo>
                    <a:pt x="13396" y="19057"/>
                    <a:pt x="13279" y="18910"/>
                    <a:pt x="13132" y="18910"/>
                  </a:cubicBezTo>
                  <a:lnTo>
                    <a:pt x="12127" y="18910"/>
                  </a:lnTo>
                  <a:cubicBezTo>
                    <a:pt x="11980" y="18298"/>
                    <a:pt x="11927" y="17170"/>
                    <a:pt x="11903" y="16535"/>
                  </a:cubicBezTo>
                  <a:lnTo>
                    <a:pt x="18245" y="16535"/>
                  </a:lnTo>
                  <a:cubicBezTo>
                    <a:pt x="18933" y="16535"/>
                    <a:pt x="19497" y="15971"/>
                    <a:pt x="19497" y="15283"/>
                  </a:cubicBezTo>
                  <a:lnTo>
                    <a:pt x="19497" y="3968"/>
                  </a:lnTo>
                  <a:cubicBezTo>
                    <a:pt x="19497" y="3286"/>
                    <a:pt x="18933" y="2722"/>
                    <a:pt x="18245" y="2722"/>
                  </a:cubicBezTo>
                  <a:lnTo>
                    <a:pt x="15847" y="2722"/>
                  </a:lnTo>
                  <a:lnTo>
                    <a:pt x="16265" y="2328"/>
                  </a:lnTo>
                  <a:cubicBezTo>
                    <a:pt x="16435" y="2134"/>
                    <a:pt x="16435" y="1817"/>
                    <a:pt x="16265" y="1647"/>
                  </a:cubicBezTo>
                  <a:lnTo>
                    <a:pt x="15600" y="982"/>
                  </a:lnTo>
                  <a:cubicBezTo>
                    <a:pt x="15503" y="885"/>
                    <a:pt x="15381" y="837"/>
                    <a:pt x="15259" y="837"/>
                  </a:cubicBezTo>
                  <a:cubicBezTo>
                    <a:pt x="15137" y="837"/>
                    <a:pt x="15015" y="885"/>
                    <a:pt x="14918" y="982"/>
                  </a:cubicBezTo>
                  <a:lnTo>
                    <a:pt x="14525" y="1400"/>
                  </a:lnTo>
                  <a:cubicBezTo>
                    <a:pt x="14254" y="1253"/>
                    <a:pt x="13984" y="1129"/>
                    <a:pt x="13719" y="1059"/>
                  </a:cubicBezTo>
                  <a:lnTo>
                    <a:pt x="13719" y="495"/>
                  </a:lnTo>
                  <a:cubicBezTo>
                    <a:pt x="13719" y="224"/>
                    <a:pt x="13496" y="1"/>
                    <a:pt x="13226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6" name="Google Shape;3403;p63">
              <a:extLst>
                <a:ext uri="{FF2B5EF4-FFF2-40B4-BE49-F238E27FC236}">
                  <a16:creationId xmlns:a16="http://schemas.microsoft.com/office/drawing/2014/main" id="{A1A2EF26-EAB4-62A6-2C1D-7998DB15FF2E}"/>
                </a:ext>
              </a:extLst>
            </p:cNvPr>
            <p:cNvSpPr/>
            <p:nvPr/>
          </p:nvSpPr>
          <p:spPr>
            <a:xfrm>
              <a:off x="6603885" y="4272723"/>
              <a:ext cx="86355" cy="86355"/>
            </a:xfrm>
            <a:custGeom>
              <a:avLst/>
              <a:gdLst/>
              <a:ahLst/>
              <a:cxnLst/>
              <a:rect l="l" t="t" r="r" b="b"/>
              <a:pathLst>
                <a:path w="4433" h="4433" extrusionOk="0">
                  <a:moveTo>
                    <a:pt x="2204" y="1"/>
                  </a:moveTo>
                  <a:cubicBezTo>
                    <a:pt x="2010" y="1"/>
                    <a:pt x="1787" y="24"/>
                    <a:pt x="1593" y="95"/>
                  </a:cubicBezTo>
                  <a:cubicBezTo>
                    <a:pt x="1446" y="124"/>
                    <a:pt x="1346" y="295"/>
                    <a:pt x="1399" y="442"/>
                  </a:cubicBezTo>
                  <a:cubicBezTo>
                    <a:pt x="1438" y="563"/>
                    <a:pt x="1544" y="648"/>
                    <a:pt x="1676" y="648"/>
                  </a:cubicBezTo>
                  <a:cubicBezTo>
                    <a:pt x="1704" y="648"/>
                    <a:pt x="1733" y="644"/>
                    <a:pt x="1763" y="636"/>
                  </a:cubicBezTo>
                  <a:cubicBezTo>
                    <a:pt x="1910" y="589"/>
                    <a:pt x="2057" y="589"/>
                    <a:pt x="2204" y="589"/>
                  </a:cubicBezTo>
                  <a:cubicBezTo>
                    <a:pt x="3110" y="589"/>
                    <a:pt x="3844" y="1323"/>
                    <a:pt x="3844" y="2229"/>
                  </a:cubicBezTo>
                  <a:cubicBezTo>
                    <a:pt x="3844" y="3134"/>
                    <a:pt x="3110" y="3868"/>
                    <a:pt x="2204" y="3868"/>
                  </a:cubicBezTo>
                  <a:cubicBezTo>
                    <a:pt x="1299" y="3868"/>
                    <a:pt x="564" y="3134"/>
                    <a:pt x="564" y="2229"/>
                  </a:cubicBezTo>
                  <a:cubicBezTo>
                    <a:pt x="564" y="1888"/>
                    <a:pt x="664" y="1564"/>
                    <a:pt x="835" y="1300"/>
                  </a:cubicBezTo>
                  <a:cubicBezTo>
                    <a:pt x="929" y="1176"/>
                    <a:pt x="905" y="1006"/>
                    <a:pt x="758" y="906"/>
                  </a:cubicBezTo>
                  <a:cubicBezTo>
                    <a:pt x="713" y="870"/>
                    <a:pt x="662" y="853"/>
                    <a:pt x="610" y="853"/>
                  </a:cubicBezTo>
                  <a:cubicBezTo>
                    <a:pt x="521" y="853"/>
                    <a:pt x="430" y="902"/>
                    <a:pt x="370" y="977"/>
                  </a:cubicBezTo>
                  <a:cubicBezTo>
                    <a:pt x="124" y="1347"/>
                    <a:pt x="0" y="1788"/>
                    <a:pt x="0" y="2229"/>
                  </a:cubicBezTo>
                  <a:cubicBezTo>
                    <a:pt x="0" y="3451"/>
                    <a:pt x="982" y="4433"/>
                    <a:pt x="2204" y="4433"/>
                  </a:cubicBezTo>
                  <a:cubicBezTo>
                    <a:pt x="3427" y="4433"/>
                    <a:pt x="4432" y="3451"/>
                    <a:pt x="4432" y="2229"/>
                  </a:cubicBezTo>
                  <a:cubicBezTo>
                    <a:pt x="4432" y="1006"/>
                    <a:pt x="3427" y="1"/>
                    <a:pt x="2204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7" name="Google Shape;3404;p63">
              <a:extLst>
                <a:ext uri="{FF2B5EF4-FFF2-40B4-BE49-F238E27FC236}">
                  <a16:creationId xmlns:a16="http://schemas.microsoft.com/office/drawing/2014/main" id="{47462672-6F84-E158-210D-3616801F6BB2}"/>
                </a:ext>
              </a:extLst>
            </p:cNvPr>
            <p:cNvSpPr/>
            <p:nvPr/>
          </p:nvSpPr>
          <p:spPr>
            <a:xfrm>
              <a:off x="6624378" y="4293684"/>
              <a:ext cx="44901" cy="44901"/>
            </a:xfrm>
            <a:custGeom>
              <a:avLst/>
              <a:gdLst/>
              <a:ahLst/>
              <a:cxnLst/>
              <a:rect l="l" t="t" r="r" b="b"/>
              <a:pathLst>
                <a:path w="2305" h="2305" extrusionOk="0">
                  <a:moveTo>
                    <a:pt x="1152" y="565"/>
                  </a:moveTo>
                  <a:cubicBezTo>
                    <a:pt x="1470" y="565"/>
                    <a:pt x="1740" y="835"/>
                    <a:pt x="1740" y="1153"/>
                  </a:cubicBezTo>
                  <a:cubicBezTo>
                    <a:pt x="1740" y="1470"/>
                    <a:pt x="1470" y="1717"/>
                    <a:pt x="1152" y="1717"/>
                  </a:cubicBezTo>
                  <a:cubicBezTo>
                    <a:pt x="835" y="1717"/>
                    <a:pt x="565" y="1470"/>
                    <a:pt x="565" y="1153"/>
                  </a:cubicBezTo>
                  <a:cubicBezTo>
                    <a:pt x="565" y="835"/>
                    <a:pt x="835" y="565"/>
                    <a:pt x="1152" y="565"/>
                  </a:cubicBezTo>
                  <a:close/>
                  <a:moveTo>
                    <a:pt x="1152" y="1"/>
                  </a:moveTo>
                  <a:cubicBezTo>
                    <a:pt x="518" y="1"/>
                    <a:pt x="0" y="518"/>
                    <a:pt x="0" y="1153"/>
                  </a:cubicBezTo>
                  <a:cubicBezTo>
                    <a:pt x="0" y="1787"/>
                    <a:pt x="518" y="2305"/>
                    <a:pt x="1152" y="2305"/>
                  </a:cubicBezTo>
                  <a:cubicBezTo>
                    <a:pt x="1787" y="2305"/>
                    <a:pt x="2304" y="1787"/>
                    <a:pt x="2304" y="1153"/>
                  </a:cubicBezTo>
                  <a:cubicBezTo>
                    <a:pt x="2304" y="518"/>
                    <a:pt x="1787" y="1"/>
                    <a:pt x="1152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8" name="Google Shape;3405;p63">
              <a:extLst>
                <a:ext uri="{FF2B5EF4-FFF2-40B4-BE49-F238E27FC236}">
                  <a16:creationId xmlns:a16="http://schemas.microsoft.com/office/drawing/2014/main" id="{11E923BF-8A46-8304-65ED-7DEFC397460E}"/>
                </a:ext>
              </a:extLst>
            </p:cNvPr>
            <p:cNvSpPr/>
            <p:nvPr/>
          </p:nvSpPr>
          <p:spPr>
            <a:xfrm>
              <a:off x="6444033" y="4342344"/>
              <a:ext cx="136048" cy="136048"/>
            </a:xfrm>
            <a:custGeom>
              <a:avLst/>
              <a:gdLst/>
              <a:ahLst/>
              <a:cxnLst/>
              <a:rect l="l" t="t" r="r" b="b"/>
              <a:pathLst>
                <a:path w="6984" h="6984" extrusionOk="0">
                  <a:moveTo>
                    <a:pt x="3698" y="565"/>
                  </a:moveTo>
                  <a:lnTo>
                    <a:pt x="3698" y="929"/>
                  </a:lnTo>
                  <a:cubicBezTo>
                    <a:pt x="3698" y="1129"/>
                    <a:pt x="3845" y="1300"/>
                    <a:pt x="4045" y="1347"/>
                  </a:cubicBezTo>
                  <a:cubicBezTo>
                    <a:pt x="4239" y="1399"/>
                    <a:pt x="4433" y="1494"/>
                    <a:pt x="4632" y="1593"/>
                  </a:cubicBezTo>
                  <a:cubicBezTo>
                    <a:pt x="4699" y="1633"/>
                    <a:pt x="4774" y="1652"/>
                    <a:pt x="4847" y="1652"/>
                  </a:cubicBezTo>
                  <a:cubicBezTo>
                    <a:pt x="4959" y="1652"/>
                    <a:pt x="5069" y="1606"/>
                    <a:pt x="5144" y="1517"/>
                  </a:cubicBezTo>
                  <a:lnTo>
                    <a:pt x="5414" y="1276"/>
                  </a:lnTo>
                  <a:lnTo>
                    <a:pt x="5708" y="1593"/>
                  </a:lnTo>
                  <a:lnTo>
                    <a:pt x="5461" y="1840"/>
                  </a:lnTo>
                  <a:cubicBezTo>
                    <a:pt x="5314" y="1987"/>
                    <a:pt x="5291" y="2181"/>
                    <a:pt x="5391" y="2352"/>
                  </a:cubicBezTo>
                  <a:cubicBezTo>
                    <a:pt x="5514" y="2546"/>
                    <a:pt x="5585" y="2746"/>
                    <a:pt x="5638" y="2939"/>
                  </a:cubicBezTo>
                  <a:cubicBezTo>
                    <a:pt x="5685" y="3133"/>
                    <a:pt x="5855" y="3280"/>
                    <a:pt x="6049" y="3280"/>
                  </a:cubicBezTo>
                  <a:lnTo>
                    <a:pt x="6419" y="3280"/>
                  </a:lnTo>
                  <a:lnTo>
                    <a:pt x="6419" y="3721"/>
                  </a:lnTo>
                  <a:lnTo>
                    <a:pt x="6049" y="3721"/>
                  </a:lnTo>
                  <a:cubicBezTo>
                    <a:pt x="5855" y="3721"/>
                    <a:pt x="5685" y="3845"/>
                    <a:pt x="5638" y="4045"/>
                  </a:cubicBezTo>
                  <a:cubicBezTo>
                    <a:pt x="5585" y="4238"/>
                    <a:pt x="5514" y="4432"/>
                    <a:pt x="5391" y="4632"/>
                  </a:cubicBezTo>
                  <a:cubicBezTo>
                    <a:pt x="5291" y="4803"/>
                    <a:pt x="5314" y="5020"/>
                    <a:pt x="5461" y="5144"/>
                  </a:cubicBezTo>
                  <a:lnTo>
                    <a:pt x="5708" y="5414"/>
                  </a:lnTo>
                  <a:lnTo>
                    <a:pt x="5414" y="5708"/>
                  </a:lnTo>
                  <a:lnTo>
                    <a:pt x="5144" y="5461"/>
                  </a:lnTo>
                  <a:cubicBezTo>
                    <a:pt x="5070" y="5374"/>
                    <a:pt x="4964" y="5330"/>
                    <a:pt x="4853" y="5330"/>
                  </a:cubicBezTo>
                  <a:cubicBezTo>
                    <a:pt x="4778" y="5330"/>
                    <a:pt x="4701" y="5350"/>
                    <a:pt x="4632" y="5391"/>
                  </a:cubicBezTo>
                  <a:cubicBezTo>
                    <a:pt x="4433" y="5514"/>
                    <a:pt x="4239" y="5585"/>
                    <a:pt x="4045" y="5632"/>
                  </a:cubicBezTo>
                  <a:cubicBezTo>
                    <a:pt x="3845" y="5684"/>
                    <a:pt x="3698" y="5855"/>
                    <a:pt x="3698" y="6049"/>
                  </a:cubicBezTo>
                  <a:lnTo>
                    <a:pt x="3698" y="6419"/>
                  </a:lnTo>
                  <a:lnTo>
                    <a:pt x="3286" y="6419"/>
                  </a:lnTo>
                  <a:lnTo>
                    <a:pt x="3286" y="6049"/>
                  </a:lnTo>
                  <a:cubicBezTo>
                    <a:pt x="3286" y="5855"/>
                    <a:pt x="3139" y="5684"/>
                    <a:pt x="2940" y="5632"/>
                  </a:cubicBezTo>
                  <a:cubicBezTo>
                    <a:pt x="2746" y="5585"/>
                    <a:pt x="2552" y="5514"/>
                    <a:pt x="2352" y="5391"/>
                  </a:cubicBezTo>
                  <a:cubicBezTo>
                    <a:pt x="2283" y="5350"/>
                    <a:pt x="2210" y="5330"/>
                    <a:pt x="2138" y="5330"/>
                  </a:cubicBezTo>
                  <a:cubicBezTo>
                    <a:pt x="2032" y="5330"/>
                    <a:pt x="1928" y="5374"/>
                    <a:pt x="1840" y="5461"/>
                  </a:cubicBezTo>
                  <a:lnTo>
                    <a:pt x="1570" y="5708"/>
                  </a:lnTo>
                  <a:lnTo>
                    <a:pt x="1276" y="5414"/>
                  </a:lnTo>
                  <a:lnTo>
                    <a:pt x="1523" y="5144"/>
                  </a:lnTo>
                  <a:cubicBezTo>
                    <a:pt x="1670" y="5020"/>
                    <a:pt x="1694" y="4803"/>
                    <a:pt x="1594" y="4632"/>
                  </a:cubicBezTo>
                  <a:cubicBezTo>
                    <a:pt x="1470" y="4432"/>
                    <a:pt x="1400" y="4238"/>
                    <a:pt x="1347" y="4045"/>
                  </a:cubicBezTo>
                  <a:cubicBezTo>
                    <a:pt x="1300" y="3845"/>
                    <a:pt x="1129" y="3721"/>
                    <a:pt x="935" y="3721"/>
                  </a:cubicBezTo>
                  <a:lnTo>
                    <a:pt x="565" y="3721"/>
                  </a:lnTo>
                  <a:lnTo>
                    <a:pt x="565" y="3280"/>
                  </a:lnTo>
                  <a:lnTo>
                    <a:pt x="935" y="3280"/>
                  </a:lnTo>
                  <a:cubicBezTo>
                    <a:pt x="1129" y="3280"/>
                    <a:pt x="1300" y="3133"/>
                    <a:pt x="1347" y="2939"/>
                  </a:cubicBezTo>
                  <a:cubicBezTo>
                    <a:pt x="1400" y="2746"/>
                    <a:pt x="1470" y="2546"/>
                    <a:pt x="1594" y="2352"/>
                  </a:cubicBezTo>
                  <a:cubicBezTo>
                    <a:pt x="1694" y="2181"/>
                    <a:pt x="1670" y="1987"/>
                    <a:pt x="1523" y="1840"/>
                  </a:cubicBezTo>
                  <a:lnTo>
                    <a:pt x="1276" y="1593"/>
                  </a:lnTo>
                  <a:lnTo>
                    <a:pt x="1570" y="1276"/>
                  </a:lnTo>
                  <a:lnTo>
                    <a:pt x="1840" y="1517"/>
                  </a:lnTo>
                  <a:cubicBezTo>
                    <a:pt x="1930" y="1606"/>
                    <a:pt x="2036" y="1652"/>
                    <a:pt x="2144" y="1652"/>
                  </a:cubicBezTo>
                  <a:cubicBezTo>
                    <a:pt x="2214" y="1652"/>
                    <a:pt x="2285" y="1633"/>
                    <a:pt x="2352" y="1593"/>
                  </a:cubicBezTo>
                  <a:cubicBezTo>
                    <a:pt x="2552" y="1494"/>
                    <a:pt x="2746" y="1399"/>
                    <a:pt x="2940" y="1347"/>
                  </a:cubicBezTo>
                  <a:cubicBezTo>
                    <a:pt x="3139" y="1300"/>
                    <a:pt x="3286" y="1129"/>
                    <a:pt x="3286" y="929"/>
                  </a:cubicBezTo>
                  <a:lnTo>
                    <a:pt x="3286" y="565"/>
                  </a:lnTo>
                  <a:close/>
                  <a:moveTo>
                    <a:pt x="3139" y="1"/>
                  </a:moveTo>
                  <a:cubicBezTo>
                    <a:pt x="2893" y="1"/>
                    <a:pt x="2699" y="195"/>
                    <a:pt x="2699" y="441"/>
                  </a:cubicBezTo>
                  <a:lnTo>
                    <a:pt x="2699" y="835"/>
                  </a:lnTo>
                  <a:cubicBezTo>
                    <a:pt x="2522" y="882"/>
                    <a:pt x="2328" y="959"/>
                    <a:pt x="2158" y="1053"/>
                  </a:cubicBezTo>
                  <a:lnTo>
                    <a:pt x="1887" y="782"/>
                  </a:lnTo>
                  <a:cubicBezTo>
                    <a:pt x="1802" y="697"/>
                    <a:pt x="1692" y="654"/>
                    <a:pt x="1582" y="654"/>
                  </a:cubicBezTo>
                  <a:cubicBezTo>
                    <a:pt x="1472" y="654"/>
                    <a:pt x="1361" y="697"/>
                    <a:pt x="1276" y="782"/>
                  </a:cubicBezTo>
                  <a:lnTo>
                    <a:pt x="759" y="1276"/>
                  </a:lnTo>
                  <a:cubicBezTo>
                    <a:pt x="612" y="1447"/>
                    <a:pt x="612" y="1717"/>
                    <a:pt x="759" y="1887"/>
                  </a:cubicBezTo>
                  <a:lnTo>
                    <a:pt x="1053" y="2158"/>
                  </a:lnTo>
                  <a:cubicBezTo>
                    <a:pt x="959" y="2328"/>
                    <a:pt x="882" y="2522"/>
                    <a:pt x="835" y="2693"/>
                  </a:cubicBezTo>
                  <a:lnTo>
                    <a:pt x="442" y="2693"/>
                  </a:lnTo>
                  <a:cubicBezTo>
                    <a:pt x="201" y="2693"/>
                    <a:pt x="1" y="2892"/>
                    <a:pt x="1" y="3133"/>
                  </a:cubicBezTo>
                  <a:lnTo>
                    <a:pt x="1" y="3845"/>
                  </a:lnTo>
                  <a:cubicBezTo>
                    <a:pt x="1" y="4092"/>
                    <a:pt x="201" y="4286"/>
                    <a:pt x="442" y="4286"/>
                  </a:cubicBezTo>
                  <a:lnTo>
                    <a:pt x="835" y="4286"/>
                  </a:lnTo>
                  <a:cubicBezTo>
                    <a:pt x="882" y="4485"/>
                    <a:pt x="959" y="4656"/>
                    <a:pt x="1053" y="4826"/>
                  </a:cubicBezTo>
                  <a:lnTo>
                    <a:pt x="759" y="5097"/>
                  </a:lnTo>
                  <a:cubicBezTo>
                    <a:pt x="612" y="5267"/>
                    <a:pt x="612" y="5537"/>
                    <a:pt x="759" y="5708"/>
                  </a:cubicBezTo>
                  <a:lnTo>
                    <a:pt x="1276" y="6219"/>
                  </a:lnTo>
                  <a:cubicBezTo>
                    <a:pt x="1347" y="6296"/>
                    <a:pt x="1470" y="6343"/>
                    <a:pt x="1570" y="6343"/>
                  </a:cubicBezTo>
                  <a:cubicBezTo>
                    <a:pt x="1694" y="6343"/>
                    <a:pt x="1817" y="6296"/>
                    <a:pt x="1887" y="6219"/>
                  </a:cubicBezTo>
                  <a:lnTo>
                    <a:pt x="2158" y="5955"/>
                  </a:lnTo>
                  <a:cubicBezTo>
                    <a:pt x="2328" y="6025"/>
                    <a:pt x="2522" y="6102"/>
                    <a:pt x="2699" y="6172"/>
                  </a:cubicBezTo>
                  <a:lnTo>
                    <a:pt x="2699" y="6566"/>
                  </a:lnTo>
                  <a:cubicBezTo>
                    <a:pt x="2699" y="6784"/>
                    <a:pt x="2893" y="6983"/>
                    <a:pt x="3139" y="6983"/>
                  </a:cubicBezTo>
                  <a:lnTo>
                    <a:pt x="3845" y="6983"/>
                  </a:lnTo>
                  <a:cubicBezTo>
                    <a:pt x="4092" y="6983"/>
                    <a:pt x="4286" y="6784"/>
                    <a:pt x="4286" y="6566"/>
                  </a:cubicBezTo>
                  <a:lnTo>
                    <a:pt x="4286" y="6172"/>
                  </a:lnTo>
                  <a:cubicBezTo>
                    <a:pt x="4462" y="6102"/>
                    <a:pt x="4656" y="6025"/>
                    <a:pt x="4826" y="5955"/>
                  </a:cubicBezTo>
                  <a:lnTo>
                    <a:pt x="5097" y="6219"/>
                  </a:lnTo>
                  <a:cubicBezTo>
                    <a:pt x="5167" y="6296"/>
                    <a:pt x="5291" y="6343"/>
                    <a:pt x="5414" y="6343"/>
                  </a:cubicBezTo>
                  <a:cubicBezTo>
                    <a:pt x="5514" y="6343"/>
                    <a:pt x="5638" y="6296"/>
                    <a:pt x="5708" y="6219"/>
                  </a:cubicBezTo>
                  <a:lnTo>
                    <a:pt x="6225" y="5708"/>
                  </a:lnTo>
                  <a:cubicBezTo>
                    <a:pt x="6296" y="5632"/>
                    <a:pt x="6343" y="5514"/>
                    <a:pt x="6343" y="5414"/>
                  </a:cubicBezTo>
                  <a:cubicBezTo>
                    <a:pt x="6343" y="5291"/>
                    <a:pt x="6296" y="5191"/>
                    <a:pt x="6225" y="5097"/>
                  </a:cubicBezTo>
                  <a:lnTo>
                    <a:pt x="5931" y="4826"/>
                  </a:lnTo>
                  <a:cubicBezTo>
                    <a:pt x="6025" y="4656"/>
                    <a:pt x="6102" y="4485"/>
                    <a:pt x="6172" y="4286"/>
                  </a:cubicBezTo>
                  <a:lnTo>
                    <a:pt x="6543" y="4286"/>
                  </a:lnTo>
                  <a:cubicBezTo>
                    <a:pt x="6784" y="4286"/>
                    <a:pt x="6984" y="4092"/>
                    <a:pt x="6984" y="3845"/>
                  </a:cubicBezTo>
                  <a:lnTo>
                    <a:pt x="6984" y="3133"/>
                  </a:lnTo>
                  <a:cubicBezTo>
                    <a:pt x="6984" y="2892"/>
                    <a:pt x="6784" y="2693"/>
                    <a:pt x="6543" y="2693"/>
                  </a:cubicBezTo>
                  <a:lnTo>
                    <a:pt x="6172" y="2693"/>
                  </a:lnTo>
                  <a:cubicBezTo>
                    <a:pt x="6102" y="2522"/>
                    <a:pt x="6025" y="2328"/>
                    <a:pt x="5931" y="2158"/>
                  </a:cubicBezTo>
                  <a:lnTo>
                    <a:pt x="6225" y="1887"/>
                  </a:lnTo>
                  <a:cubicBezTo>
                    <a:pt x="6296" y="1811"/>
                    <a:pt x="6343" y="1693"/>
                    <a:pt x="6343" y="1593"/>
                  </a:cubicBezTo>
                  <a:cubicBezTo>
                    <a:pt x="6343" y="1470"/>
                    <a:pt x="6296" y="1347"/>
                    <a:pt x="6225" y="1276"/>
                  </a:cubicBezTo>
                  <a:lnTo>
                    <a:pt x="5708" y="782"/>
                  </a:lnTo>
                  <a:cubicBezTo>
                    <a:pt x="5623" y="697"/>
                    <a:pt x="5513" y="654"/>
                    <a:pt x="5402" y="654"/>
                  </a:cubicBezTo>
                  <a:cubicBezTo>
                    <a:pt x="5292" y="654"/>
                    <a:pt x="5182" y="697"/>
                    <a:pt x="5097" y="782"/>
                  </a:cubicBezTo>
                  <a:lnTo>
                    <a:pt x="4826" y="1053"/>
                  </a:lnTo>
                  <a:cubicBezTo>
                    <a:pt x="4656" y="959"/>
                    <a:pt x="4462" y="882"/>
                    <a:pt x="4286" y="835"/>
                  </a:cubicBezTo>
                  <a:lnTo>
                    <a:pt x="4286" y="441"/>
                  </a:lnTo>
                  <a:cubicBezTo>
                    <a:pt x="4286" y="195"/>
                    <a:pt x="4092" y="1"/>
                    <a:pt x="3845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9" name="Google Shape;3406;p63">
              <a:extLst>
                <a:ext uri="{FF2B5EF4-FFF2-40B4-BE49-F238E27FC236}">
                  <a16:creationId xmlns:a16="http://schemas.microsoft.com/office/drawing/2014/main" id="{1A674985-C98E-5094-C5BE-87E62BB8A34D}"/>
                </a:ext>
              </a:extLst>
            </p:cNvPr>
            <p:cNvSpPr/>
            <p:nvPr/>
          </p:nvSpPr>
          <p:spPr>
            <a:xfrm>
              <a:off x="6482740" y="4381051"/>
              <a:ext cx="58635" cy="58635"/>
            </a:xfrm>
            <a:custGeom>
              <a:avLst/>
              <a:gdLst/>
              <a:ahLst/>
              <a:cxnLst/>
              <a:rect l="l" t="t" r="r" b="b"/>
              <a:pathLst>
                <a:path w="3010" h="3010" extrusionOk="0">
                  <a:moveTo>
                    <a:pt x="1517" y="559"/>
                  </a:moveTo>
                  <a:cubicBezTo>
                    <a:pt x="2034" y="559"/>
                    <a:pt x="2446" y="976"/>
                    <a:pt x="2446" y="1517"/>
                  </a:cubicBezTo>
                  <a:cubicBezTo>
                    <a:pt x="2446" y="2028"/>
                    <a:pt x="2034" y="2445"/>
                    <a:pt x="1517" y="2445"/>
                  </a:cubicBezTo>
                  <a:cubicBezTo>
                    <a:pt x="976" y="2445"/>
                    <a:pt x="565" y="2028"/>
                    <a:pt x="565" y="1517"/>
                  </a:cubicBezTo>
                  <a:cubicBezTo>
                    <a:pt x="565" y="976"/>
                    <a:pt x="976" y="559"/>
                    <a:pt x="1517" y="559"/>
                  </a:cubicBezTo>
                  <a:close/>
                  <a:moveTo>
                    <a:pt x="1517" y="0"/>
                  </a:moveTo>
                  <a:cubicBezTo>
                    <a:pt x="682" y="0"/>
                    <a:pt x="0" y="682"/>
                    <a:pt x="0" y="1517"/>
                  </a:cubicBezTo>
                  <a:cubicBezTo>
                    <a:pt x="0" y="2351"/>
                    <a:pt x="682" y="3010"/>
                    <a:pt x="1517" y="3010"/>
                  </a:cubicBezTo>
                  <a:cubicBezTo>
                    <a:pt x="2352" y="3010"/>
                    <a:pt x="3010" y="2351"/>
                    <a:pt x="3010" y="1517"/>
                  </a:cubicBezTo>
                  <a:cubicBezTo>
                    <a:pt x="3010" y="682"/>
                    <a:pt x="2352" y="0"/>
                    <a:pt x="1517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40" name="Google Shape;3539;p63">
            <a:extLst>
              <a:ext uri="{FF2B5EF4-FFF2-40B4-BE49-F238E27FC236}">
                <a16:creationId xmlns:a16="http://schemas.microsoft.com/office/drawing/2014/main" id="{E2180111-6D2C-03F2-A9ED-483FA639A2A9}"/>
              </a:ext>
            </a:extLst>
          </p:cNvPr>
          <p:cNvGrpSpPr/>
          <p:nvPr/>
        </p:nvGrpSpPr>
        <p:grpSpPr>
          <a:xfrm>
            <a:off x="3057799" y="3257973"/>
            <a:ext cx="379821" cy="291070"/>
            <a:chOff x="3517676" y="2837605"/>
            <a:chExt cx="379821" cy="291070"/>
          </a:xfrm>
        </p:grpSpPr>
        <p:sp>
          <p:nvSpPr>
            <p:cNvPr id="2441" name="Google Shape;3540;p63">
              <a:extLst>
                <a:ext uri="{FF2B5EF4-FFF2-40B4-BE49-F238E27FC236}">
                  <a16:creationId xmlns:a16="http://schemas.microsoft.com/office/drawing/2014/main" id="{2BB01F5B-4362-006F-6ABC-2228D4EC08C6}"/>
                </a:ext>
              </a:extLst>
            </p:cNvPr>
            <p:cNvSpPr/>
            <p:nvPr/>
          </p:nvSpPr>
          <p:spPr>
            <a:xfrm>
              <a:off x="3523403" y="3071870"/>
              <a:ext cx="368815" cy="51077"/>
            </a:xfrm>
            <a:custGeom>
              <a:avLst/>
              <a:gdLst/>
              <a:ahLst/>
              <a:cxnLst/>
              <a:rect l="l" t="t" r="r" b="b"/>
              <a:pathLst>
                <a:path w="18933" h="2622" extrusionOk="0">
                  <a:moveTo>
                    <a:pt x="488" y="0"/>
                  </a:moveTo>
                  <a:cubicBezTo>
                    <a:pt x="218" y="0"/>
                    <a:pt x="0" y="224"/>
                    <a:pt x="0" y="494"/>
                  </a:cubicBezTo>
                  <a:cubicBezTo>
                    <a:pt x="0" y="1670"/>
                    <a:pt x="953" y="2622"/>
                    <a:pt x="2128" y="2622"/>
                  </a:cubicBezTo>
                  <a:lnTo>
                    <a:pt x="16776" y="2622"/>
                  </a:lnTo>
                  <a:cubicBezTo>
                    <a:pt x="17975" y="2622"/>
                    <a:pt x="18933" y="1670"/>
                    <a:pt x="18933" y="494"/>
                  </a:cubicBezTo>
                  <a:cubicBezTo>
                    <a:pt x="18933" y="224"/>
                    <a:pt x="18709" y="0"/>
                    <a:pt x="18439" y="0"/>
                  </a:cubicBezTo>
                  <a:close/>
                </a:path>
              </a:pathLst>
            </a:custGeom>
            <a:solidFill>
              <a:srgbClr val="866A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2" name="Google Shape;3541;p63">
              <a:extLst>
                <a:ext uri="{FF2B5EF4-FFF2-40B4-BE49-F238E27FC236}">
                  <a16:creationId xmlns:a16="http://schemas.microsoft.com/office/drawing/2014/main" id="{2EDEDBF3-16F9-5DE4-20E7-E08F8E6E81FF}"/>
                </a:ext>
              </a:extLst>
            </p:cNvPr>
            <p:cNvSpPr/>
            <p:nvPr/>
          </p:nvSpPr>
          <p:spPr>
            <a:xfrm>
              <a:off x="3833016" y="3071870"/>
              <a:ext cx="59200" cy="51077"/>
            </a:xfrm>
            <a:custGeom>
              <a:avLst/>
              <a:gdLst/>
              <a:ahLst/>
              <a:cxnLst/>
              <a:rect l="l" t="t" r="r" b="b"/>
              <a:pathLst>
                <a:path w="3039" h="2622" extrusionOk="0">
                  <a:moveTo>
                    <a:pt x="1640" y="0"/>
                  </a:moveTo>
                  <a:cubicBezTo>
                    <a:pt x="1910" y="0"/>
                    <a:pt x="2134" y="224"/>
                    <a:pt x="2134" y="494"/>
                  </a:cubicBezTo>
                  <a:cubicBezTo>
                    <a:pt x="2134" y="1082"/>
                    <a:pt x="1887" y="1617"/>
                    <a:pt x="1493" y="1987"/>
                  </a:cubicBezTo>
                  <a:cubicBezTo>
                    <a:pt x="1105" y="2375"/>
                    <a:pt x="588" y="2622"/>
                    <a:pt x="0" y="2622"/>
                  </a:cubicBezTo>
                  <a:lnTo>
                    <a:pt x="882" y="2622"/>
                  </a:lnTo>
                  <a:cubicBezTo>
                    <a:pt x="1493" y="2622"/>
                    <a:pt x="2010" y="2375"/>
                    <a:pt x="2398" y="1987"/>
                  </a:cubicBezTo>
                  <a:cubicBezTo>
                    <a:pt x="2792" y="1617"/>
                    <a:pt x="3039" y="1082"/>
                    <a:pt x="3039" y="494"/>
                  </a:cubicBezTo>
                  <a:cubicBezTo>
                    <a:pt x="3039" y="224"/>
                    <a:pt x="2815" y="0"/>
                    <a:pt x="2545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3" name="Google Shape;3542;p63">
              <a:extLst>
                <a:ext uri="{FF2B5EF4-FFF2-40B4-BE49-F238E27FC236}">
                  <a16:creationId xmlns:a16="http://schemas.microsoft.com/office/drawing/2014/main" id="{0F4D07E3-0EC8-C03D-8DEC-B81918CB35C0}"/>
                </a:ext>
              </a:extLst>
            </p:cNvPr>
            <p:cNvSpPr/>
            <p:nvPr/>
          </p:nvSpPr>
          <p:spPr>
            <a:xfrm>
              <a:off x="3544364" y="2843333"/>
              <a:ext cx="326329" cy="228559"/>
            </a:xfrm>
            <a:custGeom>
              <a:avLst/>
              <a:gdLst/>
              <a:ahLst/>
              <a:cxnLst/>
              <a:rect l="l" t="t" r="r" b="b"/>
              <a:pathLst>
                <a:path w="16752" h="11733" extrusionOk="0">
                  <a:moveTo>
                    <a:pt x="858" y="0"/>
                  </a:moveTo>
                  <a:cubicBezTo>
                    <a:pt x="394" y="0"/>
                    <a:pt x="0" y="371"/>
                    <a:pt x="0" y="858"/>
                  </a:cubicBezTo>
                  <a:lnTo>
                    <a:pt x="0" y="10874"/>
                  </a:lnTo>
                  <a:cubicBezTo>
                    <a:pt x="0" y="11368"/>
                    <a:pt x="394" y="11732"/>
                    <a:pt x="858" y="11732"/>
                  </a:cubicBezTo>
                  <a:lnTo>
                    <a:pt x="15923" y="11732"/>
                  </a:lnTo>
                  <a:cubicBezTo>
                    <a:pt x="16387" y="11732"/>
                    <a:pt x="16752" y="11368"/>
                    <a:pt x="16752" y="10874"/>
                  </a:cubicBezTo>
                  <a:lnTo>
                    <a:pt x="16752" y="858"/>
                  </a:lnTo>
                  <a:cubicBezTo>
                    <a:pt x="16752" y="371"/>
                    <a:pt x="16387" y="0"/>
                    <a:pt x="15923" y="0"/>
                  </a:cubicBez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4" name="Google Shape;3543;p63">
              <a:extLst>
                <a:ext uri="{FF2B5EF4-FFF2-40B4-BE49-F238E27FC236}">
                  <a16:creationId xmlns:a16="http://schemas.microsoft.com/office/drawing/2014/main" id="{B83E0B4E-FF02-4B40-D577-417E69D6C91C}"/>
                </a:ext>
              </a:extLst>
            </p:cNvPr>
            <p:cNvSpPr/>
            <p:nvPr/>
          </p:nvSpPr>
          <p:spPr>
            <a:xfrm>
              <a:off x="3839191" y="2843333"/>
              <a:ext cx="31499" cy="228559"/>
            </a:xfrm>
            <a:custGeom>
              <a:avLst/>
              <a:gdLst/>
              <a:ahLst/>
              <a:cxnLst/>
              <a:rect l="l" t="t" r="r" b="b"/>
              <a:pathLst>
                <a:path w="1617" h="11733" extrusionOk="0">
                  <a:moveTo>
                    <a:pt x="0" y="0"/>
                  </a:moveTo>
                  <a:cubicBezTo>
                    <a:pt x="494" y="0"/>
                    <a:pt x="859" y="371"/>
                    <a:pt x="859" y="858"/>
                  </a:cubicBezTo>
                  <a:lnTo>
                    <a:pt x="859" y="10874"/>
                  </a:lnTo>
                  <a:cubicBezTo>
                    <a:pt x="859" y="11368"/>
                    <a:pt x="494" y="11732"/>
                    <a:pt x="0" y="11732"/>
                  </a:cubicBezTo>
                  <a:lnTo>
                    <a:pt x="788" y="11732"/>
                  </a:lnTo>
                  <a:cubicBezTo>
                    <a:pt x="1252" y="11732"/>
                    <a:pt x="1617" y="11368"/>
                    <a:pt x="1617" y="10874"/>
                  </a:cubicBezTo>
                  <a:lnTo>
                    <a:pt x="1617" y="858"/>
                  </a:lnTo>
                  <a:cubicBezTo>
                    <a:pt x="1617" y="371"/>
                    <a:pt x="1252" y="0"/>
                    <a:pt x="788" y="0"/>
                  </a:cubicBezTo>
                  <a:close/>
                </a:path>
              </a:pathLst>
            </a:custGeom>
            <a:solidFill>
              <a:srgbClr val="866A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5" name="Google Shape;3544;p63">
              <a:extLst>
                <a:ext uri="{FF2B5EF4-FFF2-40B4-BE49-F238E27FC236}">
                  <a16:creationId xmlns:a16="http://schemas.microsoft.com/office/drawing/2014/main" id="{20EF2506-77B3-54FB-A8F6-8DD5EED4086E}"/>
                </a:ext>
              </a:extLst>
            </p:cNvPr>
            <p:cNvSpPr/>
            <p:nvPr/>
          </p:nvSpPr>
          <p:spPr>
            <a:xfrm>
              <a:off x="3568752" y="2863358"/>
              <a:ext cx="278135" cy="188488"/>
            </a:xfrm>
            <a:custGeom>
              <a:avLst/>
              <a:gdLst/>
              <a:ahLst/>
              <a:cxnLst/>
              <a:rect l="l" t="t" r="r" b="b"/>
              <a:pathLst>
                <a:path w="14278" h="9676" extrusionOk="0">
                  <a:moveTo>
                    <a:pt x="317" y="1"/>
                  </a:moveTo>
                  <a:cubicBezTo>
                    <a:pt x="123" y="1"/>
                    <a:pt x="0" y="148"/>
                    <a:pt x="0" y="324"/>
                  </a:cubicBezTo>
                  <a:lnTo>
                    <a:pt x="0" y="9358"/>
                  </a:lnTo>
                  <a:cubicBezTo>
                    <a:pt x="0" y="9529"/>
                    <a:pt x="123" y="9676"/>
                    <a:pt x="317" y="9676"/>
                  </a:cubicBezTo>
                  <a:lnTo>
                    <a:pt x="13960" y="9676"/>
                  </a:lnTo>
                  <a:cubicBezTo>
                    <a:pt x="14130" y="9676"/>
                    <a:pt x="14277" y="9529"/>
                    <a:pt x="14277" y="9358"/>
                  </a:cubicBezTo>
                  <a:lnTo>
                    <a:pt x="14277" y="324"/>
                  </a:lnTo>
                  <a:cubicBezTo>
                    <a:pt x="14277" y="148"/>
                    <a:pt x="14130" y="1"/>
                    <a:pt x="13960" y="1"/>
                  </a:cubicBezTo>
                  <a:close/>
                </a:path>
              </a:pathLst>
            </a:custGeom>
            <a:solidFill>
              <a:srgbClr val="00C7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6" name="Google Shape;3545;p63">
              <a:extLst>
                <a:ext uri="{FF2B5EF4-FFF2-40B4-BE49-F238E27FC236}">
                  <a16:creationId xmlns:a16="http://schemas.microsoft.com/office/drawing/2014/main" id="{0F41CF5D-25D3-A129-D6A3-94B33A8E1B41}"/>
                </a:ext>
              </a:extLst>
            </p:cNvPr>
            <p:cNvSpPr/>
            <p:nvPr/>
          </p:nvSpPr>
          <p:spPr>
            <a:xfrm>
              <a:off x="3568752" y="2863358"/>
              <a:ext cx="278135" cy="42973"/>
            </a:xfrm>
            <a:custGeom>
              <a:avLst/>
              <a:gdLst/>
              <a:ahLst/>
              <a:cxnLst/>
              <a:rect l="l" t="t" r="r" b="b"/>
              <a:pathLst>
                <a:path w="14278" h="2206" extrusionOk="0">
                  <a:moveTo>
                    <a:pt x="317" y="1"/>
                  </a:moveTo>
                  <a:cubicBezTo>
                    <a:pt x="123" y="1"/>
                    <a:pt x="0" y="148"/>
                    <a:pt x="0" y="324"/>
                  </a:cubicBezTo>
                  <a:lnTo>
                    <a:pt x="0" y="2205"/>
                  </a:lnTo>
                  <a:lnTo>
                    <a:pt x="14277" y="2205"/>
                  </a:lnTo>
                  <a:lnTo>
                    <a:pt x="14277" y="324"/>
                  </a:lnTo>
                  <a:cubicBezTo>
                    <a:pt x="14277" y="148"/>
                    <a:pt x="14130" y="1"/>
                    <a:pt x="13960" y="1"/>
                  </a:cubicBezTo>
                  <a:close/>
                </a:path>
              </a:pathLst>
            </a:custGeom>
            <a:solidFill>
              <a:srgbClr val="FF93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5" name="Google Shape;3546;p63">
              <a:extLst>
                <a:ext uri="{FF2B5EF4-FFF2-40B4-BE49-F238E27FC236}">
                  <a16:creationId xmlns:a16="http://schemas.microsoft.com/office/drawing/2014/main" id="{1FDC8C48-733F-D4C1-AA2A-2972EDAC328F}"/>
                </a:ext>
              </a:extLst>
            </p:cNvPr>
            <p:cNvSpPr/>
            <p:nvPr/>
          </p:nvSpPr>
          <p:spPr>
            <a:xfrm>
              <a:off x="3825906" y="2863358"/>
              <a:ext cx="20980" cy="42973"/>
            </a:xfrm>
            <a:custGeom>
              <a:avLst/>
              <a:gdLst/>
              <a:ahLst/>
              <a:cxnLst/>
              <a:rect l="l" t="t" r="r" b="b"/>
              <a:pathLst>
                <a:path w="1077" h="2206" extrusionOk="0">
                  <a:moveTo>
                    <a:pt x="1" y="1"/>
                  </a:moveTo>
                  <a:cubicBezTo>
                    <a:pt x="171" y="1"/>
                    <a:pt x="318" y="148"/>
                    <a:pt x="318" y="324"/>
                  </a:cubicBezTo>
                  <a:lnTo>
                    <a:pt x="318" y="2205"/>
                  </a:lnTo>
                  <a:lnTo>
                    <a:pt x="1076" y="2205"/>
                  </a:lnTo>
                  <a:lnTo>
                    <a:pt x="1076" y="324"/>
                  </a:lnTo>
                  <a:cubicBezTo>
                    <a:pt x="1076" y="148"/>
                    <a:pt x="929" y="1"/>
                    <a:pt x="759" y="1"/>
                  </a:cubicBezTo>
                  <a:close/>
                </a:path>
              </a:pathLst>
            </a:custGeom>
            <a:solidFill>
              <a:srgbClr val="FF61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6" name="Google Shape;3547;p63">
              <a:extLst>
                <a:ext uri="{FF2B5EF4-FFF2-40B4-BE49-F238E27FC236}">
                  <a16:creationId xmlns:a16="http://schemas.microsoft.com/office/drawing/2014/main" id="{C6337FCA-35C8-40FE-1AB5-3B5981E29180}"/>
                </a:ext>
              </a:extLst>
            </p:cNvPr>
            <p:cNvSpPr/>
            <p:nvPr/>
          </p:nvSpPr>
          <p:spPr>
            <a:xfrm>
              <a:off x="3673632" y="3071870"/>
              <a:ext cx="68258" cy="21993"/>
            </a:xfrm>
            <a:custGeom>
              <a:avLst/>
              <a:gdLst/>
              <a:ahLst/>
              <a:cxnLst/>
              <a:rect l="l" t="t" r="r" b="b"/>
              <a:pathLst>
                <a:path w="3504" h="1129" extrusionOk="0">
                  <a:moveTo>
                    <a:pt x="0" y="0"/>
                  </a:moveTo>
                  <a:lnTo>
                    <a:pt x="0" y="565"/>
                  </a:lnTo>
                  <a:cubicBezTo>
                    <a:pt x="0" y="882"/>
                    <a:pt x="247" y="1129"/>
                    <a:pt x="564" y="1129"/>
                  </a:cubicBezTo>
                  <a:lnTo>
                    <a:pt x="2939" y="1129"/>
                  </a:lnTo>
                  <a:cubicBezTo>
                    <a:pt x="3262" y="1129"/>
                    <a:pt x="3503" y="882"/>
                    <a:pt x="3503" y="565"/>
                  </a:cubicBezTo>
                  <a:lnTo>
                    <a:pt x="3503" y="0"/>
                  </a:lnTo>
                  <a:close/>
                </a:path>
              </a:pathLst>
            </a:custGeom>
            <a:solidFill>
              <a:srgbClr val="356B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7" name="Google Shape;3548;p63">
              <a:extLst>
                <a:ext uri="{FF2B5EF4-FFF2-40B4-BE49-F238E27FC236}">
                  <a16:creationId xmlns:a16="http://schemas.microsoft.com/office/drawing/2014/main" id="{138D0C14-6A59-DD9A-1D1C-3B759E218516}"/>
                </a:ext>
              </a:extLst>
            </p:cNvPr>
            <p:cNvSpPr/>
            <p:nvPr/>
          </p:nvSpPr>
          <p:spPr>
            <a:xfrm>
              <a:off x="3594505" y="2879623"/>
              <a:ext cx="11006" cy="11006"/>
            </a:xfrm>
            <a:custGeom>
              <a:avLst/>
              <a:gdLst/>
              <a:ahLst/>
              <a:cxnLst/>
              <a:rect l="l" t="t" r="r" b="b"/>
              <a:pathLst>
                <a:path w="565" h="565" extrusionOk="0">
                  <a:moveTo>
                    <a:pt x="271" y="1"/>
                  </a:moveTo>
                  <a:cubicBezTo>
                    <a:pt x="124" y="1"/>
                    <a:pt x="1" y="124"/>
                    <a:pt x="1" y="271"/>
                  </a:cubicBezTo>
                  <a:cubicBezTo>
                    <a:pt x="1" y="441"/>
                    <a:pt x="124" y="565"/>
                    <a:pt x="271" y="565"/>
                  </a:cubicBezTo>
                  <a:cubicBezTo>
                    <a:pt x="441" y="565"/>
                    <a:pt x="565" y="441"/>
                    <a:pt x="565" y="271"/>
                  </a:cubicBezTo>
                  <a:cubicBezTo>
                    <a:pt x="565" y="124"/>
                    <a:pt x="441" y="1"/>
                    <a:pt x="271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3549;p63">
              <a:extLst>
                <a:ext uri="{FF2B5EF4-FFF2-40B4-BE49-F238E27FC236}">
                  <a16:creationId xmlns:a16="http://schemas.microsoft.com/office/drawing/2014/main" id="{FFC8F59D-279D-9A2A-5EE0-BDD01B2B695A}"/>
                </a:ext>
              </a:extLst>
            </p:cNvPr>
            <p:cNvSpPr/>
            <p:nvPr/>
          </p:nvSpPr>
          <p:spPr>
            <a:xfrm>
              <a:off x="3616381" y="2879623"/>
              <a:ext cx="11006" cy="11006"/>
            </a:xfrm>
            <a:custGeom>
              <a:avLst/>
              <a:gdLst/>
              <a:ahLst/>
              <a:cxnLst/>
              <a:rect l="l" t="t" r="r" b="b"/>
              <a:pathLst>
                <a:path w="565" h="565" extrusionOk="0">
                  <a:moveTo>
                    <a:pt x="294" y="1"/>
                  </a:moveTo>
                  <a:cubicBezTo>
                    <a:pt x="124" y="1"/>
                    <a:pt x="0" y="124"/>
                    <a:pt x="0" y="271"/>
                  </a:cubicBezTo>
                  <a:cubicBezTo>
                    <a:pt x="0" y="441"/>
                    <a:pt x="124" y="565"/>
                    <a:pt x="294" y="565"/>
                  </a:cubicBezTo>
                  <a:cubicBezTo>
                    <a:pt x="441" y="565"/>
                    <a:pt x="564" y="441"/>
                    <a:pt x="564" y="271"/>
                  </a:cubicBezTo>
                  <a:cubicBezTo>
                    <a:pt x="564" y="124"/>
                    <a:pt x="441" y="1"/>
                    <a:pt x="294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9" name="Google Shape;3550;p63">
              <a:extLst>
                <a:ext uri="{FF2B5EF4-FFF2-40B4-BE49-F238E27FC236}">
                  <a16:creationId xmlns:a16="http://schemas.microsoft.com/office/drawing/2014/main" id="{E0C9DDB0-8CEB-5259-1A00-4476677299C0}"/>
                </a:ext>
              </a:extLst>
            </p:cNvPr>
            <p:cNvSpPr/>
            <p:nvPr/>
          </p:nvSpPr>
          <p:spPr>
            <a:xfrm>
              <a:off x="3638354" y="2879623"/>
              <a:ext cx="11006" cy="11006"/>
            </a:xfrm>
            <a:custGeom>
              <a:avLst/>
              <a:gdLst/>
              <a:ahLst/>
              <a:cxnLst/>
              <a:rect l="l" t="t" r="r" b="b"/>
              <a:pathLst>
                <a:path w="565" h="565" extrusionOk="0">
                  <a:moveTo>
                    <a:pt x="295" y="1"/>
                  </a:moveTo>
                  <a:cubicBezTo>
                    <a:pt x="124" y="1"/>
                    <a:pt x="1" y="124"/>
                    <a:pt x="1" y="271"/>
                  </a:cubicBezTo>
                  <a:cubicBezTo>
                    <a:pt x="1" y="441"/>
                    <a:pt x="124" y="565"/>
                    <a:pt x="295" y="565"/>
                  </a:cubicBezTo>
                  <a:cubicBezTo>
                    <a:pt x="442" y="565"/>
                    <a:pt x="565" y="441"/>
                    <a:pt x="565" y="271"/>
                  </a:cubicBezTo>
                  <a:cubicBezTo>
                    <a:pt x="565" y="124"/>
                    <a:pt x="442" y="1"/>
                    <a:pt x="295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0" name="Google Shape;3551;p63">
              <a:extLst>
                <a:ext uri="{FF2B5EF4-FFF2-40B4-BE49-F238E27FC236}">
                  <a16:creationId xmlns:a16="http://schemas.microsoft.com/office/drawing/2014/main" id="{245F2702-CD5F-70DF-FF10-163814381AC5}"/>
                </a:ext>
              </a:extLst>
            </p:cNvPr>
            <p:cNvSpPr/>
            <p:nvPr/>
          </p:nvSpPr>
          <p:spPr>
            <a:xfrm>
              <a:off x="3517676" y="2837605"/>
              <a:ext cx="379821" cy="291070"/>
            </a:xfrm>
            <a:custGeom>
              <a:avLst/>
              <a:gdLst/>
              <a:ahLst/>
              <a:cxnLst/>
              <a:rect l="l" t="t" r="r" b="b"/>
              <a:pathLst>
                <a:path w="19498" h="14942" extrusionOk="0">
                  <a:moveTo>
                    <a:pt x="18733" y="12320"/>
                  </a:moveTo>
                  <a:cubicBezTo>
                    <a:pt x="18857" y="12320"/>
                    <a:pt x="18933" y="12397"/>
                    <a:pt x="18933" y="12520"/>
                  </a:cubicBezTo>
                  <a:cubicBezTo>
                    <a:pt x="18933" y="13519"/>
                    <a:pt x="18098" y="14354"/>
                    <a:pt x="17070" y="14354"/>
                  </a:cubicBezTo>
                  <a:lnTo>
                    <a:pt x="2422" y="14354"/>
                  </a:lnTo>
                  <a:cubicBezTo>
                    <a:pt x="1423" y="14354"/>
                    <a:pt x="588" y="13519"/>
                    <a:pt x="588" y="12520"/>
                  </a:cubicBezTo>
                  <a:cubicBezTo>
                    <a:pt x="588" y="12397"/>
                    <a:pt x="659" y="12320"/>
                    <a:pt x="782" y="12320"/>
                  </a:cubicBezTo>
                  <a:lnTo>
                    <a:pt x="7712" y="12320"/>
                  </a:lnTo>
                  <a:lnTo>
                    <a:pt x="7712" y="12591"/>
                  </a:lnTo>
                  <a:cubicBezTo>
                    <a:pt x="7712" y="13055"/>
                    <a:pt x="8106" y="13449"/>
                    <a:pt x="8570" y="13449"/>
                  </a:cubicBezTo>
                  <a:lnTo>
                    <a:pt x="8670" y="13449"/>
                  </a:lnTo>
                  <a:cubicBezTo>
                    <a:pt x="8817" y="13449"/>
                    <a:pt x="8964" y="13325"/>
                    <a:pt x="8964" y="13155"/>
                  </a:cubicBezTo>
                  <a:cubicBezTo>
                    <a:pt x="8964" y="13008"/>
                    <a:pt x="8817" y="12885"/>
                    <a:pt x="8670" y="12885"/>
                  </a:cubicBezTo>
                  <a:lnTo>
                    <a:pt x="8570" y="12885"/>
                  </a:lnTo>
                  <a:cubicBezTo>
                    <a:pt x="8423" y="12885"/>
                    <a:pt x="8300" y="12738"/>
                    <a:pt x="8300" y="12591"/>
                  </a:cubicBezTo>
                  <a:lnTo>
                    <a:pt x="8300" y="12320"/>
                  </a:lnTo>
                  <a:lnTo>
                    <a:pt x="11215" y="12320"/>
                  </a:lnTo>
                  <a:lnTo>
                    <a:pt x="11215" y="12591"/>
                  </a:lnTo>
                  <a:cubicBezTo>
                    <a:pt x="11215" y="12738"/>
                    <a:pt x="11092" y="12885"/>
                    <a:pt x="10945" y="12885"/>
                  </a:cubicBezTo>
                  <a:lnTo>
                    <a:pt x="10016" y="12885"/>
                  </a:lnTo>
                  <a:cubicBezTo>
                    <a:pt x="9846" y="12885"/>
                    <a:pt x="9722" y="13008"/>
                    <a:pt x="9722" y="13155"/>
                  </a:cubicBezTo>
                  <a:cubicBezTo>
                    <a:pt x="9722" y="13325"/>
                    <a:pt x="9846" y="13449"/>
                    <a:pt x="10016" y="13449"/>
                  </a:cubicBezTo>
                  <a:lnTo>
                    <a:pt x="10945" y="13449"/>
                  </a:lnTo>
                  <a:cubicBezTo>
                    <a:pt x="11415" y="13449"/>
                    <a:pt x="11803" y="13055"/>
                    <a:pt x="11803" y="12591"/>
                  </a:cubicBezTo>
                  <a:lnTo>
                    <a:pt x="11803" y="12320"/>
                  </a:lnTo>
                  <a:close/>
                  <a:moveTo>
                    <a:pt x="2228" y="0"/>
                  </a:moveTo>
                  <a:cubicBezTo>
                    <a:pt x="1617" y="0"/>
                    <a:pt x="1100" y="518"/>
                    <a:pt x="1100" y="1152"/>
                  </a:cubicBezTo>
                  <a:lnTo>
                    <a:pt x="1100" y="11168"/>
                  </a:lnTo>
                  <a:cubicBezTo>
                    <a:pt x="1100" y="11392"/>
                    <a:pt x="1153" y="11586"/>
                    <a:pt x="1247" y="11732"/>
                  </a:cubicBezTo>
                  <a:lnTo>
                    <a:pt x="782" y="11732"/>
                  </a:lnTo>
                  <a:cubicBezTo>
                    <a:pt x="341" y="11732"/>
                    <a:pt x="1" y="12079"/>
                    <a:pt x="1" y="12520"/>
                  </a:cubicBezTo>
                  <a:cubicBezTo>
                    <a:pt x="1" y="13843"/>
                    <a:pt x="1100" y="14942"/>
                    <a:pt x="2422" y="14942"/>
                  </a:cubicBezTo>
                  <a:lnTo>
                    <a:pt x="17070" y="14942"/>
                  </a:lnTo>
                  <a:cubicBezTo>
                    <a:pt x="18416" y="14942"/>
                    <a:pt x="19497" y="13843"/>
                    <a:pt x="19497" y="12520"/>
                  </a:cubicBezTo>
                  <a:cubicBezTo>
                    <a:pt x="19497" y="12079"/>
                    <a:pt x="19150" y="11732"/>
                    <a:pt x="18733" y="11732"/>
                  </a:cubicBezTo>
                  <a:lnTo>
                    <a:pt x="18269" y="11732"/>
                  </a:lnTo>
                  <a:cubicBezTo>
                    <a:pt x="18369" y="11586"/>
                    <a:pt x="18416" y="11392"/>
                    <a:pt x="18416" y="11168"/>
                  </a:cubicBezTo>
                  <a:lnTo>
                    <a:pt x="18416" y="3750"/>
                  </a:lnTo>
                  <a:cubicBezTo>
                    <a:pt x="18416" y="3603"/>
                    <a:pt x="18292" y="3480"/>
                    <a:pt x="18122" y="3480"/>
                  </a:cubicBezTo>
                  <a:cubicBezTo>
                    <a:pt x="17975" y="3480"/>
                    <a:pt x="17851" y="3603"/>
                    <a:pt x="17851" y="3750"/>
                  </a:cubicBezTo>
                  <a:lnTo>
                    <a:pt x="17851" y="11168"/>
                  </a:lnTo>
                  <a:cubicBezTo>
                    <a:pt x="17851" y="11491"/>
                    <a:pt x="17587" y="11732"/>
                    <a:pt x="17293" y="11732"/>
                  </a:cubicBezTo>
                  <a:lnTo>
                    <a:pt x="2228" y="11732"/>
                  </a:lnTo>
                  <a:cubicBezTo>
                    <a:pt x="1934" y="11732"/>
                    <a:pt x="1664" y="11491"/>
                    <a:pt x="1664" y="11168"/>
                  </a:cubicBezTo>
                  <a:lnTo>
                    <a:pt x="1664" y="1152"/>
                  </a:lnTo>
                  <a:cubicBezTo>
                    <a:pt x="1664" y="835"/>
                    <a:pt x="1934" y="588"/>
                    <a:pt x="2228" y="588"/>
                  </a:cubicBezTo>
                  <a:lnTo>
                    <a:pt x="17293" y="588"/>
                  </a:lnTo>
                  <a:cubicBezTo>
                    <a:pt x="17587" y="588"/>
                    <a:pt x="17851" y="835"/>
                    <a:pt x="17851" y="1152"/>
                  </a:cubicBezTo>
                  <a:lnTo>
                    <a:pt x="17851" y="2428"/>
                  </a:lnTo>
                  <a:cubicBezTo>
                    <a:pt x="17851" y="2598"/>
                    <a:pt x="17975" y="2722"/>
                    <a:pt x="18122" y="2722"/>
                  </a:cubicBezTo>
                  <a:cubicBezTo>
                    <a:pt x="18292" y="2722"/>
                    <a:pt x="18416" y="2598"/>
                    <a:pt x="18416" y="2428"/>
                  </a:cubicBezTo>
                  <a:lnTo>
                    <a:pt x="18416" y="1152"/>
                  </a:lnTo>
                  <a:cubicBezTo>
                    <a:pt x="18416" y="518"/>
                    <a:pt x="17904" y="0"/>
                    <a:pt x="17293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1" name="Google Shape;3552;p63">
              <a:extLst>
                <a:ext uri="{FF2B5EF4-FFF2-40B4-BE49-F238E27FC236}">
                  <a16:creationId xmlns:a16="http://schemas.microsoft.com/office/drawing/2014/main" id="{39AC3865-CB94-8D35-2D69-820288E233DD}"/>
                </a:ext>
              </a:extLst>
            </p:cNvPr>
            <p:cNvSpPr/>
            <p:nvPr/>
          </p:nvSpPr>
          <p:spPr>
            <a:xfrm>
              <a:off x="3563025" y="2858215"/>
              <a:ext cx="289590" cy="198910"/>
            </a:xfrm>
            <a:custGeom>
              <a:avLst/>
              <a:gdLst/>
              <a:ahLst/>
              <a:cxnLst/>
              <a:rect l="l" t="t" r="r" b="b"/>
              <a:pathLst>
                <a:path w="14866" h="10211" extrusionOk="0">
                  <a:moveTo>
                    <a:pt x="14254" y="559"/>
                  </a:moveTo>
                  <a:cubicBezTo>
                    <a:pt x="14277" y="559"/>
                    <a:pt x="14301" y="588"/>
                    <a:pt x="14301" y="588"/>
                  </a:cubicBezTo>
                  <a:lnTo>
                    <a:pt x="14301" y="2175"/>
                  </a:lnTo>
                  <a:lnTo>
                    <a:pt x="564" y="2175"/>
                  </a:lnTo>
                  <a:lnTo>
                    <a:pt x="564" y="588"/>
                  </a:lnTo>
                  <a:cubicBezTo>
                    <a:pt x="564" y="588"/>
                    <a:pt x="588" y="559"/>
                    <a:pt x="611" y="559"/>
                  </a:cubicBezTo>
                  <a:close/>
                  <a:moveTo>
                    <a:pt x="14301" y="2763"/>
                  </a:moveTo>
                  <a:lnTo>
                    <a:pt x="14301" y="9622"/>
                  </a:lnTo>
                  <a:cubicBezTo>
                    <a:pt x="14301" y="9622"/>
                    <a:pt x="14277" y="9646"/>
                    <a:pt x="14254" y="9646"/>
                  </a:cubicBezTo>
                  <a:lnTo>
                    <a:pt x="611" y="9646"/>
                  </a:lnTo>
                  <a:cubicBezTo>
                    <a:pt x="588" y="9646"/>
                    <a:pt x="564" y="9622"/>
                    <a:pt x="564" y="9622"/>
                  </a:cubicBezTo>
                  <a:lnTo>
                    <a:pt x="564" y="2763"/>
                  </a:lnTo>
                  <a:close/>
                  <a:moveTo>
                    <a:pt x="611" y="0"/>
                  </a:moveTo>
                  <a:cubicBezTo>
                    <a:pt x="271" y="0"/>
                    <a:pt x="0" y="265"/>
                    <a:pt x="0" y="588"/>
                  </a:cubicBezTo>
                  <a:lnTo>
                    <a:pt x="0" y="9622"/>
                  </a:lnTo>
                  <a:cubicBezTo>
                    <a:pt x="0" y="9940"/>
                    <a:pt x="271" y="10210"/>
                    <a:pt x="611" y="10210"/>
                  </a:cubicBezTo>
                  <a:lnTo>
                    <a:pt x="14254" y="10210"/>
                  </a:lnTo>
                  <a:cubicBezTo>
                    <a:pt x="14595" y="10210"/>
                    <a:pt x="14865" y="9940"/>
                    <a:pt x="14865" y="9622"/>
                  </a:cubicBezTo>
                  <a:lnTo>
                    <a:pt x="14865" y="588"/>
                  </a:lnTo>
                  <a:cubicBezTo>
                    <a:pt x="14865" y="265"/>
                    <a:pt x="14595" y="0"/>
                    <a:pt x="14254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2" name="Google Shape;3553;p63">
              <a:extLst>
                <a:ext uri="{FF2B5EF4-FFF2-40B4-BE49-F238E27FC236}">
                  <a16:creationId xmlns:a16="http://schemas.microsoft.com/office/drawing/2014/main" id="{99201799-A787-DC65-180C-555F654AA71B}"/>
                </a:ext>
              </a:extLst>
            </p:cNvPr>
            <p:cNvSpPr/>
            <p:nvPr/>
          </p:nvSpPr>
          <p:spPr>
            <a:xfrm>
              <a:off x="3596336" y="2924057"/>
              <a:ext cx="19149" cy="49596"/>
            </a:xfrm>
            <a:custGeom>
              <a:avLst/>
              <a:gdLst/>
              <a:ahLst/>
              <a:cxnLst/>
              <a:rect l="l" t="t" r="r" b="b"/>
              <a:pathLst>
                <a:path w="983" h="2546" extrusionOk="0">
                  <a:moveTo>
                    <a:pt x="294" y="0"/>
                  </a:moveTo>
                  <a:cubicBezTo>
                    <a:pt x="124" y="0"/>
                    <a:pt x="1" y="147"/>
                    <a:pt x="1" y="294"/>
                  </a:cubicBezTo>
                  <a:cubicBezTo>
                    <a:pt x="1" y="441"/>
                    <a:pt x="124" y="588"/>
                    <a:pt x="294" y="588"/>
                  </a:cubicBezTo>
                  <a:lnTo>
                    <a:pt x="418" y="588"/>
                  </a:lnTo>
                  <a:lnTo>
                    <a:pt x="418" y="2251"/>
                  </a:lnTo>
                  <a:cubicBezTo>
                    <a:pt x="418" y="2398"/>
                    <a:pt x="541" y="2545"/>
                    <a:pt x="712" y="2545"/>
                  </a:cubicBezTo>
                  <a:cubicBezTo>
                    <a:pt x="859" y="2545"/>
                    <a:pt x="982" y="2398"/>
                    <a:pt x="982" y="2251"/>
                  </a:cubicBezTo>
                  <a:lnTo>
                    <a:pt x="982" y="294"/>
                  </a:lnTo>
                  <a:cubicBezTo>
                    <a:pt x="982" y="147"/>
                    <a:pt x="859" y="0"/>
                    <a:pt x="712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3" name="Google Shape;3554;p63">
              <a:extLst>
                <a:ext uri="{FF2B5EF4-FFF2-40B4-BE49-F238E27FC236}">
                  <a16:creationId xmlns:a16="http://schemas.microsoft.com/office/drawing/2014/main" id="{41BC092E-7174-9A89-69DF-5705EE2BD26C}"/>
                </a:ext>
              </a:extLst>
            </p:cNvPr>
            <p:cNvSpPr/>
            <p:nvPr/>
          </p:nvSpPr>
          <p:spPr>
            <a:xfrm>
              <a:off x="3635958" y="2984620"/>
              <a:ext cx="19129" cy="49148"/>
            </a:xfrm>
            <a:custGeom>
              <a:avLst/>
              <a:gdLst/>
              <a:ahLst/>
              <a:cxnLst/>
              <a:rect l="l" t="t" r="r" b="b"/>
              <a:pathLst>
                <a:path w="982" h="2523" extrusionOk="0">
                  <a:moveTo>
                    <a:pt x="271" y="0"/>
                  </a:moveTo>
                  <a:cubicBezTo>
                    <a:pt x="124" y="0"/>
                    <a:pt x="0" y="124"/>
                    <a:pt x="0" y="294"/>
                  </a:cubicBezTo>
                  <a:cubicBezTo>
                    <a:pt x="0" y="441"/>
                    <a:pt x="124" y="565"/>
                    <a:pt x="271" y="565"/>
                  </a:cubicBezTo>
                  <a:lnTo>
                    <a:pt x="418" y="565"/>
                  </a:lnTo>
                  <a:lnTo>
                    <a:pt x="418" y="2252"/>
                  </a:lnTo>
                  <a:cubicBezTo>
                    <a:pt x="418" y="2399"/>
                    <a:pt x="541" y="2522"/>
                    <a:pt x="712" y="2522"/>
                  </a:cubicBezTo>
                  <a:cubicBezTo>
                    <a:pt x="858" y="2522"/>
                    <a:pt x="982" y="2399"/>
                    <a:pt x="982" y="2252"/>
                  </a:cubicBezTo>
                  <a:lnTo>
                    <a:pt x="982" y="294"/>
                  </a:lnTo>
                  <a:cubicBezTo>
                    <a:pt x="982" y="124"/>
                    <a:pt x="858" y="0"/>
                    <a:pt x="712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4" name="Google Shape;3555;p63">
              <a:extLst>
                <a:ext uri="{FF2B5EF4-FFF2-40B4-BE49-F238E27FC236}">
                  <a16:creationId xmlns:a16="http://schemas.microsoft.com/office/drawing/2014/main" id="{91F86D3B-A54C-640E-6B50-957F764D8B9E}"/>
                </a:ext>
              </a:extLst>
            </p:cNvPr>
            <p:cNvSpPr/>
            <p:nvPr/>
          </p:nvSpPr>
          <p:spPr>
            <a:xfrm>
              <a:off x="3705676" y="2984620"/>
              <a:ext cx="19032" cy="49148"/>
            </a:xfrm>
            <a:custGeom>
              <a:avLst/>
              <a:gdLst/>
              <a:ahLst/>
              <a:cxnLst/>
              <a:rect l="l" t="t" r="r" b="b"/>
              <a:pathLst>
                <a:path w="977" h="2523" extrusionOk="0">
                  <a:moveTo>
                    <a:pt x="265" y="0"/>
                  </a:moveTo>
                  <a:cubicBezTo>
                    <a:pt x="118" y="0"/>
                    <a:pt x="1" y="124"/>
                    <a:pt x="1" y="294"/>
                  </a:cubicBezTo>
                  <a:cubicBezTo>
                    <a:pt x="1" y="441"/>
                    <a:pt x="118" y="565"/>
                    <a:pt x="265" y="565"/>
                  </a:cubicBezTo>
                  <a:lnTo>
                    <a:pt x="412" y="565"/>
                  </a:lnTo>
                  <a:lnTo>
                    <a:pt x="412" y="2252"/>
                  </a:lnTo>
                  <a:cubicBezTo>
                    <a:pt x="412" y="2399"/>
                    <a:pt x="536" y="2522"/>
                    <a:pt x="683" y="2522"/>
                  </a:cubicBezTo>
                  <a:cubicBezTo>
                    <a:pt x="853" y="2522"/>
                    <a:pt x="977" y="2399"/>
                    <a:pt x="977" y="2252"/>
                  </a:cubicBezTo>
                  <a:lnTo>
                    <a:pt x="977" y="294"/>
                  </a:lnTo>
                  <a:cubicBezTo>
                    <a:pt x="977" y="124"/>
                    <a:pt x="853" y="0"/>
                    <a:pt x="683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5" name="Google Shape;3556;p63">
              <a:extLst>
                <a:ext uri="{FF2B5EF4-FFF2-40B4-BE49-F238E27FC236}">
                  <a16:creationId xmlns:a16="http://schemas.microsoft.com/office/drawing/2014/main" id="{A5A2EB89-1BDF-227A-1F84-C2A90D46DE87}"/>
                </a:ext>
              </a:extLst>
            </p:cNvPr>
            <p:cNvSpPr/>
            <p:nvPr/>
          </p:nvSpPr>
          <p:spPr>
            <a:xfrm>
              <a:off x="3773349" y="2984620"/>
              <a:ext cx="19597" cy="49148"/>
            </a:xfrm>
            <a:custGeom>
              <a:avLst/>
              <a:gdLst/>
              <a:ahLst/>
              <a:cxnLst/>
              <a:rect l="l" t="t" r="r" b="b"/>
              <a:pathLst>
                <a:path w="1006" h="2523" extrusionOk="0">
                  <a:moveTo>
                    <a:pt x="295" y="0"/>
                  </a:moveTo>
                  <a:cubicBezTo>
                    <a:pt x="148" y="0"/>
                    <a:pt x="1" y="124"/>
                    <a:pt x="1" y="294"/>
                  </a:cubicBezTo>
                  <a:cubicBezTo>
                    <a:pt x="1" y="441"/>
                    <a:pt x="148" y="565"/>
                    <a:pt x="295" y="565"/>
                  </a:cubicBezTo>
                  <a:lnTo>
                    <a:pt x="442" y="565"/>
                  </a:lnTo>
                  <a:lnTo>
                    <a:pt x="442" y="2252"/>
                  </a:lnTo>
                  <a:cubicBezTo>
                    <a:pt x="442" y="2399"/>
                    <a:pt x="565" y="2522"/>
                    <a:pt x="712" y="2522"/>
                  </a:cubicBezTo>
                  <a:cubicBezTo>
                    <a:pt x="882" y="2522"/>
                    <a:pt x="1006" y="2399"/>
                    <a:pt x="1006" y="2252"/>
                  </a:cubicBezTo>
                  <a:lnTo>
                    <a:pt x="1006" y="294"/>
                  </a:lnTo>
                  <a:cubicBezTo>
                    <a:pt x="1006" y="124"/>
                    <a:pt x="882" y="0"/>
                    <a:pt x="712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6" name="Google Shape;3557;p63">
              <a:extLst>
                <a:ext uri="{FF2B5EF4-FFF2-40B4-BE49-F238E27FC236}">
                  <a16:creationId xmlns:a16="http://schemas.microsoft.com/office/drawing/2014/main" id="{8C33230D-0856-9DE0-A569-E160A634D848}"/>
                </a:ext>
              </a:extLst>
            </p:cNvPr>
            <p:cNvSpPr/>
            <p:nvPr/>
          </p:nvSpPr>
          <p:spPr>
            <a:xfrm>
              <a:off x="3799569" y="2984620"/>
              <a:ext cx="19597" cy="49148"/>
            </a:xfrm>
            <a:custGeom>
              <a:avLst/>
              <a:gdLst/>
              <a:ahLst/>
              <a:cxnLst/>
              <a:rect l="l" t="t" r="r" b="b"/>
              <a:pathLst>
                <a:path w="1006" h="2523" extrusionOk="0">
                  <a:moveTo>
                    <a:pt x="295" y="0"/>
                  </a:moveTo>
                  <a:cubicBezTo>
                    <a:pt x="148" y="0"/>
                    <a:pt x="1" y="124"/>
                    <a:pt x="1" y="294"/>
                  </a:cubicBezTo>
                  <a:cubicBezTo>
                    <a:pt x="1" y="441"/>
                    <a:pt x="148" y="565"/>
                    <a:pt x="295" y="565"/>
                  </a:cubicBezTo>
                  <a:lnTo>
                    <a:pt x="418" y="565"/>
                  </a:lnTo>
                  <a:lnTo>
                    <a:pt x="418" y="2252"/>
                  </a:lnTo>
                  <a:cubicBezTo>
                    <a:pt x="418" y="2399"/>
                    <a:pt x="565" y="2522"/>
                    <a:pt x="712" y="2522"/>
                  </a:cubicBezTo>
                  <a:cubicBezTo>
                    <a:pt x="882" y="2522"/>
                    <a:pt x="1006" y="2399"/>
                    <a:pt x="1006" y="2252"/>
                  </a:cubicBezTo>
                  <a:lnTo>
                    <a:pt x="1006" y="294"/>
                  </a:lnTo>
                  <a:cubicBezTo>
                    <a:pt x="1006" y="124"/>
                    <a:pt x="882" y="0"/>
                    <a:pt x="712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7" name="Google Shape;3558;p63">
              <a:extLst>
                <a:ext uri="{FF2B5EF4-FFF2-40B4-BE49-F238E27FC236}">
                  <a16:creationId xmlns:a16="http://schemas.microsoft.com/office/drawing/2014/main" id="{1D47F669-1DB0-0809-788A-182BEBCB69E4}"/>
                </a:ext>
              </a:extLst>
            </p:cNvPr>
            <p:cNvSpPr/>
            <p:nvPr/>
          </p:nvSpPr>
          <p:spPr>
            <a:xfrm>
              <a:off x="3662178" y="2924057"/>
              <a:ext cx="19129" cy="49596"/>
            </a:xfrm>
            <a:custGeom>
              <a:avLst/>
              <a:gdLst/>
              <a:ahLst/>
              <a:cxnLst/>
              <a:rect l="l" t="t" r="r" b="b"/>
              <a:pathLst>
                <a:path w="982" h="2546" extrusionOk="0">
                  <a:moveTo>
                    <a:pt x="294" y="0"/>
                  </a:moveTo>
                  <a:cubicBezTo>
                    <a:pt x="124" y="0"/>
                    <a:pt x="0" y="147"/>
                    <a:pt x="0" y="294"/>
                  </a:cubicBezTo>
                  <a:cubicBezTo>
                    <a:pt x="0" y="441"/>
                    <a:pt x="124" y="588"/>
                    <a:pt x="294" y="588"/>
                  </a:cubicBezTo>
                  <a:lnTo>
                    <a:pt x="418" y="588"/>
                  </a:lnTo>
                  <a:lnTo>
                    <a:pt x="418" y="2251"/>
                  </a:lnTo>
                  <a:cubicBezTo>
                    <a:pt x="418" y="2398"/>
                    <a:pt x="541" y="2545"/>
                    <a:pt x="712" y="2545"/>
                  </a:cubicBezTo>
                  <a:cubicBezTo>
                    <a:pt x="858" y="2545"/>
                    <a:pt x="982" y="2398"/>
                    <a:pt x="982" y="2251"/>
                  </a:cubicBezTo>
                  <a:lnTo>
                    <a:pt x="982" y="294"/>
                  </a:lnTo>
                  <a:cubicBezTo>
                    <a:pt x="982" y="147"/>
                    <a:pt x="858" y="0"/>
                    <a:pt x="712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3559;p63">
              <a:extLst>
                <a:ext uri="{FF2B5EF4-FFF2-40B4-BE49-F238E27FC236}">
                  <a16:creationId xmlns:a16="http://schemas.microsoft.com/office/drawing/2014/main" id="{42C2C73C-6D3F-CCC3-4A5C-482A635564CF}"/>
                </a:ext>
              </a:extLst>
            </p:cNvPr>
            <p:cNvSpPr/>
            <p:nvPr/>
          </p:nvSpPr>
          <p:spPr>
            <a:xfrm>
              <a:off x="3689430" y="2924057"/>
              <a:ext cx="19597" cy="49596"/>
            </a:xfrm>
            <a:custGeom>
              <a:avLst/>
              <a:gdLst/>
              <a:ahLst/>
              <a:cxnLst/>
              <a:rect l="l" t="t" r="r" b="b"/>
              <a:pathLst>
                <a:path w="1006" h="2546" extrusionOk="0">
                  <a:moveTo>
                    <a:pt x="294" y="0"/>
                  </a:moveTo>
                  <a:cubicBezTo>
                    <a:pt x="147" y="0"/>
                    <a:pt x="0" y="147"/>
                    <a:pt x="0" y="294"/>
                  </a:cubicBezTo>
                  <a:cubicBezTo>
                    <a:pt x="0" y="441"/>
                    <a:pt x="147" y="588"/>
                    <a:pt x="294" y="588"/>
                  </a:cubicBezTo>
                  <a:lnTo>
                    <a:pt x="418" y="588"/>
                  </a:lnTo>
                  <a:lnTo>
                    <a:pt x="418" y="2251"/>
                  </a:lnTo>
                  <a:cubicBezTo>
                    <a:pt x="418" y="2398"/>
                    <a:pt x="565" y="2545"/>
                    <a:pt x="711" y="2545"/>
                  </a:cubicBezTo>
                  <a:cubicBezTo>
                    <a:pt x="858" y="2545"/>
                    <a:pt x="1005" y="2398"/>
                    <a:pt x="1005" y="2251"/>
                  </a:cubicBezTo>
                  <a:lnTo>
                    <a:pt x="1005" y="294"/>
                  </a:lnTo>
                  <a:cubicBezTo>
                    <a:pt x="1005" y="147"/>
                    <a:pt x="858" y="0"/>
                    <a:pt x="711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3560;p63">
              <a:extLst>
                <a:ext uri="{FF2B5EF4-FFF2-40B4-BE49-F238E27FC236}">
                  <a16:creationId xmlns:a16="http://schemas.microsoft.com/office/drawing/2014/main" id="{3117ED2A-39BC-206F-D8F5-BC144ED4887B}"/>
                </a:ext>
              </a:extLst>
            </p:cNvPr>
            <p:cNvSpPr/>
            <p:nvPr/>
          </p:nvSpPr>
          <p:spPr>
            <a:xfrm>
              <a:off x="3799569" y="2924057"/>
              <a:ext cx="19597" cy="49596"/>
            </a:xfrm>
            <a:custGeom>
              <a:avLst/>
              <a:gdLst/>
              <a:ahLst/>
              <a:cxnLst/>
              <a:rect l="l" t="t" r="r" b="b"/>
              <a:pathLst>
                <a:path w="1006" h="2546" extrusionOk="0">
                  <a:moveTo>
                    <a:pt x="295" y="0"/>
                  </a:moveTo>
                  <a:cubicBezTo>
                    <a:pt x="148" y="0"/>
                    <a:pt x="1" y="147"/>
                    <a:pt x="1" y="294"/>
                  </a:cubicBezTo>
                  <a:cubicBezTo>
                    <a:pt x="1" y="441"/>
                    <a:pt x="148" y="588"/>
                    <a:pt x="295" y="588"/>
                  </a:cubicBezTo>
                  <a:lnTo>
                    <a:pt x="418" y="588"/>
                  </a:lnTo>
                  <a:lnTo>
                    <a:pt x="418" y="2251"/>
                  </a:lnTo>
                  <a:cubicBezTo>
                    <a:pt x="418" y="2398"/>
                    <a:pt x="565" y="2545"/>
                    <a:pt x="712" y="2545"/>
                  </a:cubicBezTo>
                  <a:cubicBezTo>
                    <a:pt x="882" y="2545"/>
                    <a:pt x="1006" y="2398"/>
                    <a:pt x="1006" y="2251"/>
                  </a:cubicBezTo>
                  <a:lnTo>
                    <a:pt x="1006" y="294"/>
                  </a:lnTo>
                  <a:cubicBezTo>
                    <a:pt x="1006" y="147"/>
                    <a:pt x="882" y="0"/>
                    <a:pt x="712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3561;p63">
              <a:extLst>
                <a:ext uri="{FF2B5EF4-FFF2-40B4-BE49-F238E27FC236}">
                  <a16:creationId xmlns:a16="http://schemas.microsoft.com/office/drawing/2014/main" id="{6A5EA029-007E-06AE-6B6C-95BD3413979A}"/>
                </a:ext>
              </a:extLst>
            </p:cNvPr>
            <p:cNvSpPr/>
            <p:nvPr/>
          </p:nvSpPr>
          <p:spPr>
            <a:xfrm>
              <a:off x="3624036" y="2923473"/>
              <a:ext cx="33467" cy="50629"/>
            </a:xfrm>
            <a:custGeom>
              <a:avLst/>
              <a:gdLst/>
              <a:ahLst/>
              <a:cxnLst/>
              <a:rect l="l" t="t" r="r" b="b"/>
              <a:pathLst>
                <a:path w="1718" h="2599" extrusionOk="0">
                  <a:moveTo>
                    <a:pt x="859" y="565"/>
                  </a:moveTo>
                  <a:cubicBezTo>
                    <a:pt x="1006" y="565"/>
                    <a:pt x="1153" y="688"/>
                    <a:pt x="1153" y="835"/>
                  </a:cubicBezTo>
                  <a:lnTo>
                    <a:pt x="1153" y="1741"/>
                  </a:lnTo>
                  <a:cubicBezTo>
                    <a:pt x="1153" y="1911"/>
                    <a:pt x="1006" y="2034"/>
                    <a:pt x="859" y="2034"/>
                  </a:cubicBezTo>
                  <a:cubicBezTo>
                    <a:pt x="712" y="2034"/>
                    <a:pt x="589" y="1911"/>
                    <a:pt x="589" y="1741"/>
                  </a:cubicBezTo>
                  <a:lnTo>
                    <a:pt x="589" y="835"/>
                  </a:lnTo>
                  <a:cubicBezTo>
                    <a:pt x="589" y="688"/>
                    <a:pt x="712" y="565"/>
                    <a:pt x="859" y="565"/>
                  </a:cubicBezTo>
                  <a:close/>
                  <a:moveTo>
                    <a:pt x="859" y="1"/>
                  </a:moveTo>
                  <a:cubicBezTo>
                    <a:pt x="395" y="1"/>
                    <a:pt x="1" y="371"/>
                    <a:pt x="1" y="835"/>
                  </a:cubicBezTo>
                  <a:lnTo>
                    <a:pt x="1" y="1741"/>
                  </a:lnTo>
                  <a:cubicBezTo>
                    <a:pt x="1" y="2234"/>
                    <a:pt x="395" y="2599"/>
                    <a:pt x="859" y="2599"/>
                  </a:cubicBezTo>
                  <a:cubicBezTo>
                    <a:pt x="1324" y="2599"/>
                    <a:pt x="1717" y="2234"/>
                    <a:pt x="1717" y="1741"/>
                  </a:cubicBezTo>
                  <a:lnTo>
                    <a:pt x="1717" y="835"/>
                  </a:lnTo>
                  <a:cubicBezTo>
                    <a:pt x="1717" y="371"/>
                    <a:pt x="1324" y="1"/>
                    <a:pt x="859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1" name="Google Shape;3562;p63">
              <a:extLst>
                <a:ext uri="{FF2B5EF4-FFF2-40B4-BE49-F238E27FC236}">
                  <a16:creationId xmlns:a16="http://schemas.microsoft.com/office/drawing/2014/main" id="{DA666A92-6E47-A1F7-A45C-2CE20DDDD04F}"/>
                </a:ext>
              </a:extLst>
            </p:cNvPr>
            <p:cNvSpPr/>
            <p:nvPr/>
          </p:nvSpPr>
          <p:spPr>
            <a:xfrm>
              <a:off x="3596336" y="2983587"/>
              <a:ext cx="33447" cy="51096"/>
            </a:xfrm>
            <a:custGeom>
              <a:avLst/>
              <a:gdLst/>
              <a:ahLst/>
              <a:cxnLst/>
              <a:rect l="l" t="t" r="r" b="b"/>
              <a:pathLst>
                <a:path w="1717" h="2623" extrusionOk="0">
                  <a:moveTo>
                    <a:pt x="859" y="588"/>
                  </a:moveTo>
                  <a:cubicBezTo>
                    <a:pt x="1006" y="588"/>
                    <a:pt x="1129" y="712"/>
                    <a:pt x="1129" y="859"/>
                  </a:cubicBezTo>
                  <a:lnTo>
                    <a:pt x="1129" y="1764"/>
                  </a:lnTo>
                  <a:cubicBezTo>
                    <a:pt x="1129" y="1940"/>
                    <a:pt x="1006" y="2058"/>
                    <a:pt x="859" y="2058"/>
                  </a:cubicBezTo>
                  <a:cubicBezTo>
                    <a:pt x="712" y="2058"/>
                    <a:pt x="565" y="1940"/>
                    <a:pt x="565" y="1764"/>
                  </a:cubicBezTo>
                  <a:lnTo>
                    <a:pt x="565" y="859"/>
                  </a:lnTo>
                  <a:cubicBezTo>
                    <a:pt x="565" y="712"/>
                    <a:pt x="712" y="588"/>
                    <a:pt x="859" y="588"/>
                  </a:cubicBezTo>
                  <a:close/>
                  <a:moveTo>
                    <a:pt x="859" y="1"/>
                  </a:moveTo>
                  <a:cubicBezTo>
                    <a:pt x="394" y="1"/>
                    <a:pt x="1" y="394"/>
                    <a:pt x="1" y="859"/>
                  </a:cubicBezTo>
                  <a:lnTo>
                    <a:pt x="1" y="1764"/>
                  </a:lnTo>
                  <a:cubicBezTo>
                    <a:pt x="1" y="2234"/>
                    <a:pt x="394" y="2622"/>
                    <a:pt x="859" y="2622"/>
                  </a:cubicBezTo>
                  <a:cubicBezTo>
                    <a:pt x="1323" y="2622"/>
                    <a:pt x="1717" y="2234"/>
                    <a:pt x="1717" y="1764"/>
                  </a:cubicBezTo>
                  <a:lnTo>
                    <a:pt x="1717" y="859"/>
                  </a:lnTo>
                  <a:cubicBezTo>
                    <a:pt x="1717" y="394"/>
                    <a:pt x="1323" y="1"/>
                    <a:pt x="859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2" name="Google Shape;3563;p63">
              <a:extLst>
                <a:ext uri="{FF2B5EF4-FFF2-40B4-BE49-F238E27FC236}">
                  <a16:creationId xmlns:a16="http://schemas.microsoft.com/office/drawing/2014/main" id="{26AFD64F-E238-0590-D9D5-98BA17138DBE}"/>
                </a:ext>
              </a:extLst>
            </p:cNvPr>
            <p:cNvSpPr/>
            <p:nvPr/>
          </p:nvSpPr>
          <p:spPr>
            <a:xfrm>
              <a:off x="3665606" y="2983587"/>
              <a:ext cx="33350" cy="51096"/>
            </a:xfrm>
            <a:custGeom>
              <a:avLst/>
              <a:gdLst/>
              <a:ahLst/>
              <a:cxnLst/>
              <a:rect l="l" t="t" r="r" b="b"/>
              <a:pathLst>
                <a:path w="1712" h="2623" extrusionOk="0">
                  <a:moveTo>
                    <a:pt x="853" y="588"/>
                  </a:moveTo>
                  <a:cubicBezTo>
                    <a:pt x="1029" y="588"/>
                    <a:pt x="1147" y="712"/>
                    <a:pt x="1147" y="859"/>
                  </a:cubicBezTo>
                  <a:lnTo>
                    <a:pt x="1147" y="1764"/>
                  </a:lnTo>
                  <a:cubicBezTo>
                    <a:pt x="1147" y="1940"/>
                    <a:pt x="1029" y="2058"/>
                    <a:pt x="853" y="2058"/>
                  </a:cubicBezTo>
                  <a:cubicBezTo>
                    <a:pt x="706" y="2058"/>
                    <a:pt x="588" y="1940"/>
                    <a:pt x="588" y="1764"/>
                  </a:cubicBezTo>
                  <a:lnTo>
                    <a:pt x="588" y="859"/>
                  </a:lnTo>
                  <a:cubicBezTo>
                    <a:pt x="588" y="712"/>
                    <a:pt x="706" y="588"/>
                    <a:pt x="853" y="588"/>
                  </a:cubicBezTo>
                  <a:close/>
                  <a:moveTo>
                    <a:pt x="853" y="1"/>
                  </a:moveTo>
                  <a:cubicBezTo>
                    <a:pt x="389" y="1"/>
                    <a:pt x="1" y="394"/>
                    <a:pt x="1" y="859"/>
                  </a:cubicBezTo>
                  <a:lnTo>
                    <a:pt x="1" y="1764"/>
                  </a:lnTo>
                  <a:cubicBezTo>
                    <a:pt x="1" y="2234"/>
                    <a:pt x="389" y="2622"/>
                    <a:pt x="853" y="2622"/>
                  </a:cubicBezTo>
                  <a:cubicBezTo>
                    <a:pt x="1323" y="2622"/>
                    <a:pt x="1711" y="2234"/>
                    <a:pt x="1711" y="1764"/>
                  </a:cubicBezTo>
                  <a:lnTo>
                    <a:pt x="1711" y="859"/>
                  </a:lnTo>
                  <a:cubicBezTo>
                    <a:pt x="1711" y="394"/>
                    <a:pt x="1323" y="1"/>
                    <a:pt x="853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3564;p63">
              <a:extLst>
                <a:ext uri="{FF2B5EF4-FFF2-40B4-BE49-F238E27FC236}">
                  <a16:creationId xmlns:a16="http://schemas.microsoft.com/office/drawing/2014/main" id="{B914733B-4C8F-F706-645D-5FFC4B33542D}"/>
                </a:ext>
              </a:extLst>
            </p:cNvPr>
            <p:cNvSpPr/>
            <p:nvPr/>
          </p:nvSpPr>
          <p:spPr>
            <a:xfrm>
              <a:off x="3734759" y="2983587"/>
              <a:ext cx="33350" cy="51096"/>
            </a:xfrm>
            <a:custGeom>
              <a:avLst/>
              <a:gdLst/>
              <a:ahLst/>
              <a:cxnLst/>
              <a:rect l="l" t="t" r="r" b="b"/>
              <a:pathLst>
                <a:path w="1712" h="2623" extrusionOk="0">
                  <a:moveTo>
                    <a:pt x="859" y="588"/>
                  </a:moveTo>
                  <a:cubicBezTo>
                    <a:pt x="1029" y="588"/>
                    <a:pt x="1153" y="712"/>
                    <a:pt x="1153" y="859"/>
                  </a:cubicBezTo>
                  <a:lnTo>
                    <a:pt x="1153" y="1764"/>
                  </a:lnTo>
                  <a:cubicBezTo>
                    <a:pt x="1153" y="1940"/>
                    <a:pt x="1029" y="2058"/>
                    <a:pt x="859" y="2058"/>
                  </a:cubicBezTo>
                  <a:cubicBezTo>
                    <a:pt x="712" y="2058"/>
                    <a:pt x="589" y="1940"/>
                    <a:pt x="589" y="1764"/>
                  </a:cubicBezTo>
                  <a:lnTo>
                    <a:pt x="589" y="859"/>
                  </a:lnTo>
                  <a:cubicBezTo>
                    <a:pt x="589" y="712"/>
                    <a:pt x="712" y="588"/>
                    <a:pt x="859" y="588"/>
                  </a:cubicBezTo>
                  <a:close/>
                  <a:moveTo>
                    <a:pt x="859" y="1"/>
                  </a:moveTo>
                  <a:cubicBezTo>
                    <a:pt x="389" y="1"/>
                    <a:pt x="1" y="394"/>
                    <a:pt x="1" y="859"/>
                  </a:cubicBezTo>
                  <a:lnTo>
                    <a:pt x="1" y="1764"/>
                  </a:lnTo>
                  <a:cubicBezTo>
                    <a:pt x="1" y="2234"/>
                    <a:pt x="389" y="2622"/>
                    <a:pt x="859" y="2622"/>
                  </a:cubicBezTo>
                  <a:cubicBezTo>
                    <a:pt x="1323" y="2622"/>
                    <a:pt x="1711" y="2234"/>
                    <a:pt x="1711" y="1764"/>
                  </a:cubicBezTo>
                  <a:lnTo>
                    <a:pt x="1711" y="859"/>
                  </a:lnTo>
                  <a:cubicBezTo>
                    <a:pt x="1711" y="394"/>
                    <a:pt x="1323" y="1"/>
                    <a:pt x="859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3565;p63">
              <a:extLst>
                <a:ext uri="{FF2B5EF4-FFF2-40B4-BE49-F238E27FC236}">
                  <a16:creationId xmlns:a16="http://schemas.microsoft.com/office/drawing/2014/main" id="{2AFC3340-9865-3169-6067-ED6367798AD7}"/>
                </a:ext>
              </a:extLst>
            </p:cNvPr>
            <p:cNvSpPr/>
            <p:nvPr/>
          </p:nvSpPr>
          <p:spPr>
            <a:xfrm>
              <a:off x="3718513" y="2923473"/>
              <a:ext cx="33447" cy="50629"/>
            </a:xfrm>
            <a:custGeom>
              <a:avLst/>
              <a:gdLst/>
              <a:ahLst/>
              <a:cxnLst/>
              <a:rect l="l" t="t" r="r" b="b"/>
              <a:pathLst>
                <a:path w="1717" h="2599" extrusionOk="0">
                  <a:moveTo>
                    <a:pt x="858" y="565"/>
                  </a:moveTo>
                  <a:cubicBezTo>
                    <a:pt x="1005" y="565"/>
                    <a:pt x="1152" y="688"/>
                    <a:pt x="1152" y="835"/>
                  </a:cubicBezTo>
                  <a:lnTo>
                    <a:pt x="1152" y="1741"/>
                  </a:lnTo>
                  <a:cubicBezTo>
                    <a:pt x="1152" y="1911"/>
                    <a:pt x="1005" y="2034"/>
                    <a:pt x="858" y="2034"/>
                  </a:cubicBezTo>
                  <a:cubicBezTo>
                    <a:pt x="711" y="2034"/>
                    <a:pt x="588" y="1911"/>
                    <a:pt x="588" y="1741"/>
                  </a:cubicBezTo>
                  <a:lnTo>
                    <a:pt x="588" y="835"/>
                  </a:lnTo>
                  <a:cubicBezTo>
                    <a:pt x="588" y="688"/>
                    <a:pt x="711" y="565"/>
                    <a:pt x="858" y="565"/>
                  </a:cubicBezTo>
                  <a:close/>
                  <a:moveTo>
                    <a:pt x="858" y="1"/>
                  </a:moveTo>
                  <a:cubicBezTo>
                    <a:pt x="394" y="1"/>
                    <a:pt x="0" y="371"/>
                    <a:pt x="0" y="835"/>
                  </a:cubicBezTo>
                  <a:lnTo>
                    <a:pt x="0" y="1741"/>
                  </a:lnTo>
                  <a:cubicBezTo>
                    <a:pt x="0" y="2234"/>
                    <a:pt x="394" y="2599"/>
                    <a:pt x="858" y="2599"/>
                  </a:cubicBezTo>
                  <a:cubicBezTo>
                    <a:pt x="1323" y="2599"/>
                    <a:pt x="1717" y="2234"/>
                    <a:pt x="1717" y="1741"/>
                  </a:cubicBezTo>
                  <a:lnTo>
                    <a:pt x="1717" y="835"/>
                  </a:lnTo>
                  <a:cubicBezTo>
                    <a:pt x="1717" y="371"/>
                    <a:pt x="1323" y="1"/>
                    <a:pt x="858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" name="Google Shape;3566;p63">
              <a:extLst>
                <a:ext uri="{FF2B5EF4-FFF2-40B4-BE49-F238E27FC236}">
                  <a16:creationId xmlns:a16="http://schemas.microsoft.com/office/drawing/2014/main" id="{A1ED3833-D1F9-0011-010A-B26B641996E5}"/>
                </a:ext>
              </a:extLst>
            </p:cNvPr>
            <p:cNvSpPr/>
            <p:nvPr/>
          </p:nvSpPr>
          <p:spPr>
            <a:xfrm>
              <a:off x="3759499" y="2923473"/>
              <a:ext cx="33447" cy="50629"/>
            </a:xfrm>
            <a:custGeom>
              <a:avLst/>
              <a:gdLst/>
              <a:ahLst/>
              <a:cxnLst/>
              <a:rect l="l" t="t" r="r" b="b"/>
              <a:pathLst>
                <a:path w="1717" h="2599" extrusionOk="0">
                  <a:moveTo>
                    <a:pt x="859" y="565"/>
                  </a:moveTo>
                  <a:cubicBezTo>
                    <a:pt x="1006" y="565"/>
                    <a:pt x="1153" y="688"/>
                    <a:pt x="1153" y="835"/>
                  </a:cubicBezTo>
                  <a:lnTo>
                    <a:pt x="1153" y="1741"/>
                  </a:lnTo>
                  <a:cubicBezTo>
                    <a:pt x="1153" y="1911"/>
                    <a:pt x="1006" y="2034"/>
                    <a:pt x="859" y="2034"/>
                  </a:cubicBezTo>
                  <a:cubicBezTo>
                    <a:pt x="712" y="2034"/>
                    <a:pt x="588" y="1911"/>
                    <a:pt x="588" y="1741"/>
                  </a:cubicBezTo>
                  <a:lnTo>
                    <a:pt x="588" y="835"/>
                  </a:lnTo>
                  <a:cubicBezTo>
                    <a:pt x="588" y="688"/>
                    <a:pt x="712" y="565"/>
                    <a:pt x="859" y="565"/>
                  </a:cubicBezTo>
                  <a:close/>
                  <a:moveTo>
                    <a:pt x="859" y="1"/>
                  </a:moveTo>
                  <a:cubicBezTo>
                    <a:pt x="394" y="1"/>
                    <a:pt x="0" y="371"/>
                    <a:pt x="0" y="835"/>
                  </a:cubicBezTo>
                  <a:lnTo>
                    <a:pt x="0" y="1741"/>
                  </a:lnTo>
                  <a:cubicBezTo>
                    <a:pt x="0" y="2234"/>
                    <a:pt x="394" y="2599"/>
                    <a:pt x="859" y="2599"/>
                  </a:cubicBezTo>
                  <a:cubicBezTo>
                    <a:pt x="1323" y="2599"/>
                    <a:pt x="1717" y="2234"/>
                    <a:pt x="1717" y="1741"/>
                  </a:cubicBezTo>
                  <a:lnTo>
                    <a:pt x="1717" y="835"/>
                  </a:lnTo>
                  <a:cubicBezTo>
                    <a:pt x="1717" y="371"/>
                    <a:pt x="1323" y="1"/>
                    <a:pt x="859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" name="Google Shape;3597;p63">
            <a:extLst>
              <a:ext uri="{FF2B5EF4-FFF2-40B4-BE49-F238E27FC236}">
                <a16:creationId xmlns:a16="http://schemas.microsoft.com/office/drawing/2014/main" id="{5D3DF34A-D301-0B43-E91C-81A0744249CB}"/>
              </a:ext>
            </a:extLst>
          </p:cNvPr>
          <p:cNvGrpSpPr/>
          <p:nvPr/>
        </p:nvGrpSpPr>
        <p:grpSpPr>
          <a:xfrm>
            <a:off x="7795674" y="617665"/>
            <a:ext cx="378787" cy="379819"/>
            <a:chOff x="2942320" y="2793289"/>
            <a:chExt cx="378787" cy="379819"/>
          </a:xfrm>
        </p:grpSpPr>
        <p:sp>
          <p:nvSpPr>
            <p:cNvPr id="3" name="Google Shape;3598;p63">
              <a:extLst>
                <a:ext uri="{FF2B5EF4-FFF2-40B4-BE49-F238E27FC236}">
                  <a16:creationId xmlns:a16="http://schemas.microsoft.com/office/drawing/2014/main" id="{9D4978D9-FC7E-EE17-1B4B-6035EE9A99CD}"/>
                </a:ext>
              </a:extLst>
            </p:cNvPr>
            <p:cNvSpPr/>
            <p:nvPr/>
          </p:nvSpPr>
          <p:spPr>
            <a:xfrm>
              <a:off x="2947580" y="2799016"/>
              <a:ext cx="180813" cy="122646"/>
            </a:xfrm>
            <a:custGeom>
              <a:avLst/>
              <a:gdLst/>
              <a:ahLst/>
              <a:cxnLst/>
              <a:rect l="l" t="t" r="r" b="b"/>
              <a:pathLst>
                <a:path w="9282" h="6296" extrusionOk="0">
                  <a:moveTo>
                    <a:pt x="489" y="1"/>
                  </a:moveTo>
                  <a:cubicBezTo>
                    <a:pt x="218" y="1"/>
                    <a:pt x="1" y="194"/>
                    <a:pt x="1" y="465"/>
                  </a:cubicBezTo>
                  <a:lnTo>
                    <a:pt x="1" y="5802"/>
                  </a:lnTo>
                  <a:cubicBezTo>
                    <a:pt x="1" y="6072"/>
                    <a:pt x="218" y="6296"/>
                    <a:pt x="489" y="6296"/>
                  </a:cubicBezTo>
                  <a:lnTo>
                    <a:pt x="8818" y="6296"/>
                  </a:lnTo>
                  <a:cubicBezTo>
                    <a:pt x="9088" y="6296"/>
                    <a:pt x="9282" y="6072"/>
                    <a:pt x="9282" y="5802"/>
                  </a:cubicBezTo>
                  <a:lnTo>
                    <a:pt x="9282" y="465"/>
                  </a:lnTo>
                  <a:cubicBezTo>
                    <a:pt x="9282" y="194"/>
                    <a:pt x="9088" y="1"/>
                    <a:pt x="8818" y="1"/>
                  </a:cubicBezTo>
                  <a:close/>
                </a:path>
              </a:pathLst>
            </a:custGeom>
            <a:solidFill>
              <a:srgbClr val="FFE1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3599;p63">
              <a:extLst>
                <a:ext uri="{FF2B5EF4-FFF2-40B4-BE49-F238E27FC236}">
                  <a16:creationId xmlns:a16="http://schemas.microsoft.com/office/drawing/2014/main" id="{D0CFE1A7-8037-0B0A-F5A0-5AF4234629D3}"/>
                </a:ext>
              </a:extLst>
            </p:cNvPr>
            <p:cNvSpPr/>
            <p:nvPr/>
          </p:nvSpPr>
          <p:spPr>
            <a:xfrm>
              <a:off x="2947580" y="2897720"/>
              <a:ext cx="180813" cy="23941"/>
            </a:xfrm>
            <a:custGeom>
              <a:avLst/>
              <a:gdLst/>
              <a:ahLst/>
              <a:cxnLst/>
              <a:rect l="l" t="t" r="r" b="b"/>
              <a:pathLst>
                <a:path w="9282" h="1229" extrusionOk="0">
                  <a:moveTo>
                    <a:pt x="1" y="0"/>
                  </a:moveTo>
                  <a:lnTo>
                    <a:pt x="1" y="735"/>
                  </a:lnTo>
                  <a:cubicBezTo>
                    <a:pt x="1" y="1005"/>
                    <a:pt x="218" y="1229"/>
                    <a:pt x="489" y="1229"/>
                  </a:cubicBezTo>
                  <a:lnTo>
                    <a:pt x="8818" y="1229"/>
                  </a:lnTo>
                  <a:cubicBezTo>
                    <a:pt x="9088" y="1229"/>
                    <a:pt x="9282" y="1005"/>
                    <a:pt x="9282" y="735"/>
                  </a:cubicBezTo>
                  <a:lnTo>
                    <a:pt x="9282" y="0"/>
                  </a:ln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3600;p63">
              <a:extLst>
                <a:ext uri="{FF2B5EF4-FFF2-40B4-BE49-F238E27FC236}">
                  <a16:creationId xmlns:a16="http://schemas.microsoft.com/office/drawing/2014/main" id="{E21A0E3C-9DC2-388C-6527-5CE0D0DD8DE1}"/>
                </a:ext>
              </a:extLst>
            </p:cNvPr>
            <p:cNvSpPr/>
            <p:nvPr/>
          </p:nvSpPr>
          <p:spPr>
            <a:xfrm>
              <a:off x="3104568" y="2897720"/>
              <a:ext cx="23824" cy="23941"/>
            </a:xfrm>
            <a:custGeom>
              <a:avLst/>
              <a:gdLst/>
              <a:ahLst/>
              <a:cxnLst/>
              <a:rect l="l" t="t" r="r" b="b"/>
              <a:pathLst>
                <a:path w="1223" h="1229" extrusionOk="0">
                  <a:moveTo>
                    <a:pt x="465" y="0"/>
                  </a:moveTo>
                  <a:lnTo>
                    <a:pt x="465" y="735"/>
                  </a:lnTo>
                  <a:cubicBezTo>
                    <a:pt x="465" y="1005"/>
                    <a:pt x="265" y="1229"/>
                    <a:pt x="0" y="1229"/>
                  </a:cubicBezTo>
                  <a:lnTo>
                    <a:pt x="759" y="1229"/>
                  </a:lnTo>
                  <a:cubicBezTo>
                    <a:pt x="1029" y="1229"/>
                    <a:pt x="1223" y="1005"/>
                    <a:pt x="1223" y="735"/>
                  </a:cubicBezTo>
                  <a:lnTo>
                    <a:pt x="1223" y="0"/>
                  </a:lnTo>
                  <a:close/>
                </a:path>
              </a:pathLst>
            </a:custGeom>
            <a:solidFill>
              <a:srgbClr val="866A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3601;p63">
              <a:extLst>
                <a:ext uri="{FF2B5EF4-FFF2-40B4-BE49-F238E27FC236}">
                  <a16:creationId xmlns:a16="http://schemas.microsoft.com/office/drawing/2014/main" id="{61E981F7-90A9-89FD-E771-80DED55F41AA}"/>
                </a:ext>
              </a:extLst>
            </p:cNvPr>
            <p:cNvSpPr/>
            <p:nvPr/>
          </p:nvSpPr>
          <p:spPr>
            <a:xfrm>
              <a:off x="3017668" y="2921641"/>
              <a:ext cx="41122" cy="28188"/>
            </a:xfrm>
            <a:custGeom>
              <a:avLst/>
              <a:gdLst/>
              <a:ahLst/>
              <a:cxnLst/>
              <a:rect l="l" t="t" r="r" b="b"/>
              <a:pathLst>
                <a:path w="2111" h="1447" extrusionOk="0">
                  <a:moveTo>
                    <a:pt x="147" y="1"/>
                  </a:moveTo>
                  <a:cubicBezTo>
                    <a:pt x="147" y="1"/>
                    <a:pt x="124" y="1053"/>
                    <a:pt x="0" y="1447"/>
                  </a:cubicBezTo>
                  <a:lnTo>
                    <a:pt x="2110" y="1447"/>
                  </a:lnTo>
                  <a:cubicBezTo>
                    <a:pt x="1963" y="1053"/>
                    <a:pt x="1963" y="1"/>
                    <a:pt x="1963" y="1"/>
                  </a:cubicBezTo>
                  <a:close/>
                </a:path>
              </a:pathLst>
            </a:custGeom>
            <a:solidFill>
              <a:srgbClr val="866A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3602;p63">
              <a:extLst>
                <a:ext uri="{FF2B5EF4-FFF2-40B4-BE49-F238E27FC236}">
                  <a16:creationId xmlns:a16="http://schemas.microsoft.com/office/drawing/2014/main" id="{59D6A2A1-D4CA-FAD1-DC71-1F840F6274B6}"/>
                </a:ext>
              </a:extLst>
            </p:cNvPr>
            <p:cNvSpPr/>
            <p:nvPr/>
          </p:nvSpPr>
          <p:spPr>
            <a:xfrm>
              <a:off x="3019616" y="2921641"/>
              <a:ext cx="36759" cy="14785"/>
            </a:xfrm>
            <a:custGeom>
              <a:avLst/>
              <a:gdLst/>
              <a:ahLst/>
              <a:cxnLst/>
              <a:rect l="l" t="t" r="r" b="b"/>
              <a:pathLst>
                <a:path w="1887" h="759" extrusionOk="0">
                  <a:moveTo>
                    <a:pt x="47" y="1"/>
                  </a:moveTo>
                  <a:cubicBezTo>
                    <a:pt x="47" y="1"/>
                    <a:pt x="47" y="365"/>
                    <a:pt x="0" y="759"/>
                  </a:cubicBezTo>
                  <a:lnTo>
                    <a:pt x="1887" y="759"/>
                  </a:lnTo>
                  <a:cubicBezTo>
                    <a:pt x="1863" y="365"/>
                    <a:pt x="1863" y="1"/>
                    <a:pt x="1863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3603;p63">
              <a:extLst>
                <a:ext uri="{FF2B5EF4-FFF2-40B4-BE49-F238E27FC236}">
                  <a16:creationId xmlns:a16="http://schemas.microsoft.com/office/drawing/2014/main" id="{A81E97B1-4CAA-4894-210B-E227CC4F355F}"/>
                </a:ext>
              </a:extLst>
            </p:cNvPr>
            <p:cNvSpPr/>
            <p:nvPr/>
          </p:nvSpPr>
          <p:spPr>
            <a:xfrm>
              <a:off x="3134566" y="3016567"/>
              <a:ext cx="180813" cy="122646"/>
            </a:xfrm>
            <a:custGeom>
              <a:avLst/>
              <a:gdLst/>
              <a:ahLst/>
              <a:cxnLst/>
              <a:rect l="l" t="t" r="r" b="b"/>
              <a:pathLst>
                <a:path w="9282" h="6296" extrusionOk="0">
                  <a:moveTo>
                    <a:pt x="488" y="0"/>
                  </a:moveTo>
                  <a:cubicBezTo>
                    <a:pt x="224" y="0"/>
                    <a:pt x="0" y="218"/>
                    <a:pt x="0" y="465"/>
                  </a:cubicBezTo>
                  <a:lnTo>
                    <a:pt x="0" y="5831"/>
                  </a:lnTo>
                  <a:cubicBezTo>
                    <a:pt x="0" y="6072"/>
                    <a:pt x="224" y="6296"/>
                    <a:pt x="488" y="6296"/>
                  </a:cubicBezTo>
                  <a:lnTo>
                    <a:pt x="8817" y="6296"/>
                  </a:lnTo>
                  <a:cubicBezTo>
                    <a:pt x="9087" y="6296"/>
                    <a:pt x="9281" y="6072"/>
                    <a:pt x="9281" y="5831"/>
                  </a:cubicBezTo>
                  <a:lnTo>
                    <a:pt x="9281" y="465"/>
                  </a:lnTo>
                  <a:cubicBezTo>
                    <a:pt x="9281" y="218"/>
                    <a:pt x="9087" y="0"/>
                    <a:pt x="8817" y="0"/>
                  </a:cubicBezTo>
                  <a:close/>
                </a:path>
              </a:pathLst>
            </a:custGeom>
            <a:solidFill>
              <a:srgbClr val="00C7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3604;p63">
              <a:extLst>
                <a:ext uri="{FF2B5EF4-FFF2-40B4-BE49-F238E27FC236}">
                  <a16:creationId xmlns:a16="http://schemas.microsoft.com/office/drawing/2014/main" id="{D29DDC3F-3DAB-6C60-E0C3-00FDB823C873}"/>
                </a:ext>
              </a:extLst>
            </p:cNvPr>
            <p:cNvSpPr/>
            <p:nvPr/>
          </p:nvSpPr>
          <p:spPr>
            <a:xfrm>
              <a:off x="3291535" y="3016567"/>
              <a:ext cx="23844" cy="122646"/>
            </a:xfrm>
            <a:custGeom>
              <a:avLst/>
              <a:gdLst/>
              <a:ahLst/>
              <a:cxnLst/>
              <a:rect l="l" t="t" r="r" b="b"/>
              <a:pathLst>
                <a:path w="1224" h="6296" extrusionOk="0">
                  <a:moveTo>
                    <a:pt x="1" y="0"/>
                  </a:moveTo>
                  <a:cubicBezTo>
                    <a:pt x="271" y="0"/>
                    <a:pt x="465" y="218"/>
                    <a:pt x="465" y="465"/>
                  </a:cubicBezTo>
                  <a:lnTo>
                    <a:pt x="465" y="5831"/>
                  </a:lnTo>
                  <a:cubicBezTo>
                    <a:pt x="465" y="6072"/>
                    <a:pt x="271" y="6296"/>
                    <a:pt x="1" y="6296"/>
                  </a:cubicBezTo>
                  <a:lnTo>
                    <a:pt x="759" y="6296"/>
                  </a:lnTo>
                  <a:cubicBezTo>
                    <a:pt x="1029" y="6296"/>
                    <a:pt x="1223" y="6072"/>
                    <a:pt x="1223" y="5831"/>
                  </a:cubicBezTo>
                  <a:lnTo>
                    <a:pt x="1223" y="465"/>
                  </a:lnTo>
                  <a:cubicBezTo>
                    <a:pt x="1223" y="218"/>
                    <a:pt x="1029" y="0"/>
                    <a:pt x="759" y="0"/>
                  </a:cubicBezTo>
                  <a:close/>
                </a:path>
              </a:pathLst>
            </a:custGeom>
            <a:solidFill>
              <a:srgbClr val="00C7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3605;p63">
              <a:extLst>
                <a:ext uri="{FF2B5EF4-FFF2-40B4-BE49-F238E27FC236}">
                  <a16:creationId xmlns:a16="http://schemas.microsoft.com/office/drawing/2014/main" id="{86ADDA61-84A7-F083-5525-00E0EBE8166F}"/>
                </a:ext>
              </a:extLst>
            </p:cNvPr>
            <p:cNvSpPr/>
            <p:nvPr/>
          </p:nvSpPr>
          <p:spPr>
            <a:xfrm>
              <a:off x="3134566" y="3115836"/>
              <a:ext cx="180813" cy="23376"/>
            </a:xfrm>
            <a:custGeom>
              <a:avLst/>
              <a:gdLst/>
              <a:ahLst/>
              <a:cxnLst/>
              <a:rect l="l" t="t" r="r" b="b"/>
              <a:pathLst>
                <a:path w="9282" h="1200" extrusionOk="0">
                  <a:moveTo>
                    <a:pt x="0" y="0"/>
                  </a:moveTo>
                  <a:lnTo>
                    <a:pt x="0" y="735"/>
                  </a:lnTo>
                  <a:cubicBezTo>
                    <a:pt x="0" y="976"/>
                    <a:pt x="224" y="1200"/>
                    <a:pt x="488" y="1200"/>
                  </a:cubicBezTo>
                  <a:lnTo>
                    <a:pt x="8817" y="1200"/>
                  </a:lnTo>
                  <a:cubicBezTo>
                    <a:pt x="9087" y="1200"/>
                    <a:pt x="9281" y="976"/>
                    <a:pt x="9281" y="735"/>
                  </a:cubicBezTo>
                  <a:lnTo>
                    <a:pt x="9281" y="0"/>
                  </a:ln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3606;p63">
              <a:extLst>
                <a:ext uri="{FF2B5EF4-FFF2-40B4-BE49-F238E27FC236}">
                  <a16:creationId xmlns:a16="http://schemas.microsoft.com/office/drawing/2014/main" id="{54F97D5F-2794-C97F-0552-1507E58BA280}"/>
                </a:ext>
              </a:extLst>
            </p:cNvPr>
            <p:cNvSpPr/>
            <p:nvPr/>
          </p:nvSpPr>
          <p:spPr>
            <a:xfrm>
              <a:off x="3291535" y="3115836"/>
              <a:ext cx="23844" cy="23376"/>
            </a:xfrm>
            <a:custGeom>
              <a:avLst/>
              <a:gdLst/>
              <a:ahLst/>
              <a:cxnLst/>
              <a:rect l="l" t="t" r="r" b="b"/>
              <a:pathLst>
                <a:path w="1224" h="1200" extrusionOk="0">
                  <a:moveTo>
                    <a:pt x="465" y="0"/>
                  </a:moveTo>
                  <a:lnTo>
                    <a:pt x="465" y="735"/>
                  </a:lnTo>
                  <a:cubicBezTo>
                    <a:pt x="465" y="976"/>
                    <a:pt x="271" y="1200"/>
                    <a:pt x="1" y="1200"/>
                  </a:cubicBezTo>
                  <a:lnTo>
                    <a:pt x="759" y="1200"/>
                  </a:lnTo>
                  <a:cubicBezTo>
                    <a:pt x="1029" y="1200"/>
                    <a:pt x="1223" y="976"/>
                    <a:pt x="1223" y="735"/>
                  </a:cubicBezTo>
                  <a:lnTo>
                    <a:pt x="1223" y="0"/>
                  </a:lnTo>
                  <a:close/>
                </a:path>
              </a:pathLst>
            </a:custGeom>
            <a:solidFill>
              <a:srgbClr val="866A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3607;p63">
              <a:extLst>
                <a:ext uri="{FF2B5EF4-FFF2-40B4-BE49-F238E27FC236}">
                  <a16:creationId xmlns:a16="http://schemas.microsoft.com/office/drawing/2014/main" id="{81D1C8EF-D0D7-2731-C72D-72E4645164BF}"/>
                </a:ext>
              </a:extLst>
            </p:cNvPr>
            <p:cNvSpPr/>
            <p:nvPr/>
          </p:nvSpPr>
          <p:spPr>
            <a:xfrm>
              <a:off x="3204752" y="3139192"/>
              <a:ext cx="41005" cy="28188"/>
            </a:xfrm>
            <a:custGeom>
              <a:avLst/>
              <a:gdLst/>
              <a:ahLst/>
              <a:cxnLst/>
              <a:rect l="l" t="t" r="r" b="b"/>
              <a:pathLst>
                <a:path w="2105" h="1447" extrusionOk="0">
                  <a:moveTo>
                    <a:pt x="147" y="1"/>
                  </a:moveTo>
                  <a:cubicBezTo>
                    <a:pt x="147" y="1"/>
                    <a:pt x="118" y="1053"/>
                    <a:pt x="0" y="1446"/>
                  </a:cubicBezTo>
                  <a:lnTo>
                    <a:pt x="2105" y="1446"/>
                  </a:lnTo>
                  <a:cubicBezTo>
                    <a:pt x="1981" y="1053"/>
                    <a:pt x="1958" y="1"/>
                    <a:pt x="1958" y="1"/>
                  </a:cubicBezTo>
                  <a:close/>
                </a:path>
              </a:pathLst>
            </a:custGeom>
            <a:solidFill>
              <a:srgbClr val="866A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3608;p63">
              <a:extLst>
                <a:ext uri="{FF2B5EF4-FFF2-40B4-BE49-F238E27FC236}">
                  <a16:creationId xmlns:a16="http://schemas.microsoft.com/office/drawing/2014/main" id="{A2D1379F-28EA-35F5-0609-778A12783073}"/>
                </a:ext>
              </a:extLst>
            </p:cNvPr>
            <p:cNvSpPr/>
            <p:nvPr/>
          </p:nvSpPr>
          <p:spPr>
            <a:xfrm>
              <a:off x="3206583" y="3139192"/>
              <a:ext cx="36778" cy="14785"/>
            </a:xfrm>
            <a:custGeom>
              <a:avLst/>
              <a:gdLst/>
              <a:ahLst/>
              <a:cxnLst/>
              <a:rect l="l" t="t" r="r" b="b"/>
              <a:pathLst>
                <a:path w="1888" h="759" extrusionOk="0">
                  <a:moveTo>
                    <a:pt x="53" y="1"/>
                  </a:moveTo>
                  <a:cubicBezTo>
                    <a:pt x="53" y="1"/>
                    <a:pt x="53" y="365"/>
                    <a:pt x="0" y="759"/>
                  </a:cubicBezTo>
                  <a:lnTo>
                    <a:pt x="1887" y="759"/>
                  </a:lnTo>
                  <a:cubicBezTo>
                    <a:pt x="1864" y="365"/>
                    <a:pt x="1864" y="1"/>
                    <a:pt x="1864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3609;p63">
              <a:extLst>
                <a:ext uri="{FF2B5EF4-FFF2-40B4-BE49-F238E27FC236}">
                  <a16:creationId xmlns:a16="http://schemas.microsoft.com/office/drawing/2014/main" id="{F48A0BE4-6702-904D-4F85-4FCE431EF0A5}"/>
                </a:ext>
              </a:extLst>
            </p:cNvPr>
            <p:cNvSpPr/>
            <p:nvPr/>
          </p:nvSpPr>
          <p:spPr>
            <a:xfrm>
              <a:off x="2942320" y="2793289"/>
              <a:ext cx="191800" cy="162268"/>
            </a:xfrm>
            <a:custGeom>
              <a:avLst/>
              <a:gdLst/>
              <a:ahLst/>
              <a:cxnLst/>
              <a:rect l="l" t="t" r="r" b="b"/>
              <a:pathLst>
                <a:path w="9846" h="8330" extrusionOk="0">
                  <a:moveTo>
                    <a:pt x="9088" y="565"/>
                  </a:moveTo>
                  <a:cubicBezTo>
                    <a:pt x="9182" y="565"/>
                    <a:pt x="9282" y="659"/>
                    <a:pt x="9282" y="759"/>
                  </a:cubicBezTo>
                  <a:lnTo>
                    <a:pt x="9282" y="5097"/>
                  </a:lnTo>
                  <a:lnTo>
                    <a:pt x="565" y="5097"/>
                  </a:lnTo>
                  <a:lnTo>
                    <a:pt x="565" y="759"/>
                  </a:lnTo>
                  <a:cubicBezTo>
                    <a:pt x="565" y="659"/>
                    <a:pt x="635" y="565"/>
                    <a:pt x="759" y="565"/>
                  </a:cubicBezTo>
                  <a:close/>
                  <a:moveTo>
                    <a:pt x="5537" y="6860"/>
                  </a:moveTo>
                  <a:cubicBezTo>
                    <a:pt x="5561" y="7101"/>
                    <a:pt x="5584" y="7448"/>
                    <a:pt x="5631" y="7742"/>
                  </a:cubicBezTo>
                  <a:lnTo>
                    <a:pt x="4215" y="7742"/>
                  </a:lnTo>
                  <a:cubicBezTo>
                    <a:pt x="4262" y="7448"/>
                    <a:pt x="4285" y="7101"/>
                    <a:pt x="4285" y="6860"/>
                  </a:cubicBezTo>
                  <a:close/>
                  <a:moveTo>
                    <a:pt x="759" y="1"/>
                  </a:moveTo>
                  <a:cubicBezTo>
                    <a:pt x="341" y="1"/>
                    <a:pt x="0" y="342"/>
                    <a:pt x="0" y="759"/>
                  </a:cubicBezTo>
                  <a:lnTo>
                    <a:pt x="0" y="6096"/>
                  </a:lnTo>
                  <a:cubicBezTo>
                    <a:pt x="0" y="6513"/>
                    <a:pt x="341" y="6860"/>
                    <a:pt x="759" y="6860"/>
                  </a:cubicBezTo>
                  <a:lnTo>
                    <a:pt x="1640" y="6860"/>
                  </a:lnTo>
                  <a:cubicBezTo>
                    <a:pt x="1787" y="6860"/>
                    <a:pt x="1911" y="6737"/>
                    <a:pt x="1911" y="6590"/>
                  </a:cubicBezTo>
                  <a:cubicBezTo>
                    <a:pt x="1911" y="6419"/>
                    <a:pt x="1787" y="6296"/>
                    <a:pt x="1640" y="6296"/>
                  </a:cubicBezTo>
                  <a:lnTo>
                    <a:pt x="759" y="6296"/>
                  </a:lnTo>
                  <a:cubicBezTo>
                    <a:pt x="635" y="6296"/>
                    <a:pt x="565" y="6196"/>
                    <a:pt x="565" y="6096"/>
                  </a:cubicBezTo>
                  <a:lnTo>
                    <a:pt x="565" y="5655"/>
                  </a:lnTo>
                  <a:lnTo>
                    <a:pt x="9282" y="5655"/>
                  </a:lnTo>
                  <a:lnTo>
                    <a:pt x="9282" y="6096"/>
                  </a:lnTo>
                  <a:cubicBezTo>
                    <a:pt x="9282" y="6196"/>
                    <a:pt x="9182" y="6296"/>
                    <a:pt x="9088" y="6296"/>
                  </a:cubicBezTo>
                  <a:lnTo>
                    <a:pt x="2939" y="6296"/>
                  </a:lnTo>
                  <a:cubicBezTo>
                    <a:pt x="2792" y="6296"/>
                    <a:pt x="2646" y="6419"/>
                    <a:pt x="2646" y="6590"/>
                  </a:cubicBezTo>
                  <a:cubicBezTo>
                    <a:pt x="2646" y="6737"/>
                    <a:pt x="2792" y="6860"/>
                    <a:pt x="2939" y="6860"/>
                  </a:cubicBezTo>
                  <a:lnTo>
                    <a:pt x="3721" y="6860"/>
                  </a:lnTo>
                  <a:cubicBezTo>
                    <a:pt x="3698" y="7154"/>
                    <a:pt x="3674" y="7518"/>
                    <a:pt x="3627" y="7742"/>
                  </a:cubicBezTo>
                  <a:lnTo>
                    <a:pt x="3063" y="7742"/>
                  </a:lnTo>
                  <a:cubicBezTo>
                    <a:pt x="2916" y="7742"/>
                    <a:pt x="2769" y="7889"/>
                    <a:pt x="2769" y="8036"/>
                  </a:cubicBezTo>
                  <a:cubicBezTo>
                    <a:pt x="2769" y="8183"/>
                    <a:pt x="2916" y="8329"/>
                    <a:pt x="3063" y="8329"/>
                  </a:cubicBezTo>
                  <a:lnTo>
                    <a:pt x="6783" y="8329"/>
                  </a:lnTo>
                  <a:cubicBezTo>
                    <a:pt x="6930" y="8329"/>
                    <a:pt x="7054" y="8183"/>
                    <a:pt x="7054" y="8036"/>
                  </a:cubicBezTo>
                  <a:cubicBezTo>
                    <a:pt x="7054" y="7889"/>
                    <a:pt x="6930" y="7742"/>
                    <a:pt x="6783" y="7742"/>
                  </a:cubicBezTo>
                  <a:lnTo>
                    <a:pt x="6196" y="7742"/>
                  </a:lnTo>
                  <a:cubicBezTo>
                    <a:pt x="6149" y="7518"/>
                    <a:pt x="6125" y="7154"/>
                    <a:pt x="6125" y="6860"/>
                  </a:cubicBezTo>
                  <a:lnTo>
                    <a:pt x="9088" y="6860"/>
                  </a:lnTo>
                  <a:cubicBezTo>
                    <a:pt x="9505" y="6860"/>
                    <a:pt x="9846" y="6513"/>
                    <a:pt x="9846" y="6096"/>
                  </a:cubicBezTo>
                  <a:lnTo>
                    <a:pt x="9846" y="759"/>
                  </a:lnTo>
                  <a:cubicBezTo>
                    <a:pt x="9846" y="342"/>
                    <a:pt x="9505" y="1"/>
                    <a:pt x="9088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3610;p63">
              <a:extLst>
                <a:ext uri="{FF2B5EF4-FFF2-40B4-BE49-F238E27FC236}">
                  <a16:creationId xmlns:a16="http://schemas.microsoft.com/office/drawing/2014/main" id="{B022D025-A130-4FC4-184D-0E94A1533C10}"/>
                </a:ext>
              </a:extLst>
            </p:cNvPr>
            <p:cNvSpPr/>
            <p:nvPr/>
          </p:nvSpPr>
          <p:spPr>
            <a:xfrm>
              <a:off x="3129287" y="3010840"/>
              <a:ext cx="191820" cy="162268"/>
            </a:xfrm>
            <a:custGeom>
              <a:avLst/>
              <a:gdLst/>
              <a:ahLst/>
              <a:cxnLst/>
              <a:rect l="l" t="t" r="r" b="b"/>
              <a:pathLst>
                <a:path w="9847" h="8330" extrusionOk="0">
                  <a:moveTo>
                    <a:pt x="9282" y="5655"/>
                  </a:moveTo>
                  <a:lnTo>
                    <a:pt x="9282" y="6125"/>
                  </a:lnTo>
                  <a:cubicBezTo>
                    <a:pt x="9282" y="6219"/>
                    <a:pt x="9188" y="6296"/>
                    <a:pt x="9088" y="6296"/>
                  </a:cubicBezTo>
                  <a:lnTo>
                    <a:pt x="759" y="6296"/>
                  </a:lnTo>
                  <a:cubicBezTo>
                    <a:pt x="642" y="6296"/>
                    <a:pt x="565" y="6219"/>
                    <a:pt x="565" y="6125"/>
                  </a:cubicBezTo>
                  <a:lnTo>
                    <a:pt x="565" y="5655"/>
                  </a:lnTo>
                  <a:close/>
                  <a:moveTo>
                    <a:pt x="5561" y="6883"/>
                  </a:moveTo>
                  <a:cubicBezTo>
                    <a:pt x="5561" y="7101"/>
                    <a:pt x="5585" y="7471"/>
                    <a:pt x="5638" y="7765"/>
                  </a:cubicBezTo>
                  <a:lnTo>
                    <a:pt x="4215" y="7765"/>
                  </a:lnTo>
                  <a:cubicBezTo>
                    <a:pt x="4262" y="7471"/>
                    <a:pt x="4286" y="7101"/>
                    <a:pt x="4286" y="6883"/>
                  </a:cubicBezTo>
                  <a:close/>
                  <a:moveTo>
                    <a:pt x="759" y="0"/>
                  </a:moveTo>
                  <a:cubicBezTo>
                    <a:pt x="348" y="0"/>
                    <a:pt x="1" y="341"/>
                    <a:pt x="1" y="759"/>
                  </a:cubicBezTo>
                  <a:lnTo>
                    <a:pt x="1" y="6125"/>
                  </a:lnTo>
                  <a:cubicBezTo>
                    <a:pt x="1" y="6537"/>
                    <a:pt x="348" y="6883"/>
                    <a:pt x="759" y="6883"/>
                  </a:cubicBezTo>
                  <a:lnTo>
                    <a:pt x="3727" y="6883"/>
                  </a:lnTo>
                  <a:cubicBezTo>
                    <a:pt x="3698" y="7177"/>
                    <a:pt x="3675" y="7518"/>
                    <a:pt x="3651" y="7765"/>
                  </a:cubicBezTo>
                  <a:lnTo>
                    <a:pt x="3063" y="7765"/>
                  </a:lnTo>
                  <a:cubicBezTo>
                    <a:pt x="2916" y="7765"/>
                    <a:pt x="2769" y="7889"/>
                    <a:pt x="2769" y="8035"/>
                  </a:cubicBezTo>
                  <a:cubicBezTo>
                    <a:pt x="2769" y="8206"/>
                    <a:pt x="2916" y="8329"/>
                    <a:pt x="3063" y="8329"/>
                  </a:cubicBezTo>
                  <a:lnTo>
                    <a:pt x="6784" y="8329"/>
                  </a:lnTo>
                  <a:cubicBezTo>
                    <a:pt x="6931" y="8329"/>
                    <a:pt x="7054" y="8206"/>
                    <a:pt x="7054" y="8035"/>
                  </a:cubicBezTo>
                  <a:cubicBezTo>
                    <a:pt x="7054" y="7889"/>
                    <a:pt x="6931" y="7765"/>
                    <a:pt x="6784" y="7765"/>
                  </a:cubicBezTo>
                  <a:lnTo>
                    <a:pt x="6196" y="7765"/>
                  </a:lnTo>
                  <a:cubicBezTo>
                    <a:pt x="6149" y="7518"/>
                    <a:pt x="6126" y="7177"/>
                    <a:pt x="6126" y="6883"/>
                  </a:cubicBezTo>
                  <a:lnTo>
                    <a:pt x="9088" y="6883"/>
                  </a:lnTo>
                  <a:cubicBezTo>
                    <a:pt x="9505" y="6883"/>
                    <a:pt x="9846" y="6537"/>
                    <a:pt x="9846" y="6125"/>
                  </a:cubicBezTo>
                  <a:lnTo>
                    <a:pt x="9846" y="759"/>
                  </a:lnTo>
                  <a:cubicBezTo>
                    <a:pt x="9846" y="341"/>
                    <a:pt x="9505" y="0"/>
                    <a:pt x="9088" y="0"/>
                  </a:cubicBezTo>
                  <a:lnTo>
                    <a:pt x="3822" y="0"/>
                  </a:lnTo>
                  <a:cubicBezTo>
                    <a:pt x="3675" y="0"/>
                    <a:pt x="3551" y="124"/>
                    <a:pt x="3551" y="294"/>
                  </a:cubicBezTo>
                  <a:cubicBezTo>
                    <a:pt x="3551" y="441"/>
                    <a:pt x="3675" y="588"/>
                    <a:pt x="3822" y="588"/>
                  </a:cubicBezTo>
                  <a:lnTo>
                    <a:pt x="9088" y="588"/>
                  </a:lnTo>
                  <a:cubicBezTo>
                    <a:pt x="9188" y="588"/>
                    <a:pt x="9282" y="659"/>
                    <a:pt x="9282" y="759"/>
                  </a:cubicBezTo>
                  <a:lnTo>
                    <a:pt x="9282" y="5097"/>
                  </a:lnTo>
                  <a:lnTo>
                    <a:pt x="565" y="5097"/>
                  </a:lnTo>
                  <a:lnTo>
                    <a:pt x="565" y="759"/>
                  </a:lnTo>
                  <a:cubicBezTo>
                    <a:pt x="565" y="659"/>
                    <a:pt x="642" y="588"/>
                    <a:pt x="759" y="588"/>
                  </a:cubicBezTo>
                  <a:lnTo>
                    <a:pt x="2499" y="588"/>
                  </a:lnTo>
                  <a:cubicBezTo>
                    <a:pt x="2646" y="588"/>
                    <a:pt x="2769" y="441"/>
                    <a:pt x="2769" y="294"/>
                  </a:cubicBezTo>
                  <a:cubicBezTo>
                    <a:pt x="2769" y="124"/>
                    <a:pt x="2646" y="0"/>
                    <a:pt x="2499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3611;p63">
              <a:extLst>
                <a:ext uri="{FF2B5EF4-FFF2-40B4-BE49-F238E27FC236}">
                  <a16:creationId xmlns:a16="http://schemas.microsoft.com/office/drawing/2014/main" id="{E7DEC8D6-0420-37AC-2260-CAE6790F10F6}"/>
                </a:ext>
              </a:extLst>
            </p:cNvPr>
            <p:cNvSpPr/>
            <p:nvPr/>
          </p:nvSpPr>
          <p:spPr>
            <a:xfrm>
              <a:off x="3005746" y="2970302"/>
              <a:ext cx="109711" cy="150249"/>
            </a:xfrm>
            <a:custGeom>
              <a:avLst/>
              <a:gdLst/>
              <a:ahLst/>
              <a:cxnLst/>
              <a:rect l="l" t="t" r="r" b="b"/>
              <a:pathLst>
                <a:path w="5632" h="7713" extrusionOk="0">
                  <a:moveTo>
                    <a:pt x="295" y="1"/>
                  </a:moveTo>
                  <a:cubicBezTo>
                    <a:pt x="148" y="1"/>
                    <a:pt x="1" y="124"/>
                    <a:pt x="1" y="271"/>
                  </a:cubicBezTo>
                  <a:cubicBezTo>
                    <a:pt x="1" y="1811"/>
                    <a:pt x="465" y="3257"/>
                    <a:pt x="1347" y="4503"/>
                  </a:cubicBezTo>
                  <a:cubicBezTo>
                    <a:pt x="2158" y="5655"/>
                    <a:pt x="3257" y="6537"/>
                    <a:pt x="4533" y="7054"/>
                  </a:cubicBezTo>
                  <a:lnTo>
                    <a:pt x="3968" y="7148"/>
                  </a:lnTo>
                  <a:cubicBezTo>
                    <a:pt x="3821" y="7178"/>
                    <a:pt x="3721" y="7324"/>
                    <a:pt x="3751" y="7471"/>
                  </a:cubicBezTo>
                  <a:cubicBezTo>
                    <a:pt x="3774" y="7618"/>
                    <a:pt x="3898" y="7712"/>
                    <a:pt x="4015" y="7712"/>
                  </a:cubicBezTo>
                  <a:lnTo>
                    <a:pt x="4068" y="7712"/>
                  </a:lnTo>
                  <a:lnTo>
                    <a:pt x="5391" y="7495"/>
                  </a:lnTo>
                  <a:cubicBezTo>
                    <a:pt x="5461" y="7495"/>
                    <a:pt x="5538" y="7442"/>
                    <a:pt x="5585" y="7372"/>
                  </a:cubicBezTo>
                  <a:cubicBezTo>
                    <a:pt x="5632" y="7295"/>
                    <a:pt x="5632" y="7201"/>
                    <a:pt x="5608" y="7125"/>
                  </a:cubicBezTo>
                  <a:lnTo>
                    <a:pt x="5120" y="5855"/>
                  </a:lnTo>
                  <a:cubicBezTo>
                    <a:pt x="5083" y="5737"/>
                    <a:pt x="4962" y="5665"/>
                    <a:pt x="4840" y="5665"/>
                  </a:cubicBezTo>
                  <a:cubicBezTo>
                    <a:pt x="4810" y="5665"/>
                    <a:pt x="4779" y="5669"/>
                    <a:pt x="4750" y="5679"/>
                  </a:cubicBezTo>
                  <a:cubicBezTo>
                    <a:pt x="4603" y="5732"/>
                    <a:pt x="4533" y="5902"/>
                    <a:pt x="4580" y="6049"/>
                  </a:cubicBezTo>
                  <a:lnTo>
                    <a:pt x="4779" y="6537"/>
                  </a:lnTo>
                  <a:cubicBezTo>
                    <a:pt x="3575" y="6049"/>
                    <a:pt x="2575" y="5238"/>
                    <a:pt x="1811" y="4186"/>
                  </a:cubicBezTo>
                  <a:cubicBezTo>
                    <a:pt x="1006" y="3034"/>
                    <a:pt x="589" y="1688"/>
                    <a:pt x="589" y="271"/>
                  </a:cubicBezTo>
                  <a:cubicBezTo>
                    <a:pt x="589" y="124"/>
                    <a:pt x="465" y="1"/>
                    <a:pt x="295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3612;p63">
              <a:extLst>
                <a:ext uri="{FF2B5EF4-FFF2-40B4-BE49-F238E27FC236}">
                  <a16:creationId xmlns:a16="http://schemas.microsoft.com/office/drawing/2014/main" id="{031B5CA0-756E-511A-3931-3838675DF9E8}"/>
                </a:ext>
              </a:extLst>
            </p:cNvPr>
            <p:cNvSpPr/>
            <p:nvPr/>
          </p:nvSpPr>
          <p:spPr>
            <a:xfrm>
              <a:off x="3147969" y="2845222"/>
              <a:ext cx="109244" cy="150405"/>
            </a:xfrm>
            <a:custGeom>
              <a:avLst/>
              <a:gdLst/>
              <a:ahLst/>
              <a:cxnLst/>
              <a:rect l="l" t="t" r="r" b="b"/>
              <a:pathLst>
                <a:path w="5608" h="7721" extrusionOk="0">
                  <a:moveTo>
                    <a:pt x="1600" y="0"/>
                  </a:moveTo>
                  <a:cubicBezTo>
                    <a:pt x="1588" y="0"/>
                    <a:pt x="1576" y="1"/>
                    <a:pt x="1564" y="3"/>
                  </a:cubicBezTo>
                  <a:lnTo>
                    <a:pt x="241" y="227"/>
                  </a:lnTo>
                  <a:cubicBezTo>
                    <a:pt x="147" y="227"/>
                    <a:pt x="71" y="274"/>
                    <a:pt x="47" y="344"/>
                  </a:cubicBezTo>
                  <a:cubicBezTo>
                    <a:pt x="0" y="420"/>
                    <a:pt x="0" y="520"/>
                    <a:pt x="24" y="591"/>
                  </a:cubicBezTo>
                  <a:lnTo>
                    <a:pt x="511" y="1890"/>
                  </a:lnTo>
                  <a:cubicBezTo>
                    <a:pt x="564" y="1990"/>
                    <a:pt x="658" y="2060"/>
                    <a:pt x="782" y="2060"/>
                  </a:cubicBezTo>
                  <a:cubicBezTo>
                    <a:pt x="805" y="2060"/>
                    <a:pt x="829" y="2060"/>
                    <a:pt x="882" y="2037"/>
                  </a:cubicBezTo>
                  <a:cubicBezTo>
                    <a:pt x="1029" y="1990"/>
                    <a:pt x="1099" y="1814"/>
                    <a:pt x="1029" y="1667"/>
                  </a:cubicBezTo>
                  <a:lnTo>
                    <a:pt x="858" y="1179"/>
                  </a:lnTo>
                  <a:lnTo>
                    <a:pt x="858" y="1179"/>
                  </a:lnTo>
                  <a:cubicBezTo>
                    <a:pt x="2034" y="1667"/>
                    <a:pt x="3062" y="2478"/>
                    <a:pt x="3797" y="3530"/>
                  </a:cubicBezTo>
                  <a:cubicBezTo>
                    <a:pt x="4602" y="4682"/>
                    <a:pt x="5043" y="6028"/>
                    <a:pt x="5043" y="7450"/>
                  </a:cubicBezTo>
                  <a:cubicBezTo>
                    <a:pt x="5043" y="7597"/>
                    <a:pt x="5167" y="7721"/>
                    <a:pt x="5337" y="7721"/>
                  </a:cubicBezTo>
                  <a:cubicBezTo>
                    <a:pt x="5484" y="7721"/>
                    <a:pt x="5607" y="7597"/>
                    <a:pt x="5607" y="7450"/>
                  </a:cubicBezTo>
                  <a:cubicBezTo>
                    <a:pt x="5607" y="5904"/>
                    <a:pt x="5143" y="4459"/>
                    <a:pt x="4261" y="3212"/>
                  </a:cubicBezTo>
                  <a:cubicBezTo>
                    <a:pt x="3474" y="2060"/>
                    <a:pt x="2375" y="1202"/>
                    <a:pt x="1099" y="667"/>
                  </a:cubicBezTo>
                  <a:lnTo>
                    <a:pt x="1640" y="567"/>
                  </a:lnTo>
                  <a:cubicBezTo>
                    <a:pt x="1810" y="544"/>
                    <a:pt x="1910" y="397"/>
                    <a:pt x="1887" y="250"/>
                  </a:cubicBezTo>
                  <a:cubicBezTo>
                    <a:pt x="1860" y="115"/>
                    <a:pt x="1734" y="0"/>
                    <a:pt x="1600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8262149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6">
          <a:extLst>
            <a:ext uri="{FF2B5EF4-FFF2-40B4-BE49-F238E27FC236}">
              <a16:creationId xmlns:a16="http://schemas.microsoft.com/office/drawing/2014/main" id="{8EDEE794-BEB3-62F3-8FA4-D3B91E590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" name="Google Shape;2447;p53">
            <a:extLst>
              <a:ext uri="{FF2B5EF4-FFF2-40B4-BE49-F238E27FC236}">
                <a16:creationId xmlns:a16="http://schemas.microsoft.com/office/drawing/2014/main" id="{141EA0FB-425A-DDFC-7EDD-27EA36BDAA0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Infromation Extraction Process</a:t>
            </a:r>
            <a:endParaRPr dirty="0"/>
          </a:p>
        </p:txBody>
      </p:sp>
      <p:sp>
        <p:nvSpPr>
          <p:cNvPr id="2448" name="Google Shape;2448;p53">
            <a:extLst>
              <a:ext uri="{FF2B5EF4-FFF2-40B4-BE49-F238E27FC236}">
                <a16:creationId xmlns:a16="http://schemas.microsoft.com/office/drawing/2014/main" id="{4D8E03D0-E9AD-B679-CC4B-B37CE0C3F3CD}"/>
              </a:ext>
            </a:extLst>
          </p:cNvPr>
          <p:cNvSpPr txBox="1"/>
          <p:nvPr/>
        </p:nvSpPr>
        <p:spPr>
          <a:xfrm>
            <a:off x="720000" y="1921774"/>
            <a:ext cx="3361346" cy="63390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Loading the data that we want to apply RAG on. </a:t>
            </a:r>
            <a:endParaRPr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49" name="Google Shape;2449;p53">
            <a:extLst>
              <a:ext uri="{FF2B5EF4-FFF2-40B4-BE49-F238E27FC236}">
                <a16:creationId xmlns:a16="http://schemas.microsoft.com/office/drawing/2014/main" id="{F1B67383-B9D8-FEE6-DA18-F997E72B2C85}"/>
              </a:ext>
            </a:extLst>
          </p:cNvPr>
          <p:cNvSpPr txBox="1"/>
          <p:nvPr/>
        </p:nvSpPr>
        <p:spPr>
          <a:xfrm>
            <a:off x="720000" y="1460850"/>
            <a:ext cx="3361346" cy="4746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LOAD</a:t>
            </a:r>
            <a:endParaRPr sz="20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50" name="Google Shape;2450;p53">
            <a:extLst>
              <a:ext uri="{FF2B5EF4-FFF2-40B4-BE49-F238E27FC236}">
                <a16:creationId xmlns:a16="http://schemas.microsoft.com/office/drawing/2014/main" id="{02CEDB5A-AD67-2EC4-1E06-AE9E7945A2F8}"/>
              </a:ext>
            </a:extLst>
          </p:cNvPr>
          <p:cNvSpPr txBox="1"/>
          <p:nvPr/>
        </p:nvSpPr>
        <p:spPr>
          <a:xfrm>
            <a:off x="5218771" y="1921774"/>
            <a:ext cx="2947075" cy="663208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Chunking that is spliting the data because of Token Limit</a:t>
            </a:r>
            <a:endParaRPr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51" name="Google Shape;2451;p53">
            <a:extLst>
              <a:ext uri="{FF2B5EF4-FFF2-40B4-BE49-F238E27FC236}">
                <a16:creationId xmlns:a16="http://schemas.microsoft.com/office/drawing/2014/main" id="{94E536BD-C0E7-CE53-E824-FF38FA134B59}"/>
              </a:ext>
            </a:extLst>
          </p:cNvPr>
          <p:cNvSpPr txBox="1"/>
          <p:nvPr/>
        </p:nvSpPr>
        <p:spPr>
          <a:xfrm>
            <a:off x="5218771" y="1460850"/>
            <a:ext cx="2947075" cy="4752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SPLIT</a:t>
            </a:r>
            <a:endParaRPr sz="20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52" name="Google Shape;2452;p53">
            <a:extLst>
              <a:ext uri="{FF2B5EF4-FFF2-40B4-BE49-F238E27FC236}">
                <a16:creationId xmlns:a16="http://schemas.microsoft.com/office/drawing/2014/main" id="{EEE75CB4-5268-BE34-D66B-1B194699F3A9}"/>
              </a:ext>
            </a:extLst>
          </p:cNvPr>
          <p:cNvSpPr txBox="1"/>
          <p:nvPr/>
        </p:nvSpPr>
        <p:spPr>
          <a:xfrm>
            <a:off x="891900" y="3675974"/>
            <a:ext cx="3189446" cy="851162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Embedding the data, That is doing the numerical representation of the data.</a:t>
            </a:r>
            <a:endParaRPr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53" name="Google Shape;2453;p53">
            <a:extLst>
              <a:ext uri="{FF2B5EF4-FFF2-40B4-BE49-F238E27FC236}">
                <a16:creationId xmlns:a16="http://schemas.microsoft.com/office/drawing/2014/main" id="{E5F65052-016A-C41D-39B1-C8ED830EA4B9}"/>
              </a:ext>
            </a:extLst>
          </p:cNvPr>
          <p:cNvSpPr txBox="1"/>
          <p:nvPr/>
        </p:nvSpPr>
        <p:spPr>
          <a:xfrm>
            <a:off x="891900" y="3134370"/>
            <a:ext cx="3189446" cy="544932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EMBED</a:t>
            </a:r>
            <a:endParaRPr sz="20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54" name="Google Shape;2454;p53">
            <a:extLst>
              <a:ext uri="{FF2B5EF4-FFF2-40B4-BE49-F238E27FC236}">
                <a16:creationId xmlns:a16="http://schemas.microsoft.com/office/drawing/2014/main" id="{1EFC187E-C920-E02A-C2E4-B52D4CF2DDD2}"/>
              </a:ext>
            </a:extLst>
          </p:cNvPr>
          <p:cNvSpPr txBox="1"/>
          <p:nvPr/>
        </p:nvSpPr>
        <p:spPr>
          <a:xfrm>
            <a:off x="5218771" y="3675974"/>
            <a:ext cx="2947075" cy="847834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Storing the extracted data into a Vector data Base</a:t>
            </a:r>
            <a:endParaRPr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55" name="Google Shape;2455;p53">
            <a:extLst>
              <a:ext uri="{FF2B5EF4-FFF2-40B4-BE49-F238E27FC236}">
                <a16:creationId xmlns:a16="http://schemas.microsoft.com/office/drawing/2014/main" id="{397C3B5C-66EC-22FA-0B6C-C69A2001C906}"/>
              </a:ext>
            </a:extLst>
          </p:cNvPr>
          <p:cNvSpPr txBox="1"/>
          <p:nvPr/>
        </p:nvSpPr>
        <p:spPr>
          <a:xfrm>
            <a:off x="5218771" y="3131042"/>
            <a:ext cx="2947075" cy="544932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STORE</a:t>
            </a:r>
            <a:endParaRPr sz="20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460" name="Google Shape;2460;p53">
            <a:extLst>
              <a:ext uri="{FF2B5EF4-FFF2-40B4-BE49-F238E27FC236}">
                <a16:creationId xmlns:a16="http://schemas.microsoft.com/office/drawing/2014/main" id="{8B19B7B4-2EA7-6246-84D2-DA6F3326DE73}"/>
              </a:ext>
            </a:extLst>
          </p:cNvPr>
          <p:cNvCxnSpPr>
            <a:cxnSpLocks/>
            <a:stCxn id="2449" idx="3"/>
            <a:endCxn id="2451" idx="1"/>
          </p:cNvCxnSpPr>
          <p:nvPr/>
        </p:nvCxnSpPr>
        <p:spPr>
          <a:xfrm>
            <a:off x="4081346" y="1698150"/>
            <a:ext cx="1137425" cy="300"/>
          </a:xfrm>
          <a:prstGeom prst="bentConnector3">
            <a:avLst>
              <a:gd name="adj1" fmla="val 50000"/>
            </a:avLst>
          </a:prstGeom>
          <a:ln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461" name="Google Shape;2461;p53">
            <a:extLst>
              <a:ext uri="{FF2B5EF4-FFF2-40B4-BE49-F238E27FC236}">
                <a16:creationId xmlns:a16="http://schemas.microsoft.com/office/drawing/2014/main" id="{7D499CC3-8BB5-10DC-A873-A2FF2AA28D6E}"/>
              </a:ext>
            </a:extLst>
          </p:cNvPr>
          <p:cNvCxnSpPr>
            <a:cxnSpLocks/>
          </p:cNvCxnSpPr>
          <p:nvPr/>
        </p:nvCxnSpPr>
        <p:spPr>
          <a:xfrm flipH="1">
            <a:off x="891900" y="1730789"/>
            <a:ext cx="7273946" cy="1708386"/>
          </a:xfrm>
          <a:prstGeom prst="bentConnector5">
            <a:avLst>
              <a:gd name="adj1" fmla="val -3143"/>
              <a:gd name="adj2" fmla="val 65081"/>
              <a:gd name="adj3" fmla="val 103143"/>
            </a:avLst>
          </a:prstGeom>
          <a:ln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462" name="Google Shape;2462;p53">
            <a:extLst>
              <a:ext uri="{FF2B5EF4-FFF2-40B4-BE49-F238E27FC236}">
                <a16:creationId xmlns:a16="http://schemas.microsoft.com/office/drawing/2014/main" id="{C4465A3A-5DE3-E484-287A-086CC9C7860B}"/>
              </a:ext>
            </a:extLst>
          </p:cNvPr>
          <p:cNvCxnSpPr>
            <a:cxnSpLocks/>
            <a:stCxn id="2453" idx="3"/>
            <a:endCxn id="2455" idx="1"/>
          </p:cNvCxnSpPr>
          <p:nvPr/>
        </p:nvCxnSpPr>
        <p:spPr>
          <a:xfrm flipV="1">
            <a:off x="4081346" y="3403508"/>
            <a:ext cx="1137425" cy="3328"/>
          </a:xfrm>
          <a:prstGeom prst="bentConnector3">
            <a:avLst>
              <a:gd name="adj1" fmla="val 50000"/>
            </a:avLst>
          </a:prstGeom>
          <a:ln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24" name="Google Shape;3899;p63">
            <a:extLst>
              <a:ext uri="{FF2B5EF4-FFF2-40B4-BE49-F238E27FC236}">
                <a16:creationId xmlns:a16="http://schemas.microsoft.com/office/drawing/2014/main" id="{A2E6D149-39CD-9D42-00FD-38E8526A2214}"/>
              </a:ext>
            </a:extLst>
          </p:cNvPr>
          <p:cNvGrpSpPr/>
          <p:nvPr/>
        </p:nvGrpSpPr>
        <p:grpSpPr>
          <a:xfrm>
            <a:off x="2943106" y="1508473"/>
            <a:ext cx="335353" cy="342629"/>
            <a:chOff x="5246160" y="1282375"/>
            <a:chExt cx="379685" cy="379353"/>
          </a:xfrm>
        </p:grpSpPr>
        <p:sp>
          <p:nvSpPr>
            <p:cNvPr id="25" name="Google Shape;3900;p63">
              <a:extLst>
                <a:ext uri="{FF2B5EF4-FFF2-40B4-BE49-F238E27FC236}">
                  <a16:creationId xmlns:a16="http://schemas.microsoft.com/office/drawing/2014/main" id="{E934327F-9D5E-C427-9D92-A7EE45AC7974}"/>
                </a:ext>
              </a:extLst>
            </p:cNvPr>
            <p:cNvSpPr/>
            <p:nvPr/>
          </p:nvSpPr>
          <p:spPr>
            <a:xfrm>
              <a:off x="5270432" y="1632505"/>
              <a:ext cx="50161" cy="23941"/>
            </a:xfrm>
            <a:custGeom>
              <a:avLst/>
              <a:gdLst/>
              <a:ahLst/>
              <a:cxnLst/>
              <a:rect l="l" t="t" r="r" b="b"/>
              <a:pathLst>
                <a:path w="2575" h="1229" extrusionOk="0">
                  <a:moveTo>
                    <a:pt x="0" y="0"/>
                  </a:moveTo>
                  <a:lnTo>
                    <a:pt x="0" y="859"/>
                  </a:lnTo>
                  <a:cubicBezTo>
                    <a:pt x="0" y="1058"/>
                    <a:pt x="147" y="1229"/>
                    <a:pt x="347" y="1229"/>
                  </a:cubicBezTo>
                  <a:lnTo>
                    <a:pt x="1617" y="1229"/>
                  </a:lnTo>
                  <a:cubicBezTo>
                    <a:pt x="1763" y="1229"/>
                    <a:pt x="1863" y="1152"/>
                    <a:pt x="1934" y="1058"/>
                  </a:cubicBezTo>
                  <a:lnTo>
                    <a:pt x="2575" y="0"/>
                  </a:lnTo>
                  <a:close/>
                </a:path>
              </a:pathLst>
            </a:custGeom>
            <a:solidFill>
              <a:srgbClr val="356B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3901;p63">
              <a:extLst>
                <a:ext uri="{FF2B5EF4-FFF2-40B4-BE49-F238E27FC236}">
                  <a16:creationId xmlns:a16="http://schemas.microsoft.com/office/drawing/2014/main" id="{5E8B60D9-A40D-E88F-7C59-BF09BF583FEA}"/>
                </a:ext>
              </a:extLst>
            </p:cNvPr>
            <p:cNvSpPr/>
            <p:nvPr/>
          </p:nvSpPr>
          <p:spPr>
            <a:xfrm>
              <a:off x="5551974" y="1632505"/>
              <a:ext cx="50064" cy="23941"/>
            </a:xfrm>
            <a:custGeom>
              <a:avLst/>
              <a:gdLst/>
              <a:ahLst/>
              <a:cxnLst/>
              <a:rect l="l" t="t" r="r" b="b"/>
              <a:pathLst>
                <a:path w="2570" h="1229" extrusionOk="0">
                  <a:moveTo>
                    <a:pt x="1" y="0"/>
                  </a:moveTo>
                  <a:lnTo>
                    <a:pt x="612" y="1058"/>
                  </a:lnTo>
                  <a:cubicBezTo>
                    <a:pt x="682" y="1152"/>
                    <a:pt x="806" y="1229"/>
                    <a:pt x="929" y="1229"/>
                  </a:cubicBezTo>
                  <a:lnTo>
                    <a:pt x="2205" y="1229"/>
                  </a:lnTo>
                  <a:cubicBezTo>
                    <a:pt x="2399" y="1229"/>
                    <a:pt x="2569" y="1058"/>
                    <a:pt x="2569" y="859"/>
                  </a:cubicBezTo>
                  <a:lnTo>
                    <a:pt x="2569" y="0"/>
                  </a:lnTo>
                  <a:close/>
                </a:path>
              </a:pathLst>
            </a:custGeom>
            <a:solidFill>
              <a:srgbClr val="356B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3902;p63">
              <a:extLst>
                <a:ext uri="{FF2B5EF4-FFF2-40B4-BE49-F238E27FC236}">
                  <a16:creationId xmlns:a16="http://schemas.microsoft.com/office/drawing/2014/main" id="{0C94BCBA-BCD1-3252-2573-6CC5F46D5615}"/>
                </a:ext>
              </a:extLst>
            </p:cNvPr>
            <p:cNvSpPr/>
            <p:nvPr/>
          </p:nvSpPr>
          <p:spPr>
            <a:xfrm>
              <a:off x="5424537" y="1348665"/>
              <a:ext cx="23376" cy="128373"/>
            </a:xfrm>
            <a:custGeom>
              <a:avLst/>
              <a:gdLst/>
              <a:ahLst/>
              <a:cxnLst/>
              <a:rect l="l" t="t" r="r" b="b"/>
              <a:pathLst>
                <a:path w="1200" h="6590" extrusionOk="0">
                  <a:moveTo>
                    <a:pt x="588" y="0"/>
                  </a:moveTo>
                  <a:cubicBezTo>
                    <a:pt x="271" y="0"/>
                    <a:pt x="1" y="271"/>
                    <a:pt x="1" y="612"/>
                  </a:cubicBezTo>
                  <a:lnTo>
                    <a:pt x="1" y="6589"/>
                  </a:lnTo>
                  <a:lnTo>
                    <a:pt x="1200" y="6589"/>
                  </a:lnTo>
                  <a:lnTo>
                    <a:pt x="1200" y="612"/>
                  </a:lnTo>
                  <a:cubicBezTo>
                    <a:pt x="1200" y="271"/>
                    <a:pt x="929" y="0"/>
                    <a:pt x="588" y="0"/>
                  </a:cubicBezTo>
                  <a:close/>
                </a:path>
              </a:pathLst>
            </a:custGeom>
            <a:solidFill>
              <a:srgbClr val="FF93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3903;p63">
              <a:extLst>
                <a:ext uri="{FF2B5EF4-FFF2-40B4-BE49-F238E27FC236}">
                  <a16:creationId xmlns:a16="http://schemas.microsoft.com/office/drawing/2014/main" id="{FA511B28-1B46-0CF4-3D4D-096771CA1CE8}"/>
                </a:ext>
              </a:extLst>
            </p:cNvPr>
            <p:cNvSpPr/>
            <p:nvPr/>
          </p:nvSpPr>
          <p:spPr>
            <a:xfrm>
              <a:off x="5430264" y="1348665"/>
              <a:ext cx="17649" cy="128373"/>
            </a:xfrm>
            <a:custGeom>
              <a:avLst/>
              <a:gdLst/>
              <a:ahLst/>
              <a:cxnLst/>
              <a:rect l="l" t="t" r="r" b="b"/>
              <a:pathLst>
                <a:path w="906" h="6590" extrusionOk="0">
                  <a:moveTo>
                    <a:pt x="294" y="0"/>
                  </a:moveTo>
                  <a:cubicBezTo>
                    <a:pt x="195" y="0"/>
                    <a:pt x="77" y="24"/>
                    <a:pt x="1" y="77"/>
                  </a:cubicBezTo>
                  <a:cubicBezTo>
                    <a:pt x="48" y="100"/>
                    <a:pt x="77" y="147"/>
                    <a:pt x="124" y="171"/>
                  </a:cubicBezTo>
                  <a:cubicBezTo>
                    <a:pt x="224" y="294"/>
                    <a:pt x="294" y="441"/>
                    <a:pt x="294" y="612"/>
                  </a:cubicBezTo>
                  <a:lnTo>
                    <a:pt x="294" y="6589"/>
                  </a:lnTo>
                  <a:lnTo>
                    <a:pt x="906" y="6589"/>
                  </a:lnTo>
                  <a:lnTo>
                    <a:pt x="906" y="612"/>
                  </a:lnTo>
                  <a:cubicBezTo>
                    <a:pt x="906" y="441"/>
                    <a:pt x="835" y="294"/>
                    <a:pt x="735" y="171"/>
                  </a:cubicBezTo>
                  <a:cubicBezTo>
                    <a:pt x="612" y="77"/>
                    <a:pt x="465" y="0"/>
                    <a:pt x="294" y="0"/>
                  </a:cubicBezTo>
                  <a:close/>
                </a:path>
              </a:pathLst>
            </a:custGeom>
            <a:solidFill>
              <a:srgbClr val="FF61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3904;p63">
              <a:extLst>
                <a:ext uri="{FF2B5EF4-FFF2-40B4-BE49-F238E27FC236}">
                  <a16:creationId xmlns:a16="http://schemas.microsoft.com/office/drawing/2014/main" id="{AFC812F5-AADF-9411-EA5D-4FA4C9DD0C60}"/>
                </a:ext>
              </a:extLst>
            </p:cNvPr>
            <p:cNvSpPr/>
            <p:nvPr/>
          </p:nvSpPr>
          <p:spPr>
            <a:xfrm>
              <a:off x="5251868" y="1549482"/>
              <a:ext cx="368250" cy="83043"/>
            </a:xfrm>
            <a:custGeom>
              <a:avLst/>
              <a:gdLst/>
              <a:ahLst/>
              <a:cxnLst/>
              <a:rect l="l" t="t" r="r" b="b"/>
              <a:pathLst>
                <a:path w="18904" h="4263" extrusionOk="0">
                  <a:moveTo>
                    <a:pt x="242" y="1"/>
                  </a:moveTo>
                  <a:cubicBezTo>
                    <a:pt x="95" y="1"/>
                    <a:pt x="1" y="124"/>
                    <a:pt x="1" y="248"/>
                  </a:cubicBezTo>
                  <a:lnTo>
                    <a:pt x="1" y="4021"/>
                  </a:lnTo>
                  <a:cubicBezTo>
                    <a:pt x="1" y="4145"/>
                    <a:pt x="95" y="4262"/>
                    <a:pt x="242" y="4262"/>
                  </a:cubicBezTo>
                  <a:lnTo>
                    <a:pt x="18663" y="4262"/>
                  </a:lnTo>
                  <a:cubicBezTo>
                    <a:pt x="18810" y="4262"/>
                    <a:pt x="18904" y="4145"/>
                    <a:pt x="18904" y="4021"/>
                  </a:cubicBezTo>
                  <a:lnTo>
                    <a:pt x="18904" y="248"/>
                  </a:lnTo>
                  <a:cubicBezTo>
                    <a:pt x="18904" y="124"/>
                    <a:pt x="18810" y="1"/>
                    <a:pt x="18663" y="1"/>
                  </a:cubicBezTo>
                  <a:close/>
                </a:path>
              </a:pathLst>
            </a:custGeom>
            <a:solidFill>
              <a:srgbClr val="FF93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905;p63">
              <a:extLst>
                <a:ext uri="{FF2B5EF4-FFF2-40B4-BE49-F238E27FC236}">
                  <a16:creationId xmlns:a16="http://schemas.microsoft.com/office/drawing/2014/main" id="{C7356119-C9DE-C045-748C-DC7C41A00989}"/>
                </a:ext>
              </a:extLst>
            </p:cNvPr>
            <p:cNvSpPr/>
            <p:nvPr/>
          </p:nvSpPr>
          <p:spPr>
            <a:xfrm>
              <a:off x="5600635" y="1549482"/>
              <a:ext cx="20064" cy="83043"/>
            </a:xfrm>
            <a:custGeom>
              <a:avLst/>
              <a:gdLst/>
              <a:ahLst/>
              <a:cxnLst/>
              <a:rect l="l" t="t" r="r" b="b"/>
              <a:pathLst>
                <a:path w="1030" h="4263" extrusionOk="0">
                  <a:moveTo>
                    <a:pt x="1" y="1"/>
                  </a:moveTo>
                  <a:cubicBezTo>
                    <a:pt x="148" y="1"/>
                    <a:pt x="242" y="124"/>
                    <a:pt x="242" y="248"/>
                  </a:cubicBezTo>
                  <a:lnTo>
                    <a:pt x="242" y="4021"/>
                  </a:lnTo>
                  <a:cubicBezTo>
                    <a:pt x="242" y="4145"/>
                    <a:pt x="148" y="4262"/>
                    <a:pt x="1" y="4262"/>
                  </a:cubicBezTo>
                  <a:lnTo>
                    <a:pt x="759" y="4262"/>
                  </a:lnTo>
                  <a:cubicBezTo>
                    <a:pt x="906" y="4262"/>
                    <a:pt x="1029" y="4145"/>
                    <a:pt x="1029" y="4021"/>
                  </a:cubicBezTo>
                  <a:lnTo>
                    <a:pt x="1029" y="248"/>
                  </a:lnTo>
                  <a:cubicBezTo>
                    <a:pt x="1029" y="124"/>
                    <a:pt x="906" y="1"/>
                    <a:pt x="759" y="1"/>
                  </a:cubicBezTo>
                  <a:close/>
                </a:path>
              </a:pathLst>
            </a:custGeom>
            <a:solidFill>
              <a:srgbClr val="FF61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906;p63">
              <a:extLst>
                <a:ext uri="{FF2B5EF4-FFF2-40B4-BE49-F238E27FC236}">
                  <a16:creationId xmlns:a16="http://schemas.microsoft.com/office/drawing/2014/main" id="{3C8F200B-B73D-E37C-8B0A-ACDE7C830C0C}"/>
                </a:ext>
              </a:extLst>
            </p:cNvPr>
            <p:cNvSpPr/>
            <p:nvPr/>
          </p:nvSpPr>
          <p:spPr>
            <a:xfrm>
              <a:off x="5418362" y="1477017"/>
              <a:ext cx="35278" cy="72485"/>
            </a:xfrm>
            <a:custGeom>
              <a:avLst/>
              <a:gdLst/>
              <a:ahLst/>
              <a:cxnLst/>
              <a:rect l="l" t="t" r="r" b="b"/>
              <a:pathLst>
                <a:path w="1811" h="3721" extrusionOk="0">
                  <a:moveTo>
                    <a:pt x="147" y="0"/>
                  </a:moveTo>
                  <a:cubicBezTo>
                    <a:pt x="71" y="0"/>
                    <a:pt x="0" y="77"/>
                    <a:pt x="0" y="147"/>
                  </a:cubicBezTo>
                  <a:lnTo>
                    <a:pt x="0" y="3721"/>
                  </a:lnTo>
                  <a:lnTo>
                    <a:pt x="1811" y="3721"/>
                  </a:lnTo>
                  <a:lnTo>
                    <a:pt x="1811" y="147"/>
                  </a:lnTo>
                  <a:cubicBezTo>
                    <a:pt x="1811" y="77"/>
                    <a:pt x="1740" y="0"/>
                    <a:pt x="1664" y="0"/>
                  </a:cubicBezTo>
                  <a:close/>
                </a:path>
              </a:pathLst>
            </a:custGeom>
            <a:solidFill>
              <a:srgbClr val="356B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907;p63">
              <a:extLst>
                <a:ext uri="{FF2B5EF4-FFF2-40B4-BE49-F238E27FC236}">
                  <a16:creationId xmlns:a16="http://schemas.microsoft.com/office/drawing/2014/main" id="{E454653F-C08C-A574-65D6-8EFED2BA1D93}"/>
                </a:ext>
              </a:extLst>
            </p:cNvPr>
            <p:cNvSpPr/>
            <p:nvPr/>
          </p:nvSpPr>
          <p:spPr>
            <a:xfrm>
              <a:off x="5280951" y="1577650"/>
              <a:ext cx="134100" cy="26824"/>
            </a:xfrm>
            <a:custGeom>
              <a:avLst/>
              <a:gdLst/>
              <a:ahLst/>
              <a:cxnLst/>
              <a:rect l="l" t="t" r="r" b="b"/>
              <a:pathLst>
                <a:path w="6884" h="1377" extrusionOk="0">
                  <a:moveTo>
                    <a:pt x="101" y="1"/>
                  </a:moveTo>
                  <a:cubicBezTo>
                    <a:pt x="48" y="1"/>
                    <a:pt x="1" y="54"/>
                    <a:pt x="1" y="77"/>
                  </a:cubicBezTo>
                  <a:lnTo>
                    <a:pt x="1" y="1276"/>
                  </a:lnTo>
                  <a:cubicBezTo>
                    <a:pt x="1" y="1323"/>
                    <a:pt x="48" y="1376"/>
                    <a:pt x="101" y="1376"/>
                  </a:cubicBezTo>
                  <a:lnTo>
                    <a:pt x="6784" y="1376"/>
                  </a:lnTo>
                  <a:cubicBezTo>
                    <a:pt x="6831" y="1376"/>
                    <a:pt x="6884" y="1323"/>
                    <a:pt x="6884" y="1276"/>
                  </a:cubicBezTo>
                  <a:lnTo>
                    <a:pt x="6884" y="77"/>
                  </a:lnTo>
                  <a:cubicBezTo>
                    <a:pt x="6884" y="54"/>
                    <a:pt x="6831" y="1"/>
                    <a:pt x="6784" y="1"/>
                  </a:cubicBezTo>
                  <a:close/>
                </a:path>
              </a:pathLst>
            </a:custGeom>
            <a:solidFill>
              <a:srgbClr val="00C7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908;p63">
              <a:extLst>
                <a:ext uri="{FF2B5EF4-FFF2-40B4-BE49-F238E27FC236}">
                  <a16:creationId xmlns:a16="http://schemas.microsoft.com/office/drawing/2014/main" id="{4CFFC4B3-88F8-31BC-A281-54AA486B9EEB}"/>
                </a:ext>
              </a:extLst>
            </p:cNvPr>
            <p:cNvSpPr/>
            <p:nvPr/>
          </p:nvSpPr>
          <p:spPr>
            <a:xfrm>
              <a:off x="5384915" y="1577650"/>
              <a:ext cx="30136" cy="26824"/>
            </a:xfrm>
            <a:custGeom>
              <a:avLst/>
              <a:gdLst/>
              <a:ahLst/>
              <a:cxnLst/>
              <a:rect l="l" t="t" r="r" b="b"/>
              <a:pathLst>
                <a:path w="1547" h="1377" extrusionOk="0">
                  <a:moveTo>
                    <a:pt x="1" y="1"/>
                  </a:moveTo>
                  <a:lnTo>
                    <a:pt x="1" y="1376"/>
                  </a:lnTo>
                  <a:lnTo>
                    <a:pt x="1447" y="1376"/>
                  </a:lnTo>
                  <a:cubicBezTo>
                    <a:pt x="1494" y="1376"/>
                    <a:pt x="1547" y="1323"/>
                    <a:pt x="1547" y="1276"/>
                  </a:cubicBezTo>
                  <a:lnTo>
                    <a:pt x="1547" y="77"/>
                  </a:lnTo>
                  <a:cubicBezTo>
                    <a:pt x="1547" y="54"/>
                    <a:pt x="1494" y="1"/>
                    <a:pt x="1447" y="1"/>
                  </a:cubicBezTo>
                  <a:close/>
                </a:path>
              </a:pathLst>
            </a:custGeom>
            <a:solidFill>
              <a:srgbClr val="FF61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909;p63">
              <a:extLst>
                <a:ext uri="{FF2B5EF4-FFF2-40B4-BE49-F238E27FC236}">
                  <a16:creationId xmlns:a16="http://schemas.microsoft.com/office/drawing/2014/main" id="{A3F62C13-E4A1-99AA-E447-462546BD9A13}"/>
                </a:ext>
              </a:extLst>
            </p:cNvPr>
            <p:cNvSpPr/>
            <p:nvPr/>
          </p:nvSpPr>
          <p:spPr>
            <a:xfrm>
              <a:off x="5564344" y="1577650"/>
              <a:ext cx="26688" cy="26824"/>
            </a:xfrm>
            <a:custGeom>
              <a:avLst/>
              <a:gdLst/>
              <a:ahLst/>
              <a:cxnLst/>
              <a:rect l="l" t="t" r="r" b="b"/>
              <a:pathLst>
                <a:path w="1370" h="1377" extrusionOk="0">
                  <a:moveTo>
                    <a:pt x="688" y="1"/>
                  </a:moveTo>
                  <a:cubicBezTo>
                    <a:pt x="318" y="1"/>
                    <a:pt x="0" y="318"/>
                    <a:pt x="0" y="689"/>
                  </a:cubicBezTo>
                  <a:cubicBezTo>
                    <a:pt x="0" y="1053"/>
                    <a:pt x="318" y="1376"/>
                    <a:pt x="688" y="1376"/>
                  </a:cubicBezTo>
                  <a:cubicBezTo>
                    <a:pt x="1053" y="1376"/>
                    <a:pt x="1370" y="1053"/>
                    <a:pt x="1370" y="689"/>
                  </a:cubicBezTo>
                  <a:cubicBezTo>
                    <a:pt x="1370" y="318"/>
                    <a:pt x="1053" y="1"/>
                    <a:pt x="688" y="1"/>
                  </a:cubicBezTo>
                  <a:close/>
                </a:path>
              </a:pathLst>
            </a:custGeom>
            <a:solidFill>
              <a:srgbClr val="866A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910;p63">
              <a:extLst>
                <a:ext uri="{FF2B5EF4-FFF2-40B4-BE49-F238E27FC236}">
                  <a16:creationId xmlns:a16="http://schemas.microsoft.com/office/drawing/2014/main" id="{6FE98E5C-8FD9-81EE-8F9D-DB1AFFC997E9}"/>
                </a:ext>
              </a:extLst>
            </p:cNvPr>
            <p:cNvSpPr/>
            <p:nvPr/>
          </p:nvSpPr>
          <p:spPr>
            <a:xfrm>
              <a:off x="5516131" y="1577650"/>
              <a:ext cx="26707" cy="26824"/>
            </a:xfrm>
            <a:custGeom>
              <a:avLst/>
              <a:gdLst/>
              <a:ahLst/>
              <a:cxnLst/>
              <a:rect l="l" t="t" r="r" b="b"/>
              <a:pathLst>
                <a:path w="1371" h="1377" extrusionOk="0">
                  <a:moveTo>
                    <a:pt x="689" y="1"/>
                  </a:moveTo>
                  <a:cubicBezTo>
                    <a:pt x="295" y="1"/>
                    <a:pt x="1" y="318"/>
                    <a:pt x="1" y="689"/>
                  </a:cubicBezTo>
                  <a:cubicBezTo>
                    <a:pt x="1" y="1053"/>
                    <a:pt x="295" y="1376"/>
                    <a:pt x="689" y="1376"/>
                  </a:cubicBezTo>
                  <a:cubicBezTo>
                    <a:pt x="1053" y="1376"/>
                    <a:pt x="1370" y="1053"/>
                    <a:pt x="1370" y="689"/>
                  </a:cubicBezTo>
                  <a:cubicBezTo>
                    <a:pt x="1370" y="318"/>
                    <a:pt x="1053" y="1"/>
                    <a:pt x="689" y="1"/>
                  </a:cubicBezTo>
                  <a:close/>
                </a:path>
              </a:pathLst>
            </a:custGeom>
            <a:solidFill>
              <a:srgbClr val="866A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911;p63">
              <a:extLst>
                <a:ext uri="{FF2B5EF4-FFF2-40B4-BE49-F238E27FC236}">
                  <a16:creationId xmlns:a16="http://schemas.microsoft.com/office/drawing/2014/main" id="{81B85E7A-EF98-5B97-DD5D-8F984600B4FF}"/>
                </a:ext>
              </a:extLst>
            </p:cNvPr>
            <p:cNvSpPr/>
            <p:nvPr/>
          </p:nvSpPr>
          <p:spPr>
            <a:xfrm>
              <a:off x="5565707" y="1577650"/>
              <a:ext cx="25324" cy="26824"/>
            </a:xfrm>
            <a:custGeom>
              <a:avLst/>
              <a:gdLst/>
              <a:ahLst/>
              <a:cxnLst/>
              <a:rect l="l" t="t" r="r" b="b"/>
              <a:pathLst>
                <a:path w="1300" h="1377" extrusionOk="0">
                  <a:moveTo>
                    <a:pt x="689" y="1"/>
                  </a:moveTo>
                  <a:lnTo>
                    <a:pt x="689" y="1"/>
                  </a:lnTo>
                  <a:cubicBezTo>
                    <a:pt x="712" y="101"/>
                    <a:pt x="736" y="201"/>
                    <a:pt x="736" y="295"/>
                  </a:cubicBezTo>
                  <a:cubicBezTo>
                    <a:pt x="736" y="689"/>
                    <a:pt x="442" y="982"/>
                    <a:pt x="54" y="982"/>
                  </a:cubicBezTo>
                  <a:lnTo>
                    <a:pt x="1" y="982"/>
                  </a:lnTo>
                  <a:cubicBezTo>
                    <a:pt x="101" y="1200"/>
                    <a:pt x="348" y="1376"/>
                    <a:pt x="618" y="1376"/>
                  </a:cubicBezTo>
                  <a:cubicBezTo>
                    <a:pt x="983" y="1376"/>
                    <a:pt x="1300" y="1053"/>
                    <a:pt x="1300" y="689"/>
                  </a:cubicBezTo>
                  <a:cubicBezTo>
                    <a:pt x="1300" y="318"/>
                    <a:pt x="1030" y="54"/>
                    <a:pt x="689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912;p63">
              <a:extLst>
                <a:ext uri="{FF2B5EF4-FFF2-40B4-BE49-F238E27FC236}">
                  <a16:creationId xmlns:a16="http://schemas.microsoft.com/office/drawing/2014/main" id="{C6E6D8D8-5EBC-A451-2792-96773D78714B}"/>
                </a:ext>
              </a:extLst>
            </p:cNvPr>
            <p:cNvSpPr/>
            <p:nvPr/>
          </p:nvSpPr>
          <p:spPr>
            <a:xfrm>
              <a:off x="5517631" y="1577650"/>
              <a:ext cx="25207" cy="26824"/>
            </a:xfrm>
            <a:custGeom>
              <a:avLst/>
              <a:gdLst/>
              <a:ahLst/>
              <a:cxnLst/>
              <a:rect l="l" t="t" r="r" b="b"/>
              <a:pathLst>
                <a:path w="1294" h="1377" extrusionOk="0">
                  <a:moveTo>
                    <a:pt x="659" y="1"/>
                  </a:moveTo>
                  <a:lnTo>
                    <a:pt x="659" y="1"/>
                  </a:lnTo>
                  <a:cubicBezTo>
                    <a:pt x="706" y="101"/>
                    <a:pt x="735" y="201"/>
                    <a:pt x="735" y="295"/>
                  </a:cubicBezTo>
                  <a:cubicBezTo>
                    <a:pt x="735" y="689"/>
                    <a:pt x="441" y="982"/>
                    <a:pt x="47" y="982"/>
                  </a:cubicBezTo>
                  <a:lnTo>
                    <a:pt x="0" y="982"/>
                  </a:lnTo>
                  <a:cubicBezTo>
                    <a:pt x="94" y="1200"/>
                    <a:pt x="341" y="1376"/>
                    <a:pt x="612" y="1376"/>
                  </a:cubicBezTo>
                  <a:cubicBezTo>
                    <a:pt x="976" y="1376"/>
                    <a:pt x="1293" y="1053"/>
                    <a:pt x="1293" y="689"/>
                  </a:cubicBezTo>
                  <a:cubicBezTo>
                    <a:pt x="1293" y="318"/>
                    <a:pt x="1029" y="54"/>
                    <a:pt x="659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913;p63">
              <a:extLst>
                <a:ext uri="{FF2B5EF4-FFF2-40B4-BE49-F238E27FC236}">
                  <a16:creationId xmlns:a16="http://schemas.microsoft.com/office/drawing/2014/main" id="{37EF2FE0-7024-CA56-5A39-DF7A79E07F11}"/>
                </a:ext>
              </a:extLst>
            </p:cNvPr>
            <p:cNvSpPr/>
            <p:nvPr/>
          </p:nvSpPr>
          <p:spPr>
            <a:xfrm>
              <a:off x="5436439" y="1585267"/>
              <a:ext cx="11941" cy="11143"/>
            </a:xfrm>
            <a:custGeom>
              <a:avLst/>
              <a:gdLst/>
              <a:ahLst/>
              <a:cxnLst/>
              <a:rect l="l" t="t" r="r" b="b"/>
              <a:pathLst>
                <a:path w="613" h="572" extrusionOk="0">
                  <a:moveTo>
                    <a:pt x="329" y="1"/>
                  </a:moveTo>
                  <a:cubicBezTo>
                    <a:pt x="177" y="1"/>
                    <a:pt x="51" y="116"/>
                    <a:pt x="24" y="251"/>
                  </a:cubicBezTo>
                  <a:cubicBezTo>
                    <a:pt x="1" y="398"/>
                    <a:pt x="124" y="544"/>
                    <a:pt x="271" y="568"/>
                  </a:cubicBezTo>
                  <a:cubicBezTo>
                    <a:pt x="286" y="570"/>
                    <a:pt x="300" y="571"/>
                    <a:pt x="315" y="571"/>
                  </a:cubicBezTo>
                  <a:cubicBezTo>
                    <a:pt x="446" y="571"/>
                    <a:pt x="568" y="477"/>
                    <a:pt x="589" y="345"/>
                  </a:cubicBezTo>
                  <a:cubicBezTo>
                    <a:pt x="612" y="174"/>
                    <a:pt x="518" y="27"/>
                    <a:pt x="371" y="4"/>
                  </a:cubicBezTo>
                  <a:cubicBezTo>
                    <a:pt x="357" y="2"/>
                    <a:pt x="343" y="1"/>
                    <a:pt x="329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14;p63">
              <a:extLst>
                <a:ext uri="{FF2B5EF4-FFF2-40B4-BE49-F238E27FC236}">
                  <a16:creationId xmlns:a16="http://schemas.microsoft.com/office/drawing/2014/main" id="{D3387B23-13E2-1330-83D2-C7C827EBCA42}"/>
                </a:ext>
              </a:extLst>
            </p:cNvPr>
            <p:cNvSpPr/>
            <p:nvPr/>
          </p:nvSpPr>
          <p:spPr>
            <a:xfrm>
              <a:off x="5461744" y="1585325"/>
              <a:ext cx="11941" cy="10987"/>
            </a:xfrm>
            <a:custGeom>
              <a:avLst/>
              <a:gdLst/>
              <a:ahLst/>
              <a:cxnLst/>
              <a:rect l="l" t="t" r="r" b="b"/>
              <a:pathLst>
                <a:path w="613" h="564" extrusionOk="0">
                  <a:moveTo>
                    <a:pt x="310" y="1"/>
                  </a:moveTo>
                  <a:cubicBezTo>
                    <a:pt x="236" y="1"/>
                    <a:pt x="163" y="24"/>
                    <a:pt x="101" y="71"/>
                  </a:cubicBezTo>
                  <a:cubicBezTo>
                    <a:pt x="1" y="195"/>
                    <a:pt x="1" y="365"/>
                    <a:pt x="101" y="489"/>
                  </a:cubicBezTo>
                  <a:cubicBezTo>
                    <a:pt x="163" y="539"/>
                    <a:pt x="236" y="563"/>
                    <a:pt x="310" y="563"/>
                  </a:cubicBezTo>
                  <a:cubicBezTo>
                    <a:pt x="383" y="563"/>
                    <a:pt x="456" y="539"/>
                    <a:pt x="518" y="489"/>
                  </a:cubicBezTo>
                  <a:cubicBezTo>
                    <a:pt x="612" y="365"/>
                    <a:pt x="612" y="195"/>
                    <a:pt x="518" y="71"/>
                  </a:cubicBezTo>
                  <a:cubicBezTo>
                    <a:pt x="456" y="24"/>
                    <a:pt x="383" y="1"/>
                    <a:pt x="310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3915;p63">
              <a:extLst>
                <a:ext uri="{FF2B5EF4-FFF2-40B4-BE49-F238E27FC236}">
                  <a16:creationId xmlns:a16="http://schemas.microsoft.com/office/drawing/2014/main" id="{AED6C03E-6272-9765-05F7-E7A95E7EB030}"/>
                </a:ext>
              </a:extLst>
            </p:cNvPr>
            <p:cNvSpPr/>
            <p:nvPr/>
          </p:nvSpPr>
          <p:spPr>
            <a:xfrm>
              <a:off x="5487515" y="1585325"/>
              <a:ext cx="11006" cy="11006"/>
            </a:xfrm>
            <a:custGeom>
              <a:avLst/>
              <a:gdLst/>
              <a:ahLst/>
              <a:cxnLst/>
              <a:rect l="l" t="t" r="r" b="b"/>
              <a:pathLst>
                <a:path w="565" h="565" extrusionOk="0">
                  <a:moveTo>
                    <a:pt x="271" y="1"/>
                  </a:moveTo>
                  <a:cubicBezTo>
                    <a:pt x="124" y="1"/>
                    <a:pt x="0" y="124"/>
                    <a:pt x="0" y="295"/>
                  </a:cubicBezTo>
                  <a:cubicBezTo>
                    <a:pt x="0" y="442"/>
                    <a:pt x="124" y="565"/>
                    <a:pt x="271" y="565"/>
                  </a:cubicBezTo>
                  <a:cubicBezTo>
                    <a:pt x="441" y="565"/>
                    <a:pt x="565" y="442"/>
                    <a:pt x="565" y="295"/>
                  </a:cubicBezTo>
                  <a:cubicBezTo>
                    <a:pt x="565" y="124"/>
                    <a:pt x="441" y="1"/>
                    <a:pt x="271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3916;p63">
              <a:extLst>
                <a:ext uri="{FF2B5EF4-FFF2-40B4-BE49-F238E27FC236}">
                  <a16:creationId xmlns:a16="http://schemas.microsoft.com/office/drawing/2014/main" id="{58C3D7DC-7578-0868-E0A3-EF5A965B653F}"/>
                </a:ext>
              </a:extLst>
            </p:cNvPr>
            <p:cNvSpPr/>
            <p:nvPr/>
          </p:nvSpPr>
          <p:spPr>
            <a:xfrm>
              <a:off x="5558617" y="1571923"/>
              <a:ext cx="38142" cy="38278"/>
            </a:xfrm>
            <a:custGeom>
              <a:avLst/>
              <a:gdLst/>
              <a:ahLst/>
              <a:cxnLst/>
              <a:rect l="l" t="t" r="r" b="b"/>
              <a:pathLst>
                <a:path w="1958" h="1965" extrusionOk="0">
                  <a:moveTo>
                    <a:pt x="982" y="589"/>
                  </a:moveTo>
                  <a:cubicBezTo>
                    <a:pt x="1200" y="589"/>
                    <a:pt x="1370" y="759"/>
                    <a:pt x="1370" y="983"/>
                  </a:cubicBezTo>
                  <a:cubicBezTo>
                    <a:pt x="1370" y="1200"/>
                    <a:pt x="1200" y="1376"/>
                    <a:pt x="982" y="1376"/>
                  </a:cubicBezTo>
                  <a:cubicBezTo>
                    <a:pt x="759" y="1376"/>
                    <a:pt x="588" y="1200"/>
                    <a:pt x="588" y="983"/>
                  </a:cubicBezTo>
                  <a:cubicBezTo>
                    <a:pt x="588" y="759"/>
                    <a:pt x="759" y="589"/>
                    <a:pt x="982" y="589"/>
                  </a:cubicBezTo>
                  <a:close/>
                  <a:moveTo>
                    <a:pt x="982" y="1"/>
                  </a:moveTo>
                  <a:cubicBezTo>
                    <a:pt x="441" y="1"/>
                    <a:pt x="1" y="442"/>
                    <a:pt x="1" y="983"/>
                  </a:cubicBezTo>
                  <a:cubicBezTo>
                    <a:pt x="1" y="1523"/>
                    <a:pt x="441" y="1964"/>
                    <a:pt x="982" y="1964"/>
                  </a:cubicBezTo>
                  <a:cubicBezTo>
                    <a:pt x="1517" y="1964"/>
                    <a:pt x="1958" y="1523"/>
                    <a:pt x="1958" y="983"/>
                  </a:cubicBezTo>
                  <a:cubicBezTo>
                    <a:pt x="1958" y="442"/>
                    <a:pt x="1517" y="1"/>
                    <a:pt x="982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3917;p63">
              <a:extLst>
                <a:ext uri="{FF2B5EF4-FFF2-40B4-BE49-F238E27FC236}">
                  <a16:creationId xmlns:a16="http://schemas.microsoft.com/office/drawing/2014/main" id="{CB9ADB7B-708E-01F4-7CB1-660F0111D28A}"/>
                </a:ext>
              </a:extLst>
            </p:cNvPr>
            <p:cNvSpPr/>
            <p:nvPr/>
          </p:nvSpPr>
          <p:spPr>
            <a:xfrm>
              <a:off x="5510424" y="1571923"/>
              <a:ext cx="37674" cy="38278"/>
            </a:xfrm>
            <a:custGeom>
              <a:avLst/>
              <a:gdLst/>
              <a:ahLst/>
              <a:cxnLst/>
              <a:rect l="l" t="t" r="r" b="b"/>
              <a:pathLst>
                <a:path w="1934" h="1965" extrusionOk="0">
                  <a:moveTo>
                    <a:pt x="982" y="589"/>
                  </a:moveTo>
                  <a:cubicBezTo>
                    <a:pt x="1199" y="589"/>
                    <a:pt x="1370" y="759"/>
                    <a:pt x="1370" y="983"/>
                  </a:cubicBezTo>
                  <a:cubicBezTo>
                    <a:pt x="1370" y="1200"/>
                    <a:pt x="1199" y="1376"/>
                    <a:pt x="982" y="1376"/>
                  </a:cubicBezTo>
                  <a:cubicBezTo>
                    <a:pt x="758" y="1376"/>
                    <a:pt x="588" y="1200"/>
                    <a:pt x="588" y="983"/>
                  </a:cubicBezTo>
                  <a:cubicBezTo>
                    <a:pt x="588" y="759"/>
                    <a:pt x="758" y="589"/>
                    <a:pt x="982" y="589"/>
                  </a:cubicBezTo>
                  <a:close/>
                  <a:moveTo>
                    <a:pt x="982" y="1"/>
                  </a:moveTo>
                  <a:cubicBezTo>
                    <a:pt x="441" y="1"/>
                    <a:pt x="0" y="442"/>
                    <a:pt x="0" y="983"/>
                  </a:cubicBezTo>
                  <a:cubicBezTo>
                    <a:pt x="0" y="1523"/>
                    <a:pt x="441" y="1964"/>
                    <a:pt x="982" y="1964"/>
                  </a:cubicBezTo>
                  <a:cubicBezTo>
                    <a:pt x="1516" y="1964"/>
                    <a:pt x="1934" y="1523"/>
                    <a:pt x="1934" y="983"/>
                  </a:cubicBezTo>
                  <a:cubicBezTo>
                    <a:pt x="1934" y="442"/>
                    <a:pt x="1516" y="1"/>
                    <a:pt x="982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3918;p63">
              <a:extLst>
                <a:ext uri="{FF2B5EF4-FFF2-40B4-BE49-F238E27FC236}">
                  <a16:creationId xmlns:a16="http://schemas.microsoft.com/office/drawing/2014/main" id="{F54ADF25-A950-B2C2-4F98-A5940F37AC20}"/>
                </a:ext>
              </a:extLst>
            </p:cNvPr>
            <p:cNvSpPr/>
            <p:nvPr/>
          </p:nvSpPr>
          <p:spPr>
            <a:xfrm>
              <a:off x="5275692" y="1571923"/>
              <a:ext cx="144639" cy="38278"/>
            </a:xfrm>
            <a:custGeom>
              <a:avLst/>
              <a:gdLst/>
              <a:ahLst/>
              <a:cxnLst/>
              <a:rect l="l" t="t" r="r" b="b"/>
              <a:pathLst>
                <a:path w="7425" h="1965" extrusionOk="0">
                  <a:moveTo>
                    <a:pt x="6860" y="589"/>
                  </a:moveTo>
                  <a:lnTo>
                    <a:pt x="6860" y="1376"/>
                  </a:lnTo>
                  <a:lnTo>
                    <a:pt x="5878" y="1376"/>
                  </a:lnTo>
                  <a:lnTo>
                    <a:pt x="5878" y="589"/>
                  </a:lnTo>
                  <a:close/>
                  <a:moveTo>
                    <a:pt x="371" y="1"/>
                  </a:moveTo>
                  <a:cubicBezTo>
                    <a:pt x="147" y="1"/>
                    <a:pt x="0" y="171"/>
                    <a:pt x="0" y="371"/>
                  </a:cubicBezTo>
                  <a:lnTo>
                    <a:pt x="0" y="1570"/>
                  </a:lnTo>
                  <a:cubicBezTo>
                    <a:pt x="0" y="1788"/>
                    <a:pt x="147" y="1964"/>
                    <a:pt x="371" y="1964"/>
                  </a:cubicBezTo>
                  <a:lnTo>
                    <a:pt x="1546" y="1964"/>
                  </a:lnTo>
                  <a:cubicBezTo>
                    <a:pt x="1717" y="1964"/>
                    <a:pt x="1840" y="1817"/>
                    <a:pt x="1840" y="1670"/>
                  </a:cubicBezTo>
                  <a:cubicBezTo>
                    <a:pt x="1840" y="1494"/>
                    <a:pt x="1717" y="1376"/>
                    <a:pt x="1546" y="1376"/>
                  </a:cubicBezTo>
                  <a:lnTo>
                    <a:pt x="565" y="1376"/>
                  </a:lnTo>
                  <a:lnTo>
                    <a:pt x="565" y="589"/>
                  </a:lnTo>
                  <a:lnTo>
                    <a:pt x="5314" y="589"/>
                  </a:lnTo>
                  <a:lnTo>
                    <a:pt x="5314" y="1376"/>
                  </a:lnTo>
                  <a:lnTo>
                    <a:pt x="2869" y="1376"/>
                  </a:lnTo>
                  <a:cubicBezTo>
                    <a:pt x="2722" y="1376"/>
                    <a:pt x="2598" y="1494"/>
                    <a:pt x="2598" y="1670"/>
                  </a:cubicBezTo>
                  <a:cubicBezTo>
                    <a:pt x="2598" y="1817"/>
                    <a:pt x="2722" y="1964"/>
                    <a:pt x="2869" y="1964"/>
                  </a:cubicBezTo>
                  <a:lnTo>
                    <a:pt x="7054" y="1964"/>
                  </a:lnTo>
                  <a:cubicBezTo>
                    <a:pt x="7277" y="1964"/>
                    <a:pt x="7424" y="1788"/>
                    <a:pt x="7424" y="1570"/>
                  </a:cubicBezTo>
                  <a:lnTo>
                    <a:pt x="7424" y="371"/>
                  </a:lnTo>
                  <a:cubicBezTo>
                    <a:pt x="7424" y="171"/>
                    <a:pt x="7277" y="1"/>
                    <a:pt x="7054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3919;p63">
              <a:extLst>
                <a:ext uri="{FF2B5EF4-FFF2-40B4-BE49-F238E27FC236}">
                  <a16:creationId xmlns:a16="http://schemas.microsoft.com/office/drawing/2014/main" id="{F993147E-9EEF-3E17-B99D-3A420D4D72B4}"/>
                </a:ext>
              </a:extLst>
            </p:cNvPr>
            <p:cNvSpPr/>
            <p:nvPr/>
          </p:nvSpPr>
          <p:spPr>
            <a:xfrm>
              <a:off x="5246160" y="1342938"/>
              <a:ext cx="379685" cy="318790"/>
            </a:xfrm>
            <a:custGeom>
              <a:avLst/>
              <a:gdLst/>
              <a:ahLst/>
              <a:cxnLst/>
              <a:rect l="l" t="t" r="r" b="b"/>
              <a:pathLst>
                <a:path w="19491" h="16365" extrusionOk="0">
                  <a:moveTo>
                    <a:pt x="10357" y="7177"/>
                  </a:moveTo>
                  <a:lnTo>
                    <a:pt x="10357" y="10339"/>
                  </a:lnTo>
                  <a:lnTo>
                    <a:pt x="9134" y="10339"/>
                  </a:lnTo>
                  <a:lnTo>
                    <a:pt x="9134" y="7177"/>
                  </a:lnTo>
                  <a:close/>
                  <a:moveTo>
                    <a:pt x="18932" y="10898"/>
                  </a:moveTo>
                  <a:lnTo>
                    <a:pt x="18932" y="14571"/>
                  </a:lnTo>
                  <a:lnTo>
                    <a:pt x="564" y="14571"/>
                  </a:lnTo>
                  <a:lnTo>
                    <a:pt x="564" y="10898"/>
                  </a:lnTo>
                  <a:close/>
                  <a:moveTo>
                    <a:pt x="3303" y="15136"/>
                  </a:moveTo>
                  <a:lnTo>
                    <a:pt x="2939" y="15776"/>
                  </a:lnTo>
                  <a:cubicBezTo>
                    <a:pt x="2915" y="15800"/>
                    <a:pt x="2886" y="15800"/>
                    <a:pt x="2863" y="15800"/>
                  </a:cubicBezTo>
                  <a:lnTo>
                    <a:pt x="1593" y="15800"/>
                  </a:lnTo>
                  <a:cubicBezTo>
                    <a:pt x="1540" y="15800"/>
                    <a:pt x="1516" y="15776"/>
                    <a:pt x="1516" y="15724"/>
                  </a:cubicBezTo>
                  <a:lnTo>
                    <a:pt x="1516" y="15136"/>
                  </a:lnTo>
                  <a:close/>
                  <a:moveTo>
                    <a:pt x="17974" y="15136"/>
                  </a:moveTo>
                  <a:lnTo>
                    <a:pt x="17974" y="15724"/>
                  </a:lnTo>
                  <a:cubicBezTo>
                    <a:pt x="17974" y="15776"/>
                    <a:pt x="17951" y="15800"/>
                    <a:pt x="17904" y="15800"/>
                  </a:cubicBezTo>
                  <a:lnTo>
                    <a:pt x="16628" y="15800"/>
                  </a:lnTo>
                  <a:cubicBezTo>
                    <a:pt x="16605" y="15800"/>
                    <a:pt x="16581" y="15800"/>
                    <a:pt x="16552" y="15776"/>
                  </a:cubicBezTo>
                  <a:lnTo>
                    <a:pt x="16188" y="15136"/>
                  </a:lnTo>
                  <a:close/>
                  <a:moveTo>
                    <a:pt x="9745" y="0"/>
                  </a:moveTo>
                  <a:cubicBezTo>
                    <a:pt x="9258" y="0"/>
                    <a:pt x="8864" y="418"/>
                    <a:pt x="8864" y="906"/>
                  </a:cubicBezTo>
                  <a:lnTo>
                    <a:pt x="8864" y="6613"/>
                  </a:lnTo>
                  <a:cubicBezTo>
                    <a:pt x="8693" y="6666"/>
                    <a:pt x="8570" y="6836"/>
                    <a:pt x="8570" y="7030"/>
                  </a:cubicBezTo>
                  <a:lnTo>
                    <a:pt x="8570" y="10339"/>
                  </a:lnTo>
                  <a:lnTo>
                    <a:pt x="535" y="10339"/>
                  </a:lnTo>
                  <a:cubicBezTo>
                    <a:pt x="241" y="10339"/>
                    <a:pt x="0" y="10557"/>
                    <a:pt x="0" y="10851"/>
                  </a:cubicBezTo>
                  <a:lnTo>
                    <a:pt x="0" y="14624"/>
                  </a:lnTo>
                  <a:cubicBezTo>
                    <a:pt x="0" y="14918"/>
                    <a:pt x="241" y="15136"/>
                    <a:pt x="535" y="15136"/>
                  </a:cubicBezTo>
                  <a:lnTo>
                    <a:pt x="952" y="15136"/>
                  </a:lnTo>
                  <a:lnTo>
                    <a:pt x="952" y="15724"/>
                  </a:lnTo>
                  <a:cubicBezTo>
                    <a:pt x="952" y="16094"/>
                    <a:pt x="1246" y="16364"/>
                    <a:pt x="1593" y="16364"/>
                  </a:cubicBezTo>
                  <a:lnTo>
                    <a:pt x="2863" y="16364"/>
                  </a:lnTo>
                  <a:cubicBezTo>
                    <a:pt x="3109" y="16364"/>
                    <a:pt x="3303" y="16264"/>
                    <a:pt x="3427" y="16070"/>
                  </a:cubicBezTo>
                  <a:lnTo>
                    <a:pt x="3968" y="15136"/>
                  </a:lnTo>
                  <a:lnTo>
                    <a:pt x="15523" y="15136"/>
                  </a:lnTo>
                  <a:lnTo>
                    <a:pt x="16064" y="16070"/>
                  </a:lnTo>
                  <a:cubicBezTo>
                    <a:pt x="16188" y="16264"/>
                    <a:pt x="16405" y="16364"/>
                    <a:pt x="16628" y="16364"/>
                  </a:cubicBezTo>
                  <a:lnTo>
                    <a:pt x="17904" y="16364"/>
                  </a:lnTo>
                  <a:cubicBezTo>
                    <a:pt x="18268" y="16364"/>
                    <a:pt x="18539" y="16094"/>
                    <a:pt x="18539" y="15724"/>
                  </a:cubicBezTo>
                  <a:lnTo>
                    <a:pt x="18539" y="15136"/>
                  </a:lnTo>
                  <a:lnTo>
                    <a:pt x="18956" y="15136"/>
                  </a:lnTo>
                  <a:cubicBezTo>
                    <a:pt x="19250" y="15136"/>
                    <a:pt x="19491" y="14918"/>
                    <a:pt x="19491" y="14624"/>
                  </a:cubicBezTo>
                  <a:lnTo>
                    <a:pt x="19491" y="10851"/>
                  </a:lnTo>
                  <a:cubicBezTo>
                    <a:pt x="19491" y="10557"/>
                    <a:pt x="19250" y="10339"/>
                    <a:pt x="18956" y="10339"/>
                  </a:cubicBezTo>
                  <a:lnTo>
                    <a:pt x="10945" y="10339"/>
                  </a:lnTo>
                  <a:lnTo>
                    <a:pt x="10945" y="7030"/>
                  </a:lnTo>
                  <a:cubicBezTo>
                    <a:pt x="10945" y="6836"/>
                    <a:pt x="10821" y="6666"/>
                    <a:pt x="10627" y="6613"/>
                  </a:cubicBezTo>
                  <a:lnTo>
                    <a:pt x="10627" y="3210"/>
                  </a:lnTo>
                  <a:cubicBezTo>
                    <a:pt x="10627" y="3063"/>
                    <a:pt x="10504" y="2939"/>
                    <a:pt x="10357" y="2939"/>
                  </a:cubicBezTo>
                  <a:cubicBezTo>
                    <a:pt x="10186" y="2939"/>
                    <a:pt x="10063" y="3063"/>
                    <a:pt x="10063" y="3210"/>
                  </a:cubicBezTo>
                  <a:lnTo>
                    <a:pt x="10063" y="6589"/>
                  </a:lnTo>
                  <a:lnTo>
                    <a:pt x="9428" y="6589"/>
                  </a:lnTo>
                  <a:lnTo>
                    <a:pt x="9428" y="906"/>
                  </a:lnTo>
                  <a:cubicBezTo>
                    <a:pt x="9428" y="735"/>
                    <a:pt x="9575" y="588"/>
                    <a:pt x="9745" y="588"/>
                  </a:cubicBezTo>
                  <a:cubicBezTo>
                    <a:pt x="9916" y="588"/>
                    <a:pt x="10063" y="735"/>
                    <a:pt x="10063" y="906"/>
                  </a:cubicBezTo>
                  <a:lnTo>
                    <a:pt x="10063" y="1911"/>
                  </a:lnTo>
                  <a:cubicBezTo>
                    <a:pt x="10063" y="2058"/>
                    <a:pt x="10186" y="2181"/>
                    <a:pt x="10357" y="2181"/>
                  </a:cubicBezTo>
                  <a:cubicBezTo>
                    <a:pt x="10504" y="2181"/>
                    <a:pt x="10627" y="2058"/>
                    <a:pt x="10627" y="1911"/>
                  </a:cubicBezTo>
                  <a:lnTo>
                    <a:pt x="10627" y="906"/>
                  </a:lnTo>
                  <a:cubicBezTo>
                    <a:pt x="10627" y="418"/>
                    <a:pt x="10233" y="0"/>
                    <a:pt x="9745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3920;p63">
              <a:extLst>
                <a:ext uri="{FF2B5EF4-FFF2-40B4-BE49-F238E27FC236}">
                  <a16:creationId xmlns:a16="http://schemas.microsoft.com/office/drawing/2014/main" id="{5FAED2BA-89C9-6855-D6D2-121CD51A544A}"/>
                </a:ext>
              </a:extLst>
            </p:cNvPr>
            <p:cNvSpPr/>
            <p:nvPr/>
          </p:nvSpPr>
          <p:spPr>
            <a:xfrm>
              <a:off x="5409771" y="1308127"/>
              <a:ext cx="52460" cy="22460"/>
            </a:xfrm>
            <a:custGeom>
              <a:avLst/>
              <a:gdLst/>
              <a:ahLst/>
              <a:cxnLst/>
              <a:rect l="l" t="t" r="r" b="b"/>
              <a:pathLst>
                <a:path w="2693" h="1153" extrusionOk="0">
                  <a:moveTo>
                    <a:pt x="1346" y="1"/>
                  </a:moveTo>
                  <a:cubicBezTo>
                    <a:pt x="835" y="1"/>
                    <a:pt x="365" y="271"/>
                    <a:pt x="100" y="712"/>
                  </a:cubicBezTo>
                  <a:cubicBezTo>
                    <a:pt x="0" y="835"/>
                    <a:pt x="47" y="1006"/>
                    <a:pt x="171" y="1106"/>
                  </a:cubicBezTo>
                  <a:cubicBezTo>
                    <a:pt x="218" y="1128"/>
                    <a:pt x="267" y="1138"/>
                    <a:pt x="315" y="1138"/>
                  </a:cubicBezTo>
                  <a:cubicBezTo>
                    <a:pt x="419" y="1138"/>
                    <a:pt x="520" y="1090"/>
                    <a:pt x="588" y="1006"/>
                  </a:cubicBezTo>
                  <a:cubicBezTo>
                    <a:pt x="735" y="735"/>
                    <a:pt x="1029" y="565"/>
                    <a:pt x="1346" y="565"/>
                  </a:cubicBezTo>
                  <a:cubicBezTo>
                    <a:pt x="1664" y="565"/>
                    <a:pt x="1958" y="735"/>
                    <a:pt x="2128" y="1006"/>
                  </a:cubicBezTo>
                  <a:cubicBezTo>
                    <a:pt x="2181" y="1106"/>
                    <a:pt x="2275" y="1153"/>
                    <a:pt x="2375" y="1153"/>
                  </a:cubicBezTo>
                  <a:cubicBezTo>
                    <a:pt x="2422" y="1153"/>
                    <a:pt x="2475" y="1129"/>
                    <a:pt x="2522" y="1106"/>
                  </a:cubicBezTo>
                  <a:cubicBezTo>
                    <a:pt x="2645" y="1006"/>
                    <a:pt x="2692" y="835"/>
                    <a:pt x="2622" y="712"/>
                  </a:cubicBezTo>
                  <a:cubicBezTo>
                    <a:pt x="2352" y="271"/>
                    <a:pt x="1864" y="1"/>
                    <a:pt x="1346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3921;p63">
              <a:extLst>
                <a:ext uri="{FF2B5EF4-FFF2-40B4-BE49-F238E27FC236}">
                  <a16:creationId xmlns:a16="http://schemas.microsoft.com/office/drawing/2014/main" id="{3F67E19A-B58F-9000-9100-0CE1AE375FDE}"/>
                </a:ext>
              </a:extLst>
            </p:cNvPr>
            <p:cNvSpPr/>
            <p:nvPr/>
          </p:nvSpPr>
          <p:spPr>
            <a:xfrm>
              <a:off x="5387779" y="1282375"/>
              <a:ext cx="96426" cy="34421"/>
            </a:xfrm>
            <a:custGeom>
              <a:avLst/>
              <a:gdLst/>
              <a:ahLst/>
              <a:cxnLst/>
              <a:rect l="l" t="t" r="r" b="b"/>
              <a:pathLst>
                <a:path w="4950" h="1767" extrusionOk="0">
                  <a:moveTo>
                    <a:pt x="2475" y="0"/>
                  </a:moveTo>
                  <a:cubicBezTo>
                    <a:pt x="1494" y="0"/>
                    <a:pt x="612" y="488"/>
                    <a:pt x="101" y="1323"/>
                  </a:cubicBezTo>
                  <a:cubicBezTo>
                    <a:pt x="1" y="1469"/>
                    <a:pt x="54" y="1640"/>
                    <a:pt x="201" y="1716"/>
                  </a:cubicBezTo>
                  <a:cubicBezTo>
                    <a:pt x="243" y="1751"/>
                    <a:pt x="294" y="1766"/>
                    <a:pt x="345" y="1766"/>
                  </a:cubicBezTo>
                  <a:cubicBezTo>
                    <a:pt x="436" y="1766"/>
                    <a:pt x="529" y="1718"/>
                    <a:pt x="589" y="1640"/>
                  </a:cubicBezTo>
                  <a:cubicBezTo>
                    <a:pt x="982" y="958"/>
                    <a:pt x="1694" y="564"/>
                    <a:pt x="2475" y="564"/>
                  </a:cubicBezTo>
                  <a:cubicBezTo>
                    <a:pt x="3257" y="564"/>
                    <a:pt x="3968" y="958"/>
                    <a:pt x="4386" y="1640"/>
                  </a:cubicBezTo>
                  <a:cubicBezTo>
                    <a:pt x="4433" y="1716"/>
                    <a:pt x="4533" y="1763"/>
                    <a:pt x="4633" y="1763"/>
                  </a:cubicBezTo>
                  <a:cubicBezTo>
                    <a:pt x="4680" y="1763"/>
                    <a:pt x="4727" y="1763"/>
                    <a:pt x="4780" y="1740"/>
                  </a:cubicBezTo>
                  <a:cubicBezTo>
                    <a:pt x="4903" y="1640"/>
                    <a:pt x="4950" y="1469"/>
                    <a:pt x="4874" y="1323"/>
                  </a:cubicBezTo>
                  <a:cubicBezTo>
                    <a:pt x="4362" y="488"/>
                    <a:pt x="3457" y="0"/>
                    <a:pt x="2475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" name="Google Shape;3382;p63">
            <a:extLst>
              <a:ext uri="{FF2B5EF4-FFF2-40B4-BE49-F238E27FC236}">
                <a16:creationId xmlns:a16="http://schemas.microsoft.com/office/drawing/2014/main" id="{6B2B7D9D-6A02-6129-02C3-3B2706620E94}"/>
              </a:ext>
            </a:extLst>
          </p:cNvPr>
          <p:cNvGrpSpPr/>
          <p:nvPr/>
        </p:nvGrpSpPr>
        <p:grpSpPr>
          <a:xfrm>
            <a:off x="7186255" y="1539562"/>
            <a:ext cx="379821" cy="295051"/>
            <a:chOff x="6398236" y="4228757"/>
            <a:chExt cx="379821" cy="379821"/>
          </a:xfrm>
        </p:grpSpPr>
        <p:sp>
          <p:nvSpPr>
            <p:cNvPr id="48" name="Google Shape;3383;p63">
              <a:extLst>
                <a:ext uri="{FF2B5EF4-FFF2-40B4-BE49-F238E27FC236}">
                  <a16:creationId xmlns:a16="http://schemas.microsoft.com/office/drawing/2014/main" id="{E367A9F2-4891-59D0-6C0E-76A7C2CF54A6}"/>
                </a:ext>
              </a:extLst>
            </p:cNvPr>
            <p:cNvSpPr/>
            <p:nvPr/>
          </p:nvSpPr>
          <p:spPr>
            <a:xfrm>
              <a:off x="6403963" y="4497384"/>
              <a:ext cx="368815" cy="47765"/>
            </a:xfrm>
            <a:custGeom>
              <a:avLst/>
              <a:gdLst/>
              <a:ahLst/>
              <a:cxnLst/>
              <a:rect l="l" t="t" r="r" b="b"/>
              <a:pathLst>
                <a:path w="18933" h="2452" extrusionOk="0">
                  <a:moveTo>
                    <a:pt x="0" y="0"/>
                  </a:moveTo>
                  <a:lnTo>
                    <a:pt x="0" y="1493"/>
                  </a:lnTo>
                  <a:cubicBezTo>
                    <a:pt x="0" y="2010"/>
                    <a:pt x="441" y="2451"/>
                    <a:pt x="959" y="2451"/>
                  </a:cubicBezTo>
                  <a:lnTo>
                    <a:pt x="17951" y="2451"/>
                  </a:lnTo>
                  <a:cubicBezTo>
                    <a:pt x="18492" y="2451"/>
                    <a:pt x="18933" y="2010"/>
                    <a:pt x="18933" y="1493"/>
                  </a:cubicBezTo>
                  <a:lnTo>
                    <a:pt x="18933" y="0"/>
                  </a:ln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3384;p63">
              <a:extLst>
                <a:ext uri="{FF2B5EF4-FFF2-40B4-BE49-F238E27FC236}">
                  <a16:creationId xmlns:a16="http://schemas.microsoft.com/office/drawing/2014/main" id="{4827541E-3966-09BE-678D-4CFFF926256A}"/>
                </a:ext>
              </a:extLst>
            </p:cNvPr>
            <p:cNvSpPr/>
            <p:nvPr/>
          </p:nvSpPr>
          <p:spPr>
            <a:xfrm>
              <a:off x="6403963" y="4287508"/>
              <a:ext cx="368815" cy="209897"/>
            </a:xfrm>
            <a:custGeom>
              <a:avLst/>
              <a:gdLst/>
              <a:ahLst/>
              <a:cxnLst/>
              <a:rect l="l" t="t" r="r" b="b"/>
              <a:pathLst>
                <a:path w="18933" h="10775" extrusionOk="0">
                  <a:moveTo>
                    <a:pt x="959" y="0"/>
                  </a:moveTo>
                  <a:cubicBezTo>
                    <a:pt x="441" y="0"/>
                    <a:pt x="0" y="417"/>
                    <a:pt x="0" y="952"/>
                  </a:cubicBezTo>
                  <a:lnTo>
                    <a:pt x="0" y="10774"/>
                  </a:lnTo>
                  <a:lnTo>
                    <a:pt x="18933" y="10774"/>
                  </a:lnTo>
                  <a:lnTo>
                    <a:pt x="18933" y="952"/>
                  </a:lnTo>
                  <a:cubicBezTo>
                    <a:pt x="18933" y="417"/>
                    <a:pt x="18492" y="0"/>
                    <a:pt x="17951" y="0"/>
                  </a:cubicBezTo>
                  <a:close/>
                </a:path>
              </a:pathLst>
            </a:custGeom>
            <a:solidFill>
              <a:srgbClr val="FF93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3385;p63">
              <a:extLst>
                <a:ext uri="{FF2B5EF4-FFF2-40B4-BE49-F238E27FC236}">
                  <a16:creationId xmlns:a16="http://schemas.microsoft.com/office/drawing/2014/main" id="{215244E8-8C42-7606-E95E-938973C3DF6B}"/>
                </a:ext>
              </a:extLst>
            </p:cNvPr>
            <p:cNvSpPr/>
            <p:nvPr/>
          </p:nvSpPr>
          <p:spPr>
            <a:xfrm>
              <a:off x="6403963" y="4287508"/>
              <a:ext cx="368815" cy="209897"/>
            </a:xfrm>
            <a:custGeom>
              <a:avLst/>
              <a:gdLst/>
              <a:ahLst/>
              <a:cxnLst/>
              <a:rect l="l" t="t" r="r" b="b"/>
              <a:pathLst>
                <a:path w="18933" h="10775" extrusionOk="0">
                  <a:moveTo>
                    <a:pt x="959" y="0"/>
                  </a:moveTo>
                  <a:cubicBezTo>
                    <a:pt x="441" y="0"/>
                    <a:pt x="0" y="417"/>
                    <a:pt x="0" y="952"/>
                  </a:cubicBezTo>
                  <a:lnTo>
                    <a:pt x="0" y="10774"/>
                  </a:lnTo>
                  <a:lnTo>
                    <a:pt x="18933" y="10774"/>
                  </a:lnTo>
                  <a:lnTo>
                    <a:pt x="18933" y="952"/>
                  </a:lnTo>
                  <a:cubicBezTo>
                    <a:pt x="18933" y="417"/>
                    <a:pt x="18492" y="0"/>
                    <a:pt x="17951" y="0"/>
                  </a:cubicBezTo>
                  <a:close/>
                </a:path>
              </a:pathLst>
            </a:custGeom>
            <a:solidFill>
              <a:srgbClr val="FF93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3386;p63">
              <a:extLst>
                <a:ext uri="{FF2B5EF4-FFF2-40B4-BE49-F238E27FC236}">
                  <a16:creationId xmlns:a16="http://schemas.microsoft.com/office/drawing/2014/main" id="{042D3803-4257-C489-BDC3-0DDAA9894A5E}"/>
                </a:ext>
              </a:extLst>
            </p:cNvPr>
            <p:cNvSpPr/>
            <p:nvPr/>
          </p:nvSpPr>
          <p:spPr>
            <a:xfrm>
              <a:off x="6738880" y="4287508"/>
              <a:ext cx="33895" cy="209897"/>
            </a:xfrm>
            <a:custGeom>
              <a:avLst/>
              <a:gdLst/>
              <a:ahLst/>
              <a:cxnLst/>
              <a:rect l="l" t="t" r="r" b="b"/>
              <a:pathLst>
                <a:path w="1740" h="10775" extrusionOk="0">
                  <a:moveTo>
                    <a:pt x="0" y="0"/>
                  </a:moveTo>
                  <a:cubicBezTo>
                    <a:pt x="541" y="0"/>
                    <a:pt x="982" y="417"/>
                    <a:pt x="982" y="952"/>
                  </a:cubicBezTo>
                  <a:lnTo>
                    <a:pt x="982" y="10774"/>
                  </a:lnTo>
                  <a:lnTo>
                    <a:pt x="1740" y="10774"/>
                  </a:lnTo>
                  <a:lnTo>
                    <a:pt x="1740" y="952"/>
                  </a:lnTo>
                  <a:cubicBezTo>
                    <a:pt x="1740" y="417"/>
                    <a:pt x="1299" y="0"/>
                    <a:pt x="758" y="0"/>
                  </a:cubicBezTo>
                  <a:close/>
                </a:path>
              </a:pathLst>
            </a:custGeom>
            <a:solidFill>
              <a:srgbClr val="FF61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3387;p63">
              <a:extLst>
                <a:ext uri="{FF2B5EF4-FFF2-40B4-BE49-F238E27FC236}">
                  <a16:creationId xmlns:a16="http://schemas.microsoft.com/office/drawing/2014/main" id="{33AF01B6-17BB-FC7E-896E-4308D3C57661}"/>
                </a:ext>
              </a:extLst>
            </p:cNvPr>
            <p:cNvSpPr/>
            <p:nvPr/>
          </p:nvSpPr>
          <p:spPr>
            <a:xfrm>
              <a:off x="6738880" y="4497384"/>
              <a:ext cx="33895" cy="47765"/>
            </a:xfrm>
            <a:custGeom>
              <a:avLst/>
              <a:gdLst/>
              <a:ahLst/>
              <a:cxnLst/>
              <a:rect l="l" t="t" r="r" b="b"/>
              <a:pathLst>
                <a:path w="1740" h="2452" extrusionOk="0">
                  <a:moveTo>
                    <a:pt x="982" y="0"/>
                  </a:moveTo>
                  <a:lnTo>
                    <a:pt x="982" y="1493"/>
                  </a:lnTo>
                  <a:cubicBezTo>
                    <a:pt x="982" y="2010"/>
                    <a:pt x="541" y="2451"/>
                    <a:pt x="0" y="2451"/>
                  </a:cubicBezTo>
                  <a:lnTo>
                    <a:pt x="758" y="2451"/>
                  </a:lnTo>
                  <a:cubicBezTo>
                    <a:pt x="1299" y="2451"/>
                    <a:pt x="1740" y="2010"/>
                    <a:pt x="1740" y="1493"/>
                  </a:cubicBezTo>
                  <a:lnTo>
                    <a:pt x="1740" y="0"/>
                  </a:lnTo>
                  <a:close/>
                </a:path>
              </a:pathLst>
            </a:custGeom>
            <a:solidFill>
              <a:srgbClr val="866A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3388;p63">
              <a:extLst>
                <a:ext uri="{FF2B5EF4-FFF2-40B4-BE49-F238E27FC236}">
                  <a16:creationId xmlns:a16="http://schemas.microsoft.com/office/drawing/2014/main" id="{6384ECDA-2002-7B56-3D7D-28821AC7175C}"/>
                </a:ext>
              </a:extLst>
            </p:cNvPr>
            <p:cNvSpPr/>
            <p:nvPr/>
          </p:nvSpPr>
          <p:spPr>
            <a:xfrm>
              <a:off x="6546166" y="4545129"/>
              <a:ext cx="83959" cy="57719"/>
            </a:xfrm>
            <a:custGeom>
              <a:avLst/>
              <a:gdLst/>
              <a:ahLst/>
              <a:cxnLst/>
              <a:rect l="l" t="t" r="r" b="b"/>
              <a:pathLst>
                <a:path w="4310" h="2963" extrusionOk="0">
                  <a:moveTo>
                    <a:pt x="318" y="0"/>
                  </a:moveTo>
                  <a:cubicBezTo>
                    <a:pt x="318" y="0"/>
                    <a:pt x="295" y="2181"/>
                    <a:pt x="1" y="2963"/>
                  </a:cubicBezTo>
                  <a:lnTo>
                    <a:pt x="4309" y="2963"/>
                  </a:lnTo>
                  <a:cubicBezTo>
                    <a:pt x="4039" y="2181"/>
                    <a:pt x="4015" y="0"/>
                    <a:pt x="4015" y="0"/>
                  </a:cubicBezTo>
                  <a:close/>
                </a:path>
              </a:pathLst>
            </a:custGeom>
            <a:solidFill>
              <a:srgbClr val="866A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3389;p63">
              <a:extLst>
                <a:ext uri="{FF2B5EF4-FFF2-40B4-BE49-F238E27FC236}">
                  <a16:creationId xmlns:a16="http://schemas.microsoft.com/office/drawing/2014/main" id="{03630599-D803-8DCE-A5F6-F33B76011361}"/>
                </a:ext>
              </a:extLst>
            </p:cNvPr>
            <p:cNvSpPr/>
            <p:nvPr/>
          </p:nvSpPr>
          <p:spPr>
            <a:xfrm>
              <a:off x="6551893" y="4545129"/>
              <a:ext cx="72953" cy="14785"/>
            </a:xfrm>
            <a:custGeom>
              <a:avLst/>
              <a:gdLst/>
              <a:ahLst/>
              <a:cxnLst/>
              <a:rect l="l" t="t" r="r" b="b"/>
              <a:pathLst>
                <a:path w="3745" h="759" extrusionOk="0">
                  <a:moveTo>
                    <a:pt x="24" y="0"/>
                  </a:moveTo>
                  <a:cubicBezTo>
                    <a:pt x="24" y="0"/>
                    <a:pt x="24" y="318"/>
                    <a:pt x="1" y="758"/>
                  </a:cubicBezTo>
                  <a:lnTo>
                    <a:pt x="3745" y="758"/>
                  </a:lnTo>
                  <a:cubicBezTo>
                    <a:pt x="3721" y="318"/>
                    <a:pt x="3721" y="0"/>
                    <a:pt x="3721" y="0"/>
                  </a:cubicBez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3390;p63">
              <a:extLst>
                <a:ext uri="{FF2B5EF4-FFF2-40B4-BE49-F238E27FC236}">
                  <a16:creationId xmlns:a16="http://schemas.microsoft.com/office/drawing/2014/main" id="{06C930C3-6898-7CC7-C05F-A3DE4B0F8019}"/>
                </a:ext>
              </a:extLst>
            </p:cNvPr>
            <p:cNvSpPr/>
            <p:nvPr/>
          </p:nvSpPr>
          <p:spPr>
            <a:xfrm>
              <a:off x="6551893" y="4545129"/>
              <a:ext cx="72953" cy="14785"/>
            </a:xfrm>
            <a:custGeom>
              <a:avLst/>
              <a:gdLst/>
              <a:ahLst/>
              <a:cxnLst/>
              <a:rect l="l" t="t" r="r" b="b"/>
              <a:pathLst>
                <a:path w="3745" h="759" extrusionOk="0">
                  <a:moveTo>
                    <a:pt x="24" y="0"/>
                  </a:moveTo>
                  <a:cubicBezTo>
                    <a:pt x="24" y="0"/>
                    <a:pt x="24" y="318"/>
                    <a:pt x="1" y="758"/>
                  </a:cubicBezTo>
                  <a:lnTo>
                    <a:pt x="3745" y="758"/>
                  </a:lnTo>
                  <a:cubicBezTo>
                    <a:pt x="3721" y="318"/>
                    <a:pt x="3721" y="0"/>
                    <a:pt x="3721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3391;p63">
              <a:extLst>
                <a:ext uri="{FF2B5EF4-FFF2-40B4-BE49-F238E27FC236}">
                  <a16:creationId xmlns:a16="http://schemas.microsoft.com/office/drawing/2014/main" id="{8646F06A-0199-D825-58B9-AD46F7EBA8E7}"/>
                </a:ext>
              </a:extLst>
            </p:cNvPr>
            <p:cNvSpPr/>
            <p:nvPr/>
          </p:nvSpPr>
          <p:spPr>
            <a:xfrm>
              <a:off x="6427320" y="4312813"/>
              <a:ext cx="322102" cy="184592"/>
            </a:xfrm>
            <a:custGeom>
              <a:avLst/>
              <a:gdLst/>
              <a:ahLst/>
              <a:cxnLst/>
              <a:rect l="l" t="t" r="r" b="b"/>
              <a:pathLst>
                <a:path w="16535" h="9476" extrusionOk="0">
                  <a:moveTo>
                    <a:pt x="418" y="0"/>
                  </a:moveTo>
                  <a:cubicBezTo>
                    <a:pt x="177" y="0"/>
                    <a:pt x="1" y="194"/>
                    <a:pt x="1" y="417"/>
                  </a:cubicBezTo>
                  <a:lnTo>
                    <a:pt x="1" y="9475"/>
                  </a:lnTo>
                  <a:lnTo>
                    <a:pt x="16535" y="9475"/>
                  </a:lnTo>
                  <a:lnTo>
                    <a:pt x="16535" y="417"/>
                  </a:lnTo>
                  <a:cubicBezTo>
                    <a:pt x="16535" y="194"/>
                    <a:pt x="16341" y="0"/>
                    <a:pt x="16118" y="0"/>
                  </a:cubicBezTo>
                  <a:close/>
                </a:path>
              </a:pathLst>
            </a:custGeom>
            <a:solidFill>
              <a:srgbClr val="00C7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3392;p63">
              <a:extLst>
                <a:ext uri="{FF2B5EF4-FFF2-40B4-BE49-F238E27FC236}">
                  <a16:creationId xmlns:a16="http://schemas.microsoft.com/office/drawing/2014/main" id="{7EB2C48F-B324-223B-D313-BF736FE5EAB7}"/>
                </a:ext>
              </a:extLst>
            </p:cNvPr>
            <p:cNvSpPr/>
            <p:nvPr/>
          </p:nvSpPr>
          <p:spPr>
            <a:xfrm>
              <a:off x="6726510" y="4312813"/>
              <a:ext cx="22908" cy="184592"/>
            </a:xfrm>
            <a:custGeom>
              <a:avLst/>
              <a:gdLst/>
              <a:ahLst/>
              <a:cxnLst/>
              <a:rect l="l" t="t" r="r" b="b"/>
              <a:pathLst>
                <a:path w="1176" h="9476" extrusionOk="0">
                  <a:moveTo>
                    <a:pt x="0" y="0"/>
                  </a:moveTo>
                  <a:cubicBezTo>
                    <a:pt x="218" y="0"/>
                    <a:pt x="418" y="194"/>
                    <a:pt x="418" y="417"/>
                  </a:cubicBezTo>
                  <a:lnTo>
                    <a:pt x="418" y="9475"/>
                  </a:lnTo>
                  <a:lnTo>
                    <a:pt x="1176" y="9475"/>
                  </a:lnTo>
                  <a:lnTo>
                    <a:pt x="1176" y="417"/>
                  </a:lnTo>
                  <a:cubicBezTo>
                    <a:pt x="1176" y="194"/>
                    <a:pt x="982" y="0"/>
                    <a:pt x="759" y="0"/>
                  </a:cubicBezTo>
                  <a:close/>
                </a:path>
              </a:pathLst>
            </a:custGeom>
            <a:solidFill>
              <a:srgbClr val="00C7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3393;p63">
              <a:extLst>
                <a:ext uri="{FF2B5EF4-FFF2-40B4-BE49-F238E27FC236}">
                  <a16:creationId xmlns:a16="http://schemas.microsoft.com/office/drawing/2014/main" id="{3273747E-A956-7419-9E90-9BFAA45E64E1}"/>
                </a:ext>
              </a:extLst>
            </p:cNvPr>
            <p:cNvSpPr/>
            <p:nvPr/>
          </p:nvSpPr>
          <p:spPr>
            <a:xfrm>
              <a:off x="6565295" y="4234484"/>
              <a:ext cx="163184" cy="163184"/>
            </a:xfrm>
            <a:custGeom>
              <a:avLst/>
              <a:gdLst/>
              <a:ahLst/>
              <a:cxnLst/>
              <a:rect l="l" t="t" r="r" b="b"/>
              <a:pathLst>
                <a:path w="8377" h="8377" extrusionOk="0">
                  <a:moveTo>
                    <a:pt x="3721" y="1"/>
                  </a:moveTo>
                  <a:cubicBezTo>
                    <a:pt x="3621" y="1"/>
                    <a:pt x="3527" y="77"/>
                    <a:pt x="3527" y="201"/>
                  </a:cubicBezTo>
                  <a:lnTo>
                    <a:pt x="3527" y="835"/>
                  </a:lnTo>
                  <a:cubicBezTo>
                    <a:pt x="3527" y="912"/>
                    <a:pt x="3474" y="1006"/>
                    <a:pt x="3380" y="1029"/>
                  </a:cubicBezTo>
                  <a:cubicBezTo>
                    <a:pt x="3086" y="1106"/>
                    <a:pt x="2792" y="1229"/>
                    <a:pt x="2522" y="1376"/>
                  </a:cubicBezTo>
                  <a:cubicBezTo>
                    <a:pt x="2488" y="1397"/>
                    <a:pt x="2450" y="1409"/>
                    <a:pt x="2411" y="1409"/>
                  </a:cubicBezTo>
                  <a:cubicBezTo>
                    <a:pt x="2365" y="1409"/>
                    <a:pt x="2317" y="1391"/>
                    <a:pt x="2275" y="1353"/>
                  </a:cubicBezTo>
                  <a:lnTo>
                    <a:pt x="1834" y="882"/>
                  </a:lnTo>
                  <a:cubicBezTo>
                    <a:pt x="1799" y="847"/>
                    <a:pt x="1750" y="829"/>
                    <a:pt x="1701" y="829"/>
                  </a:cubicBezTo>
                  <a:cubicBezTo>
                    <a:pt x="1652" y="829"/>
                    <a:pt x="1602" y="847"/>
                    <a:pt x="1564" y="882"/>
                  </a:cubicBezTo>
                  <a:lnTo>
                    <a:pt x="906" y="1547"/>
                  </a:lnTo>
                  <a:cubicBezTo>
                    <a:pt x="829" y="1617"/>
                    <a:pt x="829" y="1741"/>
                    <a:pt x="906" y="1817"/>
                  </a:cubicBezTo>
                  <a:lnTo>
                    <a:pt x="1346" y="2281"/>
                  </a:lnTo>
                  <a:cubicBezTo>
                    <a:pt x="1417" y="2328"/>
                    <a:pt x="1417" y="2428"/>
                    <a:pt x="1393" y="2528"/>
                  </a:cubicBezTo>
                  <a:cubicBezTo>
                    <a:pt x="1223" y="2769"/>
                    <a:pt x="1099" y="3063"/>
                    <a:pt x="1029" y="3380"/>
                  </a:cubicBezTo>
                  <a:cubicBezTo>
                    <a:pt x="1000" y="3457"/>
                    <a:pt x="929" y="3527"/>
                    <a:pt x="829" y="3527"/>
                  </a:cubicBezTo>
                  <a:lnTo>
                    <a:pt x="194" y="3527"/>
                  </a:lnTo>
                  <a:cubicBezTo>
                    <a:pt x="94" y="3527"/>
                    <a:pt x="0" y="3604"/>
                    <a:pt x="0" y="3727"/>
                  </a:cubicBezTo>
                  <a:lnTo>
                    <a:pt x="0" y="4656"/>
                  </a:lnTo>
                  <a:cubicBezTo>
                    <a:pt x="0" y="4756"/>
                    <a:pt x="94" y="4850"/>
                    <a:pt x="194" y="4850"/>
                  </a:cubicBezTo>
                  <a:lnTo>
                    <a:pt x="829" y="4850"/>
                  </a:lnTo>
                  <a:cubicBezTo>
                    <a:pt x="929" y="4850"/>
                    <a:pt x="1000" y="4903"/>
                    <a:pt x="1029" y="4997"/>
                  </a:cubicBezTo>
                  <a:cubicBezTo>
                    <a:pt x="1099" y="5291"/>
                    <a:pt x="1223" y="5585"/>
                    <a:pt x="1393" y="5855"/>
                  </a:cubicBezTo>
                  <a:cubicBezTo>
                    <a:pt x="1417" y="5931"/>
                    <a:pt x="1417" y="6025"/>
                    <a:pt x="1346" y="6078"/>
                  </a:cubicBezTo>
                  <a:lnTo>
                    <a:pt x="906" y="6543"/>
                  </a:lnTo>
                  <a:cubicBezTo>
                    <a:pt x="829" y="6613"/>
                    <a:pt x="829" y="6737"/>
                    <a:pt x="906" y="6813"/>
                  </a:cubicBezTo>
                  <a:lnTo>
                    <a:pt x="1564" y="7471"/>
                  </a:lnTo>
                  <a:cubicBezTo>
                    <a:pt x="1602" y="7510"/>
                    <a:pt x="1652" y="7529"/>
                    <a:pt x="1701" y="7529"/>
                  </a:cubicBezTo>
                  <a:cubicBezTo>
                    <a:pt x="1750" y="7529"/>
                    <a:pt x="1799" y="7510"/>
                    <a:pt x="1834" y="7471"/>
                  </a:cubicBezTo>
                  <a:lnTo>
                    <a:pt x="2275" y="7007"/>
                  </a:lnTo>
                  <a:cubicBezTo>
                    <a:pt x="2322" y="6978"/>
                    <a:pt x="2376" y="6958"/>
                    <a:pt x="2429" y="6958"/>
                  </a:cubicBezTo>
                  <a:cubicBezTo>
                    <a:pt x="2461" y="6958"/>
                    <a:pt x="2493" y="6966"/>
                    <a:pt x="2522" y="6984"/>
                  </a:cubicBezTo>
                  <a:cubicBezTo>
                    <a:pt x="2792" y="7154"/>
                    <a:pt x="3086" y="7277"/>
                    <a:pt x="3380" y="7348"/>
                  </a:cubicBezTo>
                  <a:cubicBezTo>
                    <a:pt x="3474" y="7377"/>
                    <a:pt x="3527" y="7448"/>
                    <a:pt x="3527" y="7548"/>
                  </a:cubicBezTo>
                  <a:lnTo>
                    <a:pt x="3527" y="8183"/>
                  </a:lnTo>
                  <a:cubicBezTo>
                    <a:pt x="3527" y="8283"/>
                    <a:pt x="3621" y="8377"/>
                    <a:pt x="3721" y="8377"/>
                  </a:cubicBezTo>
                  <a:lnTo>
                    <a:pt x="4650" y="8377"/>
                  </a:lnTo>
                  <a:cubicBezTo>
                    <a:pt x="4750" y="8377"/>
                    <a:pt x="4850" y="8283"/>
                    <a:pt x="4850" y="8183"/>
                  </a:cubicBezTo>
                  <a:lnTo>
                    <a:pt x="4850" y="7548"/>
                  </a:lnTo>
                  <a:cubicBezTo>
                    <a:pt x="4850" y="7448"/>
                    <a:pt x="4897" y="7377"/>
                    <a:pt x="4996" y="7348"/>
                  </a:cubicBezTo>
                  <a:cubicBezTo>
                    <a:pt x="5314" y="7277"/>
                    <a:pt x="5584" y="7154"/>
                    <a:pt x="5849" y="6984"/>
                  </a:cubicBezTo>
                  <a:cubicBezTo>
                    <a:pt x="5878" y="6966"/>
                    <a:pt x="5911" y="6958"/>
                    <a:pt x="5944" y="6958"/>
                  </a:cubicBezTo>
                  <a:cubicBezTo>
                    <a:pt x="5997" y="6958"/>
                    <a:pt x="6052" y="6978"/>
                    <a:pt x="6096" y="7007"/>
                  </a:cubicBezTo>
                  <a:lnTo>
                    <a:pt x="6536" y="7471"/>
                  </a:lnTo>
                  <a:cubicBezTo>
                    <a:pt x="6586" y="7510"/>
                    <a:pt x="6642" y="7529"/>
                    <a:pt x="6694" y="7529"/>
                  </a:cubicBezTo>
                  <a:cubicBezTo>
                    <a:pt x="6747" y="7529"/>
                    <a:pt x="6795" y="7510"/>
                    <a:pt x="6830" y="7471"/>
                  </a:cubicBezTo>
                  <a:lnTo>
                    <a:pt x="7465" y="6813"/>
                  </a:lnTo>
                  <a:cubicBezTo>
                    <a:pt x="7565" y="6737"/>
                    <a:pt x="7565" y="6613"/>
                    <a:pt x="7465" y="6543"/>
                  </a:cubicBezTo>
                  <a:lnTo>
                    <a:pt x="7024" y="6078"/>
                  </a:lnTo>
                  <a:cubicBezTo>
                    <a:pt x="6954" y="6025"/>
                    <a:pt x="6954" y="5931"/>
                    <a:pt x="7001" y="5855"/>
                  </a:cubicBezTo>
                  <a:cubicBezTo>
                    <a:pt x="7148" y="5585"/>
                    <a:pt x="7271" y="5291"/>
                    <a:pt x="7348" y="4997"/>
                  </a:cubicBezTo>
                  <a:cubicBezTo>
                    <a:pt x="7371" y="4903"/>
                    <a:pt x="7442" y="4850"/>
                    <a:pt x="7542" y="4850"/>
                  </a:cubicBezTo>
                  <a:lnTo>
                    <a:pt x="8176" y="4850"/>
                  </a:lnTo>
                  <a:cubicBezTo>
                    <a:pt x="8300" y="4850"/>
                    <a:pt x="8376" y="4756"/>
                    <a:pt x="8376" y="4656"/>
                  </a:cubicBezTo>
                  <a:lnTo>
                    <a:pt x="8376" y="3727"/>
                  </a:lnTo>
                  <a:cubicBezTo>
                    <a:pt x="8376" y="3604"/>
                    <a:pt x="8300" y="3527"/>
                    <a:pt x="8176" y="3527"/>
                  </a:cubicBezTo>
                  <a:lnTo>
                    <a:pt x="7542" y="3527"/>
                  </a:lnTo>
                  <a:cubicBezTo>
                    <a:pt x="7442" y="3527"/>
                    <a:pt x="7371" y="3457"/>
                    <a:pt x="7348" y="3380"/>
                  </a:cubicBezTo>
                  <a:cubicBezTo>
                    <a:pt x="7271" y="3063"/>
                    <a:pt x="7148" y="2769"/>
                    <a:pt x="7001" y="2528"/>
                  </a:cubicBezTo>
                  <a:cubicBezTo>
                    <a:pt x="6954" y="2428"/>
                    <a:pt x="6954" y="2328"/>
                    <a:pt x="7024" y="2281"/>
                  </a:cubicBezTo>
                  <a:lnTo>
                    <a:pt x="7465" y="1817"/>
                  </a:lnTo>
                  <a:cubicBezTo>
                    <a:pt x="7565" y="1741"/>
                    <a:pt x="7565" y="1617"/>
                    <a:pt x="7465" y="1547"/>
                  </a:cubicBezTo>
                  <a:lnTo>
                    <a:pt x="6830" y="882"/>
                  </a:lnTo>
                  <a:cubicBezTo>
                    <a:pt x="6795" y="847"/>
                    <a:pt x="6747" y="829"/>
                    <a:pt x="6694" y="829"/>
                  </a:cubicBezTo>
                  <a:cubicBezTo>
                    <a:pt x="6642" y="829"/>
                    <a:pt x="6586" y="847"/>
                    <a:pt x="6536" y="882"/>
                  </a:cubicBezTo>
                  <a:lnTo>
                    <a:pt x="6096" y="1353"/>
                  </a:lnTo>
                  <a:cubicBezTo>
                    <a:pt x="6057" y="1391"/>
                    <a:pt x="6009" y="1409"/>
                    <a:pt x="5961" y="1409"/>
                  </a:cubicBezTo>
                  <a:cubicBezTo>
                    <a:pt x="5922" y="1409"/>
                    <a:pt x="5883" y="1397"/>
                    <a:pt x="5849" y="1376"/>
                  </a:cubicBezTo>
                  <a:cubicBezTo>
                    <a:pt x="5584" y="1229"/>
                    <a:pt x="5314" y="1106"/>
                    <a:pt x="4996" y="1029"/>
                  </a:cubicBezTo>
                  <a:cubicBezTo>
                    <a:pt x="4897" y="1006"/>
                    <a:pt x="4850" y="912"/>
                    <a:pt x="4850" y="835"/>
                  </a:cubicBezTo>
                  <a:lnTo>
                    <a:pt x="4850" y="201"/>
                  </a:lnTo>
                  <a:cubicBezTo>
                    <a:pt x="4850" y="77"/>
                    <a:pt x="4750" y="1"/>
                    <a:pt x="4650" y="1"/>
                  </a:cubicBezTo>
                  <a:close/>
                </a:path>
              </a:pathLst>
            </a:custGeom>
            <a:solidFill>
              <a:srgbClr val="356B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3394;p63">
              <a:extLst>
                <a:ext uri="{FF2B5EF4-FFF2-40B4-BE49-F238E27FC236}">
                  <a16:creationId xmlns:a16="http://schemas.microsoft.com/office/drawing/2014/main" id="{5FD23070-CE00-CF76-2081-2449FD86BC58}"/>
                </a:ext>
              </a:extLst>
            </p:cNvPr>
            <p:cNvSpPr/>
            <p:nvPr/>
          </p:nvSpPr>
          <p:spPr>
            <a:xfrm>
              <a:off x="6609144" y="4278450"/>
              <a:ext cx="75368" cy="75368"/>
            </a:xfrm>
            <a:custGeom>
              <a:avLst/>
              <a:gdLst/>
              <a:ahLst/>
              <a:cxnLst/>
              <a:rect l="l" t="t" r="r" b="b"/>
              <a:pathLst>
                <a:path w="3869" h="3869" extrusionOk="0">
                  <a:moveTo>
                    <a:pt x="1934" y="1"/>
                  </a:moveTo>
                  <a:cubicBezTo>
                    <a:pt x="882" y="1"/>
                    <a:pt x="1" y="859"/>
                    <a:pt x="1" y="1935"/>
                  </a:cubicBezTo>
                  <a:cubicBezTo>
                    <a:pt x="1" y="2987"/>
                    <a:pt x="882" y="3868"/>
                    <a:pt x="1934" y="3868"/>
                  </a:cubicBezTo>
                  <a:cubicBezTo>
                    <a:pt x="3010" y="3868"/>
                    <a:pt x="3868" y="2987"/>
                    <a:pt x="3868" y="1935"/>
                  </a:cubicBezTo>
                  <a:cubicBezTo>
                    <a:pt x="3868" y="859"/>
                    <a:pt x="3010" y="1"/>
                    <a:pt x="1934" y="1"/>
                  </a:cubicBezTo>
                  <a:close/>
                </a:path>
              </a:pathLst>
            </a:custGeom>
            <a:solidFill>
              <a:srgbClr val="FF93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3395;p63">
              <a:extLst>
                <a:ext uri="{FF2B5EF4-FFF2-40B4-BE49-F238E27FC236}">
                  <a16:creationId xmlns:a16="http://schemas.microsoft.com/office/drawing/2014/main" id="{52E0BCCD-391B-1D5A-0488-7D847353839C}"/>
                </a:ext>
              </a:extLst>
            </p:cNvPr>
            <p:cNvSpPr/>
            <p:nvPr/>
          </p:nvSpPr>
          <p:spPr>
            <a:xfrm>
              <a:off x="6623462" y="4280281"/>
              <a:ext cx="61050" cy="73537"/>
            </a:xfrm>
            <a:custGeom>
              <a:avLst/>
              <a:gdLst/>
              <a:ahLst/>
              <a:cxnLst/>
              <a:rect l="l" t="t" r="r" b="b"/>
              <a:pathLst>
                <a:path w="3134" h="3775" extrusionOk="0">
                  <a:moveTo>
                    <a:pt x="1787" y="1"/>
                  </a:moveTo>
                  <a:cubicBezTo>
                    <a:pt x="2228" y="348"/>
                    <a:pt x="2522" y="882"/>
                    <a:pt x="2522" y="1500"/>
                  </a:cubicBezTo>
                  <a:cubicBezTo>
                    <a:pt x="2522" y="2575"/>
                    <a:pt x="1664" y="3433"/>
                    <a:pt x="588" y="3433"/>
                  </a:cubicBezTo>
                  <a:cubicBezTo>
                    <a:pt x="394" y="3433"/>
                    <a:pt x="194" y="3410"/>
                    <a:pt x="0" y="3334"/>
                  </a:cubicBezTo>
                  <a:lnTo>
                    <a:pt x="0" y="3334"/>
                  </a:lnTo>
                  <a:cubicBezTo>
                    <a:pt x="318" y="3604"/>
                    <a:pt x="758" y="3774"/>
                    <a:pt x="1199" y="3774"/>
                  </a:cubicBezTo>
                  <a:cubicBezTo>
                    <a:pt x="2275" y="3774"/>
                    <a:pt x="3133" y="2893"/>
                    <a:pt x="3133" y="1841"/>
                  </a:cubicBezTo>
                  <a:cubicBezTo>
                    <a:pt x="3133" y="982"/>
                    <a:pt x="2569" y="248"/>
                    <a:pt x="1787" y="1"/>
                  </a:cubicBezTo>
                  <a:close/>
                </a:path>
              </a:pathLst>
            </a:custGeom>
            <a:solidFill>
              <a:srgbClr val="FF61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3396;p63">
              <a:extLst>
                <a:ext uri="{FF2B5EF4-FFF2-40B4-BE49-F238E27FC236}">
                  <a16:creationId xmlns:a16="http://schemas.microsoft.com/office/drawing/2014/main" id="{70236EA9-E5BD-DA0E-1BEB-309CE693EF96}"/>
                </a:ext>
              </a:extLst>
            </p:cNvPr>
            <p:cNvSpPr/>
            <p:nvPr/>
          </p:nvSpPr>
          <p:spPr>
            <a:xfrm>
              <a:off x="6630105" y="4298943"/>
              <a:ext cx="33895" cy="33915"/>
            </a:xfrm>
            <a:custGeom>
              <a:avLst/>
              <a:gdLst/>
              <a:ahLst/>
              <a:cxnLst/>
              <a:rect l="l" t="t" r="r" b="b"/>
              <a:pathLst>
                <a:path w="1740" h="1741" extrusionOk="0">
                  <a:moveTo>
                    <a:pt x="858" y="1"/>
                  </a:moveTo>
                  <a:cubicBezTo>
                    <a:pt x="394" y="1"/>
                    <a:pt x="0" y="395"/>
                    <a:pt x="0" y="883"/>
                  </a:cubicBezTo>
                  <a:cubicBezTo>
                    <a:pt x="0" y="1347"/>
                    <a:pt x="394" y="1741"/>
                    <a:pt x="858" y="1741"/>
                  </a:cubicBezTo>
                  <a:cubicBezTo>
                    <a:pt x="1346" y="1741"/>
                    <a:pt x="1740" y="1347"/>
                    <a:pt x="1740" y="883"/>
                  </a:cubicBezTo>
                  <a:cubicBezTo>
                    <a:pt x="1740" y="395"/>
                    <a:pt x="1346" y="1"/>
                    <a:pt x="858" y="1"/>
                  </a:cubicBez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3397;p63">
              <a:extLst>
                <a:ext uri="{FF2B5EF4-FFF2-40B4-BE49-F238E27FC236}">
                  <a16:creationId xmlns:a16="http://schemas.microsoft.com/office/drawing/2014/main" id="{9AC4F251-A40C-FC09-B627-E0D5EEC9E900}"/>
                </a:ext>
              </a:extLst>
            </p:cNvPr>
            <p:cNvSpPr/>
            <p:nvPr/>
          </p:nvSpPr>
          <p:spPr>
            <a:xfrm>
              <a:off x="6631585" y="4299859"/>
              <a:ext cx="32415" cy="32999"/>
            </a:xfrm>
            <a:custGeom>
              <a:avLst/>
              <a:gdLst/>
              <a:ahLst/>
              <a:cxnLst/>
              <a:rect l="l" t="t" r="r" b="b"/>
              <a:pathLst>
                <a:path w="1664" h="1694" extrusionOk="0">
                  <a:moveTo>
                    <a:pt x="1076" y="1"/>
                  </a:moveTo>
                  <a:lnTo>
                    <a:pt x="1076" y="1"/>
                  </a:lnTo>
                  <a:cubicBezTo>
                    <a:pt x="1123" y="124"/>
                    <a:pt x="1153" y="248"/>
                    <a:pt x="1153" y="371"/>
                  </a:cubicBezTo>
                  <a:cubicBezTo>
                    <a:pt x="1153" y="859"/>
                    <a:pt x="759" y="1253"/>
                    <a:pt x="294" y="1253"/>
                  </a:cubicBezTo>
                  <a:cubicBezTo>
                    <a:pt x="195" y="1253"/>
                    <a:pt x="95" y="1229"/>
                    <a:pt x="1" y="1200"/>
                  </a:cubicBezTo>
                  <a:lnTo>
                    <a:pt x="1" y="1200"/>
                  </a:lnTo>
                  <a:cubicBezTo>
                    <a:pt x="148" y="1494"/>
                    <a:pt x="441" y="1694"/>
                    <a:pt x="782" y="1694"/>
                  </a:cubicBezTo>
                  <a:cubicBezTo>
                    <a:pt x="1270" y="1694"/>
                    <a:pt x="1664" y="1300"/>
                    <a:pt x="1664" y="836"/>
                  </a:cubicBezTo>
                  <a:cubicBezTo>
                    <a:pt x="1664" y="442"/>
                    <a:pt x="1417" y="124"/>
                    <a:pt x="1076" y="1"/>
                  </a:cubicBezTo>
                  <a:close/>
                </a:path>
              </a:pathLst>
            </a:custGeom>
            <a:solidFill>
              <a:srgbClr val="866A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3398;p63">
              <a:extLst>
                <a:ext uri="{FF2B5EF4-FFF2-40B4-BE49-F238E27FC236}">
                  <a16:creationId xmlns:a16="http://schemas.microsoft.com/office/drawing/2014/main" id="{99458C6F-EC02-DFC3-D11B-81A342A02B2E}"/>
                </a:ext>
              </a:extLst>
            </p:cNvPr>
            <p:cNvSpPr/>
            <p:nvPr/>
          </p:nvSpPr>
          <p:spPr>
            <a:xfrm>
              <a:off x="6449760" y="4348071"/>
              <a:ext cx="125062" cy="125062"/>
            </a:xfrm>
            <a:custGeom>
              <a:avLst/>
              <a:gdLst/>
              <a:ahLst/>
              <a:cxnLst/>
              <a:rect l="l" t="t" r="r" b="b"/>
              <a:pathLst>
                <a:path w="6420" h="6420" extrusionOk="0">
                  <a:moveTo>
                    <a:pt x="2845" y="0"/>
                  </a:moveTo>
                  <a:cubicBezTo>
                    <a:pt x="2769" y="0"/>
                    <a:pt x="2699" y="47"/>
                    <a:pt x="2699" y="147"/>
                  </a:cubicBezTo>
                  <a:lnTo>
                    <a:pt x="2699" y="635"/>
                  </a:lnTo>
                  <a:cubicBezTo>
                    <a:pt x="2699" y="712"/>
                    <a:pt x="2646" y="759"/>
                    <a:pt x="2575" y="782"/>
                  </a:cubicBezTo>
                  <a:cubicBezTo>
                    <a:pt x="2352" y="835"/>
                    <a:pt x="2134" y="929"/>
                    <a:pt x="1911" y="1053"/>
                  </a:cubicBezTo>
                  <a:cubicBezTo>
                    <a:pt x="1891" y="1062"/>
                    <a:pt x="1867" y="1068"/>
                    <a:pt x="1842" y="1068"/>
                  </a:cubicBezTo>
                  <a:cubicBezTo>
                    <a:pt x="1806" y="1068"/>
                    <a:pt x="1768" y="1057"/>
                    <a:pt x="1740" y="1029"/>
                  </a:cubicBezTo>
                  <a:lnTo>
                    <a:pt x="1400" y="688"/>
                  </a:lnTo>
                  <a:cubicBezTo>
                    <a:pt x="1361" y="650"/>
                    <a:pt x="1325" y="631"/>
                    <a:pt x="1288" y="631"/>
                  </a:cubicBezTo>
                  <a:cubicBezTo>
                    <a:pt x="1251" y="631"/>
                    <a:pt x="1214" y="650"/>
                    <a:pt x="1176" y="688"/>
                  </a:cubicBezTo>
                  <a:lnTo>
                    <a:pt x="688" y="1176"/>
                  </a:lnTo>
                  <a:cubicBezTo>
                    <a:pt x="612" y="1252"/>
                    <a:pt x="612" y="1323"/>
                    <a:pt x="688" y="1399"/>
                  </a:cubicBezTo>
                  <a:lnTo>
                    <a:pt x="1029" y="1740"/>
                  </a:lnTo>
                  <a:cubicBezTo>
                    <a:pt x="1082" y="1787"/>
                    <a:pt x="1082" y="1864"/>
                    <a:pt x="1053" y="1934"/>
                  </a:cubicBezTo>
                  <a:cubicBezTo>
                    <a:pt x="935" y="2134"/>
                    <a:pt x="835" y="2352"/>
                    <a:pt x="788" y="2575"/>
                  </a:cubicBezTo>
                  <a:cubicBezTo>
                    <a:pt x="759" y="2645"/>
                    <a:pt x="712" y="2693"/>
                    <a:pt x="641" y="2693"/>
                  </a:cubicBezTo>
                  <a:lnTo>
                    <a:pt x="148" y="2693"/>
                  </a:lnTo>
                  <a:cubicBezTo>
                    <a:pt x="54" y="2693"/>
                    <a:pt x="1" y="2769"/>
                    <a:pt x="1" y="2839"/>
                  </a:cubicBezTo>
                  <a:lnTo>
                    <a:pt x="1" y="3551"/>
                  </a:lnTo>
                  <a:cubicBezTo>
                    <a:pt x="1" y="3627"/>
                    <a:pt x="54" y="3698"/>
                    <a:pt x="148" y="3698"/>
                  </a:cubicBezTo>
                  <a:lnTo>
                    <a:pt x="641" y="3698"/>
                  </a:lnTo>
                  <a:cubicBezTo>
                    <a:pt x="712" y="3698"/>
                    <a:pt x="759" y="3751"/>
                    <a:pt x="788" y="3821"/>
                  </a:cubicBezTo>
                  <a:cubicBezTo>
                    <a:pt x="835" y="4044"/>
                    <a:pt x="935" y="4262"/>
                    <a:pt x="1053" y="4485"/>
                  </a:cubicBezTo>
                  <a:cubicBezTo>
                    <a:pt x="1082" y="4532"/>
                    <a:pt x="1082" y="4603"/>
                    <a:pt x="1029" y="4656"/>
                  </a:cubicBezTo>
                  <a:lnTo>
                    <a:pt x="688" y="4997"/>
                  </a:lnTo>
                  <a:cubicBezTo>
                    <a:pt x="612" y="5073"/>
                    <a:pt x="612" y="5167"/>
                    <a:pt x="688" y="5220"/>
                  </a:cubicBezTo>
                  <a:lnTo>
                    <a:pt x="1176" y="5731"/>
                  </a:lnTo>
                  <a:cubicBezTo>
                    <a:pt x="1214" y="5755"/>
                    <a:pt x="1251" y="5767"/>
                    <a:pt x="1288" y="5767"/>
                  </a:cubicBezTo>
                  <a:cubicBezTo>
                    <a:pt x="1325" y="5767"/>
                    <a:pt x="1361" y="5755"/>
                    <a:pt x="1400" y="5731"/>
                  </a:cubicBezTo>
                  <a:lnTo>
                    <a:pt x="1740" y="5367"/>
                  </a:lnTo>
                  <a:cubicBezTo>
                    <a:pt x="1769" y="5335"/>
                    <a:pt x="1807" y="5322"/>
                    <a:pt x="1844" y="5322"/>
                  </a:cubicBezTo>
                  <a:cubicBezTo>
                    <a:pt x="1869" y="5322"/>
                    <a:pt x="1892" y="5328"/>
                    <a:pt x="1911" y="5338"/>
                  </a:cubicBezTo>
                  <a:cubicBezTo>
                    <a:pt x="2134" y="5461"/>
                    <a:pt x="2352" y="5561"/>
                    <a:pt x="2575" y="5631"/>
                  </a:cubicBezTo>
                  <a:cubicBezTo>
                    <a:pt x="2646" y="5631"/>
                    <a:pt x="2699" y="5708"/>
                    <a:pt x="2699" y="5755"/>
                  </a:cubicBezTo>
                  <a:lnTo>
                    <a:pt x="2699" y="6272"/>
                  </a:lnTo>
                  <a:cubicBezTo>
                    <a:pt x="2699" y="6343"/>
                    <a:pt x="2769" y="6419"/>
                    <a:pt x="2845" y="6419"/>
                  </a:cubicBezTo>
                  <a:lnTo>
                    <a:pt x="3551" y="6419"/>
                  </a:lnTo>
                  <a:cubicBezTo>
                    <a:pt x="3627" y="6419"/>
                    <a:pt x="3698" y="6343"/>
                    <a:pt x="3698" y="6272"/>
                  </a:cubicBezTo>
                  <a:lnTo>
                    <a:pt x="3698" y="5755"/>
                  </a:lnTo>
                  <a:cubicBezTo>
                    <a:pt x="3698" y="5708"/>
                    <a:pt x="3751" y="5631"/>
                    <a:pt x="3821" y="5631"/>
                  </a:cubicBezTo>
                  <a:cubicBezTo>
                    <a:pt x="4045" y="5561"/>
                    <a:pt x="4262" y="5461"/>
                    <a:pt x="4485" y="5338"/>
                  </a:cubicBezTo>
                  <a:cubicBezTo>
                    <a:pt x="4504" y="5328"/>
                    <a:pt x="4528" y="5322"/>
                    <a:pt x="4552" y="5322"/>
                  </a:cubicBezTo>
                  <a:cubicBezTo>
                    <a:pt x="4589" y="5322"/>
                    <a:pt x="4628" y="5335"/>
                    <a:pt x="4656" y="5367"/>
                  </a:cubicBezTo>
                  <a:lnTo>
                    <a:pt x="4997" y="5731"/>
                  </a:lnTo>
                  <a:cubicBezTo>
                    <a:pt x="5035" y="5755"/>
                    <a:pt x="5078" y="5767"/>
                    <a:pt x="5117" y="5767"/>
                  </a:cubicBezTo>
                  <a:cubicBezTo>
                    <a:pt x="5157" y="5767"/>
                    <a:pt x="5194" y="5755"/>
                    <a:pt x="5220" y="5731"/>
                  </a:cubicBezTo>
                  <a:lnTo>
                    <a:pt x="5708" y="5220"/>
                  </a:lnTo>
                  <a:cubicBezTo>
                    <a:pt x="5784" y="5167"/>
                    <a:pt x="5784" y="5073"/>
                    <a:pt x="5708" y="4997"/>
                  </a:cubicBezTo>
                  <a:lnTo>
                    <a:pt x="5367" y="4656"/>
                  </a:lnTo>
                  <a:cubicBezTo>
                    <a:pt x="5314" y="4603"/>
                    <a:pt x="5314" y="4532"/>
                    <a:pt x="5344" y="4485"/>
                  </a:cubicBezTo>
                  <a:cubicBezTo>
                    <a:pt x="5461" y="4262"/>
                    <a:pt x="5561" y="4044"/>
                    <a:pt x="5608" y="3821"/>
                  </a:cubicBezTo>
                  <a:cubicBezTo>
                    <a:pt x="5637" y="3751"/>
                    <a:pt x="5708" y="3698"/>
                    <a:pt x="5755" y="3698"/>
                  </a:cubicBezTo>
                  <a:lnTo>
                    <a:pt x="6272" y="3698"/>
                  </a:lnTo>
                  <a:cubicBezTo>
                    <a:pt x="6343" y="3698"/>
                    <a:pt x="6419" y="3627"/>
                    <a:pt x="6419" y="3551"/>
                  </a:cubicBezTo>
                  <a:lnTo>
                    <a:pt x="6419" y="2839"/>
                  </a:lnTo>
                  <a:cubicBezTo>
                    <a:pt x="6419" y="2769"/>
                    <a:pt x="6343" y="2693"/>
                    <a:pt x="6272" y="2693"/>
                  </a:cubicBezTo>
                  <a:lnTo>
                    <a:pt x="5755" y="2693"/>
                  </a:lnTo>
                  <a:cubicBezTo>
                    <a:pt x="5708" y="2693"/>
                    <a:pt x="5637" y="2645"/>
                    <a:pt x="5608" y="2575"/>
                  </a:cubicBezTo>
                  <a:cubicBezTo>
                    <a:pt x="5561" y="2352"/>
                    <a:pt x="5461" y="2134"/>
                    <a:pt x="5344" y="1934"/>
                  </a:cubicBezTo>
                  <a:cubicBezTo>
                    <a:pt x="5314" y="1864"/>
                    <a:pt x="5314" y="1787"/>
                    <a:pt x="5367" y="1740"/>
                  </a:cubicBezTo>
                  <a:lnTo>
                    <a:pt x="5708" y="1399"/>
                  </a:lnTo>
                  <a:cubicBezTo>
                    <a:pt x="5784" y="1323"/>
                    <a:pt x="5784" y="1252"/>
                    <a:pt x="5708" y="1176"/>
                  </a:cubicBezTo>
                  <a:lnTo>
                    <a:pt x="5220" y="688"/>
                  </a:lnTo>
                  <a:cubicBezTo>
                    <a:pt x="5194" y="650"/>
                    <a:pt x="5157" y="631"/>
                    <a:pt x="5117" y="631"/>
                  </a:cubicBezTo>
                  <a:cubicBezTo>
                    <a:pt x="5078" y="631"/>
                    <a:pt x="5035" y="650"/>
                    <a:pt x="4997" y="688"/>
                  </a:cubicBezTo>
                  <a:lnTo>
                    <a:pt x="4656" y="1029"/>
                  </a:lnTo>
                  <a:cubicBezTo>
                    <a:pt x="4628" y="1057"/>
                    <a:pt x="4591" y="1068"/>
                    <a:pt x="4555" y="1068"/>
                  </a:cubicBezTo>
                  <a:cubicBezTo>
                    <a:pt x="4529" y="1068"/>
                    <a:pt x="4505" y="1062"/>
                    <a:pt x="4485" y="1053"/>
                  </a:cubicBezTo>
                  <a:cubicBezTo>
                    <a:pt x="4262" y="929"/>
                    <a:pt x="4045" y="835"/>
                    <a:pt x="3821" y="782"/>
                  </a:cubicBezTo>
                  <a:cubicBezTo>
                    <a:pt x="3751" y="759"/>
                    <a:pt x="3698" y="712"/>
                    <a:pt x="3698" y="635"/>
                  </a:cubicBezTo>
                  <a:lnTo>
                    <a:pt x="3698" y="147"/>
                  </a:lnTo>
                  <a:cubicBezTo>
                    <a:pt x="3698" y="47"/>
                    <a:pt x="3627" y="0"/>
                    <a:pt x="3551" y="0"/>
                  </a:cubicBezTo>
                  <a:close/>
                </a:path>
              </a:pathLst>
            </a:custGeom>
            <a:solidFill>
              <a:srgbClr val="356B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2" name="Google Shape;3399;p63">
              <a:extLst>
                <a:ext uri="{FF2B5EF4-FFF2-40B4-BE49-F238E27FC236}">
                  <a16:creationId xmlns:a16="http://schemas.microsoft.com/office/drawing/2014/main" id="{BB8DD4A4-B1C1-F254-359F-47BEB4E9A53F}"/>
                </a:ext>
              </a:extLst>
            </p:cNvPr>
            <p:cNvSpPr/>
            <p:nvPr/>
          </p:nvSpPr>
          <p:spPr>
            <a:xfrm>
              <a:off x="6487999" y="4386778"/>
              <a:ext cx="48116" cy="47648"/>
            </a:xfrm>
            <a:custGeom>
              <a:avLst/>
              <a:gdLst/>
              <a:ahLst/>
              <a:cxnLst/>
              <a:rect l="l" t="t" r="r" b="b"/>
              <a:pathLst>
                <a:path w="2470" h="2446" extrusionOk="0">
                  <a:moveTo>
                    <a:pt x="1247" y="0"/>
                  </a:moveTo>
                  <a:cubicBezTo>
                    <a:pt x="559" y="0"/>
                    <a:pt x="1" y="535"/>
                    <a:pt x="1" y="1223"/>
                  </a:cubicBezTo>
                  <a:cubicBezTo>
                    <a:pt x="1" y="1881"/>
                    <a:pt x="559" y="2445"/>
                    <a:pt x="1247" y="2445"/>
                  </a:cubicBezTo>
                  <a:cubicBezTo>
                    <a:pt x="1911" y="2445"/>
                    <a:pt x="2469" y="1881"/>
                    <a:pt x="2469" y="1223"/>
                  </a:cubicBezTo>
                  <a:cubicBezTo>
                    <a:pt x="2469" y="535"/>
                    <a:pt x="1911" y="0"/>
                    <a:pt x="1247" y="0"/>
                  </a:cubicBez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3" name="Google Shape;3400;p63">
              <a:extLst>
                <a:ext uri="{FF2B5EF4-FFF2-40B4-BE49-F238E27FC236}">
                  <a16:creationId xmlns:a16="http://schemas.microsoft.com/office/drawing/2014/main" id="{DBDA3731-DC0A-CFD9-0EA4-CC3D4114CDA5}"/>
                </a:ext>
              </a:extLst>
            </p:cNvPr>
            <p:cNvSpPr/>
            <p:nvPr/>
          </p:nvSpPr>
          <p:spPr>
            <a:xfrm>
              <a:off x="6492694" y="4388609"/>
              <a:ext cx="43421" cy="45817"/>
            </a:xfrm>
            <a:custGeom>
              <a:avLst/>
              <a:gdLst/>
              <a:ahLst/>
              <a:cxnLst/>
              <a:rect l="l" t="t" r="r" b="b"/>
              <a:pathLst>
                <a:path w="2229" h="2352" extrusionOk="0">
                  <a:moveTo>
                    <a:pt x="1494" y="0"/>
                  </a:moveTo>
                  <a:lnTo>
                    <a:pt x="1494" y="0"/>
                  </a:lnTo>
                  <a:cubicBezTo>
                    <a:pt x="1641" y="200"/>
                    <a:pt x="1717" y="441"/>
                    <a:pt x="1717" y="711"/>
                  </a:cubicBezTo>
                  <a:cubicBezTo>
                    <a:pt x="1717" y="1399"/>
                    <a:pt x="1176" y="1934"/>
                    <a:pt x="495" y="1934"/>
                  </a:cubicBezTo>
                  <a:cubicBezTo>
                    <a:pt x="318" y="1934"/>
                    <a:pt x="148" y="1911"/>
                    <a:pt x="1" y="1840"/>
                  </a:cubicBezTo>
                  <a:lnTo>
                    <a:pt x="1" y="1840"/>
                  </a:lnTo>
                  <a:cubicBezTo>
                    <a:pt x="224" y="2134"/>
                    <a:pt x="589" y="2351"/>
                    <a:pt x="1006" y="2351"/>
                  </a:cubicBezTo>
                  <a:cubicBezTo>
                    <a:pt x="1670" y="2351"/>
                    <a:pt x="2228" y="1787"/>
                    <a:pt x="2228" y="1129"/>
                  </a:cubicBezTo>
                  <a:cubicBezTo>
                    <a:pt x="2228" y="612"/>
                    <a:pt x="1911" y="200"/>
                    <a:pt x="1494" y="0"/>
                  </a:cubicBezTo>
                  <a:close/>
                </a:path>
              </a:pathLst>
            </a:custGeom>
            <a:solidFill>
              <a:srgbClr val="866A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4" name="Google Shape;3401;p63">
              <a:extLst>
                <a:ext uri="{FF2B5EF4-FFF2-40B4-BE49-F238E27FC236}">
                  <a16:creationId xmlns:a16="http://schemas.microsoft.com/office/drawing/2014/main" id="{3016FD76-7B61-BF40-9977-236E70AB2DF4}"/>
                </a:ext>
              </a:extLst>
            </p:cNvPr>
            <p:cNvSpPr/>
            <p:nvPr/>
          </p:nvSpPr>
          <p:spPr>
            <a:xfrm>
              <a:off x="6569990" y="4515578"/>
              <a:ext cx="36778" cy="11474"/>
            </a:xfrm>
            <a:custGeom>
              <a:avLst/>
              <a:gdLst/>
              <a:ahLst/>
              <a:cxnLst/>
              <a:rect l="l" t="t" r="r" b="b"/>
              <a:pathLst>
                <a:path w="1888" h="589" extrusionOk="0">
                  <a:moveTo>
                    <a:pt x="294" y="1"/>
                  </a:moveTo>
                  <a:cubicBezTo>
                    <a:pt x="124" y="1"/>
                    <a:pt x="0" y="118"/>
                    <a:pt x="0" y="295"/>
                  </a:cubicBezTo>
                  <a:cubicBezTo>
                    <a:pt x="0" y="442"/>
                    <a:pt x="124" y="588"/>
                    <a:pt x="294" y="588"/>
                  </a:cubicBezTo>
                  <a:lnTo>
                    <a:pt x="1593" y="588"/>
                  </a:lnTo>
                  <a:cubicBezTo>
                    <a:pt x="1740" y="588"/>
                    <a:pt x="1887" y="442"/>
                    <a:pt x="1887" y="295"/>
                  </a:cubicBezTo>
                  <a:cubicBezTo>
                    <a:pt x="1887" y="118"/>
                    <a:pt x="1740" y="1"/>
                    <a:pt x="1593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5" name="Google Shape;3402;p63">
              <a:extLst>
                <a:ext uri="{FF2B5EF4-FFF2-40B4-BE49-F238E27FC236}">
                  <a16:creationId xmlns:a16="http://schemas.microsoft.com/office/drawing/2014/main" id="{D51E2F19-3E02-4CE3-ED20-6C2868F91DDE}"/>
                </a:ext>
              </a:extLst>
            </p:cNvPr>
            <p:cNvSpPr/>
            <p:nvPr/>
          </p:nvSpPr>
          <p:spPr>
            <a:xfrm>
              <a:off x="6398236" y="4228757"/>
              <a:ext cx="379821" cy="379821"/>
            </a:xfrm>
            <a:custGeom>
              <a:avLst/>
              <a:gdLst/>
              <a:ahLst/>
              <a:cxnLst/>
              <a:rect l="l" t="t" r="r" b="b"/>
              <a:pathLst>
                <a:path w="19498" h="19498" extrusionOk="0">
                  <a:moveTo>
                    <a:pt x="13132" y="565"/>
                  </a:moveTo>
                  <a:lnTo>
                    <a:pt x="13132" y="1129"/>
                  </a:lnTo>
                  <a:cubicBezTo>
                    <a:pt x="13132" y="1353"/>
                    <a:pt x="13279" y="1547"/>
                    <a:pt x="13496" y="1594"/>
                  </a:cubicBezTo>
                  <a:cubicBezTo>
                    <a:pt x="13766" y="1670"/>
                    <a:pt x="14037" y="1764"/>
                    <a:pt x="14278" y="1911"/>
                  </a:cubicBezTo>
                  <a:cubicBezTo>
                    <a:pt x="14362" y="1963"/>
                    <a:pt x="14453" y="1989"/>
                    <a:pt x="14541" y="1989"/>
                  </a:cubicBezTo>
                  <a:cubicBezTo>
                    <a:pt x="14663" y="1989"/>
                    <a:pt x="14780" y="1939"/>
                    <a:pt x="14866" y="1841"/>
                  </a:cubicBezTo>
                  <a:lnTo>
                    <a:pt x="15259" y="1447"/>
                  </a:lnTo>
                  <a:lnTo>
                    <a:pt x="15800" y="1987"/>
                  </a:lnTo>
                  <a:lnTo>
                    <a:pt x="15406" y="2381"/>
                  </a:lnTo>
                  <a:cubicBezTo>
                    <a:pt x="15236" y="2528"/>
                    <a:pt x="15212" y="2769"/>
                    <a:pt x="15336" y="2969"/>
                  </a:cubicBezTo>
                  <a:cubicBezTo>
                    <a:pt x="15483" y="3210"/>
                    <a:pt x="15577" y="3457"/>
                    <a:pt x="15653" y="3751"/>
                  </a:cubicBezTo>
                  <a:cubicBezTo>
                    <a:pt x="15700" y="3945"/>
                    <a:pt x="15894" y="4115"/>
                    <a:pt x="16118" y="4115"/>
                  </a:cubicBezTo>
                  <a:lnTo>
                    <a:pt x="16682" y="4115"/>
                  </a:lnTo>
                  <a:lnTo>
                    <a:pt x="16682" y="4850"/>
                  </a:lnTo>
                  <a:lnTo>
                    <a:pt x="16118" y="4850"/>
                  </a:lnTo>
                  <a:cubicBezTo>
                    <a:pt x="15894" y="4850"/>
                    <a:pt x="15700" y="4997"/>
                    <a:pt x="15653" y="5220"/>
                  </a:cubicBezTo>
                  <a:cubicBezTo>
                    <a:pt x="15577" y="5491"/>
                    <a:pt x="15483" y="5761"/>
                    <a:pt x="15336" y="6002"/>
                  </a:cubicBezTo>
                  <a:cubicBezTo>
                    <a:pt x="15212" y="6202"/>
                    <a:pt x="15236" y="6419"/>
                    <a:pt x="15406" y="6590"/>
                  </a:cubicBezTo>
                  <a:lnTo>
                    <a:pt x="15800" y="6984"/>
                  </a:lnTo>
                  <a:lnTo>
                    <a:pt x="15259" y="7495"/>
                  </a:lnTo>
                  <a:lnTo>
                    <a:pt x="14866" y="7107"/>
                  </a:lnTo>
                  <a:cubicBezTo>
                    <a:pt x="14777" y="7018"/>
                    <a:pt x="14654" y="6975"/>
                    <a:pt x="14526" y="6975"/>
                  </a:cubicBezTo>
                  <a:cubicBezTo>
                    <a:pt x="14443" y="6975"/>
                    <a:pt x="14357" y="6993"/>
                    <a:pt x="14278" y="7031"/>
                  </a:cubicBezTo>
                  <a:cubicBezTo>
                    <a:pt x="14037" y="7178"/>
                    <a:pt x="13766" y="7301"/>
                    <a:pt x="13496" y="7377"/>
                  </a:cubicBezTo>
                  <a:cubicBezTo>
                    <a:pt x="13279" y="7424"/>
                    <a:pt x="13132" y="7618"/>
                    <a:pt x="13132" y="7842"/>
                  </a:cubicBezTo>
                  <a:lnTo>
                    <a:pt x="13132" y="8377"/>
                  </a:lnTo>
                  <a:lnTo>
                    <a:pt x="12397" y="8377"/>
                  </a:lnTo>
                  <a:lnTo>
                    <a:pt x="12397" y="7842"/>
                  </a:lnTo>
                  <a:cubicBezTo>
                    <a:pt x="12397" y="7618"/>
                    <a:pt x="12250" y="7424"/>
                    <a:pt x="12027" y="7377"/>
                  </a:cubicBezTo>
                  <a:cubicBezTo>
                    <a:pt x="11756" y="7301"/>
                    <a:pt x="11486" y="7178"/>
                    <a:pt x="11245" y="7031"/>
                  </a:cubicBezTo>
                  <a:cubicBezTo>
                    <a:pt x="11166" y="6993"/>
                    <a:pt x="11080" y="6975"/>
                    <a:pt x="10996" y="6975"/>
                  </a:cubicBezTo>
                  <a:cubicBezTo>
                    <a:pt x="10869" y="6975"/>
                    <a:pt x="10746" y="7018"/>
                    <a:pt x="10657" y="7107"/>
                  </a:cubicBezTo>
                  <a:lnTo>
                    <a:pt x="10263" y="7495"/>
                  </a:lnTo>
                  <a:lnTo>
                    <a:pt x="9752" y="6984"/>
                  </a:lnTo>
                  <a:lnTo>
                    <a:pt x="10140" y="6590"/>
                  </a:lnTo>
                  <a:cubicBezTo>
                    <a:pt x="10287" y="6419"/>
                    <a:pt x="10310" y="6202"/>
                    <a:pt x="10216" y="6002"/>
                  </a:cubicBezTo>
                  <a:cubicBezTo>
                    <a:pt x="10069" y="5761"/>
                    <a:pt x="9946" y="5491"/>
                    <a:pt x="9869" y="5220"/>
                  </a:cubicBezTo>
                  <a:cubicBezTo>
                    <a:pt x="9822" y="4997"/>
                    <a:pt x="9628" y="4850"/>
                    <a:pt x="9405" y="4850"/>
                  </a:cubicBezTo>
                  <a:lnTo>
                    <a:pt x="8870" y="4850"/>
                  </a:lnTo>
                  <a:lnTo>
                    <a:pt x="8870" y="4115"/>
                  </a:lnTo>
                  <a:lnTo>
                    <a:pt x="9405" y="4115"/>
                  </a:lnTo>
                  <a:cubicBezTo>
                    <a:pt x="9628" y="4115"/>
                    <a:pt x="9822" y="3945"/>
                    <a:pt x="9869" y="3751"/>
                  </a:cubicBezTo>
                  <a:cubicBezTo>
                    <a:pt x="9946" y="3457"/>
                    <a:pt x="10069" y="3210"/>
                    <a:pt x="10216" y="2969"/>
                  </a:cubicBezTo>
                  <a:cubicBezTo>
                    <a:pt x="10310" y="2769"/>
                    <a:pt x="10287" y="2528"/>
                    <a:pt x="10140" y="2381"/>
                  </a:cubicBezTo>
                  <a:lnTo>
                    <a:pt x="9752" y="1987"/>
                  </a:lnTo>
                  <a:lnTo>
                    <a:pt x="10263" y="1447"/>
                  </a:lnTo>
                  <a:lnTo>
                    <a:pt x="10657" y="1841"/>
                  </a:lnTo>
                  <a:cubicBezTo>
                    <a:pt x="10742" y="1939"/>
                    <a:pt x="10859" y="1989"/>
                    <a:pt x="10981" y="1989"/>
                  </a:cubicBezTo>
                  <a:cubicBezTo>
                    <a:pt x="11070" y="1989"/>
                    <a:pt x="11161" y="1963"/>
                    <a:pt x="11245" y="1911"/>
                  </a:cubicBezTo>
                  <a:cubicBezTo>
                    <a:pt x="11486" y="1764"/>
                    <a:pt x="11756" y="1670"/>
                    <a:pt x="12027" y="1594"/>
                  </a:cubicBezTo>
                  <a:cubicBezTo>
                    <a:pt x="12250" y="1547"/>
                    <a:pt x="12397" y="1353"/>
                    <a:pt x="12397" y="1129"/>
                  </a:cubicBezTo>
                  <a:lnTo>
                    <a:pt x="12397" y="565"/>
                  </a:lnTo>
                  <a:close/>
                  <a:moveTo>
                    <a:pt x="9429" y="3286"/>
                  </a:moveTo>
                  <a:cubicBezTo>
                    <a:pt x="9382" y="3381"/>
                    <a:pt x="9358" y="3457"/>
                    <a:pt x="9335" y="3527"/>
                  </a:cubicBezTo>
                  <a:lnTo>
                    <a:pt x="8770" y="3527"/>
                  </a:lnTo>
                  <a:cubicBezTo>
                    <a:pt x="8500" y="3527"/>
                    <a:pt x="8282" y="3751"/>
                    <a:pt x="8282" y="4021"/>
                  </a:cubicBezTo>
                  <a:lnTo>
                    <a:pt x="1911" y="4021"/>
                  </a:lnTo>
                  <a:cubicBezTo>
                    <a:pt x="1523" y="4021"/>
                    <a:pt x="1200" y="4339"/>
                    <a:pt x="1200" y="4732"/>
                  </a:cubicBezTo>
                  <a:lnTo>
                    <a:pt x="1200" y="13496"/>
                  </a:lnTo>
                  <a:lnTo>
                    <a:pt x="588" y="13496"/>
                  </a:lnTo>
                  <a:lnTo>
                    <a:pt x="588" y="3968"/>
                  </a:lnTo>
                  <a:cubicBezTo>
                    <a:pt x="588" y="3604"/>
                    <a:pt x="882" y="3286"/>
                    <a:pt x="1253" y="3286"/>
                  </a:cubicBezTo>
                  <a:close/>
                  <a:moveTo>
                    <a:pt x="17611" y="4609"/>
                  </a:moveTo>
                  <a:cubicBezTo>
                    <a:pt x="17687" y="4609"/>
                    <a:pt x="17734" y="4656"/>
                    <a:pt x="17734" y="4732"/>
                  </a:cubicBezTo>
                  <a:lnTo>
                    <a:pt x="17734" y="13496"/>
                  </a:lnTo>
                  <a:lnTo>
                    <a:pt x="1764" y="13496"/>
                  </a:lnTo>
                  <a:lnTo>
                    <a:pt x="1764" y="4732"/>
                  </a:lnTo>
                  <a:cubicBezTo>
                    <a:pt x="1764" y="4656"/>
                    <a:pt x="1840" y="4609"/>
                    <a:pt x="1911" y="4609"/>
                  </a:cubicBezTo>
                  <a:lnTo>
                    <a:pt x="8282" y="4609"/>
                  </a:lnTo>
                  <a:lnTo>
                    <a:pt x="8282" y="4950"/>
                  </a:lnTo>
                  <a:cubicBezTo>
                    <a:pt x="8282" y="5197"/>
                    <a:pt x="8500" y="5414"/>
                    <a:pt x="8770" y="5414"/>
                  </a:cubicBezTo>
                  <a:lnTo>
                    <a:pt x="9335" y="5414"/>
                  </a:lnTo>
                  <a:cubicBezTo>
                    <a:pt x="9429" y="5708"/>
                    <a:pt x="9529" y="5979"/>
                    <a:pt x="9675" y="6225"/>
                  </a:cubicBezTo>
                  <a:lnTo>
                    <a:pt x="9282" y="6643"/>
                  </a:lnTo>
                  <a:cubicBezTo>
                    <a:pt x="9088" y="6813"/>
                    <a:pt x="9088" y="7131"/>
                    <a:pt x="9282" y="7325"/>
                  </a:cubicBezTo>
                  <a:lnTo>
                    <a:pt x="9922" y="7965"/>
                  </a:lnTo>
                  <a:cubicBezTo>
                    <a:pt x="10019" y="8062"/>
                    <a:pt x="10141" y="8111"/>
                    <a:pt x="10263" y="8111"/>
                  </a:cubicBezTo>
                  <a:cubicBezTo>
                    <a:pt x="10385" y="8111"/>
                    <a:pt x="10507" y="8062"/>
                    <a:pt x="10604" y="7965"/>
                  </a:cubicBezTo>
                  <a:lnTo>
                    <a:pt x="11021" y="7571"/>
                  </a:lnTo>
                  <a:cubicBezTo>
                    <a:pt x="11268" y="7718"/>
                    <a:pt x="11539" y="7818"/>
                    <a:pt x="11833" y="7889"/>
                  </a:cubicBezTo>
                  <a:lnTo>
                    <a:pt x="11833" y="8477"/>
                  </a:lnTo>
                  <a:cubicBezTo>
                    <a:pt x="11833" y="8747"/>
                    <a:pt x="12027" y="8941"/>
                    <a:pt x="12297" y="8941"/>
                  </a:cubicBezTo>
                  <a:lnTo>
                    <a:pt x="13226" y="8941"/>
                  </a:lnTo>
                  <a:cubicBezTo>
                    <a:pt x="13496" y="8941"/>
                    <a:pt x="13719" y="8747"/>
                    <a:pt x="13719" y="8477"/>
                  </a:cubicBezTo>
                  <a:lnTo>
                    <a:pt x="13719" y="7889"/>
                  </a:lnTo>
                  <a:cubicBezTo>
                    <a:pt x="13984" y="7818"/>
                    <a:pt x="14254" y="7718"/>
                    <a:pt x="14525" y="7571"/>
                  </a:cubicBezTo>
                  <a:lnTo>
                    <a:pt x="14918" y="7965"/>
                  </a:lnTo>
                  <a:cubicBezTo>
                    <a:pt x="15015" y="8062"/>
                    <a:pt x="15137" y="8111"/>
                    <a:pt x="15259" y="8111"/>
                  </a:cubicBezTo>
                  <a:cubicBezTo>
                    <a:pt x="15381" y="8111"/>
                    <a:pt x="15503" y="8062"/>
                    <a:pt x="15600" y="7965"/>
                  </a:cubicBezTo>
                  <a:lnTo>
                    <a:pt x="16265" y="7325"/>
                  </a:lnTo>
                  <a:cubicBezTo>
                    <a:pt x="16435" y="7131"/>
                    <a:pt x="16435" y="6813"/>
                    <a:pt x="16265" y="6643"/>
                  </a:cubicBezTo>
                  <a:lnTo>
                    <a:pt x="15847" y="6225"/>
                  </a:lnTo>
                  <a:cubicBezTo>
                    <a:pt x="15994" y="5979"/>
                    <a:pt x="16118" y="5708"/>
                    <a:pt x="16188" y="5414"/>
                  </a:cubicBezTo>
                  <a:lnTo>
                    <a:pt x="16752" y="5414"/>
                  </a:lnTo>
                  <a:cubicBezTo>
                    <a:pt x="17023" y="5414"/>
                    <a:pt x="17246" y="5197"/>
                    <a:pt x="17246" y="4950"/>
                  </a:cubicBezTo>
                  <a:lnTo>
                    <a:pt x="17246" y="4609"/>
                  </a:lnTo>
                  <a:close/>
                  <a:moveTo>
                    <a:pt x="18245" y="3286"/>
                  </a:moveTo>
                  <a:cubicBezTo>
                    <a:pt x="18639" y="3286"/>
                    <a:pt x="18933" y="3604"/>
                    <a:pt x="18933" y="3968"/>
                  </a:cubicBezTo>
                  <a:lnTo>
                    <a:pt x="18933" y="13496"/>
                  </a:lnTo>
                  <a:lnTo>
                    <a:pt x="18322" y="13496"/>
                  </a:lnTo>
                  <a:lnTo>
                    <a:pt x="18322" y="4732"/>
                  </a:lnTo>
                  <a:cubicBezTo>
                    <a:pt x="18322" y="4339"/>
                    <a:pt x="18004" y="4021"/>
                    <a:pt x="17611" y="4021"/>
                  </a:cubicBezTo>
                  <a:lnTo>
                    <a:pt x="17246" y="4021"/>
                  </a:lnTo>
                  <a:cubicBezTo>
                    <a:pt x="17246" y="3751"/>
                    <a:pt x="17023" y="3527"/>
                    <a:pt x="16752" y="3527"/>
                  </a:cubicBezTo>
                  <a:lnTo>
                    <a:pt x="16188" y="3527"/>
                  </a:lnTo>
                  <a:cubicBezTo>
                    <a:pt x="16165" y="3457"/>
                    <a:pt x="16141" y="3381"/>
                    <a:pt x="16118" y="3286"/>
                  </a:cubicBezTo>
                  <a:close/>
                  <a:moveTo>
                    <a:pt x="11315" y="16535"/>
                  </a:moveTo>
                  <a:cubicBezTo>
                    <a:pt x="11339" y="17046"/>
                    <a:pt x="11392" y="18175"/>
                    <a:pt x="11539" y="18910"/>
                  </a:cubicBezTo>
                  <a:lnTo>
                    <a:pt x="7959" y="18910"/>
                  </a:lnTo>
                  <a:cubicBezTo>
                    <a:pt x="8135" y="18175"/>
                    <a:pt x="8183" y="17046"/>
                    <a:pt x="8183" y="16535"/>
                  </a:cubicBezTo>
                  <a:close/>
                  <a:moveTo>
                    <a:pt x="12297" y="1"/>
                  </a:moveTo>
                  <a:cubicBezTo>
                    <a:pt x="12027" y="1"/>
                    <a:pt x="11833" y="224"/>
                    <a:pt x="11833" y="495"/>
                  </a:cubicBezTo>
                  <a:lnTo>
                    <a:pt x="11833" y="1059"/>
                  </a:lnTo>
                  <a:cubicBezTo>
                    <a:pt x="11539" y="1129"/>
                    <a:pt x="11268" y="1253"/>
                    <a:pt x="11021" y="1400"/>
                  </a:cubicBezTo>
                  <a:lnTo>
                    <a:pt x="10604" y="982"/>
                  </a:lnTo>
                  <a:cubicBezTo>
                    <a:pt x="10507" y="885"/>
                    <a:pt x="10385" y="837"/>
                    <a:pt x="10263" y="837"/>
                  </a:cubicBezTo>
                  <a:cubicBezTo>
                    <a:pt x="10141" y="837"/>
                    <a:pt x="10019" y="885"/>
                    <a:pt x="9922" y="982"/>
                  </a:cubicBezTo>
                  <a:lnTo>
                    <a:pt x="9282" y="1647"/>
                  </a:lnTo>
                  <a:cubicBezTo>
                    <a:pt x="9088" y="1817"/>
                    <a:pt x="9088" y="2134"/>
                    <a:pt x="9282" y="2328"/>
                  </a:cubicBezTo>
                  <a:lnTo>
                    <a:pt x="9675" y="2722"/>
                  </a:lnTo>
                  <a:lnTo>
                    <a:pt x="1253" y="2722"/>
                  </a:lnTo>
                  <a:cubicBezTo>
                    <a:pt x="565" y="2722"/>
                    <a:pt x="1" y="3286"/>
                    <a:pt x="1" y="3968"/>
                  </a:cubicBezTo>
                  <a:lnTo>
                    <a:pt x="1" y="15283"/>
                  </a:lnTo>
                  <a:cubicBezTo>
                    <a:pt x="1" y="15971"/>
                    <a:pt x="565" y="16535"/>
                    <a:pt x="1253" y="16535"/>
                  </a:cubicBezTo>
                  <a:lnTo>
                    <a:pt x="3921" y="16535"/>
                  </a:lnTo>
                  <a:cubicBezTo>
                    <a:pt x="4068" y="16535"/>
                    <a:pt x="4191" y="16388"/>
                    <a:pt x="4191" y="16241"/>
                  </a:cubicBezTo>
                  <a:cubicBezTo>
                    <a:pt x="4191" y="16094"/>
                    <a:pt x="4068" y="15947"/>
                    <a:pt x="3921" y="15947"/>
                  </a:cubicBezTo>
                  <a:lnTo>
                    <a:pt x="1253" y="15947"/>
                  </a:lnTo>
                  <a:cubicBezTo>
                    <a:pt x="882" y="15947"/>
                    <a:pt x="588" y="15653"/>
                    <a:pt x="588" y="15283"/>
                  </a:cubicBezTo>
                  <a:lnTo>
                    <a:pt x="588" y="14061"/>
                  </a:lnTo>
                  <a:lnTo>
                    <a:pt x="18933" y="14061"/>
                  </a:lnTo>
                  <a:lnTo>
                    <a:pt x="18933" y="15283"/>
                  </a:lnTo>
                  <a:cubicBezTo>
                    <a:pt x="18933" y="15653"/>
                    <a:pt x="18639" y="15947"/>
                    <a:pt x="18245" y="15947"/>
                  </a:cubicBezTo>
                  <a:lnTo>
                    <a:pt x="5267" y="15947"/>
                  </a:lnTo>
                  <a:cubicBezTo>
                    <a:pt x="5120" y="15947"/>
                    <a:pt x="4973" y="16094"/>
                    <a:pt x="4973" y="16241"/>
                  </a:cubicBezTo>
                  <a:cubicBezTo>
                    <a:pt x="4973" y="16388"/>
                    <a:pt x="5120" y="16535"/>
                    <a:pt x="5267" y="16535"/>
                  </a:cubicBezTo>
                  <a:lnTo>
                    <a:pt x="7618" y="16535"/>
                  </a:lnTo>
                  <a:cubicBezTo>
                    <a:pt x="7595" y="17170"/>
                    <a:pt x="7518" y="18298"/>
                    <a:pt x="7371" y="18910"/>
                  </a:cubicBezTo>
                  <a:lnTo>
                    <a:pt x="6396" y="18910"/>
                  </a:lnTo>
                  <a:cubicBezTo>
                    <a:pt x="6249" y="18910"/>
                    <a:pt x="6102" y="19057"/>
                    <a:pt x="6102" y="19204"/>
                  </a:cubicBezTo>
                  <a:cubicBezTo>
                    <a:pt x="6102" y="19351"/>
                    <a:pt x="6249" y="19497"/>
                    <a:pt x="6396" y="19497"/>
                  </a:cubicBezTo>
                  <a:lnTo>
                    <a:pt x="13132" y="19497"/>
                  </a:lnTo>
                  <a:cubicBezTo>
                    <a:pt x="13279" y="19497"/>
                    <a:pt x="13396" y="19351"/>
                    <a:pt x="13396" y="19204"/>
                  </a:cubicBezTo>
                  <a:cubicBezTo>
                    <a:pt x="13396" y="19057"/>
                    <a:pt x="13279" y="18910"/>
                    <a:pt x="13132" y="18910"/>
                  </a:cubicBezTo>
                  <a:lnTo>
                    <a:pt x="12127" y="18910"/>
                  </a:lnTo>
                  <a:cubicBezTo>
                    <a:pt x="11980" y="18298"/>
                    <a:pt x="11927" y="17170"/>
                    <a:pt x="11903" y="16535"/>
                  </a:cubicBezTo>
                  <a:lnTo>
                    <a:pt x="18245" y="16535"/>
                  </a:lnTo>
                  <a:cubicBezTo>
                    <a:pt x="18933" y="16535"/>
                    <a:pt x="19497" y="15971"/>
                    <a:pt x="19497" y="15283"/>
                  </a:cubicBezTo>
                  <a:lnTo>
                    <a:pt x="19497" y="3968"/>
                  </a:lnTo>
                  <a:cubicBezTo>
                    <a:pt x="19497" y="3286"/>
                    <a:pt x="18933" y="2722"/>
                    <a:pt x="18245" y="2722"/>
                  </a:cubicBezTo>
                  <a:lnTo>
                    <a:pt x="15847" y="2722"/>
                  </a:lnTo>
                  <a:lnTo>
                    <a:pt x="16265" y="2328"/>
                  </a:lnTo>
                  <a:cubicBezTo>
                    <a:pt x="16435" y="2134"/>
                    <a:pt x="16435" y="1817"/>
                    <a:pt x="16265" y="1647"/>
                  </a:cubicBezTo>
                  <a:lnTo>
                    <a:pt x="15600" y="982"/>
                  </a:lnTo>
                  <a:cubicBezTo>
                    <a:pt x="15503" y="885"/>
                    <a:pt x="15381" y="837"/>
                    <a:pt x="15259" y="837"/>
                  </a:cubicBezTo>
                  <a:cubicBezTo>
                    <a:pt x="15137" y="837"/>
                    <a:pt x="15015" y="885"/>
                    <a:pt x="14918" y="982"/>
                  </a:cubicBezTo>
                  <a:lnTo>
                    <a:pt x="14525" y="1400"/>
                  </a:lnTo>
                  <a:cubicBezTo>
                    <a:pt x="14254" y="1253"/>
                    <a:pt x="13984" y="1129"/>
                    <a:pt x="13719" y="1059"/>
                  </a:cubicBezTo>
                  <a:lnTo>
                    <a:pt x="13719" y="495"/>
                  </a:lnTo>
                  <a:cubicBezTo>
                    <a:pt x="13719" y="224"/>
                    <a:pt x="13496" y="1"/>
                    <a:pt x="13226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6" name="Google Shape;3403;p63">
              <a:extLst>
                <a:ext uri="{FF2B5EF4-FFF2-40B4-BE49-F238E27FC236}">
                  <a16:creationId xmlns:a16="http://schemas.microsoft.com/office/drawing/2014/main" id="{6766C270-92E3-F6FB-E104-5FCC16BD05FB}"/>
                </a:ext>
              </a:extLst>
            </p:cNvPr>
            <p:cNvSpPr/>
            <p:nvPr/>
          </p:nvSpPr>
          <p:spPr>
            <a:xfrm>
              <a:off x="6603885" y="4272723"/>
              <a:ext cx="86355" cy="86355"/>
            </a:xfrm>
            <a:custGeom>
              <a:avLst/>
              <a:gdLst/>
              <a:ahLst/>
              <a:cxnLst/>
              <a:rect l="l" t="t" r="r" b="b"/>
              <a:pathLst>
                <a:path w="4433" h="4433" extrusionOk="0">
                  <a:moveTo>
                    <a:pt x="2204" y="1"/>
                  </a:moveTo>
                  <a:cubicBezTo>
                    <a:pt x="2010" y="1"/>
                    <a:pt x="1787" y="24"/>
                    <a:pt x="1593" y="95"/>
                  </a:cubicBezTo>
                  <a:cubicBezTo>
                    <a:pt x="1446" y="124"/>
                    <a:pt x="1346" y="295"/>
                    <a:pt x="1399" y="442"/>
                  </a:cubicBezTo>
                  <a:cubicBezTo>
                    <a:pt x="1438" y="563"/>
                    <a:pt x="1544" y="648"/>
                    <a:pt x="1676" y="648"/>
                  </a:cubicBezTo>
                  <a:cubicBezTo>
                    <a:pt x="1704" y="648"/>
                    <a:pt x="1733" y="644"/>
                    <a:pt x="1763" y="636"/>
                  </a:cubicBezTo>
                  <a:cubicBezTo>
                    <a:pt x="1910" y="589"/>
                    <a:pt x="2057" y="589"/>
                    <a:pt x="2204" y="589"/>
                  </a:cubicBezTo>
                  <a:cubicBezTo>
                    <a:pt x="3110" y="589"/>
                    <a:pt x="3844" y="1323"/>
                    <a:pt x="3844" y="2229"/>
                  </a:cubicBezTo>
                  <a:cubicBezTo>
                    <a:pt x="3844" y="3134"/>
                    <a:pt x="3110" y="3868"/>
                    <a:pt x="2204" y="3868"/>
                  </a:cubicBezTo>
                  <a:cubicBezTo>
                    <a:pt x="1299" y="3868"/>
                    <a:pt x="564" y="3134"/>
                    <a:pt x="564" y="2229"/>
                  </a:cubicBezTo>
                  <a:cubicBezTo>
                    <a:pt x="564" y="1888"/>
                    <a:pt x="664" y="1564"/>
                    <a:pt x="835" y="1300"/>
                  </a:cubicBezTo>
                  <a:cubicBezTo>
                    <a:pt x="929" y="1176"/>
                    <a:pt x="905" y="1006"/>
                    <a:pt x="758" y="906"/>
                  </a:cubicBezTo>
                  <a:cubicBezTo>
                    <a:pt x="713" y="870"/>
                    <a:pt x="662" y="853"/>
                    <a:pt x="610" y="853"/>
                  </a:cubicBezTo>
                  <a:cubicBezTo>
                    <a:pt x="521" y="853"/>
                    <a:pt x="430" y="902"/>
                    <a:pt x="370" y="977"/>
                  </a:cubicBezTo>
                  <a:cubicBezTo>
                    <a:pt x="124" y="1347"/>
                    <a:pt x="0" y="1788"/>
                    <a:pt x="0" y="2229"/>
                  </a:cubicBezTo>
                  <a:cubicBezTo>
                    <a:pt x="0" y="3451"/>
                    <a:pt x="982" y="4433"/>
                    <a:pt x="2204" y="4433"/>
                  </a:cubicBezTo>
                  <a:cubicBezTo>
                    <a:pt x="3427" y="4433"/>
                    <a:pt x="4432" y="3451"/>
                    <a:pt x="4432" y="2229"/>
                  </a:cubicBezTo>
                  <a:cubicBezTo>
                    <a:pt x="4432" y="1006"/>
                    <a:pt x="3427" y="1"/>
                    <a:pt x="2204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7" name="Google Shape;3404;p63">
              <a:extLst>
                <a:ext uri="{FF2B5EF4-FFF2-40B4-BE49-F238E27FC236}">
                  <a16:creationId xmlns:a16="http://schemas.microsoft.com/office/drawing/2014/main" id="{45725D2F-F026-5B6C-F311-635F523E6FDE}"/>
                </a:ext>
              </a:extLst>
            </p:cNvPr>
            <p:cNvSpPr/>
            <p:nvPr/>
          </p:nvSpPr>
          <p:spPr>
            <a:xfrm>
              <a:off x="6624378" y="4293684"/>
              <a:ext cx="44901" cy="44901"/>
            </a:xfrm>
            <a:custGeom>
              <a:avLst/>
              <a:gdLst/>
              <a:ahLst/>
              <a:cxnLst/>
              <a:rect l="l" t="t" r="r" b="b"/>
              <a:pathLst>
                <a:path w="2305" h="2305" extrusionOk="0">
                  <a:moveTo>
                    <a:pt x="1152" y="565"/>
                  </a:moveTo>
                  <a:cubicBezTo>
                    <a:pt x="1470" y="565"/>
                    <a:pt x="1740" y="835"/>
                    <a:pt x="1740" y="1153"/>
                  </a:cubicBezTo>
                  <a:cubicBezTo>
                    <a:pt x="1740" y="1470"/>
                    <a:pt x="1470" y="1717"/>
                    <a:pt x="1152" y="1717"/>
                  </a:cubicBezTo>
                  <a:cubicBezTo>
                    <a:pt x="835" y="1717"/>
                    <a:pt x="565" y="1470"/>
                    <a:pt x="565" y="1153"/>
                  </a:cubicBezTo>
                  <a:cubicBezTo>
                    <a:pt x="565" y="835"/>
                    <a:pt x="835" y="565"/>
                    <a:pt x="1152" y="565"/>
                  </a:cubicBezTo>
                  <a:close/>
                  <a:moveTo>
                    <a:pt x="1152" y="1"/>
                  </a:moveTo>
                  <a:cubicBezTo>
                    <a:pt x="518" y="1"/>
                    <a:pt x="0" y="518"/>
                    <a:pt x="0" y="1153"/>
                  </a:cubicBezTo>
                  <a:cubicBezTo>
                    <a:pt x="0" y="1787"/>
                    <a:pt x="518" y="2305"/>
                    <a:pt x="1152" y="2305"/>
                  </a:cubicBezTo>
                  <a:cubicBezTo>
                    <a:pt x="1787" y="2305"/>
                    <a:pt x="2304" y="1787"/>
                    <a:pt x="2304" y="1153"/>
                  </a:cubicBezTo>
                  <a:cubicBezTo>
                    <a:pt x="2304" y="518"/>
                    <a:pt x="1787" y="1"/>
                    <a:pt x="1152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8" name="Google Shape;3405;p63">
              <a:extLst>
                <a:ext uri="{FF2B5EF4-FFF2-40B4-BE49-F238E27FC236}">
                  <a16:creationId xmlns:a16="http://schemas.microsoft.com/office/drawing/2014/main" id="{8D737A8E-145E-DB02-4A81-7DDF4941FA63}"/>
                </a:ext>
              </a:extLst>
            </p:cNvPr>
            <p:cNvSpPr/>
            <p:nvPr/>
          </p:nvSpPr>
          <p:spPr>
            <a:xfrm>
              <a:off x="6444033" y="4342344"/>
              <a:ext cx="136048" cy="136048"/>
            </a:xfrm>
            <a:custGeom>
              <a:avLst/>
              <a:gdLst/>
              <a:ahLst/>
              <a:cxnLst/>
              <a:rect l="l" t="t" r="r" b="b"/>
              <a:pathLst>
                <a:path w="6984" h="6984" extrusionOk="0">
                  <a:moveTo>
                    <a:pt x="3698" y="565"/>
                  </a:moveTo>
                  <a:lnTo>
                    <a:pt x="3698" y="929"/>
                  </a:lnTo>
                  <a:cubicBezTo>
                    <a:pt x="3698" y="1129"/>
                    <a:pt x="3845" y="1300"/>
                    <a:pt x="4045" y="1347"/>
                  </a:cubicBezTo>
                  <a:cubicBezTo>
                    <a:pt x="4239" y="1399"/>
                    <a:pt x="4433" y="1494"/>
                    <a:pt x="4632" y="1593"/>
                  </a:cubicBezTo>
                  <a:cubicBezTo>
                    <a:pt x="4699" y="1633"/>
                    <a:pt x="4774" y="1652"/>
                    <a:pt x="4847" y="1652"/>
                  </a:cubicBezTo>
                  <a:cubicBezTo>
                    <a:pt x="4959" y="1652"/>
                    <a:pt x="5069" y="1606"/>
                    <a:pt x="5144" y="1517"/>
                  </a:cubicBezTo>
                  <a:lnTo>
                    <a:pt x="5414" y="1276"/>
                  </a:lnTo>
                  <a:lnTo>
                    <a:pt x="5708" y="1593"/>
                  </a:lnTo>
                  <a:lnTo>
                    <a:pt x="5461" y="1840"/>
                  </a:lnTo>
                  <a:cubicBezTo>
                    <a:pt x="5314" y="1987"/>
                    <a:pt x="5291" y="2181"/>
                    <a:pt x="5391" y="2352"/>
                  </a:cubicBezTo>
                  <a:cubicBezTo>
                    <a:pt x="5514" y="2546"/>
                    <a:pt x="5585" y="2746"/>
                    <a:pt x="5638" y="2939"/>
                  </a:cubicBezTo>
                  <a:cubicBezTo>
                    <a:pt x="5685" y="3133"/>
                    <a:pt x="5855" y="3280"/>
                    <a:pt x="6049" y="3280"/>
                  </a:cubicBezTo>
                  <a:lnTo>
                    <a:pt x="6419" y="3280"/>
                  </a:lnTo>
                  <a:lnTo>
                    <a:pt x="6419" y="3721"/>
                  </a:lnTo>
                  <a:lnTo>
                    <a:pt x="6049" y="3721"/>
                  </a:lnTo>
                  <a:cubicBezTo>
                    <a:pt x="5855" y="3721"/>
                    <a:pt x="5685" y="3845"/>
                    <a:pt x="5638" y="4045"/>
                  </a:cubicBezTo>
                  <a:cubicBezTo>
                    <a:pt x="5585" y="4238"/>
                    <a:pt x="5514" y="4432"/>
                    <a:pt x="5391" y="4632"/>
                  </a:cubicBezTo>
                  <a:cubicBezTo>
                    <a:pt x="5291" y="4803"/>
                    <a:pt x="5314" y="5020"/>
                    <a:pt x="5461" y="5144"/>
                  </a:cubicBezTo>
                  <a:lnTo>
                    <a:pt x="5708" y="5414"/>
                  </a:lnTo>
                  <a:lnTo>
                    <a:pt x="5414" y="5708"/>
                  </a:lnTo>
                  <a:lnTo>
                    <a:pt x="5144" y="5461"/>
                  </a:lnTo>
                  <a:cubicBezTo>
                    <a:pt x="5070" y="5374"/>
                    <a:pt x="4964" y="5330"/>
                    <a:pt x="4853" y="5330"/>
                  </a:cubicBezTo>
                  <a:cubicBezTo>
                    <a:pt x="4778" y="5330"/>
                    <a:pt x="4701" y="5350"/>
                    <a:pt x="4632" y="5391"/>
                  </a:cubicBezTo>
                  <a:cubicBezTo>
                    <a:pt x="4433" y="5514"/>
                    <a:pt x="4239" y="5585"/>
                    <a:pt x="4045" y="5632"/>
                  </a:cubicBezTo>
                  <a:cubicBezTo>
                    <a:pt x="3845" y="5684"/>
                    <a:pt x="3698" y="5855"/>
                    <a:pt x="3698" y="6049"/>
                  </a:cubicBezTo>
                  <a:lnTo>
                    <a:pt x="3698" y="6419"/>
                  </a:lnTo>
                  <a:lnTo>
                    <a:pt x="3286" y="6419"/>
                  </a:lnTo>
                  <a:lnTo>
                    <a:pt x="3286" y="6049"/>
                  </a:lnTo>
                  <a:cubicBezTo>
                    <a:pt x="3286" y="5855"/>
                    <a:pt x="3139" y="5684"/>
                    <a:pt x="2940" y="5632"/>
                  </a:cubicBezTo>
                  <a:cubicBezTo>
                    <a:pt x="2746" y="5585"/>
                    <a:pt x="2552" y="5514"/>
                    <a:pt x="2352" y="5391"/>
                  </a:cubicBezTo>
                  <a:cubicBezTo>
                    <a:pt x="2283" y="5350"/>
                    <a:pt x="2210" y="5330"/>
                    <a:pt x="2138" y="5330"/>
                  </a:cubicBezTo>
                  <a:cubicBezTo>
                    <a:pt x="2032" y="5330"/>
                    <a:pt x="1928" y="5374"/>
                    <a:pt x="1840" y="5461"/>
                  </a:cubicBezTo>
                  <a:lnTo>
                    <a:pt x="1570" y="5708"/>
                  </a:lnTo>
                  <a:lnTo>
                    <a:pt x="1276" y="5414"/>
                  </a:lnTo>
                  <a:lnTo>
                    <a:pt x="1523" y="5144"/>
                  </a:lnTo>
                  <a:cubicBezTo>
                    <a:pt x="1670" y="5020"/>
                    <a:pt x="1694" y="4803"/>
                    <a:pt x="1594" y="4632"/>
                  </a:cubicBezTo>
                  <a:cubicBezTo>
                    <a:pt x="1470" y="4432"/>
                    <a:pt x="1400" y="4238"/>
                    <a:pt x="1347" y="4045"/>
                  </a:cubicBezTo>
                  <a:cubicBezTo>
                    <a:pt x="1300" y="3845"/>
                    <a:pt x="1129" y="3721"/>
                    <a:pt x="935" y="3721"/>
                  </a:cubicBezTo>
                  <a:lnTo>
                    <a:pt x="565" y="3721"/>
                  </a:lnTo>
                  <a:lnTo>
                    <a:pt x="565" y="3280"/>
                  </a:lnTo>
                  <a:lnTo>
                    <a:pt x="935" y="3280"/>
                  </a:lnTo>
                  <a:cubicBezTo>
                    <a:pt x="1129" y="3280"/>
                    <a:pt x="1300" y="3133"/>
                    <a:pt x="1347" y="2939"/>
                  </a:cubicBezTo>
                  <a:cubicBezTo>
                    <a:pt x="1400" y="2746"/>
                    <a:pt x="1470" y="2546"/>
                    <a:pt x="1594" y="2352"/>
                  </a:cubicBezTo>
                  <a:cubicBezTo>
                    <a:pt x="1694" y="2181"/>
                    <a:pt x="1670" y="1987"/>
                    <a:pt x="1523" y="1840"/>
                  </a:cubicBezTo>
                  <a:lnTo>
                    <a:pt x="1276" y="1593"/>
                  </a:lnTo>
                  <a:lnTo>
                    <a:pt x="1570" y="1276"/>
                  </a:lnTo>
                  <a:lnTo>
                    <a:pt x="1840" y="1517"/>
                  </a:lnTo>
                  <a:cubicBezTo>
                    <a:pt x="1930" y="1606"/>
                    <a:pt x="2036" y="1652"/>
                    <a:pt x="2144" y="1652"/>
                  </a:cubicBezTo>
                  <a:cubicBezTo>
                    <a:pt x="2214" y="1652"/>
                    <a:pt x="2285" y="1633"/>
                    <a:pt x="2352" y="1593"/>
                  </a:cubicBezTo>
                  <a:cubicBezTo>
                    <a:pt x="2552" y="1494"/>
                    <a:pt x="2746" y="1399"/>
                    <a:pt x="2940" y="1347"/>
                  </a:cubicBezTo>
                  <a:cubicBezTo>
                    <a:pt x="3139" y="1300"/>
                    <a:pt x="3286" y="1129"/>
                    <a:pt x="3286" y="929"/>
                  </a:cubicBezTo>
                  <a:lnTo>
                    <a:pt x="3286" y="565"/>
                  </a:lnTo>
                  <a:close/>
                  <a:moveTo>
                    <a:pt x="3139" y="1"/>
                  </a:moveTo>
                  <a:cubicBezTo>
                    <a:pt x="2893" y="1"/>
                    <a:pt x="2699" y="195"/>
                    <a:pt x="2699" y="441"/>
                  </a:cubicBezTo>
                  <a:lnTo>
                    <a:pt x="2699" y="835"/>
                  </a:lnTo>
                  <a:cubicBezTo>
                    <a:pt x="2522" y="882"/>
                    <a:pt x="2328" y="959"/>
                    <a:pt x="2158" y="1053"/>
                  </a:cubicBezTo>
                  <a:lnTo>
                    <a:pt x="1887" y="782"/>
                  </a:lnTo>
                  <a:cubicBezTo>
                    <a:pt x="1802" y="697"/>
                    <a:pt x="1692" y="654"/>
                    <a:pt x="1582" y="654"/>
                  </a:cubicBezTo>
                  <a:cubicBezTo>
                    <a:pt x="1472" y="654"/>
                    <a:pt x="1361" y="697"/>
                    <a:pt x="1276" y="782"/>
                  </a:cubicBezTo>
                  <a:lnTo>
                    <a:pt x="759" y="1276"/>
                  </a:lnTo>
                  <a:cubicBezTo>
                    <a:pt x="612" y="1447"/>
                    <a:pt x="612" y="1717"/>
                    <a:pt x="759" y="1887"/>
                  </a:cubicBezTo>
                  <a:lnTo>
                    <a:pt x="1053" y="2158"/>
                  </a:lnTo>
                  <a:cubicBezTo>
                    <a:pt x="959" y="2328"/>
                    <a:pt x="882" y="2522"/>
                    <a:pt x="835" y="2693"/>
                  </a:cubicBezTo>
                  <a:lnTo>
                    <a:pt x="442" y="2693"/>
                  </a:lnTo>
                  <a:cubicBezTo>
                    <a:pt x="201" y="2693"/>
                    <a:pt x="1" y="2892"/>
                    <a:pt x="1" y="3133"/>
                  </a:cubicBezTo>
                  <a:lnTo>
                    <a:pt x="1" y="3845"/>
                  </a:lnTo>
                  <a:cubicBezTo>
                    <a:pt x="1" y="4092"/>
                    <a:pt x="201" y="4286"/>
                    <a:pt x="442" y="4286"/>
                  </a:cubicBezTo>
                  <a:lnTo>
                    <a:pt x="835" y="4286"/>
                  </a:lnTo>
                  <a:cubicBezTo>
                    <a:pt x="882" y="4485"/>
                    <a:pt x="959" y="4656"/>
                    <a:pt x="1053" y="4826"/>
                  </a:cubicBezTo>
                  <a:lnTo>
                    <a:pt x="759" y="5097"/>
                  </a:lnTo>
                  <a:cubicBezTo>
                    <a:pt x="612" y="5267"/>
                    <a:pt x="612" y="5537"/>
                    <a:pt x="759" y="5708"/>
                  </a:cubicBezTo>
                  <a:lnTo>
                    <a:pt x="1276" y="6219"/>
                  </a:lnTo>
                  <a:cubicBezTo>
                    <a:pt x="1347" y="6296"/>
                    <a:pt x="1470" y="6343"/>
                    <a:pt x="1570" y="6343"/>
                  </a:cubicBezTo>
                  <a:cubicBezTo>
                    <a:pt x="1694" y="6343"/>
                    <a:pt x="1817" y="6296"/>
                    <a:pt x="1887" y="6219"/>
                  </a:cubicBezTo>
                  <a:lnTo>
                    <a:pt x="2158" y="5955"/>
                  </a:lnTo>
                  <a:cubicBezTo>
                    <a:pt x="2328" y="6025"/>
                    <a:pt x="2522" y="6102"/>
                    <a:pt x="2699" y="6172"/>
                  </a:cubicBezTo>
                  <a:lnTo>
                    <a:pt x="2699" y="6566"/>
                  </a:lnTo>
                  <a:cubicBezTo>
                    <a:pt x="2699" y="6784"/>
                    <a:pt x="2893" y="6983"/>
                    <a:pt x="3139" y="6983"/>
                  </a:cubicBezTo>
                  <a:lnTo>
                    <a:pt x="3845" y="6983"/>
                  </a:lnTo>
                  <a:cubicBezTo>
                    <a:pt x="4092" y="6983"/>
                    <a:pt x="4286" y="6784"/>
                    <a:pt x="4286" y="6566"/>
                  </a:cubicBezTo>
                  <a:lnTo>
                    <a:pt x="4286" y="6172"/>
                  </a:lnTo>
                  <a:cubicBezTo>
                    <a:pt x="4462" y="6102"/>
                    <a:pt x="4656" y="6025"/>
                    <a:pt x="4826" y="5955"/>
                  </a:cubicBezTo>
                  <a:lnTo>
                    <a:pt x="5097" y="6219"/>
                  </a:lnTo>
                  <a:cubicBezTo>
                    <a:pt x="5167" y="6296"/>
                    <a:pt x="5291" y="6343"/>
                    <a:pt x="5414" y="6343"/>
                  </a:cubicBezTo>
                  <a:cubicBezTo>
                    <a:pt x="5514" y="6343"/>
                    <a:pt x="5638" y="6296"/>
                    <a:pt x="5708" y="6219"/>
                  </a:cubicBezTo>
                  <a:lnTo>
                    <a:pt x="6225" y="5708"/>
                  </a:lnTo>
                  <a:cubicBezTo>
                    <a:pt x="6296" y="5632"/>
                    <a:pt x="6343" y="5514"/>
                    <a:pt x="6343" y="5414"/>
                  </a:cubicBezTo>
                  <a:cubicBezTo>
                    <a:pt x="6343" y="5291"/>
                    <a:pt x="6296" y="5191"/>
                    <a:pt x="6225" y="5097"/>
                  </a:cubicBezTo>
                  <a:lnTo>
                    <a:pt x="5931" y="4826"/>
                  </a:lnTo>
                  <a:cubicBezTo>
                    <a:pt x="6025" y="4656"/>
                    <a:pt x="6102" y="4485"/>
                    <a:pt x="6172" y="4286"/>
                  </a:cubicBezTo>
                  <a:lnTo>
                    <a:pt x="6543" y="4286"/>
                  </a:lnTo>
                  <a:cubicBezTo>
                    <a:pt x="6784" y="4286"/>
                    <a:pt x="6984" y="4092"/>
                    <a:pt x="6984" y="3845"/>
                  </a:cubicBezTo>
                  <a:lnTo>
                    <a:pt x="6984" y="3133"/>
                  </a:lnTo>
                  <a:cubicBezTo>
                    <a:pt x="6984" y="2892"/>
                    <a:pt x="6784" y="2693"/>
                    <a:pt x="6543" y="2693"/>
                  </a:cubicBezTo>
                  <a:lnTo>
                    <a:pt x="6172" y="2693"/>
                  </a:lnTo>
                  <a:cubicBezTo>
                    <a:pt x="6102" y="2522"/>
                    <a:pt x="6025" y="2328"/>
                    <a:pt x="5931" y="2158"/>
                  </a:cubicBezTo>
                  <a:lnTo>
                    <a:pt x="6225" y="1887"/>
                  </a:lnTo>
                  <a:cubicBezTo>
                    <a:pt x="6296" y="1811"/>
                    <a:pt x="6343" y="1693"/>
                    <a:pt x="6343" y="1593"/>
                  </a:cubicBezTo>
                  <a:cubicBezTo>
                    <a:pt x="6343" y="1470"/>
                    <a:pt x="6296" y="1347"/>
                    <a:pt x="6225" y="1276"/>
                  </a:cubicBezTo>
                  <a:lnTo>
                    <a:pt x="5708" y="782"/>
                  </a:lnTo>
                  <a:cubicBezTo>
                    <a:pt x="5623" y="697"/>
                    <a:pt x="5513" y="654"/>
                    <a:pt x="5402" y="654"/>
                  </a:cubicBezTo>
                  <a:cubicBezTo>
                    <a:pt x="5292" y="654"/>
                    <a:pt x="5182" y="697"/>
                    <a:pt x="5097" y="782"/>
                  </a:cubicBezTo>
                  <a:lnTo>
                    <a:pt x="4826" y="1053"/>
                  </a:lnTo>
                  <a:cubicBezTo>
                    <a:pt x="4656" y="959"/>
                    <a:pt x="4462" y="882"/>
                    <a:pt x="4286" y="835"/>
                  </a:cubicBezTo>
                  <a:lnTo>
                    <a:pt x="4286" y="441"/>
                  </a:lnTo>
                  <a:cubicBezTo>
                    <a:pt x="4286" y="195"/>
                    <a:pt x="4092" y="1"/>
                    <a:pt x="3845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9" name="Google Shape;3406;p63">
              <a:extLst>
                <a:ext uri="{FF2B5EF4-FFF2-40B4-BE49-F238E27FC236}">
                  <a16:creationId xmlns:a16="http://schemas.microsoft.com/office/drawing/2014/main" id="{0B61FF4E-D887-897C-235E-089AE0C459C0}"/>
                </a:ext>
              </a:extLst>
            </p:cNvPr>
            <p:cNvSpPr/>
            <p:nvPr/>
          </p:nvSpPr>
          <p:spPr>
            <a:xfrm>
              <a:off x="6482740" y="4381051"/>
              <a:ext cx="58635" cy="58635"/>
            </a:xfrm>
            <a:custGeom>
              <a:avLst/>
              <a:gdLst/>
              <a:ahLst/>
              <a:cxnLst/>
              <a:rect l="l" t="t" r="r" b="b"/>
              <a:pathLst>
                <a:path w="3010" h="3010" extrusionOk="0">
                  <a:moveTo>
                    <a:pt x="1517" y="559"/>
                  </a:moveTo>
                  <a:cubicBezTo>
                    <a:pt x="2034" y="559"/>
                    <a:pt x="2446" y="976"/>
                    <a:pt x="2446" y="1517"/>
                  </a:cubicBezTo>
                  <a:cubicBezTo>
                    <a:pt x="2446" y="2028"/>
                    <a:pt x="2034" y="2445"/>
                    <a:pt x="1517" y="2445"/>
                  </a:cubicBezTo>
                  <a:cubicBezTo>
                    <a:pt x="976" y="2445"/>
                    <a:pt x="565" y="2028"/>
                    <a:pt x="565" y="1517"/>
                  </a:cubicBezTo>
                  <a:cubicBezTo>
                    <a:pt x="565" y="976"/>
                    <a:pt x="976" y="559"/>
                    <a:pt x="1517" y="559"/>
                  </a:cubicBezTo>
                  <a:close/>
                  <a:moveTo>
                    <a:pt x="1517" y="0"/>
                  </a:moveTo>
                  <a:cubicBezTo>
                    <a:pt x="682" y="0"/>
                    <a:pt x="0" y="682"/>
                    <a:pt x="0" y="1517"/>
                  </a:cubicBezTo>
                  <a:cubicBezTo>
                    <a:pt x="0" y="2351"/>
                    <a:pt x="682" y="3010"/>
                    <a:pt x="1517" y="3010"/>
                  </a:cubicBezTo>
                  <a:cubicBezTo>
                    <a:pt x="2352" y="3010"/>
                    <a:pt x="3010" y="2351"/>
                    <a:pt x="3010" y="1517"/>
                  </a:cubicBezTo>
                  <a:cubicBezTo>
                    <a:pt x="3010" y="682"/>
                    <a:pt x="2352" y="0"/>
                    <a:pt x="1517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40" name="Google Shape;3539;p63">
            <a:extLst>
              <a:ext uri="{FF2B5EF4-FFF2-40B4-BE49-F238E27FC236}">
                <a16:creationId xmlns:a16="http://schemas.microsoft.com/office/drawing/2014/main" id="{18FC10CB-E6BD-4786-2C73-14B65242CF34}"/>
              </a:ext>
            </a:extLst>
          </p:cNvPr>
          <p:cNvGrpSpPr/>
          <p:nvPr/>
        </p:nvGrpSpPr>
        <p:grpSpPr>
          <a:xfrm>
            <a:off x="3057799" y="3257973"/>
            <a:ext cx="379821" cy="291070"/>
            <a:chOff x="3517676" y="2837605"/>
            <a:chExt cx="379821" cy="291070"/>
          </a:xfrm>
        </p:grpSpPr>
        <p:sp>
          <p:nvSpPr>
            <p:cNvPr id="2441" name="Google Shape;3540;p63">
              <a:extLst>
                <a:ext uri="{FF2B5EF4-FFF2-40B4-BE49-F238E27FC236}">
                  <a16:creationId xmlns:a16="http://schemas.microsoft.com/office/drawing/2014/main" id="{86030DF0-A967-0BBC-F038-2EAEBEA80D1F}"/>
                </a:ext>
              </a:extLst>
            </p:cNvPr>
            <p:cNvSpPr/>
            <p:nvPr/>
          </p:nvSpPr>
          <p:spPr>
            <a:xfrm>
              <a:off x="3523403" y="3071870"/>
              <a:ext cx="368815" cy="51077"/>
            </a:xfrm>
            <a:custGeom>
              <a:avLst/>
              <a:gdLst/>
              <a:ahLst/>
              <a:cxnLst/>
              <a:rect l="l" t="t" r="r" b="b"/>
              <a:pathLst>
                <a:path w="18933" h="2622" extrusionOk="0">
                  <a:moveTo>
                    <a:pt x="488" y="0"/>
                  </a:moveTo>
                  <a:cubicBezTo>
                    <a:pt x="218" y="0"/>
                    <a:pt x="0" y="224"/>
                    <a:pt x="0" y="494"/>
                  </a:cubicBezTo>
                  <a:cubicBezTo>
                    <a:pt x="0" y="1670"/>
                    <a:pt x="953" y="2622"/>
                    <a:pt x="2128" y="2622"/>
                  </a:cubicBezTo>
                  <a:lnTo>
                    <a:pt x="16776" y="2622"/>
                  </a:lnTo>
                  <a:cubicBezTo>
                    <a:pt x="17975" y="2622"/>
                    <a:pt x="18933" y="1670"/>
                    <a:pt x="18933" y="494"/>
                  </a:cubicBezTo>
                  <a:cubicBezTo>
                    <a:pt x="18933" y="224"/>
                    <a:pt x="18709" y="0"/>
                    <a:pt x="18439" y="0"/>
                  </a:cubicBezTo>
                  <a:close/>
                </a:path>
              </a:pathLst>
            </a:custGeom>
            <a:solidFill>
              <a:srgbClr val="866A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2" name="Google Shape;3541;p63">
              <a:extLst>
                <a:ext uri="{FF2B5EF4-FFF2-40B4-BE49-F238E27FC236}">
                  <a16:creationId xmlns:a16="http://schemas.microsoft.com/office/drawing/2014/main" id="{D868529B-34B7-B67A-3EC2-13FDF4671AE2}"/>
                </a:ext>
              </a:extLst>
            </p:cNvPr>
            <p:cNvSpPr/>
            <p:nvPr/>
          </p:nvSpPr>
          <p:spPr>
            <a:xfrm>
              <a:off x="3833016" y="3071870"/>
              <a:ext cx="59200" cy="51077"/>
            </a:xfrm>
            <a:custGeom>
              <a:avLst/>
              <a:gdLst/>
              <a:ahLst/>
              <a:cxnLst/>
              <a:rect l="l" t="t" r="r" b="b"/>
              <a:pathLst>
                <a:path w="3039" h="2622" extrusionOk="0">
                  <a:moveTo>
                    <a:pt x="1640" y="0"/>
                  </a:moveTo>
                  <a:cubicBezTo>
                    <a:pt x="1910" y="0"/>
                    <a:pt x="2134" y="224"/>
                    <a:pt x="2134" y="494"/>
                  </a:cubicBezTo>
                  <a:cubicBezTo>
                    <a:pt x="2134" y="1082"/>
                    <a:pt x="1887" y="1617"/>
                    <a:pt x="1493" y="1987"/>
                  </a:cubicBezTo>
                  <a:cubicBezTo>
                    <a:pt x="1105" y="2375"/>
                    <a:pt x="588" y="2622"/>
                    <a:pt x="0" y="2622"/>
                  </a:cubicBezTo>
                  <a:lnTo>
                    <a:pt x="882" y="2622"/>
                  </a:lnTo>
                  <a:cubicBezTo>
                    <a:pt x="1493" y="2622"/>
                    <a:pt x="2010" y="2375"/>
                    <a:pt x="2398" y="1987"/>
                  </a:cubicBezTo>
                  <a:cubicBezTo>
                    <a:pt x="2792" y="1617"/>
                    <a:pt x="3039" y="1082"/>
                    <a:pt x="3039" y="494"/>
                  </a:cubicBezTo>
                  <a:cubicBezTo>
                    <a:pt x="3039" y="224"/>
                    <a:pt x="2815" y="0"/>
                    <a:pt x="2545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3" name="Google Shape;3542;p63">
              <a:extLst>
                <a:ext uri="{FF2B5EF4-FFF2-40B4-BE49-F238E27FC236}">
                  <a16:creationId xmlns:a16="http://schemas.microsoft.com/office/drawing/2014/main" id="{AC3135C0-0DE4-F15B-E4B5-4B6A8561D8FE}"/>
                </a:ext>
              </a:extLst>
            </p:cNvPr>
            <p:cNvSpPr/>
            <p:nvPr/>
          </p:nvSpPr>
          <p:spPr>
            <a:xfrm>
              <a:off x="3544364" y="2843333"/>
              <a:ext cx="326329" cy="228559"/>
            </a:xfrm>
            <a:custGeom>
              <a:avLst/>
              <a:gdLst/>
              <a:ahLst/>
              <a:cxnLst/>
              <a:rect l="l" t="t" r="r" b="b"/>
              <a:pathLst>
                <a:path w="16752" h="11733" extrusionOk="0">
                  <a:moveTo>
                    <a:pt x="858" y="0"/>
                  </a:moveTo>
                  <a:cubicBezTo>
                    <a:pt x="394" y="0"/>
                    <a:pt x="0" y="371"/>
                    <a:pt x="0" y="858"/>
                  </a:cubicBezTo>
                  <a:lnTo>
                    <a:pt x="0" y="10874"/>
                  </a:lnTo>
                  <a:cubicBezTo>
                    <a:pt x="0" y="11368"/>
                    <a:pt x="394" y="11732"/>
                    <a:pt x="858" y="11732"/>
                  </a:cubicBezTo>
                  <a:lnTo>
                    <a:pt x="15923" y="11732"/>
                  </a:lnTo>
                  <a:cubicBezTo>
                    <a:pt x="16387" y="11732"/>
                    <a:pt x="16752" y="11368"/>
                    <a:pt x="16752" y="10874"/>
                  </a:cubicBezTo>
                  <a:lnTo>
                    <a:pt x="16752" y="858"/>
                  </a:lnTo>
                  <a:cubicBezTo>
                    <a:pt x="16752" y="371"/>
                    <a:pt x="16387" y="0"/>
                    <a:pt x="15923" y="0"/>
                  </a:cubicBez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4" name="Google Shape;3543;p63">
              <a:extLst>
                <a:ext uri="{FF2B5EF4-FFF2-40B4-BE49-F238E27FC236}">
                  <a16:creationId xmlns:a16="http://schemas.microsoft.com/office/drawing/2014/main" id="{32B57743-2B48-34E3-C441-17E2FDAE8D9F}"/>
                </a:ext>
              </a:extLst>
            </p:cNvPr>
            <p:cNvSpPr/>
            <p:nvPr/>
          </p:nvSpPr>
          <p:spPr>
            <a:xfrm>
              <a:off x="3839191" y="2843333"/>
              <a:ext cx="31499" cy="228559"/>
            </a:xfrm>
            <a:custGeom>
              <a:avLst/>
              <a:gdLst/>
              <a:ahLst/>
              <a:cxnLst/>
              <a:rect l="l" t="t" r="r" b="b"/>
              <a:pathLst>
                <a:path w="1617" h="11733" extrusionOk="0">
                  <a:moveTo>
                    <a:pt x="0" y="0"/>
                  </a:moveTo>
                  <a:cubicBezTo>
                    <a:pt x="494" y="0"/>
                    <a:pt x="859" y="371"/>
                    <a:pt x="859" y="858"/>
                  </a:cubicBezTo>
                  <a:lnTo>
                    <a:pt x="859" y="10874"/>
                  </a:lnTo>
                  <a:cubicBezTo>
                    <a:pt x="859" y="11368"/>
                    <a:pt x="494" y="11732"/>
                    <a:pt x="0" y="11732"/>
                  </a:cubicBezTo>
                  <a:lnTo>
                    <a:pt x="788" y="11732"/>
                  </a:lnTo>
                  <a:cubicBezTo>
                    <a:pt x="1252" y="11732"/>
                    <a:pt x="1617" y="11368"/>
                    <a:pt x="1617" y="10874"/>
                  </a:cubicBezTo>
                  <a:lnTo>
                    <a:pt x="1617" y="858"/>
                  </a:lnTo>
                  <a:cubicBezTo>
                    <a:pt x="1617" y="371"/>
                    <a:pt x="1252" y="0"/>
                    <a:pt x="788" y="0"/>
                  </a:cubicBezTo>
                  <a:close/>
                </a:path>
              </a:pathLst>
            </a:custGeom>
            <a:solidFill>
              <a:srgbClr val="866A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5" name="Google Shape;3544;p63">
              <a:extLst>
                <a:ext uri="{FF2B5EF4-FFF2-40B4-BE49-F238E27FC236}">
                  <a16:creationId xmlns:a16="http://schemas.microsoft.com/office/drawing/2014/main" id="{90A07364-2CDE-CF07-2D33-3C438D28E0E0}"/>
                </a:ext>
              </a:extLst>
            </p:cNvPr>
            <p:cNvSpPr/>
            <p:nvPr/>
          </p:nvSpPr>
          <p:spPr>
            <a:xfrm>
              <a:off x="3568752" y="2863358"/>
              <a:ext cx="278135" cy="188488"/>
            </a:xfrm>
            <a:custGeom>
              <a:avLst/>
              <a:gdLst/>
              <a:ahLst/>
              <a:cxnLst/>
              <a:rect l="l" t="t" r="r" b="b"/>
              <a:pathLst>
                <a:path w="14278" h="9676" extrusionOk="0">
                  <a:moveTo>
                    <a:pt x="317" y="1"/>
                  </a:moveTo>
                  <a:cubicBezTo>
                    <a:pt x="123" y="1"/>
                    <a:pt x="0" y="148"/>
                    <a:pt x="0" y="324"/>
                  </a:cubicBezTo>
                  <a:lnTo>
                    <a:pt x="0" y="9358"/>
                  </a:lnTo>
                  <a:cubicBezTo>
                    <a:pt x="0" y="9529"/>
                    <a:pt x="123" y="9676"/>
                    <a:pt x="317" y="9676"/>
                  </a:cubicBezTo>
                  <a:lnTo>
                    <a:pt x="13960" y="9676"/>
                  </a:lnTo>
                  <a:cubicBezTo>
                    <a:pt x="14130" y="9676"/>
                    <a:pt x="14277" y="9529"/>
                    <a:pt x="14277" y="9358"/>
                  </a:cubicBezTo>
                  <a:lnTo>
                    <a:pt x="14277" y="324"/>
                  </a:lnTo>
                  <a:cubicBezTo>
                    <a:pt x="14277" y="148"/>
                    <a:pt x="14130" y="1"/>
                    <a:pt x="13960" y="1"/>
                  </a:cubicBezTo>
                  <a:close/>
                </a:path>
              </a:pathLst>
            </a:custGeom>
            <a:solidFill>
              <a:srgbClr val="00C7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6" name="Google Shape;3545;p63">
              <a:extLst>
                <a:ext uri="{FF2B5EF4-FFF2-40B4-BE49-F238E27FC236}">
                  <a16:creationId xmlns:a16="http://schemas.microsoft.com/office/drawing/2014/main" id="{D264747B-1033-909B-5923-6E545DB4B815}"/>
                </a:ext>
              </a:extLst>
            </p:cNvPr>
            <p:cNvSpPr/>
            <p:nvPr/>
          </p:nvSpPr>
          <p:spPr>
            <a:xfrm>
              <a:off x="3568752" y="2863358"/>
              <a:ext cx="278135" cy="42973"/>
            </a:xfrm>
            <a:custGeom>
              <a:avLst/>
              <a:gdLst/>
              <a:ahLst/>
              <a:cxnLst/>
              <a:rect l="l" t="t" r="r" b="b"/>
              <a:pathLst>
                <a:path w="14278" h="2206" extrusionOk="0">
                  <a:moveTo>
                    <a:pt x="317" y="1"/>
                  </a:moveTo>
                  <a:cubicBezTo>
                    <a:pt x="123" y="1"/>
                    <a:pt x="0" y="148"/>
                    <a:pt x="0" y="324"/>
                  </a:cubicBezTo>
                  <a:lnTo>
                    <a:pt x="0" y="2205"/>
                  </a:lnTo>
                  <a:lnTo>
                    <a:pt x="14277" y="2205"/>
                  </a:lnTo>
                  <a:lnTo>
                    <a:pt x="14277" y="324"/>
                  </a:lnTo>
                  <a:cubicBezTo>
                    <a:pt x="14277" y="148"/>
                    <a:pt x="14130" y="1"/>
                    <a:pt x="13960" y="1"/>
                  </a:cubicBezTo>
                  <a:close/>
                </a:path>
              </a:pathLst>
            </a:custGeom>
            <a:solidFill>
              <a:srgbClr val="FF93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5" name="Google Shape;3546;p63">
              <a:extLst>
                <a:ext uri="{FF2B5EF4-FFF2-40B4-BE49-F238E27FC236}">
                  <a16:creationId xmlns:a16="http://schemas.microsoft.com/office/drawing/2014/main" id="{FD6591EF-319D-4F9A-FC31-279388615734}"/>
                </a:ext>
              </a:extLst>
            </p:cNvPr>
            <p:cNvSpPr/>
            <p:nvPr/>
          </p:nvSpPr>
          <p:spPr>
            <a:xfrm>
              <a:off x="3825906" y="2863358"/>
              <a:ext cx="20980" cy="42973"/>
            </a:xfrm>
            <a:custGeom>
              <a:avLst/>
              <a:gdLst/>
              <a:ahLst/>
              <a:cxnLst/>
              <a:rect l="l" t="t" r="r" b="b"/>
              <a:pathLst>
                <a:path w="1077" h="2206" extrusionOk="0">
                  <a:moveTo>
                    <a:pt x="1" y="1"/>
                  </a:moveTo>
                  <a:cubicBezTo>
                    <a:pt x="171" y="1"/>
                    <a:pt x="318" y="148"/>
                    <a:pt x="318" y="324"/>
                  </a:cubicBezTo>
                  <a:lnTo>
                    <a:pt x="318" y="2205"/>
                  </a:lnTo>
                  <a:lnTo>
                    <a:pt x="1076" y="2205"/>
                  </a:lnTo>
                  <a:lnTo>
                    <a:pt x="1076" y="324"/>
                  </a:lnTo>
                  <a:cubicBezTo>
                    <a:pt x="1076" y="148"/>
                    <a:pt x="929" y="1"/>
                    <a:pt x="759" y="1"/>
                  </a:cubicBezTo>
                  <a:close/>
                </a:path>
              </a:pathLst>
            </a:custGeom>
            <a:solidFill>
              <a:srgbClr val="FF61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6" name="Google Shape;3547;p63">
              <a:extLst>
                <a:ext uri="{FF2B5EF4-FFF2-40B4-BE49-F238E27FC236}">
                  <a16:creationId xmlns:a16="http://schemas.microsoft.com/office/drawing/2014/main" id="{D8EB6AFF-D06F-A8CB-C380-9ACBC5F8B220}"/>
                </a:ext>
              </a:extLst>
            </p:cNvPr>
            <p:cNvSpPr/>
            <p:nvPr/>
          </p:nvSpPr>
          <p:spPr>
            <a:xfrm>
              <a:off x="3673632" y="3071870"/>
              <a:ext cx="68258" cy="21993"/>
            </a:xfrm>
            <a:custGeom>
              <a:avLst/>
              <a:gdLst/>
              <a:ahLst/>
              <a:cxnLst/>
              <a:rect l="l" t="t" r="r" b="b"/>
              <a:pathLst>
                <a:path w="3504" h="1129" extrusionOk="0">
                  <a:moveTo>
                    <a:pt x="0" y="0"/>
                  </a:moveTo>
                  <a:lnTo>
                    <a:pt x="0" y="565"/>
                  </a:lnTo>
                  <a:cubicBezTo>
                    <a:pt x="0" y="882"/>
                    <a:pt x="247" y="1129"/>
                    <a:pt x="564" y="1129"/>
                  </a:cubicBezTo>
                  <a:lnTo>
                    <a:pt x="2939" y="1129"/>
                  </a:lnTo>
                  <a:cubicBezTo>
                    <a:pt x="3262" y="1129"/>
                    <a:pt x="3503" y="882"/>
                    <a:pt x="3503" y="565"/>
                  </a:cubicBezTo>
                  <a:lnTo>
                    <a:pt x="3503" y="0"/>
                  </a:lnTo>
                  <a:close/>
                </a:path>
              </a:pathLst>
            </a:custGeom>
            <a:solidFill>
              <a:srgbClr val="356B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7" name="Google Shape;3548;p63">
              <a:extLst>
                <a:ext uri="{FF2B5EF4-FFF2-40B4-BE49-F238E27FC236}">
                  <a16:creationId xmlns:a16="http://schemas.microsoft.com/office/drawing/2014/main" id="{CE27B72A-4DA4-4CB5-637D-F6C05796B72E}"/>
                </a:ext>
              </a:extLst>
            </p:cNvPr>
            <p:cNvSpPr/>
            <p:nvPr/>
          </p:nvSpPr>
          <p:spPr>
            <a:xfrm>
              <a:off x="3594505" y="2879623"/>
              <a:ext cx="11006" cy="11006"/>
            </a:xfrm>
            <a:custGeom>
              <a:avLst/>
              <a:gdLst/>
              <a:ahLst/>
              <a:cxnLst/>
              <a:rect l="l" t="t" r="r" b="b"/>
              <a:pathLst>
                <a:path w="565" h="565" extrusionOk="0">
                  <a:moveTo>
                    <a:pt x="271" y="1"/>
                  </a:moveTo>
                  <a:cubicBezTo>
                    <a:pt x="124" y="1"/>
                    <a:pt x="1" y="124"/>
                    <a:pt x="1" y="271"/>
                  </a:cubicBezTo>
                  <a:cubicBezTo>
                    <a:pt x="1" y="441"/>
                    <a:pt x="124" y="565"/>
                    <a:pt x="271" y="565"/>
                  </a:cubicBezTo>
                  <a:cubicBezTo>
                    <a:pt x="441" y="565"/>
                    <a:pt x="565" y="441"/>
                    <a:pt x="565" y="271"/>
                  </a:cubicBezTo>
                  <a:cubicBezTo>
                    <a:pt x="565" y="124"/>
                    <a:pt x="441" y="1"/>
                    <a:pt x="271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3549;p63">
              <a:extLst>
                <a:ext uri="{FF2B5EF4-FFF2-40B4-BE49-F238E27FC236}">
                  <a16:creationId xmlns:a16="http://schemas.microsoft.com/office/drawing/2014/main" id="{BD14FE3D-FEB8-3B6A-747F-54F78BEA8795}"/>
                </a:ext>
              </a:extLst>
            </p:cNvPr>
            <p:cNvSpPr/>
            <p:nvPr/>
          </p:nvSpPr>
          <p:spPr>
            <a:xfrm>
              <a:off x="3616381" y="2879623"/>
              <a:ext cx="11006" cy="11006"/>
            </a:xfrm>
            <a:custGeom>
              <a:avLst/>
              <a:gdLst/>
              <a:ahLst/>
              <a:cxnLst/>
              <a:rect l="l" t="t" r="r" b="b"/>
              <a:pathLst>
                <a:path w="565" h="565" extrusionOk="0">
                  <a:moveTo>
                    <a:pt x="294" y="1"/>
                  </a:moveTo>
                  <a:cubicBezTo>
                    <a:pt x="124" y="1"/>
                    <a:pt x="0" y="124"/>
                    <a:pt x="0" y="271"/>
                  </a:cubicBezTo>
                  <a:cubicBezTo>
                    <a:pt x="0" y="441"/>
                    <a:pt x="124" y="565"/>
                    <a:pt x="294" y="565"/>
                  </a:cubicBezTo>
                  <a:cubicBezTo>
                    <a:pt x="441" y="565"/>
                    <a:pt x="564" y="441"/>
                    <a:pt x="564" y="271"/>
                  </a:cubicBezTo>
                  <a:cubicBezTo>
                    <a:pt x="564" y="124"/>
                    <a:pt x="441" y="1"/>
                    <a:pt x="294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9" name="Google Shape;3550;p63">
              <a:extLst>
                <a:ext uri="{FF2B5EF4-FFF2-40B4-BE49-F238E27FC236}">
                  <a16:creationId xmlns:a16="http://schemas.microsoft.com/office/drawing/2014/main" id="{AC846786-605D-38A8-5DBA-B4B78C4F02DC}"/>
                </a:ext>
              </a:extLst>
            </p:cNvPr>
            <p:cNvSpPr/>
            <p:nvPr/>
          </p:nvSpPr>
          <p:spPr>
            <a:xfrm>
              <a:off x="3638354" y="2879623"/>
              <a:ext cx="11006" cy="11006"/>
            </a:xfrm>
            <a:custGeom>
              <a:avLst/>
              <a:gdLst/>
              <a:ahLst/>
              <a:cxnLst/>
              <a:rect l="l" t="t" r="r" b="b"/>
              <a:pathLst>
                <a:path w="565" h="565" extrusionOk="0">
                  <a:moveTo>
                    <a:pt x="295" y="1"/>
                  </a:moveTo>
                  <a:cubicBezTo>
                    <a:pt x="124" y="1"/>
                    <a:pt x="1" y="124"/>
                    <a:pt x="1" y="271"/>
                  </a:cubicBezTo>
                  <a:cubicBezTo>
                    <a:pt x="1" y="441"/>
                    <a:pt x="124" y="565"/>
                    <a:pt x="295" y="565"/>
                  </a:cubicBezTo>
                  <a:cubicBezTo>
                    <a:pt x="442" y="565"/>
                    <a:pt x="565" y="441"/>
                    <a:pt x="565" y="271"/>
                  </a:cubicBezTo>
                  <a:cubicBezTo>
                    <a:pt x="565" y="124"/>
                    <a:pt x="442" y="1"/>
                    <a:pt x="295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0" name="Google Shape;3551;p63">
              <a:extLst>
                <a:ext uri="{FF2B5EF4-FFF2-40B4-BE49-F238E27FC236}">
                  <a16:creationId xmlns:a16="http://schemas.microsoft.com/office/drawing/2014/main" id="{766DED9E-E4E6-03BD-B51B-3043DEDE97D9}"/>
                </a:ext>
              </a:extLst>
            </p:cNvPr>
            <p:cNvSpPr/>
            <p:nvPr/>
          </p:nvSpPr>
          <p:spPr>
            <a:xfrm>
              <a:off x="3517676" y="2837605"/>
              <a:ext cx="379821" cy="291070"/>
            </a:xfrm>
            <a:custGeom>
              <a:avLst/>
              <a:gdLst/>
              <a:ahLst/>
              <a:cxnLst/>
              <a:rect l="l" t="t" r="r" b="b"/>
              <a:pathLst>
                <a:path w="19498" h="14942" extrusionOk="0">
                  <a:moveTo>
                    <a:pt x="18733" y="12320"/>
                  </a:moveTo>
                  <a:cubicBezTo>
                    <a:pt x="18857" y="12320"/>
                    <a:pt x="18933" y="12397"/>
                    <a:pt x="18933" y="12520"/>
                  </a:cubicBezTo>
                  <a:cubicBezTo>
                    <a:pt x="18933" y="13519"/>
                    <a:pt x="18098" y="14354"/>
                    <a:pt x="17070" y="14354"/>
                  </a:cubicBezTo>
                  <a:lnTo>
                    <a:pt x="2422" y="14354"/>
                  </a:lnTo>
                  <a:cubicBezTo>
                    <a:pt x="1423" y="14354"/>
                    <a:pt x="588" y="13519"/>
                    <a:pt x="588" y="12520"/>
                  </a:cubicBezTo>
                  <a:cubicBezTo>
                    <a:pt x="588" y="12397"/>
                    <a:pt x="659" y="12320"/>
                    <a:pt x="782" y="12320"/>
                  </a:cubicBezTo>
                  <a:lnTo>
                    <a:pt x="7712" y="12320"/>
                  </a:lnTo>
                  <a:lnTo>
                    <a:pt x="7712" y="12591"/>
                  </a:lnTo>
                  <a:cubicBezTo>
                    <a:pt x="7712" y="13055"/>
                    <a:pt x="8106" y="13449"/>
                    <a:pt x="8570" y="13449"/>
                  </a:cubicBezTo>
                  <a:lnTo>
                    <a:pt x="8670" y="13449"/>
                  </a:lnTo>
                  <a:cubicBezTo>
                    <a:pt x="8817" y="13449"/>
                    <a:pt x="8964" y="13325"/>
                    <a:pt x="8964" y="13155"/>
                  </a:cubicBezTo>
                  <a:cubicBezTo>
                    <a:pt x="8964" y="13008"/>
                    <a:pt x="8817" y="12885"/>
                    <a:pt x="8670" y="12885"/>
                  </a:cubicBezTo>
                  <a:lnTo>
                    <a:pt x="8570" y="12885"/>
                  </a:lnTo>
                  <a:cubicBezTo>
                    <a:pt x="8423" y="12885"/>
                    <a:pt x="8300" y="12738"/>
                    <a:pt x="8300" y="12591"/>
                  </a:cubicBezTo>
                  <a:lnTo>
                    <a:pt x="8300" y="12320"/>
                  </a:lnTo>
                  <a:lnTo>
                    <a:pt x="11215" y="12320"/>
                  </a:lnTo>
                  <a:lnTo>
                    <a:pt x="11215" y="12591"/>
                  </a:lnTo>
                  <a:cubicBezTo>
                    <a:pt x="11215" y="12738"/>
                    <a:pt x="11092" y="12885"/>
                    <a:pt x="10945" y="12885"/>
                  </a:cubicBezTo>
                  <a:lnTo>
                    <a:pt x="10016" y="12885"/>
                  </a:lnTo>
                  <a:cubicBezTo>
                    <a:pt x="9846" y="12885"/>
                    <a:pt x="9722" y="13008"/>
                    <a:pt x="9722" y="13155"/>
                  </a:cubicBezTo>
                  <a:cubicBezTo>
                    <a:pt x="9722" y="13325"/>
                    <a:pt x="9846" y="13449"/>
                    <a:pt x="10016" y="13449"/>
                  </a:cubicBezTo>
                  <a:lnTo>
                    <a:pt x="10945" y="13449"/>
                  </a:lnTo>
                  <a:cubicBezTo>
                    <a:pt x="11415" y="13449"/>
                    <a:pt x="11803" y="13055"/>
                    <a:pt x="11803" y="12591"/>
                  </a:cubicBezTo>
                  <a:lnTo>
                    <a:pt x="11803" y="12320"/>
                  </a:lnTo>
                  <a:close/>
                  <a:moveTo>
                    <a:pt x="2228" y="0"/>
                  </a:moveTo>
                  <a:cubicBezTo>
                    <a:pt x="1617" y="0"/>
                    <a:pt x="1100" y="518"/>
                    <a:pt x="1100" y="1152"/>
                  </a:cubicBezTo>
                  <a:lnTo>
                    <a:pt x="1100" y="11168"/>
                  </a:lnTo>
                  <a:cubicBezTo>
                    <a:pt x="1100" y="11392"/>
                    <a:pt x="1153" y="11586"/>
                    <a:pt x="1247" y="11732"/>
                  </a:cubicBezTo>
                  <a:lnTo>
                    <a:pt x="782" y="11732"/>
                  </a:lnTo>
                  <a:cubicBezTo>
                    <a:pt x="341" y="11732"/>
                    <a:pt x="1" y="12079"/>
                    <a:pt x="1" y="12520"/>
                  </a:cubicBezTo>
                  <a:cubicBezTo>
                    <a:pt x="1" y="13843"/>
                    <a:pt x="1100" y="14942"/>
                    <a:pt x="2422" y="14942"/>
                  </a:cubicBezTo>
                  <a:lnTo>
                    <a:pt x="17070" y="14942"/>
                  </a:lnTo>
                  <a:cubicBezTo>
                    <a:pt x="18416" y="14942"/>
                    <a:pt x="19497" y="13843"/>
                    <a:pt x="19497" y="12520"/>
                  </a:cubicBezTo>
                  <a:cubicBezTo>
                    <a:pt x="19497" y="12079"/>
                    <a:pt x="19150" y="11732"/>
                    <a:pt x="18733" y="11732"/>
                  </a:cubicBezTo>
                  <a:lnTo>
                    <a:pt x="18269" y="11732"/>
                  </a:lnTo>
                  <a:cubicBezTo>
                    <a:pt x="18369" y="11586"/>
                    <a:pt x="18416" y="11392"/>
                    <a:pt x="18416" y="11168"/>
                  </a:cubicBezTo>
                  <a:lnTo>
                    <a:pt x="18416" y="3750"/>
                  </a:lnTo>
                  <a:cubicBezTo>
                    <a:pt x="18416" y="3603"/>
                    <a:pt x="18292" y="3480"/>
                    <a:pt x="18122" y="3480"/>
                  </a:cubicBezTo>
                  <a:cubicBezTo>
                    <a:pt x="17975" y="3480"/>
                    <a:pt x="17851" y="3603"/>
                    <a:pt x="17851" y="3750"/>
                  </a:cubicBezTo>
                  <a:lnTo>
                    <a:pt x="17851" y="11168"/>
                  </a:lnTo>
                  <a:cubicBezTo>
                    <a:pt x="17851" y="11491"/>
                    <a:pt x="17587" y="11732"/>
                    <a:pt x="17293" y="11732"/>
                  </a:cubicBezTo>
                  <a:lnTo>
                    <a:pt x="2228" y="11732"/>
                  </a:lnTo>
                  <a:cubicBezTo>
                    <a:pt x="1934" y="11732"/>
                    <a:pt x="1664" y="11491"/>
                    <a:pt x="1664" y="11168"/>
                  </a:cubicBezTo>
                  <a:lnTo>
                    <a:pt x="1664" y="1152"/>
                  </a:lnTo>
                  <a:cubicBezTo>
                    <a:pt x="1664" y="835"/>
                    <a:pt x="1934" y="588"/>
                    <a:pt x="2228" y="588"/>
                  </a:cubicBezTo>
                  <a:lnTo>
                    <a:pt x="17293" y="588"/>
                  </a:lnTo>
                  <a:cubicBezTo>
                    <a:pt x="17587" y="588"/>
                    <a:pt x="17851" y="835"/>
                    <a:pt x="17851" y="1152"/>
                  </a:cubicBezTo>
                  <a:lnTo>
                    <a:pt x="17851" y="2428"/>
                  </a:lnTo>
                  <a:cubicBezTo>
                    <a:pt x="17851" y="2598"/>
                    <a:pt x="17975" y="2722"/>
                    <a:pt x="18122" y="2722"/>
                  </a:cubicBezTo>
                  <a:cubicBezTo>
                    <a:pt x="18292" y="2722"/>
                    <a:pt x="18416" y="2598"/>
                    <a:pt x="18416" y="2428"/>
                  </a:cubicBezTo>
                  <a:lnTo>
                    <a:pt x="18416" y="1152"/>
                  </a:lnTo>
                  <a:cubicBezTo>
                    <a:pt x="18416" y="518"/>
                    <a:pt x="17904" y="0"/>
                    <a:pt x="17293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1" name="Google Shape;3552;p63">
              <a:extLst>
                <a:ext uri="{FF2B5EF4-FFF2-40B4-BE49-F238E27FC236}">
                  <a16:creationId xmlns:a16="http://schemas.microsoft.com/office/drawing/2014/main" id="{A2AC7007-6590-85B7-3E51-0E9DE5535C75}"/>
                </a:ext>
              </a:extLst>
            </p:cNvPr>
            <p:cNvSpPr/>
            <p:nvPr/>
          </p:nvSpPr>
          <p:spPr>
            <a:xfrm>
              <a:off x="3563025" y="2858215"/>
              <a:ext cx="289590" cy="198910"/>
            </a:xfrm>
            <a:custGeom>
              <a:avLst/>
              <a:gdLst/>
              <a:ahLst/>
              <a:cxnLst/>
              <a:rect l="l" t="t" r="r" b="b"/>
              <a:pathLst>
                <a:path w="14866" h="10211" extrusionOk="0">
                  <a:moveTo>
                    <a:pt x="14254" y="559"/>
                  </a:moveTo>
                  <a:cubicBezTo>
                    <a:pt x="14277" y="559"/>
                    <a:pt x="14301" y="588"/>
                    <a:pt x="14301" y="588"/>
                  </a:cubicBezTo>
                  <a:lnTo>
                    <a:pt x="14301" y="2175"/>
                  </a:lnTo>
                  <a:lnTo>
                    <a:pt x="564" y="2175"/>
                  </a:lnTo>
                  <a:lnTo>
                    <a:pt x="564" y="588"/>
                  </a:lnTo>
                  <a:cubicBezTo>
                    <a:pt x="564" y="588"/>
                    <a:pt x="588" y="559"/>
                    <a:pt x="611" y="559"/>
                  </a:cubicBezTo>
                  <a:close/>
                  <a:moveTo>
                    <a:pt x="14301" y="2763"/>
                  </a:moveTo>
                  <a:lnTo>
                    <a:pt x="14301" y="9622"/>
                  </a:lnTo>
                  <a:cubicBezTo>
                    <a:pt x="14301" y="9622"/>
                    <a:pt x="14277" y="9646"/>
                    <a:pt x="14254" y="9646"/>
                  </a:cubicBezTo>
                  <a:lnTo>
                    <a:pt x="611" y="9646"/>
                  </a:lnTo>
                  <a:cubicBezTo>
                    <a:pt x="588" y="9646"/>
                    <a:pt x="564" y="9622"/>
                    <a:pt x="564" y="9622"/>
                  </a:cubicBezTo>
                  <a:lnTo>
                    <a:pt x="564" y="2763"/>
                  </a:lnTo>
                  <a:close/>
                  <a:moveTo>
                    <a:pt x="611" y="0"/>
                  </a:moveTo>
                  <a:cubicBezTo>
                    <a:pt x="271" y="0"/>
                    <a:pt x="0" y="265"/>
                    <a:pt x="0" y="588"/>
                  </a:cubicBezTo>
                  <a:lnTo>
                    <a:pt x="0" y="9622"/>
                  </a:lnTo>
                  <a:cubicBezTo>
                    <a:pt x="0" y="9940"/>
                    <a:pt x="271" y="10210"/>
                    <a:pt x="611" y="10210"/>
                  </a:cubicBezTo>
                  <a:lnTo>
                    <a:pt x="14254" y="10210"/>
                  </a:lnTo>
                  <a:cubicBezTo>
                    <a:pt x="14595" y="10210"/>
                    <a:pt x="14865" y="9940"/>
                    <a:pt x="14865" y="9622"/>
                  </a:cubicBezTo>
                  <a:lnTo>
                    <a:pt x="14865" y="588"/>
                  </a:lnTo>
                  <a:cubicBezTo>
                    <a:pt x="14865" y="265"/>
                    <a:pt x="14595" y="0"/>
                    <a:pt x="14254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2" name="Google Shape;3553;p63">
              <a:extLst>
                <a:ext uri="{FF2B5EF4-FFF2-40B4-BE49-F238E27FC236}">
                  <a16:creationId xmlns:a16="http://schemas.microsoft.com/office/drawing/2014/main" id="{CD7F8FEE-46B2-8B62-4AFC-030CAE56EC63}"/>
                </a:ext>
              </a:extLst>
            </p:cNvPr>
            <p:cNvSpPr/>
            <p:nvPr/>
          </p:nvSpPr>
          <p:spPr>
            <a:xfrm>
              <a:off x="3596336" y="2924057"/>
              <a:ext cx="19149" cy="49596"/>
            </a:xfrm>
            <a:custGeom>
              <a:avLst/>
              <a:gdLst/>
              <a:ahLst/>
              <a:cxnLst/>
              <a:rect l="l" t="t" r="r" b="b"/>
              <a:pathLst>
                <a:path w="983" h="2546" extrusionOk="0">
                  <a:moveTo>
                    <a:pt x="294" y="0"/>
                  </a:moveTo>
                  <a:cubicBezTo>
                    <a:pt x="124" y="0"/>
                    <a:pt x="1" y="147"/>
                    <a:pt x="1" y="294"/>
                  </a:cubicBezTo>
                  <a:cubicBezTo>
                    <a:pt x="1" y="441"/>
                    <a:pt x="124" y="588"/>
                    <a:pt x="294" y="588"/>
                  </a:cubicBezTo>
                  <a:lnTo>
                    <a:pt x="418" y="588"/>
                  </a:lnTo>
                  <a:lnTo>
                    <a:pt x="418" y="2251"/>
                  </a:lnTo>
                  <a:cubicBezTo>
                    <a:pt x="418" y="2398"/>
                    <a:pt x="541" y="2545"/>
                    <a:pt x="712" y="2545"/>
                  </a:cubicBezTo>
                  <a:cubicBezTo>
                    <a:pt x="859" y="2545"/>
                    <a:pt x="982" y="2398"/>
                    <a:pt x="982" y="2251"/>
                  </a:cubicBezTo>
                  <a:lnTo>
                    <a:pt x="982" y="294"/>
                  </a:lnTo>
                  <a:cubicBezTo>
                    <a:pt x="982" y="147"/>
                    <a:pt x="859" y="0"/>
                    <a:pt x="712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3" name="Google Shape;3554;p63">
              <a:extLst>
                <a:ext uri="{FF2B5EF4-FFF2-40B4-BE49-F238E27FC236}">
                  <a16:creationId xmlns:a16="http://schemas.microsoft.com/office/drawing/2014/main" id="{04FF0F6E-0B0C-AF14-A192-8ABC1E554178}"/>
                </a:ext>
              </a:extLst>
            </p:cNvPr>
            <p:cNvSpPr/>
            <p:nvPr/>
          </p:nvSpPr>
          <p:spPr>
            <a:xfrm>
              <a:off x="3635958" y="2984620"/>
              <a:ext cx="19129" cy="49148"/>
            </a:xfrm>
            <a:custGeom>
              <a:avLst/>
              <a:gdLst/>
              <a:ahLst/>
              <a:cxnLst/>
              <a:rect l="l" t="t" r="r" b="b"/>
              <a:pathLst>
                <a:path w="982" h="2523" extrusionOk="0">
                  <a:moveTo>
                    <a:pt x="271" y="0"/>
                  </a:moveTo>
                  <a:cubicBezTo>
                    <a:pt x="124" y="0"/>
                    <a:pt x="0" y="124"/>
                    <a:pt x="0" y="294"/>
                  </a:cubicBezTo>
                  <a:cubicBezTo>
                    <a:pt x="0" y="441"/>
                    <a:pt x="124" y="565"/>
                    <a:pt x="271" y="565"/>
                  </a:cubicBezTo>
                  <a:lnTo>
                    <a:pt x="418" y="565"/>
                  </a:lnTo>
                  <a:lnTo>
                    <a:pt x="418" y="2252"/>
                  </a:lnTo>
                  <a:cubicBezTo>
                    <a:pt x="418" y="2399"/>
                    <a:pt x="541" y="2522"/>
                    <a:pt x="712" y="2522"/>
                  </a:cubicBezTo>
                  <a:cubicBezTo>
                    <a:pt x="858" y="2522"/>
                    <a:pt x="982" y="2399"/>
                    <a:pt x="982" y="2252"/>
                  </a:cubicBezTo>
                  <a:lnTo>
                    <a:pt x="982" y="294"/>
                  </a:lnTo>
                  <a:cubicBezTo>
                    <a:pt x="982" y="124"/>
                    <a:pt x="858" y="0"/>
                    <a:pt x="712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4" name="Google Shape;3555;p63">
              <a:extLst>
                <a:ext uri="{FF2B5EF4-FFF2-40B4-BE49-F238E27FC236}">
                  <a16:creationId xmlns:a16="http://schemas.microsoft.com/office/drawing/2014/main" id="{B4D13872-4C9F-F307-D383-B162AB13413A}"/>
                </a:ext>
              </a:extLst>
            </p:cNvPr>
            <p:cNvSpPr/>
            <p:nvPr/>
          </p:nvSpPr>
          <p:spPr>
            <a:xfrm>
              <a:off x="3705676" y="2984620"/>
              <a:ext cx="19032" cy="49148"/>
            </a:xfrm>
            <a:custGeom>
              <a:avLst/>
              <a:gdLst/>
              <a:ahLst/>
              <a:cxnLst/>
              <a:rect l="l" t="t" r="r" b="b"/>
              <a:pathLst>
                <a:path w="977" h="2523" extrusionOk="0">
                  <a:moveTo>
                    <a:pt x="265" y="0"/>
                  </a:moveTo>
                  <a:cubicBezTo>
                    <a:pt x="118" y="0"/>
                    <a:pt x="1" y="124"/>
                    <a:pt x="1" y="294"/>
                  </a:cubicBezTo>
                  <a:cubicBezTo>
                    <a:pt x="1" y="441"/>
                    <a:pt x="118" y="565"/>
                    <a:pt x="265" y="565"/>
                  </a:cubicBezTo>
                  <a:lnTo>
                    <a:pt x="412" y="565"/>
                  </a:lnTo>
                  <a:lnTo>
                    <a:pt x="412" y="2252"/>
                  </a:lnTo>
                  <a:cubicBezTo>
                    <a:pt x="412" y="2399"/>
                    <a:pt x="536" y="2522"/>
                    <a:pt x="683" y="2522"/>
                  </a:cubicBezTo>
                  <a:cubicBezTo>
                    <a:pt x="853" y="2522"/>
                    <a:pt x="977" y="2399"/>
                    <a:pt x="977" y="2252"/>
                  </a:cubicBezTo>
                  <a:lnTo>
                    <a:pt x="977" y="294"/>
                  </a:lnTo>
                  <a:cubicBezTo>
                    <a:pt x="977" y="124"/>
                    <a:pt x="853" y="0"/>
                    <a:pt x="683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5" name="Google Shape;3556;p63">
              <a:extLst>
                <a:ext uri="{FF2B5EF4-FFF2-40B4-BE49-F238E27FC236}">
                  <a16:creationId xmlns:a16="http://schemas.microsoft.com/office/drawing/2014/main" id="{C407386F-AEAB-1338-9E18-6153CE1AAA67}"/>
                </a:ext>
              </a:extLst>
            </p:cNvPr>
            <p:cNvSpPr/>
            <p:nvPr/>
          </p:nvSpPr>
          <p:spPr>
            <a:xfrm>
              <a:off x="3773349" y="2984620"/>
              <a:ext cx="19597" cy="49148"/>
            </a:xfrm>
            <a:custGeom>
              <a:avLst/>
              <a:gdLst/>
              <a:ahLst/>
              <a:cxnLst/>
              <a:rect l="l" t="t" r="r" b="b"/>
              <a:pathLst>
                <a:path w="1006" h="2523" extrusionOk="0">
                  <a:moveTo>
                    <a:pt x="295" y="0"/>
                  </a:moveTo>
                  <a:cubicBezTo>
                    <a:pt x="148" y="0"/>
                    <a:pt x="1" y="124"/>
                    <a:pt x="1" y="294"/>
                  </a:cubicBezTo>
                  <a:cubicBezTo>
                    <a:pt x="1" y="441"/>
                    <a:pt x="148" y="565"/>
                    <a:pt x="295" y="565"/>
                  </a:cubicBezTo>
                  <a:lnTo>
                    <a:pt x="442" y="565"/>
                  </a:lnTo>
                  <a:lnTo>
                    <a:pt x="442" y="2252"/>
                  </a:lnTo>
                  <a:cubicBezTo>
                    <a:pt x="442" y="2399"/>
                    <a:pt x="565" y="2522"/>
                    <a:pt x="712" y="2522"/>
                  </a:cubicBezTo>
                  <a:cubicBezTo>
                    <a:pt x="882" y="2522"/>
                    <a:pt x="1006" y="2399"/>
                    <a:pt x="1006" y="2252"/>
                  </a:cubicBezTo>
                  <a:lnTo>
                    <a:pt x="1006" y="294"/>
                  </a:lnTo>
                  <a:cubicBezTo>
                    <a:pt x="1006" y="124"/>
                    <a:pt x="882" y="0"/>
                    <a:pt x="712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6" name="Google Shape;3557;p63">
              <a:extLst>
                <a:ext uri="{FF2B5EF4-FFF2-40B4-BE49-F238E27FC236}">
                  <a16:creationId xmlns:a16="http://schemas.microsoft.com/office/drawing/2014/main" id="{40C90112-1E19-6ABF-54BC-B8841F575B2A}"/>
                </a:ext>
              </a:extLst>
            </p:cNvPr>
            <p:cNvSpPr/>
            <p:nvPr/>
          </p:nvSpPr>
          <p:spPr>
            <a:xfrm>
              <a:off x="3799569" y="2984620"/>
              <a:ext cx="19597" cy="49148"/>
            </a:xfrm>
            <a:custGeom>
              <a:avLst/>
              <a:gdLst/>
              <a:ahLst/>
              <a:cxnLst/>
              <a:rect l="l" t="t" r="r" b="b"/>
              <a:pathLst>
                <a:path w="1006" h="2523" extrusionOk="0">
                  <a:moveTo>
                    <a:pt x="295" y="0"/>
                  </a:moveTo>
                  <a:cubicBezTo>
                    <a:pt x="148" y="0"/>
                    <a:pt x="1" y="124"/>
                    <a:pt x="1" y="294"/>
                  </a:cubicBezTo>
                  <a:cubicBezTo>
                    <a:pt x="1" y="441"/>
                    <a:pt x="148" y="565"/>
                    <a:pt x="295" y="565"/>
                  </a:cubicBezTo>
                  <a:lnTo>
                    <a:pt x="418" y="565"/>
                  </a:lnTo>
                  <a:lnTo>
                    <a:pt x="418" y="2252"/>
                  </a:lnTo>
                  <a:cubicBezTo>
                    <a:pt x="418" y="2399"/>
                    <a:pt x="565" y="2522"/>
                    <a:pt x="712" y="2522"/>
                  </a:cubicBezTo>
                  <a:cubicBezTo>
                    <a:pt x="882" y="2522"/>
                    <a:pt x="1006" y="2399"/>
                    <a:pt x="1006" y="2252"/>
                  </a:cubicBezTo>
                  <a:lnTo>
                    <a:pt x="1006" y="294"/>
                  </a:lnTo>
                  <a:cubicBezTo>
                    <a:pt x="1006" y="124"/>
                    <a:pt x="882" y="0"/>
                    <a:pt x="712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7" name="Google Shape;3558;p63">
              <a:extLst>
                <a:ext uri="{FF2B5EF4-FFF2-40B4-BE49-F238E27FC236}">
                  <a16:creationId xmlns:a16="http://schemas.microsoft.com/office/drawing/2014/main" id="{C8E690B2-8544-96F9-402A-CD7EC3B23620}"/>
                </a:ext>
              </a:extLst>
            </p:cNvPr>
            <p:cNvSpPr/>
            <p:nvPr/>
          </p:nvSpPr>
          <p:spPr>
            <a:xfrm>
              <a:off x="3662178" y="2924057"/>
              <a:ext cx="19129" cy="49596"/>
            </a:xfrm>
            <a:custGeom>
              <a:avLst/>
              <a:gdLst/>
              <a:ahLst/>
              <a:cxnLst/>
              <a:rect l="l" t="t" r="r" b="b"/>
              <a:pathLst>
                <a:path w="982" h="2546" extrusionOk="0">
                  <a:moveTo>
                    <a:pt x="294" y="0"/>
                  </a:moveTo>
                  <a:cubicBezTo>
                    <a:pt x="124" y="0"/>
                    <a:pt x="0" y="147"/>
                    <a:pt x="0" y="294"/>
                  </a:cubicBezTo>
                  <a:cubicBezTo>
                    <a:pt x="0" y="441"/>
                    <a:pt x="124" y="588"/>
                    <a:pt x="294" y="588"/>
                  </a:cubicBezTo>
                  <a:lnTo>
                    <a:pt x="418" y="588"/>
                  </a:lnTo>
                  <a:lnTo>
                    <a:pt x="418" y="2251"/>
                  </a:lnTo>
                  <a:cubicBezTo>
                    <a:pt x="418" y="2398"/>
                    <a:pt x="541" y="2545"/>
                    <a:pt x="712" y="2545"/>
                  </a:cubicBezTo>
                  <a:cubicBezTo>
                    <a:pt x="858" y="2545"/>
                    <a:pt x="982" y="2398"/>
                    <a:pt x="982" y="2251"/>
                  </a:cubicBezTo>
                  <a:lnTo>
                    <a:pt x="982" y="294"/>
                  </a:lnTo>
                  <a:cubicBezTo>
                    <a:pt x="982" y="147"/>
                    <a:pt x="858" y="0"/>
                    <a:pt x="712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3559;p63">
              <a:extLst>
                <a:ext uri="{FF2B5EF4-FFF2-40B4-BE49-F238E27FC236}">
                  <a16:creationId xmlns:a16="http://schemas.microsoft.com/office/drawing/2014/main" id="{EE22CD4A-4C31-2B96-CCF6-0EC4F5F44CF2}"/>
                </a:ext>
              </a:extLst>
            </p:cNvPr>
            <p:cNvSpPr/>
            <p:nvPr/>
          </p:nvSpPr>
          <p:spPr>
            <a:xfrm>
              <a:off x="3689430" y="2924057"/>
              <a:ext cx="19597" cy="49596"/>
            </a:xfrm>
            <a:custGeom>
              <a:avLst/>
              <a:gdLst/>
              <a:ahLst/>
              <a:cxnLst/>
              <a:rect l="l" t="t" r="r" b="b"/>
              <a:pathLst>
                <a:path w="1006" h="2546" extrusionOk="0">
                  <a:moveTo>
                    <a:pt x="294" y="0"/>
                  </a:moveTo>
                  <a:cubicBezTo>
                    <a:pt x="147" y="0"/>
                    <a:pt x="0" y="147"/>
                    <a:pt x="0" y="294"/>
                  </a:cubicBezTo>
                  <a:cubicBezTo>
                    <a:pt x="0" y="441"/>
                    <a:pt x="147" y="588"/>
                    <a:pt x="294" y="588"/>
                  </a:cubicBezTo>
                  <a:lnTo>
                    <a:pt x="418" y="588"/>
                  </a:lnTo>
                  <a:lnTo>
                    <a:pt x="418" y="2251"/>
                  </a:lnTo>
                  <a:cubicBezTo>
                    <a:pt x="418" y="2398"/>
                    <a:pt x="565" y="2545"/>
                    <a:pt x="711" y="2545"/>
                  </a:cubicBezTo>
                  <a:cubicBezTo>
                    <a:pt x="858" y="2545"/>
                    <a:pt x="1005" y="2398"/>
                    <a:pt x="1005" y="2251"/>
                  </a:cubicBezTo>
                  <a:lnTo>
                    <a:pt x="1005" y="294"/>
                  </a:lnTo>
                  <a:cubicBezTo>
                    <a:pt x="1005" y="147"/>
                    <a:pt x="858" y="0"/>
                    <a:pt x="711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3560;p63">
              <a:extLst>
                <a:ext uri="{FF2B5EF4-FFF2-40B4-BE49-F238E27FC236}">
                  <a16:creationId xmlns:a16="http://schemas.microsoft.com/office/drawing/2014/main" id="{7F4FFAF9-80CC-AA0E-3FAB-82278E86FC32}"/>
                </a:ext>
              </a:extLst>
            </p:cNvPr>
            <p:cNvSpPr/>
            <p:nvPr/>
          </p:nvSpPr>
          <p:spPr>
            <a:xfrm>
              <a:off x="3799569" y="2924057"/>
              <a:ext cx="19597" cy="49596"/>
            </a:xfrm>
            <a:custGeom>
              <a:avLst/>
              <a:gdLst/>
              <a:ahLst/>
              <a:cxnLst/>
              <a:rect l="l" t="t" r="r" b="b"/>
              <a:pathLst>
                <a:path w="1006" h="2546" extrusionOk="0">
                  <a:moveTo>
                    <a:pt x="295" y="0"/>
                  </a:moveTo>
                  <a:cubicBezTo>
                    <a:pt x="148" y="0"/>
                    <a:pt x="1" y="147"/>
                    <a:pt x="1" y="294"/>
                  </a:cubicBezTo>
                  <a:cubicBezTo>
                    <a:pt x="1" y="441"/>
                    <a:pt x="148" y="588"/>
                    <a:pt x="295" y="588"/>
                  </a:cubicBezTo>
                  <a:lnTo>
                    <a:pt x="418" y="588"/>
                  </a:lnTo>
                  <a:lnTo>
                    <a:pt x="418" y="2251"/>
                  </a:lnTo>
                  <a:cubicBezTo>
                    <a:pt x="418" y="2398"/>
                    <a:pt x="565" y="2545"/>
                    <a:pt x="712" y="2545"/>
                  </a:cubicBezTo>
                  <a:cubicBezTo>
                    <a:pt x="882" y="2545"/>
                    <a:pt x="1006" y="2398"/>
                    <a:pt x="1006" y="2251"/>
                  </a:cubicBezTo>
                  <a:lnTo>
                    <a:pt x="1006" y="294"/>
                  </a:lnTo>
                  <a:cubicBezTo>
                    <a:pt x="1006" y="147"/>
                    <a:pt x="882" y="0"/>
                    <a:pt x="712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3561;p63">
              <a:extLst>
                <a:ext uri="{FF2B5EF4-FFF2-40B4-BE49-F238E27FC236}">
                  <a16:creationId xmlns:a16="http://schemas.microsoft.com/office/drawing/2014/main" id="{4DF0BA63-90C2-4BFA-AC70-A5F90A8F6075}"/>
                </a:ext>
              </a:extLst>
            </p:cNvPr>
            <p:cNvSpPr/>
            <p:nvPr/>
          </p:nvSpPr>
          <p:spPr>
            <a:xfrm>
              <a:off x="3624036" y="2923473"/>
              <a:ext cx="33467" cy="50629"/>
            </a:xfrm>
            <a:custGeom>
              <a:avLst/>
              <a:gdLst/>
              <a:ahLst/>
              <a:cxnLst/>
              <a:rect l="l" t="t" r="r" b="b"/>
              <a:pathLst>
                <a:path w="1718" h="2599" extrusionOk="0">
                  <a:moveTo>
                    <a:pt x="859" y="565"/>
                  </a:moveTo>
                  <a:cubicBezTo>
                    <a:pt x="1006" y="565"/>
                    <a:pt x="1153" y="688"/>
                    <a:pt x="1153" y="835"/>
                  </a:cubicBezTo>
                  <a:lnTo>
                    <a:pt x="1153" y="1741"/>
                  </a:lnTo>
                  <a:cubicBezTo>
                    <a:pt x="1153" y="1911"/>
                    <a:pt x="1006" y="2034"/>
                    <a:pt x="859" y="2034"/>
                  </a:cubicBezTo>
                  <a:cubicBezTo>
                    <a:pt x="712" y="2034"/>
                    <a:pt x="589" y="1911"/>
                    <a:pt x="589" y="1741"/>
                  </a:cubicBezTo>
                  <a:lnTo>
                    <a:pt x="589" y="835"/>
                  </a:lnTo>
                  <a:cubicBezTo>
                    <a:pt x="589" y="688"/>
                    <a:pt x="712" y="565"/>
                    <a:pt x="859" y="565"/>
                  </a:cubicBezTo>
                  <a:close/>
                  <a:moveTo>
                    <a:pt x="859" y="1"/>
                  </a:moveTo>
                  <a:cubicBezTo>
                    <a:pt x="395" y="1"/>
                    <a:pt x="1" y="371"/>
                    <a:pt x="1" y="835"/>
                  </a:cubicBezTo>
                  <a:lnTo>
                    <a:pt x="1" y="1741"/>
                  </a:lnTo>
                  <a:cubicBezTo>
                    <a:pt x="1" y="2234"/>
                    <a:pt x="395" y="2599"/>
                    <a:pt x="859" y="2599"/>
                  </a:cubicBezTo>
                  <a:cubicBezTo>
                    <a:pt x="1324" y="2599"/>
                    <a:pt x="1717" y="2234"/>
                    <a:pt x="1717" y="1741"/>
                  </a:cubicBezTo>
                  <a:lnTo>
                    <a:pt x="1717" y="835"/>
                  </a:lnTo>
                  <a:cubicBezTo>
                    <a:pt x="1717" y="371"/>
                    <a:pt x="1324" y="1"/>
                    <a:pt x="859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1" name="Google Shape;3562;p63">
              <a:extLst>
                <a:ext uri="{FF2B5EF4-FFF2-40B4-BE49-F238E27FC236}">
                  <a16:creationId xmlns:a16="http://schemas.microsoft.com/office/drawing/2014/main" id="{0E2D9560-BBD2-D2CD-5794-044C94325139}"/>
                </a:ext>
              </a:extLst>
            </p:cNvPr>
            <p:cNvSpPr/>
            <p:nvPr/>
          </p:nvSpPr>
          <p:spPr>
            <a:xfrm>
              <a:off x="3596336" y="2983587"/>
              <a:ext cx="33447" cy="51096"/>
            </a:xfrm>
            <a:custGeom>
              <a:avLst/>
              <a:gdLst/>
              <a:ahLst/>
              <a:cxnLst/>
              <a:rect l="l" t="t" r="r" b="b"/>
              <a:pathLst>
                <a:path w="1717" h="2623" extrusionOk="0">
                  <a:moveTo>
                    <a:pt x="859" y="588"/>
                  </a:moveTo>
                  <a:cubicBezTo>
                    <a:pt x="1006" y="588"/>
                    <a:pt x="1129" y="712"/>
                    <a:pt x="1129" y="859"/>
                  </a:cubicBezTo>
                  <a:lnTo>
                    <a:pt x="1129" y="1764"/>
                  </a:lnTo>
                  <a:cubicBezTo>
                    <a:pt x="1129" y="1940"/>
                    <a:pt x="1006" y="2058"/>
                    <a:pt x="859" y="2058"/>
                  </a:cubicBezTo>
                  <a:cubicBezTo>
                    <a:pt x="712" y="2058"/>
                    <a:pt x="565" y="1940"/>
                    <a:pt x="565" y="1764"/>
                  </a:cubicBezTo>
                  <a:lnTo>
                    <a:pt x="565" y="859"/>
                  </a:lnTo>
                  <a:cubicBezTo>
                    <a:pt x="565" y="712"/>
                    <a:pt x="712" y="588"/>
                    <a:pt x="859" y="588"/>
                  </a:cubicBezTo>
                  <a:close/>
                  <a:moveTo>
                    <a:pt x="859" y="1"/>
                  </a:moveTo>
                  <a:cubicBezTo>
                    <a:pt x="394" y="1"/>
                    <a:pt x="1" y="394"/>
                    <a:pt x="1" y="859"/>
                  </a:cubicBezTo>
                  <a:lnTo>
                    <a:pt x="1" y="1764"/>
                  </a:lnTo>
                  <a:cubicBezTo>
                    <a:pt x="1" y="2234"/>
                    <a:pt x="394" y="2622"/>
                    <a:pt x="859" y="2622"/>
                  </a:cubicBezTo>
                  <a:cubicBezTo>
                    <a:pt x="1323" y="2622"/>
                    <a:pt x="1717" y="2234"/>
                    <a:pt x="1717" y="1764"/>
                  </a:cubicBezTo>
                  <a:lnTo>
                    <a:pt x="1717" y="859"/>
                  </a:lnTo>
                  <a:cubicBezTo>
                    <a:pt x="1717" y="394"/>
                    <a:pt x="1323" y="1"/>
                    <a:pt x="859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2" name="Google Shape;3563;p63">
              <a:extLst>
                <a:ext uri="{FF2B5EF4-FFF2-40B4-BE49-F238E27FC236}">
                  <a16:creationId xmlns:a16="http://schemas.microsoft.com/office/drawing/2014/main" id="{BBC2C59F-81F3-7C0D-32FB-17F5E7DFFEDA}"/>
                </a:ext>
              </a:extLst>
            </p:cNvPr>
            <p:cNvSpPr/>
            <p:nvPr/>
          </p:nvSpPr>
          <p:spPr>
            <a:xfrm>
              <a:off x="3665606" y="2983587"/>
              <a:ext cx="33350" cy="51096"/>
            </a:xfrm>
            <a:custGeom>
              <a:avLst/>
              <a:gdLst/>
              <a:ahLst/>
              <a:cxnLst/>
              <a:rect l="l" t="t" r="r" b="b"/>
              <a:pathLst>
                <a:path w="1712" h="2623" extrusionOk="0">
                  <a:moveTo>
                    <a:pt x="853" y="588"/>
                  </a:moveTo>
                  <a:cubicBezTo>
                    <a:pt x="1029" y="588"/>
                    <a:pt x="1147" y="712"/>
                    <a:pt x="1147" y="859"/>
                  </a:cubicBezTo>
                  <a:lnTo>
                    <a:pt x="1147" y="1764"/>
                  </a:lnTo>
                  <a:cubicBezTo>
                    <a:pt x="1147" y="1940"/>
                    <a:pt x="1029" y="2058"/>
                    <a:pt x="853" y="2058"/>
                  </a:cubicBezTo>
                  <a:cubicBezTo>
                    <a:pt x="706" y="2058"/>
                    <a:pt x="588" y="1940"/>
                    <a:pt x="588" y="1764"/>
                  </a:cubicBezTo>
                  <a:lnTo>
                    <a:pt x="588" y="859"/>
                  </a:lnTo>
                  <a:cubicBezTo>
                    <a:pt x="588" y="712"/>
                    <a:pt x="706" y="588"/>
                    <a:pt x="853" y="588"/>
                  </a:cubicBezTo>
                  <a:close/>
                  <a:moveTo>
                    <a:pt x="853" y="1"/>
                  </a:moveTo>
                  <a:cubicBezTo>
                    <a:pt x="389" y="1"/>
                    <a:pt x="1" y="394"/>
                    <a:pt x="1" y="859"/>
                  </a:cubicBezTo>
                  <a:lnTo>
                    <a:pt x="1" y="1764"/>
                  </a:lnTo>
                  <a:cubicBezTo>
                    <a:pt x="1" y="2234"/>
                    <a:pt x="389" y="2622"/>
                    <a:pt x="853" y="2622"/>
                  </a:cubicBezTo>
                  <a:cubicBezTo>
                    <a:pt x="1323" y="2622"/>
                    <a:pt x="1711" y="2234"/>
                    <a:pt x="1711" y="1764"/>
                  </a:cubicBezTo>
                  <a:lnTo>
                    <a:pt x="1711" y="859"/>
                  </a:lnTo>
                  <a:cubicBezTo>
                    <a:pt x="1711" y="394"/>
                    <a:pt x="1323" y="1"/>
                    <a:pt x="853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3564;p63">
              <a:extLst>
                <a:ext uri="{FF2B5EF4-FFF2-40B4-BE49-F238E27FC236}">
                  <a16:creationId xmlns:a16="http://schemas.microsoft.com/office/drawing/2014/main" id="{EC35310D-1CD8-C5CD-5539-917C50B6B055}"/>
                </a:ext>
              </a:extLst>
            </p:cNvPr>
            <p:cNvSpPr/>
            <p:nvPr/>
          </p:nvSpPr>
          <p:spPr>
            <a:xfrm>
              <a:off x="3734759" y="2983587"/>
              <a:ext cx="33350" cy="51096"/>
            </a:xfrm>
            <a:custGeom>
              <a:avLst/>
              <a:gdLst/>
              <a:ahLst/>
              <a:cxnLst/>
              <a:rect l="l" t="t" r="r" b="b"/>
              <a:pathLst>
                <a:path w="1712" h="2623" extrusionOk="0">
                  <a:moveTo>
                    <a:pt x="859" y="588"/>
                  </a:moveTo>
                  <a:cubicBezTo>
                    <a:pt x="1029" y="588"/>
                    <a:pt x="1153" y="712"/>
                    <a:pt x="1153" y="859"/>
                  </a:cubicBezTo>
                  <a:lnTo>
                    <a:pt x="1153" y="1764"/>
                  </a:lnTo>
                  <a:cubicBezTo>
                    <a:pt x="1153" y="1940"/>
                    <a:pt x="1029" y="2058"/>
                    <a:pt x="859" y="2058"/>
                  </a:cubicBezTo>
                  <a:cubicBezTo>
                    <a:pt x="712" y="2058"/>
                    <a:pt x="589" y="1940"/>
                    <a:pt x="589" y="1764"/>
                  </a:cubicBezTo>
                  <a:lnTo>
                    <a:pt x="589" y="859"/>
                  </a:lnTo>
                  <a:cubicBezTo>
                    <a:pt x="589" y="712"/>
                    <a:pt x="712" y="588"/>
                    <a:pt x="859" y="588"/>
                  </a:cubicBezTo>
                  <a:close/>
                  <a:moveTo>
                    <a:pt x="859" y="1"/>
                  </a:moveTo>
                  <a:cubicBezTo>
                    <a:pt x="389" y="1"/>
                    <a:pt x="1" y="394"/>
                    <a:pt x="1" y="859"/>
                  </a:cubicBezTo>
                  <a:lnTo>
                    <a:pt x="1" y="1764"/>
                  </a:lnTo>
                  <a:cubicBezTo>
                    <a:pt x="1" y="2234"/>
                    <a:pt x="389" y="2622"/>
                    <a:pt x="859" y="2622"/>
                  </a:cubicBezTo>
                  <a:cubicBezTo>
                    <a:pt x="1323" y="2622"/>
                    <a:pt x="1711" y="2234"/>
                    <a:pt x="1711" y="1764"/>
                  </a:cubicBezTo>
                  <a:lnTo>
                    <a:pt x="1711" y="859"/>
                  </a:lnTo>
                  <a:cubicBezTo>
                    <a:pt x="1711" y="394"/>
                    <a:pt x="1323" y="1"/>
                    <a:pt x="859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3565;p63">
              <a:extLst>
                <a:ext uri="{FF2B5EF4-FFF2-40B4-BE49-F238E27FC236}">
                  <a16:creationId xmlns:a16="http://schemas.microsoft.com/office/drawing/2014/main" id="{74C35D03-84D1-FCFA-FCF3-51EA772C4433}"/>
                </a:ext>
              </a:extLst>
            </p:cNvPr>
            <p:cNvSpPr/>
            <p:nvPr/>
          </p:nvSpPr>
          <p:spPr>
            <a:xfrm>
              <a:off x="3718513" y="2923473"/>
              <a:ext cx="33447" cy="50629"/>
            </a:xfrm>
            <a:custGeom>
              <a:avLst/>
              <a:gdLst/>
              <a:ahLst/>
              <a:cxnLst/>
              <a:rect l="l" t="t" r="r" b="b"/>
              <a:pathLst>
                <a:path w="1717" h="2599" extrusionOk="0">
                  <a:moveTo>
                    <a:pt x="858" y="565"/>
                  </a:moveTo>
                  <a:cubicBezTo>
                    <a:pt x="1005" y="565"/>
                    <a:pt x="1152" y="688"/>
                    <a:pt x="1152" y="835"/>
                  </a:cubicBezTo>
                  <a:lnTo>
                    <a:pt x="1152" y="1741"/>
                  </a:lnTo>
                  <a:cubicBezTo>
                    <a:pt x="1152" y="1911"/>
                    <a:pt x="1005" y="2034"/>
                    <a:pt x="858" y="2034"/>
                  </a:cubicBezTo>
                  <a:cubicBezTo>
                    <a:pt x="711" y="2034"/>
                    <a:pt x="588" y="1911"/>
                    <a:pt x="588" y="1741"/>
                  </a:cubicBezTo>
                  <a:lnTo>
                    <a:pt x="588" y="835"/>
                  </a:lnTo>
                  <a:cubicBezTo>
                    <a:pt x="588" y="688"/>
                    <a:pt x="711" y="565"/>
                    <a:pt x="858" y="565"/>
                  </a:cubicBezTo>
                  <a:close/>
                  <a:moveTo>
                    <a:pt x="858" y="1"/>
                  </a:moveTo>
                  <a:cubicBezTo>
                    <a:pt x="394" y="1"/>
                    <a:pt x="0" y="371"/>
                    <a:pt x="0" y="835"/>
                  </a:cubicBezTo>
                  <a:lnTo>
                    <a:pt x="0" y="1741"/>
                  </a:lnTo>
                  <a:cubicBezTo>
                    <a:pt x="0" y="2234"/>
                    <a:pt x="394" y="2599"/>
                    <a:pt x="858" y="2599"/>
                  </a:cubicBezTo>
                  <a:cubicBezTo>
                    <a:pt x="1323" y="2599"/>
                    <a:pt x="1717" y="2234"/>
                    <a:pt x="1717" y="1741"/>
                  </a:cubicBezTo>
                  <a:lnTo>
                    <a:pt x="1717" y="835"/>
                  </a:lnTo>
                  <a:cubicBezTo>
                    <a:pt x="1717" y="371"/>
                    <a:pt x="1323" y="1"/>
                    <a:pt x="858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" name="Google Shape;3566;p63">
              <a:extLst>
                <a:ext uri="{FF2B5EF4-FFF2-40B4-BE49-F238E27FC236}">
                  <a16:creationId xmlns:a16="http://schemas.microsoft.com/office/drawing/2014/main" id="{12895E69-17A2-1A59-04DD-0AE7FF79A288}"/>
                </a:ext>
              </a:extLst>
            </p:cNvPr>
            <p:cNvSpPr/>
            <p:nvPr/>
          </p:nvSpPr>
          <p:spPr>
            <a:xfrm>
              <a:off x="3759499" y="2923473"/>
              <a:ext cx="33447" cy="50629"/>
            </a:xfrm>
            <a:custGeom>
              <a:avLst/>
              <a:gdLst/>
              <a:ahLst/>
              <a:cxnLst/>
              <a:rect l="l" t="t" r="r" b="b"/>
              <a:pathLst>
                <a:path w="1717" h="2599" extrusionOk="0">
                  <a:moveTo>
                    <a:pt x="859" y="565"/>
                  </a:moveTo>
                  <a:cubicBezTo>
                    <a:pt x="1006" y="565"/>
                    <a:pt x="1153" y="688"/>
                    <a:pt x="1153" y="835"/>
                  </a:cubicBezTo>
                  <a:lnTo>
                    <a:pt x="1153" y="1741"/>
                  </a:lnTo>
                  <a:cubicBezTo>
                    <a:pt x="1153" y="1911"/>
                    <a:pt x="1006" y="2034"/>
                    <a:pt x="859" y="2034"/>
                  </a:cubicBezTo>
                  <a:cubicBezTo>
                    <a:pt x="712" y="2034"/>
                    <a:pt x="588" y="1911"/>
                    <a:pt x="588" y="1741"/>
                  </a:cubicBezTo>
                  <a:lnTo>
                    <a:pt x="588" y="835"/>
                  </a:lnTo>
                  <a:cubicBezTo>
                    <a:pt x="588" y="688"/>
                    <a:pt x="712" y="565"/>
                    <a:pt x="859" y="565"/>
                  </a:cubicBezTo>
                  <a:close/>
                  <a:moveTo>
                    <a:pt x="859" y="1"/>
                  </a:moveTo>
                  <a:cubicBezTo>
                    <a:pt x="394" y="1"/>
                    <a:pt x="0" y="371"/>
                    <a:pt x="0" y="835"/>
                  </a:cubicBezTo>
                  <a:lnTo>
                    <a:pt x="0" y="1741"/>
                  </a:lnTo>
                  <a:cubicBezTo>
                    <a:pt x="0" y="2234"/>
                    <a:pt x="394" y="2599"/>
                    <a:pt x="859" y="2599"/>
                  </a:cubicBezTo>
                  <a:cubicBezTo>
                    <a:pt x="1323" y="2599"/>
                    <a:pt x="1717" y="2234"/>
                    <a:pt x="1717" y="1741"/>
                  </a:cubicBezTo>
                  <a:lnTo>
                    <a:pt x="1717" y="835"/>
                  </a:lnTo>
                  <a:cubicBezTo>
                    <a:pt x="1717" y="371"/>
                    <a:pt x="1323" y="1"/>
                    <a:pt x="859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86" name="Google Shape;3093;p63">
            <a:extLst>
              <a:ext uri="{FF2B5EF4-FFF2-40B4-BE49-F238E27FC236}">
                <a16:creationId xmlns:a16="http://schemas.microsoft.com/office/drawing/2014/main" id="{441B5DDD-E97C-D383-02C4-38933C3BEC10}"/>
              </a:ext>
            </a:extLst>
          </p:cNvPr>
          <p:cNvGrpSpPr/>
          <p:nvPr/>
        </p:nvGrpSpPr>
        <p:grpSpPr>
          <a:xfrm>
            <a:off x="7205083" y="3213831"/>
            <a:ext cx="379704" cy="379354"/>
            <a:chOff x="6974625" y="1969818"/>
            <a:chExt cx="379704" cy="379354"/>
          </a:xfrm>
        </p:grpSpPr>
        <p:sp>
          <p:nvSpPr>
            <p:cNvPr id="2487" name="Google Shape;3094;p63">
              <a:extLst>
                <a:ext uri="{FF2B5EF4-FFF2-40B4-BE49-F238E27FC236}">
                  <a16:creationId xmlns:a16="http://schemas.microsoft.com/office/drawing/2014/main" id="{B1A5DB3E-A807-DC04-4FED-D96E9D626312}"/>
                </a:ext>
              </a:extLst>
            </p:cNvPr>
            <p:cNvSpPr/>
            <p:nvPr/>
          </p:nvSpPr>
          <p:spPr>
            <a:xfrm>
              <a:off x="7047557" y="2313306"/>
              <a:ext cx="233838" cy="19597"/>
            </a:xfrm>
            <a:custGeom>
              <a:avLst/>
              <a:gdLst/>
              <a:ahLst/>
              <a:cxnLst/>
              <a:rect l="l" t="t" r="r" b="b"/>
              <a:pathLst>
                <a:path w="12004" h="1006" extrusionOk="0">
                  <a:moveTo>
                    <a:pt x="124" y="1"/>
                  </a:moveTo>
                  <a:cubicBezTo>
                    <a:pt x="48" y="1"/>
                    <a:pt x="1" y="54"/>
                    <a:pt x="1" y="124"/>
                  </a:cubicBezTo>
                  <a:lnTo>
                    <a:pt x="1" y="859"/>
                  </a:lnTo>
                  <a:cubicBezTo>
                    <a:pt x="1" y="935"/>
                    <a:pt x="48" y="1006"/>
                    <a:pt x="124" y="1006"/>
                  </a:cubicBezTo>
                  <a:lnTo>
                    <a:pt x="11880" y="1006"/>
                  </a:lnTo>
                  <a:cubicBezTo>
                    <a:pt x="11950" y="1006"/>
                    <a:pt x="12003" y="935"/>
                    <a:pt x="12003" y="859"/>
                  </a:cubicBezTo>
                  <a:lnTo>
                    <a:pt x="12003" y="124"/>
                  </a:lnTo>
                  <a:cubicBezTo>
                    <a:pt x="12003" y="54"/>
                    <a:pt x="11950" y="1"/>
                    <a:pt x="11880" y="1"/>
                  </a:cubicBezTo>
                  <a:close/>
                </a:path>
              </a:pathLst>
            </a:custGeom>
            <a:solidFill>
              <a:srgbClr val="FF93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8" name="Google Shape;3095;p63">
              <a:extLst>
                <a:ext uri="{FF2B5EF4-FFF2-40B4-BE49-F238E27FC236}">
                  <a16:creationId xmlns:a16="http://schemas.microsoft.com/office/drawing/2014/main" id="{4B13CABA-B250-C565-8A05-24EA34F8C596}"/>
                </a:ext>
              </a:extLst>
            </p:cNvPr>
            <p:cNvSpPr/>
            <p:nvPr/>
          </p:nvSpPr>
          <p:spPr>
            <a:xfrm>
              <a:off x="7266588" y="2313306"/>
              <a:ext cx="14805" cy="19597"/>
            </a:xfrm>
            <a:custGeom>
              <a:avLst/>
              <a:gdLst/>
              <a:ahLst/>
              <a:cxnLst/>
              <a:rect l="l" t="t" r="r" b="b"/>
              <a:pathLst>
                <a:path w="760" h="1006" extrusionOk="0">
                  <a:moveTo>
                    <a:pt x="1" y="1"/>
                  </a:moveTo>
                  <a:lnTo>
                    <a:pt x="1" y="1006"/>
                  </a:lnTo>
                  <a:lnTo>
                    <a:pt x="636" y="1006"/>
                  </a:lnTo>
                  <a:cubicBezTo>
                    <a:pt x="706" y="1006"/>
                    <a:pt x="759" y="935"/>
                    <a:pt x="759" y="859"/>
                  </a:cubicBezTo>
                  <a:lnTo>
                    <a:pt x="759" y="124"/>
                  </a:lnTo>
                  <a:cubicBezTo>
                    <a:pt x="759" y="54"/>
                    <a:pt x="706" y="1"/>
                    <a:pt x="636" y="1"/>
                  </a:cubicBezTo>
                  <a:close/>
                </a:path>
              </a:pathLst>
            </a:custGeom>
            <a:solidFill>
              <a:srgbClr val="FF61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9" name="Google Shape;3096;p63">
              <a:extLst>
                <a:ext uri="{FF2B5EF4-FFF2-40B4-BE49-F238E27FC236}">
                  <a16:creationId xmlns:a16="http://schemas.microsoft.com/office/drawing/2014/main" id="{E503A2FA-473D-4259-C0DB-61D155026552}"/>
                </a:ext>
              </a:extLst>
            </p:cNvPr>
            <p:cNvSpPr/>
            <p:nvPr/>
          </p:nvSpPr>
          <p:spPr>
            <a:xfrm>
              <a:off x="7154385" y="2047095"/>
              <a:ext cx="20064" cy="31051"/>
            </a:xfrm>
            <a:custGeom>
              <a:avLst/>
              <a:gdLst/>
              <a:ahLst/>
              <a:cxnLst/>
              <a:rect l="l" t="t" r="r" b="b"/>
              <a:pathLst>
                <a:path w="1030" h="1594" extrusionOk="0">
                  <a:moveTo>
                    <a:pt x="1" y="1"/>
                  </a:moveTo>
                  <a:lnTo>
                    <a:pt x="1" y="1594"/>
                  </a:lnTo>
                  <a:lnTo>
                    <a:pt x="1029" y="1594"/>
                  </a:lnTo>
                  <a:lnTo>
                    <a:pt x="1029" y="1"/>
                  </a:lnTo>
                  <a:close/>
                </a:path>
              </a:pathLst>
            </a:custGeom>
            <a:solidFill>
              <a:srgbClr val="FF93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0" name="Google Shape;3097;p63">
              <a:extLst>
                <a:ext uri="{FF2B5EF4-FFF2-40B4-BE49-F238E27FC236}">
                  <a16:creationId xmlns:a16="http://schemas.microsoft.com/office/drawing/2014/main" id="{7E20F4CD-2656-F226-D88B-4EA40DBCC657}"/>
                </a:ext>
              </a:extLst>
            </p:cNvPr>
            <p:cNvSpPr/>
            <p:nvPr/>
          </p:nvSpPr>
          <p:spPr>
            <a:xfrm>
              <a:off x="7154385" y="2150143"/>
              <a:ext cx="20064" cy="31051"/>
            </a:xfrm>
            <a:custGeom>
              <a:avLst/>
              <a:gdLst/>
              <a:ahLst/>
              <a:cxnLst/>
              <a:rect l="l" t="t" r="r" b="b"/>
              <a:pathLst>
                <a:path w="1030" h="1594" extrusionOk="0">
                  <a:moveTo>
                    <a:pt x="1" y="1"/>
                  </a:moveTo>
                  <a:lnTo>
                    <a:pt x="1" y="1594"/>
                  </a:lnTo>
                  <a:lnTo>
                    <a:pt x="1029" y="1594"/>
                  </a:lnTo>
                  <a:lnTo>
                    <a:pt x="1029" y="1"/>
                  </a:lnTo>
                  <a:close/>
                </a:path>
              </a:pathLst>
            </a:custGeom>
            <a:solidFill>
              <a:srgbClr val="FF93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" name="Google Shape;3098;p63">
              <a:extLst>
                <a:ext uri="{FF2B5EF4-FFF2-40B4-BE49-F238E27FC236}">
                  <a16:creationId xmlns:a16="http://schemas.microsoft.com/office/drawing/2014/main" id="{ED823AB1-7514-1C03-89E7-440A975EDD2B}"/>
                </a:ext>
              </a:extLst>
            </p:cNvPr>
            <p:cNvSpPr/>
            <p:nvPr/>
          </p:nvSpPr>
          <p:spPr>
            <a:xfrm>
              <a:off x="7154385" y="2253191"/>
              <a:ext cx="20064" cy="60135"/>
            </a:xfrm>
            <a:custGeom>
              <a:avLst/>
              <a:gdLst/>
              <a:ahLst/>
              <a:cxnLst/>
              <a:rect l="l" t="t" r="r" b="b"/>
              <a:pathLst>
                <a:path w="1030" h="3087" extrusionOk="0">
                  <a:moveTo>
                    <a:pt x="1" y="1"/>
                  </a:moveTo>
                  <a:lnTo>
                    <a:pt x="1" y="3087"/>
                  </a:lnTo>
                  <a:lnTo>
                    <a:pt x="1029" y="3087"/>
                  </a:lnTo>
                  <a:lnTo>
                    <a:pt x="1029" y="1"/>
                  </a:lnTo>
                  <a:close/>
                </a:path>
              </a:pathLst>
            </a:custGeom>
            <a:solidFill>
              <a:srgbClr val="FF93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" name="Google Shape;3099;p63">
              <a:extLst>
                <a:ext uri="{FF2B5EF4-FFF2-40B4-BE49-F238E27FC236}">
                  <a16:creationId xmlns:a16="http://schemas.microsoft.com/office/drawing/2014/main" id="{C182DB13-62C4-4489-6166-A517809EDE3D}"/>
                </a:ext>
              </a:extLst>
            </p:cNvPr>
            <p:cNvSpPr/>
            <p:nvPr/>
          </p:nvSpPr>
          <p:spPr>
            <a:xfrm>
              <a:off x="7164456" y="2047095"/>
              <a:ext cx="9993" cy="31051"/>
            </a:xfrm>
            <a:custGeom>
              <a:avLst/>
              <a:gdLst/>
              <a:ahLst/>
              <a:cxnLst/>
              <a:rect l="l" t="t" r="r" b="b"/>
              <a:pathLst>
                <a:path w="513" h="1594" extrusionOk="0">
                  <a:moveTo>
                    <a:pt x="1" y="1"/>
                  </a:moveTo>
                  <a:lnTo>
                    <a:pt x="1" y="1594"/>
                  </a:lnTo>
                  <a:lnTo>
                    <a:pt x="512" y="1594"/>
                  </a:lnTo>
                  <a:lnTo>
                    <a:pt x="512" y="1"/>
                  </a:lnTo>
                  <a:close/>
                </a:path>
              </a:pathLst>
            </a:custGeom>
            <a:solidFill>
              <a:srgbClr val="FF61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3" name="Google Shape;3100;p63">
              <a:extLst>
                <a:ext uri="{FF2B5EF4-FFF2-40B4-BE49-F238E27FC236}">
                  <a16:creationId xmlns:a16="http://schemas.microsoft.com/office/drawing/2014/main" id="{229D8A4A-010F-1F33-061E-B70308095339}"/>
                </a:ext>
              </a:extLst>
            </p:cNvPr>
            <p:cNvSpPr/>
            <p:nvPr/>
          </p:nvSpPr>
          <p:spPr>
            <a:xfrm>
              <a:off x="7164456" y="2150143"/>
              <a:ext cx="9993" cy="31051"/>
            </a:xfrm>
            <a:custGeom>
              <a:avLst/>
              <a:gdLst/>
              <a:ahLst/>
              <a:cxnLst/>
              <a:rect l="l" t="t" r="r" b="b"/>
              <a:pathLst>
                <a:path w="513" h="1594" extrusionOk="0">
                  <a:moveTo>
                    <a:pt x="1" y="1"/>
                  </a:moveTo>
                  <a:lnTo>
                    <a:pt x="1" y="1594"/>
                  </a:lnTo>
                  <a:lnTo>
                    <a:pt x="512" y="1594"/>
                  </a:lnTo>
                  <a:lnTo>
                    <a:pt x="512" y="1"/>
                  </a:lnTo>
                  <a:close/>
                </a:path>
              </a:pathLst>
            </a:custGeom>
            <a:solidFill>
              <a:srgbClr val="FF61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" name="Google Shape;3101;p63">
              <a:extLst>
                <a:ext uri="{FF2B5EF4-FFF2-40B4-BE49-F238E27FC236}">
                  <a16:creationId xmlns:a16="http://schemas.microsoft.com/office/drawing/2014/main" id="{413CC77D-28C9-73F2-CC05-47818799ED83}"/>
                </a:ext>
              </a:extLst>
            </p:cNvPr>
            <p:cNvSpPr/>
            <p:nvPr/>
          </p:nvSpPr>
          <p:spPr>
            <a:xfrm>
              <a:off x="7164456" y="2253191"/>
              <a:ext cx="9993" cy="60135"/>
            </a:xfrm>
            <a:custGeom>
              <a:avLst/>
              <a:gdLst/>
              <a:ahLst/>
              <a:cxnLst/>
              <a:rect l="l" t="t" r="r" b="b"/>
              <a:pathLst>
                <a:path w="513" h="3087" extrusionOk="0">
                  <a:moveTo>
                    <a:pt x="1" y="1"/>
                  </a:moveTo>
                  <a:lnTo>
                    <a:pt x="1" y="3087"/>
                  </a:lnTo>
                  <a:lnTo>
                    <a:pt x="512" y="3087"/>
                  </a:lnTo>
                  <a:lnTo>
                    <a:pt x="512" y="1"/>
                  </a:lnTo>
                  <a:close/>
                </a:path>
              </a:pathLst>
            </a:custGeom>
            <a:solidFill>
              <a:srgbClr val="FF61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5" name="Google Shape;3102;p63">
              <a:extLst>
                <a:ext uri="{FF2B5EF4-FFF2-40B4-BE49-F238E27FC236}">
                  <a16:creationId xmlns:a16="http://schemas.microsoft.com/office/drawing/2014/main" id="{743A7C08-9C9C-5CCE-005F-8D51D686A1E2}"/>
                </a:ext>
              </a:extLst>
            </p:cNvPr>
            <p:cNvSpPr/>
            <p:nvPr/>
          </p:nvSpPr>
          <p:spPr>
            <a:xfrm>
              <a:off x="6980352" y="2078126"/>
              <a:ext cx="368250" cy="72037"/>
            </a:xfrm>
            <a:custGeom>
              <a:avLst/>
              <a:gdLst/>
              <a:ahLst/>
              <a:cxnLst/>
              <a:rect l="l" t="t" r="r" b="b"/>
              <a:pathLst>
                <a:path w="18904" h="3698" extrusionOk="0">
                  <a:moveTo>
                    <a:pt x="241" y="1"/>
                  </a:moveTo>
                  <a:cubicBezTo>
                    <a:pt x="94" y="1"/>
                    <a:pt x="0" y="101"/>
                    <a:pt x="0" y="248"/>
                  </a:cubicBezTo>
                  <a:lnTo>
                    <a:pt x="0" y="3457"/>
                  </a:lnTo>
                  <a:cubicBezTo>
                    <a:pt x="0" y="3604"/>
                    <a:pt x="94" y="3698"/>
                    <a:pt x="241" y="3698"/>
                  </a:cubicBezTo>
                  <a:lnTo>
                    <a:pt x="18662" y="3698"/>
                  </a:lnTo>
                  <a:cubicBezTo>
                    <a:pt x="18809" y="3698"/>
                    <a:pt x="18903" y="3604"/>
                    <a:pt x="18903" y="3457"/>
                  </a:cubicBezTo>
                  <a:lnTo>
                    <a:pt x="18903" y="248"/>
                  </a:lnTo>
                  <a:cubicBezTo>
                    <a:pt x="18903" y="101"/>
                    <a:pt x="18809" y="1"/>
                    <a:pt x="18662" y="1"/>
                  </a:cubicBezTo>
                  <a:close/>
                </a:path>
              </a:pathLst>
            </a:custGeom>
            <a:solidFill>
              <a:srgbClr val="356B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6" name="Google Shape;3103;p63">
              <a:extLst>
                <a:ext uri="{FF2B5EF4-FFF2-40B4-BE49-F238E27FC236}">
                  <a16:creationId xmlns:a16="http://schemas.microsoft.com/office/drawing/2014/main" id="{00E022E4-BD64-C592-8FE5-E7A11660131F}"/>
                </a:ext>
              </a:extLst>
            </p:cNvPr>
            <p:cNvSpPr/>
            <p:nvPr/>
          </p:nvSpPr>
          <p:spPr>
            <a:xfrm>
              <a:off x="6980352" y="1975078"/>
              <a:ext cx="368250" cy="72037"/>
            </a:xfrm>
            <a:custGeom>
              <a:avLst/>
              <a:gdLst/>
              <a:ahLst/>
              <a:cxnLst/>
              <a:rect l="l" t="t" r="r" b="b"/>
              <a:pathLst>
                <a:path w="18904" h="3698" extrusionOk="0">
                  <a:moveTo>
                    <a:pt x="241" y="1"/>
                  </a:moveTo>
                  <a:cubicBezTo>
                    <a:pt x="94" y="1"/>
                    <a:pt x="0" y="124"/>
                    <a:pt x="0" y="248"/>
                  </a:cubicBezTo>
                  <a:lnTo>
                    <a:pt x="0" y="3457"/>
                  </a:lnTo>
                  <a:cubicBezTo>
                    <a:pt x="0" y="3604"/>
                    <a:pt x="94" y="3698"/>
                    <a:pt x="241" y="3698"/>
                  </a:cubicBezTo>
                  <a:lnTo>
                    <a:pt x="18662" y="3698"/>
                  </a:lnTo>
                  <a:cubicBezTo>
                    <a:pt x="18809" y="3698"/>
                    <a:pt x="18903" y="3604"/>
                    <a:pt x="18903" y="3457"/>
                  </a:cubicBezTo>
                  <a:lnTo>
                    <a:pt x="18903" y="248"/>
                  </a:lnTo>
                  <a:cubicBezTo>
                    <a:pt x="18903" y="124"/>
                    <a:pt x="18809" y="1"/>
                    <a:pt x="18662" y="1"/>
                  </a:cubicBezTo>
                  <a:close/>
                </a:path>
              </a:pathLst>
            </a:custGeom>
            <a:solidFill>
              <a:srgbClr val="866A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" name="Google Shape;3104;p63">
              <a:extLst>
                <a:ext uri="{FF2B5EF4-FFF2-40B4-BE49-F238E27FC236}">
                  <a16:creationId xmlns:a16="http://schemas.microsoft.com/office/drawing/2014/main" id="{5EB08AAA-D090-7899-DAB8-8EAEC595C0C0}"/>
                </a:ext>
              </a:extLst>
            </p:cNvPr>
            <p:cNvSpPr/>
            <p:nvPr/>
          </p:nvSpPr>
          <p:spPr>
            <a:xfrm>
              <a:off x="6980352" y="2181174"/>
              <a:ext cx="368250" cy="72037"/>
            </a:xfrm>
            <a:custGeom>
              <a:avLst/>
              <a:gdLst/>
              <a:ahLst/>
              <a:cxnLst/>
              <a:rect l="l" t="t" r="r" b="b"/>
              <a:pathLst>
                <a:path w="18904" h="3698" extrusionOk="0">
                  <a:moveTo>
                    <a:pt x="241" y="1"/>
                  </a:moveTo>
                  <a:cubicBezTo>
                    <a:pt x="94" y="1"/>
                    <a:pt x="0" y="101"/>
                    <a:pt x="0" y="248"/>
                  </a:cubicBezTo>
                  <a:lnTo>
                    <a:pt x="0" y="3457"/>
                  </a:lnTo>
                  <a:cubicBezTo>
                    <a:pt x="0" y="3575"/>
                    <a:pt x="94" y="3698"/>
                    <a:pt x="241" y="3698"/>
                  </a:cubicBezTo>
                  <a:lnTo>
                    <a:pt x="18662" y="3698"/>
                  </a:lnTo>
                  <a:cubicBezTo>
                    <a:pt x="18809" y="3698"/>
                    <a:pt x="18903" y="3575"/>
                    <a:pt x="18903" y="3457"/>
                  </a:cubicBezTo>
                  <a:lnTo>
                    <a:pt x="18903" y="248"/>
                  </a:lnTo>
                  <a:cubicBezTo>
                    <a:pt x="18903" y="101"/>
                    <a:pt x="18809" y="1"/>
                    <a:pt x="18662" y="1"/>
                  </a:cubicBezTo>
                  <a:close/>
                </a:path>
              </a:pathLst>
            </a:custGeom>
            <a:solidFill>
              <a:srgbClr val="866A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" name="Google Shape;3105;p63">
              <a:extLst>
                <a:ext uri="{FF2B5EF4-FFF2-40B4-BE49-F238E27FC236}">
                  <a16:creationId xmlns:a16="http://schemas.microsoft.com/office/drawing/2014/main" id="{76649244-C986-7F5E-67AF-856F1EB60ECA}"/>
                </a:ext>
              </a:extLst>
            </p:cNvPr>
            <p:cNvSpPr/>
            <p:nvPr/>
          </p:nvSpPr>
          <p:spPr>
            <a:xfrm>
              <a:off x="7329002" y="1975078"/>
              <a:ext cx="19597" cy="72037"/>
            </a:xfrm>
            <a:custGeom>
              <a:avLst/>
              <a:gdLst/>
              <a:ahLst/>
              <a:cxnLst/>
              <a:rect l="l" t="t" r="r" b="b"/>
              <a:pathLst>
                <a:path w="1006" h="3698" extrusionOk="0">
                  <a:moveTo>
                    <a:pt x="0" y="1"/>
                  </a:moveTo>
                  <a:cubicBezTo>
                    <a:pt x="147" y="1"/>
                    <a:pt x="247" y="124"/>
                    <a:pt x="247" y="248"/>
                  </a:cubicBezTo>
                  <a:lnTo>
                    <a:pt x="247" y="3457"/>
                  </a:lnTo>
                  <a:cubicBezTo>
                    <a:pt x="247" y="3604"/>
                    <a:pt x="147" y="3698"/>
                    <a:pt x="0" y="3698"/>
                  </a:cubicBezTo>
                  <a:lnTo>
                    <a:pt x="764" y="3698"/>
                  </a:lnTo>
                  <a:cubicBezTo>
                    <a:pt x="911" y="3698"/>
                    <a:pt x="1005" y="3604"/>
                    <a:pt x="1005" y="3457"/>
                  </a:cubicBezTo>
                  <a:lnTo>
                    <a:pt x="1005" y="248"/>
                  </a:lnTo>
                  <a:cubicBezTo>
                    <a:pt x="1005" y="124"/>
                    <a:pt x="911" y="1"/>
                    <a:pt x="764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9" name="Google Shape;3106;p63">
              <a:extLst>
                <a:ext uri="{FF2B5EF4-FFF2-40B4-BE49-F238E27FC236}">
                  <a16:creationId xmlns:a16="http://schemas.microsoft.com/office/drawing/2014/main" id="{E970B2DE-DF14-6772-F308-610144191B76}"/>
                </a:ext>
              </a:extLst>
            </p:cNvPr>
            <p:cNvSpPr/>
            <p:nvPr/>
          </p:nvSpPr>
          <p:spPr>
            <a:xfrm>
              <a:off x="7329002" y="2181174"/>
              <a:ext cx="19597" cy="72037"/>
            </a:xfrm>
            <a:custGeom>
              <a:avLst/>
              <a:gdLst/>
              <a:ahLst/>
              <a:cxnLst/>
              <a:rect l="l" t="t" r="r" b="b"/>
              <a:pathLst>
                <a:path w="1006" h="3698" extrusionOk="0">
                  <a:moveTo>
                    <a:pt x="0" y="1"/>
                  </a:moveTo>
                  <a:cubicBezTo>
                    <a:pt x="147" y="1"/>
                    <a:pt x="247" y="101"/>
                    <a:pt x="247" y="248"/>
                  </a:cubicBezTo>
                  <a:lnTo>
                    <a:pt x="247" y="3457"/>
                  </a:lnTo>
                  <a:cubicBezTo>
                    <a:pt x="247" y="3575"/>
                    <a:pt x="147" y="3698"/>
                    <a:pt x="0" y="3698"/>
                  </a:cubicBezTo>
                  <a:lnTo>
                    <a:pt x="764" y="3698"/>
                  </a:lnTo>
                  <a:cubicBezTo>
                    <a:pt x="911" y="3698"/>
                    <a:pt x="1005" y="3575"/>
                    <a:pt x="1005" y="3457"/>
                  </a:cubicBezTo>
                  <a:lnTo>
                    <a:pt x="1005" y="248"/>
                  </a:lnTo>
                  <a:cubicBezTo>
                    <a:pt x="1005" y="101"/>
                    <a:pt x="911" y="1"/>
                    <a:pt x="764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0" name="Google Shape;3107;p63">
              <a:extLst>
                <a:ext uri="{FF2B5EF4-FFF2-40B4-BE49-F238E27FC236}">
                  <a16:creationId xmlns:a16="http://schemas.microsoft.com/office/drawing/2014/main" id="{07E4BA48-DBA3-7B16-BA38-0562DD042683}"/>
                </a:ext>
              </a:extLst>
            </p:cNvPr>
            <p:cNvSpPr/>
            <p:nvPr/>
          </p:nvSpPr>
          <p:spPr>
            <a:xfrm>
              <a:off x="7037603" y="1997986"/>
              <a:ext cx="133516" cy="26688"/>
            </a:xfrm>
            <a:custGeom>
              <a:avLst/>
              <a:gdLst/>
              <a:ahLst/>
              <a:cxnLst/>
              <a:rect l="l" t="t" r="r" b="b"/>
              <a:pathLst>
                <a:path w="6854" h="1370" extrusionOk="0">
                  <a:moveTo>
                    <a:pt x="94" y="0"/>
                  </a:moveTo>
                  <a:cubicBezTo>
                    <a:pt x="47" y="0"/>
                    <a:pt x="0" y="24"/>
                    <a:pt x="0" y="77"/>
                  </a:cubicBezTo>
                  <a:lnTo>
                    <a:pt x="0" y="1276"/>
                  </a:lnTo>
                  <a:cubicBezTo>
                    <a:pt x="0" y="1323"/>
                    <a:pt x="47" y="1370"/>
                    <a:pt x="94" y="1370"/>
                  </a:cubicBezTo>
                  <a:lnTo>
                    <a:pt x="6783" y="1370"/>
                  </a:lnTo>
                  <a:cubicBezTo>
                    <a:pt x="6830" y="1370"/>
                    <a:pt x="6854" y="1323"/>
                    <a:pt x="6854" y="1276"/>
                  </a:cubicBezTo>
                  <a:lnTo>
                    <a:pt x="6854" y="77"/>
                  </a:lnTo>
                  <a:cubicBezTo>
                    <a:pt x="6854" y="24"/>
                    <a:pt x="6830" y="0"/>
                    <a:pt x="6783" y="0"/>
                  </a:cubicBezTo>
                  <a:close/>
                </a:path>
              </a:pathLst>
            </a:custGeom>
            <a:solidFill>
              <a:srgbClr val="FFE1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1" name="Google Shape;3108;p63">
              <a:extLst>
                <a:ext uri="{FF2B5EF4-FFF2-40B4-BE49-F238E27FC236}">
                  <a16:creationId xmlns:a16="http://schemas.microsoft.com/office/drawing/2014/main" id="{B7B8E31C-80FC-A3C9-4003-DD38B3D85B0F}"/>
                </a:ext>
              </a:extLst>
            </p:cNvPr>
            <p:cNvSpPr/>
            <p:nvPr/>
          </p:nvSpPr>
          <p:spPr>
            <a:xfrm>
              <a:off x="7141567" y="1997986"/>
              <a:ext cx="29551" cy="26688"/>
            </a:xfrm>
            <a:custGeom>
              <a:avLst/>
              <a:gdLst/>
              <a:ahLst/>
              <a:cxnLst/>
              <a:rect l="l" t="t" r="r" b="b"/>
              <a:pathLst>
                <a:path w="1517" h="1370" extrusionOk="0">
                  <a:moveTo>
                    <a:pt x="0" y="0"/>
                  </a:moveTo>
                  <a:lnTo>
                    <a:pt x="0" y="1370"/>
                  </a:lnTo>
                  <a:lnTo>
                    <a:pt x="1446" y="1370"/>
                  </a:lnTo>
                  <a:cubicBezTo>
                    <a:pt x="1493" y="1370"/>
                    <a:pt x="1517" y="1323"/>
                    <a:pt x="1517" y="1276"/>
                  </a:cubicBezTo>
                  <a:lnTo>
                    <a:pt x="1517" y="77"/>
                  </a:lnTo>
                  <a:cubicBezTo>
                    <a:pt x="1517" y="24"/>
                    <a:pt x="1493" y="0"/>
                    <a:pt x="1446" y="0"/>
                  </a:cubicBezTo>
                  <a:close/>
                </a:path>
              </a:pathLst>
            </a:custGeom>
            <a:solidFill>
              <a:srgbClr val="00C7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2" name="Google Shape;3109;p63">
              <a:extLst>
                <a:ext uri="{FF2B5EF4-FFF2-40B4-BE49-F238E27FC236}">
                  <a16:creationId xmlns:a16="http://schemas.microsoft.com/office/drawing/2014/main" id="{A9C453CA-7C20-A675-9AAF-0001AEAC5BFC}"/>
                </a:ext>
              </a:extLst>
            </p:cNvPr>
            <p:cNvSpPr/>
            <p:nvPr/>
          </p:nvSpPr>
          <p:spPr>
            <a:xfrm>
              <a:off x="7154969" y="1997986"/>
              <a:ext cx="16149" cy="26688"/>
            </a:xfrm>
            <a:custGeom>
              <a:avLst/>
              <a:gdLst/>
              <a:ahLst/>
              <a:cxnLst/>
              <a:rect l="l" t="t" r="r" b="b"/>
              <a:pathLst>
                <a:path w="829" h="1370" extrusionOk="0">
                  <a:moveTo>
                    <a:pt x="0" y="0"/>
                  </a:moveTo>
                  <a:cubicBezTo>
                    <a:pt x="24" y="0"/>
                    <a:pt x="71" y="24"/>
                    <a:pt x="71" y="77"/>
                  </a:cubicBezTo>
                  <a:lnTo>
                    <a:pt x="71" y="1276"/>
                  </a:lnTo>
                  <a:cubicBezTo>
                    <a:pt x="71" y="1323"/>
                    <a:pt x="24" y="1370"/>
                    <a:pt x="0" y="1370"/>
                  </a:cubicBezTo>
                  <a:lnTo>
                    <a:pt x="758" y="1370"/>
                  </a:lnTo>
                  <a:cubicBezTo>
                    <a:pt x="805" y="1370"/>
                    <a:pt x="829" y="1323"/>
                    <a:pt x="829" y="1276"/>
                  </a:cubicBezTo>
                  <a:lnTo>
                    <a:pt x="829" y="77"/>
                  </a:lnTo>
                  <a:cubicBezTo>
                    <a:pt x="829" y="24"/>
                    <a:pt x="805" y="0"/>
                    <a:pt x="758" y="0"/>
                  </a:cubicBezTo>
                  <a:close/>
                </a:path>
              </a:pathLst>
            </a:custGeom>
            <a:solidFill>
              <a:srgbClr val="00C7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3" name="Google Shape;3110;p63">
              <a:extLst>
                <a:ext uri="{FF2B5EF4-FFF2-40B4-BE49-F238E27FC236}">
                  <a16:creationId xmlns:a16="http://schemas.microsoft.com/office/drawing/2014/main" id="{06DDD71E-FF56-A7FF-E68F-D864DFBEE565}"/>
                </a:ext>
              </a:extLst>
            </p:cNvPr>
            <p:cNvSpPr/>
            <p:nvPr/>
          </p:nvSpPr>
          <p:spPr>
            <a:xfrm>
              <a:off x="7037603" y="2101034"/>
              <a:ext cx="133516" cy="26240"/>
            </a:xfrm>
            <a:custGeom>
              <a:avLst/>
              <a:gdLst/>
              <a:ahLst/>
              <a:cxnLst/>
              <a:rect l="l" t="t" r="r" b="b"/>
              <a:pathLst>
                <a:path w="6854" h="1347" extrusionOk="0">
                  <a:moveTo>
                    <a:pt x="94" y="0"/>
                  </a:moveTo>
                  <a:cubicBezTo>
                    <a:pt x="47" y="0"/>
                    <a:pt x="0" y="24"/>
                    <a:pt x="0" y="77"/>
                  </a:cubicBezTo>
                  <a:lnTo>
                    <a:pt x="0" y="1276"/>
                  </a:lnTo>
                  <a:cubicBezTo>
                    <a:pt x="0" y="1323"/>
                    <a:pt x="47" y="1346"/>
                    <a:pt x="94" y="1346"/>
                  </a:cubicBezTo>
                  <a:lnTo>
                    <a:pt x="6783" y="1346"/>
                  </a:lnTo>
                  <a:cubicBezTo>
                    <a:pt x="6830" y="1346"/>
                    <a:pt x="6854" y="1323"/>
                    <a:pt x="6854" y="1276"/>
                  </a:cubicBezTo>
                  <a:lnTo>
                    <a:pt x="6854" y="77"/>
                  </a:lnTo>
                  <a:cubicBezTo>
                    <a:pt x="6854" y="24"/>
                    <a:pt x="6830" y="0"/>
                    <a:pt x="6783" y="0"/>
                  </a:cubicBezTo>
                  <a:close/>
                </a:path>
              </a:pathLst>
            </a:custGeom>
            <a:solidFill>
              <a:srgbClr val="FFE1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4" name="Google Shape;3111;p63">
              <a:extLst>
                <a:ext uri="{FF2B5EF4-FFF2-40B4-BE49-F238E27FC236}">
                  <a16:creationId xmlns:a16="http://schemas.microsoft.com/office/drawing/2014/main" id="{F24517E3-855B-78BC-6887-70B9183311F5}"/>
                </a:ext>
              </a:extLst>
            </p:cNvPr>
            <p:cNvSpPr/>
            <p:nvPr/>
          </p:nvSpPr>
          <p:spPr>
            <a:xfrm>
              <a:off x="7141567" y="2101034"/>
              <a:ext cx="29551" cy="26240"/>
            </a:xfrm>
            <a:custGeom>
              <a:avLst/>
              <a:gdLst/>
              <a:ahLst/>
              <a:cxnLst/>
              <a:rect l="l" t="t" r="r" b="b"/>
              <a:pathLst>
                <a:path w="1517" h="1347" extrusionOk="0">
                  <a:moveTo>
                    <a:pt x="0" y="0"/>
                  </a:moveTo>
                  <a:lnTo>
                    <a:pt x="0" y="1346"/>
                  </a:lnTo>
                  <a:lnTo>
                    <a:pt x="1446" y="1346"/>
                  </a:lnTo>
                  <a:cubicBezTo>
                    <a:pt x="1493" y="1346"/>
                    <a:pt x="1517" y="1323"/>
                    <a:pt x="1517" y="1276"/>
                  </a:cubicBezTo>
                  <a:lnTo>
                    <a:pt x="1517" y="77"/>
                  </a:lnTo>
                  <a:cubicBezTo>
                    <a:pt x="1517" y="24"/>
                    <a:pt x="1493" y="0"/>
                    <a:pt x="1446" y="0"/>
                  </a:cubicBezTo>
                  <a:close/>
                </a:path>
              </a:pathLst>
            </a:custGeom>
            <a:solidFill>
              <a:srgbClr val="00C7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5" name="Google Shape;3112;p63">
              <a:extLst>
                <a:ext uri="{FF2B5EF4-FFF2-40B4-BE49-F238E27FC236}">
                  <a16:creationId xmlns:a16="http://schemas.microsoft.com/office/drawing/2014/main" id="{D07C6AD2-CB68-0BF9-B9C2-D4CAD2AD1328}"/>
                </a:ext>
              </a:extLst>
            </p:cNvPr>
            <p:cNvSpPr/>
            <p:nvPr/>
          </p:nvSpPr>
          <p:spPr>
            <a:xfrm>
              <a:off x="7154969" y="2101034"/>
              <a:ext cx="16149" cy="26240"/>
            </a:xfrm>
            <a:custGeom>
              <a:avLst/>
              <a:gdLst/>
              <a:ahLst/>
              <a:cxnLst/>
              <a:rect l="l" t="t" r="r" b="b"/>
              <a:pathLst>
                <a:path w="829" h="1347" extrusionOk="0">
                  <a:moveTo>
                    <a:pt x="0" y="0"/>
                  </a:moveTo>
                  <a:cubicBezTo>
                    <a:pt x="24" y="0"/>
                    <a:pt x="71" y="24"/>
                    <a:pt x="71" y="77"/>
                  </a:cubicBezTo>
                  <a:lnTo>
                    <a:pt x="71" y="1276"/>
                  </a:lnTo>
                  <a:cubicBezTo>
                    <a:pt x="71" y="1323"/>
                    <a:pt x="24" y="1346"/>
                    <a:pt x="0" y="1346"/>
                  </a:cubicBezTo>
                  <a:lnTo>
                    <a:pt x="758" y="1346"/>
                  </a:lnTo>
                  <a:cubicBezTo>
                    <a:pt x="805" y="1346"/>
                    <a:pt x="829" y="1323"/>
                    <a:pt x="829" y="1276"/>
                  </a:cubicBezTo>
                  <a:lnTo>
                    <a:pt x="829" y="77"/>
                  </a:lnTo>
                  <a:cubicBezTo>
                    <a:pt x="829" y="24"/>
                    <a:pt x="805" y="0"/>
                    <a:pt x="758" y="0"/>
                  </a:cubicBezTo>
                  <a:close/>
                </a:path>
              </a:pathLst>
            </a:custGeom>
            <a:solidFill>
              <a:srgbClr val="00C7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6" name="Google Shape;3113;p63">
              <a:extLst>
                <a:ext uri="{FF2B5EF4-FFF2-40B4-BE49-F238E27FC236}">
                  <a16:creationId xmlns:a16="http://schemas.microsoft.com/office/drawing/2014/main" id="{9D9C9C64-DF7E-001B-6B1A-6051FA310575}"/>
                </a:ext>
              </a:extLst>
            </p:cNvPr>
            <p:cNvSpPr/>
            <p:nvPr/>
          </p:nvSpPr>
          <p:spPr>
            <a:xfrm>
              <a:off x="7037603" y="2204083"/>
              <a:ext cx="133516" cy="26240"/>
            </a:xfrm>
            <a:custGeom>
              <a:avLst/>
              <a:gdLst/>
              <a:ahLst/>
              <a:cxnLst/>
              <a:rect l="l" t="t" r="r" b="b"/>
              <a:pathLst>
                <a:path w="6854" h="1347" extrusionOk="0">
                  <a:moveTo>
                    <a:pt x="94" y="0"/>
                  </a:moveTo>
                  <a:cubicBezTo>
                    <a:pt x="47" y="0"/>
                    <a:pt x="0" y="24"/>
                    <a:pt x="0" y="77"/>
                  </a:cubicBezTo>
                  <a:lnTo>
                    <a:pt x="0" y="1276"/>
                  </a:lnTo>
                  <a:cubicBezTo>
                    <a:pt x="0" y="1323"/>
                    <a:pt x="47" y="1346"/>
                    <a:pt x="94" y="1346"/>
                  </a:cubicBezTo>
                  <a:lnTo>
                    <a:pt x="6783" y="1346"/>
                  </a:lnTo>
                  <a:cubicBezTo>
                    <a:pt x="6830" y="1346"/>
                    <a:pt x="6854" y="1323"/>
                    <a:pt x="6854" y="1276"/>
                  </a:cubicBezTo>
                  <a:lnTo>
                    <a:pt x="6854" y="77"/>
                  </a:lnTo>
                  <a:cubicBezTo>
                    <a:pt x="6854" y="24"/>
                    <a:pt x="6830" y="0"/>
                    <a:pt x="6783" y="0"/>
                  </a:cubicBezTo>
                  <a:close/>
                </a:path>
              </a:pathLst>
            </a:custGeom>
            <a:solidFill>
              <a:srgbClr val="FFE1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7" name="Google Shape;3114;p63">
              <a:extLst>
                <a:ext uri="{FF2B5EF4-FFF2-40B4-BE49-F238E27FC236}">
                  <a16:creationId xmlns:a16="http://schemas.microsoft.com/office/drawing/2014/main" id="{EFEBC3C6-7649-299A-6697-BA4D5712C3A1}"/>
                </a:ext>
              </a:extLst>
            </p:cNvPr>
            <p:cNvSpPr/>
            <p:nvPr/>
          </p:nvSpPr>
          <p:spPr>
            <a:xfrm>
              <a:off x="7141567" y="2204083"/>
              <a:ext cx="29551" cy="26240"/>
            </a:xfrm>
            <a:custGeom>
              <a:avLst/>
              <a:gdLst/>
              <a:ahLst/>
              <a:cxnLst/>
              <a:rect l="l" t="t" r="r" b="b"/>
              <a:pathLst>
                <a:path w="1517" h="1347" extrusionOk="0">
                  <a:moveTo>
                    <a:pt x="0" y="0"/>
                  </a:moveTo>
                  <a:lnTo>
                    <a:pt x="0" y="1346"/>
                  </a:lnTo>
                  <a:lnTo>
                    <a:pt x="1446" y="1346"/>
                  </a:lnTo>
                  <a:cubicBezTo>
                    <a:pt x="1493" y="1346"/>
                    <a:pt x="1517" y="1323"/>
                    <a:pt x="1517" y="1276"/>
                  </a:cubicBezTo>
                  <a:lnTo>
                    <a:pt x="1517" y="77"/>
                  </a:lnTo>
                  <a:cubicBezTo>
                    <a:pt x="1517" y="24"/>
                    <a:pt x="1493" y="0"/>
                    <a:pt x="1446" y="0"/>
                  </a:cubicBezTo>
                  <a:close/>
                </a:path>
              </a:pathLst>
            </a:custGeom>
            <a:solidFill>
              <a:srgbClr val="00C7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8" name="Google Shape;3115;p63">
              <a:extLst>
                <a:ext uri="{FF2B5EF4-FFF2-40B4-BE49-F238E27FC236}">
                  <a16:creationId xmlns:a16="http://schemas.microsoft.com/office/drawing/2014/main" id="{3C20F97B-5D8B-2B1F-6DA8-C769A0555599}"/>
                </a:ext>
              </a:extLst>
            </p:cNvPr>
            <p:cNvSpPr/>
            <p:nvPr/>
          </p:nvSpPr>
          <p:spPr>
            <a:xfrm>
              <a:off x="7154969" y="2204083"/>
              <a:ext cx="16149" cy="26240"/>
            </a:xfrm>
            <a:custGeom>
              <a:avLst/>
              <a:gdLst/>
              <a:ahLst/>
              <a:cxnLst/>
              <a:rect l="l" t="t" r="r" b="b"/>
              <a:pathLst>
                <a:path w="829" h="1347" extrusionOk="0">
                  <a:moveTo>
                    <a:pt x="0" y="0"/>
                  </a:moveTo>
                  <a:cubicBezTo>
                    <a:pt x="24" y="0"/>
                    <a:pt x="71" y="24"/>
                    <a:pt x="71" y="77"/>
                  </a:cubicBezTo>
                  <a:lnTo>
                    <a:pt x="71" y="1276"/>
                  </a:lnTo>
                  <a:cubicBezTo>
                    <a:pt x="71" y="1323"/>
                    <a:pt x="24" y="1346"/>
                    <a:pt x="0" y="1346"/>
                  </a:cubicBezTo>
                  <a:lnTo>
                    <a:pt x="758" y="1346"/>
                  </a:lnTo>
                  <a:cubicBezTo>
                    <a:pt x="805" y="1346"/>
                    <a:pt x="829" y="1323"/>
                    <a:pt x="829" y="1276"/>
                  </a:cubicBezTo>
                  <a:lnTo>
                    <a:pt x="829" y="77"/>
                  </a:lnTo>
                  <a:cubicBezTo>
                    <a:pt x="829" y="24"/>
                    <a:pt x="805" y="0"/>
                    <a:pt x="758" y="0"/>
                  </a:cubicBezTo>
                  <a:close/>
                </a:path>
              </a:pathLst>
            </a:custGeom>
            <a:solidFill>
              <a:srgbClr val="00C7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9" name="Google Shape;3116;p63">
              <a:extLst>
                <a:ext uri="{FF2B5EF4-FFF2-40B4-BE49-F238E27FC236}">
                  <a16:creationId xmlns:a16="http://schemas.microsoft.com/office/drawing/2014/main" id="{65B9C050-2880-B2D8-C429-6D173891935F}"/>
                </a:ext>
              </a:extLst>
            </p:cNvPr>
            <p:cNvSpPr/>
            <p:nvPr/>
          </p:nvSpPr>
          <p:spPr>
            <a:xfrm>
              <a:off x="7143963" y="2302884"/>
              <a:ext cx="41025" cy="40557"/>
            </a:xfrm>
            <a:custGeom>
              <a:avLst/>
              <a:gdLst/>
              <a:ahLst/>
              <a:cxnLst/>
              <a:rect l="l" t="t" r="r" b="b"/>
              <a:pathLst>
                <a:path w="2106" h="2082" extrusionOk="0">
                  <a:moveTo>
                    <a:pt x="1053" y="1"/>
                  </a:moveTo>
                  <a:cubicBezTo>
                    <a:pt x="465" y="1"/>
                    <a:pt x="1" y="465"/>
                    <a:pt x="1" y="1030"/>
                  </a:cubicBezTo>
                  <a:cubicBezTo>
                    <a:pt x="1" y="1617"/>
                    <a:pt x="465" y="2082"/>
                    <a:pt x="1053" y="2082"/>
                  </a:cubicBezTo>
                  <a:cubicBezTo>
                    <a:pt x="1641" y="2082"/>
                    <a:pt x="2105" y="1617"/>
                    <a:pt x="2105" y="1030"/>
                  </a:cubicBezTo>
                  <a:cubicBezTo>
                    <a:pt x="2105" y="465"/>
                    <a:pt x="1641" y="1"/>
                    <a:pt x="1053" y="1"/>
                  </a:cubicBezTo>
                  <a:close/>
                </a:path>
              </a:pathLst>
            </a:custGeom>
            <a:solidFill>
              <a:srgbClr val="FFE1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0" name="Google Shape;3117;p63">
              <a:extLst>
                <a:ext uri="{FF2B5EF4-FFF2-40B4-BE49-F238E27FC236}">
                  <a16:creationId xmlns:a16="http://schemas.microsoft.com/office/drawing/2014/main" id="{61CDA5B1-7ED1-DF33-8CEA-73211DA38CA8}"/>
                </a:ext>
              </a:extLst>
            </p:cNvPr>
            <p:cNvSpPr/>
            <p:nvPr/>
          </p:nvSpPr>
          <p:spPr>
            <a:xfrm>
              <a:off x="7031876" y="2198355"/>
              <a:ext cx="144970" cy="37694"/>
            </a:xfrm>
            <a:custGeom>
              <a:avLst/>
              <a:gdLst/>
              <a:ahLst/>
              <a:cxnLst/>
              <a:rect l="l" t="t" r="r" b="b"/>
              <a:pathLst>
                <a:path w="7442" h="1935" extrusionOk="0">
                  <a:moveTo>
                    <a:pt x="5337" y="565"/>
                  </a:moveTo>
                  <a:lnTo>
                    <a:pt x="5337" y="1370"/>
                  </a:lnTo>
                  <a:lnTo>
                    <a:pt x="588" y="1370"/>
                  </a:lnTo>
                  <a:lnTo>
                    <a:pt x="588" y="565"/>
                  </a:lnTo>
                  <a:close/>
                  <a:moveTo>
                    <a:pt x="6877" y="565"/>
                  </a:moveTo>
                  <a:lnTo>
                    <a:pt x="6877" y="1370"/>
                  </a:lnTo>
                  <a:lnTo>
                    <a:pt x="5902" y="1370"/>
                  </a:lnTo>
                  <a:lnTo>
                    <a:pt x="5902" y="565"/>
                  </a:lnTo>
                  <a:close/>
                  <a:moveTo>
                    <a:pt x="388" y="1"/>
                  </a:moveTo>
                  <a:cubicBezTo>
                    <a:pt x="171" y="1"/>
                    <a:pt x="0" y="171"/>
                    <a:pt x="0" y="371"/>
                  </a:cubicBezTo>
                  <a:lnTo>
                    <a:pt x="0" y="1570"/>
                  </a:lnTo>
                  <a:cubicBezTo>
                    <a:pt x="0" y="1764"/>
                    <a:pt x="171" y="1934"/>
                    <a:pt x="388" y="1934"/>
                  </a:cubicBezTo>
                  <a:lnTo>
                    <a:pt x="7077" y="1934"/>
                  </a:lnTo>
                  <a:cubicBezTo>
                    <a:pt x="7271" y="1934"/>
                    <a:pt x="7442" y="1764"/>
                    <a:pt x="7442" y="1570"/>
                  </a:cubicBezTo>
                  <a:lnTo>
                    <a:pt x="7442" y="371"/>
                  </a:lnTo>
                  <a:cubicBezTo>
                    <a:pt x="7442" y="171"/>
                    <a:pt x="7271" y="1"/>
                    <a:pt x="7077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1" name="Google Shape;3118;p63">
              <a:extLst>
                <a:ext uri="{FF2B5EF4-FFF2-40B4-BE49-F238E27FC236}">
                  <a16:creationId xmlns:a16="http://schemas.microsoft.com/office/drawing/2014/main" id="{DBE96748-2BE2-0045-E65C-7A2CD00E3774}"/>
                </a:ext>
              </a:extLst>
            </p:cNvPr>
            <p:cNvSpPr/>
            <p:nvPr/>
          </p:nvSpPr>
          <p:spPr>
            <a:xfrm>
              <a:off x="7204545" y="2211758"/>
              <a:ext cx="11006" cy="11006"/>
            </a:xfrm>
            <a:custGeom>
              <a:avLst/>
              <a:gdLst/>
              <a:ahLst/>
              <a:cxnLst/>
              <a:rect l="l" t="t" r="r" b="b"/>
              <a:pathLst>
                <a:path w="565" h="565" extrusionOk="0">
                  <a:moveTo>
                    <a:pt x="271" y="0"/>
                  </a:moveTo>
                  <a:cubicBezTo>
                    <a:pt x="124" y="0"/>
                    <a:pt x="0" y="124"/>
                    <a:pt x="0" y="271"/>
                  </a:cubicBezTo>
                  <a:cubicBezTo>
                    <a:pt x="0" y="441"/>
                    <a:pt x="124" y="564"/>
                    <a:pt x="271" y="564"/>
                  </a:cubicBezTo>
                  <a:cubicBezTo>
                    <a:pt x="441" y="564"/>
                    <a:pt x="564" y="441"/>
                    <a:pt x="564" y="271"/>
                  </a:cubicBezTo>
                  <a:cubicBezTo>
                    <a:pt x="564" y="124"/>
                    <a:pt x="441" y="0"/>
                    <a:pt x="271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" name="Google Shape;3119;p63">
              <a:extLst>
                <a:ext uri="{FF2B5EF4-FFF2-40B4-BE49-F238E27FC236}">
                  <a16:creationId xmlns:a16="http://schemas.microsoft.com/office/drawing/2014/main" id="{880708CA-3C4A-C4B0-D040-CD32D9E49E53}"/>
                </a:ext>
              </a:extLst>
            </p:cNvPr>
            <p:cNvSpPr/>
            <p:nvPr/>
          </p:nvSpPr>
          <p:spPr>
            <a:xfrm>
              <a:off x="7229850" y="2211758"/>
              <a:ext cx="11006" cy="11006"/>
            </a:xfrm>
            <a:custGeom>
              <a:avLst/>
              <a:gdLst/>
              <a:ahLst/>
              <a:cxnLst/>
              <a:rect l="l" t="t" r="r" b="b"/>
              <a:pathLst>
                <a:path w="565" h="565" extrusionOk="0">
                  <a:moveTo>
                    <a:pt x="271" y="0"/>
                  </a:moveTo>
                  <a:cubicBezTo>
                    <a:pt x="124" y="0"/>
                    <a:pt x="0" y="124"/>
                    <a:pt x="0" y="271"/>
                  </a:cubicBezTo>
                  <a:cubicBezTo>
                    <a:pt x="0" y="441"/>
                    <a:pt x="124" y="564"/>
                    <a:pt x="271" y="564"/>
                  </a:cubicBezTo>
                  <a:cubicBezTo>
                    <a:pt x="441" y="564"/>
                    <a:pt x="564" y="441"/>
                    <a:pt x="564" y="271"/>
                  </a:cubicBezTo>
                  <a:cubicBezTo>
                    <a:pt x="564" y="124"/>
                    <a:pt x="441" y="0"/>
                    <a:pt x="271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3" name="Google Shape;3120;p63">
              <a:extLst>
                <a:ext uri="{FF2B5EF4-FFF2-40B4-BE49-F238E27FC236}">
                  <a16:creationId xmlns:a16="http://schemas.microsoft.com/office/drawing/2014/main" id="{FEE53798-D94B-5E13-0A23-087291261189}"/>
                </a:ext>
              </a:extLst>
            </p:cNvPr>
            <p:cNvSpPr/>
            <p:nvPr/>
          </p:nvSpPr>
          <p:spPr>
            <a:xfrm>
              <a:off x="7254121" y="2211621"/>
              <a:ext cx="12954" cy="11162"/>
            </a:xfrm>
            <a:custGeom>
              <a:avLst/>
              <a:gdLst/>
              <a:ahLst/>
              <a:cxnLst/>
              <a:rect l="l" t="t" r="r" b="b"/>
              <a:pathLst>
                <a:path w="665" h="573" extrusionOk="0">
                  <a:moveTo>
                    <a:pt x="320" y="1"/>
                  </a:moveTo>
                  <a:cubicBezTo>
                    <a:pt x="211" y="1"/>
                    <a:pt x="111" y="70"/>
                    <a:pt x="77" y="178"/>
                  </a:cubicBezTo>
                  <a:cubicBezTo>
                    <a:pt x="0" y="325"/>
                    <a:pt x="77" y="495"/>
                    <a:pt x="224" y="542"/>
                  </a:cubicBezTo>
                  <a:cubicBezTo>
                    <a:pt x="263" y="563"/>
                    <a:pt x="305" y="572"/>
                    <a:pt x="345" y="572"/>
                  </a:cubicBezTo>
                  <a:cubicBezTo>
                    <a:pt x="454" y="572"/>
                    <a:pt x="554" y="502"/>
                    <a:pt x="588" y="395"/>
                  </a:cubicBezTo>
                  <a:cubicBezTo>
                    <a:pt x="664" y="248"/>
                    <a:pt x="588" y="78"/>
                    <a:pt x="441" y="31"/>
                  </a:cubicBezTo>
                  <a:cubicBezTo>
                    <a:pt x="401" y="10"/>
                    <a:pt x="360" y="1"/>
                    <a:pt x="320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4" name="Google Shape;3121;p63">
              <a:extLst>
                <a:ext uri="{FF2B5EF4-FFF2-40B4-BE49-F238E27FC236}">
                  <a16:creationId xmlns:a16="http://schemas.microsoft.com/office/drawing/2014/main" id="{A7275DBC-5AF6-85D0-2B10-2CB16E1D3A6F}"/>
                </a:ext>
              </a:extLst>
            </p:cNvPr>
            <p:cNvSpPr/>
            <p:nvPr/>
          </p:nvSpPr>
          <p:spPr>
            <a:xfrm>
              <a:off x="7279874" y="2211758"/>
              <a:ext cx="11474" cy="11006"/>
            </a:xfrm>
            <a:custGeom>
              <a:avLst/>
              <a:gdLst/>
              <a:ahLst/>
              <a:cxnLst/>
              <a:rect l="l" t="t" r="r" b="b"/>
              <a:pathLst>
                <a:path w="589" h="565" extrusionOk="0">
                  <a:moveTo>
                    <a:pt x="295" y="0"/>
                  </a:moveTo>
                  <a:cubicBezTo>
                    <a:pt x="148" y="0"/>
                    <a:pt x="1" y="124"/>
                    <a:pt x="1" y="271"/>
                  </a:cubicBezTo>
                  <a:cubicBezTo>
                    <a:pt x="1" y="441"/>
                    <a:pt x="148" y="564"/>
                    <a:pt x="295" y="564"/>
                  </a:cubicBezTo>
                  <a:cubicBezTo>
                    <a:pt x="442" y="564"/>
                    <a:pt x="589" y="441"/>
                    <a:pt x="589" y="271"/>
                  </a:cubicBezTo>
                  <a:cubicBezTo>
                    <a:pt x="589" y="124"/>
                    <a:pt x="442" y="0"/>
                    <a:pt x="295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5" name="Google Shape;3122;p63">
              <a:extLst>
                <a:ext uri="{FF2B5EF4-FFF2-40B4-BE49-F238E27FC236}">
                  <a16:creationId xmlns:a16="http://schemas.microsoft.com/office/drawing/2014/main" id="{A30AE693-8ABD-19B5-2D0E-DB30D164CCAC}"/>
                </a:ext>
              </a:extLst>
            </p:cNvPr>
            <p:cNvSpPr/>
            <p:nvPr/>
          </p:nvSpPr>
          <p:spPr>
            <a:xfrm>
              <a:off x="7031876" y="1992259"/>
              <a:ext cx="144970" cy="37694"/>
            </a:xfrm>
            <a:custGeom>
              <a:avLst/>
              <a:gdLst/>
              <a:ahLst/>
              <a:cxnLst/>
              <a:rect l="l" t="t" r="r" b="b"/>
              <a:pathLst>
                <a:path w="7442" h="1935" extrusionOk="0">
                  <a:moveTo>
                    <a:pt x="6877" y="588"/>
                  </a:moveTo>
                  <a:lnTo>
                    <a:pt x="6877" y="1370"/>
                  </a:lnTo>
                  <a:lnTo>
                    <a:pt x="5902" y="1370"/>
                  </a:lnTo>
                  <a:lnTo>
                    <a:pt x="5902" y="588"/>
                  </a:lnTo>
                  <a:close/>
                  <a:moveTo>
                    <a:pt x="388" y="0"/>
                  </a:moveTo>
                  <a:cubicBezTo>
                    <a:pt x="171" y="0"/>
                    <a:pt x="0" y="171"/>
                    <a:pt x="0" y="371"/>
                  </a:cubicBezTo>
                  <a:lnTo>
                    <a:pt x="0" y="1570"/>
                  </a:lnTo>
                  <a:cubicBezTo>
                    <a:pt x="0" y="1787"/>
                    <a:pt x="171" y="1934"/>
                    <a:pt x="388" y="1934"/>
                  </a:cubicBezTo>
                  <a:lnTo>
                    <a:pt x="7077" y="1934"/>
                  </a:lnTo>
                  <a:cubicBezTo>
                    <a:pt x="7271" y="1934"/>
                    <a:pt x="7442" y="1787"/>
                    <a:pt x="7442" y="1570"/>
                  </a:cubicBezTo>
                  <a:lnTo>
                    <a:pt x="7442" y="371"/>
                  </a:lnTo>
                  <a:cubicBezTo>
                    <a:pt x="7442" y="171"/>
                    <a:pt x="7271" y="0"/>
                    <a:pt x="7077" y="0"/>
                  </a:cubicBezTo>
                  <a:lnTo>
                    <a:pt x="3380" y="0"/>
                  </a:lnTo>
                  <a:cubicBezTo>
                    <a:pt x="3204" y="0"/>
                    <a:pt x="3086" y="124"/>
                    <a:pt x="3086" y="294"/>
                  </a:cubicBezTo>
                  <a:cubicBezTo>
                    <a:pt x="3086" y="441"/>
                    <a:pt x="3204" y="588"/>
                    <a:pt x="3380" y="588"/>
                  </a:cubicBezTo>
                  <a:lnTo>
                    <a:pt x="5337" y="588"/>
                  </a:lnTo>
                  <a:lnTo>
                    <a:pt x="5337" y="1370"/>
                  </a:lnTo>
                  <a:lnTo>
                    <a:pt x="588" y="1370"/>
                  </a:lnTo>
                  <a:lnTo>
                    <a:pt x="588" y="588"/>
                  </a:lnTo>
                  <a:lnTo>
                    <a:pt x="2058" y="588"/>
                  </a:lnTo>
                  <a:cubicBezTo>
                    <a:pt x="2205" y="588"/>
                    <a:pt x="2322" y="441"/>
                    <a:pt x="2322" y="294"/>
                  </a:cubicBezTo>
                  <a:cubicBezTo>
                    <a:pt x="2322" y="124"/>
                    <a:pt x="2205" y="0"/>
                    <a:pt x="2058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6" name="Google Shape;3123;p63">
              <a:extLst>
                <a:ext uri="{FF2B5EF4-FFF2-40B4-BE49-F238E27FC236}">
                  <a16:creationId xmlns:a16="http://schemas.microsoft.com/office/drawing/2014/main" id="{40C55618-B3C2-88D4-4266-F550869F9CA6}"/>
                </a:ext>
              </a:extLst>
            </p:cNvPr>
            <p:cNvSpPr/>
            <p:nvPr/>
          </p:nvSpPr>
          <p:spPr>
            <a:xfrm>
              <a:off x="7204545" y="2005661"/>
              <a:ext cx="11006" cy="11006"/>
            </a:xfrm>
            <a:custGeom>
              <a:avLst/>
              <a:gdLst/>
              <a:ahLst/>
              <a:cxnLst/>
              <a:rect l="l" t="t" r="r" b="b"/>
              <a:pathLst>
                <a:path w="565" h="565" extrusionOk="0">
                  <a:moveTo>
                    <a:pt x="271" y="0"/>
                  </a:moveTo>
                  <a:cubicBezTo>
                    <a:pt x="124" y="0"/>
                    <a:pt x="0" y="124"/>
                    <a:pt x="0" y="294"/>
                  </a:cubicBezTo>
                  <a:cubicBezTo>
                    <a:pt x="0" y="441"/>
                    <a:pt x="124" y="564"/>
                    <a:pt x="271" y="564"/>
                  </a:cubicBezTo>
                  <a:cubicBezTo>
                    <a:pt x="441" y="564"/>
                    <a:pt x="564" y="441"/>
                    <a:pt x="564" y="294"/>
                  </a:cubicBezTo>
                  <a:cubicBezTo>
                    <a:pt x="564" y="124"/>
                    <a:pt x="441" y="0"/>
                    <a:pt x="271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7" name="Google Shape;3124;p63">
              <a:extLst>
                <a:ext uri="{FF2B5EF4-FFF2-40B4-BE49-F238E27FC236}">
                  <a16:creationId xmlns:a16="http://schemas.microsoft.com/office/drawing/2014/main" id="{573D0F1B-288F-2BD1-A007-9F771B16C095}"/>
                </a:ext>
              </a:extLst>
            </p:cNvPr>
            <p:cNvSpPr/>
            <p:nvPr/>
          </p:nvSpPr>
          <p:spPr>
            <a:xfrm>
              <a:off x="7229850" y="2005661"/>
              <a:ext cx="11006" cy="11006"/>
            </a:xfrm>
            <a:custGeom>
              <a:avLst/>
              <a:gdLst/>
              <a:ahLst/>
              <a:cxnLst/>
              <a:rect l="l" t="t" r="r" b="b"/>
              <a:pathLst>
                <a:path w="565" h="565" extrusionOk="0">
                  <a:moveTo>
                    <a:pt x="271" y="0"/>
                  </a:moveTo>
                  <a:cubicBezTo>
                    <a:pt x="124" y="0"/>
                    <a:pt x="0" y="124"/>
                    <a:pt x="0" y="294"/>
                  </a:cubicBezTo>
                  <a:cubicBezTo>
                    <a:pt x="0" y="441"/>
                    <a:pt x="124" y="564"/>
                    <a:pt x="271" y="564"/>
                  </a:cubicBezTo>
                  <a:cubicBezTo>
                    <a:pt x="441" y="564"/>
                    <a:pt x="564" y="441"/>
                    <a:pt x="564" y="294"/>
                  </a:cubicBezTo>
                  <a:cubicBezTo>
                    <a:pt x="564" y="124"/>
                    <a:pt x="441" y="0"/>
                    <a:pt x="271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8" name="Google Shape;3125;p63">
              <a:extLst>
                <a:ext uri="{FF2B5EF4-FFF2-40B4-BE49-F238E27FC236}">
                  <a16:creationId xmlns:a16="http://schemas.microsoft.com/office/drawing/2014/main" id="{0591739C-CED2-65C5-9DA4-3D2BAA0C0296}"/>
                </a:ext>
              </a:extLst>
            </p:cNvPr>
            <p:cNvSpPr/>
            <p:nvPr/>
          </p:nvSpPr>
          <p:spPr>
            <a:xfrm>
              <a:off x="7254569" y="2005661"/>
              <a:ext cx="11474" cy="11006"/>
            </a:xfrm>
            <a:custGeom>
              <a:avLst/>
              <a:gdLst/>
              <a:ahLst/>
              <a:cxnLst/>
              <a:rect l="l" t="t" r="r" b="b"/>
              <a:pathLst>
                <a:path w="589" h="565" extrusionOk="0">
                  <a:moveTo>
                    <a:pt x="295" y="0"/>
                  </a:moveTo>
                  <a:cubicBezTo>
                    <a:pt x="148" y="0"/>
                    <a:pt x="1" y="124"/>
                    <a:pt x="1" y="294"/>
                  </a:cubicBezTo>
                  <a:cubicBezTo>
                    <a:pt x="1" y="441"/>
                    <a:pt x="148" y="564"/>
                    <a:pt x="295" y="564"/>
                  </a:cubicBezTo>
                  <a:cubicBezTo>
                    <a:pt x="471" y="564"/>
                    <a:pt x="589" y="441"/>
                    <a:pt x="589" y="294"/>
                  </a:cubicBezTo>
                  <a:cubicBezTo>
                    <a:pt x="589" y="124"/>
                    <a:pt x="471" y="0"/>
                    <a:pt x="295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9" name="Google Shape;3126;p63">
              <a:extLst>
                <a:ext uri="{FF2B5EF4-FFF2-40B4-BE49-F238E27FC236}">
                  <a16:creationId xmlns:a16="http://schemas.microsoft.com/office/drawing/2014/main" id="{CF525081-EC2D-568C-13BA-0B55A2A8F4B2}"/>
                </a:ext>
              </a:extLst>
            </p:cNvPr>
            <p:cNvSpPr/>
            <p:nvPr/>
          </p:nvSpPr>
          <p:spPr>
            <a:xfrm>
              <a:off x="7279874" y="2005661"/>
              <a:ext cx="11474" cy="11006"/>
            </a:xfrm>
            <a:custGeom>
              <a:avLst/>
              <a:gdLst/>
              <a:ahLst/>
              <a:cxnLst/>
              <a:rect l="l" t="t" r="r" b="b"/>
              <a:pathLst>
                <a:path w="589" h="565" extrusionOk="0">
                  <a:moveTo>
                    <a:pt x="295" y="0"/>
                  </a:moveTo>
                  <a:cubicBezTo>
                    <a:pt x="148" y="0"/>
                    <a:pt x="1" y="124"/>
                    <a:pt x="1" y="294"/>
                  </a:cubicBezTo>
                  <a:cubicBezTo>
                    <a:pt x="1" y="441"/>
                    <a:pt x="148" y="564"/>
                    <a:pt x="295" y="564"/>
                  </a:cubicBezTo>
                  <a:cubicBezTo>
                    <a:pt x="442" y="564"/>
                    <a:pt x="589" y="441"/>
                    <a:pt x="589" y="294"/>
                  </a:cubicBezTo>
                  <a:cubicBezTo>
                    <a:pt x="589" y="124"/>
                    <a:pt x="442" y="0"/>
                    <a:pt x="295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0" name="Google Shape;3127;p63">
              <a:extLst>
                <a:ext uri="{FF2B5EF4-FFF2-40B4-BE49-F238E27FC236}">
                  <a16:creationId xmlns:a16="http://schemas.microsoft.com/office/drawing/2014/main" id="{CA64BD3C-F507-6244-E8A7-CC09E8DCE087}"/>
                </a:ext>
              </a:extLst>
            </p:cNvPr>
            <p:cNvSpPr/>
            <p:nvPr/>
          </p:nvSpPr>
          <p:spPr>
            <a:xfrm>
              <a:off x="7031876" y="2095307"/>
              <a:ext cx="144970" cy="37694"/>
            </a:xfrm>
            <a:custGeom>
              <a:avLst/>
              <a:gdLst/>
              <a:ahLst/>
              <a:cxnLst/>
              <a:rect l="l" t="t" r="r" b="b"/>
              <a:pathLst>
                <a:path w="7442" h="1935" extrusionOk="0">
                  <a:moveTo>
                    <a:pt x="5337" y="565"/>
                  </a:moveTo>
                  <a:lnTo>
                    <a:pt x="5337" y="1370"/>
                  </a:lnTo>
                  <a:lnTo>
                    <a:pt x="588" y="1370"/>
                  </a:lnTo>
                  <a:lnTo>
                    <a:pt x="588" y="565"/>
                  </a:lnTo>
                  <a:close/>
                  <a:moveTo>
                    <a:pt x="6877" y="565"/>
                  </a:moveTo>
                  <a:lnTo>
                    <a:pt x="6877" y="1370"/>
                  </a:lnTo>
                  <a:lnTo>
                    <a:pt x="5902" y="1370"/>
                  </a:lnTo>
                  <a:lnTo>
                    <a:pt x="5902" y="565"/>
                  </a:lnTo>
                  <a:close/>
                  <a:moveTo>
                    <a:pt x="388" y="0"/>
                  </a:moveTo>
                  <a:cubicBezTo>
                    <a:pt x="171" y="0"/>
                    <a:pt x="0" y="171"/>
                    <a:pt x="0" y="371"/>
                  </a:cubicBezTo>
                  <a:lnTo>
                    <a:pt x="0" y="1570"/>
                  </a:lnTo>
                  <a:cubicBezTo>
                    <a:pt x="0" y="1764"/>
                    <a:pt x="171" y="1934"/>
                    <a:pt x="388" y="1934"/>
                  </a:cubicBezTo>
                  <a:lnTo>
                    <a:pt x="7077" y="1934"/>
                  </a:lnTo>
                  <a:cubicBezTo>
                    <a:pt x="7271" y="1934"/>
                    <a:pt x="7442" y="1764"/>
                    <a:pt x="7442" y="1570"/>
                  </a:cubicBezTo>
                  <a:lnTo>
                    <a:pt x="7442" y="371"/>
                  </a:lnTo>
                  <a:cubicBezTo>
                    <a:pt x="7442" y="171"/>
                    <a:pt x="7271" y="0"/>
                    <a:pt x="7077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1" name="Google Shape;3128;p63">
              <a:extLst>
                <a:ext uri="{FF2B5EF4-FFF2-40B4-BE49-F238E27FC236}">
                  <a16:creationId xmlns:a16="http://schemas.microsoft.com/office/drawing/2014/main" id="{4B1D47E8-E390-0437-8E79-2FA12FECDFBD}"/>
                </a:ext>
              </a:extLst>
            </p:cNvPr>
            <p:cNvSpPr/>
            <p:nvPr/>
          </p:nvSpPr>
          <p:spPr>
            <a:xfrm>
              <a:off x="7204545" y="2108709"/>
              <a:ext cx="11006" cy="11006"/>
            </a:xfrm>
            <a:custGeom>
              <a:avLst/>
              <a:gdLst/>
              <a:ahLst/>
              <a:cxnLst/>
              <a:rect l="l" t="t" r="r" b="b"/>
              <a:pathLst>
                <a:path w="565" h="565" extrusionOk="0">
                  <a:moveTo>
                    <a:pt x="271" y="0"/>
                  </a:moveTo>
                  <a:cubicBezTo>
                    <a:pt x="124" y="0"/>
                    <a:pt x="0" y="124"/>
                    <a:pt x="0" y="294"/>
                  </a:cubicBezTo>
                  <a:cubicBezTo>
                    <a:pt x="0" y="441"/>
                    <a:pt x="124" y="564"/>
                    <a:pt x="271" y="564"/>
                  </a:cubicBezTo>
                  <a:cubicBezTo>
                    <a:pt x="441" y="564"/>
                    <a:pt x="564" y="441"/>
                    <a:pt x="564" y="294"/>
                  </a:cubicBezTo>
                  <a:cubicBezTo>
                    <a:pt x="564" y="124"/>
                    <a:pt x="441" y="0"/>
                    <a:pt x="271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2" name="Google Shape;3129;p63">
              <a:extLst>
                <a:ext uri="{FF2B5EF4-FFF2-40B4-BE49-F238E27FC236}">
                  <a16:creationId xmlns:a16="http://schemas.microsoft.com/office/drawing/2014/main" id="{BAADCBBE-C748-5F53-C56A-F562762EA7BE}"/>
                </a:ext>
              </a:extLst>
            </p:cNvPr>
            <p:cNvSpPr/>
            <p:nvPr/>
          </p:nvSpPr>
          <p:spPr>
            <a:xfrm>
              <a:off x="7229850" y="2108709"/>
              <a:ext cx="11006" cy="11006"/>
            </a:xfrm>
            <a:custGeom>
              <a:avLst/>
              <a:gdLst/>
              <a:ahLst/>
              <a:cxnLst/>
              <a:rect l="l" t="t" r="r" b="b"/>
              <a:pathLst>
                <a:path w="565" h="565" extrusionOk="0">
                  <a:moveTo>
                    <a:pt x="271" y="0"/>
                  </a:moveTo>
                  <a:cubicBezTo>
                    <a:pt x="124" y="0"/>
                    <a:pt x="0" y="124"/>
                    <a:pt x="0" y="294"/>
                  </a:cubicBezTo>
                  <a:cubicBezTo>
                    <a:pt x="0" y="441"/>
                    <a:pt x="124" y="564"/>
                    <a:pt x="271" y="564"/>
                  </a:cubicBezTo>
                  <a:cubicBezTo>
                    <a:pt x="441" y="564"/>
                    <a:pt x="564" y="441"/>
                    <a:pt x="564" y="294"/>
                  </a:cubicBezTo>
                  <a:cubicBezTo>
                    <a:pt x="564" y="124"/>
                    <a:pt x="441" y="0"/>
                    <a:pt x="271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3" name="Google Shape;3130;p63">
              <a:extLst>
                <a:ext uri="{FF2B5EF4-FFF2-40B4-BE49-F238E27FC236}">
                  <a16:creationId xmlns:a16="http://schemas.microsoft.com/office/drawing/2014/main" id="{C0D0A4E0-4CAF-A359-21A7-D5DD01C78C4A}"/>
                </a:ext>
              </a:extLst>
            </p:cNvPr>
            <p:cNvSpPr/>
            <p:nvPr/>
          </p:nvSpPr>
          <p:spPr>
            <a:xfrm>
              <a:off x="7254569" y="2108709"/>
              <a:ext cx="11474" cy="11006"/>
            </a:xfrm>
            <a:custGeom>
              <a:avLst/>
              <a:gdLst/>
              <a:ahLst/>
              <a:cxnLst/>
              <a:rect l="l" t="t" r="r" b="b"/>
              <a:pathLst>
                <a:path w="589" h="565" extrusionOk="0">
                  <a:moveTo>
                    <a:pt x="295" y="0"/>
                  </a:moveTo>
                  <a:cubicBezTo>
                    <a:pt x="148" y="0"/>
                    <a:pt x="1" y="124"/>
                    <a:pt x="1" y="294"/>
                  </a:cubicBezTo>
                  <a:cubicBezTo>
                    <a:pt x="1" y="441"/>
                    <a:pt x="148" y="564"/>
                    <a:pt x="295" y="564"/>
                  </a:cubicBezTo>
                  <a:cubicBezTo>
                    <a:pt x="471" y="564"/>
                    <a:pt x="589" y="441"/>
                    <a:pt x="589" y="294"/>
                  </a:cubicBezTo>
                  <a:cubicBezTo>
                    <a:pt x="589" y="124"/>
                    <a:pt x="471" y="0"/>
                    <a:pt x="295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4" name="Google Shape;3131;p63">
              <a:extLst>
                <a:ext uri="{FF2B5EF4-FFF2-40B4-BE49-F238E27FC236}">
                  <a16:creationId xmlns:a16="http://schemas.microsoft.com/office/drawing/2014/main" id="{4240943F-6552-25CD-9E82-98477C214C70}"/>
                </a:ext>
              </a:extLst>
            </p:cNvPr>
            <p:cNvSpPr/>
            <p:nvPr/>
          </p:nvSpPr>
          <p:spPr>
            <a:xfrm>
              <a:off x="7279874" y="2108709"/>
              <a:ext cx="11474" cy="11006"/>
            </a:xfrm>
            <a:custGeom>
              <a:avLst/>
              <a:gdLst/>
              <a:ahLst/>
              <a:cxnLst/>
              <a:rect l="l" t="t" r="r" b="b"/>
              <a:pathLst>
                <a:path w="589" h="565" extrusionOk="0">
                  <a:moveTo>
                    <a:pt x="295" y="0"/>
                  </a:moveTo>
                  <a:cubicBezTo>
                    <a:pt x="148" y="0"/>
                    <a:pt x="1" y="124"/>
                    <a:pt x="1" y="294"/>
                  </a:cubicBezTo>
                  <a:cubicBezTo>
                    <a:pt x="1" y="441"/>
                    <a:pt x="148" y="564"/>
                    <a:pt x="295" y="564"/>
                  </a:cubicBezTo>
                  <a:cubicBezTo>
                    <a:pt x="442" y="564"/>
                    <a:pt x="589" y="441"/>
                    <a:pt x="589" y="294"/>
                  </a:cubicBezTo>
                  <a:cubicBezTo>
                    <a:pt x="589" y="124"/>
                    <a:pt x="442" y="0"/>
                    <a:pt x="295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5" name="Google Shape;3132;p63">
              <a:extLst>
                <a:ext uri="{FF2B5EF4-FFF2-40B4-BE49-F238E27FC236}">
                  <a16:creationId xmlns:a16="http://schemas.microsoft.com/office/drawing/2014/main" id="{CAE96FF1-B3CD-B79F-0F34-7B11BC5EEF0A}"/>
                </a:ext>
              </a:extLst>
            </p:cNvPr>
            <p:cNvSpPr/>
            <p:nvPr/>
          </p:nvSpPr>
          <p:spPr>
            <a:xfrm>
              <a:off x="6974625" y="1969818"/>
              <a:ext cx="379704" cy="379354"/>
            </a:xfrm>
            <a:custGeom>
              <a:avLst/>
              <a:gdLst/>
              <a:ahLst/>
              <a:cxnLst/>
              <a:rect l="l" t="t" r="r" b="b"/>
              <a:pathLst>
                <a:path w="19492" h="19474" extrusionOk="0">
                  <a:moveTo>
                    <a:pt x="18927" y="565"/>
                  </a:moveTo>
                  <a:lnTo>
                    <a:pt x="18927" y="3698"/>
                  </a:lnTo>
                  <a:lnTo>
                    <a:pt x="559" y="3698"/>
                  </a:lnTo>
                  <a:lnTo>
                    <a:pt x="559" y="565"/>
                  </a:lnTo>
                  <a:close/>
                  <a:moveTo>
                    <a:pt x="9963" y="4262"/>
                  </a:moveTo>
                  <a:lnTo>
                    <a:pt x="9963" y="5267"/>
                  </a:lnTo>
                  <a:lnTo>
                    <a:pt x="9499" y="5267"/>
                  </a:lnTo>
                  <a:lnTo>
                    <a:pt x="9499" y="4262"/>
                  </a:lnTo>
                  <a:close/>
                  <a:moveTo>
                    <a:pt x="18927" y="5855"/>
                  </a:moveTo>
                  <a:lnTo>
                    <a:pt x="18927" y="8964"/>
                  </a:lnTo>
                  <a:lnTo>
                    <a:pt x="559" y="8964"/>
                  </a:lnTo>
                  <a:lnTo>
                    <a:pt x="559" y="5855"/>
                  </a:lnTo>
                  <a:close/>
                  <a:moveTo>
                    <a:pt x="9963" y="9552"/>
                  </a:moveTo>
                  <a:lnTo>
                    <a:pt x="9963" y="10557"/>
                  </a:lnTo>
                  <a:lnTo>
                    <a:pt x="9499" y="10557"/>
                  </a:lnTo>
                  <a:lnTo>
                    <a:pt x="9499" y="9552"/>
                  </a:lnTo>
                  <a:close/>
                  <a:moveTo>
                    <a:pt x="9963" y="14842"/>
                  </a:moveTo>
                  <a:lnTo>
                    <a:pt x="9963" y="16829"/>
                  </a:lnTo>
                  <a:cubicBezTo>
                    <a:pt x="9893" y="16805"/>
                    <a:pt x="9816" y="16805"/>
                    <a:pt x="9746" y="16805"/>
                  </a:cubicBezTo>
                  <a:cubicBezTo>
                    <a:pt x="9670" y="16805"/>
                    <a:pt x="9575" y="16805"/>
                    <a:pt x="9499" y="16829"/>
                  </a:cubicBezTo>
                  <a:lnTo>
                    <a:pt x="9499" y="14842"/>
                  </a:lnTo>
                  <a:close/>
                  <a:moveTo>
                    <a:pt x="8423" y="17928"/>
                  </a:moveTo>
                  <a:cubicBezTo>
                    <a:pt x="8423" y="17981"/>
                    <a:pt x="8400" y="18051"/>
                    <a:pt x="8400" y="18128"/>
                  </a:cubicBezTo>
                  <a:cubicBezTo>
                    <a:pt x="8400" y="18198"/>
                    <a:pt x="8423" y="18275"/>
                    <a:pt x="8423" y="18345"/>
                  </a:cubicBezTo>
                  <a:lnTo>
                    <a:pt x="4015" y="18345"/>
                  </a:lnTo>
                  <a:lnTo>
                    <a:pt x="4015" y="17928"/>
                  </a:lnTo>
                  <a:close/>
                  <a:moveTo>
                    <a:pt x="15453" y="17928"/>
                  </a:moveTo>
                  <a:lnTo>
                    <a:pt x="15453" y="18345"/>
                  </a:lnTo>
                  <a:lnTo>
                    <a:pt x="11068" y="18345"/>
                  </a:lnTo>
                  <a:lnTo>
                    <a:pt x="11068" y="18128"/>
                  </a:lnTo>
                  <a:lnTo>
                    <a:pt x="11068" y="17928"/>
                  </a:lnTo>
                  <a:close/>
                  <a:moveTo>
                    <a:pt x="9746" y="17363"/>
                  </a:moveTo>
                  <a:cubicBezTo>
                    <a:pt x="10163" y="17363"/>
                    <a:pt x="10504" y="17710"/>
                    <a:pt x="10504" y="18128"/>
                  </a:cubicBezTo>
                  <a:cubicBezTo>
                    <a:pt x="10504" y="18539"/>
                    <a:pt x="10163" y="18886"/>
                    <a:pt x="9746" y="18886"/>
                  </a:cubicBezTo>
                  <a:cubicBezTo>
                    <a:pt x="9329" y="18886"/>
                    <a:pt x="8988" y="18539"/>
                    <a:pt x="8988" y="18128"/>
                  </a:cubicBezTo>
                  <a:cubicBezTo>
                    <a:pt x="8988" y="17710"/>
                    <a:pt x="9329" y="17363"/>
                    <a:pt x="9746" y="17363"/>
                  </a:cubicBezTo>
                  <a:close/>
                  <a:moveTo>
                    <a:pt x="535" y="0"/>
                  </a:moveTo>
                  <a:cubicBezTo>
                    <a:pt x="242" y="0"/>
                    <a:pt x="1" y="224"/>
                    <a:pt x="1" y="518"/>
                  </a:cubicBezTo>
                  <a:lnTo>
                    <a:pt x="1" y="3727"/>
                  </a:lnTo>
                  <a:cubicBezTo>
                    <a:pt x="1" y="4021"/>
                    <a:pt x="242" y="4262"/>
                    <a:pt x="535" y="4262"/>
                  </a:cubicBezTo>
                  <a:lnTo>
                    <a:pt x="8935" y="4262"/>
                  </a:lnTo>
                  <a:lnTo>
                    <a:pt x="8935" y="5267"/>
                  </a:lnTo>
                  <a:lnTo>
                    <a:pt x="535" y="5267"/>
                  </a:lnTo>
                  <a:cubicBezTo>
                    <a:pt x="242" y="5267"/>
                    <a:pt x="1" y="5514"/>
                    <a:pt x="1" y="5808"/>
                  </a:cubicBezTo>
                  <a:lnTo>
                    <a:pt x="1" y="9017"/>
                  </a:lnTo>
                  <a:cubicBezTo>
                    <a:pt x="1" y="9311"/>
                    <a:pt x="242" y="9552"/>
                    <a:pt x="535" y="9552"/>
                  </a:cubicBezTo>
                  <a:lnTo>
                    <a:pt x="8935" y="9552"/>
                  </a:lnTo>
                  <a:lnTo>
                    <a:pt x="8935" y="10557"/>
                  </a:lnTo>
                  <a:lnTo>
                    <a:pt x="535" y="10557"/>
                  </a:lnTo>
                  <a:cubicBezTo>
                    <a:pt x="242" y="10557"/>
                    <a:pt x="1" y="10804"/>
                    <a:pt x="1" y="11098"/>
                  </a:cubicBezTo>
                  <a:lnTo>
                    <a:pt x="1" y="14307"/>
                  </a:lnTo>
                  <a:cubicBezTo>
                    <a:pt x="1" y="14601"/>
                    <a:pt x="242" y="14842"/>
                    <a:pt x="535" y="14842"/>
                  </a:cubicBezTo>
                  <a:lnTo>
                    <a:pt x="8935" y="14842"/>
                  </a:lnTo>
                  <a:lnTo>
                    <a:pt x="8935" y="17070"/>
                  </a:lnTo>
                  <a:cubicBezTo>
                    <a:pt x="8841" y="17146"/>
                    <a:pt x="8741" y="17246"/>
                    <a:pt x="8670" y="17340"/>
                  </a:cubicBezTo>
                  <a:lnTo>
                    <a:pt x="3868" y="17340"/>
                  </a:lnTo>
                  <a:cubicBezTo>
                    <a:pt x="3645" y="17340"/>
                    <a:pt x="3451" y="17540"/>
                    <a:pt x="3451" y="17757"/>
                  </a:cubicBezTo>
                  <a:lnTo>
                    <a:pt x="3451" y="18492"/>
                  </a:lnTo>
                  <a:cubicBezTo>
                    <a:pt x="3451" y="18739"/>
                    <a:pt x="3645" y="18909"/>
                    <a:pt x="3868" y="18909"/>
                  </a:cubicBezTo>
                  <a:lnTo>
                    <a:pt x="8670" y="18909"/>
                  </a:lnTo>
                  <a:cubicBezTo>
                    <a:pt x="8911" y="19250"/>
                    <a:pt x="9305" y="19474"/>
                    <a:pt x="9746" y="19474"/>
                  </a:cubicBezTo>
                  <a:cubicBezTo>
                    <a:pt x="10187" y="19474"/>
                    <a:pt x="10581" y="19250"/>
                    <a:pt x="10822" y="18909"/>
                  </a:cubicBezTo>
                  <a:lnTo>
                    <a:pt x="15624" y="18909"/>
                  </a:lnTo>
                  <a:cubicBezTo>
                    <a:pt x="15841" y="18909"/>
                    <a:pt x="16041" y="18739"/>
                    <a:pt x="16041" y="18492"/>
                  </a:cubicBezTo>
                  <a:lnTo>
                    <a:pt x="16041" y="17757"/>
                  </a:lnTo>
                  <a:cubicBezTo>
                    <a:pt x="16041" y="17540"/>
                    <a:pt x="15841" y="17340"/>
                    <a:pt x="15624" y="17340"/>
                  </a:cubicBezTo>
                  <a:lnTo>
                    <a:pt x="10822" y="17340"/>
                  </a:lnTo>
                  <a:cubicBezTo>
                    <a:pt x="10751" y="17246"/>
                    <a:pt x="10651" y="17146"/>
                    <a:pt x="10551" y="17070"/>
                  </a:cubicBezTo>
                  <a:lnTo>
                    <a:pt x="10551" y="14842"/>
                  </a:lnTo>
                  <a:lnTo>
                    <a:pt x="18956" y="14842"/>
                  </a:lnTo>
                  <a:cubicBezTo>
                    <a:pt x="19250" y="14842"/>
                    <a:pt x="19491" y="14601"/>
                    <a:pt x="19491" y="14307"/>
                  </a:cubicBezTo>
                  <a:lnTo>
                    <a:pt x="19491" y="11098"/>
                  </a:lnTo>
                  <a:cubicBezTo>
                    <a:pt x="19491" y="10804"/>
                    <a:pt x="19250" y="10557"/>
                    <a:pt x="18956" y="10557"/>
                  </a:cubicBezTo>
                  <a:lnTo>
                    <a:pt x="15012" y="10557"/>
                  </a:lnTo>
                  <a:cubicBezTo>
                    <a:pt x="14866" y="10557"/>
                    <a:pt x="14719" y="10680"/>
                    <a:pt x="14719" y="10851"/>
                  </a:cubicBezTo>
                  <a:cubicBezTo>
                    <a:pt x="14719" y="10998"/>
                    <a:pt x="14866" y="11121"/>
                    <a:pt x="15012" y="11121"/>
                  </a:cubicBezTo>
                  <a:lnTo>
                    <a:pt x="18927" y="11121"/>
                  </a:lnTo>
                  <a:lnTo>
                    <a:pt x="18927" y="14254"/>
                  </a:lnTo>
                  <a:lnTo>
                    <a:pt x="559" y="14254"/>
                  </a:lnTo>
                  <a:lnTo>
                    <a:pt x="559" y="11121"/>
                  </a:lnTo>
                  <a:lnTo>
                    <a:pt x="13690" y="11121"/>
                  </a:lnTo>
                  <a:cubicBezTo>
                    <a:pt x="13860" y="11121"/>
                    <a:pt x="13984" y="10998"/>
                    <a:pt x="13984" y="10851"/>
                  </a:cubicBezTo>
                  <a:cubicBezTo>
                    <a:pt x="13984" y="10680"/>
                    <a:pt x="13860" y="10557"/>
                    <a:pt x="13690" y="10557"/>
                  </a:cubicBezTo>
                  <a:lnTo>
                    <a:pt x="10551" y="10557"/>
                  </a:lnTo>
                  <a:lnTo>
                    <a:pt x="10551" y="9552"/>
                  </a:lnTo>
                  <a:lnTo>
                    <a:pt x="18956" y="9552"/>
                  </a:lnTo>
                  <a:cubicBezTo>
                    <a:pt x="19250" y="9552"/>
                    <a:pt x="19491" y="9311"/>
                    <a:pt x="19491" y="9017"/>
                  </a:cubicBezTo>
                  <a:lnTo>
                    <a:pt x="19491" y="5808"/>
                  </a:lnTo>
                  <a:cubicBezTo>
                    <a:pt x="19491" y="5514"/>
                    <a:pt x="19250" y="5267"/>
                    <a:pt x="18956" y="5267"/>
                  </a:cubicBezTo>
                  <a:lnTo>
                    <a:pt x="10551" y="5267"/>
                  </a:lnTo>
                  <a:lnTo>
                    <a:pt x="10551" y="4262"/>
                  </a:lnTo>
                  <a:lnTo>
                    <a:pt x="18956" y="4262"/>
                  </a:lnTo>
                  <a:cubicBezTo>
                    <a:pt x="19250" y="4262"/>
                    <a:pt x="19491" y="4021"/>
                    <a:pt x="19491" y="3727"/>
                  </a:cubicBezTo>
                  <a:lnTo>
                    <a:pt x="19491" y="518"/>
                  </a:lnTo>
                  <a:cubicBezTo>
                    <a:pt x="19491" y="224"/>
                    <a:pt x="19250" y="0"/>
                    <a:pt x="18956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" name="Google Shape;3597;p63">
            <a:extLst>
              <a:ext uri="{FF2B5EF4-FFF2-40B4-BE49-F238E27FC236}">
                <a16:creationId xmlns:a16="http://schemas.microsoft.com/office/drawing/2014/main" id="{35D96345-E210-925C-F5E7-8A5594312032}"/>
              </a:ext>
            </a:extLst>
          </p:cNvPr>
          <p:cNvGrpSpPr/>
          <p:nvPr/>
        </p:nvGrpSpPr>
        <p:grpSpPr>
          <a:xfrm>
            <a:off x="7795674" y="617665"/>
            <a:ext cx="378787" cy="379819"/>
            <a:chOff x="2942320" y="2793289"/>
            <a:chExt cx="378787" cy="379819"/>
          </a:xfrm>
        </p:grpSpPr>
        <p:sp>
          <p:nvSpPr>
            <p:cNvPr id="3" name="Google Shape;3598;p63">
              <a:extLst>
                <a:ext uri="{FF2B5EF4-FFF2-40B4-BE49-F238E27FC236}">
                  <a16:creationId xmlns:a16="http://schemas.microsoft.com/office/drawing/2014/main" id="{E4B2F6EE-FF1D-E0C1-0DF6-065103B9C780}"/>
                </a:ext>
              </a:extLst>
            </p:cNvPr>
            <p:cNvSpPr/>
            <p:nvPr/>
          </p:nvSpPr>
          <p:spPr>
            <a:xfrm>
              <a:off x="2947580" y="2799016"/>
              <a:ext cx="180813" cy="122646"/>
            </a:xfrm>
            <a:custGeom>
              <a:avLst/>
              <a:gdLst/>
              <a:ahLst/>
              <a:cxnLst/>
              <a:rect l="l" t="t" r="r" b="b"/>
              <a:pathLst>
                <a:path w="9282" h="6296" extrusionOk="0">
                  <a:moveTo>
                    <a:pt x="489" y="1"/>
                  </a:moveTo>
                  <a:cubicBezTo>
                    <a:pt x="218" y="1"/>
                    <a:pt x="1" y="194"/>
                    <a:pt x="1" y="465"/>
                  </a:cubicBezTo>
                  <a:lnTo>
                    <a:pt x="1" y="5802"/>
                  </a:lnTo>
                  <a:cubicBezTo>
                    <a:pt x="1" y="6072"/>
                    <a:pt x="218" y="6296"/>
                    <a:pt x="489" y="6296"/>
                  </a:cubicBezTo>
                  <a:lnTo>
                    <a:pt x="8818" y="6296"/>
                  </a:lnTo>
                  <a:cubicBezTo>
                    <a:pt x="9088" y="6296"/>
                    <a:pt x="9282" y="6072"/>
                    <a:pt x="9282" y="5802"/>
                  </a:cubicBezTo>
                  <a:lnTo>
                    <a:pt x="9282" y="465"/>
                  </a:lnTo>
                  <a:cubicBezTo>
                    <a:pt x="9282" y="194"/>
                    <a:pt x="9088" y="1"/>
                    <a:pt x="8818" y="1"/>
                  </a:cubicBezTo>
                  <a:close/>
                </a:path>
              </a:pathLst>
            </a:custGeom>
            <a:solidFill>
              <a:srgbClr val="FFE1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3599;p63">
              <a:extLst>
                <a:ext uri="{FF2B5EF4-FFF2-40B4-BE49-F238E27FC236}">
                  <a16:creationId xmlns:a16="http://schemas.microsoft.com/office/drawing/2014/main" id="{B3052168-DA45-17B6-4EA0-6CF0611866B1}"/>
                </a:ext>
              </a:extLst>
            </p:cNvPr>
            <p:cNvSpPr/>
            <p:nvPr/>
          </p:nvSpPr>
          <p:spPr>
            <a:xfrm>
              <a:off x="2947580" y="2897720"/>
              <a:ext cx="180813" cy="23941"/>
            </a:xfrm>
            <a:custGeom>
              <a:avLst/>
              <a:gdLst/>
              <a:ahLst/>
              <a:cxnLst/>
              <a:rect l="l" t="t" r="r" b="b"/>
              <a:pathLst>
                <a:path w="9282" h="1229" extrusionOk="0">
                  <a:moveTo>
                    <a:pt x="1" y="0"/>
                  </a:moveTo>
                  <a:lnTo>
                    <a:pt x="1" y="735"/>
                  </a:lnTo>
                  <a:cubicBezTo>
                    <a:pt x="1" y="1005"/>
                    <a:pt x="218" y="1229"/>
                    <a:pt x="489" y="1229"/>
                  </a:cubicBezTo>
                  <a:lnTo>
                    <a:pt x="8818" y="1229"/>
                  </a:lnTo>
                  <a:cubicBezTo>
                    <a:pt x="9088" y="1229"/>
                    <a:pt x="9282" y="1005"/>
                    <a:pt x="9282" y="735"/>
                  </a:cubicBezTo>
                  <a:lnTo>
                    <a:pt x="9282" y="0"/>
                  </a:ln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3600;p63">
              <a:extLst>
                <a:ext uri="{FF2B5EF4-FFF2-40B4-BE49-F238E27FC236}">
                  <a16:creationId xmlns:a16="http://schemas.microsoft.com/office/drawing/2014/main" id="{CE72DEE5-66BB-CFE1-F334-84590EDD962E}"/>
                </a:ext>
              </a:extLst>
            </p:cNvPr>
            <p:cNvSpPr/>
            <p:nvPr/>
          </p:nvSpPr>
          <p:spPr>
            <a:xfrm>
              <a:off x="3104568" y="2897720"/>
              <a:ext cx="23824" cy="23941"/>
            </a:xfrm>
            <a:custGeom>
              <a:avLst/>
              <a:gdLst/>
              <a:ahLst/>
              <a:cxnLst/>
              <a:rect l="l" t="t" r="r" b="b"/>
              <a:pathLst>
                <a:path w="1223" h="1229" extrusionOk="0">
                  <a:moveTo>
                    <a:pt x="465" y="0"/>
                  </a:moveTo>
                  <a:lnTo>
                    <a:pt x="465" y="735"/>
                  </a:lnTo>
                  <a:cubicBezTo>
                    <a:pt x="465" y="1005"/>
                    <a:pt x="265" y="1229"/>
                    <a:pt x="0" y="1229"/>
                  </a:cubicBezTo>
                  <a:lnTo>
                    <a:pt x="759" y="1229"/>
                  </a:lnTo>
                  <a:cubicBezTo>
                    <a:pt x="1029" y="1229"/>
                    <a:pt x="1223" y="1005"/>
                    <a:pt x="1223" y="735"/>
                  </a:cubicBezTo>
                  <a:lnTo>
                    <a:pt x="1223" y="0"/>
                  </a:lnTo>
                  <a:close/>
                </a:path>
              </a:pathLst>
            </a:custGeom>
            <a:solidFill>
              <a:srgbClr val="866A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3601;p63">
              <a:extLst>
                <a:ext uri="{FF2B5EF4-FFF2-40B4-BE49-F238E27FC236}">
                  <a16:creationId xmlns:a16="http://schemas.microsoft.com/office/drawing/2014/main" id="{B406F472-5AE0-3628-1073-277AFD4F5B18}"/>
                </a:ext>
              </a:extLst>
            </p:cNvPr>
            <p:cNvSpPr/>
            <p:nvPr/>
          </p:nvSpPr>
          <p:spPr>
            <a:xfrm>
              <a:off x="3017668" y="2921641"/>
              <a:ext cx="41122" cy="28188"/>
            </a:xfrm>
            <a:custGeom>
              <a:avLst/>
              <a:gdLst/>
              <a:ahLst/>
              <a:cxnLst/>
              <a:rect l="l" t="t" r="r" b="b"/>
              <a:pathLst>
                <a:path w="2111" h="1447" extrusionOk="0">
                  <a:moveTo>
                    <a:pt x="147" y="1"/>
                  </a:moveTo>
                  <a:cubicBezTo>
                    <a:pt x="147" y="1"/>
                    <a:pt x="124" y="1053"/>
                    <a:pt x="0" y="1447"/>
                  </a:cubicBezTo>
                  <a:lnTo>
                    <a:pt x="2110" y="1447"/>
                  </a:lnTo>
                  <a:cubicBezTo>
                    <a:pt x="1963" y="1053"/>
                    <a:pt x="1963" y="1"/>
                    <a:pt x="1963" y="1"/>
                  </a:cubicBezTo>
                  <a:close/>
                </a:path>
              </a:pathLst>
            </a:custGeom>
            <a:solidFill>
              <a:srgbClr val="866A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3602;p63">
              <a:extLst>
                <a:ext uri="{FF2B5EF4-FFF2-40B4-BE49-F238E27FC236}">
                  <a16:creationId xmlns:a16="http://schemas.microsoft.com/office/drawing/2014/main" id="{739AA3D0-A083-77C4-AC89-5FA4CFA176E6}"/>
                </a:ext>
              </a:extLst>
            </p:cNvPr>
            <p:cNvSpPr/>
            <p:nvPr/>
          </p:nvSpPr>
          <p:spPr>
            <a:xfrm>
              <a:off x="3019616" y="2921641"/>
              <a:ext cx="36759" cy="14785"/>
            </a:xfrm>
            <a:custGeom>
              <a:avLst/>
              <a:gdLst/>
              <a:ahLst/>
              <a:cxnLst/>
              <a:rect l="l" t="t" r="r" b="b"/>
              <a:pathLst>
                <a:path w="1887" h="759" extrusionOk="0">
                  <a:moveTo>
                    <a:pt x="47" y="1"/>
                  </a:moveTo>
                  <a:cubicBezTo>
                    <a:pt x="47" y="1"/>
                    <a:pt x="47" y="365"/>
                    <a:pt x="0" y="759"/>
                  </a:cubicBezTo>
                  <a:lnTo>
                    <a:pt x="1887" y="759"/>
                  </a:lnTo>
                  <a:cubicBezTo>
                    <a:pt x="1863" y="365"/>
                    <a:pt x="1863" y="1"/>
                    <a:pt x="1863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3603;p63">
              <a:extLst>
                <a:ext uri="{FF2B5EF4-FFF2-40B4-BE49-F238E27FC236}">
                  <a16:creationId xmlns:a16="http://schemas.microsoft.com/office/drawing/2014/main" id="{9CA047E2-3F09-1704-9C16-98E73C2AC316}"/>
                </a:ext>
              </a:extLst>
            </p:cNvPr>
            <p:cNvSpPr/>
            <p:nvPr/>
          </p:nvSpPr>
          <p:spPr>
            <a:xfrm>
              <a:off x="3134566" y="3016567"/>
              <a:ext cx="180813" cy="122646"/>
            </a:xfrm>
            <a:custGeom>
              <a:avLst/>
              <a:gdLst/>
              <a:ahLst/>
              <a:cxnLst/>
              <a:rect l="l" t="t" r="r" b="b"/>
              <a:pathLst>
                <a:path w="9282" h="6296" extrusionOk="0">
                  <a:moveTo>
                    <a:pt x="488" y="0"/>
                  </a:moveTo>
                  <a:cubicBezTo>
                    <a:pt x="224" y="0"/>
                    <a:pt x="0" y="218"/>
                    <a:pt x="0" y="465"/>
                  </a:cubicBezTo>
                  <a:lnTo>
                    <a:pt x="0" y="5831"/>
                  </a:lnTo>
                  <a:cubicBezTo>
                    <a:pt x="0" y="6072"/>
                    <a:pt x="224" y="6296"/>
                    <a:pt x="488" y="6296"/>
                  </a:cubicBezTo>
                  <a:lnTo>
                    <a:pt x="8817" y="6296"/>
                  </a:lnTo>
                  <a:cubicBezTo>
                    <a:pt x="9087" y="6296"/>
                    <a:pt x="9281" y="6072"/>
                    <a:pt x="9281" y="5831"/>
                  </a:cubicBezTo>
                  <a:lnTo>
                    <a:pt x="9281" y="465"/>
                  </a:lnTo>
                  <a:cubicBezTo>
                    <a:pt x="9281" y="218"/>
                    <a:pt x="9087" y="0"/>
                    <a:pt x="8817" y="0"/>
                  </a:cubicBezTo>
                  <a:close/>
                </a:path>
              </a:pathLst>
            </a:custGeom>
            <a:solidFill>
              <a:srgbClr val="00C7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3604;p63">
              <a:extLst>
                <a:ext uri="{FF2B5EF4-FFF2-40B4-BE49-F238E27FC236}">
                  <a16:creationId xmlns:a16="http://schemas.microsoft.com/office/drawing/2014/main" id="{FDCD3545-BF79-B2B3-8CEC-CCE4DB32DE06}"/>
                </a:ext>
              </a:extLst>
            </p:cNvPr>
            <p:cNvSpPr/>
            <p:nvPr/>
          </p:nvSpPr>
          <p:spPr>
            <a:xfrm>
              <a:off x="3291535" y="3016567"/>
              <a:ext cx="23844" cy="122646"/>
            </a:xfrm>
            <a:custGeom>
              <a:avLst/>
              <a:gdLst/>
              <a:ahLst/>
              <a:cxnLst/>
              <a:rect l="l" t="t" r="r" b="b"/>
              <a:pathLst>
                <a:path w="1224" h="6296" extrusionOk="0">
                  <a:moveTo>
                    <a:pt x="1" y="0"/>
                  </a:moveTo>
                  <a:cubicBezTo>
                    <a:pt x="271" y="0"/>
                    <a:pt x="465" y="218"/>
                    <a:pt x="465" y="465"/>
                  </a:cubicBezTo>
                  <a:lnTo>
                    <a:pt x="465" y="5831"/>
                  </a:lnTo>
                  <a:cubicBezTo>
                    <a:pt x="465" y="6072"/>
                    <a:pt x="271" y="6296"/>
                    <a:pt x="1" y="6296"/>
                  </a:cubicBezTo>
                  <a:lnTo>
                    <a:pt x="759" y="6296"/>
                  </a:lnTo>
                  <a:cubicBezTo>
                    <a:pt x="1029" y="6296"/>
                    <a:pt x="1223" y="6072"/>
                    <a:pt x="1223" y="5831"/>
                  </a:cubicBezTo>
                  <a:lnTo>
                    <a:pt x="1223" y="465"/>
                  </a:lnTo>
                  <a:cubicBezTo>
                    <a:pt x="1223" y="218"/>
                    <a:pt x="1029" y="0"/>
                    <a:pt x="759" y="0"/>
                  </a:cubicBezTo>
                  <a:close/>
                </a:path>
              </a:pathLst>
            </a:custGeom>
            <a:solidFill>
              <a:srgbClr val="00C7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3605;p63">
              <a:extLst>
                <a:ext uri="{FF2B5EF4-FFF2-40B4-BE49-F238E27FC236}">
                  <a16:creationId xmlns:a16="http://schemas.microsoft.com/office/drawing/2014/main" id="{85BBADAC-572B-FDD2-277F-ACB0EFF12EF1}"/>
                </a:ext>
              </a:extLst>
            </p:cNvPr>
            <p:cNvSpPr/>
            <p:nvPr/>
          </p:nvSpPr>
          <p:spPr>
            <a:xfrm>
              <a:off x="3134566" y="3115836"/>
              <a:ext cx="180813" cy="23376"/>
            </a:xfrm>
            <a:custGeom>
              <a:avLst/>
              <a:gdLst/>
              <a:ahLst/>
              <a:cxnLst/>
              <a:rect l="l" t="t" r="r" b="b"/>
              <a:pathLst>
                <a:path w="9282" h="1200" extrusionOk="0">
                  <a:moveTo>
                    <a:pt x="0" y="0"/>
                  </a:moveTo>
                  <a:lnTo>
                    <a:pt x="0" y="735"/>
                  </a:lnTo>
                  <a:cubicBezTo>
                    <a:pt x="0" y="976"/>
                    <a:pt x="224" y="1200"/>
                    <a:pt x="488" y="1200"/>
                  </a:cubicBezTo>
                  <a:lnTo>
                    <a:pt x="8817" y="1200"/>
                  </a:lnTo>
                  <a:cubicBezTo>
                    <a:pt x="9087" y="1200"/>
                    <a:pt x="9281" y="976"/>
                    <a:pt x="9281" y="735"/>
                  </a:cubicBezTo>
                  <a:lnTo>
                    <a:pt x="9281" y="0"/>
                  </a:ln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3606;p63">
              <a:extLst>
                <a:ext uri="{FF2B5EF4-FFF2-40B4-BE49-F238E27FC236}">
                  <a16:creationId xmlns:a16="http://schemas.microsoft.com/office/drawing/2014/main" id="{8805A941-E282-67BA-2503-B211C278EEC1}"/>
                </a:ext>
              </a:extLst>
            </p:cNvPr>
            <p:cNvSpPr/>
            <p:nvPr/>
          </p:nvSpPr>
          <p:spPr>
            <a:xfrm>
              <a:off x="3291535" y="3115836"/>
              <a:ext cx="23844" cy="23376"/>
            </a:xfrm>
            <a:custGeom>
              <a:avLst/>
              <a:gdLst/>
              <a:ahLst/>
              <a:cxnLst/>
              <a:rect l="l" t="t" r="r" b="b"/>
              <a:pathLst>
                <a:path w="1224" h="1200" extrusionOk="0">
                  <a:moveTo>
                    <a:pt x="465" y="0"/>
                  </a:moveTo>
                  <a:lnTo>
                    <a:pt x="465" y="735"/>
                  </a:lnTo>
                  <a:cubicBezTo>
                    <a:pt x="465" y="976"/>
                    <a:pt x="271" y="1200"/>
                    <a:pt x="1" y="1200"/>
                  </a:cubicBezTo>
                  <a:lnTo>
                    <a:pt x="759" y="1200"/>
                  </a:lnTo>
                  <a:cubicBezTo>
                    <a:pt x="1029" y="1200"/>
                    <a:pt x="1223" y="976"/>
                    <a:pt x="1223" y="735"/>
                  </a:cubicBezTo>
                  <a:lnTo>
                    <a:pt x="1223" y="0"/>
                  </a:lnTo>
                  <a:close/>
                </a:path>
              </a:pathLst>
            </a:custGeom>
            <a:solidFill>
              <a:srgbClr val="866A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3607;p63">
              <a:extLst>
                <a:ext uri="{FF2B5EF4-FFF2-40B4-BE49-F238E27FC236}">
                  <a16:creationId xmlns:a16="http://schemas.microsoft.com/office/drawing/2014/main" id="{A7829B6D-A919-7821-5C38-2E1B668338F4}"/>
                </a:ext>
              </a:extLst>
            </p:cNvPr>
            <p:cNvSpPr/>
            <p:nvPr/>
          </p:nvSpPr>
          <p:spPr>
            <a:xfrm>
              <a:off x="3204752" y="3139192"/>
              <a:ext cx="41005" cy="28188"/>
            </a:xfrm>
            <a:custGeom>
              <a:avLst/>
              <a:gdLst/>
              <a:ahLst/>
              <a:cxnLst/>
              <a:rect l="l" t="t" r="r" b="b"/>
              <a:pathLst>
                <a:path w="2105" h="1447" extrusionOk="0">
                  <a:moveTo>
                    <a:pt x="147" y="1"/>
                  </a:moveTo>
                  <a:cubicBezTo>
                    <a:pt x="147" y="1"/>
                    <a:pt x="118" y="1053"/>
                    <a:pt x="0" y="1446"/>
                  </a:cubicBezTo>
                  <a:lnTo>
                    <a:pt x="2105" y="1446"/>
                  </a:lnTo>
                  <a:cubicBezTo>
                    <a:pt x="1981" y="1053"/>
                    <a:pt x="1958" y="1"/>
                    <a:pt x="1958" y="1"/>
                  </a:cubicBezTo>
                  <a:close/>
                </a:path>
              </a:pathLst>
            </a:custGeom>
            <a:solidFill>
              <a:srgbClr val="866A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3608;p63">
              <a:extLst>
                <a:ext uri="{FF2B5EF4-FFF2-40B4-BE49-F238E27FC236}">
                  <a16:creationId xmlns:a16="http://schemas.microsoft.com/office/drawing/2014/main" id="{ED8D1626-3BD7-35BE-B8B9-7E7DA873FC6F}"/>
                </a:ext>
              </a:extLst>
            </p:cNvPr>
            <p:cNvSpPr/>
            <p:nvPr/>
          </p:nvSpPr>
          <p:spPr>
            <a:xfrm>
              <a:off x="3206583" y="3139192"/>
              <a:ext cx="36778" cy="14785"/>
            </a:xfrm>
            <a:custGeom>
              <a:avLst/>
              <a:gdLst/>
              <a:ahLst/>
              <a:cxnLst/>
              <a:rect l="l" t="t" r="r" b="b"/>
              <a:pathLst>
                <a:path w="1888" h="759" extrusionOk="0">
                  <a:moveTo>
                    <a:pt x="53" y="1"/>
                  </a:moveTo>
                  <a:cubicBezTo>
                    <a:pt x="53" y="1"/>
                    <a:pt x="53" y="365"/>
                    <a:pt x="0" y="759"/>
                  </a:cubicBezTo>
                  <a:lnTo>
                    <a:pt x="1887" y="759"/>
                  </a:lnTo>
                  <a:cubicBezTo>
                    <a:pt x="1864" y="365"/>
                    <a:pt x="1864" y="1"/>
                    <a:pt x="1864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3609;p63">
              <a:extLst>
                <a:ext uri="{FF2B5EF4-FFF2-40B4-BE49-F238E27FC236}">
                  <a16:creationId xmlns:a16="http://schemas.microsoft.com/office/drawing/2014/main" id="{860F3495-06A9-3AD5-60A2-71C54A72F067}"/>
                </a:ext>
              </a:extLst>
            </p:cNvPr>
            <p:cNvSpPr/>
            <p:nvPr/>
          </p:nvSpPr>
          <p:spPr>
            <a:xfrm>
              <a:off x="2942320" y="2793289"/>
              <a:ext cx="191800" cy="162268"/>
            </a:xfrm>
            <a:custGeom>
              <a:avLst/>
              <a:gdLst/>
              <a:ahLst/>
              <a:cxnLst/>
              <a:rect l="l" t="t" r="r" b="b"/>
              <a:pathLst>
                <a:path w="9846" h="8330" extrusionOk="0">
                  <a:moveTo>
                    <a:pt x="9088" y="565"/>
                  </a:moveTo>
                  <a:cubicBezTo>
                    <a:pt x="9182" y="565"/>
                    <a:pt x="9282" y="659"/>
                    <a:pt x="9282" y="759"/>
                  </a:cubicBezTo>
                  <a:lnTo>
                    <a:pt x="9282" y="5097"/>
                  </a:lnTo>
                  <a:lnTo>
                    <a:pt x="565" y="5097"/>
                  </a:lnTo>
                  <a:lnTo>
                    <a:pt x="565" y="759"/>
                  </a:lnTo>
                  <a:cubicBezTo>
                    <a:pt x="565" y="659"/>
                    <a:pt x="635" y="565"/>
                    <a:pt x="759" y="565"/>
                  </a:cubicBezTo>
                  <a:close/>
                  <a:moveTo>
                    <a:pt x="5537" y="6860"/>
                  </a:moveTo>
                  <a:cubicBezTo>
                    <a:pt x="5561" y="7101"/>
                    <a:pt x="5584" y="7448"/>
                    <a:pt x="5631" y="7742"/>
                  </a:cubicBezTo>
                  <a:lnTo>
                    <a:pt x="4215" y="7742"/>
                  </a:lnTo>
                  <a:cubicBezTo>
                    <a:pt x="4262" y="7448"/>
                    <a:pt x="4285" y="7101"/>
                    <a:pt x="4285" y="6860"/>
                  </a:cubicBezTo>
                  <a:close/>
                  <a:moveTo>
                    <a:pt x="759" y="1"/>
                  </a:moveTo>
                  <a:cubicBezTo>
                    <a:pt x="341" y="1"/>
                    <a:pt x="0" y="342"/>
                    <a:pt x="0" y="759"/>
                  </a:cubicBezTo>
                  <a:lnTo>
                    <a:pt x="0" y="6096"/>
                  </a:lnTo>
                  <a:cubicBezTo>
                    <a:pt x="0" y="6513"/>
                    <a:pt x="341" y="6860"/>
                    <a:pt x="759" y="6860"/>
                  </a:cubicBezTo>
                  <a:lnTo>
                    <a:pt x="1640" y="6860"/>
                  </a:lnTo>
                  <a:cubicBezTo>
                    <a:pt x="1787" y="6860"/>
                    <a:pt x="1911" y="6737"/>
                    <a:pt x="1911" y="6590"/>
                  </a:cubicBezTo>
                  <a:cubicBezTo>
                    <a:pt x="1911" y="6419"/>
                    <a:pt x="1787" y="6296"/>
                    <a:pt x="1640" y="6296"/>
                  </a:cubicBezTo>
                  <a:lnTo>
                    <a:pt x="759" y="6296"/>
                  </a:lnTo>
                  <a:cubicBezTo>
                    <a:pt x="635" y="6296"/>
                    <a:pt x="565" y="6196"/>
                    <a:pt x="565" y="6096"/>
                  </a:cubicBezTo>
                  <a:lnTo>
                    <a:pt x="565" y="5655"/>
                  </a:lnTo>
                  <a:lnTo>
                    <a:pt x="9282" y="5655"/>
                  </a:lnTo>
                  <a:lnTo>
                    <a:pt x="9282" y="6096"/>
                  </a:lnTo>
                  <a:cubicBezTo>
                    <a:pt x="9282" y="6196"/>
                    <a:pt x="9182" y="6296"/>
                    <a:pt x="9088" y="6296"/>
                  </a:cubicBezTo>
                  <a:lnTo>
                    <a:pt x="2939" y="6296"/>
                  </a:lnTo>
                  <a:cubicBezTo>
                    <a:pt x="2792" y="6296"/>
                    <a:pt x="2646" y="6419"/>
                    <a:pt x="2646" y="6590"/>
                  </a:cubicBezTo>
                  <a:cubicBezTo>
                    <a:pt x="2646" y="6737"/>
                    <a:pt x="2792" y="6860"/>
                    <a:pt x="2939" y="6860"/>
                  </a:cubicBezTo>
                  <a:lnTo>
                    <a:pt x="3721" y="6860"/>
                  </a:lnTo>
                  <a:cubicBezTo>
                    <a:pt x="3698" y="7154"/>
                    <a:pt x="3674" y="7518"/>
                    <a:pt x="3627" y="7742"/>
                  </a:cubicBezTo>
                  <a:lnTo>
                    <a:pt x="3063" y="7742"/>
                  </a:lnTo>
                  <a:cubicBezTo>
                    <a:pt x="2916" y="7742"/>
                    <a:pt x="2769" y="7889"/>
                    <a:pt x="2769" y="8036"/>
                  </a:cubicBezTo>
                  <a:cubicBezTo>
                    <a:pt x="2769" y="8183"/>
                    <a:pt x="2916" y="8329"/>
                    <a:pt x="3063" y="8329"/>
                  </a:cubicBezTo>
                  <a:lnTo>
                    <a:pt x="6783" y="8329"/>
                  </a:lnTo>
                  <a:cubicBezTo>
                    <a:pt x="6930" y="8329"/>
                    <a:pt x="7054" y="8183"/>
                    <a:pt x="7054" y="8036"/>
                  </a:cubicBezTo>
                  <a:cubicBezTo>
                    <a:pt x="7054" y="7889"/>
                    <a:pt x="6930" y="7742"/>
                    <a:pt x="6783" y="7742"/>
                  </a:cubicBezTo>
                  <a:lnTo>
                    <a:pt x="6196" y="7742"/>
                  </a:lnTo>
                  <a:cubicBezTo>
                    <a:pt x="6149" y="7518"/>
                    <a:pt x="6125" y="7154"/>
                    <a:pt x="6125" y="6860"/>
                  </a:cubicBezTo>
                  <a:lnTo>
                    <a:pt x="9088" y="6860"/>
                  </a:lnTo>
                  <a:cubicBezTo>
                    <a:pt x="9505" y="6860"/>
                    <a:pt x="9846" y="6513"/>
                    <a:pt x="9846" y="6096"/>
                  </a:cubicBezTo>
                  <a:lnTo>
                    <a:pt x="9846" y="759"/>
                  </a:lnTo>
                  <a:cubicBezTo>
                    <a:pt x="9846" y="342"/>
                    <a:pt x="9505" y="1"/>
                    <a:pt x="9088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3610;p63">
              <a:extLst>
                <a:ext uri="{FF2B5EF4-FFF2-40B4-BE49-F238E27FC236}">
                  <a16:creationId xmlns:a16="http://schemas.microsoft.com/office/drawing/2014/main" id="{EC3318FF-96FE-949B-9DBD-050C02BF8510}"/>
                </a:ext>
              </a:extLst>
            </p:cNvPr>
            <p:cNvSpPr/>
            <p:nvPr/>
          </p:nvSpPr>
          <p:spPr>
            <a:xfrm>
              <a:off x="3129287" y="3010840"/>
              <a:ext cx="191820" cy="162268"/>
            </a:xfrm>
            <a:custGeom>
              <a:avLst/>
              <a:gdLst/>
              <a:ahLst/>
              <a:cxnLst/>
              <a:rect l="l" t="t" r="r" b="b"/>
              <a:pathLst>
                <a:path w="9847" h="8330" extrusionOk="0">
                  <a:moveTo>
                    <a:pt x="9282" y="5655"/>
                  </a:moveTo>
                  <a:lnTo>
                    <a:pt x="9282" y="6125"/>
                  </a:lnTo>
                  <a:cubicBezTo>
                    <a:pt x="9282" y="6219"/>
                    <a:pt x="9188" y="6296"/>
                    <a:pt x="9088" y="6296"/>
                  </a:cubicBezTo>
                  <a:lnTo>
                    <a:pt x="759" y="6296"/>
                  </a:lnTo>
                  <a:cubicBezTo>
                    <a:pt x="642" y="6296"/>
                    <a:pt x="565" y="6219"/>
                    <a:pt x="565" y="6125"/>
                  </a:cubicBezTo>
                  <a:lnTo>
                    <a:pt x="565" y="5655"/>
                  </a:lnTo>
                  <a:close/>
                  <a:moveTo>
                    <a:pt x="5561" y="6883"/>
                  </a:moveTo>
                  <a:cubicBezTo>
                    <a:pt x="5561" y="7101"/>
                    <a:pt x="5585" y="7471"/>
                    <a:pt x="5638" y="7765"/>
                  </a:cubicBezTo>
                  <a:lnTo>
                    <a:pt x="4215" y="7765"/>
                  </a:lnTo>
                  <a:cubicBezTo>
                    <a:pt x="4262" y="7471"/>
                    <a:pt x="4286" y="7101"/>
                    <a:pt x="4286" y="6883"/>
                  </a:cubicBezTo>
                  <a:close/>
                  <a:moveTo>
                    <a:pt x="759" y="0"/>
                  </a:moveTo>
                  <a:cubicBezTo>
                    <a:pt x="348" y="0"/>
                    <a:pt x="1" y="341"/>
                    <a:pt x="1" y="759"/>
                  </a:cubicBezTo>
                  <a:lnTo>
                    <a:pt x="1" y="6125"/>
                  </a:lnTo>
                  <a:cubicBezTo>
                    <a:pt x="1" y="6537"/>
                    <a:pt x="348" y="6883"/>
                    <a:pt x="759" y="6883"/>
                  </a:cubicBezTo>
                  <a:lnTo>
                    <a:pt x="3727" y="6883"/>
                  </a:lnTo>
                  <a:cubicBezTo>
                    <a:pt x="3698" y="7177"/>
                    <a:pt x="3675" y="7518"/>
                    <a:pt x="3651" y="7765"/>
                  </a:cubicBezTo>
                  <a:lnTo>
                    <a:pt x="3063" y="7765"/>
                  </a:lnTo>
                  <a:cubicBezTo>
                    <a:pt x="2916" y="7765"/>
                    <a:pt x="2769" y="7889"/>
                    <a:pt x="2769" y="8035"/>
                  </a:cubicBezTo>
                  <a:cubicBezTo>
                    <a:pt x="2769" y="8206"/>
                    <a:pt x="2916" y="8329"/>
                    <a:pt x="3063" y="8329"/>
                  </a:cubicBezTo>
                  <a:lnTo>
                    <a:pt x="6784" y="8329"/>
                  </a:lnTo>
                  <a:cubicBezTo>
                    <a:pt x="6931" y="8329"/>
                    <a:pt x="7054" y="8206"/>
                    <a:pt x="7054" y="8035"/>
                  </a:cubicBezTo>
                  <a:cubicBezTo>
                    <a:pt x="7054" y="7889"/>
                    <a:pt x="6931" y="7765"/>
                    <a:pt x="6784" y="7765"/>
                  </a:cubicBezTo>
                  <a:lnTo>
                    <a:pt x="6196" y="7765"/>
                  </a:lnTo>
                  <a:cubicBezTo>
                    <a:pt x="6149" y="7518"/>
                    <a:pt x="6126" y="7177"/>
                    <a:pt x="6126" y="6883"/>
                  </a:cubicBezTo>
                  <a:lnTo>
                    <a:pt x="9088" y="6883"/>
                  </a:lnTo>
                  <a:cubicBezTo>
                    <a:pt x="9505" y="6883"/>
                    <a:pt x="9846" y="6537"/>
                    <a:pt x="9846" y="6125"/>
                  </a:cubicBezTo>
                  <a:lnTo>
                    <a:pt x="9846" y="759"/>
                  </a:lnTo>
                  <a:cubicBezTo>
                    <a:pt x="9846" y="341"/>
                    <a:pt x="9505" y="0"/>
                    <a:pt x="9088" y="0"/>
                  </a:cubicBezTo>
                  <a:lnTo>
                    <a:pt x="3822" y="0"/>
                  </a:lnTo>
                  <a:cubicBezTo>
                    <a:pt x="3675" y="0"/>
                    <a:pt x="3551" y="124"/>
                    <a:pt x="3551" y="294"/>
                  </a:cubicBezTo>
                  <a:cubicBezTo>
                    <a:pt x="3551" y="441"/>
                    <a:pt x="3675" y="588"/>
                    <a:pt x="3822" y="588"/>
                  </a:cubicBezTo>
                  <a:lnTo>
                    <a:pt x="9088" y="588"/>
                  </a:lnTo>
                  <a:cubicBezTo>
                    <a:pt x="9188" y="588"/>
                    <a:pt x="9282" y="659"/>
                    <a:pt x="9282" y="759"/>
                  </a:cubicBezTo>
                  <a:lnTo>
                    <a:pt x="9282" y="5097"/>
                  </a:lnTo>
                  <a:lnTo>
                    <a:pt x="565" y="5097"/>
                  </a:lnTo>
                  <a:lnTo>
                    <a:pt x="565" y="759"/>
                  </a:lnTo>
                  <a:cubicBezTo>
                    <a:pt x="565" y="659"/>
                    <a:pt x="642" y="588"/>
                    <a:pt x="759" y="588"/>
                  </a:cubicBezTo>
                  <a:lnTo>
                    <a:pt x="2499" y="588"/>
                  </a:lnTo>
                  <a:cubicBezTo>
                    <a:pt x="2646" y="588"/>
                    <a:pt x="2769" y="441"/>
                    <a:pt x="2769" y="294"/>
                  </a:cubicBezTo>
                  <a:cubicBezTo>
                    <a:pt x="2769" y="124"/>
                    <a:pt x="2646" y="0"/>
                    <a:pt x="2499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3611;p63">
              <a:extLst>
                <a:ext uri="{FF2B5EF4-FFF2-40B4-BE49-F238E27FC236}">
                  <a16:creationId xmlns:a16="http://schemas.microsoft.com/office/drawing/2014/main" id="{E0B25A79-BF38-6E69-15CC-95144DE3995E}"/>
                </a:ext>
              </a:extLst>
            </p:cNvPr>
            <p:cNvSpPr/>
            <p:nvPr/>
          </p:nvSpPr>
          <p:spPr>
            <a:xfrm>
              <a:off x="3005746" y="2970302"/>
              <a:ext cx="109711" cy="150249"/>
            </a:xfrm>
            <a:custGeom>
              <a:avLst/>
              <a:gdLst/>
              <a:ahLst/>
              <a:cxnLst/>
              <a:rect l="l" t="t" r="r" b="b"/>
              <a:pathLst>
                <a:path w="5632" h="7713" extrusionOk="0">
                  <a:moveTo>
                    <a:pt x="295" y="1"/>
                  </a:moveTo>
                  <a:cubicBezTo>
                    <a:pt x="148" y="1"/>
                    <a:pt x="1" y="124"/>
                    <a:pt x="1" y="271"/>
                  </a:cubicBezTo>
                  <a:cubicBezTo>
                    <a:pt x="1" y="1811"/>
                    <a:pt x="465" y="3257"/>
                    <a:pt x="1347" y="4503"/>
                  </a:cubicBezTo>
                  <a:cubicBezTo>
                    <a:pt x="2158" y="5655"/>
                    <a:pt x="3257" y="6537"/>
                    <a:pt x="4533" y="7054"/>
                  </a:cubicBezTo>
                  <a:lnTo>
                    <a:pt x="3968" y="7148"/>
                  </a:lnTo>
                  <a:cubicBezTo>
                    <a:pt x="3821" y="7178"/>
                    <a:pt x="3721" y="7324"/>
                    <a:pt x="3751" y="7471"/>
                  </a:cubicBezTo>
                  <a:cubicBezTo>
                    <a:pt x="3774" y="7618"/>
                    <a:pt x="3898" y="7712"/>
                    <a:pt x="4015" y="7712"/>
                  </a:cubicBezTo>
                  <a:lnTo>
                    <a:pt x="4068" y="7712"/>
                  </a:lnTo>
                  <a:lnTo>
                    <a:pt x="5391" y="7495"/>
                  </a:lnTo>
                  <a:cubicBezTo>
                    <a:pt x="5461" y="7495"/>
                    <a:pt x="5538" y="7442"/>
                    <a:pt x="5585" y="7372"/>
                  </a:cubicBezTo>
                  <a:cubicBezTo>
                    <a:pt x="5632" y="7295"/>
                    <a:pt x="5632" y="7201"/>
                    <a:pt x="5608" y="7125"/>
                  </a:cubicBezTo>
                  <a:lnTo>
                    <a:pt x="5120" y="5855"/>
                  </a:lnTo>
                  <a:cubicBezTo>
                    <a:pt x="5083" y="5737"/>
                    <a:pt x="4962" y="5665"/>
                    <a:pt x="4840" y="5665"/>
                  </a:cubicBezTo>
                  <a:cubicBezTo>
                    <a:pt x="4810" y="5665"/>
                    <a:pt x="4779" y="5669"/>
                    <a:pt x="4750" y="5679"/>
                  </a:cubicBezTo>
                  <a:cubicBezTo>
                    <a:pt x="4603" y="5732"/>
                    <a:pt x="4533" y="5902"/>
                    <a:pt x="4580" y="6049"/>
                  </a:cubicBezTo>
                  <a:lnTo>
                    <a:pt x="4779" y="6537"/>
                  </a:lnTo>
                  <a:cubicBezTo>
                    <a:pt x="3575" y="6049"/>
                    <a:pt x="2575" y="5238"/>
                    <a:pt x="1811" y="4186"/>
                  </a:cubicBezTo>
                  <a:cubicBezTo>
                    <a:pt x="1006" y="3034"/>
                    <a:pt x="589" y="1688"/>
                    <a:pt x="589" y="271"/>
                  </a:cubicBezTo>
                  <a:cubicBezTo>
                    <a:pt x="589" y="124"/>
                    <a:pt x="465" y="1"/>
                    <a:pt x="295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3612;p63">
              <a:extLst>
                <a:ext uri="{FF2B5EF4-FFF2-40B4-BE49-F238E27FC236}">
                  <a16:creationId xmlns:a16="http://schemas.microsoft.com/office/drawing/2014/main" id="{A2AD03A8-88FD-6BD3-E40F-2762A402E4ED}"/>
                </a:ext>
              </a:extLst>
            </p:cNvPr>
            <p:cNvSpPr/>
            <p:nvPr/>
          </p:nvSpPr>
          <p:spPr>
            <a:xfrm>
              <a:off x="3147969" y="2845222"/>
              <a:ext cx="109244" cy="150405"/>
            </a:xfrm>
            <a:custGeom>
              <a:avLst/>
              <a:gdLst/>
              <a:ahLst/>
              <a:cxnLst/>
              <a:rect l="l" t="t" r="r" b="b"/>
              <a:pathLst>
                <a:path w="5608" h="7721" extrusionOk="0">
                  <a:moveTo>
                    <a:pt x="1600" y="0"/>
                  </a:moveTo>
                  <a:cubicBezTo>
                    <a:pt x="1588" y="0"/>
                    <a:pt x="1576" y="1"/>
                    <a:pt x="1564" y="3"/>
                  </a:cubicBezTo>
                  <a:lnTo>
                    <a:pt x="241" y="227"/>
                  </a:lnTo>
                  <a:cubicBezTo>
                    <a:pt x="147" y="227"/>
                    <a:pt x="71" y="274"/>
                    <a:pt x="47" y="344"/>
                  </a:cubicBezTo>
                  <a:cubicBezTo>
                    <a:pt x="0" y="420"/>
                    <a:pt x="0" y="520"/>
                    <a:pt x="24" y="591"/>
                  </a:cubicBezTo>
                  <a:lnTo>
                    <a:pt x="511" y="1890"/>
                  </a:lnTo>
                  <a:cubicBezTo>
                    <a:pt x="564" y="1990"/>
                    <a:pt x="658" y="2060"/>
                    <a:pt x="782" y="2060"/>
                  </a:cubicBezTo>
                  <a:cubicBezTo>
                    <a:pt x="805" y="2060"/>
                    <a:pt x="829" y="2060"/>
                    <a:pt x="882" y="2037"/>
                  </a:cubicBezTo>
                  <a:cubicBezTo>
                    <a:pt x="1029" y="1990"/>
                    <a:pt x="1099" y="1814"/>
                    <a:pt x="1029" y="1667"/>
                  </a:cubicBezTo>
                  <a:lnTo>
                    <a:pt x="858" y="1179"/>
                  </a:lnTo>
                  <a:lnTo>
                    <a:pt x="858" y="1179"/>
                  </a:lnTo>
                  <a:cubicBezTo>
                    <a:pt x="2034" y="1667"/>
                    <a:pt x="3062" y="2478"/>
                    <a:pt x="3797" y="3530"/>
                  </a:cubicBezTo>
                  <a:cubicBezTo>
                    <a:pt x="4602" y="4682"/>
                    <a:pt x="5043" y="6028"/>
                    <a:pt x="5043" y="7450"/>
                  </a:cubicBezTo>
                  <a:cubicBezTo>
                    <a:pt x="5043" y="7597"/>
                    <a:pt x="5167" y="7721"/>
                    <a:pt x="5337" y="7721"/>
                  </a:cubicBezTo>
                  <a:cubicBezTo>
                    <a:pt x="5484" y="7721"/>
                    <a:pt x="5607" y="7597"/>
                    <a:pt x="5607" y="7450"/>
                  </a:cubicBezTo>
                  <a:cubicBezTo>
                    <a:pt x="5607" y="5904"/>
                    <a:pt x="5143" y="4459"/>
                    <a:pt x="4261" y="3212"/>
                  </a:cubicBezTo>
                  <a:cubicBezTo>
                    <a:pt x="3474" y="2060"/>
                    <a:pt x="2375" y="1202"/>
                    <a:pt x="1099" y="667"/>
                  </a:cubicBezTo>
                  <a:lnTo>
                    <a:pt x="1640" y="567"/>
                  </a:lnTo>
                  <a:cubicBezTo>
                    <a:pt x="1810" y="544"/>
                    <a:pt x="1910" y="397"/>
                    <a:pt x="1887" y="250"/>
                  </a:cubicBezTo>
                  <a:cubicBezTo>
                    <a:pt x="1860" y="115"/>
                    <a:pt x="1734" y="0"/>
                    <a:pt x="1600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6472836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6">
          <a:extLst>
            <a:ext uri="{FF2B5EF4-FFF2-40B4-BE49-F238E27FC236}">
              <a16:creationId xmlns:a16="http://schemas.microsoft.com/office/drawing/2014/main" id="{3B14858A-B38D-5DC3-08F3-0F5E9A7D7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" name="Google Shape;2447;p53">
            <a:extLst>
              <a:ext uri="{FF2B5EF4-FFF2-40B4-BE49-F238E27FC236}">
                <a16:creationId xmlns:a16="http://schemas.microsoft.com/office/drawing/2014/main" id="{61E8543E-0556-BBF4-10C6-C4D64C1D184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Information Retrival Process</a:t>
            </a:r>
            <a:endParaRPr dirty="0"/>
          </a:p>
        </p:txBody>
      </p:sp>
      <p:sp>
        <p:nvSpPr>
          <p:cNvPr id="2448" name="Google Shape;2448;p53">
            <a:extLst>
              <a:ext uri="{FF2B5EF4-FFF2-40B4-BE49-F238E27FC236}">
                <a16:creationId xmlns:a16="http://schemas.microsoft.com/office/drawing/2014/main" id="{321180E2-8350-CBDA-E18C-2FB9ADCBBB34}"/>
              </a:ext>
            </a:extLst>
          </p:cNvPr>
          <p:cNvSpPr txBox="1"/>
          <p:nvPr/>
        </p:nvSpPr>
        <p:spPr>
          <a:xfrm>
            <a:off x="720000" y="2966224"/>
            <a:ext cx="2142146" cy="165545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en-IN" sz="1200" dirty="0"/>
              <a:t>The user enters a specific prompt or query. This initiates the process, defining exactly what information needs to be found.</a:t>
            </a:r>
            <a:endParaRPr sz="1200"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49" name="Google Shape;2449;p53">
            <a:extLst>
              <a:ext uri="{FF2B5EF4-FFF2-40B4-BE49-F238E27FC236}">
                <a16:creationId xmlns:a16="http://schemas.microsoft.com/office/drawing/2014/main" id="{A7B6D6D2-88AB-BCDE-8DF8-F222A79B3156}"/>
              </a:ext>
            </a:extLst>
          </p:cNvPr>
          <p:cNvSpPr txBox="1"/>
          <p:nvPr/>
        </p:nvSpPr>
        <p:spPr>
          <a:xfrm>
            <a:off x="720000" y="1460850"/>
            <a:ext cx="2142146" cy="1505374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Question</a:t>
            </a:r>
            <a:endParaRPr sz="20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7" name="Google Shape;3669;p63">
            <a:extLst>
              <a:ext uri="{FF2B5EF4-FFF2-40B4-BE49-F238E27FC236}">
                <a16:creationId xmlns:a16="http://schemas.microsoft.com/office/drawing/2014/main" id="{4DD4BEFF-E812-E641-DD12-37FAC21769A9}"/>
              </a:ext>
            </a:extLst>
          </p:cNvPr>
          <p:cNvGrpSpPr/>
          <p:nvPr/>
        </p:nvGrpSpPr>
        <p:grpSpPr>
          <a:xfrm>
            <a:off x="1592893" y="2456432"/>
            <a:ext cx="379821" cy="326329"/>
            <a:chOff x="1789660" y="2819976"/>
            <a:chExt cx="379821" cy="326329"/>
          </a:xfrm>
        </p:grpSpPr>
        <p:sp>
          <p:nvSpPr>
            <p:cNvPr id="28" name="Google Shape;3670;p63">
              <a:extLst>
                <a:ext uri="{FF2B5EF4-FFF2-40B4-BE49-F238E27FC236}">
                  <a16:creationId xmlns:a16="http://schemas.microsoft.com/office/drawing/2014/main" id="{71277D34-E6E6-F301-FF03-4B23F771E809}"/>
                </a:ext>
              </a:extLst>
            </p:cNvPr>
            <p:cNvSpPr/>
            <p:nvPr/>
          </p:nvSpPr>
          <p:spPr>
            <a:xfrm>
              <a:off x="1794919" y="3035111"/>
              <a:ext cx="368834" cy="48232"/>
            </a:xfrm>
            <a:custGeom>
              <a:avLst/>
              <a:gdLst/>
              <a:ahLst/>
              <a:cxnLst/>
              <a:rect l="l" t="t" r="r" b="b"/>
              <a:pathLst>
                <a:path w="18934" h="2476" extrusionOk="0">
                  <a:moveTo>
                    <a:pt x="1" y="1"/>
                  </a:moveTo>
                  <a:lnTo>
                    <a:pt x="1" y="1499"/>
                  </a:lnTo>
                  <a:cubicBezTo>
                    <a:pt x="1" y="2034"/>
                    <a:pt x="442" y="2475"/>
                    <a:pt x="982" y="2475"/>
                  </a:cubicBezTo>
                  <a:lnTo>
                    <a:pt x="17975" y="2475"/>
                  </a:lnTo>
                  <a:cubicBezTo>
                    <a:pt x="18492" y="2475"/>
                    <a:pt x="18933" y="2034"/>
                    <a:pt x="18933" y="1499"/>
                  </a:cubicBezTo>
                  <a:lnTo>
                    <a:pt x="18933" y="1"/>
                  </a:ln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3671;p63">
              <a:extLst>
                <a:ext uri="{FF2B5EF4-FFF2-40B4-BE49-F238E27FC236}">
                  <a16:creationId xmlns:a16="http://schemas.microsoft.com/office/drawing/2014/main" id="{0F4771B6-5BF8-5B80-F0FA-A4606D0DD36D}"/>
                </a:ext>
              </a:extLst>
            </p:cNvPr>
            <p:cNvSpPr/>
            <p:nvPr/>
          </p:nvSpPr>
          <p:spPr>
            <a:xfrm>
              <a:off x="1794919" y="2825236"/>
              <a:ext cx="368834" cy="209897"/>
            </a:xfrm>
            <a:custGeom>
              <a:avLst/>
              <a:gdLst/>
              <a:ahLst/>
              <a:cxnLst/>
              <a:rect l="l" t="t" r="r" b="b"/>
              <a:pathLst>
                <a:path w="18934" h="10775" extrusionOk="0">
                  <a:moveTo>
                    <a:pt x="982" y="1"/>
                  </a:moveTo>
                  <a:cubicBezTo>
                    <a:pt x="442" y="1"/>
                    <a:pt x="1" y="441"/>
                    <a:pt x="1" y="982"/>
                  </a:cubicBezTo>
                  <a:lnTo>
                    <a:pt x="1" y="10775"/>
                  </a:lnTo>
                  <a:lnTo>
                    <a:pt x="18933" y="10775"/>
                  </a:lnTo>
                  <a:lnTo>
                    <a:pt x="18933" y="982"/>
                  </a:lnTo>
                  <a:cubicBezTo>
                    <a:pt x="18933" y="441"/>
                    <a:pt x="18492" y="1"/>
                    <a:pt x="17975" y="1"/>
                  </a:cubicBezTo>
                  <a:close/>
                </a:path>
              </a:pathLst>
            </a:custGeom>
            <a:solidFill>
              <a:srgbClr val="FF93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672;p63">
              <a:extLst>
                <a:ext uri="{FF2B5EF4-FFF2-40B4-BE49-F238E27FC236}">
                  <a16:creationId xmlns:a16="http://schemas.microsoft.com/office/drawing/2014/main" id="{343461CF-2D44-B475-6177-4C69E5817345}"/>
                </a:ext>
              </a:extLst>
            </p:cNvPr>
            <p:cNvSpPr/>
            <p:nvPr/>
          </p:nvSpPr>
          <p:spPr>
            <a:xfrm>
              <a:off x="1794919" y="2825236"/>
              <a:ext cx="368834" cy="209897"/>
            </a:xfrm>
            <a:custGeom>
              <a:avLst/>
              <a:gdLst/>
              <a:ahLst/>
              <a:cxnLst/>
              <a:rect l="l" t="t" r="r" b="b"/>
              <a:pathLst>
                <a:path w="18934" h="10775" extrusionOk="0">
                  <a:moveTo>
                    <a:pt x="982" y="1"/>
                  </a:moveTo>
                  <a:cubicBezTo>
                    <a:pt x="442" y="1"/>
                    <a:pt x="1" y="441"/>
                    <a:pt x="1" y="982"/>
                  </a:cubicBezTo>
                  <a:lnTo>
                    <a:pt x="1" y="10775"/>
                  </a:lnTo>
                  <a:lnTo>
                    <a:pt x="18933" y="10775"/>
                  </a:lnTo>
                  <a:lnTo>
                    <a:pt x="18933" y="982"/>
                  </a:lnTo>
                  <a:cubicBezTo>
                    <a:pt x="18933" y="441"/>
                    <a:pt x="18492" y="1"/>
                    <a:pt x="17975" y="1"/>
                  </a:cubicBezTo>
                  <a:close/>
                </a:path>
              </a:pathLst>
            </a:custGeom>
            <a:solidFill>
              <a:srgbClr val="FF93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673;p63">
              <a:extLst>
                <a:ext uri="{FF2B5EF4-FFF2-40B4-BE49-F238E27FC236}">
                  <a16:creationId xmlns:a16="http://schemas.microsoft.com/office/drawing/2014/main" id="{9D9A01B4-2CA1-BD41-8C3F-1B19DA45732E}"/>
                </a:ext>
              </a:extLst>
            </p:cNvPr>
            <p:cNvSpPr/>
            <p:nvPr/>
          </p:nvSpPr>
          <p:spPr>
            <a:xfrm>
              <a:off x="2129836" y="2825236"/>
              <a:ext cx="33915" cy="209897"/>
            </a:xfrm>
            <a:custGeom>
              <a:avLst/>
              <a:gdLst/>
              <a:ahLst/>
              <a:cxnLst/>
              <a:rect l="l" t="t" r="r" b="b"/>
              <a:pathLst>
                <a:path w="1741" h="10775" extrusionOk="0">
                  <a:moveTo>
                    <a:pt x="1" y="1"/>
                  </a:moveTo>
                  <a:cubicBezTo>
                    <a:pt x="541" y="1"/>
                    <a:pt x="982" y="441"/>
                    <a:pt x="982" y="982"/>
                  </a:cubicBezTo>
                  <a:lnTo>
                    <a:pt x="982" y="10775"/>
                  </a:lnTo>
                  <a:lnTo>
                    <a:pt x="1740" y="10775"/>
                  </a:lnTo>
                  <a:lnTo>
                    <a:pt x="1740" y="982"/>
                  </a:lnTo>
                  <a:cubicBezTo>
                    <a:pt x="1740" y="441"/>
                    <a:pt x="1299" y="1"/>
                    <a:pt x="782" y="1"/>
                  </a:cubicBezTo>
                  <a:close/>
                </a:path>
              </a:pathLst>
            </a:custGeom>
            <a:solidFill>
              <a:srgbClr val="FF61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674;p63">
              <a:extLst>
                <a:ext uri="{FF2B5EF4-FFF2-40B4-BE49-F238E27FC236}">
                  <a16:creationId xmlns:a16="http://schemas.microsoft.com/office/drawing/2014/main" id="{2F2441A5-3FF3-BB6C-5830-88658AC0A5AA}"/>
                </a:ext>
              </a:extLst>
            </p:cNvPr>
            <p:cNvSpPr/>
            <p:nvPr/>
          </p:nvSpPr>
          <p:spPr>
            <a:xfrm>
              <a:off x="2129836" y="3035111"/>
              <a:ext cx="33915" cy="48232"/>
            </a:xfrm>
            <a:custGeom>
              <a:avLst/>
              <a:gdLst/>
              <a:ahLst/>
              <a:cxnLst/>
              <a:rect l="l" t="t" r="r" b="b"/>
              <a:pathLst>
                <a:path w="1741" h="2476" extrusionOk="0">
                  <a:moveTo>
                    <a:pt x="982" y="1"/>
                  </a:moveTo>
                  <a:lnTo>
                    <a:pt x="982" y="1499"/>
                  </a:lnTo>
                  <a:cubicBezTo>
                    <a:pt x="982" y="2034"/>
                    <a:pt x="541" y="2475"/>
                    <a:pt x="1" y="2475"/>
                  </a:cubicBezTo>
                  <a:lnTo>
                    <a:pt x="782" y="2475"/>
                  </a:lnTo>
                  <a:cubicBezTo>
                    <a:pt x="1299" y="2475"/>
                    <a:pt x="1740" y="2034"/>
                    <a:pt x="1740" y="1499"/>
                  </a:cubicBezTo>
                  <a:lnTo>
                    <a:pt x="1740" y="1"/>
                  </a:lnTo>
                  <a:close/>
                </a:path>
              </a:pathLst>
            </a:custGeom>
            <a:solidFill>
              <a:srgbClr val="866A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675;p63">
              <a:extLst>
                <a:ext uri="{FF2B5EF4-FFF2-40B4-BE49-F238E27FC236}">
                  <a16:creationId xmlns:a16="http://schemas.microsoft.com/office/drawing/2014/main" id="{607CC302-0EC0-0204-3C3D-67C9A379D152}"/>
                </a:ext>
              </a:extLst>
            </p:cNvPr>
            <p:cNvSpPr/>
            <p:nvPr/>
          </p:nvSpPr>
          <p:spPr>
            <a:xfrm>
              <a:off x="1937590" y="3083324"/>
              <a:ext cx="83959" cy="57719"/>
            </a:xfrm>
            <a:custGeom>
              <a:avLst/>
              <a:gdLst/>
              <a:ahLst/>
              <a:cxnLst/>
              <a:rect l="l" t="t" r="r" b="b"/>
              <a:pathLst>
                <a:path w="4310" h="2963" extrusionOk="0">
                  <a:moveTo>
                    <a:pt x="295" y="0"/>
                  </a:moveTo>
                  <a:cubicBezTo>
                    <a:pt x="295" y="0"/>
                    <a:pt x="271" y="2157"/>
                    <a:pt x="1" y="2963"/>
                  </a:cubicBezTo>
                  <a:lnTo>
                    <a:pt x="4309" y="2963"/>
                  </a:lnTo>
                  <a:cubicBezTo>
                    <a:pt x="4015" y="2157"/>
                    <a:pt x="3992" y="0"/>
                    <a:pt x="3992" y="0"/>
                  </a:cubicBezTo>
                  <a:close/>
                </a:path>
              </a:pathLst>
            </a:custGeom>
            <a:solidFill>
              <a:srgbClr val="866A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676;p63">
              <a:extLst>
                <a:ext uri="{FF2B5EF4-FFF2-40B4-BE49-F238E27FC236}">
                  <a16:creationId xmlns:a16="http://schemas.microsoft.com/office/drawing/2014/main" id="{E3BF47F8-3632-9B24-631C-FA6152137A3E}"/>
                </a:ext>
              </a:extLst>
            </p:cNvPr>
            <p:cNvSpPr/>
            <p:nvPr/>
          </p:nvSpPr>
          <p:spPr>
            <a:xfrm>
              <a:off x="1942869" y="3083324"/>
              <a:ext cx="72953" cy="14785"/>
            </a:xfrm>
            <a:custGeom>
              <a:avLst/>
              <a:gdLst/>
              <a:ahLst/>
              <a:cxnLst/>
              <a:rect l="l" t="t" r="r" b="b"/>
              <a:pathLst>
                <a:path w="3745" h="759" extrusionOk="0">
                  <a:moveTo>
                    <a:pt x="24" y="0"/>
                  </a:moveTo>
                  <a:cubicBezTo>
                    <a:pt x="24" y="0"/>
                    <a:pt x="24" y="318"/>
                    <a:pt x="0" y="758"/>
                  </a:cubicBezTo>
                  <a:lnTo>
                    <a:pt x="3744" y="758"/>
                  </a:lnTo>
                  <a:cubicBezTo>
                    <a:pt x="3721" y="318"/>
                    <a:pt x="3721" y="0"/>
                    <a:pt x="3721" y="0"/>
                  </a:cubicBez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677;p63">
              <a:extLst>
                <a:ext uri="{FF2B5EF4-FFF2-40B4-BE49-F238E27FC236}">
                  <a16:creationId xmlns:a16="http://schemas.microsoft.com/office/drawing/2014/main" id="{AEE3B98F-A322-1EC2-D1AD-507D67B3E76B}"/>
                </a:ext>
              </a:extLst>
            </p:cNvPr>
            <p:cNvSpPr/>
            <p:nvPr/>
          </p:nvSpPr>
          <p:spPr>
            <a:xfrm>
              <a:off x="1942869" y="3083324"/>
              <a:ext cx="72953" cy="14785"/>
            </a:xfrm>
            <a:custGeom>
              <a:avLst/>
              <a:gdLst/>
              <a:ahLst/>
              <a:cxnLst/>
              <a:rect l="l" t="t" r="r" b="b"/>
              <a:pathLst>
                <a:path w="3745" h="759" extrusionOk="0">
                  <a:moveTo>
                    <a:pt x="24" y="0"/>
                  </a:moveTo>
                  <a:cubicBezTo>
                    <a:pt x="24" y="0"/>
                    <a:pt x="24" y="318"/>
                    <a:pt x="0" y="758"/>
                  </a:cubicBezTo>
                  <a:lnTo>
                    <a:pt x="3744" y="758"/>
                  </a:lnTo>
                  <a:cubicBezTo>
                    <a:pt x="3721" y="318"/>
                    <a:pt x="3721" y="0"/>
                    <a:pt x="3721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78;p63">
              <a:extLst>
                <a:ext uri="{FF2B5EF4-FFF2-40B4-BE49-F238E27FC236}">
                  <a16:creationId xmlns:a16="http://schemas.microsoft.com/office/drawing/2014/main" id="{925E880A-3F4E-84AB-085C-7EE8E1399794}"/>
                </a:ext>
              </a:extLst>
            </p:cNvPr>
            <p:cNvSpPr/>
            <p:nvPr/>
          </p:nvSpPr>
          <p:spPr>
            <a:xfrm>
              <a:off x="1818276" y="2851008"/>
              <a:ext cx="322121" cy="184125"/>
            </a:xfrm>
            <a:custGeom>
              <a:avLst/>
              <a:gdLst/>
              <a:ahLst/>
              <a:cxnLst/>
              <a:rect l="l" t="t" r="r" b="b"/>
              <a:pathLst>
                <a:path w="16536" h="9452" extrusionOk="0">
                  <a:moveTo>
                    <a:pt x="418" y="0"/>
                  </a:moveTo>
                  <a:cubicBezTo>
                    <a:pt x="201" y="0"/>
                    <a:pt x="1" y="171"/>
                    <a:pt x="1" y="417"/>
                  </a:cubicBezTo>
                  <a:lnTo>
                    <a:pt x="1" y="9452"/>
                  </a:lnTo>
                  <a:lnTo>
                    <a:pt x="16535" y="9452"/>
                  </a:lnTo>
                  <a:lnTo>
                    <a:pt x="16535" y="417"/>
                  </a:lnTo>
                  <a:cubicBezTo>
                    <a:pt x="16535" y="171"/>
                    <a:pt x="16365" y="0"/>
                    <a:pt x="16118" y="0"/>
                  </a:cubicBez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679;p63">
              <a:extLst>
                <a:ext uri="{FF2B5EF4-FFF2-40B4-BE49-F238E27FC236}">
                  <a16:creationId xmlns:a16="http://schemas.microsoft.com/office/drawing/2014/main" id="{136EFF7A-E091-D2D2-3DB3-8967BF611CAF}"/>
                </a:ext>
              </a:extLst>
            </p:cNvPr>
            <p:cNvSpPr/>
            <p:nvPr/>
          </p:nvSpPr>
          <p:spPr>
            <a:xfrm>
              <a:off x="2117466" y="2851008"/>
              <a:ext cx="22928" cy="184125"/>
            </a:xfrm>
            <a:custGeom>
              <a:avLst/>
              <a:gdLst/>
              <a:ahLst/>
              <a:cxnLst/>
              <a:rect l="l" t="t" r="r" b="b"/>
              <a:pathLst>
                <a:path w="1177" h="9452" extrusionOk="0">
                  <a:moveTo>
                    <a:pt x="1" y="0"/>
                  </a:moveTo>
                  <a:cubicBezTo>
                    <a:pt x="218" y="0"/>
                    <a:pt x="418" y="171"/>
                    <a:pt x="418" y="417"/>
                  </a:cubicBezTo>
                  <a:lnTo>
                    <a:pt x="418" y="9452"/>
                  </a:lnTo>
                  <a:lnTo>
                    <a:pt x="1176" y="9452"/>
                  </a:lnTo>
                  <a:lnTo>
                    <a:pt x="1176" y="417"/>
                  </a:lnTo>
                  <a:cubicBezTo>
                    <a:pt x="1176" y="171"/>
                    <a:pt x="1006" y="0"/>
                    <a:pt x="759" y="0"/>
                  </a:cubicBez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680;p63">
              <a:extLst>
                <a:ext uri="{FF2B5EF4-FFF2-40B4-BE49-F238E27FC236}">
                  <a16:creationId xmlns:a16="http://schemas.microsoft.com/office/drawing/2014/main" id="{D48C1BB0-21C5-5169-C720-BB17BFE1FD7A}"/>
                </a:ext>
              </a:extLst>
            </p:cNvPr>
            <p:cNvSpPr/>
            <p:nvPr/>
          </p:nvSpPr>
          <p:spPr>
            <a:xfrm>
              <a:off x="1997237" y="2887298"/>
              <a:ext cx="111659" cy="147834"/>
            </a:xfrm>
            <a:custGeom>
              <a:avLst/>
              <a:gdLst/>
              <a:ahLst/>
              <a:cxnLst/>
              <a:rect l="l" t="t" r="r" b="b"/>
              <a:pathLst>
                <a:path w="5732" h="7589" extrusionOk="0">
                  <a:moveTo>
                    <a:pt x="72" y="0"/>
                  </a:moveTo>
                  <a:cubicBezTo>
                    <a:pt x="48" y="0"/>
                    <a:pt x="1" y="47"/>
                    <a:pt x="1" y="71"/>
                  </a:cubicBezTo>
                  <a:lnTo>
                    <a:pt x="1" y="7589"/>
                  </a:lnTo>
                  <a:lnTo>
                    <a:pt x="5732" y="7589"/>
                  </a:lnTo>
                  <a:lnTo>
                    <a:pt x="5732" y="71"/>
                  </a:lnTo>
                  <a:cubicBezTo>
                    <a:pt x="5732" y="47"/>
                    <a:pt x="5708" y="0"/>
                    <a:pt x="5655" y="0"/>
                  </a:cubicBezTo>
                  <a:close/>
                </a:path>
              </a:pathLst>
            </a:custGeom>
            <a:solidFill>
              <a:srgbClr val="FFE1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681;p63">
              <a:extLst>
                <a:ext uri="{FF2B5EF4-FFF2-40B4-BE49-F238E27FC236}">
                  <a16:creationId xmlns:a16="http://schemas.microsoft.com/office/drawing/2014/main" id="{B7479272-E206-F25C-0493-6AC91470F08B}"/>
                </a:ext>
              </a:extLst>
            </p:cNvPr>
            <p:cNvSpPr/>
            <p:nvPr/>
          </p:nvSpPr>
          <p:spPr>
            <a:xfrm>
              <a:off x="1960946" y="3053773"/>
              <a:ext cx="36778" cy="11006"/>
            </a:xfrm>
            <a:custGeom>
              <a:avLst/>
              <a:gdLst/>
              <a:ahLst/>
              <a:cxnLst/>
              <a:rect l="l" t="t" r="r" b="b"/>
              <a:pathLst>
                <a:path w="1888" h="565" extrusionOk="0">
                  <a:moveTo>
                    <a:pt x="295" y="1"/>
                  </a:moveTo>
                  <a:cubicBezTo>
                    <a:pt x="148" y="1"/>
                    <a:pt x="1" y="124"/>
                    <a:pt x="1" y="271"/>
                  </a:cubicBezTo>
                  <a:cubicBezTo>
                    <a:pt x="1" y="441"/>
                    <a:pt x="148" y="565"/>
                    <a:pt x="295" y="565"/>
                  </a:cubicBezTo>
                  <a:lnTo>
                    <a:pt x="1594" y="565"/>
                  </a:lnTo>
                  <a:cubicBezTo>
                    <a:pt x="1764" y="565"/>
                    <a:pt x="1888" y="441"/>
                    <a:pt x="1888" y="271"/>
                  </a:cubicBezTo>
                  <a:cubicBezTo>
                    <a:pt x="1888" y="124"/>
                    <a:pt x="1764" y="1"/>
                    <a:pt x="1594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3682;p63">
              <a:extLst>
                <a:ext uri="{FF2B5EF4-FFF2-40B4-BE49-F238E27FC236}">
                  <a16:creationId xmlns:a16="http://schemas.microsoft.com/office/drawing/2014/main" id="{885EBD64-52B5-5E40-9EA8-A9BDADC46209}"/>
                </a:ext>
              </a:extLst>
            </p:cNvPr>
            <p:cNvSpPr/>
            <p:nvPr/>
          </p:nvSpPr>
          <p:spPr>
            <a:xfrm>
              <a:off x="1902779" y="2946946"/>
              <a:ext cx="11474" cy="10909"/>
            </a:xfrm>
            <a:custGeom>
              <a:avLst/>
              <a:gdLst/>
              <a:ahLst/>
              <a:cxnLst/>
              <a:rect l="l" t="t" r="r" b="b"/>
              <a:pathLst>
                <a:path w="589" h="560" extrusionOk="0">
                  <a:moveTo>
                    <a:pt x="295" y="1"/>
                  </a:moveTo>
                  <a:cubicBezTo>
                    <a:pt x="148" y="1"/>
                    <a:pt x="1" y="118"/>
                    <a:pt x="1" y="265"/>
                  </a:cubicBezTo>
                  <a:cubicBezTo>
                    <a:pt x="1" y="441"/>
                    <a:pt x="148" y="559"/>
                    <a:pt x="295" y="559"/>
                  </a:cubicBezTo>
                  <a:cubicBezTo>
                    <a:pt x="465" y="559"/>
                    <a:pt x="589" y="441"/>
                    <a:pt x="589" y="265"/>
                  </a:cubicBezTo>
                  <a:cubicBezTo>
                    <a:pt x="589" y="118"/>
                    <a:pt x="465" y="1"/>
                    <a:pt x="295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3683;p63">
              <a:extLst>
                <a:ext uri="{FF2B5EF4-FFF2-40B4-BE49-F238E27FC236}">
                  <a16:creationId xmlns:a16="http://schemas.microsoft.com/office/drawing/2014/main" id="{D7E7EDF0-24EF-F368-ED05-1596B94861D4}"/>
                </a:ext>
              </a:extLst>
            </p:cNvPr>
            <p:cNvSpPr/>
            <p:nvPr/>
          </p:nvSpPr>
          <p:spPr>
            <a:xfrm>
              <a:off x="1886533" y="2922109"/>
              <a:ext cx="43869" cy="20084"/>
            </a:xfrm>
            <a:custGeom>
              <a:avLst/>
              <a:gdLst/>
              <a:ahLst/>
              <a:cxnLst/>
              <a:rect l="l" t="t" r="r" b="b"/>
              <a:pathLst>
                <a:path w="2252" h="1031" extrusionOk="0">
                  <a:moveTo>
                    <a:pt x="1129" y="0"/>
                  </a:moveTo>
                  <a:cubicBezTo>
                    <a:pt x="711" y="0"/>
                    <a:pt x="318" y="218"/>
                    <a:pt x="100" y="588"/>
                  </a:cubicBezTo>
                  <a:cubicBezTo>
                    <a:pt x="0" y="735"/>
                    <a:pt x="47" y="905"/>
                    <a:pt x="194" y="982"/>
                  </a:cubicBezTo>
                  <a:cubicBezTo>
                    <a:pt x="237" y="1015"/>
                    <a:pt x="287" y="1030"/>
                    <a:pt x="337" y="1030"/>
                  </a:cubicBezTo>
                  <a:cubicBezTo>
                    <a:pt x="429" y="1030"/>
                    <a:pt x="523" y="977"/>
                    <a:pt x="588" y="882"/>
                  </a:cubicBezTo>
                  <a:cubicBezTo>
                    <a:pt x="688" y="688"/>
                    <a:pt x="905" y="588"/>
                    <a:pt x="1129" y="588"/>
                  </a:cubicBezTo>
                  <a:cubicBezTo>
                    <a:pt x="1346" y="588"/>
                    <a:pt x="1570" y="688"/>
                    <a:pt x="1693" y="882"/>
                  </a:cubicBezTo>
                  <a:cubicBezTo>
                    <a:pt x="1740" y="982"/>
                    <a:pt x="1840" y="1029"/>
                    <a:pt x="1934" y="1029"/>
                  </a:cubicBezTo>
                  <a:cubicBezTo>
                    <a:pt x="1987" y="1029"/>
                    <a:pt x="2034" y="1005"/>
                    <a:pt x="2081" y="982"/>
                  </a:cubicBezTo>
                  <a:cubicBezTo>
                    <a:pt x="2204" y="905"/>
                    <a:pt x="2251" y="735"/>
                    <a:pt x="2181" y="588"/>
                  </a:cubicBezTo>
                  <a:cubicBezTo>
                    <a:pt x="1934" y="218"/>
                    <a:pt x="1570" y="0"/>
                    <a:pt x="1129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3684;p63">
              <a:extLst>
                <a:ext uri="{FF2B5EF4-FFF2-40B4-BE49-F238E27FC236}">
                  <a16:creationId xmlns:a16="http://schemas.microsoft.com/office/drawing/2014/main" id="{DC686BC3-63FB-3A56-DC81-BC94D2E60B9C}"/>
                </a:ext>
              </a:extLst>
            </p:cNvPr>
            <p:cNvSpPr/>
            <p:nvPr/>
          </p:nvSpPr>
          <p:spPr>
            <a:xfrm>
              <a:off x="1869800" y="2902064"/>
              <a:ext cx="77784" cy="29571"/>
            </a:xfrm>
            <a:custGeom>
              <a:avLst/>
              <a:gdLst/>
              <a:ahLst/>
              <a:cxnLst/>
              <a:rect l="l" t="t" r="r" b="b"/>
              <a:pathLst>
                <a:path w="3993" h="1518" extrusionOk="0">
                  <a:moveTo>
                    <a:pt x="1988" y="1"/>
                  </a:moveTo>
                  <a:cubicBezTo>
                    <a:pt x="1200" y="1"/>
                    <a:pt x="495" y="418"/>
                    <a:pt x="77" y="1076"/>
                  </a:cubicBezTo>
                  <a:cubicBezTo>
                    <a:pt x="1" y="1223"/>
                    <a:pt x="24" y="1394"/>
                    <a:pt x="171" y="1470"/>
                  </a:cubicBezTo>
                  <a:cubicBezTo>
                    <a:pt x="215" y="1495"/>
                    <a:pt x="269" y="1508"/>
                    <a:pt x="323" y="1508"/>
                  </a:cubicBezTo>
                  <a:cubicBezTo>
                    <a:pt x="421" y="1508"/>
                    <a:pt x="520" y="1465"/>
                    <a:pt x="565" y="1370"/>
                  </a:cubicBezTo>
                  <a:cubicBezTo>
                    <a:pt x="859" y="882"/>
                    <a:pt x="1400" y="565"/>
                    <a:pt x="1988" y="565"/>
                  </a:cubicBezTo>
                  <a:cubicBezTo>
                    <a:pt x="2575" y="565"/>
                    <a:pt x="3110" y="882"/>
                    <a:pt x="3404" y="1370"/>
                  </a:cubicBezTo>
                  <a:cubicBezTo>
                    <a:pt x="3481" y="1470"/>
                    <a:pt x="3551" y="1517"/>
                    <a:pt x="3651" y="1517"/>
                  </a:cubicBezTo>
                  <a:cubicBezTo>
                    <a:pt x="3698" y="1517"/>
                    <a:pt x="3751" y="1494"/>
                    <a:pt x="3798" y="1470"/>
                  </a:cubicBezTo>
                  <a:cubicBezTo>
                    <a:pt x="3945" y="1394"/>
                    <a:pt x="3992" y="1223"/>
                    <a:pt x="3898" y="1076"/>
                  </a:cubicBezTo>
                  <a:cubicBezTo>
                    <a:pt x="3504" y="418"/>
                    <a:pt x="2769" y="1"/>
                    <a:pt x="1988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3685;p63">
              <a:extLst>
                <a:ext uri="{FF2B5EF4-FFF2-40B4-BE49-F238E27FC236}">
                  <a16:creationId xmlns:a16="http://schemas.microsoft.com/office/drawing/2014/main" id="{D8D230BF-9196-9DEA-71F9-80D88978E51B}"/>
                </a:ext>
              </a:extLst>
            </p:cNvPr>
            <p:cNvSpPr/>
            <p:nvPr/>
          </p:nvSpPr>
          <p:spPr>
            <a:xfrm>
              <a:off x="1854118" y="2882019"/>
              <a:ext cx="108796" cy="37889"/>
            </a:xfrm>
            <a:custGeom>
              <a:avLst/>
              <a:gdLst/>
              <a:ahLst/>
              <a:cxnLst/>
              <a:rect l="l" t="t" r="r" b="b"/>
              <a:pathLst>
                <a:path w="5585" h="1945" extrusionOk="0">
                  <a:moveTo>
                    <a:pt x="2793" y="1"/>
                  </a:moveTo>
                  <a:cubicBezTo>
                    <a:pt x="1688" y="1"/>
                    <a:pt x="659" y="565"/>
                    <a:pt x="95" y="1517"/>
                  </a:cubicBezTo>
                  <a:cubicBezTo>
                    <a:pt x="1" y="1641"/>
                    <a:pt x="48" y="1811"/>
                    <a:pt x="195" y="1911"/>
                  </a:cubicBezTo>
                  <a:cubicBezTo>
                    <a:pt x="234" y="1934"/>
                    <a:pt x="278" y="1944"/>
                    <a:pt x="323" y="1944"/>
                  </a:cubicBezTo>
                  <a:cubicBezTo>
                    <a:pt x="419" y="1944"/>
                    <a:pt x="520" y="1896"/>
                    <a:pt x="589" y="1811"/>
                  </a:cubicBezTo>
                  <a:cubicBezTo>
                    <a:pt x="1053" y="1030"/>
                    <a:pt x="1888" y="565"/>
                    <a:pt x="2793" y="565"/>
                  </a:cubicBezTo>
                  <a:cubicBezTo>
                    <a:pt x="3698" y="565"/>
                    <a:pt x="4533" y="1030"/>
                    <a:pt x="5020" y="1811"/>
                  </a:cubicBezTo>
                  <a:cubicBezTo>
                    <a:pt x="5067" y="1888"/>
                    <a:pt x="5167" y="1935"/>
                    <a:pt x="5267" y="1935"/>
                  </a:cubicBezTo>
                  <a:cubicBezTo>
                    <a:pt x="5314" y="1935"/>
                    <a:pt x="5361" y="1935"/>
                    <a:pt x="5414" y="1911"/>
                  </a:cubicBezTo>
                  <a:cubicBezTo>
                    <a:pt x="5532" y="1811"/>
                    <a:pt x="5585" y="1641"/>
                    <a:pt x="5508" y="1517"/>
                  </a:cubicBezTo>
                  <a:cubicBezTo>
                    <a:pt x="4920" y="565"/>
                    <a:pt x="3915" y="1"/>
                    <a:pt x="2793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3686;p63">
              <a:extLst>
                <a:ext uri="{FF2B5EF4-FFF2-40B4-BE49-F238E27FC236}">
                  <a16:creationId xmlns:a16="http://schemas.microsoft.com/office/drawing/2014/main" id="{80236F11-CA51-8451-2966-7CFC9760285C}"/>
                </a:ext>
              </a:extLst>
            </p:cNvPr>
            <p:cNvSpPr/>
            <p:nvPr/>
          </p:nvSpPr>
          <p:spPr>
            <a:xfrm>
              <a:off x="1789660" y="2819976"/>
              <a:ext cx="379821" cy="326329"/>
            </a:xfrm>
            <a:custGeom>
              <a:avLst/>
              <a:gdLst/>
              <a:ahLst/>
              <a:cxnLst/>
              <a:rect l="l" t="t" r="r" b="b"/>
              <a:pathLst>
                <a:path w="19498" h="16752" extrusionOk="0">
                  <a:moveTo>
                    <a:pt x="17587" y="1863"/>
                  </a:moveTo>
                  <a:cubicBezTo>
                    <a:pt x="17657" y="1863"/>
                    <a:pt x="17734" y="1934"/>
                    <a:pt x="17734" y="2010"/>
                  </a:cubicBezTo>
                  <a:lnTo>
                    <a:pt x="17734" y="10780"/>
                  </a:lnTo>
                  <a:lnTo>
                    <a:pt x="16682" y="10780"/>
                  </a:lnTo>
                  <a:lnTo>
                    <a:pt x="16682" y="3527"/>
                  </a:lnTo>
                  <a:cubicBezTo>
                    <a:pt x="16682" y="3333"/>
                    <a:pt x="16511" y="3186"/>
                    <a:pt x="16311" y="3186"/>
                  </a:cubicBezTo>
                  <a:lnTo>
                    <a:pt x="15259" y="3186"/>
                  </a:lnTo>
                  <a:cubicBezTo>
                    <a:pt x="15112" y="3186"/>
                    <a:pt x="14989" y="3309"/>
                    <a:pt x="14989" y="3456"/>
                  </a:cubicBezTo>
                  <a:cubicBezTo>
                    <a:pt x="14989" y="3627"/>
                    <a:pt x="15112" y="3750"/>
                    <a:pt x="15259" y="3750"/>
                  </a:cubicBezTo>
                  <a:lnTo>
                    <a:pt x="16117" y="3750"/>
                  </a:lnTo>
                  <a:lnTo>
                    <a:pt x="16117" y="10751"/>
                  </a:lnTo>
                  <a:lnTo>
                    <a:pt x="10951" y="10751"/>
                  </a:lnTo>
                  <a:lnTo>
                    <a:pt x="10951" y="3750"/>
                  </a:lnTo>
                  <a:lnTo>
                    <a:pt x="13960" y="3750"/>
                  </a:lnTo>
                  <a:cubicBezTo>
                    <a:pt x="14107" y="3750"/>
                    <a:pt x="14231" y="3627"/>
                    <a:pt x="14231" y="3456"/>
                  </a:cubicBezTo>
                  <a:cubicBezTo>
                    <a:pt x="14231" y="3309"/>
                    <a:pt x="14107" y="3186"/>
                    <a:pt x="13960" y="3186"/>
                  </a:cubicBezTo>
                  <a:lnTo>
                    <a:pt x="10728" y="3186"/>
                  </a:lnTo>
                  <a:cubicBezTo>
                    <a:pt x="10534" y="3186"/>
                    <a:pt x="10387" y="3333"/>
                    <a:pt x="10387" y="3527"/>
                  </a:cubicBezTo>
                  <a:lnTo>
                    <a:pt x="10387" y="10780"/>
                  </a:lnTo>
                  <a:lnTo>
                    <a:pt x="1764" y="10780"/>
                  </a:lnTo>
                  <a:lnTo>
                    <a:pt x="1764" y="2010"/>
                  </a:lnTo>
                  <a:cubicBezTo>
                    <a:pt x="1764" y="1934"/>
                    <a:pt x="1817" y="1863"/>
                    <a:pt x="1887" y="1863"/>
                  </a:cubicBezTo>
                  <a:close/>
                  <a:moveTo>
                    <a:pt x="18909" y="11338"/>
                  </a:moveTo>
                  <a:lnTo>
                    <a:pt x="18909" y="12543"/>
                  </a:lnTo>
                  <a:cubicBezTo>
                    <a:pt x="18909" y="12908"/>
                    <a:pt x="18616" y="13225"/>
                    <a:pt x="18245" y="13225"/>
                  </a:cubicBezTo>
                  <a:lnTo>
                    <a:pt x="1252" y="13225"/>
                  </a:lnTo>
                  <a:cubicBezTo>
                    <a:pt x="859" y="13225"/>
                    <a:pt x="565" y="12908"/>
                    <a:pt x="565" y="12543"/>
                  </a:cubicBezTo>
                  <a:lnTo>
                    <a:pt x="565" y="11338"/>
                  </a:lnTo>
                  <a:close/>
                  <a:moveTo>
                    <a:pt x="11315" y="13790"/>
                  </a:moveTo>
                  <a:cubicBezTo>
                    <a:pt x="11315" y="14330"/>
                    <a:pt x="11368" y="15453"/>
                    <a:pt x="11539" y="16188"/>
                  </a:cubicBezTo>
                  <a:lnTo>
                    <a:pt x="7959" y="16188"/>
                  </a:lnTo>
                  <a:cubicBezTo>
                    <a:pt x="8106" y="15453"/>
                    <a:pt x="8159" y="14330"/>
                    <a:pt x="8182" y="13790"/>
                  </a:cubicBezTo>
                  <a:close/>
                  <a:moveTo>
                    <a:pt x="1252" y="0"/>
                  </a:moveTo>
                  <a:cubicBezTo>
                    <a:pt x="565" y="0"/>
                    <a:pt x="1" y="541"/>
                    <a:pt x="1" y="1252"/>
                  </a:cubicBezTo>
                  <a:lnTo>
                    <a:pt x="1" y="7741"/>
                  </a:lnTo>
                  <a:cubicBezTo>
                    <a:pt x="1" y="7888"/>
                    <a:pt x="124" y="8012"/>
                    <a:pt x="271" y="8012"/>
                  </a:cubicBezTo>
                  <a:cubicBezTo>
                    <a:pt x="441" y="8012"/>
                    <a:pt x="565" y="7888"/>
                    <a:pt x="565" y="7741"/>
                  </a:cubicBezTo>
                  <a:lnTo>
                    <a:pt x="565" y="1252"/>
                  </a:lnTo>
                  <a:cubicBezTo>
                    <a:pt x="565" y="858"/>
                    <a:pt x="859" y="564"/>
                    <a:pt x="1252" y="564"/>
                  </a:cubicBezTo>
                  <a:lnTo>
                    <a:pt x="18245" y="564"/>
                  </a:lnTo>
                  <a:cubicBezTo>
                    <a:pt x="18616" y="564"/>
                    <a:pt x="18909" y="858"/>
                    <a:pt x="18909" y="1252"/>
                  </a:cubicBezTo>
                  <a:lnTo>
                    <a:pt x="18909" y="10780"/>
                  </a:lnTo>
                  <a:lnTo>
                    <a:pt x="18298" y="10780"/>
                  </a:lnTo>
                  <a:lnTo>
                    <a:pt x="18298" y="2010"/>
                  </a:lnTo>
                  <a:cubicBezTo>
                    <a:pt x="18298" y="1617"/>
                    <a:pt x="17981" y="1299"/>
                    <a:pt x="17587" y="1299"/>
                  </a:cubicBezTo>
                  <a:lnTo>
                    <a:pt x="1887" y="1299"/>
                  </a:lnTo>
                  <a:cubicBezTo>
                    <a:pt x="1493" y="1299"/>
                    <a:pt x="1176" y="1617"/>
                    <a:pt x="1176" y="2010"/>
                  </a:cubicBezTo>
                  <a:lnTo>
                    <a:pt x="1176" y="10780"/>
                  </a:lnTo>
                  <a:lnTo>
                    <a:pt x="565" y="10780"/>
                  </a:lnTo>
                  <a:lnTo>
                    <a:pt x="565" y="9064"/>
                  </a:lnTo>
                  <a:cubicBezTo>
                    <a:pt x="565" y="8893"/>
                    <a:pt x="441" y="8770"/>
                    <a:pt x="271" y="8770"/>
                  </a:cubicBezTo>
                  <a:cubicBezTo>
                    <a:pt x="124" y="8770"/>
                    <a:pt x="1" y="8893"/>
                    <a:pt x="1" y="9064"/>
                  </a:cubicBezTo>
                  <a:lnTo>
                    <a:pt x="1" y="12543"/>
                  </a:lnTo>
                  <a:cubicBezTo>
                    <a:pt x="1" y="13225"/>
                    <a:pt x="565" y="13790"/>
                    <a:pt x="1252" y="13790"/>
                  </a:cubicBezTo>
                  <a:lnTo>
                    <a:pt x="7595" y="13790"/>
                  </a:lnTo>
                  <a:cubicBezTo>
                    <a:pt x="7571" y="14454"/>
                    <a:pt x="7518" y="15576"/>
                    <a:pt x="7371" y="16188"/>
                  </a:cubicBezTo>
                  <a:lnTo>
                    <a:pt x="6372" y="16188"/>
                  </a:lnTo>
                  <a:cubicBezTo>
                    <a:pt x="6225" y="16188"/>
                    <a:pt x="6102" y="16311"/>
                    <a:pt x="6102" y="16482"/>
                  </a:cubicBezTo>
                  <a:cubicBezTo>
                    <a:pt x="6102" y="16628"/>
                    <a:pt x="6225" y="16752"/>
                    <a:pt x="6372" y="16752"/>
                  </a:cubicBezTo>
                  <a:lnTo>
                    <a:pt x="13102" y="16752"/>
                  </a:lnTo>
                  <a:cubicBezTo>
                    <a:pt x="13249" y="16752"/>
                    <a:pt x="13396" y="16628"/>
                    <a:pt x="13396" y="16482"/>
                  </a:cubicBezTo>
                  <a:cubicBezTo>
                    <a:pt x="13396" y="16311"/>
                    <a:pt x="13249" y="16188"/>
                    <a:pt x="13102" y="16188"/>
                  </a:cubicBezTo>
                  <a:lnTo>
                    <a:pt x="12103" y="16188"/>
                  </a:lnTo>
                  <a:cubicBezTo>
                    <a:pt x="11980" y="15576"/>
                    <a:pt x="11903" y="14454"/>
                    <a:pt x="11880" y="13790"/>
                  </a:cubicBezTo>
                  <a:lnTo>
                    <a:pt x="18245" y="13790"/>
                  </a:lnTo>
                  <a:cubicBezTo>
                    <a:pt x="18933" y="13790"/>
                    <a:pt x="19497" y="13225"/>
                    <a:pt x="19497" y="12543"/>
                  </a:cubicBezTo>
                  <a:lnTo>
                    <a:pt x="19497" y="1252"/>
                  </a:lnTo>
                  <a:cubicBezTo>
                    <a:pt x="19497" y="541"/>
                    <a:pt x="18933" y="0"/>
                    <a:pt x="18245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3687;p63">
              <a:extLst>
                <a:ext uri="{FF2B5EF4-FFF2-40B4-BE49-F238E27FC236}">
                  <a16:creationId xmlns:a16="http://schemas.microsoft.com/office/drawing/2014/main" id="{5624B471-DB76-D214-C4A9-249F940DDA1B}"/>
                </a:ext>
              </a:extLst>
            </p:cNvPr>
            <p:cNvSpPr/>
            <p:nvPr/>
          </p:nvSpPr>
          <p:spPr>
            <a:xfrm>
              <a:off x="2013386" y="2912603"/>
              <a:ext cx="79264" cy="10889"/>
            </a:xfrm>
            <a:custGeom>
              <a:avLst/>
              <a:gdLst/>
              <a:ahLst/>
              <a:cxnLst/>
              <a:rect l="l" t="t" r="r" b="b"/>
              <a:pathLst>
                <a:path w="4069" h="559" extrusionOk="0">
                  <a:moveTo>
                    <a:pt x="295" y="0"/>
                  </a:moveTo>
                  <a:cubicBezTo>
                    <a:pt x="148" y="0"/>
                    <a:pt x="1" y="118"/>
                    <a:pt x="1" y="265"/>
                  </a:cubicBezTo>
                  <a:cubicBezTo>
                    <a:pt x="1" y="441"/>
                    <a:pt x="148" y="559"/>
                    <a:pt x="295" y="559"/>
                  </a:cubicBezTo>
                  <a:lnTo>
                    <a:pt x="3774" y="559"/>
                  </a:lnTo>
                  <a:cubicBezTo>
                    <a:pt x="3945" y="559"/>
                    <a:pt x="4068" y="441"/>
                    <a:pt x="4068" y="265"/>
                  </a:cubicBezTo>
                  <a:cubicBezTo>
                    <a:pt x="4068" y="118"/>
                    <a:pt x="3945" y="0"/>
                    <a:pt x="3774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3688;p63">
              <a:extLst>
                <a:ext uri="{FF2B5EF4-FFF2-40B4-BE49-F238E27FC236}">
                  <a16:creationId xmlns:a16="http://schemas.microsoft.com/office/drawing/2014/main" id="{86F9828B-9C29-B100-6708-11485254E8C3}"/>
                </a:ext>
              </a:extLst>
            </p:cNvPr>
            <p:cNvSpPr/>
            <p:nvPr/>
          </p:nvSpPr>
          <p:spPr>
            <a:xfrm>
              <a:off x="2013386" y="2941219"/>
              <a:ext cx="45369" cy="11474"/>
            </a:xfrm>
            <a:custGeom>
              <a:avLst/>
              <a:gdLst/>
              <a:ahLst/>
              <a:cxnLst/>
              <a:rect l="l" t="t" r="r" b="b"/>
              <a:pathLst>
                <a:path w="2329" h="589" extrusionOk="0">
                  <a:moveTo>
                    <a:pt x="295" y="1"/>
                  </a:moveTo>
                  <a:cubicBezTo>
                    <a:pt x="148" y="1"/>
                    <a:pt x="1" y="118"/>
                    <a:pt x="1" y="295"/>
                  </a:cubicBezTo>
                  <a:cubicBezTo>
                    <a:pt x="1" y="442"/>
                    <a:pt x="148" y="589"/>
                    <a:pt x="295" y="589"/>
                  </a:cubicBezTo>
                  <a:lnTo>
                    <a:pt x="2034" y="589"/>
                  </a:lnTo>
                  <a:cubicBezTo>
                    <a:pt x="2205" y="589"/>
                    <a:pt x="2328" y="442"/>
                    <a:pt x="2328" y="295"/>
                  </a:cubicBezTo>
                  <a:cubicBezTo>
                    <a:pt x="2328" y="118"/>
                    <a:pt x="2205" y="1"/>
                    <a:pt x="2034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3689;p63">
              <a:extLst>
                <a:ext uri="{FF2B5EF4-FFF2-40B4-BE49-F238E27FC236}">
                  <a16:creationId xmlns:a16="http://schemas.microsoft.com/office/drawing/2014/main" id="{2F836EB3-1B70-2B4B-E9A7-68B8721BACC1}"/>
                </a:ext>
              </a:extLst>
            </p:cNvPr>
            <p:cNvSpPr/>
            <p:nvPr/>
          </p:nvSpPr>
          <p:spPr>
            <a:xfrm>
              <a:off x="2013386" y="2970302"/>
              <a:ext cx="79264" cy="11006"/>
            </a:xfrm>
            <a:custGeom>
              <a:avLst/>
              <a:gdLst/>
              <a:ahLst/>
              <a:cxnLst/>
              <a:rect l="l" t="t" r="r" b="b"/>
              <a:pathLst>
                <a:path w="4069" h="565" extrusionOk="0">
                  <a:moveTo>
                    <a:pt x="295" y="1"/>
                  </a:moveTo>
                  <a:cubicBezTo>
                    <a:pt x="148" y="1"/>
                    <a:pt x="1" y="124"/>
                    <a:pt x="1" y="271"/>
                  </a:cubicBezTo>
                  <a:cubicBezTo>
                    <a:pt x="1" y="442"/>
                    <a:pt x="148" y="565"/>
                    <a:pt x="295" y="565"/>
                  </a:cubicBezTo>
                  <a:lnTo>
                    <a:pt x="3774" y="565"/>
                  </a:lnTo>
                  <a:cubicBezTo>
                    <a:pt x="3945" y="565"/>
                    <a:pt x="4068" y="442"/>
                    <a:pt x="4068" y="271"/>
                  </a:cubicBezTo>
                  <a:cubicBezTo>
                    <a:pt x="4068" y="124"/>
                    <a:pt x="3945" y="1"/>
                    <a:pt x="3774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3690;p63">
              <a:extLst>
                <a:ext uri="{FF2B5EF4-FFF2-40B4-BE49-F238E27FC236}">
                  <a16:creationId xmlns:a16="http://schemas.microsoft.com/office/drawing/2014/main" id="{F88E70F7-5D86-0D89-3180-C3CC8DCB039F}"/>
                </a:ext>
              </a:extLst>
            </p:cNvPr>
            <p:cNvSpPr/>
            <p:nvPr/>
          </p:nvSpPr>
          <p:spPr>
            <a:xfrm>
              <a:off x="2013386" y="2998937"/>
              <a:ext cx="45369" cy="11454"/>
            </a:xfrm>
            <a:custGeom>
              <a:avLst/>
              <a:gdLst/>
              <a:ahLst/>
              <a:cxnLst/>
              <a:rect l="l" t="t" r="r" b="b"/>
              <a:pathLst>
                <a:path w="2329" h="588" extrusionOk="0">
                  <a:moveTo>
                    <a:pt x="295" y="0"/>
                  </a:moveTo>
                  <a:cubicBezTo>
                    <a:pt x="148" y="0"/>
                    <a:pt x="1" y="147"/>
                    <a:pt x="1" y="294"/>
                  </a:cubicBezTo>
                  <a:cubicBezTo>
                    <a:pt x="1" y="441"/>
                    <a:pt x="148" y="588"/>
                    <a:pt x="295" y="588"/>
                  </a:cubicBezTo>
                  <a:lnTo>
                    <a:pt x="2034" y="588"/>
                  </a:lnTo>
                  <a:cubicBezTo>
                    <a:pt x="2205" y="588"/>
                    <a:pt x="2328" y="441"/>
                    <a:pt x="2328" y="294"/>
                  </a:cubicBezTo>
                  <a:cubicBezTo>
                    <a:pt x="2328" y="147"/>
                    <a:pt x="2205" y="0"/>
                    <a:pt x="2034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3691;p63">
              <a:extLst>
                <a:ext uri="{FF2B5EF4-FFF2-40B4-BE49-F238E27FC236}">
                  <a16:creationId xmlns:a16="http://schemas.microsoft.com/office/drawing/2014/main" id="{EFEE056B-E735-69F3-5CE3-F2213C12CCE0}"/>
                </a:ext>
              </a:extLst>
            </p:cNvPr>
            <p:cNvSpPr/>
            <p:nvPr/>
          </p:nvSpPr>
          <p:spPr>
            <a:xfrm>
              <a:off x="1854118" y="2970302"/>
              <a:ext cx="108796" cy="11006"/>
            </a:xfrm>
            <a:custGeom>
              <a:avLst/>
              <a:gdLst/>
              <a:ahLst/>
              <a:cxnLst/>
              <a:rect l="l" t="t" r="r" b="b"/>
              <a:pathLst>
                <a:path w="5585" h="565" extrusionOk="0">
                  <a:moveTo>
                    <a:pt x="295" y="1"/>
                  </a:moveTo>
                  <a:cubicBezTo>
                    <a:pt x="148" y="1"/>
                    <a:pt x="1" y="124"/>
                    <a:pt x="1" y="271"/>
                  </a:cubicBezTo>
                  <a:cubicBezTo>
                    <a:pt x="1" y="442"/>
                    <a:pt x="148" y="565"/>
                    <a:pt x="295" y="565"/>
                  </a:cubicBezTo>
                  <a:lnTo>
                    <a:pt x="5291" y="565"/>
                  </a:lnTo>
                  <a:cubicBezTo>
                    <a:pt x="5461" y="565"/>
                    <a:pt x="5585" y="442"/>
                    <a:pt x="5585" y="271"/>
                  </a:cubicBezTo>
                  <a:cubicBezTo>
                    <a:pt x="5585" y="124"/>
                    <a:pt x="5461" y="1"/>
                    <a:pt x="5291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3692;p63">
              <a:extLst>
                <a:ext uri="{FF2B5EF4-FFF2-40B4-BE49-F238E27FC236}">
                  <a16:creationId xmlns:a16="http://schemas.microsoft.com/office/drawing/2014/main" id="{93FAB65A-BCFD-5256-BD2C-A4C58AE69F6D}"/>
                </a:ext>
              </a:extLst>
            </p:cNvPr>
            <p:cNvSpPr/>
            <p:nvPr/>
          </p:nvSpPr>
          <p:spPr>
            <a:xfrm>
              <a:off x="1854118" y="2998937"/>
              <a:ext cx="108796" cy="11454"/>
            </a:xfrm>
            <a:custGeom>
              <a:avLst/>
              <a:gdLst/>
              <a:ahLst/>
              <a:cxnLst/>
              <a:rect l="l" t="t" r="r" b="b"/>
              <a:pathLst>
                <a:path w="5585" h="588" extrusionOk="0">
                  <a:moveTo>
                    <a:pt x="295" y="0"/>
                  </a:moveTo>
                  <a:cubicBezTo>
                    <a:pt x="148" y="0"/>
                    <a:pt x="1" y="147"/>
                    <a:pt x="1" y="294"/>
                  </a:cubicBezTo>
                  <a:cubicBezTo>
                    <a:pt x="1" y="441"/>
                    <a:pt x="148" y="588"/>
                    <a:pt x="295" y="588"/>
                  </a:cubicBezTo>
                  <a:lnTo>
                    <a:pt x="5291" y="588"/>
                  </a:lnTo>
                  <a:cubicBezTo>
                    <a:pt x="5461" y="588"/>
                    <a:pt x="5585" y="441"/>
                    <a:pt x="5585" y="294"/>
                  </a:cubicBezTo>
                  <a:cubicBezTo>
                    <a:pt x="5585" y="147"/>
                    <a:pt x="5461" y="0"/>
                    <a:pt x="5291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" name="Google Shape;2933;p63">
            <a:extLst>
              <a:ext uri="{FF2B5EF4-FFF2-40B4-BE49-F238E27FC236}">
                <a16:creationId xmlns:a16="http://schemas.microsoft.com/office/drawing/2014/main" id="{80DD8B04-CC0D-EDBB-D3CD-A19C79BE029E}"/>
              </a:ext>
            </a:extLst>
          </p:cNvPr>
          <p:cNvGrpSpPr/>
          <p:nvPr/>
        </p:nvGrpSpPr>
        <p:grpSpPr>
          <a:xfrm>
            <a:off x="7584192" y="644177"/>
            <a:ext cx="379704" cy="326796"/>
            <a:chOff x="2941853" y="3506971"/>
            <a:chExt cx="379704" cy="326796"/>
          </a:xfrm>
        </p:grpSpPr>
        <p:sp>
          <p:nvSpPr>
            <p:cNvPr id="3" name="Google Shape;2934;p63">
              <a:extLst>
                <a:ext uri="{FF2B5EF4-FFF2-40B4-BE49-F238E27FC236}">
                  <a16:creationId xmlns:a16="http://schemas.microsoft.com/office/drawing/2014/main" id="{4EEDF809-2A72-32EB-934F-A117A381CF88}"/>
                </a:ext>
              </a:extLst>
            </p:cNvPr>
            <p:cNvSpPr/>
            <p:nvPr/>
          </p:nvSpPr>
          <p:spPr>
            <a:xfrm>
              <a:off x="2947132" y="3722671"/>
              <a:ext cx="368698" cy="47668"/>
            </a:xfrm>
            <a:custGeom>
              <a:avLst/>
              <a:gdLst/>
              <a:ahLst/>
              <a:cxnLst/>
              <a:rect l="l" t="t" r="r" b="b"/>
              <a:pathLst>
                <a:path w="18927" h="2447" extrusionOk="0">
                  <a:moveTo>
                    <a:pt x="0" y="1"/>
                  </a:moveTo>
                  <a:lnTo>
                    <a:pt x="0" y="1494"/>
                  </a:lnTo>
                  <a:cubicBezTo>
                    <a:pt x="0" y="2029"/>
                    <a:pt x="441" y="2446"/>
                    <a:pt x="976" y="2446"/>
                  </a:cubicBezTo>
                  <a:lnTo>
                    <a:pt x="17975" y="2446"/>
                  </a:lnTo>
                  <a:cubicBezTo>
                    <a:pt x="18515" y="2446"/>
                    <a:pt x="18927" y="2029"/>
                    <a:pt x="18927" y="1494"/>
                  </a:cubicBezTo>
                  <a:lnTo>
                    <a:pt x="18927" y="1"/>
                  </a:ln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2935;p63">
              <a:extLst>
                <a:ext uri="{FF2B5EF4-FFF2-40B4-BE49-F238E27FC236}">
                  <a16:creationId xmlns:a16="http://schemas.microsoft.com/office/drawing/2014/main" id="{EBEBA458-7B0E-47FC-86F9-DB7CC9E82302}"/>
                </a:ext>
              </a:extLst>
            </p:cNvPr>
            <p:cNvSpPr/>
            <p:nvPr/>
          </p:nvSpPr>
          <p:spPr>
            <a:xfrm>
              <a:off x="2947132" y="3512679"/>
              <a:ext cx="368698" cy="210014"/>
            </a:xfrm>
            <a:custGeom>
              <a:avLst/>
              <a:gdLst/>
              <a:ahLst/>
              <a:cxnLst/>
              <a:rect l="l" t="t" r="r" b="b"/>
              <a:pathLst>
                <a:path w="18927" h="10781" extrusionOk="0">
                  <a:moveTo>
                    <a:pt x="976" y="1"/>
                  </a:moveTo>
                  <a:cubicBezTo>
                    <a:pt x="441" y="1"/>
                    <a:pt x="0" y="418"/>
                    <a:pt x="0" y="959"/>
                  </a:cubicBezTo>
                  <a:lnTo>
                    <a:pt x="0" y="10781"/>
                  </a:lnTo>
                  <a:lnTo>
                    <a:pt x="18927" y="10781"/>
                  </a:lnTo>
                  <a:lnTo>
                    <a:pt x="18927" y="959"/>
                  </a:lnTo>
                  <a:cubicBezTo>
                    <a:pt x="18927" y="418"/>
                    <a:pt x="18515" y="1"/>
                    <a:pt x="17975" y="1"/>
                  </a:cubicBezTo>
                  <a:close/>
                </a:path>
              </a:pathLst>
            </a:custGeom>
            <a:solidFill>
              <a:srgbClr val="FF93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2936;p63">
              <a:extLst>
                <a:ext uri="{FF2B5EF4-FFF2-40B4-BE49-F238E27FC236}">
                  <a16:creationId xmlns:a16="http://schemas.microsoft.com/office/drawing/2014/main" id="{2FAC2473-EB03-39A0-07CF-28121021E191}"/>
                </a:ext>
              </a:extLst>
            </p:cNvPr>
            <p:cNvSpPr/>
            <p:nvPr/>
          </p:nvSpPr>
          <p:spPr>
            <a:xfrm>
              <a:off x="2947132" y="3512679"/>
              <a:ext cx="368698" cy="210014"/>
            </a:xfrm>
            <a:custGeom>
              <a:avLst/>
              <a:gdLst/>
              <a:ahLst/>
              <a:cxnLst/>
              <a:rect l="l" t="t" r="r" b="b"/>
              <a:pathLst>
                <a:path w="18927" h="10781" extrusionOk="0">
                  <a:moveTo>
                    <a:pt x="976" y="1"/>
                  </a:moveTo>
                  <a:cubicBezTo>
                    <a:pt x="441" y="1"/>
                    <a:pt x="0" y="418"/>
                    <a:pt x="0" y="959"/>
                  </a:cubicBezTo>
                  <a:lnTo>
                    <a:pt x="0" y="10781"/>
                  </a:lnTo>
                  <a:lnTo>
                    <a:pt x="18927" y="10781"/>
                  </a:lnTo>
                  <a:lnTo>
                    <a:pt x="18927" y="959"/>
                  </a:lnTo>
                  <a:cubicBezTo>
                    <a:pt x="18927" y="418"/>
                    <a:pt x="18515" y="1"/>
                    <a:pt x="17975" y="1"/>
                  </a:cubicBezTo>
                  <a:close/>
                </a:path>
              </a:pathLst>
            </a:custGeom>
            <a:solidFill>
              <a:srgbClr val="FF93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2937;p63">
              <a:extLst>
                <a:ext uri="{FF2B5EF4-FFF2-40B4-BE49-F238E27FC236}">
                  <a16:creationId xmlns:a16="http://schemas.microsoft.com/office/drawing/2014/main" id="{91363FD6-C84F-D679-2A8B-26226E583BAB}"/>
                </a:ext>
              </a:extLst>
            </p:cNvPr>
            <p:cNvSpPr/>
            <p:nvPr/>
          </p:nvSpPr>
          <p:spPr>
            <a:xfrm>
              <a:off x="3282496" y="3512679"/>
              <a:ext cx="33330" cy="210014"/>
            </a:xfrm>
            <a:custGeom>
              <a:avLst/>
              <a:gdLst/>
              <a:ahLst/>
              <a:cxnLst/>
              <a:rect l="l" t="t" r="r" b="b"/>
              <a:pathLst>
                <a:path w="1711" h="10781" extrusionOk="0">
                  <a:moveTo>
                    <a:pt x="0" y="1"/>
                  </a:moveTo>
                  <a:cubicBezTo>
                    <a:pt x="512" y="1"/>
                    <a:pt x="953" y="418"/>
                    <a:pt x="953" y="959"/>
                  </a:cubicBezTo>
                  <a:lnTo>
                    <a:pt x="953" y="10781"/>
                  </a:lnTo>
                  <a:lnTo>
                    <a:pt x="1711" y="10781"/>
                  </a:lnTo>
                  <a:lnTo>
                    <a:pt x="1711" y="959"/>
                  </a:lnTo>
                  <a:cubicBezTo>
                    <a:pt x="1711" y="418"/>
                    <a:pt x="1299" y="1"/>
                    <a:pt x="759" y="1"/>
                  </a:cubicBezTo>
                  <a:close/>
                </a:path>
              </a:pathLst>
            </a:custGeom>
            <a:solidFill>
              <a:srgbClr val="FF61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2938;p63">
              <a:extLst>
                <a:ext uri="{FF2B5EF4-FFF2-40B4-BE49-F238E27FC236}">
                  <a16:creationId xmlns:a16="http://schemas.microsoft.com/office/drawing/2014/main" id="{52AB3587-ECF9-5BDA-54C6-90F065230170}"/>
                </a:ext>
              </a:extLst>
            </p:cNvPr>
            <p:cNvSpPr/>
            <p:nvPr/>
          </p:nvSpPr>
          <p:spPr>
            <a:xfrm>
              <a:off x="3282496" y="3722671"/>
              <a:ext cx="33330" cy="47668"/>
            </a:xfrm>
            <a:custGeom>
              <a:avLst/>
              <a:gdLst/>
              <a:ahLst/>
              <a:cxnLst/>
              <a:rect l="l" t="t" r="r" b="b"/>
              <a:pathLst>
                <a:path w="1711" h="2447" extrusionOk="0">
                  <a:moveTo>
                    <a:pt x="953" y="1"/>
                  </a:moveTo>
                  <a:lnTo>
                    <a:pt x="953" y="1494"/>
                  </a:lnTo>
                  <a:cubicBezTo>
                    <a:pt x="953" y="2029"/>
                    <a:pt x="512" y="2446"/>
                    <a:pt x="0" y="2446"/>
                  </a:cubicBezTo>
                  <a:lnTo>
                    <a:pt x="759" y="2446"/>
                  </a:lnTo>
                  <a:cubicBezTo>
                    <a:pt x="1299" y="2446"/>
                    <a:pt x="1711" y="2029"/>
                    <a:pt x="1711" y="1494"/>
                  </a:cubicBezTo>
                  <a:lnTo>
                    <a:pt x="1711" y="1"/>
                  </a:lnTo>
                  <a:close/>
                </a:path>
              </a:pathLst>
            </a:custGeom>
            <a:solidFill>
              <a:srgbClr val="866A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2939;p63">
              <a:extLst>
                <a:ext uri="{FF2B5EF4-FFF2-40B4-BE49-F238E27FC236}">
                  <a16:creationId xmlns:a16="http://schemas.microsoft.com/office/drawing/2014/main" id="{5707C052-9EF4-3C4C-1D04-127FF7B4F60E}"/>
                </a:ext>
              </a:extLst>
            </p:cNvPr>
            <p:cNvSpPr/>
            <p:nvPr/>
          </p:nvSpPr>
          <p:spPr>
            <a:xfrm>
              <a:off x="3089685" y="3770319"/>
              <a:ext cx="84056" cy="57719"/>
            </a:xfrm>
            <a:custGeom>
              <a:avLst/>
              <a:gdLst/>
              <a:ahLst/>
              <a:cxnLst/>
              <a:rect l="l" t="t" r="r" b="b"/>
              <a:pathLst>
                <a:path w="4315" h="2963" extrusionOk="0">
                  <a:moveTo>
                    <a:pt x="294" y="0"/>
                  </a:moveTo>
                  <a:cubicBezTo>
                    <a:pt x="294" y="0"/>
                    <a:pt x="271" y="2181"/>
                    <a:pt x="0" y="2962"/>
                  </a:cubicBezTo>
                  <a:lnTo>
                    <a:pt x="4315" y="2962"/>
                  </a:lnTo>
                  <a:cubicBezTo>
                    <a:pt x="4044" y="2181"/>
                    <a:pt x="3997" y="0"/>
                    <a:pt x="3997" y="0"/>
                  </a:cubicBezTo>
                  <a:close/>
                </a:path>
              </a:pathLst>
            </a:custGeom>
            <a:solidFill>
              <a:srgbClr val="866A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940;p63">
              <a:extLst>
                <a:ext uri="{FF2B5EF4-FFF2-40B4-BE49-F238E27FC236}">
                  <a16:creationId xmlns:a16="http://schemas.microsoft.com/office/drawing/2014/main" id="{01EB9EA6-30DA-D14B-BF55-E9EA9E8BF242}"/>
                </a:ext>
              </a:extLst>
            </p:cNvPr>
            <p:cNvSpPr/>
            <p:nvPr/>
          </p:nvSpPr>
          <p:spPr>
            <a:xfrm>
              <a:off x="3094945" y="3770319"/>
              <a:ext cx="73069" cy="14785"/>
            </a:xfrm>
            <a:custGeom>
              <a:avLst/>
              <a:gdLst/>
              <a:ahLst/>
              <a:cxnLst/>
              <a:rect l="l" t="t" r="r" b="b"/>
              <a:pathLst>
                <a:path w="3751" h="759" extrusionOk="0">
                  <a:moveTo>
                    <a:pt x="24" y="0"/>
                  </a:moveTo>
                  <a:cubicBezTo>
                    <a:pt x="24" y="0"/>
                    <a:pt x="24" y="317"/>
                    <a:pt x="1" y="758"/>
                  </a:cubicBezTo>
                  <a:lnTo>
                    <a:pt x="3751" y="758"/>
                  </a:lnTo>
                  <a:cubicBezTo>
                    <a:pt x="3727" y="317"/>
                    <a:pt x="3727" y="0"/>
                    <a:pt x="3727" y="0"/>
                  </a:cubicBez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941;p63">
              <a:extLst>
                <a:ext uri="{FF2B5EF4-FFF2-40B4-BE49-F238E27FC236}">
                  <a16:creationId xmlns:a16="http://schemas.microsoft.com/office/drawing/2014/main" id="{F9900DF5-EED3-BC49-2692-779F2900E0E8}"/>
                </a:ext>
              </a:extLst>
            </p:cNvPr>
            <p:cNvSpPr/>
            <p:nvPr/>
          </p:nvSpPr>
          <p:spPr>
            <a:xfrm>
              <a:off x="3094945" y="3770319"/>
              <a:ext cx="73069" cy="14785"/>
            </a:xfrm>
            <a:custGeom>
              <a:avLst/>
              <a:gdLst/>
              <a:ahLst/>
              <a:cxnLst/>
              <a:rect l="l" t="t" r="r" b="b"/>
              <a:pathLst>
                <a:path w="3751" h="759" extrusionOk="0">
                  <a:moveTo>
                    <a:pt x="24" y="0"/>
                  </a:moveTo>
                  <a:cubicBezTo>
                    <a:pt x="24" y="0"/>
                    <a:pt x="24" y="317"/>
                    <a:pt x="1" y="758"/>
                  </a:cubicBezTo>
                  <a:lnTo>
                    <a:pt x="3751" y="758"/>
                  </a:lnTo>
                  <a:cubicBezTo>
                    <a:pt x="3727" y="317"/>
                    <a:pt x="3727" y="0"/>
                    <a:pt x="3727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942;p63">
              <a:extLst>
                <a:ext uri="{FF2B5EF4-FFF2-40B4-BE49-F238E27FC236}">
                  <a16:creationId xmlns:a16="http://schemas.microsoft.com/office/drawing/2014/main" id="{66CDB9E1-EE1B-7178-0119-E7C206066290}"/>
                </a:ext>
              </a:extLst>
            </p:cNvPr>
            <p:cNvSpPr/>
            <p:nvPr/>
          </p:nvSpPr>
          <p:spPr>
            <a:xfrm>
              <a:off x="2970488" y="3537983"/>
              <a:ext cx="321985" cy="184709"/>
            </a:xfrm>
            <a:custGeom>
              <a:avLst/>
              <a:gdLst/>
              <a:ahLst/>
              <a:cxnLst/>
              <a:rect l="l" t="t" r="r" b="b"/>
              <a:pathLst>
                <a:path w="16529" h="9482" extrusionOk="0">
                  <a:moveTo>
                    <a:pt x="418" y="1"/>
                  </a:moveTo>
                  <a:cubicBezTo>
                    <a:pt x="194" y="1"/>
                    <a:pt x="0" y="195"/>
                    <a:pt x="0" y="442"/>
                  </a:cubicBezTo>
                  <a:lnTo>
                    <a:pt x="0" y="9482"/>
                  </a:lnTo>
                  <a:lnTo>
                    <a:pt x="16529" y="9482"/>
                  </a:lnTo>
                  <a:lnTo>
                    <a:pt x="16529" y="442"/>
                  </a:lnTo>
                  <a:cubicBezTo>
                    <a:pt x="16529" y="195"/>
                    <a:pt x="16358" y="1"/>
                    <a:pt x="16112" y="1"/>
                  </a:cubicBez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943;p63">
              <a:extLst>
                <a:ext uri="{FF2B5EF4-FFF2-40B4-BE49-F238E27FC236}">
                  <a16:creationId xmlns:a16="http://schemas.microsoft.com/office/drawing/2014/main" id="{012DCBBB-E8F7-7745-DD2F-891D04FF786D}"/>
                </a:ext>
              </a:extLst>
            </p:cNvPr>
            <p:cNvSpPr/>
            <p:nvPr/>
          </p:nvSpPr>
          <p:spPr>
            <a:xfrm>
              <a:off x="3269562" y="3537983"/>
              <a:ext cx="22908" cy="184709"/>
            </a:xfrm>
            <a:custGeom>
              <a:avLst/>
              <a:gdLst/>
              <a:ahLst/>
              <a:cxnLst/>
              <a:rect l="l" t="t" r="r" b="b"/>
              <a:pathLst>
                <a:path w="1176" h="9482" extrusionOk="0">
                  <a:moveTo>
                    <a:pt x="0" y="1"/>
                  </a:moveTo>
                  <a:cubicBezTo>
                    <a:pt x="247" y="1"/>
                    <a:pt x="418" y="195"/>
                    <a:pt x="418" y="442"/>
                  </a:cubicBezTo>
                  <a:lnTo>
                    <a:pt x="418" y="9482"/>
                  </a:lnTo>
                  <a:lnTo>
                    <a:pt x="1176" y="9482"/>
                  </a:lnTo>
                  <a:lnTo>
                    <a:pt x="1176" y="442"/>
                  </a:lnTo>
                  <a:cubicBezTo>
                    <a:pt x="1176" y="195"/>
                    <a:pt x="1005" y="1"/>
                    <a:pt x="759" y="1"/>
                  </a:cubicBez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944;p63">
              <a:extLst>
                <a:ext uri="{FF2B5EF4-FFF2-40B4-BE49-F238E27FC236}">
                  <a16:creationId xmlns:a16="http://schemas.microsoft.com/office/drawing/2014/main" id="{DF07E216-2D67-F7CD-9B96-1D277E401CAF}"/>
                </a:ext>
              </a:extLst>
            </p:cNvPr>
            <p:cNvSpPr/>
            <p:nvPr/>
          </p:nvSpPr>
          <p:spPr>
            <a:xfrm>
              <a:off x="3001519" y="3634856"/>
              <a:ext cx="201306" cy="52927"/>
            </a:xfrm>
            <a:custGeom>
              <a:avLst/>
              <a:gdLst/>
              <a:ahLst/>
              <a:cxnLst/>
              <a:rect l="l" t="t" r="r" b="b"/>
              <a:pathLst>
                <a:path w="10334" h="2717" extrusionOk="0">
                  <a:moveTo>
                    <a:pt x="341" y="1"/>
                  </a:moveTo>
                  <a:cubicBezTo>
                    <a:pt x="171" y="1"/>
                    <a:pt x="0" y="148"/>
                    <a:pt x="0" y="341"/>
                  </a:cubicBezTo>
                  <a:lnTo>
                    <a:pt x="0" y="2375"/>
                  </a:lnTo>
                  <a:cubicBezTo>
                    <a:pt x="0" y="2569"/>
                    <a:pt x="171" y="2716"/>
                    <a:pt x="341" y="2716"/>
                  </a:cubicBezTo>
                  <a:lnTo>
                    <a:pt x="10334" y="2716"/>
                  </a:lnTo>
                  <a:lnTo>
                    <a:pt x="10334" y="1"/>
                  </a:ln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945;p63">
              <a:extLst>
                <a:ext uri="{FF2B5EF4-FFF2-40B4-BE49-F238E27FC236}">
                  <a16:creationId xmlns:a16="http://schemas.microsoft.com/office/drawing/2014/main" id="{D9F7F1FB-9677-5F12-C14B-142FBDAA21A1}"/>
                </a:ext>
              </a:extLst>
            </p:cNvPr>
            <p:cNvSpPr/>
            <p:nvPr/>
          </p:nvSpPr>
          <p:spPr>
            <a:xfrm>
              <a:off x="3202804" y="3634856"/>
              <a:ext cx="58635" cy="52927"/>
            </a:xfrm>
            <a:custGeom>
              <a:avLst/>
              <a:gdLst/>
              <a:ahLst/>
              <a:cxnLst/>
              <a:rect l="l" t="t" r="r" b="b"/>
              <a:pathLst>
                <a:path w="3010" h="2717" extrusionOk="0">
                  <a:moveTo>
                    <a:pt x="1" y="1"/>
                  </a:moveTo>
                  <a:lnTo>
                    <a:pt x="1" y="2716"/>
                  </a:lnTo>
                  <a:lnTo>
                    <a:pt x="2669" y="2716"/>
                  </a:lnTo>
                  <a:cubicBezTo>
                    <a:pt x="2863" y="2716"/>
                    <a:pt x="3010" y="2569"/>
                    <a:pt x="3010" y="2375"/>
                  </a:cubicBezTo>
                  <a:lnTo>
                    <a:pt x="3010" y="341"/>
                  </a:lnTo>
                  <a:cubicBezTo>
                    <a:pt x="3010" y="148"/>
                    <a:pt x="2863" y="1"/>
                    <a:pt x="2669" y="1"/>
                  </a:cubicBezTo>
                  <a:close/>
                </a:path>
              </a:pathLst>
            </a:custGeom>
            <a:solidFill>
              <a:srgbClr val="FF61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946;p63">
              <a:extLst>
                <a:ext uri="{FF2B5EF4-FFF2-40B4-BE49-F238E27FC236}">
                  <a16:creationId xmlns:a16="http://schemas.microsoft.com/office/drawing/2014/main" id="{B7F4E4C5-2DA0-8927-B81A-423E252419BB}"/>
                </a:ext>
              </a:extLst>
            </p:cNvPr>
            <p:cNvSpPr/>
            <p:nvPr/>
          </p:nvSpPr>
          <p:spPr>
            <a:xfrm>
              <a:off x="3113606" y="3740768"/>
              <a:ext cx="36213" cy="11474"/>
            </a:xfrm>
            <a:custGeom>
              <a:avLst/>
              <a:gdLst/>
              <a:ahLst/>
              <a:cxnLst/>
              <a:rect l="l" t="t" r="r" b="b"/>
              <a:pathLst>
                <a:path w="1859" h="589" extrusionOk="0">
                  <a:moveTo>
                    <a:pt x="271" y="1"/>
                  </a:moveTo>
                  <a:cubicBezTo>
                    <a:pt x="124" y="1"/>
                    <a:pt x="1" y="147"/>
                    <a:pt x="1" y="294"/>
                  </a:cubicBezTo>
                  <a:cubicBezTo>
                    <a:pt x="1" y="465"/>
                    <a:pt x="124" y="588"/>
                    <a:pt x="271" y="588"/>
                  </a:cubicBezTo>
                  <a:lnTo>
                    <a:pt x="1564" y="588"/>
                  </a:lnTo>
                  <a:cubicBezTo>
                    <a:pt x="1741" y="588"/>
                    <a:pt x="1858" y="465"/>
                    <a:pt x="1858" y="294"/>
                  </a:cubicBezTo>
                  <a:cubicBezTo>
                    <a:pt x="1858" y="147"/>
                    <a:pt x="1741" y="1"/>
                    <a:pt x="1564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947;p63">
              <a:extLst>
                <a:ext uri="{FF2B5EF4-FFF2-40B4-BE49-F238E27FC236}">
                  <a16:creationId xmlns:a16="http://schemas.microsoft.com/office/drawing/2014/main" id="{6F2B479B-8738-3679-3541-9B23EE73A808}"/>
                </a:ext>
              </a:extLst>
            </p:cNvPr>
            <p:cNvSpPr/>
            <p:nvPr/>
          </p:nvSpPr>
          <p:spPr>
            <a:xfrm>
              <a:off x="2941853" y="3506971"/>
              <a:ext cx="379704" cy="326796"/>
            </a:xfrm>
            <a:custGeom>
              <a:avLst/>
              <a:gdLst/>
              <a:ahLst/>
              <a:cxnLst/>
              <a:rect l="l" t="t" r="r" b="b"/>
              <a:pathLst>
                <a:path w="19492" h="16776" extrusionOk="0">
                  <a:moveTo>
                    <a:pt x="17582" y="1887"/>
                  </a:moveTo>
                  <a:cubicBezTo>
                    <a:pt x="17658" y="1887"/>
                    <a:pt x="17728" y="1934"/>
                    <a:pt x="17728" y="2034"/>
                  </a:cubicBezTo>
                  <a:lnTo>
                    <a:pt x="17728" y="10780"/>
                  </a:lnTo>
                  <a:lnTo>
                    <a:pt x="1764" y="10780"/>
                  </a:lnTo>
                  <a:lnTo>
                    <a:pt x="1764" y="2034"/>
                  </a:lnTo>
                  <a:cubicBezTo>
                    <a:pt x="1764" y="1934"/>
                    <a:pt x="1811" y="1887"/>
                    <a:pt x="1888" y="1887"/>
                  </a:cubicBezTo>
                  <a:close/>
                  <a:moveTo>
                    <a:pt x="18933" y="11368"/>
                  </a:moveTo>
                  <a:lnTo>
                    <a:pt x="18933" y="12567"/>
                  </a:lnTo>
                  <a:lnTo>
                    <a:pt x="18904" y="12567"/>
                  </a:lnTo>
                  <a:cubicBezTo>
                    <a:pt x="18904" y="12931"/>
                    <a:pt x="18610" y="13225"/>
                    <a:pt x="18246" y="13225"/>
                  </a:cubicBezTo>
                  <a:lnTo>
                    <a:pt x="1247" y="13225"/>
                  </a:lnTo>
                  <a:cubicBezTo>
                    <a:pt x="883" y="13225"/>
                    <a:pt x="565" y="12931"/>
                    <a:pt x="565" y="12567"/>
                  </a:cubicBezTo>
                  <a:lnTo>
                    <a:pt x="565" y="11368"/>
                  </a:lnTo>
                  <a:close/>
                  <a:moveTo>
                    <a:pt x="11316" y="13813"/>
                  </a:moveTo>
                  <a:cubicBezTo>
                    <a:pt x="11316" y="14330"/>
                    <a:pt x="11386" y="15453"/>
                    <a:pt x="11533" y="16217"/>
                  </a:cubicBezTo>
                  <a:lnTo>
                    <a:pt x="7960" y="16217"/>
                  </a:lnTo>
                  <a:cubicBezTo>
                    <a:pt x="8106" y="15453"/>
                    <a:pt x="8154" y="14330"/>
                    <a:pt x="8177" y="13813"/>
                  </a:cubicBezTo>
                  <a:close/>
                  <a:moveTo>
                    <a:pt x="1247" y="0"/>
                  </a:moveTo>
                  <a:cubicBezTo>
                    <a:pt x="565" y="0"/>
                    <a:pt x="1" y="564"/>
                    <a:pt x="1" y="1252"/>
                  </a:cubicBezTo>
                  <a:lnTo>
                    <a:pt x="1" y="8012"/>
                  </a:lnTo>
                  <a:cubicBezTo>
                    <a:pt x="1" y="8158"/>
                    <a:pt x="124" y="8282"/>
                    <a:pt x="271" y="8282"/>
                  </a:cubicBezTo>
                  <a:cubicBezTo>
                    <a:pt x="442" y="8282"/>
                    <a:pt x="565" y="8158"/>
                    <a:pt x="565" y="8012"/>
                  </a:cubicBezTo>
                  <a:lnTo>
                    <a:pt x="565" y="1252"/>
                  </a:lnTo>
                  <a:cubicBezTo>
                    <a:pt x="565" y="882"/>
                    <a:pt x="883" y="564"/>
                    <a:pt x="1247" y="564"/>
                  </a:cubicBezTo>
                  <a:lnTo>
                    <a:pt x="18246" y="564"/>
                  </a:lnTo>
                  <a:cubicBezTo>
                    <a:pt x="18610" y="564"/>
                    <a:pt x="18904" y="882"/>
                    <a:pt x="18904" y="1252"/>
                  </a:cubicBezTo>
                  <a:lnTo>
                    <a:pt x="18904" y="10780"/>
                  </a:lnTo>
                  <a:lnTo>
                    <a:pt x="18293" y="10780"/>
                  </a:lnTo>
                  <a:lnTo>
                    <a:pt x="18293" y="2034"/>
                  </a:lnTo>
                  <a:cubicBezTo>
                    <a:pt x="18293" y="1640"/>
                    <a:pt x="17975" y="1323"/>
                    <a:pt x="17582" y="1323"/>
                  </a:cubicBezTo>
                  <a:lnTo>
                    <a:pt x="1888" y="1323"/>
                  </a:lnTo>
                  <a:cubicBezTo>
                    <a:pt x="1494" y="1323"/>
                    <a:pt x="1177" y="1640"/>
                    <a:pt x="1177" y="2034"/>
                  </a:cubicBezTo>
                  <a:lnTo>
                    <a:pt x="1177" y="10780"/>
                  </a:lnTo>
                  <a:lnTo>
                    <a:pt x="565" y="10780"/>
                  </a:lnTo>
                  <a:lnTo>
                    <a:pt x="565" y="9334"/>
                  </a:lnTo>
                  <a:cubicBezTo>
                    <a:pt x="565" y="9187"/>
                    <a:pt x="442" y="9040"/>
                    <a:pt x="271" y="9040"/>
                  </a:cubicBezTo>
                  <a:cubicBezTo>
                    <a:pt x="124" y="9040"/>
                    <a:pt x="1" y="9187"/>
                    <a:pt x="1" y="9334"/>
                  </a:cubicBezTo>
                  <a:lnTo>
                    <a:pt x="1" y="12567"/>
                  </a:lnTo>
                  <a:cubicBezTo>
                    <a:pt x="1" y="13249"/>
                    <a:pt x="565" y="13813"/>
                    <a:pt x="1247" y="13813"/>
                  </a:cubicBezTo>
                  <a:lnTo>
                    <a:pt x="7619" y="13813"/>
                  </a:lnTo>
                  <a:cubicBezTo>
                    <a:pt x="7589" y="14454"/>
                    <a:pt x="7519" y="15600"/>
                    <a:pt x="7372" y="16217"/>
                  </a:cubicBezTo>
                  <a:lnTo>
                    <a:pt x="6390" y="16217"/>
                  </a:lnTo>
                  <a:cubicBezTo>
                    <a:pt x="6220" y="16217"/>
                    <a:pt x="6096" y="16334"/>
                    <a:pt x="6096" y="16481"/>
                  </a:cubicBezTo>
                  <a:cubicBezTo>
                    <a:pt x="6096" y="16658"/>
                    <a:pt x="6220" y="16775"/>
                    <a:pt x="6390" y="16775"/>
                  </a:cubicBezTo>
                  <a:lnTo>
                    <a:pt x="13103" y="16775"/>
                  </a:lnTo>
                  <a:cubicBezTo>
                    <a:pt x="13273" y="16775"/>
                    <a:pt x="13397" y="16658"/>
                    <a:pt x="13397" y="16481"/>
                  </a:cubicBezTo>
                  <a:cubicBezTo>
                    <a:pt x="13397" y="16334"/>
                    <a:pt x="13273" y="16217"/>
                    <a:pt x="13103" y="16217"/>
                  </a:cubicBezTo>
                  <a:lnTo>
                    <a:pt x="12121" y="16217"/>
                  </a:lnTo>
                  <a:cubicBezTo>
                    <a:pt x="11974" y="15600"/>
                    <a:pt x="11904" y="14454"/>
                    <a:pt x="11880" y="13813"/>
                  </a:cubicBezTo>
                  <a:lnTo>
                    <a:pt x="18246" y="13813"/>
                  </a:lnTo>
                  <a:cubicBezTo>
                    <a:pt x="18933" y="13813"/>
                    <a:pt x="19492" y="13249"/>
                    <a:pt x="19492" y="12567"/>
                  </a:cubicBezTo>
                  <a:lnTo>
                    <a:pt x="19492" y="1252"/>
                  </a:lnTo>
                  <a:cubicBezTo>
                    <a:pt x="19492" y="564"/>
                    <a:pt x="18933" y="0"/>
                    <a:pt x="18246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948;p63">
              <a:extLst>
                <a:ext uri="{FF2B5EF4-FFF2-40B4-BE49-F238E27FC236}">
                  <a16:creationId xmlns:a16="http://schemas.microsoft.com/office/drawing/2014/main" id="{792808B3-46FA-4B68-AC0A-6973637D0EE9}"/>
                </a:ext>
              </a:extLst>
            </p:cNvPr>
            <p:cNvSpPr/>
            <p:nvPr/>
          </p:nvSpPr>
          <p:spPr>
            <a:xfrm>
              <a:off x="2996240" y="3629129"/>
              <a:ext cx="270928" cy="64362"/>
            </a:xfrm>
            <a:custGeom>
              <a:avLst/>
              <a:gdLst/>
              <a:ahLst/>
              <a:cxnLst/>
              <a:rect l="l" t="t" r="r" b="b"/>
              <a:pathLst>
                <a:path w="13908" h="3304" extrusionOk="0">
                  <a:moveTo>
                    <a:pt x="13273" y="588"/>
                  </a:moveTo>
                  <a:cubicBezTo>
                    <a:pt x="13297" y="588"/>
                    <a:pt x="13349" y="612"/>
                    <a:pt x="13349" y="635"/>
                  </a:cubicBezTo>
                  <a:lnTo>
                    <a:pt x="13349" y="2669"/>
                  </a:lnTo>
                  <a:cubicBezTo>
                    <a:pt x="13349" y="2693"/>
                    <a:pt x="13297" y="2746"/>
                    <a:pt x="13273" y="2746"/>
                  </a:cubicBezTo>
                  <a:lnTo>
                    <a:pt x="10898" y="2746"/>
                  </a:lnTo>
                  <a:lnTo>
                    <a:pt x="10898" y="588"/>
                  </a:lnTo>
                  <a:close/>
                  <a:moveTo>
                    <a:pt x="612" y="1"/>
                  </a:moveTo>
                  <a:cubicBezTo>
                    <a:pt x="271" y="1"/>
                    <a:pt x="1" y="295"/>
                    <a:pt x="1" y="635"/>
                  </a:cubicBezTo>
                  <a:lnTo>
                    <a:pt x="1" y="2669"/>
                  </a:lnTo>
                  <a:cubicBezTo>
                    <a:pt x="1" y="3010"/>
                    <a:pt x="271" y="3304"/>
                    <a:pt x="612" y="3304"/>
                  </a:cubicBezTo>
                  <a:lnTo>
                    <a:pt x="13273" y="3304"/>
                  </a:lnTo>
                  <a:cubicBezTo>
                    <a:pt x="13614" y="3304"/>
                    <a:pt x="13908" y="3010"/>
                    <a:pt x="13908" y="2669"/>
                  </a:cubicBezTo>
                  <a:lnTo>
                    <a:pt x="13908" y="635"/>
                  </a:lnTo>
                  <a:cubicBezTo>
                    <a:pt x="13908" y="295"/>
                    <a:pt x="13614" y="1"/>
                    <a:pt x="13273" y="1"/>
                  </a:cubicBezTo>
                  <a:lnTo>
                    <a:pt x="8718" y="1"/>
                  </a:lnTo>
                  <a:cubicBezTo>
                    <a:pt x="8571" y="1"/>
                    <a:pt x="8424" y="148"/>
                    <a:pt x="8424" y="295"/>
                  </a:cubicBezTo>
                  <a:cubicBezTo>
                    <a:pt x="8424" y="442"/>
                    <a:pt x="8571" y="588"/>
                    <a:pt x="8718" y="588"/>
                  </a:cubicBezTo>
                  <a:lnTo>
                    <a:pt x="10311" y="588"/>
                  </a:lnTo>
                  <a:lnTo>
                    <a:pt x="10311" y="2746"/>
                  </a:lnTo>
                  <a:lnTo>
                    <a:pt x="612" y="2746"/>
                  </a:lnTo>
                  <a:cubicBezTo>
                    <a:pt x="589" y="2746"/>
                    <a:pt x="565" y="2693"/>
                    <a:pt x="565" y="2669"/>
                  </a:cubicBezTo>
                  <a:lnTo>
                    <a:pt x="565" y="635"/>
                  </a:lnTo>
                  <a:cubicBezTo>
                    <a:pt x="565" y="612"/>
                    <a:pt x="589" y="588"/>
                    <a:pt x="612" y="588"/>
                  </a:cubicBezTo>
                  <a:lnTo>
                    <a:pt x="7372" y="588"/>
                  </a:lnTo>
                  <a:cubicBezTo>
                    <a:pt x="7519" y="588"/>
                    <a:pt x="7666" y="442"/>
                    <a:pt x="7666" y="295"/>
                  </a:cubicBezTo>
                  <a:cubicBezTo>
                    <a:pt x="7666" y="148"/>
                    <a:pt x="7519" y="1"/>
                    <a:pt x="7372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949;p63">
              <a:extLst>
                <a:ext uri="{FF2B5EF4-FFF2-40B4-BE49-F238E27FC236}">
                  <a16:creationId xmlns:a16="http://schemas.microsoft.com/office/drawing/2014/main" id="{D452ED2B-5073-8493-314A-46AE950055BE}"/>
                </a:ext>
              </a:extLst>
            </p:cNvPr>
            <p:cNvSpPr/>
            <p:nvPr/>
          </p:nvSpPr>
          <p:spPr>
            <a:xfrm>
              <a:off x="3218038" y="3647031"/>
              <a:ext cx="28636" cy="28382"/>
            </a:xfrm>
            <a:custGeom>
              <a:avLst/>
              <a:gdLst/>
              <a:ahLst/>
              <a:cxnLst/>
              <a:rect l="l" t="t" r="r" b="b"/>
              <a:pathLst>
                <a:path w="1470" h="1457" extrusionOk="0">
                  <a:moveTo>
                    <a:pt x="588" y="381"/>
                  </a:moveTo>
                  <a:cubicBezTo>
                    <a:pt x="664" y="381"/>
                    <a:pt x="711" y="404"/>
                    <a:pt x="759" y="451"/>
                  </a:cubicBezTo>
                  <a:cubicBezTo>
                    <a:pt x="835" y="551"/>
                    <a:pt x="835" y="675"/>
                    <a:pt x="759" y="769"/>
                  </a:cubicBezTo>
                  <a:cubicBezTo>
                    <a:pt x="711" y="807"/>
                    <a:pt x="651" y="826"/>
                    <a:pt x="593" y="826"/>
                  </a:cubicBezTo>
                  <a:cubicBezTo>
                    <a:pt x="535" y="826"/>
                    <a:pt x="479" y="807"/>
                    <a:pt x="441" y="769"/>
                  </a:cubicBezTo>
                  <a:cubicBezTo>
                    <a:pt x="347" y="675"/>
                    <a:pt x="347" y="551"/>
                    <a:pt x="441" y="451"/>
                  </a:cubicBezTo>
                  <a:cubicBezTo>
                    <a:pt x="494" y="404"/>
                    <a:pt x="541" y="381"/>
                    <a:pt x="588" y="381"/>
                  </a:cubicBezTo>
                  <a:close/>
                  <a:moveTo>
                    <a:pt x="602" y="0"/>
                  </a:moveTo>
                  <a:cubicBezTo>
                    <a:pt x="448" y="0"/>
                    <a:pt x="294" y="60"/>
                    <a:pt x="171" y="181"/>
                  </a:cubicBezTo>
                  <a:cubicBezTo>
                    <a:pt x="53" y="304"/>
                    <a:pt x="0" y="451"/>
                    <a:pt x="0" y="598"/>
                  </a:cubicBezTo>
                  <a:cubicBezTo>
                    <a:pt x="0" y="769"/>
                    <a:pt x="53" y="916"/>
                    <a:pt x="171" y="1039"/>
                  </a:cubicBezTo>
                  <a:cubicBezTo>
                    <a:pt x="294" y="1162"/>
                    <a:pt x="441" y="1209"/>
                    <a:pt x="588" y="1209"/>
                  </a:cubicBezTo>
                  <a:cubicBezTo>
                    <a:pt x="688" y="1209"/>
                    <a:pt x="788" y="1186"/>
                    <a:pt x="858" y="1139"/>
                  </a:cubicBezTo>
                  <a:lnTo>
                    <a:pt x="1129" y="1409"/>
                  </a:lnTo>
                  <a:cubicBezTo>
                    <a:pt x="1176" y="1456"/>
                    <a:pt x="1229" y="1456"/>
                    <a:pt x="1276" y="1456"/>
                  </a:cubicBezTo>
                  <a:cubicBezTo>
                    <a:pt x="1323" y="1456"/>
                    <a:pt x="1376" y="1456"/>
                    <a:pt x="1399" y="1409"/>
                  </a:cubicBezTo>
                  <a:cubicBezTo>
                    <a:pt x="1470" y="1333"/>
                    <a:pt x="1470" y="1209"/>
                    <a:pt x="1399" y="1139"/>
                  </a:cubicBezTo>
                  <a:lnTo>
                    <a:pt x="1129" y="869"/>
                  </a:lnTo>
                  <a:cubicBezTo>
                    <a:pt x="1252" y="651"/>
                    <a:pt x="1229" y="381"/>
                    <a:pt x="1029" y="181"/>
                  </a:cubicBezTo>
                  <a:cubicBezTo>
                    <a:pt x="908" y="60"/>
                    <a:pt x="756" y="0"/>
                    <a:pt x="602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950;p63">
              <a:extLst>
                <a:ext uri="{FF2B5EF4-FFF2-40B4-BE49-F238E27FC236}">
                  <a16:creationId xmlns:a16="http://schemas.microsoft.com/office/drawing/2014/main" id="{D66BD143-0057-01F4-C01C-94AF3FEAEA3F}"/>
                </a:ext>
              </a:extLst>
            </p:cNvPr>
            <p:cNvSpPr/>
            <p:nvPr/>
          </p:nvSpPr>
          <p:spPr>
            <a:xfrm>
              <a:off x="3079263" y="3563755"/>
              <a:ext cx="44785" cy="51992"/>
            </a:xfrm>
            <a:custGeom>
              <a:avLst/>
              <a:gdLst/>
              <a:ahLst/>
              <a:cxnLst/>
              <a:rect l="l" t="t" r="r" b="b"/>
              <a:pathLst>
                <a:path w="2299" h="2669" extrusionOk="0">
                  <a:moveTo>
                    <a:pt x="1152" y="1006"/>
                  </a:moveTo>
                  <a:lnTo>
                    <a:pt x="1370" y="1593"/>
                  </a:lnTo>
                  <a:lnTo>
                    <a:pt x="929" y="1593"/>
                  </a:lnTo>
                  <a:lnTo>
                    <a:pt x="1152" y="1006"/>
                  </a:lnTo>
                  <a:close/>
                  <a:moveTo>
                    <a:pt x="1152" y="0"/>
                  </a:moveTo>
                  <a:cubicBezTo>
                    <a:pt x="1029" y="0"/>
                    <a:pt x="906" y="100"/>
                    <a:pt x="859" y="224"/>
                  </a:cubicBezTo>
                  <a:lnTo>
                    <a:pt x="71" y="2281"/>
                  </a:lnTo>
                  <a:cubicBezTo>
                    <a:pt x="0" y="2428"/>
                    <a:pt x="71" y="2598"/>
                    <a:pt x="218" y="2645"/>
                  </a:cubicBezTo>
                  <a:cubicBezTo>
                    <a:pt x="271" y="2669"/>
                    <a:pt x="294" y="2669"/>
                    <a:pt x="341" y="2669"/>
                  </a:cubicBezTo>
                  <a:cubicBezTo>
                    <a:pt x="441" y="2669"/>
                    <a:pt x="565" y="2598"/>
                    <a:pt x="588" y="2475"/>
                  </a:cubicBezTo>
                  <a:lnTo>
                    <a:pt x="712" y="2158"/>
                  </a:lnTo>
                  <a:lnTo>
                    <a:pt x="1593" y="2158"/>
                  </a:lnTo>
                  <a:lnTo>
                    <a:pt x="1711" y="2475"/>
                  </a:lnTo>
                  <a:cubicBezTo>
                    <a:pt x="1753" y="2591"/>
                    <a:pt x="1868" y="2660"/>
                    <a:pt x="1988" y="2660"/>
                  </a:cubicBezTo>
                  <a:cubicBezTo>
                    <a:pt x="2019" y="2660"/>
                    <a:pt x="2051" y="2655"/>
                    <a:pt x="2081" y="2645"/>
                  </a:cubicBezTo>
                  <a:cubicBezTo>
                    <a:pt x="2228" y="2598"/>
                    <a:pt x="2299" y="2428"/>
                    <a:pt x="2252" y="2281"/>
                  </a:cubicBezTo>
                  <a:lnTo>
                    <a:pt x="1470" y="224"/>
                  </a:lnTo>
                  <a:cubicBezTo>
                    <a:pt x="1417" y="100"/>
                    <a:pt x="1299" y="0"/>
                    <a:pt x="1152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951;p63">
              <a:extLst>
                <a:ext uri="{FF2B5EF4-FFF2-40B4-BE49-F238E27FC236}">
                  <a16:creationId xmlns:a16="http://schemas.microsoft.com/office/drawing/2014/main" id="{D26E439C-59AF-0170-07B1-5DE7F8B04C2A}"/>
                </a:ext>
              </a:extLst>
            </p:cNvPr>
            <p:cNvSpPr/>
            <p:nvPr/>
          </p:nvSpPr>
          <p:spPr>
            <a:xfrm>
              <a:off x="3227076" y="3563755"/>
              <a:ext cx="39174" cy="51992"/>
            </a:xfrm>
            <a:custGeom>
              <a:avLst/>
              <a:gdLst/>
              <a:ahLst/>
              <a:cxnLst/>
              <a:rect l="l" t="t" r="r" b="b"/>
              <a:pathLst>
                <a:path w="2011" h="2669" extrusionOk="0">
                  <a:moveTo>
                    <a:pt x="295" y="0"/>
                  </a:moveTo>
                  <a:cubicBezTo>
                    <a:pt x="124" y="0"/>
                    <a:pt x="1" y="147"/>
                    <a:pt x="1" y="294"/>
                  </a:cubicBezTo>
                  <a:lnTo>
                    <a:pt x="1" y="2375"/>
                  </a:lnTo>
                  <a:cubicBezTo>
                    <a:pt x="1" y="2546"/>
                    <a:pt x="124" y="2669"/>
                    <a:pt x="295" y="2669"/>
                  </a:cubicBezTo>
                  <a:cubicBezTo>
                    <a:pt x="441" y="2669"/>
                    <a:pt x="565" y="2546"/>
                    <a:pt x="565" y="2375"/>
                  </a:cubicBezTo>
                  <a:lnTo>
                    <a:pt x="565" y="1593"/>
                  </a:lnTo>
                  <a:lnTo>
                    <a:pt x="1447" y="1593"/>
                  </a:lnTo>
                  <a:lnTo>
                    <a:pt x="1447" y="2375"/>
                  </a:lnTo>
                  <a:cubicBezTo>
                    <a:pt x="1447" y="2546"/>
                    <a:pt x="1570" y="2669"/>
                    <a:pt x="1717" y="2669"/>
                  </a:cubicBezTo>
                  <a:cubicBezTo>
                    <a:pt x="1887" y="2669"/>
                    <a:pt x="2011" y="2546"/>
                    <a:pt x="2011" y="2375"/>
                  </a:cubicBezTo>
                  <a:lnTo>
                    <a:pt x="2011" y="294"/>
                  </a:lnTo>
                  <a:cubicBezTo>
                    <a:pt x="2011" y="147"/>
                    <a:pt x="1887" y="0"/>
                    <a:pt x="1717" y="0"/>
                  </a:cubicBezTo>
                  <a:cubicBezTo>
                    <a:pt x="1570" y="0"/>
                    <a:pt x="1447" y="147"/>
                    <a:pt x="1447" y="294"/>
                  </a:cubicBezTo>
                  <a:lnTo>
                    <a:pt x="1447" y="1029"/>
                  </a:lnTo>
                  <a:lnTo>
                    <a:pt x="565" y="1029"/>
                  </a:lnTo>
                  <a:lnTo>
                    <a:pt x="565" y="294"/>
                  </a:lnTo>
                  <a:cubicBezTo>
                    <a:pt x="565" y="147"/>
                    <a:pt x="441" y="0"/>
                    <a:pt x="295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952;p63">
              <a:extLst>
                <a:ext uri="{FF2B5EF4-FFF2-40B4-BE49-F238E27FC236}">
                  <a16:creationId xmlns:a16="http://schemas.microsoft.com/office/drawing/2014/main" id="{296A2923-FFF2-E1FF-DF0B-C89471F1851A}"/>
                </a:ext>
              </a:extLst>
            </p:cNvPr>
            <p:cNvSpPr/>
            <p:nvPr/>
          </p:nvSpPr>
          <p:spPr>
            <a:xfrm>
              <a:off x="3043888" y="3564203"/>
              <a:ext cx="28188" cy="51544"/>
            </a:xfrm>
            <a:custGeom>
              <a:avLst/>
              <a:gdLst/>
              <a:ahLst/>
              <a:cxnLst/>
              <a:rect l="l" t="t" r="r" b="b"/>
              <a:pathLst>
                <a:path w="1447" h="2646" extrusionOk="0">
                  <a:moveTo>
                    <a:pt x="294" y="1"/>
                  </a:moveTo>
                  <a:cubicBezTo>
                    <a:pt x="147" y="1"/>
                    <a:pt x="0" y="124"/>
                    <a:pt x="0" y="295"/>
                  </a:cubicBezTo>
                  <a:lnTo>
                    <a:pt x="0" y="2352"/>
                  </a:lnTo>
                  <a:cubicBezTo>
                    <a:pt x="0" y="2523"/>
                    <a:pt x="147" y="2646"/>
                    <a:pt x="294" y="2646"/>
                  </a:cubicBezTo>
                  <a:lnTo>
                    <a:pt x="1176" y="2646"/>
                  </a:lnTo>
                  <a:cubicBezTo>
                    <a:pt x="1323" y="2646"/>
                    <a:pt x="1446" y="2523"/>
                    <a:pt x="1446" y="2352"/>
                  </a:cubicBezTo>
                  <a:cubicBezTo>
                    <a:pt x="1446" y="2205"/>
                    <a:pt x="1323" y="2058"/>
                    <a:pt x="1176" y="2058"/>
                  </a:cubicBezTo>
                  <a:lnTo>
                    <a:pt x="588" y="2058"/>
                  </a:lnTo>
                  <a:lnTo>
                    <a:pt x="588" y="1617"/>
                  </a:lnTo>
                  <a:lnTo>
                    <a:pt x="1105" y="1617"/>
                  </a:lnTo>
                  <a:cubicBezTo>
                    <a:pt x="1252" y="1617"/>
                    <a:pt x="1399" y="1470"/>
                    <a:pt x="1399" y="1323"/>
                  </a:cubicBezTo>
                  <a:cubicBezTo>
                    <a:pt x="1399" y="1177"/>
                    <a:pt x="1252" y="1030"/>
                    <a:pt x="1105" y="1030"/>
                  </a:cubicBezTo>
                  <a:lnTo>
                    <a:pt x="588" y="1030"/>
                  </a:lnTo>
                  <a:lnTo>
                    <a:pt x="588" y="589"/>
                  </a:lnTo>
                  <a:lnTo>
                    <a:pt x="1176" y="589"/>
                  </a:lnTo>
                  <a:cubicBezTo>
                    <a:pt x="1323" y="589"/>
                    <a:pt x="1446" y="442"/>
                    <a:pt x="1446" y="295"/>
                  </a:cubicBezTo>
                  <a:cubicBezTo>
                    <a:pt x="1446" y="124"/>
                    <a:pt x="1323" y="1"/>
                    <a:pt x="1176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953;p63">
              <a:extLst>
                <a:ext uri="{FF2B5EF4-FFF2-40B4-BE49-F238E27FC236}">
                  <a16:creationId xmlns:a16="http://schemas.microsoft.com/office/drawing/2014/main" id="{D9BF9F90-6CFB-E54B-45AD-D87C80109745}"/>
                </a:ext>
              </a:extLst>
            </p:cNvPr>
            <p:cNvSpPr/>
            <p:nvPr/>
          </p:nvSpPr>
          <p:spPr>
            <a:xfrm>
              <a:off x="3173273" y="3563755"/>
              <a:ext cx="44785" cy="51992"/>
            </a:xfrm>
            <a:custGeom>
              <a:avLst/>
              <a:gdLst/>
              <a:ahLst/>
              <a:cxnLst/>
              <a:rect l="l" t="t" r="r" b="b"/>
              <a:pathLst>
                <a:path w="2299" h="2669" extrusionOk="0">
                  <a:moveTo>
                    <a:pt x="1346" y="0"/>
                  </a:moveTo>
                  <a:cubicBezTo>
                    <a:pt x="611" y="0"/>
                    <a:pt x="0" y="612"/>
                    <a:pt x="0" y="1346"/>
                  </a:cubicBezTo>
                  <a:cubicBezTo>
                    <a:pt x="0" y="2081"/>
                    <a:pt x="611" y="2669"/>
                    <a:pt x="1346" y="2669"/>
                  </a:cubicBezTo>
                  <a:cubicBezTo>
                    <a:pt x="1616" y="2669"/>
                    <a:pt x="1881" y="2575"/>
                    <a:pt x="2104" y="2375"/>
                  </a:cubicBezTo>
                  <a:cubicBezTo>
                    <a:pt x="2128" y="2352"/>
                    <a:pt x="2175" y="2305"/>
                    <a:pt x="2204" y="2281"/>
                  </a:cubicBezTo>
                  <a:cubicBezTo>
                    <a:pt x="2298" y="2158"/>
                    <a:pt x="2298" y="1958"/>
                    <a:pt x="2175" y="1864"/>
                  </a:cubicBezTo>
                  <a:cubicBezTo>
                    <a:pt x="2125" y="1822"/>
                    <a:pt x="2061" y="1801"/>
                    <a:pt x="1996" y="1801"/>
                  </a:cubicBezTo>
                  <a:cubicBezTo>
                    <a:pt x="1908" y="1801"/>
                    <a:pt x="1818" y="1839"/>
                    <a:pt x="1763" y="1911"/>
                  </a:cubicBezTo>
                  <a:cubicBezTo>
                    <a:pt x="1763" y="1911"/>
                    <a:pt x="1734" y="1934"/>
                    <a:pt x="1710" y="1958"/>
                  </a:cubicBezTo>
                  <a:cubicBezTo>
                    <a:pt x="1616" y="2058"/>
                    <a:pt x="1493" y="2081"/>
                    <a:pt x="1346" y="2081"/>
                  </a:cubicBezTo>
                  <a:cubicBezTo>
                    <a:pt x="905" y="2081"/>
                    <a:pt x="588" y="1764"/>
                    <a:pt x="588" y="1346"/>
                  </a:cubicBezTo>
                  <a:cubicBezTo>
                    <a:pt x="588" y="929"/>
                    <a:pt x="905" y="588"/>
                    <a:pt x="1346" y="588"/>
                  </a:cubicBezTo>
                  <a:cubicBezTo>
                    <a:pt x="1493" y="588"/>
                    <a:pt x="1640" y="635"/>
                    <a:pt x="1763" y="712"/>
                  </a:cubicBezTo>
                  <a:cubicBezTo>
                    <a:pt x="1806" y="748"/>
                    <a:pt x="1856" y="764"/>
                    <a:pt x="1908" y="764"/>
                  </a:cubicBezTo>
                  <a:cubicBezTo>
                    <a:pt x="1998" y="764"/>
                    <a:pt x="2091" y="714"/>
                    <a:pt x="2151" y="635"/>
                  </a:cubicBezTo>
                  <a:cubicBezTo>
                    <a:pt x="2251" y="518"/>
                    <a:pt x="2204" y="318"/>
                    <a:pt x="2081" y="247"/>
                  </a:cubicBezTo>
                  <a:cubicBezTo>
                    <a:pt x="1857" y="100"/>
                    <a:pt x="1587" y="0"/>
                    <a:pt x="1346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954;p63">
              <a:extLst>
                <a:ext uri="{FF2B5EF4-FFF2-40B4-BE49-F238E27FC236}">
                  <a16:creationId xmlns:a16="http://schemas.microsoft.com/office/drawing/2014/main" id="{C6D5B9AD-5D59-C3FE-2A55-14906AB05391}"/>
                </a:ext>
              </a:extLst>
            </p:cNvPr>
            <p:cNvSpPr/>
            <p:nvPr/>
          </p:nvSpPr>
          <p:spPr>
            <a:xfrm>
              <a:off x="2996240" y="3563833"/>
              <a:ext cx="39077" cy="51914"/>
            </a:xfrm>
            <a:custGeom>
              <a:avLst/>
              <a:gdLst/>
              <a:ahLst/>
              <a:cxnLst/>
              <a:rect l="l" t="t" r="r" b="b"/>
              <a:pathLst>
                <a:path w="2006" h="2665" extrusionOk="0">
                  <a:moveTo>
                    <a:pt x="1011" y="1"/>
                  </a:moveTo>
                  <a:cubicBezTo>
                    <a:pt x="916" y="1"/>
                    <a:pt x="816" y="13"/>
                    <a:pt x="712" y="43"/>
                  </a:cubicBezTo>
                  <a:cubicBezTo>
                    <a:pt x="418" y="143"/>
                    <a:pt x="195" y="367"/>
                    <a:pt x="171" y="661"/>
                  </a:cubicBezTo>
                  <a:cubicBezTo>
                    <a:pt x="95" y="1025"/>
                    <a:pt x="318" y="1295"/>
                    <a:pt x="636" y="1419"/>
                  </a:cubicBezTo>
                  <a:cubicBezTo>
                    <a:pt x="806" y="1489"/>
                    <a:pt x="977" y="1566"/>
                    <a:pt x="1124" y="1613"/>
                  </a:cubicBezTo>
                  <a:cubicBezTo>
                    <a:pt x="1200" y="1636"/>
                    <a:pt x="1417" y="1736"/>
                    <a:pt x="1394" y="1883"/>
                  </a:cubicBezTo>
                  <a:cubicBezTo>
                    <a:pt x="1370" y="1983"/>
                    <a:pt x="1247" y="2077"/>
                    <a:pt x="1053" y="2077"/>
                  </a:cubicBezTo>
                  <a:cubicBezTo>
                    <a:pt x="859" y="2077"/>
                    <a:pt x="659" y="2007"/>
                    <a:pt x="536" y="1883"/>
                  </a:cubicBezTo>
                  <a:cubicBezTo>
                    <a:pt x="486" y="1818"/>
                    <a:pt x="407" y="1787"/>
                    <a:pt x="327" y="1787"/>
                  </a:cubicBezTo>
                  <a:cubicBezTo>
                    <a:pt x="254" y="1787"/>
                    <a:pt x="180" y="1812"/>
                    <a:pt x="124" y="1860"/>
                  </a:cubicBezTo>
                  <a:cubicBezTo>
                    <a:pt x="24" y="1954"/>
                    <a:pt x="1" y="2154"/>
                    <a:pt x="124" y="2248"/>
                  </a:cubicBezTo>
                  <a:cubicBezTo>
                    <a:pt x="342" y="2518"/>
                    <a:pt x="683" y="2665"/>
                    <a:pt x="1053" y="2665"/>
                  </a:cubicBezTo>
                  <a:cubicBezTo>
                    <a:pt x="1494" y="2665"/>
                    <a:pt x="1888" y="2371"/>
                    <a:pt x="1958" y="1983"/>
                  </a:cubicBezTo>
                  <a:cubicBezTo>
                    <a:pt x="2005" y="1660"/>
                    <a:pt x="1858" y="1272"/>
                    <a:pt x="1323" y="1072"/>
                  </a:cubicBezTo>
                  <a:cubicBezTo>
                    <a:pt x="1077" y="1002"/>
                    <a:pt x="830" y="878"/>
                    <a:pt x="759" y="855"/>
                  </a:cubicBezTo>
                  <a:cubicBezTo>
                    <a:pt x="736" y="831"/>
                    <a:pt x="736" y="755"/>
                    <a:pt x="736" y="755"/>
                  </a:cubicBezTo>
                  <a:cubicBezTo>
                    <a:pt x="736" y="708"/>
                    <a:pt x="759" y="631"/>
                    <a:pt x="883" y="608"/>
                  </a:cubicBezTo>
                  <a:cubicBezTo>
                    <a:pt x="931" y="591"/>
                    <a:pt x="979" y="584"/>
                    <a:pt x="1025" y="584"/>
                  </a:cubicBezTo>
                  <a:cubicBezTo>
                    <a:pt x="1239" y="584"/>
                    <a:pt x="1417" y="731"/>
                    <a:pt x="1417" y="731"/>
                  </a:cubicBezTo>
                  <a:cubicBezTo>
                    <a:pt x="1470" y="773"/>
                    <a:pt x="1530" y="793"/>
                    <a:pt x="1592" y="793"/>
                  </a:cubicBezTo>
                  <a:cubicBezTo>
                    <a:pt x="1676" y="793"/>
                    <a:pt x="1763" y="756"/>
                    <a:pt x="1835" y="684"/>
                  </a:cubicBezTo>
                  <a:cubicBezTo>
                    <a:pt x="1935" y="561"/>
                    <a:pt x="1911" y="390"/>
                    <a:pt x="1788" y="290"/>
                  </a:cubicBezTo>
                  <a:cubicBezTo>
                    <a:pt x="1768" y="271"/>
                    <a:pt x="1450" y="1"/>
                    <a:pt x="1011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955;p63">
              <a:extLst>
                <a:ext uri="{FF2B5EF4-FFF2-40B4-BE49-F238E27FC236}">
                  <a16:creationId xmlns:a16="http://schemas.microsoft.com/office/drawing/2014/main" id="{B27F63EE-72C1-A4E3-7522-ECFCBE06271D}"/>
                </a:ext>
              </a:extLst>
            </p:cNvPr>
            <p:cNvSpPr/>
            <p:nvPr/>
          </p:nvSpPr>
          <p:spPr>
            <a:xfrm>
              <a:off x="3132618" y="3563755"/>
              <a:ext cx="33915" cy="51992"/>
            </a:xfrm>
            <a:custGeom>
              <a:avLst/>
              <a:gdLst/>
              <a:ahLst/>
              <a:cxnLst/>
              <a:rect l="l" t="t" r="r" b="b"/>
              <a:pathLst>
                <a:path w="1741" h="2669" extrusionOk="0">
                  <a:moveTo>
                    <a:pt x="859" y="588"/>
                  </a:moveTo>
                  <a:cubicBezTo>
                    <a:pt x="1006" y="588"/>
                    <a:pt x="1129" y="712"/>
                    <a:pt x="1129" y="835"/>
                  </a:cubicBezTo>
                  <a:cubicBezTo>
                    <a:pt x="1129" y="982"/>
                    <a:pt x="1006" y="1105"/>
                    <a:pt x="859" y="1105"/>
                  </a:cubicBezTo>
                  <a:lnTo>
                    <a:pt x="588" y="1105"/>
                  </a:lnTo>
                  <a:lnTo>
                    <a:pt x="588" y="588"/>
                  </a:lnTo>
                  <a:close/>
                  <a:moveTo>
                    <a:pt x="294" y="0"/>
                  </a:moveTo>
                  <a:cubicBezTo>
                    <a:pt x="147" y="0"/>
                    <a:pt x="0" y="147"/>
                    <a:pt x="0" y="294"/>
                  </a:cubicBezTo>
                  <a:lnTo>
                    <a:pt x="0" y="2375"/>
                  </a:lnTo>
                  <a:cubicBezTo>
                    <a:pt x="0" y="2546"/>
                    <a:pt x="147" y="2669"/>
                    <a:pt x="294" y="2669"/>
                  </a:cubicBezTo>
                  <a:cubicBezTo>
                    <a:pt x="441" y="2669"/>
                    <a:pt x="588" y="2546"/>
                    <a:pt x="588" y="2375"/>
                  </a:cubicBezTo>
                  <a:lnTo>
                    <a:pt x="588" y="1864"/>
                  </a:lnTo>
                  <a:lnTo>
                    <a:pt x="1205" y="2575"/>
                  </a:lnTo>
                  <a:cubicBezTo>
                    <a:pt x="1276" y="2622"/>
                    <a:pt x="1352" y="2669"/>
                    <a:pt x="1423" y="2669"/>
                  </a:cubicBezTo>
                  <a:cubicBezTo>
                    <a:pt x="1499" y="2669"/>
                    <a:pt x="1546" y="2645"/>
                    <a:pt x="1617" y="2598"/>
                  </a:cubicBezTo>
                  <a:cubicBezTo>
                    <a:pt x="1717" y="2499"/>
                    <a:pt x="1740" y="2305"/>
                    <a:pt x="1646" y="2181"/>
                  </a:cubicBezTo>
                  <a:lnTo>
                    <a:pt x="1129" y="1617"/>
                  </a:lnTo>
                  <a:cubicBezTo>
                    <a:pt x="1470" y="1493"/>
                    <a:pt x="1717" y="1200"/>
                    <a:pt x="1717" y="835"/>
                  </a:cubicBezTo>
                  <a:cubicBezTo>
                    <a:pt x="1717" y="394"/>
                    <a:pt x="1323" y="0"/>
                    <a:pt x="859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501809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6">
          <a:extLst>
            <a:ext uri="{FF2B5EF4-FFF2-40B4-BE49-F238E27FC236}">
              <a16:creationId xmlns:a16="http://schemas.microsoft.com/office/drawing/2014/main" id="{732D89AC-E8FA-E4D3-467D-51D968F39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" name="Google Shape;2447;p53">
            <a:extLst>
              <a:ext uri="{FF2B5EF4-FFF2-40B4-BE49-F238E27FC236}">
                <a16:creationId xmlns:a16="http://schemas.microsoft.com/office/drawing/2014/main" id="{3DD70CD0-DBF5-E7BB-A291-FB60A650A10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Information Retrival Process</a:t>
            </a:r>
            <a:endParaRPr dirty="0"/>
          </a:p>
        </p:txBody>
      </p:sp>
      <p:sp>
        <p:nvSpPr>
          <p:cNvPr id="2448" name="Google Shape;2448;p53">
            <a:extLst>
              <a:ext uri="{FF2B5EF4-FFF2-40B4-BE49-F238E27FC236}">
                <a16:creationId xmlns:a16="http://schemas.microsoft.com/office/drawing/2014/main" id="{485476A2-AA7A-91E1-E574-7981DE44B485}"/>
              </a:ext>
            </a:extLst>
          </p:cNvPr>
          <p:cNvSpPr txBox="1"/>
          <p:nvPr/>
        </p:nvSpPr>
        <p:spPr>
          <a:xfrm>
            <a:off x="720000" y="2966224"/>
            <a:ext cx="2142146" cy="165545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en-IN" sz="1200" dirty="0"/>
              <a:t>The user enters a specific prompt or query. This initiates the process, defining exactly what information needs to be found.</a:t>
            </a:r>
            <a:endParaRPr sz="1200"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49" name="Google Shape;2449;p53">
            <a:extLst>
              <a:ext uri="{FF2B5EF4-FFF2-40B4-BE49-F238E27FC236}">
                <a16:creationId xmlns:a16="http://schemas.microsoft.com/office/drawing/2014/main" id="{A059FC59-E5B5-F94A-C5F0-6FA35382F824}"/>
              </a:ext>
            </a:extLst>
          </p:cNvPr>
          <p:cNvSpPr txBox="1"/>
          <p:nvPr/>
        </p:nvSpPr>
        <p:spPr>
          <a:xfrm>
            <a:off x="720000" y="1460850"/>
            <a:ext cx="2142146" cy="1505374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Question</a:t>
            </a:r>
            <a:endParaRPr sz="20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50" name="Google Shape;2450;p53">
            <a:extLst>
              <a:ext uri="{FF2B5EF4-FFF2-40B4-BE49-F238E27FC236}">
                <a16:creationId xmlns:a16="http://schemas.microsoft.com/office/drawing/2014/main" id="{DE49FF12-D7A5-A9E2-05C4-E40894FAD14C}"/>
              </a:ext>
            </a:extLst>
          </p:cNvPr>
          <p:cNvSpPr txBox="1"/>
          <p:nvPr/>
        </p:nvSpPr>
        <p:spPr>
          <a:xfrm>
            <a:off x="3500927" y="2978924"/>
            <a:ext cx="2142146" cy="164275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en-IN" sz="120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User question is also embedded and then compared to the document.</a:t>
            </a:r>
            <a:endParaRPr sz="1200"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51" name="Google Shape;2451;p53">
            <a:extLst>
              <a:ext uri="{FF2B5EF4-FFF2-40B4-BE49-F238E27FC236}">
                <a16:creationId xmlns:a16="http://schemas.microsoft.com/office/drawing/2014/main" id="{5728FA86-2AE0-2B44-E7F3-CEDA24957067}"/>
              </a:ext>
            </a:extLst>
          </p:cNvPr>
          <p:cNvSpPr txBox="1"/>
          <p:nvPr/>
        </p:nvSpPr>
        <p:spPr>
          <a:xfrm>
            <a:off x="3500927" y="1460850"/>
            <a:ext cx="2142146" cy="1505374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STORE</a:t>
            </a:r>
            <a:endParaRPr sz="20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460" name="Google Shape;2460;p53">
            <a:extLst>
              <a:ext uri="{FF2B5EF4-FFF2-40B4-BE49-F238E27FC236}">
                <a16:creationId xmlns:a16="http://schemas.microsoft.com/office/drawing/2014/main" id="{7AECF285-A249-D60F-FBEF-2822F6CA4127}"/>
              </a:ext>
            </a:extLst>
          </p:cNvPr>
          <p:cNvCxnSpPr>
            <a:cxnSpLocks/>
            <a:stCxn id="2449" idx="3"/>
            <a:endCxn id="2451" idx="1"/>
          </p:cNvCxnSpPr>
          <p:nvPr/>
        </p:nvCxnSpPr>
        <p:spPr>
          <a:xfrm>
            <a:off x="2862146" y="2213537"/>
            <a:ext cx="638781" cy="12700"/>
          </a:xfrm>
          <a:prstGeom prst="bentConnector3">
            <a:avLst>
              <a:gd name="adj1" fmla="val 50000"/>
            </a:avLst>
          </a:prstGeom>
          <a:ln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27" name="Google Shape;3669;p63">
            <a:extLst>
              <a:ext uri="{FF2B5EF4-FFF2-40B4-BE49-F238E27FC236}">
                <a16:creationId xmlns:a16="http://schemas.microsoft.com/office/drawing/2014/main" id="{DD7A49CE-9C35-E668-22D8-0A98CD4D235F}"/>
              </a:ext>
            </a:extLst>
          </p:cNvPr>
          <p:cNvGrpSpPr/>
          <p:nvPr/>
        </p:nvGrpSpPr>
        <p:grpSpPr>
          <a:xfrm>
            <a:off x="1592893" y="2456432"/>
            <a:ext cx="379821" cy="326329"/>
            <a:chOff x="1789660" y="2819976"/>
            <a:chExt cx="379821" cy="326329"/>
          </a:xfrm>
        </p:grpSpPr>
        <p:sp>
          <p:nvSpPr>
            <p:cNvPr id="28" name="Google Shape;3670;p63">
              <a:extLst>
                <a:ext uri="{FF2B5EF4-FFF2-40B4-BE49-F238E27FC236}">
                  <a16:creationId xmlns:a16="http://schemas.microsoft.com/office/drawing/2014/main" id="{E2910B64-C327-846E-B09A-F25925A08FBC}"/>
                </a:ext>
              </a:extLst>
            </p:cNvPr>
            <p:cNvSpPr/>
            <p:nvPr/>
          </p:nvSpPr>
          <p:spPr>
            <a:xfrm>
              <a:off x="1794919" y="3035111"/>
              <a:ext cx="368834" cy="48232"/>
            </a:xfrm>
            <a:custGeom>
              <a:avLst/>
              <a:gdLst/>
              <a:ahLst/>
              <a:cxnLst/>
              <a:rect l="l" t="t" r="r" b="b"/>
              <a:pathLst>
                <a:path w="18934" h="2476" extrusionOk="0">
                  <a:moveTo>
                    <a:pt x="1" y="1"/>
                  </a:moveTo>
                  <a:lnTo>
                    <a:pt x="1" y="1499"/>
                  </a:lnTo>
                  <a:cubicBezTo>
                    <a:pt x="1" y="2034"/>
                    <a:pt x="442" y="2475"/>
                    <a:pt x="982" y="2475"/>
                  </a:cubicBezTo>
                  <a:lnTo>
                    <a:pt x="17975" y="2475"/>
                  </a:lnTo>
                  <a:cubicBezTo>
                    <a:pt x="18492" y="2475"/>
                    <a:pt x="18933" y="2034"/>
                    <a:pt x="18933" y="1499"/>
                  </a:cubicBezTo>
                  <a:lnTo>
                    <a:pt x="18933" y="1"/>
                  </a:ln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3671;p63">
              <a:extLst>
                <a:ext uri="{FF2B5EF4-FFF2-40B4-BE49-F238E27FC236}">
                  <a16:creationId xmlns:a16="http://schemas.microsoft.com/office/drawing/2014/main" id="{AB1FBC15-97B5-25F7-CF68-2B318302FD0D}"/>
                </a:ext>
              </a:extLst>
            </p:cNvPr>
            <p:cNvSpPr/>
            <p:nvPr/>
          </p:nvSpPr>
          <p:spPr>
            <a:xfrm>
              <a:off x="1794919" y="2825236"/>
              <a:ext cx="368834" cy="209897"/>
            </a:xfrm>
            <a:custGeom>
              <a:avLst/>
              <a:gdLst/>
              <a:ahLst/>
              <a:cxnLst/>
              <a:rect l="l" t="t" r="r" b="b"/>
              <a:pathLst>
                <a:path w="18934" h="10775" extrusionOk="0">
                  <a:moveTo>
                    <a:pt x="982" y="1"/>
                  </a:moveTo>
                  <a:cubicBezTo>
                    <a:pt x="442" y="1"/>
                    <a:pt x="1" y="441"/>
                    <a:pt x="1" y="982"/>
                  </a:cubicBezTo>
                  <a:lnTo>
                    <a:pt x="1" y="10775"/>
                  </a:lnTo>
                  <a:lnTo>
                    <a:pt x="18933" y="10775"/>
                  </a:lnTo>
                  <a:lnTo>
                    <a:pt x="18933" y="982"/>
                  </a:lnTo>
                  <a:cubicBezTo>
                    <a:pt x="18933" y="441"/>
                    <a:pt x="18492" y="1"/>
                    <a:pt x="17975" y="1"/>
                  </a:cubicBezTo>
                  <a:close/>
                </a:path>
              </a:pathLst>
            </a:custGeom>
            <a:solidFill>
              <a:srgbClr val="FF93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672;p63">
              <a:extLst>
                <a:ext uri="{FF2B5EF4-FFF2-40B4-BE49-F238E27FC236}">
                  <a16:creationId xmlns:a16="http://schemas.microsoft.com/office/drawing/2014/main" id="{8AA4DBCD-C256-5258-596E-32715C990B25}"/>
                </a:ext>
              </a:extLst>
            </p:cNvPr>
            <p:cNvSpPr/>
            <p:nvPr/>
          </p:nvSpPr>
          <p:spPr>
            <a:xfrm>
              <a:off x="1794919" y="2825236"/>
              <a:ext cx="368834" cy="209897"/>
            </a:xfrm>
            <a:custGeom>
              <a:avLst/>
              <a:gdLst/>
              <a:ahLst/>
              <a:cxnLst/>
              <a:rect l="l" t="t" r="r" b="b"/>
              <a:pathLst>
                <a:path w="18934" h="10775" extrusionOk="0">
                  <a:moveTo>
                    <a:pt x="982" y="1"/>
                  </a:moveTo>
                  <a:cubicBezTo>
                    <a:pt x="442" y="1"/>
                    <a:pt x="1" y="441"/>
                    <a:pt x="1" y="982"/>
                  </a:cubicBezTo>
                  <a:lnTo>
                    <a:pt x="1" y="10775"/>
                  </a:lnTo>
                  <a:lnTo>
                    <a:pt x="18933" y="10775"/>
                  </a:lnTo>
                  <a:lnTo>
                    <a:pt x="18933" y="982"/>
                  </a:lnTo>
                  <a:cubicBezTo>
                    <a:pt x="18933" y="441"/>
                    <a:pt x="18492" y="1"/>
                    <a:pt x="17975" y="1"/>
                  </a:cubicBezTo>
                  <a:close/>
                </a:path>
              </a:pathLst>
            </a:custGeom>
            <a:solidFill>
              <a:srgbClr val="FF93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673;p63">
              <a:extLst>
                <a:ext uri="{FF2B5EF4-FFF2-40B4-BE49-F238E27FC236}">
                  <a16:creationId xmlns:a16="http://schemas.microsoft.com/office/drawing/2014/main" id="{C9D573F1-33B7-CD0B-D13F-D986402229ED}"/>
                </a:ext>
              </a:extLst>
            </p:cNvPr>
            <p:cNvSpPr/>
            <p:nvPr/>
          </p:nvSpPr>
          <p:spPr>
            <a:xfrm>
              <a:off x="2129836" y="2825236"/>
              <a:ext cx="33915" cy="209897"/>
            </a:xfrm>
            <a:custGeom>
              <a:avLst/>
              <a:gdLst/>
              <a:ahLst/>
              <a:cxnLst/>
              <a:rect l="l" t="t" r="r" b="b"/>
              <a:pathLst>
                <a:path w="1741" h="10775" extrusionOk="0">
                  <a:moveTo>
                    <a:pt x="1" y="1"/>
                  </a:moveTo>
                  <a:cubicBezTo>
                    <a:pt x="541" y="1"/>
                    <a:pt x="982" y="441"/>
                    <a:pt x="982" y="982"/>
                  </a:cubicBezTo>
                  <a:lnTo>
                    <a:pt x="982" y="10775"/>
                  </a:lnTo>
                  <a:lnTo>
                    <a:pt x="1740" y="10775"/>
                  </a:lnTo>
                  <a:lnTo>
                    <a:pt x="1740" y="982"/>
                  </a:lnTo>
                  <a:cubicBezTo>
                    <a:pt x="1740" y="441"/>
                    <a:pt x="1299" y="1"/>
                    <a:pt x="782" y="1"/>
                  </a:cubicBezTo>
                  <a:close/>
                </a:path>
              </a:pathLst>
            </a:custGeom>
            <a:solidFill>
              <a:srgbClr val="FF61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674;p63">
              <a:extLst>
                <a:ext uri="{FF2B5EF4-FFF2-40B4-BE49-F238E27FC236}">
                  <a16:creationId xmlns:a16="http://schemas.microsoft.com/office/drawing/2014/main" id="{F0460280-9E03-D08F-3819-CAE35B58F46A}"/>
                </a:ext>
              </a:extLst>
            </p:cNvPr>
            <p:cNvSpPr/>
            <p:nvPr/>
          </p:nvSpPr>
          <p:spPr>
            <a:xfrm>
              <a:off x="2129836" y="3035111"/>
              <a:ext cx="33915" cy="48232"/>
            </a:xfrm>
            <a:custGeom>
              <a:avLst/>
              <a:gdLst/>
              <a:ahLst/>
              <a:cxnLst/>
              <a:rect l="l" t="t" r="r" b="b"/>
              <a:pathLst>
                <a:path w="1741" h="2476" extrusionOk="0">
                  <a:moveTo>
                    <a:pt x="982" y="1"/>
                  </a:moveTo>
                  <a:lnTo>
                    <a:pt x="982" y="1499"/>
                  </a:lnTo>
                  <a:cubicBezTo>
                    <a:pt x="982" y="2034"/>
                    <a:pt x="541" y="2475"/>
                    <a:pt x="1" y="2475"/>
                  </a:cubicBezTo>
                  <a:lnTo>
                    <a:pt x="782" y="2475"/>
                  </a:lnTo>
                  <a:cubicBezTo>
                    <a:pt x="1299" y="2475"/>
                    <a:pt x="1740" y="2034"/>
                    <a:pt x="1740" y="1499"/>
                  </a:cubicBezTo>
                  <a:lnTo>
                    <a:pt x="1740" y="1"/>
                  </a:lnTo>
                  <a:close/>
                </a:path>
              </a:pathLst>
            </a:custGeom>
            <a:solidFill>
              <a:srgbClr val="866A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675;p63">
              <a:extLst>
                <a:ext uri="{FF2B5EF4-FFF2-40B4-BE49-F238E27FC236}">
                  <a16:creationId xmlns:a16="http://schemas.microsoft.com/office/drawing/2014/main" id="{CD152D48-C652-98F0-AFCE-5CAEA83B5551}"/>
                </a:ext>
              </a:extLst>
            </p:cNvPr>
            <p:cNvSpPr/>
            <p:nvPr/>
          </p:nvSpPr>
          <p:spPr>
            <a:xfrm>
              <a:off x="1937590" y="3083324"/>
              <a:ext cx="83959" cy="57719"/>
            </a:xfrm>
            <a:custGeom>
              <a:avLst/>
              <a:gdLst/>
              <a:ahLst/>
              <a:cxnLst/>
              <a:rect l="l" t="t" r="r" b="b"/>
              <a:pathLst>
                <a:path w="4310" h="2963" extrusionOk="0">
                  <a:moveTo>
                    <a:pt x="295" y="0"/>
                  </a:moveTo>
                  <a:cubicBezTo>
                    <a:pt x="295" y="0"/>
                    <a:pt x="271" y="2157"/>
                    <a:pt x="1" y="2963"/>
                  </a:cubicBezTo>
                  <a:lnTo>
                    <a:pt x="4309" y="2963"/>
                  </a:lnTo>
                  <a:cubicBezTo>
                    <a:pt x="4015" y="2157"/>
                    <a:pt x="3992" y="0"/>
                    <a:pt x="3992" y="0"/>
                  </a:cubicBezTo>
                  <a:close/>
                </a:path>
              </a:pathLst>
            </a:custGeom>
            <a:solidFill>
              <a:srgbClr val="866A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676;p63">
              <a:extLst>
                <a:ext uri="{FF2B5EF4-FFF2-40B4-BE49-F238E27FC236}">
                  <a16:creationId xmlns:a16="http://schemas.microsoft.com/office/drawing/2014/main" id="{9411ABA9-9898-99AD-9039-2CB5945BBE29}"/>
                </a:ext>
              </a:extLst>
            </p:cNvPr>
            <p:cNvSpPr/>
            <p:nvPr/>
          </p:nvSpPr>
          <p:spPr>
            <a:xfrm>
              <a:off x="1942869" y="3083324"/>
              <a:ext cx="72953" cy="14785"/>
            </a:xfrm>
            <a:custGeom>
              <a:avLst/>
              <a:gdLst/>
              <a:ahLst/>
              <a:cxnLst/>
              <a:rect l="l" t="t" r="r" b="b"/>
              <a:pathLst>
                <a:path w="3745" h="759" extrusionOk="0">
                  <a:moveTo>
                    <a:pt x="24" y="0"/>
                  </a:moveTo>
                  <a:cubicBezTo>
                    <a:pt x="24" y="0"/>
                    <a:pt x="24" y="318"/>
                    <a:pt x="0" y="758"/>
                  </a:cubicBezTo>
                  <a:lnTo>
                    <a:pt x="3744" y="758"/>
                  </a:lnTo>
                  <a:cubicBezTo>
                    <a:pt x="3721" y="318"/>
                    <a:pt x="3721" y="0"/>
                    <a:pt x="3721" y="0"/>
                  </a:cubicBez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677;p63">
              <a:extLst>
                <a:ext uri="{FF2B5EF4-FFF2-40B4-BE49-F238E27FC236}">
                  <a16:creationId xmlns:a16="http://schemas.microsoft.com/office/drawing/2014/main" id="{C07BEEEB-3756-5B5D-F4FC-5A0C7D238543}"/>
                </a:ext>
              </a:extLst>
            </p:cNvPr>
            <p:cNvSpPr/>
            <p:nvPr/>
          </p:nvSpPr>
          <p:spPr>
            <a:xfrm>
              <a:off x="1942869" y="3083324"/>
              <a:ext cx="72953" cy="14785"/>
            </a:xfrm>
            <a:custGeom>
              <a:avLst/>
              <a:gdLst/>
              <a:ahLst/>
              <a:cxnLst/>
              <a:rect l="l" t="t" r="r" b="b"/>
              <a:pathLst>
                <a:path w="3745" h="759" extrusionOk="0">
                  <a:moveTo>
                    <a:pt x="24" y="0"/>
                  </a:moveTo>
                  <a:cubicBezTo>
                    <a:pt x="24" y="0"/>
                    <a:pt x="24" y="318"/>
                    <a:pt x="0" y="758"/>
                  </a:cubicBezTo>
                  <a:lnTo>
                    <a:pt x="3744" y="758"/>
                  </a:lnTo>
                  <a:cubicBezTo>
                    <a:pt x="3721" y="318"/>
                    <a:pt x="3721" y="0"/>
                    <a:pt x="3721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78;p63">
              <a:extLst>
                <a:ext uri="{FF2B5EF4-FFF2-40B4-BE49-F238E27FC236}">
                  <a16:creationId xmlns:a16="http://schemas.microsoft.com/office/drawing/2014/main" id="{BBFB1E93-112A-4076-4396-7712732F614A}"/>
                </a:ext>
              </a:extLst>
            </p:cNvPr>
            <p:cNvSpPr/>
            <p:nvPr/>
          </p:nvSpPr>
          <p:spPr>
            <a:xfrm>
              <a:off x="1818276" y="2851008"/>
              <a:ext cx="322121" cy="184125"/>
            </a:xfrm>
            <a:custGeom>
              <a:avLst/>
              <a:gdLst/>
              <a:ahLst/>
              <a:cxnLst/>
              <a:rect l="l" t="t" r="r" b="b"/>
              <a:pathLst>
                <a:path w="16536" h="9452" extrusionOk="0">
                  <a:moveTo>
                    <a:pt x="418" y="0"/>
                  </a:moveTo>
                  <a:cubicBezTo>
                    <a:pt x="201" y="0"/>
                    <a:pt x="1" y="171"/>
                    <a:pt x="1" y="417"/>
                  </a:cubicBezTo>
                  <a:lnTo>
                    <a:pt x="1" y="9452"/>
                  </a:lnTo>
                  <a:lnTo>
                    <a:pt x="16535" y="9452"/>
                  </a:lnTo>
                  <a:lnTo>
                    <a:pt x="16535" y="417"/>
                  </a:lnTo>
                  <a:cubicBezTo>
                    <a:pt x="16535" y="171"/>
                    <a:pt x="16365" y="0"/>
                    <a:pt x="16118" y="0"/>
                  </a:cubicBez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679;p63">
              <a:extLst>
                <a:ext uri="{FF2B5EF4-FFF2-40B4-BE49-F238E27FC236}">
                  <a16:creationId xmlns:a16="http://schemas.microsoft.com/office/drawing/2014/main" id="{5E85DC3B-1BDF-6F50-729B-E0B0153B757D}"/>
                </a:ext>
              </a:extLst>
            </p:cNvPr>
            <p:cNvSpPr/>
            <p:nvPr/>
          </p:nvSpPr>
          <p:spPr>
            <a:xfrm>
              <a:off x="2117466" y="2851008"/>
              <a:ext cx="22928" cy="184125"/>
            </a:xfrm>
            <a:custGeom>
              <a:avLst/>
              <a:gdLst/>
              <a:ahLst/>
              <a:cxnLst/>
              <a:rect l="l" t="t" r="r" b="b"/>
              <a:pathLst>
                <a:path w="1177" h="9452" extrusionOk="0">
                  <a:moveTo>
                    <a:pt x="1" y="0"/>
                  </a:moveTo>
                  <a:cubicBezTo>
                    <a:pt x="218" y="0"/>
                    <a:pt x="418" y="171"/>
                    <a:pt x="418" y="417"/>
                  </a:cubicBezTo>
                  <a:lnTo>
                    <a:pt x="418" y="9452"/>
                  </a:lnTo>
                  <a:lnTo>
                    <a:pt x="1176" y="9452"/>
                  </a:lnTo>
                  <a:lnTo>
                    <a:pt x="1176" y="417"/>
                  </a:lnTo>
                  <a:cubicBezTo>
                    <a:pt x="1176" y="171"/>
                    <a:pt x="1006" y="0"/>
                    <a:pt x="759" y="0"/>
                  </a:cubicBez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680;p63">
              <a:extLst>
                <a:ext uri="{FF2B5EF4-FFF2-40B4-BE49-F238E27FC236}">
                  <a16:creationId xmlns:a16="http://schemas.microsoft.com/office/drawing/2014/main" id="{766E28F9-06B0-2CFA-9474-2EA2AE85642E}"/>
                </a:ext>
              </a:extLst>
            </p:cNvPr>
            <p:cNvSpPr/>
            <p:nvPr/>
          </p:nvSpPr>
          <p:spPr>
            <a:xfrm>
              <a:off x="1997237" y="2887298"/>
              <a:ext cx="111659" cy="147834"/>
            </a:xfrm>
            <a:custGeom>
              <a:avLst/>
              <a:gdLst/>
              <a:ahLst/>
              <a:cxnLst/>
              <a:rect l="l" t="t" r="r" b="b"/>
              <a:pathLst>
                <a:path w="5732" h="7589" extrusionOk="0">
                  <a:moveTo>
                    <a:pt x="72" y="0"/>
                  </a:moveTo>
                  <a:cubicBezTo>
                    <a:pt x="48" y="0"/>
                    <a:pt x="1" y="47"/>
                    <a:pt x="1" y="71"/>
                  </a:cubicBezTo>
                  <a:lnTo>
                    <a:pt x="1" y="7589"/>
                  </a:lnTo>
                  <a:lnTo>
                    <a:pt x="5732" y="7589"/>
                  </a:lnTo>
                  <a:lnTo>
                    <a:pt x="5732" y="71"/>
                  </a:lnTo>
                  <a:cubicBezTo>
                    <a:pt x="5732" y="47"/>
                    <a:pt x="5708" y="0"/>
                    <a:pt x="5655" y="0"/>
                  </a:cubicBezTo>
                  <a:close/>
                </a:path>
              </a:pathLst>
            </a:custGeom>
            <a:solidFill>
              <a:srgbClr val="FFE1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681;p63">
              <a:extLst>
                <a:ext uri="{FF2B5EF4-FFF2-40B4-BE49-F238E27FC236}">
                  <a16:creationId xmlns:a16="http://schemas.microsoft.com/office/drawing/2014/main" id="{4E1D3EC7-D466-EE3E-3F09-966AD25F0AB0}"/>
                </a:ext>
              </a:extLst>
            </p:cNvPr>
            <p:cNvSpPr/>
            <p:nvPr/>
          </p:nvSpPr>
          <p:spPr>
            <a:xfrm>
              <a:off x="1960946" y="3053773"/>
              <a:ext cx="36778" cy="11006"/>
            </a:xfrm>
            <a:custGeom>
              <a:avLst/>
              <a:gdLst/>
              <a:ahLst/>
              <a:cxnLst/>
              <a:rect l="l" t="t" r="r" b="b"/>
              <a:pathLst>
                <a:path w="1888" h="565" extrusionOk="0">
                  <a:moveTo>
                    <a:pt x="295" y="1"/>
                  </a:moveTo>
                  <a:cubicBezTo>
                    <a:pt x="148" y="1"/>
                    <a:pt x="1" y="124"/>
                    <a:pt x="1" y="271"/>
                  </a:cubicBezTo>
                  <a:cubicBezTo>
                    <a:pt x="1" y="441"/>
                    <a:pt x="148" y="565"/>
                    <a:pt x="295" y="565"/>
                  </a:cubicBezTo>
                  <a:lnTo>
                    <a:pt x="1594" y="565"/>
                  </a:lnTo>
                  <a:cubicBezTo>
                    <a:pt x="1764" y="565"/>
                    <a:pt x="1888" y="441"/>
                    <a:pt x="1888" y="271"/>
                  </a:cubicBezTo>
                  <a:cubicBezTo>
                    <a:pt x="1888" y="124"/>
                    <a:pt x="1764" y="1"/>
                    <a:pt x="1594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3682;p63">
              <a:extLst>
                <a:ext uri="{FF2B5EF4-FFF2-40B4-BE49-F238E27FC236}">
                  <a16:creationId xmlns:a16="http://schemas.microsoft.com/office/drawing/2014/main" id="{4161A5BC-A8E7-1F78-80E0-6E66140795BE}"/>
                </a:ext>
              </a:extLst>
            </p:cNvPr>
            <p:cNvSpPr/>
            <p:nvPr/>
          </p:nvSpPr>
          <p:spPr>
            <a:xfrm>
              <a:off x="1902779" y="2946946"/>
              <a:ext cx="11474" cy="10909"/>
            </a:xfrm>
            <a:custGeom>
              <a:avLst/>
              <a:gdLst/>
              <a:ahLst/>
              <a:cxnLst/>
              <a:rect l="l" t="t" r="r" b="b"/>
              <a:pathLst>
                <a:path w="589" h="560" extrusionOk="0">
                  <a:moveTo>
                    <a:pt x="295" y="1"/>
                  </a:moveTo>
                  <a:cubicBezTo>
                    <a:pt x="148" y="1"/>
                    <a:pt x="1" y="118"/>
                    <a:pt x="1" y="265"/>
                  </a:cubicBezTo>
                  <a:cubicBezTo>
                    <a:pt x="1" y="441"/>
                    <a:pt x="148" y="559"/>
                    <a:pt x="295" y="559"/>
                  </a:cubicBezTo>
                  <a:cubicBezTo>
                    <a:pt x="465" y="559"/>
                    <a:pt x="589" y="441"/>
                    <a:pt x="589" y="265"/>
                  </a:cubicBezTo>
                  <a:cubicBezTo>
                    <a:pt x="589" y="118"/>
                    <a:pt x="465" y="1"/>
                    <a:pt x="295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3683;p63">
              <a:extLst>
                <a:ext uri="{FF2B5EF4-FFF2-40B4-BE49-F238E27FC236}">
                  <a16:creationId xmlns:a16="http://schemas.microsoft.com/office/drawing/2014/main" id="{7C088CCB-E004-3718-ED38-B45D245B9818}"/>
                </a:ext>
              </a:extLst>
            </p:cNvPr>
            <p:cNvSpPr/>
            <p:nvPr/>
          </p:nvSpPr>
          <p:spPr>
            <a:xfrm>
              <a:off x="1886533" y="2922109"/>
              <a:ext cx="43869" cy="20084"/>
            </a:xfrm>
            <a:custGeom>
              <a:avLst/>
              <a:gdLst/>
              <a:ahLst/>
              <a:cxnLst/>
              <a:rect l="l" t="t" r="r" b="b"/>
              <a:pathLst>
                <a:path w="2252" h="1031" extrusionOk="0">
                  <a:moveTo>
                    <a:pt x="1129" y="0"/>
                  </a:moveTo>
                  <a:cubicBezTo>
                    <a:pt x="711" y="0"/>
                    <a:pt x="318" y="218"/>
                    <a:pt x="100" y="588"/>
                  </a:cubicBezTo>
                  <a:cubicBezTo>
                    <a:pt x="0" y="735"/>
                    <a:pt x="47" y="905"/>
                    <a:pt x="194" y="982"/>
                  </a:cubicBezTo>
                  <a:cubicBezTo>
                    <a:pt x="237" y="1015"/>
                    <a:pt x="287" y="1030"/>
                    <a:pt x="337" y="1030"/>
                  </a:cubicBezTo>
                  <a:cubicBezTo>
                    <a:pt x="429" y="1030"/>
                    <a:pt x="523" y="977"/>
                    <a:pt x="588" y="882"/>
                  </a:cubicBezTo>
                  <a:cubicBezTo>
                    <a:pt x="688" y="688"/>
                    <a:pt x="905" y="588"/>
                    <a:pt x="1129" y="588"/>
                  </a:cubicBezTo>
                  <a:cubicBezTo>
                    <a:pt x="1346" y="588"/>
                    <a:pt x="1570" y="688"/>
                    <a:pt x="1693" y="882"/>
                  </a:cubicBezTo>
                  <a:cubicBezTo>
                    <a:pt x="1740" y="982"/>
                    <a:pt x="1840" y="1029"/>
                    <a:pt x="1934" y="1029"/>
                  </a:cubicBezTo>
                  <a:cubicBezTo>
                    <a:pt x="1987" y="1029"/>
                    <a:pt x="2034" y="1005"/>
                    <a:pt x="2081" y="982"/>
                  </a:cubicBezTo>
                  <a:cubicBezTo>
                    <a:pt x="2204" y="905"/>
                    <a:pt x="2251" y="735"/>
                    <a:pt x="2181" y="588"/>
                  </a:cubicBezTo>
                  <a:cubicBezTo>
                    <a:pt x="1934" y="218"/>
                    <a:pt x="1570" y="0"/>
                    <a:pt x="1129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3684;p63">
              <a:extLst>
                <a:ext uri="{FF2B5EF4-FFF2-40B4-BE49-F238E27FC236}">
                  <a16:creationId xmlns:a16="http://schemas.microsoft.com/office/drawing/2014/main" id="{E8D9A9BD-3899-90ED-1E98-6755BB470DB8}"/>
                </a:ext>
              </a:extLst>
            </p:cNvPr>
            <p:cNvSpPr/>
            <p:nvPr/>
          </p:nvSpPr>
          <p:spPr>
            <a:xfrm>
              <a:off x="1869800" y="2902064"/>
              <a:ext cx="77784" cy="29571"/>
            </a:xfrm>
            <a:custGeom>
              <a:avLst/>
              <a:gdLst/>
              <a:ahLst/>
              <a:cxnLst/>
              <a:rect l="l" t="t" r="r" b="b"/>
              <a:pathLst>
                <a:path w="3993" h="1518" extrusionOk="0">
                  <a:moveTo>
                    <a:pt x="1988" y="1"/>
                  </a:moveTo>
                  <a:cubicBezTo>
                    <a:pt x="1200" y="1"/>
                    <a:pt x="495" y="418"/>
                    <a:pt x="77" y="1076"/>
                  </a:cubicBezTo>
                  <a:cubicBezTo>
                    <a:pt x="1" y="1223"/>
                    <a:pt x="24" y="1394"/>
                    <a:pt x="171" y="1470"/>
                  </a:cubicBezTo>
                  <a:cubicBezTo>
                    <a:pt x="215" y="1495"/>
                    <a:pt x="269" y="1508"/>
                    <a:pt x="323" y="1508"/>
                  </a:cubicBezTo>
                  <a:cubicBezTo>
                    <a:pt x="421" y="1508"/>
                    <a:pt x="520" y="1465"/>
                    <a:pt x="565" y="1370"/>
                  </a:cubicBezTo>
                  <a:cubicBezTo>
                    <a:pt x="859" y="882"/>
                    <a:pt x="1400" y="565"/>
                    <a:pt x="1988" y="565"/>
                  </a:cubicBezTo>
                  <a:cubicBezTo>
                    <a:pt x="2575" y="565"/>
                    <a:pt x="3110" y="882"/>
                    <a:pt x="3404" y="1370"/>
                  </a:cubicBezTo>
                  <a:cubicBezTo>
                    <a:pt x="3481" y="1470"/>
                    <a:pt x="3551" y="1517"/>
                    <a:pt x="3651" y="1517"/>
                  </a:cubicBezTo>
                  <a:cubicBezTo>
                    <a:pt x="3698" y="1517"/>
                    <a:pt x="3751" y="1494"/>
                    <a:pt x="3798" y="1470"/>
                  </a:cubicBezTo>
                  <a:cubicBezTo>
                    <a:pt x="3945" y="1394"/>
                    <a:pt x="3992" y="1223"/>
                    <a:pt x="3898" y="1076"/>
                  </a:cubicBezTo>
                  <a:cubicBezTo>
                    <a:pt x="3504" y="418"/>
                    <a:pt x="2769" y="1"/>
                    <a:pt x="1988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3685;p63">
              <a:extLst>
                <a:ext uri="{FF2B5EF4-FFF2-40B4-BE49-F238E27FC236}">
                  <a16:creationId xmlns:a16="http://schemas.microsoft.com/office/drawing/2014/main" id="{5825EB97-4BBE-0A6B-8AEB-C58C55F739E6}"/>
                </a:ext>
              </a:extLst>
            </p:cNvPr>
            <p:cNvSpPr/>
            <p:nvPr/>
          </p:nvSpPr>
          <p:spPr>
            <a:xfrm>
              <a:off x="1854118" y="2882019"/>
              <a:ext cx="108796" cy="37889"/>
            </a:xfrm>
            <a:custGeom>
              <a:avLst/>
              <a:gdLst/>
              <a:ahLst/>
              <a:cxnLst/>
              <a:rect l="l" t="t" r="r" b="b"/>
              <a:pathLst>
                <a:path w="5585" h="1945" extrusionOk="0">
                  <a:moveTo>
                    <a:pt x="2793" y="1"/>
                  </a:moveTo>
                  <a:cubicBezTo>
                    <a:pt x="1688" y="1"/>
                    <a:pt x="659" y="565"/>
                    <a:pt x="95" y="1517"/>
                  </a:cubicBezTo>
                  <a:cubicBezTo>
                    <a:pt x="1" y="1641"/>
                    <a:pt x="48" y="1811"/>
                    <a:pt x="195" y="1911"/>
                  </a:cubicBezTo>
                  <a:cubicBezTo>
                    <a:pt x="234" y="1934"/>
                    <a:pt x="278" y="1944"/>
                    <a:pt x="323" y="1944"/>
                  </a:cubicBezTo>
                  <a:cubicBezTo>
                    <a:pt x="419" y="1944"/>
                    <a:pt x="520" y="1896"/>
                    <a:pt x="589" y="1811"/>
                  </a:cubicBezTo>
                  <a:cubicBezTo>
                    <a:pt x="1053" y="1030"/>
                    <a:pt x="1888" y="565"/>
                    <a:pt x="2793" y="565"/>
                  </a:cubicBezTo>
                  <a:cubicBezTo>
                    <a:pt x="3698" y="565"/>
                    <a:pt x="4533" y="1030"/>
                    <a:pt x="5020" y="1811"/>
                  </a:cubicBezTo>
                  <a:cubicBezTo>
                    <a:pt x="5067" y="1888"/>
                    <a:pt x="5167" y="1935"/>
                    <a:pt x="5267" y="1935"/>
                  </a:cubicBezTo>
                  <a:cubicBezTo>
                    <a:pt x="5314" y="1935"/>
                    <a:pt x="5361" y="1935"/>
                    <a:pt x="5414" y="1911"/>
                  </a:cubicBezTo>
                  <a:cubicBezTo>
                    <a:pt x="5532" y="1811"/>
                    <a:pt x="5585" y="1641"/>
                    <a:pt x="5508" y="1517"/>
                  </a:cubicBezTo>
                  <a:cubicBezTo>
                    <a:pt x="4920" y="565"/>
                    <a:pt x="3915" y="1"/>
                    <a:pt x="2793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3686;p63">
              <a:extLst>
                <a:ext uri="{FF2B5EF4-FFF2-40B4-BE49-F238E27FC236}">
                  <a16:creationId xmlns:a16="http://schemas.microsoft.com/office/drawing/2014/main" id="{201ECF6A-1677-78A0-54FB-CE3B5CCE042E}"/>
                </a:ext>
              </a:extLst>
            </p:cNvPr>
            <p:cNvSpPr/>
            <p:nvPr/>
          </p:nvSpPr>
          <p:spPr>
            <a:xfrm>
              <a:off x="1789660" y="2819976"/>
              <a:ext cx="379821" cy="326329"/>
            </a:xfrm>
            <a:custGeom>
              <a:avLst/>
              <a:gdLst/>
              <a:ahLst/>
              <a:cxnLst/>
              <a:rect l="l" t="t" r="r" b="b"/>
              <a:pathLst>
                <a:path w="19498" h="16752" extrusionOk="0">
                  <a:moveTo>
                    <a:pt x="17587" y="1863"/>
                  </a:moveTo>
                  <a:cubicBezTo>
                    <a:pt x="17657" y="1863"/>
                    <a:pt x="17734" y="1934"/>
                    <a:pt x="17734" y="2010"/>
                  </a:cubicBezTo>
                  <a:lnTo>
                    <a:pt x="17734" y="10780"/>
                  </a:lnTo>
                  <a:lnTo>
                    <a:pt x="16682" y="10780"/>
                  </a:lnTo>
                  <a:lnTo>
                    <a:pt x="16682" y="3527"/>
                  </a:lnTo>
                  <a:cubicBezTo>
                    <a:pt x="16682" y="3333"/>
                    <a:pt x="16511" y="3186"/>
                    <a:pt x="16311" y="3186"/>
                  </a:cubicBezTo>
                  <a:lnTo>
                    <a:pt x="15259" y="3186"/>
                  </a:lnTo>
                  <a:cubicBezTo>
                    <a:pt x="15112" y="3186"/>
                    <a:pt x="14989" y="3309"/>
                    <a:pt x="14989" y="3456"/>
                  </a:cubicBezTo>
                  <a:cubicBezTo>
                    <a:pt x="14989" y="3627"/>
                    <a:pt x="15112" y="3750"/>
                    <a:pt x="15259" y="3750"/>
                  </a:cubicBezTo>
                  <a:lnTo>
                    <a:pt x="16117" y="3750"/>
                  </a:lnTo>
                  <a:lnTo>
                    <a:pt x="16117" y="10751"/>
                  </a:lnTo>
                  <a:lnTo>
                    <a:pt x="10951" y="10751"/>
                  </a:lnTo>
                  <a:lnTo>
                    <a:pt x="10951" y="3750"/>
                  </a:lnTo>
                  <a:lnTo>
                    <a:pt x="13960" y="3750"/>
                  </a:lnTo>
                  <a:cubicBezTo>
                    <a:pt x="14107" y="3750"/>
                    <a:pt x="14231" y="3627"/>
                    <a:pt x="14231" y="3456"/>
                  </a:cubicBezTo>
                  <a:cubicBezTo>
                    <a:pt x="14231" y="3309"/>
                    <a:pt x="14107" y="3186"/>
                    <a:pt x="13960" y="3186"/>
                  </a:cubicBezTo>
                  <a:lnTo>
                    <a:pt x="10728" y="3186"/>
                  </a:lnTo>
                  <a:cubicBezTo>
                    <a:pt x="10534" y="3186"/>
                    <a:pt x="10387" y="3333"/>
                    <a:pt x="10387" y="3527"/>
                  </a:cubicBezTo>
                  <a:lnTo>
                    <a:pt x="10387" y="10780"/>
                  </a:lnTo>
                  <a:lnTo>
                    <a:pt x="1764" y="10780"/>
                  </a:lnTo>
                  <a:lnTo>
                    <a:pt x="1764" y="2010"/>
                  </a:lnTo>
                  <a:cubicBezTo>
                    <a:pt x="1764" y="1934"/>
                    <a:pt x="1817" y="1863"/>
                    <a:pt x="1887" y="1863"/>
                  </a:cubicBezTo>
                  <a:close/>
                  <a:moveTo>
                    <a:pt x="18909" y="11338"/>
                  </a:moveTo>
                  <a:lnTo>
                    <a:pt x="18909" y="12543"/>
                  </a:lnTo>
                  <a:cubicBezTo>
                    <a:pt x="18909" y="12908"/>
                    <a:pt x="18616" y="13225"/>
                    <a:pt x="18245" y="13225"/>
                  </a:cubicBezTo>
                  <a:lnTo>
                    <a:pt x="1252" y="13225"/>
                  </a:lnTo>
                  <a:cubicBezTo>
                    <a:pt x="859" y="13225"/>
                    <a:pt x="565" y="12908"/>
                    <a:pt x="565" y="12543"/>
                  </a:cubicBezTo>
                  <a:lnTo>
                    <a:pt x="565" y="11338"/>
                  </a:lnTo>
                  <a:close/>
                  <a:moveTo>
                    <a:pt x="11315" y="13790"/>
                  </a:moveTo>
                  <a:cubicBezTo>
                    <a:pt x="11315" y="14330"/>
                    <a:pt x="11368" y="15453"/>
                    <a:pt x="11539" y="16188"/>
                  </a:cubicBezTo>
                  <a:lnTo>
                    <a:pt x="7959" y="16188"/>
                  </a:lnTo>
                  <a:cubicBezTo>
                    <a:pt x="8106" y="15453"/>
                    <a:pt x="8159" y="14330"/>
                    <a:pt x="8182" y="13790"/>
                  </a:cubicBezTo>
                  <a:close/>
                  <a:moveTo>
                    <a:pt x="1252" y="0"/>
                  </a:moveTo>
                  <a:cubicBezTo>
                    <a:pt x="565" y="0"/>
                    <a:pt x="1" y="541"/>
                    <a:pt x="1" y="1252"/>
                  </a:cubicBezTo>
                  <a:lnTo>
                    <a:pt x="1" y="7741"/>
                  </a:lnTo>
                  <a:cubicBezTo>
                    <a:pt x="1" y="7888"/>
                    <a:pt x="124" y="8012"/>
                    <a:pt x="271" y="8012"/>
                  </a:cubicBezTo>
                  <a:cubicBezTo>
                    <a:pt x="441" y="8012"/>
                    <a:pt x="565" y="7888"/>
                    <a:pt x="565" y="7741"/>
                  </a:cubicBezTo>
                  <a:lnTo>
                    <a:pt x="565" y="1252"/>
                  </a:lnTo>
                  <a:cubicBezTo>
                    <a:pt x="565" y="858"/>
                    <a:pt x="859" y="564"/>
                    <a:pt x="1252" y="564"/>
                  </a:cubicBezTo>
                  <a:lnTo>
                    <a:pt x="18245" y="564"/>
                  </a:lnTo>
                  <a:cubicBezTo>
                    <a:pt x="18616" y="564"/>
                    <a:pt x="18909" y="858"/>
                    <a:pt x="18909" y="1252"/>
                  </a:cubicBezTo>
                  <a:lnTo>
                    <a:pt x="18909" y="10780"/>
                  </a:lnTo>
                  <a:lnTo>
                    <a:pt x="18298" y="10780"/>
                  </a:lnTo>
                  <a:lnTo>
                    <a:pt x="18298" y="2010"/>
                  </a:lnTo>
                  <a:cubicBezTo>
                    <a:pt x="18298" y="1617"/>
                    <a:pt x="17981" y="1299"/>
                    <a:pt x="17587" y="1299"/>
                  </a:cubicBezTo>
                  <a:lnTo>
                    <a:pt x="1887" y="1299"/>
                  </a:lnTo>
                  <a:cubicBezTo>
                    <a:pt x="1493" y="1299"/>
                    <a:pt x="1176" y="1617"/>
                    <a:pt x="1176" y="2010"/>
                  </a:cubicBezTo>
                  <a:lnTo>
                    <a:pt x="1176" y="10780"/>
                  </a:lnTo>
                  <a:lnTo>
                    <a:pt x="565" y="10780"/>
                  </a:lnTo>
                  <a:lnTo>
                    <a:pt x="565" y="9064"/>
                  </a:lnTo>
                  <a:cubicBezTo>
                    <a:pt x="565" y="8893"/>
                    <a:pt x="441" y="8770"/>
                    <a:pt x="271" y="8770"/>
                  </a:cubicBezTo>
                  <a:cubicBezTo>
                    <a:pt x="124" y="8770"/>
                    <a:pt x="1" y="8893"/>
                    <a:pt x="1" y="9064"/>
                  </a:cubicBezTo>
                  <a:lnTo>
                    <a:pt x="1" y="12543"/>
                  </a:lnTo>
                  <a:cubicBezTo>
                    <a:pt x="1" y="13225"/>
                    <a:pt x="565" y="13790"/>
                    <a:pt x="1252" y="13790"/>
                  </a:cubicBezTo>
                  <a:lnTo>
                    <a:pt x="7595" y="13790"/>
                  </a:lnTo>
                  <a:cubicBezTo>
                    <a:pt x="7571" y="14454"/>
                    <a:pt x="7518" y="15576"/>
                    <a:pt x="7371" y="16188"/>
                  </a:cubicBezTo>
                  <a:lnTo>
                    <a:pt x="6372" y="16188"/>
                  </a:lnTo>
                  <a:cubicBezTo>
                    <a:pt x="6225" y="16188"/>
                    <a:pt x="6102" y="16311"/>
                    <a:pt x="6102" y="16482"/>
                  </a:cubicBezTo>
                  <a:cubicBezTo>
                    <a:pt x="6102" y="16628"/>
                    <a:pt x="6225" y="16752"/>
                    <a:pt x="6372" y="16752"/>
                  </a:cubicBezTo>
                  <a:lnTo>
                    <a:pt x="13102" y="16752"/>
                  </a:lnTo>
                  <a:cubicBezTo>
                    <a:pt x="13249" y="16752"/>
                    <a:pt x="13396" y="16628"/>
                    <a:pt x="13396" y="16482"/>
                  </a:cubicBezTo>
                  <a:cubicBezTo>
                    <a:pt x="13396" y="16311"/>
                    <a:pt x="13249" y="16188"/>
                    <a:pt x="13102" y="16188"/>
                  </a:cubicBezTo>
                  <a:lnTo>
                    <a:pt x="12103" y="16188"/>
                  </a:lnTo>
                  <a:cubicBezTo>
                    <a:pt x="11980" y="15576"/>
                    <a:pt x="11903" y="14454"/>
                    <a:pt x="11880" y="13790"/>
                  </a:cubicBezTo>
                  <a:lnTo>
                    <a:pt x="18245" y="13790"/>
                  </a:lnTo>
                  <a:cubicBezTo>
                    <a:pt x="18933" y="13790"/>
                    <a:pt x="19497" y="13225"/>
                    <a:pt x="19497" y="12543"/>
                  </a:cubicBezTo>
                  <a:lnTo>
                    <a:pt x="19497" y="1252"/>
                  </a:lnTo>
                  <a:cubicBezTo>
                    <a:pt x="19497" y="541"/>
                    <a:pt x="18933" y="0"/>
                    <a:pt x="18245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3687;p63">
              <a:extLst>
                <a:ext uri="{FF2B5EF4-FFF2-40B4-BE49-F238E27FC236}">
                  <a16:creationId xmlns:a16="http://schemas.microsoft.com/office/drawing/2014/main" id="{3F8B8F39-7002-72EE-9A80-899F3C9330BF}"/>
                </a:ext>
              </a:extLst>
            </p:cNvPr>
            <p:cNvSpPr/>
            <p:nvPr/>
          </p:nvSpPr>
          <p:spPr>
            <a:xfrm>
              <a:off x="2013386" y="2912603"/>
              <a:ext cx="79264" cy="10889"/>
            </a:xfrm>
            <a:custGeom>
              <a:avLst/>
              <a:gdLst/>
              <a:ahLst/>
              <a:cxnLst/>
              <a:rect l="l" t="t" r="r" b="b"/>
              <a:pathLst>
                <a:path w="4069" h="559" extrusionOk="0">
                  <a:moveTo>
                    <a:pt x="295" y="0"/>
                  </a:moveTo>
                  <a:cubicBezTo>
                    <a:pt x="148" y="0"/>
                    <a:pt x="1" y="118"/>
                    <a:pt x="1" y="265"/>
                  </a:cubicBezTo>
                  <a:cubicBezTo>
                    <a:pt x="1" y="441"/>
                    <a:pt x="148" y="559"/>
                    <a:pt x="295" y="559"/>
                  </a:cubicBezTo>
                  <a:lnTo>
                    <a:pt x="3774" y="559"/>
                  </a:lnTo>
                  <a:cubicBezTo>
                    <a:pt x="3945" y="559"/>
                    <a:pt x="4068" y="441"/>
                    <a:pt x="4068" y="265"/>
                  </a:cubicBezTo>
                  <a:cubicBezTo>
                    <a:pt x="4068" y="118"/>
                    <a:pt x="3945" y="0"/>
                    <a:pt x="3774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3688;p63">
              <a:extLst>
                <a:ext uri="{FF2B5EF4-FFF2-40B4-BE49-F238E27FC236}">
                  <a16:creationId xmlns:a16="http://schemas.microsoft.com/office/drawing/2014/main" id="{96A80E44-2EB2-C98E-9B8E-BC413CAA1F2A}"/>
                </a:ext>
              </a:extLst>
            </p:cNvPr>
            <p:cNvSpPr/>
            <p:nvPr/>
          </p:nvSpPr>
          <p:spPr>
            <a:xfrm>
              <a:off x="2013386" y="2941219"/>
              <a:ext cx="45369" cy="11474"/>
            </a:xfrm>
            <a:custGeom>
              <a:avLst/>
              <a:gdLst/>
              <a:ahLst/>
              <a:cxnLst/>
              <a:rect l="l" t="t" r="r" b="b"/>
              <a:pathLst>
                <a:path w="2329" h="589" extrusionOk="0">
                  <a:moveTo>
                    <a:pt x="295" y="1"/>
                  </a:moveTo>
                  <a:cubicBezTo>
                    <a:pt x="148" y="1"/>
                    <a:pt x="1" y="118"/>
                    <a:pt x="1" y="295"/>
                  </a:cubicBezTo>
                  <a:cubicBezTo>
                    <a:pt x="1" y="442"/>
                    <a:pt x="148" y="589"/>
                    <a:pt x="295" y="589"/>
                  </a:cubicBezTo>
                  <a:lnTo>
                    <a:pt x="2034" y="589"/>
                  </a:lnTo>
                  <a:cubicBezTo>
                    <a:pt x="2205" y="589"/>
                    <a:pt x="2328" y="442"/>
                    <a:pt x="2328" y="295"/>
                  </a:cubicBezTo>
                  <a:cubicBezTo>
                    <a:pt x="2328" y="118"/>
                    <a:pt x="2205" y="1"/>
                    <a:pt x="2034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3689;p63">
              <a:extLst>
                <a:ext uri="{FF2B5EF4-FFF2-40B4-BE49-F238E27FC236}">
                  <a16:creationId xmlns:a16="http://schemas.microsoft.com/office/drawing/2014/main" id="{07D77BC2-C778-244F-BCE9-2F682E6FDE3B}"/>
                </a:ext>
              </a:extLst>
            </p:cNvPr>
            <p:cNvSpPr/>
            <p:nvPr/>
          </p:nvSpPr>
          <p:spPr>
            <a:xfrm>
              <a:off x="2013386" y="2970302"/>
              <a:ext cx="79264" cy="11006"/>
            </a:xfrm>
            <a:custGeom>
              <a:avLst/>
              <a:gdLst/>
              <a:ahLst/>
              <a:cxnLst/>
              <a:rect l="l" t="t" r="r" b="b"/>
              <a:pathLst>
                <a:path w="4069" h="565" extrusionOk="0">
                  <a:moveTo>
                    <a:pt x="295" y="1"/>
                  </a:moveTo>
                  <a:cubicBezTo>
                    <a:pt x="148" y="1"/>
                    <a:pt x="1" y="124"/>
                    <a:pt x="1" y="271"/>
                  </a:cubicBezTo>
                  <a:cubicBezTo>
                    <a:pt x="1" y="442"/>
                    <a:pt x="148" y="565"/>
                    <a:pt x="295" y="565"/>
                  </a:cubicBezTo>
                  <a:lnTo>
                    <a:pt x="3774" y="565"/>
                  </a:lnTo>
                  <a:cubicBezTo>
                    <a:pt x="3945" y="565"/>
                    <a:pt x="4068" y="442"/>
                    <a:pt x="4068" y="271"/>
                  </a:cubicBezTo>
                  <a:cubicBezTo>
                    <a:pt x="4068" y="124"/>
                    <a:pt x="3945" y="1"/>
                    <a:pt x="3774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3690;p63">
              <a:extLst>
                <a:ext uri="{FF2B5EF4-FFF2-40B4-BE49-F238E27FC236}">
                  <a16:creationId xmlns:a16="http://schemas.microsoft.com/office/drawing/2014/main" id="{9A092380-0C1A-FA8B-C9FC-8B18D97490FA}"/>
                </a:ext>
              </a:extLst>
            </p:cNvPr>
            <p:cNvSpPr/>
            <p:nvPr/>
          </p:nvSpPr>
          <p:spPr>
            <a:xfrm>
              <a:off x="2013386" y="2998937"/>
              <a:ext cx="45369" cy="11454"/>
            </a:xfrm>
            <a:custGeom>
              <a:avLst/>
              <a:gdLst/>
              <a:ahLst/>
              <a:cxnLst/>
              <a:rect l="l" t="t" r="r" b="b"/>
              <a:pathLst>
                <a:path w="2329" h="588" extrusionOk="0">
                  <a:moveTo>
                    <a:pt x="295" y="0"/>
                  </a:moveTo>
                  <a:cubicBezTo>
                    <a:pt x="148" y="0"/>
                    <a:pt x="1" y="147"/>
                    <a:pt x="1" y="294"/>
                  </a:cubicBezTo>
                  <a:cubicBezTo>
                    <a:pt x="1" y="441"/>
                    <a:pt x="148" y="588"/>
                    <a:pt x="295" y="588"/>
                  </a:cubicBezTo>
                  <a:lnTo>
                    <a:pt x="2034" y="588"/>
                  </a:lnTo>
                  <a:cubicBezTo>
                    <a:pt x="2205" y="588"/>
                    <a:pt x="2328" y="441"/>
                    <a:pt x="2328" y="294"/>
                  </a:cubicBezTo>
                  <a:cubicBezTo>
                    <a:pt x="2328" y="147"/>
                    <a:pt x="2205" y="0"/>
                    <a:pt x="2034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3691;p63">
              <a:extLst>
                <a:ext uri="{FF2B5EF4-FFF2-40B4-BE49-F238E27FC236}">
                  <a16:creationId xmlns:a16="http://schemas.microsoft.com/office/drawing/2014/main" id="{B2EA0C95-AD18-7DBC-DE62-375942CB4D37}"/>
                </a:ext>
              </a:extLst>
            </p:cNvPr>
            <p:cNvSpPr/>
            <p:nvPr/>
          </p:nvSpPr>
          <p:spPr>
            <a:xfrm>
              <a:off x="1854118" y="2970302"/>
              <a:ext cx="108796" cy="11006"/>
            </a:xfrm>
            <a:custGeom>
              <a:avLst/>
              <a:gdLst/>
              <a:ahLst/>
              <a:cxnLst/>
              <a:rect l="l" t="t" r="r" b="b"/>
              <a:pathLst>
                <a:path w="5585" h="565" extrusionOk="0">
                  <a:moveTo>
                    <a:pt x="295" y="1"/>
                  </a:moveTo>
                  <a:cubicBezTo>
                    <a:pt x="148" y="1"/>
                    <a:pt x="1" y="124"/>
                    <a:pt x="1" y="271"/>
                  </a:cubicBezTo>
                  <a:cubicBezTo>
                    <a:pt x="1" y="442"/>
                    <a:pt x="148" y="565"/>
                    <a:pt x="295" y="565"/>
                  </a:cubicBezTo>
                  <a:lnTo>
                    <a:pt x="5291" y="565"/>
                  </a:lnTo>
                  <a:cubicBezTo>
                    <a:pt x="5461" y="565"/>
                    <a:pt x="5585" y="442"/>
                    <a:pt x="5585" y="271"/>
                  </a:cubicBezTo>
                  <a:cubicBezTo>
                    <a:pt x="5585" y="124"/>
                    <a:pt x="5461" y="1"/>
                    <a:pt x="5291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3692;p63">
              <a:extLst>
                <a:ext uri="{FF2B5EF4-FFF2-40B4-BE49-F238E27FC236}">
                  <a16:creationId xmlns:a16="http://schemas.microsoft.com/office/drawing/2014/main" id="{06571F0B-586A-2D54-2852-9A22EA93CCB7}"/>
                </a:ext>
              </a:extLst>
            </p:cNvPr>
            <p:cNvSpPr/>
            <p:nvPr/>
          </p:nvSpPr>
          <p:spPr>
            <a:xfrm>
              <a:off x="1854118" y="2998937"/>
              <a:ext cx="108796" cy="11454"/>
            </a:xfrm>
            <a:custGeom>
              <a:avLst/>
              <a:gdLst/>
              <a:ahLst/>
              <a:cxnLst/>
              <a:rect l="l" t="t" r="r" b="b"/>
              <a:pathLst>
                <a:path w="5585" h="588" extrusionOk="0">
                  <a:moveTo>
                    <a:pt x="295" y="0"/>
                  </a:moveTo>
                  <a:cubicBezTo>
                    <a:pt x="148" y="0"/>
                    <a:pt x="1" y="147"/>
                    <a:pt x="1" y="294"/>
                  </a:cubicBezTo>
                  <a:cubicBezTo>
                    <a:pt x="1" y="441"/>
                    <a:pt x="148" y="588"/>
                    <a:pt x="295" y="588"/>
                  </a:cubicBezTo>
                  <a:lnTo>
                    <a:pt x="5291" y="588"/>
                  </a:lnTo>
                  <a:cubicBezTo>
                    <a:pt x="5461" y="588"/>
                    <a:pt x="5585" y="441"/>
                    <a:pt x="5585" y="294"/>
                  </a:cubicBezTo>
                  <a:cubicBezTo>
                    <a:pt x="5585" y="147"/>
                    <a:pt x="5461" y="0"/>
                    <a:pt x="5291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" name="Google Shape;3093;p63">
            <a:extLst>
              <a:ext uri="{FF2B5EF4-FFF2-40B4-BE49-F238E27FC236}">
                <a16:creationId xmlns:a16="http://schemas.microsoft.com/office/drawing/2014/main" id="{F7E451AD-3E4F-76E4-1B32-B8B6A1104559}"/>
              </a:ext>
            </a:extLst>
          </p:cNvPr>
          <p:cNvGrpSpPr/>
          <p:nvPr/>
        </p:nvGrpSpPr>
        <p:grpSpPr>
          <a:xfrm>
            <a:off x="4371404" y="2365384"/>
            <a:ext cx="401192" cy="446943"/>
            <a:chOff x="6974625" y="1969818"/>
            <a:chExt cx="379704" cy="379354"/>
          </a:xfrm>
        </p:grpSpPr>
        <p:sp>
          <p:nvSpPr>
            <p:cNvPr id="3" name="Google Shape;3094;p63">
              <a:extLst>
                <a:ext uri="{FF2B5EF4-FFF2-40B4-BE49-F238E27FC236}">
                  <a16:creationId xmlns:a16="http://schemas.microsoft.com/office/drawing/2014/main" id="{2A432E24-BB6F-49BE-C1B3-0829D9C1E73B}"/>
                </a:ext>
              </a:extLst>
            </p:cNvPr>
            <p:cNvSpPr/>
            <p:nvPr/>
          </p:nvSpPr>
          <p:spPr>
            <a:xfrm>
              <a:off x="7047557" y="2313306"/>
              <a:ext cx="233838" cy="19597"/>
            </a:xfrm>
            <a:custGeom>
              <a:avLst/>
              <a:gdLst/>
              <a:ahLst/>
              <a:cxnLst/>
              <a:rect l="l" t="t" r="r" b="b"/>
              <a:pathLst>
                <a:path w="12004" h="1006" extrusionOk="0">
                  <a:moveTo>
                    <a:pt x="124" y="1"/>
                  </a:moveTo>
                  <a:cubicBezTo>
                    <a:pt x="48" y="1"/>
                    <a:pt x="1" y="54"/>
                    <a:pt x="1" y="124"/>
                  </a:cubicBezTo>
                  <a:lnTo>
                    <a:pt x="1" y="859"/>
                  </a:lnTo>
                  <a:cubicBezTo>
                    <a:pt x="1" y="935"/>
                    <a:pt x="48" y="1006"/>
                    <a:pt x="124" y="1006"/>
                  </a:cubicBezTo>
                  <a:lnTo>
                    <a:pt x="11880" y="1006"/>
                  </a:lnTo>
                  <a:cubicBezTo>
                    <a:pt x="11950" y="1006"/>
                    <a:pt x="12003" y="935"/>
                    <a:pt x="12003" y="859"/>
                  </a:cubicBezTo>
                  <a:lnTo>
                    <a:pt x="12003" y="124"/>
                  </a:lnTo>
                  <a:cubicBezTo>
                    <a:pt x="12003" y="54"/>
                    <a:pt x="11950" y="1"/>
                    <a:pt x="11880" y="1"/>
                  </a:cubicBezTo>
                  <a:close/>
                </a:path>
              </a:pathLst>
            </a:custGeom>
            <a:solidFill>
              <a:srgbClr val="FF93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3095;p63">
              <a:extLst>
                <a:ext uri="{FF2B5EF4-FFF2-40B4-BE49-F238E27FC236}">
                  <a16:creationId xmlns:a16="http://schemas.microsoft.com/office/drawing/2014/main" id="{71252099-2C13-0CCE-EE9B-AECD7921A6FB}"/>
                </a:ext>
              </a:extLst>
            </p:cNvPr>
            <p:cNvSpPr/>
            <p:nvPr/>
          </p:nvSpPr>
          <p:spPr>
            <a:xfrm>
              <a:off x="7266588" y="2313306"/>
              <a:ext cx="14805" cy="19597"/>
            </a:xfrm>
            <a:custGeom>
              <a:avLst/>
              <a:gdLst/>
              <a:ahLst/>
              <a:cxnLst/>
              <a:rect l="l" t="t" r="r" b="b"/>
              <a:pathLst>
                <a:path w="760" h="1006" extrusionOk="0">
                  <a:moveTo>
                    <a:pt x="1" y="1"/>
                  </a:moveTo>
                  <a:lnTo>
                    <a:pt x="1" y="1006"/>
                  </a:lnTo>
                  <a:lnTo>
                    <a:pt x="636" y="1006"/>
                  </a:lnTo>
                  <a:cubicBezTo>
                    <a:pt x="706" y="1006"/>
                    <a:pt x="759" y="935"/>
                    <a:pt x="759" y="859"/>
                  </a:cubicBezTo>
                  <a:lnTo>
                    <a:pt x="759" y="124"/>
                  </a:lnTo>
                  <a:cubicBezTo>
                    <a:pt x="759" y="54"/>
                    <a:pt x="706" y="1"/>
                    <a:pt x="636" y="1"/>
                  </a:cubicBezTo>
                  <a:close/>
                </a:path>
              </a:pathLst>
            </a:custGeom>
            <a:solidFill>
              <a:srgbClr val="FF61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3096;p63">
              <a:extLst>
                <a:ext uri="{FF2B5EF4-FFF2-40B4-BE49-F238E27FC236}">
                  <a16:creationId xmlns:a16="http://schemas.microsoft.com/office/drawing/2014/main" id="{866BEE31-00C7-C83A-CE8D-DBC4A8D2B7A0}"/>
                </a:ext>
              </a:extLst>
            </p:cNvPr>
            <p:cNvSpPr/>
            <p:nvPr/>
          </p:nvSpPr>
          <p:spPr>
            <a:xfrm>
              <a:off x="7154385" y="2047095"/>
              <a:ext cx="20064" cy="31051"/>
            </a:xfrm>
            <a:custGeom>
              <a:avLst/>
              <a:gdLst/>
              <a:ahLst/>
              <a:cxnLst/>
              <a:rect l="l" t="t" r="r" b="b"/>
              <a:pathLst>
                <a:path w="1030" h="1594" extrusionOk="0">
                  <a:moveTo>
                    <a:pt x="1" y="1"/>
                  </a:moveTo>
                  <a:lnTo>
                    <a:pt x="1" y="1594"/>
                  </a:lnTo>
                  <a:lnTo>
                    <a:pt x="1029" y="1594"/>
                  </a:lnTo>
                  <a:lnTo>
                    <a:pt x="1029" y="1"/>
                  </a:lnTo>
                  <a:close/>
                </a:path>
              </a:pathLst>
            </a:custGeom>
            <a:solidFill>
              <a:srgbClr val="FF93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3097;p63">
              <a:extLst>
                <a:ext uri="{FF2B5EF4-FFF2-40B4-BE49-F238E27FC236}">
                  <a16:creationId xmlns:a16="http://schemas.microsoft.com/office/drawing/2014/main" id="{2228B37C-74AC-5905-DED2-A4A547B3BC04}"/>
                </a:ext>
              </a:extLst>
            </p:cNvPr>
            <p:cNvSpPr/>
            <p:nvPr/>
          </p:nvSpPr>
          <p:spPr>
            <a:xfrm>
              <a:off x="7154385" y="2150143"/>
              <a:ext cx="20064" cy="31051"/>
            </a:xfrm>
            <a:custGeom>
              <a:avLst/>
              <a:gdLst/>
              <a:ahLst/>
              <a:cxnLst/>
              <a:rect l="l" t="t" r="r" b="b"/>
              <a:pathLst>
                <a:path w="1030" h="1594" extrusionOk="0">
                  <a:moveTo>
                    <a:pt x="1" y="1"/>
                  </a:moveTo>
                  <a:lnTo>
                    <a:pt x="1" y="1594"/>
                  </a:lnTo>
                  <a:lnTo>
                    <a:pt x="1029" y="1594"/>
                  </a:lnTo>
                  <a:lnTo>
                    <a:pt x="1029" y="1"/>
                  </a:lnTo>
                  <a:close/>
                </a:path>
              </a:pathLst>
            </a:custGeom>
            <a:solidFill>
              <a:srgbClr val="FF93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3098;p63">
              <a:extLst>
                <a:ext uri="{FF2B5EF4-FFF2-40B4-BE49-F238E27FC236}">
                  <a16:creationId xmlns:a16="http://schemas.microsoft.com/office/drawing/2014/main" id="{C2D76643-D6C0-E199-E9A3-AB8B145435D0}"/>
                </a:ext>
              </a:extLst>
            </p:cNvPr>
            <p:cNvSpPr/>
            <p:nvPr/>
          </p:nvSpPr>
          <p:spPr>
            <a:xfrm>
              <a:off x="7154385" y="2253191"/>
              <a:ext cx="20064" cy="60135"/>
            </a:xfrm>
            <a:custGeom>
              <a:avLst/>
              <a:gdLst/>
              <a:ahLst/>
              <a:cxnLst/>
              <a:rect l="l" t="t" r="r" b="b"/>
              <a:pathLst>
                <a:path w="1030" h="3087" extrusionOk="0">
                  <a:moveTo>
                    <a:pt x="1" y="1"/>
                  </a:moveTo>
                  <a:lnTo>
                    <a:pt x="1" y="3087"/>
                  </a:lnTo>
                  <a:lnTo>
                    <a:pt x="1029" y="3087"/>
                  </a:lnTo>
                  <a:lnTo>
                    <a:pt x="1029" y="1"/>
                  </a:lnTo>
                  <a:close/>
                </a:path>
              </a:pathLst>
            </a:custGeom>
            <a:solidFill>
              <a:srgbClr val="FF93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3099;p63">
              <a:extLst>
                <a:ext uri="{FF2B5EF4-FFF2-40B4-BE49-F238E27FC236}">
                  <a16:creationId xmlns:a16="http://schemas.microsoft.com/office/drawing/2014/main" id="{209D7C19-E021-354A-96F2-9864A8260B68}"/>
                </a:ext>
              </a:extLst>
            </p:cNvPr>
            <p:cNvSpPr/>
            <p:nvPr/>
          </p:nvSpPr>
          <p:spPr>
            <a:xfrm>
              <a:off x="7164456" y="2047095"/>
              <a:ext cx="9993" cy="31051"/>
            </a:xfrm>
            <a:custGeom>
              <a:avLst/>
              <a:gdLst/>
              <a:ahLst/>
              <a:cxnLst/>
              <a:rect l="l" t="t" r="r" b="b"/>
              <a:pathLst>
                <a:path w="513" h="1594" extrusionOk="0">
                  <a:moveTo>
                    <a:pt x="1" y="1"/>
                  </a:moveTo>
                  <a:lnTo>
                    <a:pt x="1" y="1594"/>
                  </a:lnTo>
                  <a:lnTo>
                    <a:pt x="512" y="1594"/>
                  </a:lnTo>
                  <a:lnTo>
                    <a:pt x="512" y="1"/>
                  </a:lnTo>
                  <a:close/>
                </a:path>
              </a:pathLst>
            </a:custGeom>
            <a:solidFill>
              <a:srgbClr val="FF61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3100;p63">
              <a:extLst>
                <a:ext uri="{FF2B5EF4-FFF2-40B4-BE49-F238E27FC236}">
                  <a16:creationId xmlns:a16="http://schemas.microsoft.com/office/drawing/2014/main" id="{9ED4860F-E5F8-D3AC-E795-B6967C06B1E6}"/>
                </a:ext>
              </a:extLst>
            </p:cNvPr>
            <p:cNvSpPr/>
            <p:nvPr/>
          </p:nvSpPr>
          <p:spPr>
            <a:xfrm>
              <a:off x="7164456" y="2150143"/>
              <a:ext cx="9993" cy="31051"/>
            </a:xfrm>
            <a:custGeom>
              <a:avLst/>
              <a:gdLst/>
              <a:ahLst/>
              <a:cxnLst/>
              <a:rect l="l" t="t" r="r" b="b"/>
              <a:pathLst>
                <a:path w="513" h="1594" extrusionOk="0">
                  <a:moveTo>
                    <a:pt x="1" y="1"/>
                  </a:moveTo>
                  <a:lnTo>
                    <a:pt x="1" y="1594"/>
                  </a:lnTo>
                  <a:lnTo>
                    <a:pt x="512" y="1594"/>
                  </a:lnTo>
                  <a:lnTo>
                    <a:pt x="512" y="1"/>
                  </a:lnTo>
                  <a:close/>
                </a:path>
              </a:pathLst>
            </a:custGeom>
            <a:solidFill>
              <a:srgbClr val="FF61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3101;p63">
              <a:extLst>
                <a:ext uri="{FF2B5EF4-FFF2-40B4-BE49-F238E27FC236}">
                  <a16:creationId xmlns:a16="http://schemas.microsoft.com/office/drawing/2014/main" id="{34F0550F-6219-550A-FD94-FDE933FB9E7A}"/>
                </a:ext>
              </a:extLst>
            </p:cNvPr>
            <p:cNvSpPr/>
            <p:nvPr/>
          </p:nvSpPr>
          <p:spPr>
            <a:xfrm>
              <a:off x="7164456" y="2253191"/>
              <a:ext cx="9993" cy="60135"/>
            </a:xfrm>
            <a:custGeom>
              <a:avLst/>
              <a:gdLst/>
              <a:ahLst/>
              <a:cxnLst/>
              <a:rect l="l" t="t" r="r" b="b"/>
              <a:pathLst>
                <a:path w="513" h="3087" extrusionOk="0">
                  <a:moveTo>
                    <a:pt x="1" y="1"/>
                  </a:moveTo>
                  <a:lnTo>
                    <a:pt x="1" y="3087"/>
                  </a:lnTo>
                  <a:lnTo>
                    <a:pt x="512" y="3087"/>
                  </a:lnTo>
                  <a:lnTo>
                    <a:pt x="512" y="1"/>
                  </a:lnTo>
                  <a:close/>
                </a:path>
              </a:pathLst>
            </a:custGeom>
            <a:solidFill>
              <a:srgbClr val="FF61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3102;p63">
              <a:extLst>
                <a:ext uri="{FF2B5EF4-FFF2-40B4-BE49-F238E27FC236}">
                  <a16:creationId xmlns:a16="http://schemas.microsoft.com/office/drawing/2014/main" id="{157D02FF-EE82-5201-500F-2BC6EDAF655F}"/>
                </a:ext>
              </a:extLst>
            </p:cNvPr>
            <p:cNvSpPr/>
            <p:nvPr/>
          </p:nvSpPr>
          <p:spPr>
            <a:xfrm>
              <a:off x="6980352" y="2078126"/>
              <a:ext cx="368250" cy="72037"/>
            </a:xfrm>
            <a:custGeom>
              <a:avLst/>
              <a:gdLst/>
              <a:ahLst/>
              <a:cxnLst/>
              <a:rect l="l" t="t" r="r" b="b"/>
              <a:pathLst>
                <a:path w="18904" h="3698" extrusionOk="0">
                  <a:moveTo>
                    <a:pt x="241" y="1"/>
                  </a:moveTo>
                  <a:cubicBezTo>
                    <a:pt x="94" y="1"/>
                    <a:pt x="0" y="101"/>
                    <a:pt x="0" y="248"/>
                  </a:cubicBezTo>
                  <a:lnTo>
                    <a:pt x="0" y="3457"/>
                  </a:lnTo>
                  <a:cubicBezTo>
                    <a:pt x="0" y="3604"/>
                    <a:pt x="94" y="3698"/>
                    <a:pt x="241" y="3698"/>
                  </a:cubicBezTo>
                  <a:lnTo>
                    <a:pt x="18662" y="3698"/>
                  </a:lnTo>
                  <a:cubicBezTo>
                    <a:pt x="18809" y="3698"/>
                    <a:pt x="18903" y="3604"/>
                    <a:pt x="18903" y="3457"/>
                  </a:cubicBezTo>
                  <a:lnTo>
                    <a:pt x="18903" y="248"/>
                  </a:lnTo>
                  <a:cubicBezTo>
                    <a:pt x="18903" y="101"/>
                    <a:pt x="18809" y="1"/>
                    <a:pt x="18662" y="1"/>
                  </a:cubicBezTo>
                  <a:close/>
                </a:path>
              </a:pathLst>
            </a:custGeom>
            <a:solidFill>
              <a:srgbClr val="356B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3103;p63">
              <a:extLst>
                <a:ext uri="{FF2B5EF4-FFF2-40B4-BE49-F238E27FC236}">
                  <a16:creationId xmlns:a16="http://schemas.microsoft.com/office/drawing/2014/main" id="{FB1BCFFF-393E-45E3-3C47-15C919141969}"/>
                </a:ext>
              </a:extLst>
            </p:cNvPr>
            <p:cNvSpPr/>
            <p:nvPr/>
          </p:nvSpPr>
          <p:spPr>
            <a:xfrm>
              <a:off x="6980352" y="1975078"/>
              <a:ext cx="368250" cy="72037"/>
            </a:xfrm>
            <a:custGeom>
              <a:avLst/>
              <a:gdLst/>
              <a:ahLst/>
              <a:cxnLst/>
              <a:rect l="l" t="t" r="r" b="b"/>
              <a:pathLst>
                <a:path w="18904" h="3698" extrusionOk="0">
                  <a:moveTo>
                    <a:pt x="241" y="1"/>
                  </a:moveTo>
                  <a:cubicBezTo>
                    <a:pt x="94" y="1"/>
                    <a:pt x="0" y="124"/>
                    <a:pt x="0" y="248"/>
                  </a:cubicBezTo>
                  <a:lnTo>
                    <a:pt x="0" y="3457"/>
                  </a:lnTo>
                  <a:cubicBezTo>
                    <a:pt x="0" y="3604"/>
                    <a:pt x="94" y="3698"/>
                    <a:pt x="241" y="3698"/>
                  </a:cubicBezTo>
                  <a:lnTo>
                    <a:pt x="18662" y="3698"/>
                  </a:lnTo>
                  <a:cubicBezTo>
                    <a:pt x="18809" y="3698"/>
                    <a:pt x="18903" y="3604"/>
                    <a:pt x="18903" y="3457"/>
                  </a:cubicBezTo>
                  <a:lnTo>
                    <a:pt x="18903" y="248"/>
                  </a:lnTo>
                  <a:cubicBezTo>
                    <a:pt x="18903" y="124"/>
                    <a:pt x="18809" y="1"/>
                    <a:pt x="18662" y="1"/>
                  </a:cubicBezTo>
                  <a:close/>
                </a:path>
              </a:pathLst>
            </a:custGeom>
            <a:solidFill>
              <a:srgbClr val="866A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3104;p63">
              <a:extLst>
                <a:ext uri="{FF2B5EF4-FFF2-40B4-BE49-F238E27FC236}">
                  <a16:creationId xmlns:a16="http://schemas.microsoft.com/office/drawing/2014/main" id="{15DAD32D-AB04-91E3-74B1-C07D7733E15B}"/>
                </a:ext>
              </a:extLst>
            </p:cNvPr>
            <p:cNvSpPr/>
            <p:nvPr/>
          </p:nvSpPr>
          <p:spPr>
            <a:xfrm>
              <a:off x="6980352" y="2181174"/>
              <a:ext cx="368250" cy="72037"/>
            </a:xfrm>
            <a:custGeom>
              <a:avLst/>
              <a:gdLst/>
              <a:ahLst/>
              <a:cxnLst/>
              <a:rect l="l" t="t" r="r" b="b"/>
              <a:pathLst>
                <a:path w="18904" h="3698" extrusionOk="0">
                  <a:moveTo>
                    <a:pt x="241" y="1"/>
                  </a:moveTo>
                  <a:cubicBezTo>
                    <a:pt x="94" y="1"/>
                    <a:pt x="0" y="101"/>
                    <a:pt x="0" y="248"/>
                  </a:cubicBezTo>
                  <a:lnTo>
                    <a:pt x="0" y="3457"/>
                  </a:lnTo>
                  <a:cubicBezTo>
                    <a:pt x="0" y="3575"/>
                    <a:pt x="94" y="3698"/>
                    <a:pt x="241" y="3698"/>
                  </a:cubicBezTo>
                  <a:lnTo>
                    <a:pt x="18662" y="3698"/>
                  </a:lnTo>
                  <a:cubicBezTo>
                    <a:pt x="18809" y="3698"/>
                    <a:pt x="18903" y="3575"/>
                    <a:pt x="18903" y="3457"/>
                  </a:cubicBezTo>
                  <a:lnTo>
                    <a:pt x="18903" y="248"/>
                  </a:lnTo>
                  <a:cubicBezTo>
                    <a:pt x="18903" y="101"/>
                    <a:pt x="18809" y="1"/>
                    <a:pt x="18662" y="1"/>
                  </a:cubicBezTo>
                  <a:close/>
                </a:path>
              </a:pathLst>
            </a:custGeom>
            <a:solidFill>
              <a:srgbClr val="866A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3105;p63">
              <a:extLst>
                <a:ext uri="{FF2B5EF4-FFF2-40B4-BE49-F238E27FC236}">
                  <a16:creationId xmlns:a16="http://schemas.microsoft.com/office/drawing/2014/main" id="{136D74EE-8456-EF2F-AD97-C3ED3465C17F}"/>
                </a:ext>
              </a:extLst>
            </p:cNvPr>
            <p:cNvSpPr/>
            <p:nvPr/>
          </p:nvSpPr>
          <p:spPr>
            <a:xfrm>
              <a:off x="7329002" y="1975078"/>
              <a:ext cx="19597" cy="72037"/>
            </a:xfrm>
            <a:custGeom>
              <a:avLst/>
              <a:gdLst/>
              <a:ahLst/>
              <a:cxnLst/>
              <a:rect l="l" t="t" r="r" b="b"/>
              <a:pathLst>
                <a:path w="1006" h="3698" extrusionOk="0">
                  <a:moveTo>
                    <a:pt x="0" y="1"/>
                  </a:moveTo>
                  <a:cubicBezTo>
                    <a:pt x="147" y="1"/>
                    <a:pt x="247" y="124"/>
                    <a:pt x="247" y="248"/>
                  </a:cubicBezTo>
                  <a:lnTo>
                    <a:pt x="247" y="3457"/>
                  </a:lnTo>
                  <a:cubicBezTo>
                    <a:pt x="247" y="3604"/>
                    <a:pt x="147" y="3698"/>
                    <a:pt x="0" y="3698"/>
                  </a:cubicBezTo>
                  <a:lnTo>
                    <a:pt x="764" y="3698"/>
                  </a:lnTo>
                  <a:cubicBezTo>
                    <a:pt x="911" y="3698"/>
                    <a:pt x="1005" y="3604"/>
                    <a:pt x="1005" y="3457"/>
                  </a:cubicBezTo>
                  <a:lnTo>
                    <a:pt x="1005" y="248"/>
                  </a:lnTo>
                  <a:cubicBezTo>
                    <a:pt x="1005" y="124"/>
                    <a:pt x="911" y="1"/>
                    <a:pt x="764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3106;p63">
              <a:extLst>
                <a:ext uri="{FF2B5EF4-FFF2-40B4-BE49-F238E27FC236}">
                  <a16:creationId xmlns:a16="http://schemas.microsoft.com/office/drawing/2014/main" id="{A358E815-BA24-75F7-84A2-98EBB5C51B4C}"/>
                </a:ext>
              </a:extLst>
            </p:cNvPr>
            <p:cNvSpPr/>
            <p:nvPr/>
          </p:nvSpPr>
          <p:spPr>
            <a:xfrm>
              <a:off x="7329002" y="2181174"/>
              <a:ext cx="19597" cy="72037"/>
            </a:xfrm>
            <a:custGeom>
              <a:avLst/>
              <a:gdLst/>
              <a:ahLst/>
              <a:cxnLst/>
              <a:rect l="l" t="t" r="r" b="b"/>
              <a:pathLst>
                <a:path w="1006" h="3698" extrusionOk="0">
                  <a:moveTo>
                    <a:pt x="0" y="1"/>
                  </a:moveTo>
                  <a:cubicBezTo>
                    <a:pt x="147" y="1"/>
                    <a:pt x="247" y="101"/>
                    <a:pt x="247" y="248"/>
                  </a:cubicBezTo>
                  <a:lnTo>
                    <a:pt x="247" y="3457"/>
                  </a:lnTo>
                  <a:cubicBezTo>
                    <a:pt x="247" y="3575"/>
                    <a:pt x="147" y="3698"/>
                    <a:pt x="0" y="3698"/>
                  </a:cubicBezTo>
                  <a:lnTo>
                    <a:pt x="764" y="3698"/>
                  </a:lnTo>
                  <a:cubicBezTo>
                    <a:pt x="911" y="3698"/>
                    <a:pt x="1005" y="3575"/>
                    <a:pt x="1005" y="3457"/>
                  </a:cubicBezTo>
                  <a:lnTo>
                    <a:pt x="1005" y="248"/>
                  </a:lnTo>
                  <a:cubicBezTo>
                    <a:pt x="1005" y="101"/>
                    <a:pt x="911" y="1"/>
                    <a:pt x="764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3107;p63">
              <a:extLst>
                <a:ext uri="{FF2B5EF4-FFF2-40B4-BE49-F238E27FC236}">
                  <a16:creationId xmlns:a16="http://schemas.microsoft.com/office/drawing/2014/main" id="{C7A7ABA8-2983-5DB8-2B1C-16C82CFE53DB}"/>
                </a:ext>
              </a:extLst>
            </p:cNvPr>
            <p:cNvSpPr/>
            <p:nvPr/>
          </p:nvSpPr>
          <p:spPr>
            <a:xfrm>
              <a:off x="7037603" y="1997986"/>
              <a:ext cx="133516" cy="26688"/>
            </a:xfrm>
            <a:custGeom>
              <a:avLst/>
              <a:gdLst/>
              <a:ahLst/>
              <a:cxnLst/>
              <a:rect l="l" t="t" r="r" b="b"/>
              <a:pathLst>
                <a:path w="6854" h="1370" extrusionOk="0">
                  <a:moveTo>
                    <a:pt x="94" y="0"/>
                  </a:moveTo>
                  <a:cubicBezTo>
                    <a:pt x="47" y="0"/>
                    <a:pt x="0" y="24"/>
                    <a:pt x="0" y="77"/>
                  </a:cubicBezTo>
                  <a:lnTo>
                    <a:pt x="0" y="1276"/>
                  </a:lnTo>
                  <a:cubicBezTo>
                    <a:pt x="0" y="1323"/>
                    <a:pt x="47" y="1370"/>
                    <a:pt x="94" y="1370"/>
                  </a:cubicBezTo>
                  <a:lnTo>
                    <a:pt x="6783" y="1370"/>
                  </a:lnTo>
                  <a:cubicBezTo>
                    <a:pt x="6830" y="1370"/>
                    <a:pt x="6854" y="1323"/>
                    <a:pt x="6854" y="1276"/>
                  </a:cubicBezTo>
                  <a:lnTo>
                    <a:pt x="6854" y="77"/>
                  </a:lnTo>
                  <a:cubicBezTo>
                    <a:pt x="6854" y="24"/>
                    <a:pt x="6830" y="0"/>
                    <a:pt x="6783" y="0"/>
                  </a:cubicBezTo>
                  <a:close/>
                </a:path>
              </a:pathLst>
            </a:custGeom>
            <a:solidFill>
              <a:srgbClr val="FFE1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3108;p63">
              <a:extLst>
                <a:ext uri="{FF2B5EF4-FFF2-40B4-BE49-F238E27FC236}">
                  <a16:creationId xmlns:a16="http://schemas.microsoft.com/office/drawing/2014/main" id="{36A523DD-D049-8706-6D77-6E8AE8EB0027}"/>
                </a:ext>
              </a:extLst>
            </p:cNvPr>
            <p:cNvSpPr/>
            <p:nvPr/>
          </p:nvSpPr>
          <p:spPr>
            <a:xfrm>
              <a:off x="7141567" y="1997986"/>
              <a:ext cx="29551" cy="26688"/>
            </a:xfrm>
            <a:custGeom>
              <a:avLst/>
              <a:gdLst/>
              <a:ahLst/>
              <a:cxnLst/>
              <a:rect l="l" t="t" r="r" b="b"/>
              <a:pathLst>
                <a:path w="1517" h="1370" extrusionOk="0">
                  <a:moveTo>
                    <a:pt x="0" y="0"/>
                  </a:moveTo>
                  <a:lnTo>
                    <a:pt x="0" y="1370"/>
                  </a:lnTo>
                  <a:lnTo>
                    <a:pt x="1446" y="1370"/>
                  </a:lnTo>
                  <a:cubicBezTo>
                    <a:pt x="1493" y="1370"/>
                    <a:pt x="1517" y="1323"/>
                    <a:pt x="1517" y="1276"/>
                  </a:cubicBezTo>
                  <a:lnTo>
                    <a:pt x="1517" y="77"/>
                  </a:lnTo>
                  <a:cubicBezTo>
                    <a:pt x="1517" y="24"/>
                    <a:pt x="1493" y="0"/>
                    <a:pt x="1446" y="0"/>
                  </a:cubicBezTo>
                  <a:close/>
                </a:path>
              </a:pathLst>
            </a:custGeom>
            <a:solidFill>
              <a:srgbClr val="00C7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3109;p63">
              <a:extLst>
                <a:ext uri="{FF2B5EF4-FFF2-40B4-BE49-F238E27FC236}">
                  <a16:creationId xmlns:a16="http://schemas.microsoft.com/office/drawing/2014/main" id="{C616F951-2852-4400-E124-660B4074B915}"/>
                </a:ext>
              </a:extLst>
            </p:cNvPr>
            <p:cNvSpPr/>
            <p:nvPr/>
          </p:nvSpPr>
          <p:spPr>
            <a:xfrm>
              <a:off x="7154969" y="1997986"/>
              <a:ext cx="16149" cy="26688"/>
            </a:xfrm>
            <a:custGeom>
              <a:avLst/>
              <a:gdLst/>
              <a:ahLst/>
              <a:cxnLst/>
              <a:rect l="l" t="t" r="r" b="b"/>
              <a:pathLst>
                <a:path w="829" h="1370" extrusionOk="0">
                  <a:moveTo>
                    <a:pt x="0" y="0"/>
                  </a:moveTo>
                  <a:cubicBezTo>
                    <a:pt x="24" y="0"/>
                    <a:pt x="71" y="24"/>
                    <a:pt x="71" y="77"/>
                  </a:cubicBezTo>
                  <a:lnTo>
                    <a:pt x="71" y="1276"/>
                  </a:lnTo>
                  <a:cubicBezTo>
                    <a:pt x="71" y="1323"/>
                    <a:pt x="24" y="1370"/>
                    <a:pt x="0" y="1370"/>
                  </a:cubicBezTo>
                  <a:lnTo>
                    <a:pt x="758" y="1370"/>
                  </a:lnTo>
                  <a:cubicBezTo>
                    <a:pt x="805" y="1370"/>
                    <a:pt x="829" y="1323"/>
                    <a:pt x="829" y="1276"/>
                  </a:cubicBezTo>
                  <a:lnTo>
                    <a:pt x="829" y="77"/>
                  </a:lnTo>
                  <a:cubicBezTo>
                    <a:pt x="829" y="24"/>
                    <a:pt x="805" y="0"/>
                    <a:pt x="758" y="0"/>
                  </a:cubicBezTo>
                  <a:close/>
                </a:path>
              </a:pathLst>
            </a:custGeom>
            <a:solidFill>
              <a:srgbClr val="00C7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3110;p63">
              <a:extLst>
                <a:ext uri="{FF2B5EF4-FFF2-40B4-BE49-F238E27FC236}">
                  <a16:creationId xmlns:a16="http://schemas.microsoft.com/office/drawing/2014/main" id="{6FFA257A-03DA-8F11-1BB1-5ED50E183B7E}"/>
                </a:ext>
              </a:extLst>
            </p:cNvPr>
            <p:cNvSpPr/>
            <p:nvPr/>
          </p:nvSpPr>
          <p:spPr>
            <a:xfrm>
              <a:off x="7037603" y="2101034"/>
              <a:ext cx="133516" cy="26240"/>
            </a:xfrm>
            <a:custGeom>
              <a:avLst/>
              <a:gdLst/>
              <a:ahLst/>
              <a:cxnLst/>
              <a:rect l="l" t="t" r="r" b="b"/>
              <a:pathLst>
                <a:path w="6854" h="1347" extrusionOk="0">
                  <a:moveTo>
                    <a:pt x="94" y="0"/>
                  </a:moveTo>
                  <a:cubicBezTo>
                    <a:pt x="47" y="0"/>
                    <a:pt x="0" y="24"/>
                    <a:pt x="0" y="77"/>
                  </a:cubicBezTo>
                  <a:lnTo>
                    <a:pt x="0" y="1276"/>
                  </a:lnTo>
                  <a:cubicBezTo>
                    <a:pt x="0" y="1323"/>
                    <a:pt x="47" y="1346"/>
                    <a:pt x="94" y="1346"/>
                  </a:cubicBezTo>
                  <a:lnTo>
                    <a:pt x="6783" y="1346"/>
                  </a:lnTo>
                  <a:cubicBezTo>
                    <a:pt x="6830" y="1346"/>
                    <a:pt x="6854" y="1323"/>
                    <a:pt x="6854" y="1276"/>
                  </a:cubicBezTo>
                  <a:lnTo>
                    <a:pt x="6854" y="77"/>
                  </a:lnTo>
                  <a:cubicBezTo>
                    <a:pt x="6854" y="24"/>
                    <a:pt x="6830" y="0"/>
                    <a:pt x="6783" y="0"/>
                  </a:cubicBezTo>
                  <a:close/>
                </a:path>
              </a:pathLst>
            </a:custGeom>
            <a:solidFill>
              <a:srgbClr val="FFE1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3111;p63">
              <a:extLst>
                <a:ext uri="{FF2B5EF4-FFF2-40B4-BE49-F238E27FC236}">
                  <a16:creationId xmlns:a16="http://schemas.microsoft.com/office/drawing/2014/main" id="{495B0675-DD81-D932-E20C-7890D303D1DD}"/>
                </a:ext>
              </a:extLst>
            </p:cNvPr>
            <p:cNvSpPr/>
            <p:nvPr/>
          </p:nvSpPr>
          <p:spPr>
            <a:xfrm>
              <a:off x="7141567" y="2101034"/>
              <a:ext cx="29551" cy="26240"/>
            </a:xfrm>
            <a:custGeom>
              <a:avLst/>
              <a:gdLst/>
              <a:ahLst/>
              <a:cxnLst/>
              <a:rect l="l" t="t" r="r" b="b"/>
              <a:pathLst>
                <a:path w="1517" h="1347" extrusionOk="0">
                  <a:moveTo>
                    <a:pt x="0" y="0"/>
                  </a:moveTo>
                  <a:lnTo>
                    <a:pt x="0" y="1346"/>
                  </a:lnTo>
                  <a:lnTo>
                    <a:pt x="1446" y="1346"/>
                  </a:lnTo>
                  <a:cubicBezTo>
                    <a:pt x="1493" y="1346"/>
                    <a:pt x="1517" y="1323"/>
                    <a:pt x="1517" y="1276"/>
                  </a:cubicBezTo>
                  <a:lnTo>
                    <a:pt x="1517" y="77"/>
                  </a:lnTo>
                  <a:cubicBezTo>
                    <a:pt x="1517" y="24"/>
                    <a:pt x="1493" y="0"/>
                    <a:pt x="1446" y="0"/>
                  </a:cubicBezTo>
                  <a:close/>
                </a:path>
              </a:pathLst>
            </a:custGeom>
            <a:solidFill>
              <a:srgbClr val="00C7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3112;p63">
              <a:extLst>
                <a:ext uri="{FF2B5EF4-FFF2-40B4-BE49-F238E27FC236}">
                  <a16:creationId xmlns:a16="http://schemas.microsoft.com/office/drawing/2014/main" id="{F23A2A11-CB42-37C3-FA18-B36EC89100B2}"/>
                </a:ext>
              </a:extLst>
            </p:cNvPr>
            <p:cNvSpPr/>
            <p:nvPr/>
          </p:nvSpPr>
          <p:spPr>
            <a:xfrm>
              <a:off x="7154969" y="2101034"/>
              <a:ext cx="16149" cy="26240"/>
            </a:xfrm>
            <a:custGeom>
              <a:avLst/>
              <a:gdLst/>
              <a:ahLst/>
              <a:cxnLst/>
              <a:rect l="l" t="t" r="r" b="b"/>
              <a:pathLst>
                <a:path w="829" h="1347" extrusionOk="0">
                  <a:moveTo>
                    <a:pt x="0" y="0"/>
                  </a:moveTo>
                  <a:cubicBezTo>
                    <a:pt x="24" y="0"/>
                    <a:pt x="71" y="24"/>
                    <a:pt x="71" y="77"/>
                  </a:cubicBezTo>
                  <a:lnTo>
                    <a:pt x="71" y="1276"/>
                  </a:lnTo>
                  <a:cubicBezTo>
                    <a:pt x="71" y="1323"/>
                    <a:pt x="24" y="1346"/>
                    <a:pt x="0" y="1346"/>
                  </a:cubicBezTo>
                  <a:lnTo>
                    <a:pt x="758" y="1346"/>
                  </a:lnTo>
                  <a:cubicBezTo>
                    <a:pt x="805" y="1346"/>
                    <a:pt x="829" y="1323"/>
                    <a:pt x="829" y="1276"/>
                  </a:cubicBezTo>
                  <a:lnTo>
                    <a:pt x="829" y="77"/>
                  </a:lnTo>
                  <a:cubicBezTo>
                    <a:pt x="829" y="24"/>
                    <a:pt x="805" y="0"/>
                    <a:pt x="758" y="0"/>
                  </a:cubicBezTo>
                  <a:close/>
                </a:path>
              </a:pathLst>
            </a:custGeom>
            <a:solidFill>
              <a:srgbClr val="00C7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3113;p63">
              <a:extLst>
                <a:ext uri="{FF2B5EF4-FFF2-40B4-BE49-F238E27FC236}">
                  <a16:creationId xmlns:a16="http://schemas.microsoft.com/office/drawing/2014/main" id="{706EF503-5F2D-022B-F630-EC4FF0481ADB}"/>
                </a:ext>
              </a:extLst>
            </p:cNvPr>
            <p:cNvSpPr/>
            <p:nvPr/>
          </p:nvSpPr>
          <p:spPr>
            <a:xfrm>
              <a:off x="7037603" y="2204083"/>
              <a:ext cx="133516" cy="26240"/>
            </a:xfrm>
            <a:custGeom>
              <a:avLst/>
              <a:gdLst/>
              <a:ahLst/>
              <a:cxnLst/>
              <a:rect l="l" t="t" r="r" b="b"/>
              <a:pathLst>
                <a:path w="6854" h="1347" extrusionOk="0">
                  <a:moveTo>
                    <a:pt x="94" y="0"/>
                  </a:moveTo>
                  <a:cubicBezTo>
                    <a:pt x="47" y="0"/>
                    <a:pt x="0" y="24"/>
                    <a:pt x="0" y="77"/>
                  </a:cubicBezTo>
                  <a:lnTo>
                    <a:pt x="0" y="1276"/>
                  </a:lnTo>
                  <a:cubicBezTo>
                    <a:pt x="0" y="1323"/>
                    <a:pt x="47" y="1346"/>
                    <a:pt x="94" y="1346"/>
                  </a:cubicBezTo>
                  <a:lnTo>
                    <a:pt x="6783" y="1346"/>
                  </a:lnTo>
                  <a:cubicBezTo>
                    <a:pt x="6830" y="1346"/>
                    <a:pt x="6854" y="1323"/>
                    <a:pt x="6854" y="1276"/>
                  </a:cubicBezTo>
                  <a:lnTo>
                    <a:pt x="6854" y="77"/>
                  </a:lnTo>
                  <a:cubicBezTo>
                    <a:pt x="6854" y="24"/>
                    <a:pt x="6830" y="0"/>
                    <a:pt x="6783" y="0"/>
                  </a:cubicBezTo>
                  <a:close/>
                </a:path>
              </a:pathLst>
            </a:custGeom>
            <a:solidFill>
              <a:srgbClr val="FFE1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3114;p63">
              <a:extLst>
                <a:ext uri="{FF2B5EF4-FFF2-40B4-BE49-F238E27FC236}">
                  <a16:creationId xmlns:a16="http://schemas.microsoft.com/office/drawing/2014/main" id="{67013475-9148-5EBA-FAAF-BE3467D9FDB1}"/>
                </a:ext>
              </a:extLst>
            </p:cNvPr>
            <p:cNvSpPr/>
            <p:nvPr/>
          </p:nvSpPr>
          <p:spPr>
            <a:xfrm>
              <a:off x="7141567" y="2204083"/>
              <a:ext cx="29551" cy="26240"/>
            </a:xfrm>
            <a:custGeom>
              <a:avLst/>
              <a:gdLst/>
              <a:ahLst/>
              <a:cxnLst/>
              <a:rect l="l" t="t" r="r" b="b"/>
              <a:pathLst>
                <a:path w="1517" h="1347" extrusionOk="0">
                  <a:moveTo>
                    <a:pt x="0" y="0"/>
                  </a:moveTo>
                  <a:lnTo>
                    <a:pt x="0" y="1346"/>
                  </a:lnTo>
                  <a:lnTo>
                    <a:pt x="1446" y="1346"/>
                  </a:lnTo>
                  <a:cubicBezTo>
                    <a:pt x="1493" y="1346"/>
                    <a:pt x="1517" y="1323"/>
                    <a:pt x="1517" y="1276"/>
                  </a:cubicBezTo>
                  <a:lnTo>
                    <a:pt x="1517" y="77"/>
                  </a:lnTo>
                  <a:cubicBezTo>
                    <a:pt x="1517" y="24"/>
                    <a:pt x="1493" y="0"/>
                    <a:pt x="1446" y="0"/>
                  </a:cubicBezTo>
                  <a:close/>
                </a:path>
              </a:pathLst>
            </a:custGeom>
            <a:solidFill>
              <a:srgbClr val="00C7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3115;p63">
              <a:extLst>
                <a:ext uri="{FF2B5EF4-FFF2-40B4-BE49-F238E27FC236}">
                  <a16:creationId xmlns:a16="http://schemas.microsoft.com/office/drawing/2014/main" id="{A416A67F-D267-6A09-FD09-99282887ADD9}"/>
                </a:ext>
              </a:extLst>
            </p:cNvPr>
            <p:cNvSpPr/>
            <p:nvPr/>
          </p:nvSpPr>
          <p:spPr>
            <a:xfrm>
              <a:off x="7154969" y="2204083"/>
              <a:ext cx="16149" cy="26240"/>
            </a:xfrm>
            <a:custGeom>
              <a:avLst/>
              <a:gdLst/>
              <a:ahLst/>
              <a:cxnLst/>
              <a:rect l="l" t="t" r="r" b="b"/>
              <a:pathLst>
                <a:path w="829" h="1347" extrusionOk="0">
                  <a:moveTo>
                    <a:pt x="0" y="0"/>
                  </a:moveTo>
                  <a:cubicBezTo>
                    <a:pt x="24" y="0"/>
                    <a:pt x="71" y="24"/>
                    <a:pt x="71" y="77"/>
                  </a:cubicBezTo>
                  <a:lnTo>
                    <a:pt x="71" y="1276"/>
                  </a:lnTo>
                  <a:cubicBezTo>
                    <a:pt x="71" y="1323"/>
                    <a:pt x="24" y="1346"/>
                    <a:pt x="0" y="1346"/>
                  </a:cubicBezTo>
                  <a:lnTo>
                    <a:pt x="758" y="1346"/>
                  </a:lnTo>
                  <a:cubicBezTo>
                    <a:pt x="805" y="1346"/>
                    <a:pt x="829" y="1323"/>
                    <a:pt x="829" y="1276"/>
                  </a:cubicBezTo>
                  <a:lnTo>
                    <a:pt x="829" y="77"/>
                  </a:lnTo>
                  <a:cubicBezTo>
                    <a:pt x="829" y="24"/>
                    <a:pt x="805" y="0"/>
                    <a:pt x="758" y="0"/>
                  </a:cubicBezTo>
                  <a:close/>
                </a:path>
              </a:pathLst>
            </a:custGeom>
            <a:solidFill>
              <a:srgbClr val="00C7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3116;p63">
              <a:extLst>
                <a:ext uri="{FF2B5EF4-FFF2-40B4-BE49-F238E27FC236}">
                  <a16:creationId xmlns:a16="http://schemas.microsoft.com/office/drawing/2014/main" id="{9B0D5FC7-6784-52BC-FEA6-343F0AFB9F82}"/>
                </a:ext>
              </a:extLst>
            </p:cNvPr>
            <p:cNvSpPr/>
            <p:nvPr/>
          </p:nvSpPr>
          <p:spPr>
            <a:xfrm>
              <a:off x="7143963" y="2302884"/>
              <a:ext cx="41025" cy="40557"/>
            </a:xfrm>
            <a:custGeom>
              <a:avLst/>
              <a:gdLst/>
              <a:ahLst/>
              <a:cxnLst/>
              <a:rect l="l" t="t" r="r" b="b"/>
              <a:pathLst>
                <a:path w="2106" h="2082" extrusionOk="0">
                  <a:moveTo>
                    <a:pt x="1053" y="1"/>
                  </a:moveTo>
                  <a:cubicBezTo>
                    <a:pt x="465" y="1"/>
                    <a:pt x="1" y="465"/>
                    <a:pt x="1" y="1030"/>
                  </a:cubicBezTo>
                  <a:cubicBezTo>
                    <a:pt x="1" y="1617"/>
                    <a:pt x="465" y="2082"/>
                    <a:pt x="1053" y="2082"/>
                  </a:cubicBezTo>
                  <a:cubicBezTo>
                    <a:pt x="1641" y="2082"/>
                    <a:pt x="2105" y="1617"/>
                    <a:pt x="2105" y="1030"/>
                  </a:cubicBezTo>
                  <a:cubicBezTo>
                    <a:pt x="2105" y="465"/>
                    <a:pt x="1641" y="1"/>
                    <a:pt x="1053" y="1"/>
                  </a:cubicBezTo>
                  <a:close/>
                </a:path>
              </a:pathLst>
            </a:custGeom>
            <a:solidFill>
              <a:srgbClr val="FFE1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3117;p63">
              <a:extLst>
                <a:ext uri="{FF2B5EF4-FFF2-40B4-BE49-F238E27FC236}">
                  <a16:creationId xmlns:a16="http://schemas.microsoft.com/office/drawing/2014/main" id="{E1AADC7F-2B2B-4F89-F383-583531A10806}"/>
                </a:ext>
              </a:extLst>
            </p:cNvPr>
            <p:cNvSpPr/>
            <p:nvPr/>
          </p:nvSpPr>
          <p:spPr>
            <a:xfrm>
              <a:off x="7031876" y="2198355"/>
              <a:ext cx="144970" cy="37694"/>
            </a:xfrm>
            <a:custGeom>
              <a:avLst/>
              <a:gdLst/>
              <a:ahLst/>
              <a:cxnLst/>
              <a:rect l="l" t="t" r="r" b="b"/>
              <a:pathLst>
                <a:path w="7442" h="1935" extrusionOk="0">
                  <a:moveTo>
                    <a:pt x="5337" y="565"/>
                  </a:moveTo>
                  <a:lnTo>
                    <a:pt x="5337" y="1370"/>
                  </a:lnTo>
                  <a:lnTo>
                    <a:pt x="588" y="1370"/>
                  </a:lnTo>
                  <a:lnTo>
                    <a:pt x="588" y="565"/>
                  </a:lnTo>
                  <a:close/>
                  <a:moveTo>
                    <a:pt x="6877" y="565"/>
                  </a:moveTo>
                  <a:lnTo>
                    <a:pt x="6877" y="1370"/>
                  </a:lnTo>
                  <a:lnTo>
                    <a:pt x="5902" y="1370"/>
                  </a:lnTo>
                  <a:lnTo>
                    <a:pt x="5902" y="565"/>
                  </a:lnTo>
                  <a:close/>
                  <a:moveTo>
                    <a:pt x="388" y="1"/>
                  </a:moveTo>
                  <a:cubicBezTo>
                    <a:pt x="171" y="1"/>
                    <a:pt x="0" y="171"/>
                    <a:pt x="0" y="371"/>
                  </a:cubicBezTo>
                  <a:lnTo>
                    <a:pt x="0" y="1570"/>
                  </a:lnTo>
                  <a:cubicBezTo>
                    <a:pt x="0" y="1764"/>
                    <a:pt x="171" y="1934"/>
                    <a:pt x="388" y="1934"/>
                  </a:cubicBezTo>
                  <a:lnTo>
                    <a:pt x="7077" y="1934"/>
                  </a:lnTo>
                  <a:cubicBezTo>
                    <a:pt x="7271" y="1934"/>
                    <a:pt x="7442" y="1764"/>
                    <a:pt x="7442" y="1570"/>
                  </a:cubicBezTo>
                  <a:lnTo>
                    <a:pt x="7442" y="371"/>
                  </a:lnTo>
                  <a:cubicBezTo>
                    <a:pt x="7442" y="171"/>
                    <a:pt x="7271" y="1"/>
                    <a:pt x="7077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3118;p63">
              <a:extLst>
                <a:ext uri="{FF2B5EF4-FFF2-40B4-BE49-F238E27FC236}">
                  <a16:creationId xmlns:a16="http://schemas.microsoft.com/office/drawing/2014/main" id="{3D2E107F-7255-6FDB-32ED-5ABDAFB89299}"/>
                </a:ext>
              </a:extLst>
            </p:cNvPr>
            <p:cNvSpPr/>
            <p:nvPr/>
          </p:nvSpPr>
          <p:spPr>
            <a:xfrm>
              <a:off x="7204545" y="2211758"/>
              <a:ext cx="11006" cy="11006"/>
            </a:xfrm>
            <a:custGeom>
              <a:avLst/>
              <a:gdLst/>
              <a:ahLst/>
              <a:cxnLst/>
              <a:rect l="l" t="t" r="r" b="b"/>
              <a:pathLst>
                <a:path w="565" h="565" extrusionOk="0">
                  <a:moveTo>
                    <a:pt x="271" y="0"/>
                  </a:moveTo>
                  <a:cubicBezTo>
                    <a:pt x="124" y="0"/>
                    <a:pt x="0" y="124"/>
                    <a:pt x="0" y="271"/>
                  </a:cubicBezTo>
                  <a:cubicBezTo>
                    <a:pt x="0" y="441"/>
                    <a:pt x="124" y="564"/>
                    <a:pt x="271" y="564"/>
                  </a:cubicBezTo>
                  <a:cubicBezTo>
                    <a:pt x="441" y="564"/>
                    <a:pt x="564" y="441"/>
                    <a:pt x="564" y="271"/>
                  </a:cubicBezTo>
                  <a:cubicBezTo>
                    <a:pt x="564" y="124"/>
                    <a:pt x="441" y="0"/>
                    <a:pt x="271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3119;p63">
              <a:extLst>
                <a:ext uri="{FF2B5EF4-FFF2-40B4-BE49-F238E27FC236}">
                  <a16:creationId xmlns:a16="http://schemas.microsoft.com/office/drawing/2014/main" id="{1FD782DC-7B32-6B87-31F6-2E2CD23CBC10}"/>
                </a:ext>
              </a:extLst>
            </p:cNvPr>
            <p:cNvSpPr/>
            <p:nvPr/>
          </p:nvSpPr>
          <p:spPr>
            <a:xfrm>
              <a:off x="7229850" y="2211758"/>
              <a:ext cx="11006" cy="11006"/>
            </a:xfrm>
            <a:custGeom>
              <a:avLst/>
              <a:gdLst/>
              <a:ahLst/>
              <a:cxnLst/>
              <a:rect l="l" t="t" r="r" b="b"/>
              <a:pathLst>
                <a:path w="565" h="565" extrusionOk="0">
                  <a:moveTo>
                    <a:pt x="271" y="0"/>
                  </a:moveTo>
                  <a:cubicBezTo>
                    <a:pt x="124" y="0"/>
                    <a:pt x="0" y="124"/>
                    <a:pt x="0" y="271"/>
                  </a:cubicBezTo>
                  <a:cubicBezTo>
                    <a:pt x="0" y="441"/>
                    <a:pt x="124" y="564"/>
                    <a:pt x="271" y="564"/>
                  </a:cubicBezTo>
                  <a:cubicBezTo>
                    <a:pt x="441" y="564"/>
                    <a:pt x="564" y="441"/>
                    <a:pt x="564" y="271"/>
                  </a:cubicBezTo>
                  <a:cubicBezTo>
                    <a:pt x="564" y="124"/>
                    <a:pt x="441" y="0"/>
                    <a:pt x="271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3120;p63">
              <a:extLst>
                <a:ext uri="{FF2B5EF4-FFF2-40B4-BE49-F238E27FC236}">
                  <a16:creationId xmlns:a16="http://schemas.microsoft.com/office/drawing/2014/main" id="{AA6C3354-6B97-0665-F562-C0C21DD90BA9}"/>
                </a:ext>
              </a:extLst>
            </p:cNvPr>
            <p:cNvSpPr/>
            <p:nvPr/>
          </p:nvSpPr>
          <p:spPr>
            <a:xfrm>
              <a:off x="7254121" y="2211621"/>
              <a:ext cx="12954" cy="11162"/>
            </a:xfrm>
            <a:custGeom>
              <a:avLst/>
              <a:gdLst/>
              <a:ahLst/>
              <a:cxnLst/>
              <a:rect l="l" t="t" r="r" b="b"/>
              <a:pathLst>
                <a:path w="665" h="573" extrusionOk="0">
                  <a:moveTo>
                    <a:pt x="320" y="1"/>
                  </a:moveTo>
                  <a:cubicBezTo>
                    <a:pt x="211" y="1"/>
                    <a:pt x="111" y="70"/>
                    <a:pt x="77" y="178"/>
                  </a:cubicBezTo>
                  <a:cubicBezTo>
                    <a:pt x="0" y="325"/>
                    <a:pt x="77" y="495"/>
                    <a:pt x="224" y="542"/>
                  </a:cubicBezTo>
                  <a:cubicBezTo>
                    <a:pt x="263" y="563"/>
                    <a:pt x="305" y="572"/>
                    <a:pt x="345" y="572"/>
                  </a:cubicBezTo>
                  <a:cubicBezTo>
                    <a:pt x="454" y="572"/>
                    <a:pt x="554" y="502"/>
                    <a:pt x="588" y="395"/>
                  </a:cubicBezTo>
                  <a:cubicBezTo>
                    <a:pt x="664" y="248"/>
                    <a:pt x="588" y="78"/>
                    <a:pt x="441" y="31"/>
                  </a:cubicBezTo>
                  <a:cubicBezTo>
                    <a:pt x="401" y="10"/>
                    <a:pt x="360" y="1"/>
                    <a:pt x="320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3121;p63">
              <a:extLst>
                <a:ext uri="{FF2B5EF4-FFF2-40B4-BE49-F238E27FC236}">
                  <a16:creationId xmlns:a16="http://schemas.microsoft.com/office/drawing/2014/main" id="{31A4AEC6-91B3-1E4A-DB5D-CC08F21A2348}"/>
                </a:ext>
              </a:extLst>
            </p:cNvPr>
            <p:cNvSpPr/>
            <p:nvPr/>
          </p:nvSpPr>
          <p:spPr>
            <a:xfrm>
              <a:off x="7279874" y="2211758"/>
              <a:ext cx="11474" cy="11006"/>
            </a:xfrm>
            <a:custGeom>
              <a:avLst/>
              <a:gdLst/>
              <a:ahLst/>
              <a:cxnLst/>
              <a:rect l="l" t="t" r="r" b="b"/>
              <a:pathLst>
                <a:path w="589" h="565" extrusionOk="0">
                  <a:moveTo>
                    <a:pt x="295" y="0"/>
                  </a:moveTo>
                  <a:cubicBezTo>
                    <a:pt x="148" y="0"/>
                    <a:pt x="1" y="124"/>
                    <a:pt x="1" y="271"/>
                  </a:cubicBezTo>
                  <a:cubicBezTo>
                    <a:pt x="1" y="441"/>
                    <a:pt x="148" y="564"/>
                    <a:pt x="295" y="564"/>
                  </a:cubicBezTo>
                  <a:cubicBezTo>
                    <a:pt x="442" y="564"/>
                    <a:pt x="589" y="441"/>
                    <a:pt x="589" y="271"/>
                  </a:cubicBezTo>
                  <a:cubicBezTo>
                    <a:pt x="589" y="124"/>
                    <a:pt x="442" y="0"/>
                    <a:pt x="295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3122;p63">
              <a:extLst>
                <a:ext uri="{FF2B5EF4-FFF2-40B4-BE49-F238E27FC236}">
                  <a16:creationId xmlns:a16="http://schemas.microsoft.com/office/drawing/2014/main" id="{922E7209-F94E-318D-D18A-32605D23BD95}"/>
                </a:ext>
              </a:extLst>
            </p:cNvPr>
            <p:cNvSpPr/>
            <p:nvPr/>
          </p:nvSpPr>
          <p:spPr>
            <a:xfrm>
              <a:off x="7031876" y="1992259"/>
              <a:ext cx="144970" cy="37694"/>
            </a:xfrm>
            <a:custGeom>
              <a:avLst/>
              <a:gdLst/>
              <a:ahLst/>
              <a:cxnLst/>
              <a:rect l="l" t="t" r="r" b="b"/>
              <a:pathLst>
                <a:path w="7442" h="1935" extrusionOk="0">
                  <a:moveTo>
                    <a:pt x="6877" y="588"/>
                  </a:moveTo>
                  <a:lnTo>
                    <a:pt x="6877" y="1370"/>
                  </a:lnTo>
                  <a:lnTo>
                    <a:pt x="5902" y="1370"/>
                  </a:lnTo>
                  <a:lnTo>
                    <a:pt x="5902" y="588"/>
                  </a:lnTo>
                  <a:close/>
                  <a:moveTo>
                    <a:pt x="388" y="0"/>
                  </a:moveTo>
                  <a:cubicBezTo>
                    <a:pt x="171" y="0"/>
                    <a:pt x="0" y="171"/>
                    <a:pt x="0" y="371"/>
                  </a:cubicBezTo>
                  <a:lnTo>
                    <a:pt x="0" y="1570"/>
                  </a:lnTo>
                  <a:cubicBezTo>
                    <a:pt x="0" y="1787"/>
                    <a:pt x="171" y="1934"/>
                    <a:pt x="388" y="1934"/>
                  </a:cubicBezTo>
                  <a:lnTo>
                    <a:pt x="7077" y="1934"/>
                  </a:lnTo>
                  <a:cubicBezTo>
                    <a:pt x="7271" y="1934"/>
                    <a:pt x="7442" y="1787"/>
                    <a:pt x="7442" y="1570"/>
                  </a:cubicBezTo>
                  <a:lnTo>
                    <a:pt x="7442" y="371"/>
                  </a:lnTo>
                  <a:cubicBezTo>
                    <a:pt x="7442" y="171"/>
                    <a:pt x="7271" y="0"/>
                    <a:pt x="7077" y="0"/>
                  </a:cubicBezTo>
                  <a:lnTo>
                    <a:pt x="3380" y="0"/>
                  </a:lnTo>
                  <a:cubicBezTo>
                    <a:pt x="3204" y="0"/>
                    <a:pt x="3086" y="124"/>
                    <a:pt x="3086" y="294"/>
                  </a:cubicBezTo>
                  <a:cubicBezTo>
                    <a:pt x="3086" y="441"/>
                    <a:pt x="3204" y="588"/>
                    <a:pt x="3380" y="588"/>
                  </a:cubicBezTo>
                  <a:lnTo>
                    <a:pt x="5337" y="588"/>
                  </a:lnTo>
                  <a:lnTo>
                    <a:pt x="5337" y="1370"/>
                  </a:lnTo>
                  <a:lnTo>
                    <a:pt x="588" y="1370"/>
                  </a:lnTo>
                  <a:lnTo>
                    <a:pt x="588" y="588"/>
                  </a:lnTo>
                  <a:lnTo>
                    <a:pt x="2058" y="588"/>
                  </a:lnTo>
                  <a:cubicBezTo>
                    <a:pt x="2205" y="588"/>
                    <a:pt x="2322" y="441"/>
                    <a:pt x="2322" y="294"/>
                  </a:cubicBezTo>
                  <a:cubicBezTo>
                    <a:pt x="2322" y="124"/>
                    <a:pt x="2205" y="0"/>
                    <a:pt x="2058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3123;p63">
              <a:extLst>
                <a:ext uri="{FF2B5EF4-FFF2-40B4-BE49-F238E27FC236}">
                  <a16:creationId xmlns:a16="http://schemas.microsoft.com/office/drawing/2014/main" id="{6D5EEE1D-01B2-4A3A-2166-E3883E01CB5A}"/>
                </a:ext>
              </a:extLst>
            </p:cNvPr>
            <p:cNvSpPr/>
            <p:nvPr/>
          </p:nvSpPr>
          <p:spPr>
            <a:xfrm>
              <a:off x="7204545" y="2005661"/>
              <a:ext cx="11006" cy="11006"/>
            </a:xfrm>
            <a:custGeom>
              <a:avLst/>
              <a:gdLst/>
              <a:ahLst/>
              <a:cxnLst/>
              <a:rect l="l" t="t" r="r" b="b"/>
              <a:pathLst>
                <a:path w="565" h="565" extrusionOk="0">
                  <a:moveTo>
                    <a:pt x="271" y="0"/>
                  </a:moveTo>
                  <a:cubicBezTo>
                    <a:pt x="124" y="0"/>
                    <a:pt x="0" y="124"/>
                    <a:pt x="0" y="294"/>
                  </a:cubicBezTo>
                  <a:cubicBezTo>
                    <a:pt x="0" y="441"/>
                    <a:pt x="124" y="564"/>
                    <a:pt x="271" y="564"/>
                  </a:cubicBezTo>
                  <a:cubicBezTo>
                    <a:pt x="441" y="564"/>
                    <a:pt x="564" y="441"/>
                    <a:pt x="564" y="294"/>
                  </a:cubicBezTo>
                  <a:cubicBezTo>
                    <a:pt x="564" y="124"/>
                    <a:pt x="441" y="0"/>
                    <a:pt x="271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3124;p63">
              <a:extLst>
                <a:ext uri="{FF2B5EF4-FFF2-40B4-BE49-F238E27FC236}">
                  <a16:creationId xmlns:a16="http://schemas.microsoft.com/office/drawing/2014/main" id="{F372785E-C033-0352-9DDA-D6C1E4EF2CCF}"/>
                </a:ext>
              </a:extLst>
            </p:cNvPr>
            <p:cNvSpPr/>
            <p:nvPr/>
          </p:nvSpPr>
          <p:spPr>
            <a:xfrm>
              <a:off x="7229850" y="2005661"/>
              <a:ext cx="11006" cy="11006"/>
            </a:xfrm>
            <a:custGeom>
              <a:avLst/>
              <a:gdLst/>
              <a:ahLst/>
              <a:cxnLst/>
              <a:rect l="l" t="t" r="r" b="b"/>
              <a:pathLst>
                <a:path w="565" h="565" extrusionOk="0">
                  <a:moveTo>
                    <a:pt x="271" y="0"/>
                  </a:moveTo>
                  <a:cubicBezTo>
                    <a:pt x="124" y="0"/>
                    <a:pt x="0" y="124"/>
                    <a:pt x="0" y="294"/>
                  </a:cubicBezTo>
                  <a:cubicBezTo>
                    <a:pt x="0" y="441"/>
                    <a:pt x="124" y="564"/>
                    <a:pt x="271" y="564"/>
                  </a:cubicBezTo>
                  <a:cubicBezTo>
                    <a:pt x="441" y="564"/>
                    <a:pt x="564" y="441"/>
                    <a:pt x="564" y="294"/>
                  </a:cubicBezTo>
                  <a:cubicBezTo>
                    <a:pt x="564" y="124"/>
                    <a:pt x="441" y="0"/>
                    <a:pt x="271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3125;p63">
              <a:extLst>
                <a:ext uri="{FF2B5EF4-FFF2-40B4-BE49-F238E27FC236}">
                  <a16:creationId xmlns:a16="http://schemas.microsoft.com/office/drawing/2014/main" id="{31578C2C-2D6E-187B-EDA3-21FA3F5AA170}"/>
                </a:ext>
              </a:extLst>
            </p:cNvPr>
            <p:cNvSpPr/>
            <p:nvPr/>
          </p:nvSpPr>
          <p:spPr>
            <a:xfrm>
              <a:off x="7254569" y="2005661"/>
              <a:ext cx="11474" cy="11006"/>
            </a:xfrm>
            <a:custGeom>
              <a:avLst/>
              <a:gdLst/>
              <a:ahLst/>
              <a:cxnLst/>
              <a:rect l="l" t="t" r="r" b="b"/>
              <a:pathLst>
                <a:path w="589" h="565" extrusionOk="0">
                  <a:moveTo>
                    <a:pt x="295" y="0"/>
                  </a:moveTo>
                  <a:cubicBezTo>
                    <a:pt x="148" y="0"/>
                    <a:pt x="1" y="124"/>
                    <a:pt x="1" y="294"/>
                  </a:cubicBezTo>
                  <a:cubicBezTo>
                    <a:pt x="1" y="441"/>
                    <a:pt x="148" y="564"/>
                    <a:pt x="295" y="564"/>
                  </a:cubicBezTo>
                  <a:cubicBezTo>
                    <a:pt x="471" y="564"/>
                    <a:pt x="589" y="441"/>
                    <a:pt x="589" y="294"/>
                  </a:cubicBezTo>
                  <a:cubicBezTo>
                    <a:pt x="589" y="124"/>
                    <a:pt x="471" y="0"/>
                    <a:pt x="295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3126;p63">
              <a:extLst>
                <a:ext uri="{FF2B5EF4-FFF2-40B4-BE49-F238E27FC236}">
                  <a16:creationId xmlns:a16="http://schemas.microsoft.com/office/drawing/2014/main" id="{E9384641-E272-9D74-A926-2A84A861C885}"/>
                </a:ext>
              </a:extLst>
            </p:cNvPr>
            <p:cNvSpPr/>
            <p:nvPr/>
          </p:nvSpPr>
          <p:spPr>
            <a:xfrm>
              <a:off x="7279874" y="2005661"/>
              <a:ext cx="11474" cy="11006"/>
            </a:xfrm>
            <a:custGeom>
              <a:avLst/>
              <a:gdLst/>
              <a:ahLst/>
              <a:cxnLst/>
              <a:rect l="l" t="t" r="r" b="b"/>
              <a:pathLst>
                <a:path w="589" h="565" extrusionOk="0">
                  <a:moveTo>
                    <a:pt x="295" y="0"/>
                  </a:moveTo>
                  <a:cubicBezTo>
                    <a:pt x="148" y="0"/>
                    <a:pt x="1" y="124"/>
                    <a:pt x="1" y="294"/>
                  </a:cubicBezTo>
                  <a:cubicBezTo>
                    <a:pt x="1" y="441"/>
                    <a:pt x="148" y="564"/>
                    <a:pt x="295" y="564"/>
                  </a:cubicBezTo>
                  <a:cubicBezTo>
                    <a:pt x="442" y="564"/>
                    <a:pt x="589" y="441"/>
                    <a:pt x="589" y="294"/>
                  </a:cubicBezTo>
                  <a:cubicBezTo>
                    <a:pt x="589" y="124"/>
                    <a:pt x="442" y="0"/>
                    <a:pt x="295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3127;p63">
              <a:extLst>
                <a:ext uri="{FF2B5EF4-FFF2-40B4-BE49-F238E27FC236}">
                  <a16:creationId xmlns:a16="http://schemas.microsoft.com/office/drawing/2014/main" id="{E440D53E-8AC1-DCEE-4A4B-D77B25C27951}"/>
                </a:ext>
              </a:extLst>
            </p:cNvPr>
            <p:cNvSpPr/>
            <p:nvPr/>
          </p:nvSpPr>
          <p:spPr>
            <a:xfrm>
              <a:off x="7031876" y="2095307"/>
              <a:ext cx="144970" cy="37694"/>
            </a:xfrm>
            <a:custGeom>
              <a:avLst/>
              <a:gdLst/>
              <a:ahLst/>
              <a:cxnLst/>
              <a:rect l="l" t="t" r="r" b="b"/>
              <a:pathLst>
                <a:path w="7442" h="1935" extrusionOk="0">
                  <a:moveTo>
                    <a:pt x="5337" y="565"/>
                  </a:moveTo>
                  <a:lnTo>
                    <a:pt x="5337" y="1370"/>
                  </a:lnTo>
                  <a:lnTo>
                    <a:pt x="588" y="1370"/>
                  </a:lnTo>
                  <a:lnTo>
                    <a:pt x="588" y="565"/>
                  </a:lnTo>
                  <a:close/>
                  <a:moveTo>
                    <a:pt x="6877" y="565"/>
                  </a:moveTo>
                  <a:lnTo>
                    <a:pt x="6877" y="1370"/>
                  </a:lnTo>
                  <a:lnTo>
                    <a:pt x="5902" y="1370"/>
                  </a:lnTo>
                  <a:lnTo>
                    <a:pt x="5902" y="565"/>
                  </a:lnTo>
                  <a:close/>
                  <a:moveTo>
                    <a:pt x="388" y="0"/>
                  </a:moveTo>
                  <a:cubicBezTo>
                    <a:pt x="171" y="0"/>
                    <a:pt x="0" y="171"/>
                    <a:pt x="0" y="371"/>
                  </a:cubicBezTo>
                  <a:lnTo>
                    <a:pt x="0" y="1570"/>
                  </a:lnTo>
                  <a:cubicBezTo>
                    <a:pt x="0" y="1764"/>
                    <a:pt x="171" y="1934"/>
                    <a:pt x="388" y="1934"/>
                  </a:cubicBezTo>
                  <a:lnTo>
                    <a:pt x="7077" y="1934"/>
                  </a:lnTo>
                  <a:cubicBezTo>
                    <a:pt x="7271" y="1934"/>
                    <a:pt x="7442" y="1764"/>
                    <a:pt x="7442" y="1570"/>
                  </a:cubicBezTo>
                  <a:lnTo>
                    <a:pt x="7442" y="371"/>
                  </a:lnTo>
                  <a:cubicBezTo>
                    <a:pt x="7442" y="171"/>
                    <a:pt x="7271" y="0"/>
                    <a:pt x="7077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2" name="Google Shape;3128;p63">
              <a:extLst>
                <a:ext uri="{FF2B5EF4-FFF2-40B4-BE49-F238E27FC236}">
                  <a16:creationId xmlns:a16="http://schemas.microsoft.com/office/drawing/2014/main" id="{18249805-6597-C357-DC7B-717E0BA18913}"/>
                </a:ext>
              </a:extLst>
            </p:cNvPr>
            <p:cNvSpPr/>
            <p:nvPr/>
          </p:nvSpPr>
          <p:spPr>
            <a:xfrm>
              <a:off x="7204545" y="2108709"/>
              <a:ext cx="11006" cy="11006"/>
            </a:xfrm>
            <a:custGeom>
              <a:avLst/>
              <a:gdLst/>
              <a:ahLst/>
              <a:cxnLst/>
              <a:rect l="l" t="t" r="r" b="b"/>
              <a:pathLst>
                <a:path w="565" h="565" extrusionOk="0">
                  <a:moveTo>
                    <a:pt x="271" y="0"/>
                  </a:moveTo>
                  <a:cubicBezTo>
                    <a:pt x="124" y="0"/>
                    <a:pt x="0" y="124"/>
                    <a:pt x="0" y="294"/>
                  </a:cubicBezTo>
                  <a:cubicBezTo>
                    <a:pt x="0" y="441"/>
                    <a:pt x="124" y="564"/>
                    <a:pt x="271" y="564"/>
                  </a:cubicBezTo>
                  <a:cubicBezTo>
                    <a:pt x="441" y="564"/>
                    <a:pt x="564" y="441"/>
                    <a:pt x="564" y="294"/>
                  </a:cubicBezTo>
                  <a:cubicBezTo>
                    <a:pt x="564" y="124"/>
                    <a:pt x="441" y="0"/>
                    <a:pt x="271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3" name="Google Shape;3129;p63">
              <a:extLst>
                <a:ext uri="{FF2B5EF4-FFF2-40B4-BE49-F238E27FC236}">
                  <a16:creationId xmlns:a16="http://schemas.microsoft.com/office/drawing/2014/main" id="{48B27A33-B250-2CC0-5459-00C4574D325C}"/>
                </a:ext>
              </a:extLst>
            </p:cNvPr>
            <p:cNvSpPr/>
            <p:nvPr/>
          </p:nvSpPr>
          <p:spPr>
            <a:xfrm>
              <a:off x="7229850" y="2108709"/>
              <a:ext cx="11006" cy="11006"/>
            </a:xfrm>
            <a:custGeom>
              <a:avLst/>
              <a:gdLst/>
              <a:ahLst/>
              <a:cxnLst/>
              <a:rect l="l" t="t" r="r" b="b"/>
              <a:pathLst>
                <a:path w="565" h="565" extrusionOk="0">
                  <a:moveTo>
                    <a:pt x="271" y="0"/>
                  </a:moveTo>
                  <a:cubicBezTo>
                    <a:pt x="124" y="0"/>
                    <a:pt x="0" y="124"/>
                    <a:pt x="0" y="294"/>
                  </a:cubicBezTo>
                  <a:cubicBezTo>
                    <a:pt x="0" y="441"/>
                    <a:pt x="124" y="564"/>
                    <a:pt x="271" y="564"/>
                  </a:cubicBezTo>
                  <a:cubicBezTo>
                    <a:pt x="441" y="564"/>
                    <a:pt x="564" y="441"/>
                    <a:pt x="564" y="294"/>
                  </a:cubicBezTo>
                  <a:cubicBezTo>
                    <a:pt x="564" y="124"/>
                    <a:pt x="441" y="0"/>
                    <a:pt x="271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4" name="Google Shape;3130;p63">
              <a:extLst>
                <a:ext uri="{FF2B5EF4-FFF2-40B4-BE49-F238E27FC236}">
                  <a16:creationId xmlns:a16="http://schemas.microsoft.com/office/drawing/2014/main" id="{06D24C1C-06BD-8AB7-46A3-F2D203B14151}"/>
                </a:ext>
              </a:extLst>
            </p:cNvPr>
            <p:cNvSpPr/>
            <p:nvPr/>
          </p:nvSpPr>
          <p:spPr>
            <a:xfrm>
              <a:off x="7254569" y="2108709"/>
              <a:ext cx="11474" cy="11006"/>
            </a:xfrm>
            <a:custGeom>
              <a:avLst/>
              <a:gdLst/>
              <a:ahLst/>
              <a:cxnLst/>
              <a:rect l="l" t="t" r="r" b="b"/>
              <a:pathLst>
                <a:path w="589" h="565" extrusionOk="0">
                  <a:moveTo>
                    <a:pt x="295" y="0"/>
                  </a:moveTo>
                  <a:cubicBezTo>
                    <a:pt x="148" y="0"/>
                    <a:pt x="1" y="124"/>
                    <a:pt x="1" y="294"/>
                  </a:cubicBezTo>
                  <a:cubicBezTo>
                    <a:pt x="1" y="441"/>
                    <a:pt x="148" y="564"/>
                    <a:pt x="295" y="564"/>
                  </a:cubicBezTo>
                  <a:cubicBezTo>
                    <a:pt x="471" y="564"/>
                    <a:pt x="589" y="441"/>
                    <a:pt x="589" y="294"/>
                  </a:cubicBezTo>
                  <a:cubicBezTo>
                    <a:pt x="589" y="124"/>
                    <a:pt x="471" y="0"/>
                    <a:pt x="295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5" name="Google Shape;3131;p63">
              <a:extLst>
                <a:ext uri="{FF2B5EF4-FFF2-40B4-BE49-F238E27FC236}">
                  <a16:creationId xmlns:a16="http://schemas.microsoft.com/office/drawing/2014/main" id="{7718EB2A-C94B-0184-C688-6A7C8C01BC9D}"/>
                </a:ext>
              </a:extLst>
            </p:cNvPr>
            <p:cNvSpPr/>
            <p:nvPr/>
          </p:nvSpPr>
          <p:spPr>
            <a:xfrm>
              <a:off x="7279874" y="2108709"/>
              <a:ext cx="11474" cy="11006"/>
            </a:xfrm>
            <a:custGeom>
              <a:avLst/>
              <a:gdLst/>
              <a:ahLst/>
              <a:cxnLst/>
              <a:rect l="l" t="t" r="r" b="b"/>
              <a:pathLst>
                <a:path w="589" h="565" extrusionOk="0">
                  <a:moveTo>
                    <a:pt x="295" y="0"/>
                  </a:moveTo>
                  <a:cubicBezTo>
                    <a:pt x="148" y="0"/>
                    <a:pt x="1" y="124"/>
                    <a:pt x="1" y="294"/>
                  </a:cubicBezTo>
                  <a:cubicBezTo>
                    <a:pt x="1" y="441"/>
                    <a:pt x="148" y="564"/>
                    <a:pt x="295" y="564"/>
                  </a:cubicBezTo>
                  <a:cubicBezTo>
                    <a:pt x="442" y="564"/>
                    <a:pt x="589" y="441"/>
                    <a:pt x="589" y="294"/>
                  </a:cubicBezTo>
                  <a:cubicBezTo>
                    <a:pt x="589" y="124"/>
                    <a:pt x="442" y="0"/>
                    <a:pt x="295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6" name="Google Shape;3132;p63">
              <a:extLst>
                <a:ext uri="{FF2B5EF4-FFF2-40B4-BE49-F238E27FC236}">
                  <a16:creationId xmlns:a16="http://schemas.microsoft.com/office/drawing/2014/main" id="{E0E143F0-6D08-E489-D61E-D16987E91247}"/>
                </a:ext>
              </a:extLst>
            </p:cNvPr>
            <p:cNvSpPr/>
            <p:nvPr/>
          </p:nvSpPr>
          <p:spPr>
            <a:xfrm>
              <a:off x="6974625" y="1969818"/>
              <a:ext cx="379704" cy="379354"/>
            </a:xfrm>
            <a:custGeom>
              <a:avLst/>
              <a:gdLst/>
              <a:ahLst/>
              <a:cxnLst/>
              <a:rect l="l" t="t" r="r" b="b"/>
              <a:pathLst>
                <a:path w="19492" h="19474" extrusionOk="0">
                  <a:moveTo>
                    <a:pt x="18927" y="565"/>
                  </a:moveTo>
                  <a:lnTo>
                    <a:pt x="18927" y="3698"/>
                  </a:lnTo>
                  <a:lnTo>
                    <a:pt x="559" y="3698"/>
                  </a:lnTo>
                  <a:lnTo>
                    <a:pt x="559" y="565"/>
                  </a:lnTo>
                  <a:close/>
                  <a:moveTo>
                    <a:pt x="9963" y="4262"/>
                  </a:moveTo>
                  <a:lnTo>
                    <a:pt x="9963" y="5267"/>
                  </a:lnTo>
                  <a:lnTo>
                    <a:pt x="9499" y="5267"/>
                  </a:lnTo>
                  <a:lnTo>
                    <a:pt x="9499" y="4262"/>
                  </a:lnTo>
                  <a:close/>
                  <a:moveTo>
                    <a:pt x="18927" y="5855"/>
                  </a:moveTo>
                  <a:lnTo>
                    <a:pt x="18927" y="8964"/>
                  </a:lnTo>
                  <a:lnTo>
                    <a:pt x="559" y="8964"/>
                  </a:lnTo>
                  <a:lnTo>
                    <a:pt x="559" y="5855"/>
                  </a:lnTo>
                  <a:close/>
                  <a:moveTo>
                    <a:pt x="9963" y="9552"/>
                  </a:moveTo>
                  <a:lnTo>
                    <a:pt x="9963" y="10557"/>
                  </a:lnTo>
                  <a:lnTo>
                    <a:pt x="9499" y="10557"/>
                  </a:lnTo>
                  <a:lnTo>
                    <a:pt x="9499" y="9552"/>
                  </a:lnTo>
                  <a:close/>
                  <a:moveTo>
                    <a:pt x="9963" y="14842"/>
                  </a:moveTo>
                  <a:lnTo>
                    <a:pt x="9963" y="16829"/>
                  </a:lnTo>
                  <a:cubicBezTo>
                    <a:pt x="9893" y="16805"/>
                    <a:pt x="9816" y="16805"/>
                    <a:pt x="9746" y="16805"/>
                  </a:cubicBezTo>
                  <a:cubicBezTo>
                    <a:pt x="9670" y="16805"/>
                    <a:pt x="9575" y="16805"/>
                    <a:pt x="9499" y="16829"/>
                  </a:cubicBezTo>
                  <a:lnTo>
                    <a:pt x="9499" y="14842"/>
                  </a:lnTo>
                  <a:close/>
                  <a:moveTo>
                    <a:pt x="8423" y="17928"/>
                  </a:moveTo>
                  <a:cubicBezTo>
                    <a:pt x="8423" y="17981"/>
                    <a:pt x="8400" y="18051"/>
                    <a:pt x="8400" y="18128"/>
                  </a:cubicBezTo>
                  <a:cubicBezTo>
                    <a:pt x="8400" y="18198"/>
                    <a:pt x="8423" y="18275"/>
                    <a:pt x="8423" y="18345"/>
                  </a:cubicBezTo>
                  <a:lnTo>
                    <a:pt x="4015" y="18345"/>
                  </a:lnTo>
                  <a:lnTo>
                    <a:pt x="4015" y="17928"/>
                  </a:lnTo>
                  <a:close/>
                  <a:moveTo>
                    <a:pt x="15453" y="17928"/>
                  </a:moveTo>
                  <a:lnTo>
                    <a:pt x="15453" y="18345"/>
                  </a:lnTo>
                  <a:lnTo>
                    <a:pt x="11068" y="18345"/>
                  </a:lnTo>
                  <a:lnTo>
                    <a:pt x="11068" y="18128"/>
                  </a:lnTo>
                  <a:lnTo>
                    <a:pt x="11068" y="17928"/>
                  </a:lnTo>
                  <a:close/>
                  <a:moveTo>
                    <a:pt x="9746" y="17363"/>
                  </a:moveTo>
                  <a:cubicBezTo>
                    <a:pt x="10163" y="17363"/>
                    <a:pt x="10504" y="17710"/>
                    <a:pt x="10504" y="18128"/>
                  </a:cubicBezTo>
                  <a:cubicBezTo>
                    <a:pt x="10504" y="18539"/>
                    <a:pt x="10163" y="18886"/>
                    <a:pt x="9746" y="18886"/>
                  </a:cubicBezTo>
                  <a:cubicBezTo>
                    <a:pt x="9329" y="18886"/>
                    <a:pt x="8988" y="18539"/>
                    <a:pt x="8988" y="18128"/>
                  </a:cubicBezTo>
                  <a:cubicBezTo>
                    <a:pt x="8988" y="17710"/>
                    <a:pt x="9329" y="17363"/>
                    <a:pt x="9746" y="17363"/>
                  </a:cubicBezTo>
                  <a:close/>
                  <a:moveTo>
                    <a:pt x="535" y="0"/>
                  </a:moveTo>
                  <a:cubicBezTo>
                    <a:pt x="242" y="0"/>
                    <a:pt x="1" y="224"/>
                    <a:pt x="1" y="518"/>
                  </a:cubicBezTo>
                  <a:lnTo>
                    <a:pt x="1" y="3727"/>
                  </a:lnTo>
                  <a:cubicBezTo>
                    <a:pt x="1" y="4021"/>
                    <a:pt x="242" y="4262"/>
                    <a:pt x="535" y="4262"/>
                  </a:cubicBezTo>
                  <a:lnTo>
                    <a:pt x="8935" y="4262"/>
                  </a:lnTo>
                  <a:lnTo>
                    <a:pt x="8935" y="5267"/>
                  </a:lnTo>
                  <a:lnTo>
                    <a:pt x="535" y="5267"/>
                  </a:lnTo>
                  <a:cubicBezTo>
                    <a:pt x="242" y="5267"/>
                    <a:pt x="1" y="5514"/>
                    <a:pt x="1" y="5808"/>
                  </a:cubicBezTo>
                  <a:lnTo>
                    <a:pt x="1" y="9017"/>
                  </a:lnTo>
                  <a:cubicBezTo>
                    <a:pt x="1" y="9311"/>
                    <a:pt x="242" y="9552"/>
                    <a:pt x="535" y="9552"/>
                  </a:cubicBezTo>
                  <a:lnTo>
                    <a:pt x="8935" y="9552"/>
                  </a:lnTo>
                  <a:lnTo>
                    <a:pt x="8935" y="10557"/>
                  </a:lnTo>
                  <a:lnTo>
                    <a:pt x="535" y="10557"/>
                  </a:lnTo>
                  <a:cubicBezTo>
                    <a:pt x="242" y="10557"/>
                    <a:pt x="1" y="10804"/>
                    <a:pt x="1" y="11098"/>
                  </a:cubicBezTo>
                  <a:lnTo>
                    <a:pt x="1" y="14307"/>
                  </a:lnTo>
                  <a:cubicBezTo>
                    <a:pt x="1" y="14601"/>
                    <a:pt x="242" y="14842"/>
                    <a:pt x="535" y="14842"/>
                  </a:cubicBezTo>
                  <a:lnTo>
                    <a:pt x="8935" y="14842"/>
                  </a:lnTo>
                  <a:lnTo>
                    <a:pt x="8935" y="17070"/>
                  </a:lnTo>
                  <a:cubicBezTo>
                    <a:pt x="8841" y="17146"/>
                    <a:pt x="8741" y="17246"/>
                    <a:pt x="8670" y="17340"/>
                  </a:cubicBezTo>
                  <a:lnTo>
                    <a:pt x="3868" y="17340"/>
                  </a:lnTo>
                  <a:cubicBezTo>
                    <a:pt x="3645" y="17340"/>
                    <a:pt x="3451" y="17540"/>
                    <a:pt x="3451" y="17757"/>
                  </a:cubicBezTo>
                  <a:lnTo>
                    <a:pt x="3451" y="18492"/>
                  </a:lnTo>
                  <a:cubicBezTo>
                    <a:pt x="3451" y="18739"/>
                    <a:pt x="3645" y="18909"/>
                    <a:pt x="3868" y="18909"/>
                  </a:cubicBezTo>
                  <a:lnTo>
                    <a:pt x="8670" y="18909"/>
                  </a:lnTo>
                  <a:cubicBezTo>
                    <a:pt x="8911" y="19250"/>
                    <a:pt x="9305" y="19474"/>
                    <a:pt x="9746" y="19474"/>
                  </a:cubicBezTo>
                  <a:cubicBezTo>
                    <a:pt x="10187" y="19474"/>
                    <a:pt x="10581" y="19250"/>
                    <a:pt x="10822" y="18909"/>
                  </a:cubicBezTo>
                  <a:lnTo>
                    <a:pt x="15624" y="18909"/>
                  </a:lnTo>
                  <a:cubicBezTo>
                    <a:pt x="15841" y="18909"/>
                    <a:pt x="16041" y="18739"/>
                    <a:pt x="16041" y="18492"/>
                  </a:cubicBezTo>
                  <a:lnTo>
                    <a:pt x="16041" y="17757"/>
                  </a:lnTo>
                  <a:cubicBezTo>
                    <a:pt x="16041" y="17540"/>
                    <a:pt x="15841" y="17340"/>
                    <a:pt x="15624" y="17340"/>
                  </a:cubicBezTo>
                  <a:lnTo>
                    <a:pt x="10822" y="17340"/>
                  </a:lnTo>
                  <a:cubicBezTo>
                    <a:pt x="10751" y="17246"/>
                    <a:pt x="10651" y="17146"/>
                    <a:pt x="10551" y="17070"/>
                  </a:cubicBezTo>
                  <a:lnTo>
                    <a:pt x="10551" y="14842"/>
                  </a:lnTo>
                  <a:lnTo>
                    <a:pt x="18956" y="14842"/>
                  </a:lnTo>
                  <a:cubicBezTo>
                    <a:pt x="19250" y="14842"/>
                    <a:pt x="19491" y="14601"/>
                    <a:pt x="19491" y="14307"/>
                  </a:cubicBezTo>
                  <a:lnTo>
                    <a:pt x="19491" y="11098"/>
                  </a:lnTo>
                  <a:cubicBezTo>
                    <a:pt x="19491" y="10804"/>
                    <a:pt x="19250" y="10557"/>
                    <a:pt x="18956" y="10557"/>
                  </a:cubicBezTo>
                  <a:lnTo>
                    <a:pt x="15012" y="10557"/>
                  </a:lnTo>
                  <a:cubicBezTo>
                    <a:pt x="14866" y="10557"/>
                    <a:pt x="14719" y="10680"/>
                    <a:pt x="14719" y="10851"/>
                  </a:cubicBezTo>
                  <a:cubicBezTo>
                    <a:pt x="14719" y="10998"/>
                    <a:pt x="14866" y="11121"/>
                    <a:pt x="15012" y="11121"/>
                  </a:cubicBezTo>
                  <a:lnTo>
                    <a:pt x="18927" y="11121"/>
                  </a:lnTo>
                  <a:lnTo>
                    <a:pt x="18927" y="14254"/>
                  </a:lnTo>
                  <a:lnTo>
                    <a:pt x="559" y="14254"/>
                  </a:lnTo>
                  <a:lnTo>
                    <a:pt x="559" y="11121"/>
                  </a:lnTo>
                  <a:lnTo>
                    <a:pt x="13690" y="11121"/>
                  </a:lnTo>
                  <a:cubicBezTo>
                    <a:pt x="13860" y="11121"/>
                    <a:pt x="13984" y="10998"/>
                    <a:pt x="13984" y="10851"/>
                  </a:cubicBezTo>
                  <a:cubicBezTo>
                    <a:pt x="13984" y="10680"/>
                    <a:pt x="13860" y="10557"/>
                    <a:pt x="13690" y="10557"/>
                  </a:cubicBezTo>
                  <a:lnTo>
                    <a:pt x="10551" y="10557"/>
                  </a:lnTo>
                  <a:lnTo>
                    <a:pt x="10551" y="9552"/>
                  </a:lnTo>
                  <a:lnTo>
                    <a:pt x="18956" y="9552"/>
                  </a:lnTo>
                  <a:cubicBezTo>
                    <a:pt x="19250" y="9552"/>
                    <a:pt x="19491" y="9311"/>
                    <a:pt x="19491" y="9017"/>
                  </a:cubicBezTo>
                  <a:lnTo>
                    <a:pt x="19491" y="5808"/>
                  </a:lnTo>
                  <a:cubicBezTo>
                    <a:pt x="19491" y="5514"/>
                    <a:pt x="19250" y="5267"/>
                    <a:pt x="18956" y="5267"/>
                  </a:cubicBezTo>
                  <a:lnTo>
                    <a:pt x="10551" y="5267"/>
                  </a:lnTo>
                  <a:lnTo>
                    <a:pt x="10551" y="4262"/>
                  </a:lnTo>
                  <a:lnTo>
                    <a:pt x="18956" y="4262"/>
                  </a:lnTo>
                  <a:cubicBezTo>
                    <a:pt x="19250" y="4262"/>
                    <a:pt x="19491" y="4021"/>
                    <a:pt x="19491" y="3727"/>
                  </a:cubicBezTo>
                  <a:lnTo>
                    <a:pt x="19491" y="518"/>
                  </a:lnTo>
                  <a:cubicBezTo>
                    <a:pt x="19491" y="224"/>
                    <a:pt x="19250" y="0"/>
                    <a:pt x="18956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" name="Google Shape;2933;p63">
            <a:extLst>
              <a:ext uri="{FF2B5EF4-FFF2-40B4-BE49-F238E27FC236}">
                <a16:creationId xmlns:a16="http://schemas.microsoft.com/office/drawing/2014/main" id="{7D221037-C4C2-38CA-6AC7-8821A35CA629}"/>
              </a:ext>
            </a:extLst>
          </p:cNvPr>
          <p:cNvGrpSpPr/>
          <p:nvPr/>
        </p:nvGrpSpPr>
        <p:grpSpPr>
          <a:xfrm>
            <a:off x="7584192" y="644177"/>
            <a:ext cx="379704" cy="326796"/>
            <a:chOff x="2941853" y="3506971"/>
            <a:chExt cx="379704" cy="326796"/>
          </a:xfrm>
        </p:grpSpPr>
        <p:sp>
          <p:nvSpPr>
            <p:cNvPr id="12" name="Google Shape;2934;p63">
              <a:extLst>
                <a:ext uri="{FF2B5EF4-FFF2-40B4-BE49-F238E27FC236}">
                  <a16:creationId xmlns:a16="http://schemas.microsoft.com/office/drawing/2014/main" id="{488D9BA0-FE51-3133-CCC7-7D59E7AE82D0}"/>
                </a:ext>
              </a:extLst>
            </p:cNvPr>
            <p:cNvSpPr/>
            <p:nvPr/>
          </p:nvSpPr>
          <p:spPr>
            <a:xfrm>
              <a:off x="2947132" y="3722671"/>
              <a:ext cx="368698" cy="47668"/>
            </a:xfrm>
            <a:custGeom>
              <a:avLst/>
              <a:gdLst/>
              <a:ahLst/>
              <a:cxnLst/>
              <a:rect l="l" t="t" r="r" b="b"/>
              <a:pathLst>
                <a:path w="18927" h="2447" extrusionOk="0">
                  <a:moveTo>
                    <a:pt x="0" y="1"/>
                  </a:moveTo>
                  <a:lnTo>
                    <a:pt x="0" y="1494"/>
                  </a:lnTo>
                  <a:cubicBezTo>
                    <a:pt x="0" y="2029"/>
                    <a:pt x="441" y="2446"/>
                    <a:pt x="976" y="2446"/>
                  </a:cubicBezTo>
                  <a:lnTo>
                    <a:pt x="17975" y="2446"/>
                  </a:lnTo>
                  <a:cubicBezTo>
                    <a:pt x="18515" y="2446"/>
                    <a:pt x="18927" y="2029"/>
                    <a:pt x="18927" y="1494"/>
                  </a:cubicBezTo>
                  <a:lnTo>
                    <a:pt x="18927" y="1"/>
                  </a:ln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935;p63">
              <a:extLst>
                <a:ext uri="{FF2B5EF4-FFF2-40B4-BE49-F238E27FC236}">
                  <a16:creationId xmlns:a16="http://schemas.microsoft.com/office/drawing/2014/main" id="{975C4584-30F0-842D-A2C4-A3334680EFA8}"/>
                </a:ext>
              </a:extLst>
            </p:cNvPr>
            <p:cNvSpPr/>
            <p:nvPr/>
          </p:nvSpPr>
          <p:spPr>
            <a:xfrm>
              <a:off x="2947132" y="3512679"/>
              <a:ext cx="368698" cy="210014"/>
            </a:xfrm>
            <a:custGeom>
              <a:avLst/>
              <a:gdLst/>
              <a:ahLst/>
              <a:cxnLst/>
              <a:rect l="l" t="t" r="r" b="b"/>
              <a:pathLst>
                <a:path w="18927" h="10781" extrusionOk="0">
                  <a:moveTo>
                    <a:pt x="976" y="1"/>
                  </a:moveTo>
                  <a:cubicBezTo>
                    <a:pt x="441" y="1"/>
                    <a:pt x="0" y="418"/>
                    <a:pt x="0" y="959"/>
                  </a:cubicBezTo>
                  <a:lnTo>
                    <a:pt x="0" y="10781"/>
                  </a:lnTo>
                  <a:lnTo>
                    <a:pt x="18927" y="10781"/>
                  </a:lnTo>
                  <a:lnTo>
                    <a:pt x="18927" y="959"/>
                  </a:lnTo>
                  <a:cubicBezTo>
                    <a:pt x="18927" y="418"/>
                    <a:pt x="18515" y="1"/>
                    <a:pt x="17975" y="1"/>
                  </a:cubicBezTo>
                  <a:close/>
                </a:path>
              </a:pathLst>
            </a:custGeom>
            <a:solidFill>
              <a:srgbClr val="FF93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7" name="Google Shape;2936;p63">
              <a:extLst>
                <a:ext uri="{FF2B5EF4-FFF2-40B4-BE49-F238E27FC236}">
                  <a16:creationId xmlns:a16="http://schemas.microsoft.com/office/drawing/2014/main" id="{5AF3BF76-19E4-A167-87E1-F8AA578F594A}"/>
                </a:ext>
              </a:extLst>
            </p:cNvPr>
            <p:cNvSpPr/>
            <p:nvPr/>
          </p:nvSpPr>
          <p:spPr>
            <a:xfrm>
              <a:off x="2947132" y="3512679"/>
              <a:ext cx="368698" cy="210014"/>
            </a:xfrm>
            <a:custGeom>
              <a:avLst/>
              <a:gdLst/>
              <a:ahLst/>
              <a:cxnLst/>
              <a:rect l="l" t="t" r="r" b="b"/>
              <a:pathLst>
                <a:path w="18927" h="10781" extrusionOk="0">
                  <a:moveTo>
                    <a:pt x="976" y="1"/>
                  </a:moveTo>
                  <a:cubicBezTo>
                    <a:pt x="441" y="1"/>
                    <a:pt x="0" y="418"/>
                    <a:pt x="0" y="959"/>
                  </a:cubicBezTo>
                  <a:lnTo>
                    <a:pt x="0" y="10781"/>
                  </a:lnTo>
                  <a:lnTo>
                    <a:pt x="18927" y="10781"/>
                  </a:lnTo>
                  <a:lnTo>
                    <a:pt x="18927" y="959"/>
                  </a:lnTo>
                  <a:cubicBezTo>
                    <a:pt x="18927" y="418"/>
                    <a:pt x="18515" y="1"/>
                    <a:pt x="17975" y="1"/>
                  </a:cubicBezTo>
                  <a:close/>
                </a:path>
              </a:pathLst>
            </a:custGeom>
            <a:solidFill>
              <a:srgbClr val="FF93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8" name="Google Shape;2937;p63">
              <a:extLst>
                <a:ext uri="{FF2B5EF4-FFF2-40B4-BE49-F238E27FC236}">
                  <a16:creationId xmlns:a16="http://schemas.microsoft.com/office/drawing/2014/main" id="{483A7DE0-29D6-BA2B-520D-5B7B48C3816A}"/>
                </a:ext>
              </a:extLst>
            </p:cNvPr>
            <p:cNvSpPr/>
            <p:nvPr/>
          </p:nvSpPr>
          <p:spPr>
            <a:xfrm>
              <a:off x="3282496" y="3512679"/>
              <a:ext cx="33330" cy="210014"/>
            </a:xfrm>
            <a:custGeom>
              <a:avLst/>
              <a:gdLst/>
              <a:ahLst/>
              <a:cxnLst/>
              <a:rect l="l" t="t" r="r" b="b"/>
              <a:pathLst>
                <a:path w="1711" h="10781" extrusionOk="0">
                  <a:moveTo>
                    <a:pt x="0" y="1"/>
                  </a:moveTo>
                  <a:cubicBezTo>
                    <a:pt x="512" y="1"/>
                    <a:pt x="953" y="418"/>
                    <a:pt x="953" y="959"/>
                  </a:cubicBezTo>
                  <a:lnTo>
                    <a:pt x="953" y="10781"/>
                  </a:lnTo>
                  <a:lnTo>
                    <a:pt x="1711" y="10781"/>
                  </a:lnTo>
                  <a:lnTo>
                    <a:pt x="1711" y="959"/>
                  </a:lnTo>
                  <a:cubicBezTo>
                    <a:pt x="1711" y="418"/>
                    <a:pt x="1299" y="1"/>
                    <a:pt x="759" y="1"/>
                  </a:cubicBezTo>
                  <a:close/>
                </a:path>
              </a:pathLst>
            </a:custGeom>
            <a:solidFill>
              <a:srgbClr val="FF61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9" name="Google Shape;2938;p63">
              <a:extLst>
                <a:ext uri="{FF2B5EF4-FFF2-40B4-BE49-F238E27FC236}">
                  <a16:creationId xmlns:a16="http://schemas.microsoft.com/office/drawing/2014/main" id="{A7D72B65-5610-096B-5D8A-4D08247BF7FF}"/>
                </a:ext>
              </a:extLst>
            </p:cNvPr>
            <p:cNvSpPr/>
            <p:nvPr/>
          </p:nvSpPr>
          <p:spPr>
            <a:xfrm>
              <a:off x="3282496" y="3722671"/>
              <a:ext cx="33330" cy="47668"/>
            </a:xfrm>
            <a:custGeom>
              <a:avLst/>
              <a:gdLst/>
              <a:ahLst/>
              <a:cxnLst/>
              <a:rect l="l" t="t" r="r" b="b"/>
              <a:pathLst>
                <a:path w="1711" h="2447" extrusionOk="0">
                  <a:moveTo>
                    <a:pt x="953" y="1"/>
                  </a:moveTo>
                  <a:lnTo>
                    <a:pt x="953" y="1494"/>
                  </a:lnTo>
                  <a:cubicBezTo>
                    <a:pt x="953" y="2029"/>
                    <a:pt x="512" y="2446"/>
                    <a:pt x="0" y="2446"/>
                  </a:cubicBezTo>
                  <a:lnTo>
                    <a:pt x="759" y="2446"/>
                  </a:lnTo>
                  <a:cubicBezTo>
                    <a:pt x="1299" y="2446"/>
                    <a:pt x="1711" y="2029"/>
                    <a:pt x="1711" y="1494"/>
                  </a:cubicBezTo>
                  <a:lnTo>
                    <a:pt x="1711" y="1"/>
                  </a:lnTo>
                  <a:close/>
                </a:path>
              </a:pathLst>
            </a:custGeom>
            <a:solidFill>
              <a:srgbClr val="866A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0" name="Google Shape;2939;p63">
              <a:extLst>
                <a:ext uri="{FF2B5EF4-FFF2-40B4-BE49-F238E27FC236}">
                  <a16:creationId xmlns:a16="http://schemas.microsoft.com/office/drawing/2014/main" id="{B1A8D02C-CD2B-651E-585E-801DBE39262B}"/>
                </a:ext>
              </a:extLst>
            </p:cNvPr>
            <p:cNvSpPr/>
            <p:nvPr/>
          </p:nvSpPr>
          <p:spPr>
            <a:xfrm>
              <a:off x="3089685" y="3770319"/>
              <a:ext cx="84056" cy="57719"/>
            </a:xfrm>
            <a:custGeom>
              <a:avLst/>
              <a:gdLst/>
              <a:ahLst/>
              <a:cxnLst/>
              <a:rect l="l" t="t" r="r" b="b"/>
              <a:pathLst>
                <a:path w="4315" h="2963" extrusionOk="0">
                  <a:moveTo>
                    <a:pt x="294" y="0"/>
                  </a:moveTo>
                  <a:cubicBezTo>
                    <a:pt x="294" y="0"/>
                    <a:pt x="271" y="2181"/>
                    <a:pt x="0" y="2962"/>
                  </a:cubicBezTo>
                  <a:lnTo>
                    <a:pt x="4315" y="2962"/>
                  </a:lnTo>
                  <a:cubicBezTo>
                    <a:pt x="4044" y="2181"/>
                    <a:pt x="3997" y="0"/>
                    <a:pt x="3997" y="0"/>
                  </a:cubicBezTo>
                  <a:close/>
                </a:path>
              </a:pathLst>
            </a:custGeom>
            <a:solidFill>
              <a:srgbClr val="866A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1" name="Google Shape;2940;p63">
              <a:extLst>
                <a:ext uri="{FF2B5EF4-FFF2-40B4-BE49-F238E27FC236}">
                  <a16:creationId xmlns:a16="http://schemas.microsoft.com/office/drawing/2014/main" id="{FBC5DE61-532A-E754-00EF-A43F2E01A588}"/>
                </a:ext>
              </a:extLst>
            </p:cNvPr>
            <p:cNvSpPr/>
            <p:nvPr/>
          </p:nvSpPr>
          <p:spPr>
            <a:xfrm>
              <a:off x="3094945" y="3770319"/>
              <a:ext cx="73069" cy="14785"/>
            </a:xfrm>
            <a:custGeom>
              <a:avLst/>
              <a:gdLst/>
              <a:ahLst/>
              <a:cxnLst/>
              <a:rect l="l" t="t" r="r" b="b"/>
              <a:pathLst>
                <a:path w="3751" h="759" extrusionOk="0">
                  <a:moveTo>
                    <a:pt x="24" y="0"/>
                  </a:moveTo>
                  <a:cubicBezTo>
                    <a:pt x="24" y="0"/>
                    <a:pt x="24" y="317"/>
                    <a:pt x="1" y="758"/>
                  </a:cubicBezTo>
                  <a:lnTo>
                    <a:pt x="3751" y="758"/>
                  </a:lnTo>
                  <a:cubicBezTo>
                    <a:pt x="3727" y="317"/>
                    <a:pt x="3727" y="0"/>
                    <a:pt x="3727" y="0"/>
                  </a:cubicBez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2" name="Google Shape;2941;p63">
              <a:extLst>
                <a:ext uri="{FF2B5EF4-FFF2-40B4-BE49-F238E27FC236}">
                  <a16:creationId xmlns:a16="http://schemas.microsoft.com/office/drawing/2014/main" id="{F1CC7D52-A14B-E1CB-2884-EB66D94A752B}"/>
                </a:ext>
              </a:extLst>
            </p:cNvPr>
            <p:cNvSpPr/>
            <p:nvPr/>
          </p:nvSpPr>
          <p:spPr>
            <a:xfrm>
              <a:off x="3094945" y="3770319"/>
              <a:ext cx="73069" cy="14785"/>
            </a:xfrm>
            <a:custGeom>
              <a:avLst/>
              <a:gdLst/>
              <a:ahLst/>
              <a:cxnLst/>
              <a:rect l="l" t="t" r="r" b="b"/>
              <a:pathLst>
                <a:path w="3751" h="759" extrusionOk="0">
                  <a:moveTo>
                    <a:pt x="24" y="0"/>
                  </a:moveTo>
                  <a:cubicBezTo>
                    <a:pt x="24" y="0"/>
                    <a:pt x="24" y="317"/>
                    <a:pt x="1" y="758"/>
                  </a:cubicBezTo>
                  <a:lnTo>
                    <a:pt x="3751" y="758"/>
                  </a:lnTo>
                  <a:cubicBezTo>
                    <a:pt x="3727" y="317"/>
                    <a:pt x="3727" y="0"/>
                    <a:pt x="3727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3" name="Google Shape;2942;p63">
              <a:extLst>
                <a:ext uri="{FF2B5EF4-FFF2-40B4-BE49-F238E27FC236}">
                  <a16:creationId xmlns:a16="http://schemas.microsoft.com/office/drawing/2014/main" id="{4E30F8B5-1C3F-D3CA-CAE7-08CF2A4C119D}"/>
                </a:ext>
              </a:extLst>
            </p:cNvPr>
            <p:cNvSpPr/>
            <p:nvPr/>
          </p:nvSpPr>
          <p:spPr>
            <a:xfrm>
              <a:off x="2970488" y="3537983"/>
              <a:ext cx="321985" cy="184709"/>
            </a:xfrm>
            <a:custGeom>
              <a:avLst/>
              <a:gdLst/>
              <a:ahLst/>
              <a:cxnLst/>
              <a:rect l="l" t="t" r="r" b="b"/>
              <a:pathLst>
                <a:path w="16529" h="9482" extrusionOk="0">
                  <a:moveTo>
                    <a:pt x="418" y="1"/>
                  </a:moveTo>
                  <a:cubicBezTo>
                    <a:pt x="194" y="1"/>
                    <a:pt x="0" y="195"/>
                    <a:pt x="0" y="442"/>
                  </a:cubicBezTo>
                  <a:lnTo>
                    <a:pt x="0" y="9482"/>
                  </a:lnTo>
                  <a:lnTo>
                    <a:pt x="16529" y="9482"/>
                  </a:lnTo>
                  <a:lnTo>
                    <a:pt x="16529" y="442"/>
                  </a:lnTo>
                  <a:cubicBezTo>
                    <a:pt x="16529" y="195"/>
                    <a:pt x="16358" y="1"/>
                    <a:pt x="16112" y="1"/>
                  </a:cubicBez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4" name="Google Shape;2943;p63">
              <a:extLst>
                <a:ext uri="{FF2B5EF4-FFF2-40B4-BE49-F238E27FC236}">
                  <a16:creationId xmlns:a16="http://schemas.microsoft.com/office/drawing/2014/main" id="{58F5F663-4C00-8E47-7BE4-3917E88AB131}"/>
                </a:ext>
              </a:extLst>
            </p:cNvPr>
            <p:cNvSpPr/>
            <p:nvPr/>
          </p:nvSpPr>
          <p:spPr>
            <a:xfrm>
              <a:off x="3269562" y="3537983"/>
              <a:ext cx="22908" cy="184709"/>
            </a:xfrm>
            <a:custGeom>
              <a:avLst/>
              <a:gdLst/>
              <a:ahLst/>
              <a:cxnLst/>
              <a:rect l="l" t="t" r="r" b="b"/>
              <a:pathLst>
                <a:path w="1176" h="9482" extrusionOk="0">
                  <a:moveTo>
                    <a:pt x="0" y="1"/>
                  </a:moveTo>
                  <a:cubicBezTo>
                    <a:pt x="247" y="1"/>
                    <a:pt x="418" y="195"/>
                    <a:pt x="418" y="442"/>
                  </a:cubicBezTo>
                  <a:lnTo>
                    <a:pt x="418" y="9482"/>
                  </a:lnTo>
                  <a:lnTo>
                    <a:pt x="1176" y="9482"/>
                  </a:lnTo>
                  <a:lnTo>
                    <a:pt x="1176" y="442"/>
                  </a:lnTo>
                  <a:cubicBezTo>
                    <a:pt x="1176" y="195"/>
                    <a:pt x="1005" y="1"/>
                    <a:pt x="759" y="1"/>
                  </a:cubicBez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5" name="Google Shape;2944;p63">
              <a:extLst>
                <a:ext uri="{FF2B5EF4-FFF2-40B4-BE49-F238E27FC236}">
                  <a16:creationId xmlns:a16="http://schemas.microsoft.com/office/drawing/2014/main" id="{A99E43B9-5390-71B7-55F1-83AABB46DF1C}"/>
                </a:ext>
              </a:extLst>
            </p:cNvPr>
            <p:cNvSpPr/>
            <p:nvPr/>
          </p:nvSpPr>
          <p:spPr>
            <a:xfrm>
              <a:off x="3001519" y="3634856"/>
              <a:ext cx="201306" cy="52927"/>
            </a:xfrm>
            <a:custGeom>
              <a:avLst/>
              <a:gdLst/>
              <a:ahLst/>
              <a:cxnLst/>
              <a:rect l="l" t="t" r="r" b="b"/>
              <a:pathLst>
                <a:path w="10334" h="2717" extrusionOk="0">
                  <a:moveTo>
                    <a:pt x="341" y="1"/>
                  </a:moveTo>
                  <a:cubicBezTo>
                    <a:pt x="171" y="1"/>
                    <a:pt x="0" y="148"/>
                    <a:pt x="0" y="341"/>
                  </a:cubicBezTo>
                  <a:lnTo>
                    <a:pt x="0" y="2375"/>
                  </a:lnTo>
                  <a:cubicBezTo>
                    <a:pt x="0" y="2569"/>
                    <a:pt x="171" y="2716"/>
                    <a:pt x="341" y="2716"/>
                  </a:cubicBezTo>
                  <a:lnTo>
                    <a:pt x="10334" y="2716"/>
                  </a:lnTo>
                  <a:lnTo>
                    <a:pt x="10334" y="1"/>
                  </a:ln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6" name="Google Shape;2945;p63">
              <a:extLst>
                <a:ext uri="{FF2B5EF4-FFF2-40B4-BE49-F238E27FC236}">
                  <a16:creationId xmlns:a16="http://schemas.microsoft.com/office/drawing/2014/main" id="{5B13F8B6-60B8-9F51-B18E-2A332DDBBD13}"/>
                </a:ext>
              </a:extLst>
            </p:cNvPr>
            <p:cNvSpPr/>
            <p:nvPr/>
          </p:nvSpPr>
          <p:spPr>
            <a:xfrm>
              <a:off x="3202804" y="3634856"/>
              <a:ext cx="58635" cy="52927"/>
            </a:xfrm>
            <a:custGeom>
              <a:avLst/>
              <a:gdLst/>
              <a:ahLst/>
              <a:cxnLst/>
              <a:rect l="l" t="t" r="r" b="b"/>
              <a:pathLst>
                <a:path w="3010" h="2717" extrusionOk="0">
                  <a:moveTo>
                    <a:pt x="1" y="1"/>
                  </a:moveTo>
                  <a:lnTo>
                    <a:pt x="1" y="2716"/>
                  </a:lnTo>
                  <a:lnTo>
                    <a:pt x="2669" y="2716"/>
                  </a:lnTo>
                  <a:cubicBezTo>
                    <a:pt x="2863" y="2716"/>
                    <a:pt x="3010" y="2569"/>
                    <a:pt x="3010" y="2375"/>
                  </a:cubicBezTo>
                  <a:lnTo>
                    <a:pt x="3010" y="341"/>
                  </a:lnTo>
                  <a:cubicBezTo>
                    <a:pt x="3010" y="148"/>
                    <a:pt x="2863" y="1"/>
                    <a:pt x="2669" y="1"/>
                  </a:cubicBezTo>
                  <a:close/>
                </a:path>
              </a:pathLst>
            </a:custGeom>
            <a:solidFill>
              <a:srgbClr val="FF61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2" name="Google Shape;2946;p63">
              <a:extLst>
                <a:ext uri="{FF2B5EF4-FFF2-40B4-BE49-F238E27FC236}">
                  <a16:creationId xmlns:a16="http://schemas.microsoft.com/office/drawing/2014/main" id="{0888F8C4-A000-3C49-7586-8C8C738D31EA}"/>
                </a:ext>
              </a:extLst>
            </p:cNvPr>
            <p:cNvSpPr/>
            <p:nvPr/>
          </p:nvSpPr>
          <p:spPr>
            <a:xfrm>
              <a:off x="3113606" y="3740768"/>
              <a:ext cx="36213" cy="11474"/>
            </a:xfrm>
            <a:custGeom>
              <a:avLst/>
              <a:gdLst/>
              <a:ahLst/>
              <a:cxnLst/>
              <a:rect l="l" t="t" r="r" b="b"/>
              <a:pathLst>
                <a:path w="1859" h="589" extrusionOk="0">
                  <a:moveTo>
                    <a:pt x="271" y="1"/>
                  </a:moveTo>
                  <a:cubicBezTo>
                    <a:pt x="124" y="1"/>
                    <a:pt x="1" y="147"/>
                    <a:pt x="1" y="294"/>
                  </a:cubicBezTo>
                  <a:cubicBezTo>
                    <a:pt x="1" y="465"/>
                    <a:pt x="124" y="588"/>
                    <a:pt x="271" y="588"/>
                  </a:cubicBezTo>
                  <a:lnTo>
                    <a:pt x="1564" y="588"/>
                  </a:lnTo>
                  <a:cubicBezTo>
                    <a:pt x="1741" y="588"/>
                    <a:pt x="1858" y="465"/>
                    <a:pt x="1858" y="294"/>
                  </a:cubicBezTo>
                  <a:cubicBezTo>
                    <a:pt x="1858" y="147"/>
                    <a:pt x="1741" y="1"/>
                    <a:pt x="1564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" name="Google Shape;2947;p63">
              <a:extLst>
                <a:ext uri="{FF2B5EF4-FFF2-40B4-BE49-F238E27FC236}">
                  <a16:creationId xmlns:a16="http://schemas.microsoft.com/office/drawing/2014/main" id="{CC289FA5-29DB-E523-8BD3-619A8D8FA64E}"/>
                </a:ext>
              </a:extLst>
            </p:cNvPr>
            <p:cNvSpPr/>
            <p:nvPr/>
          </p:nvSpPr>
          <p:spPr>
            <a:xfrm>
              <a:off x="2941853" y="3506971"/>
              <a:ext cx="379704" cy="326796"/>
            </a:xfrm>
            <a:custGeom>
              <a:avLst/>
              <a:gdLst/>
              <a:ahLst/>
              <a:cxnLst/>
              <a:rect l="l" t="t" r="r" b="b"/>
              <a:pathLst>
                <a:path w="19492" h="16776" extrusionOk="0">
                  <a:moveTo>
                    <a:pt x="17582" y="1887"/>
                  </a:moveTo>
                  <a:cubicBezTo>
                    <a:pt x="17658" y="1887"/>
                    <a:pt x="17728" y="1934"/>
                    <a:pt x="17728" y="2034"/>
                  </a:cubicBezTo>
                  <a:lnTo>
                    <a:pt x="17728" y="10780"/>
                  </a:lnTo>
                  <a:lnTo>
                    <a:pt x="1764" y="10780"/>
                  </a:lnTo>
                  <a:lnTo>
                    <a:pt x="1764" y="2034"/>
                  </a:lnTo>
                  <a:cubicBezTo>
                    <a:pt x="1764" y="1934"/>
                    <a:pt x="1811" y="1887"/>
                    <a:pt x="1888" y="1887"/>
                  </a:cubicBezTo>
                  <a:close/>
                  <a:moveTo>
                    <a:pt x="18933" y="11368"/>
                  </a:moveTo>
                  <a:lnTo>
                    <a:pt x="18933" y="12567"/>
                  </a:lnTo>
                  <a:lnTo>
                    <a:pt x="18904" y="12567"/>
                  </a:lnTo>
                  <a:cubicBezTo>
                    <a:pt x="18904" y="12931"/>
                    <a:pt x="18610" y="13225"/>
                    <a:pt x="18246" y="13225"/>
                  </a:cubicBezTo>
                  <a:lnTo>
                    <a:pt x="1247" y="13225"/>
                  </a:lnTo>
                  <a:cubicBezTo>
                    <a:pt x="883" y="13225"/>
                    <a:pt x="565" y="12931"/>
                    <a:pt x="565" y="12567"/>
                  </a:cubicBezTo>
                  <a:lnTo>
                    <a:pt x="565" y="11368"/>
                  </a:lnTo>
                  <a:close/>
                  <a:moveTo>
                    <a:pt x="11316" y="13813"/>
                  </a:moveTo>
                  <a:cubicBezTo>
                    <a:pt x="11316" y="14330"/>
                    <a:pt x="11386" y="15453"/>
                    <a:pt x="11533" y="16217"/>
                  </a:cubicBezTo>
                  <a:lnTo>
                    <a:pt x="7960" y="16217"/>
                  </a:lnTo>
                  <a:cubicBezTo>
                    <a:pt x="8106" y="15453"/>
                    <a:pt x="8154" y="14330"/>
                    <a:pt x="8177" y="13813"/>
                  </a:cubicBezTo>
                  <a:close/>
                  <a:moveTo>
                    <a:pt x="1247" y="0"/>
                  </a:moveTo>
                  <a:cubicBezTo>
                    <a:pt x="565" y="0"/>
                    <a:pt x="1" y="564"/>
                    <a:pt x="1" y="1252"/>
                  </a:cubicBezTo>
                  <a:lnTo>
                    <a:pt x="1" y="8012"/>
                  </a:lnTo>
                  <a:cubicBezTo>
                    <a:pt x="1" y="8158"/>
                    <a:pt x="124" y="8282"/>
                    <a:pt x="271" y="8282"/>
                  </a:cubicBezTo>
                  <a:cubicBezTo>
                    <a:pt x="442" y="8282"/>
                    <a:pt x="565" y="8158"/>
                    <a:pt x="565" y="8012"/>
                  </a:cubicBezTo>
                  <a:lnTo>
                    <a:pt x="565" y="1252"/>
                  </a:lnTo>
                  <a:cubicBezTo>
                    <a:pt x="565" y="882"/>
                    <a:pt x="883" y="564"/>
                    <a:pt x="1247" y="564"/>
                  </a:cubicBezTo>
                  <a:lnTo>
                    <a:pt x="18246" y="564"/>
                  </a:lnTo>
                  <a:cubicBezTo>
                    <a:pt x="18610" y="564"/>
                    <a:pt x="18904" y="882"/>
                    <a:pt x="18904" y="1252"/>
                  </a:cubicBezTo>
                  <a:lnTo>
                    <a:pt x="18904" y="10780"/>
                  </a:lnTo>
                  <a:lnTo>
                    <a:pt x="18293" y="10780"/>
                  </a:lnTo>
                  <a:lnTo>
                    <a:pt x="18293" y="2034"/>
                  </a:lnTo>
                  <a:cubicBezTo>
                    <a:pt x="18293" y="1640"/>
                    <a:pt x="17975" y="1323"/>
                    <a:pt x="17582" y="1323"/>
                  </a:cubicBezTo>
                  <a:lnTo>
                    <a:pt x="1888" y="1323"/>
                  </a:lnTo>
                  <a:cubicBezTo>
                    <a:pt x="1494" y="1323"/>
                    <a:pt x="1177" y="1640"/>
                    <a:pt x="1177" y="2034"/>
                  </a:cubicBezTo>
                  <a:lnTo>
                    <a:pt x="1177" y="10780"/>
                  </a:lnTo>
                  <a:lnTo>
                    <a:pt x="565" y="10780"/>
                  </a:lnTo>
                  <a:lnTo>
                    <a:pt x="565" y="9334"/>
                  </a:lnTo>
                  <a:cubicBezTo>
                    <a:pt x="565" y="9187"/>
                    <a:pt x="442" y="9040"/>
                    <a:pt x="271" y="9040"/>
                  </a:cubicBezTo>
                  <a:cubicBezTo>
                    <a:pt x="124" y="9040"/>
                    <a:pt x="1" y="9187"/>
                    <a:pt x="1" y="9334"/>
                  </a:cubicBezTo>
                  <a:lnTo>
                    <a:pt x="1" y="12567"/>
                  </a:lnTo>
                  <a:cubicBezTo>
                    <a:pt x="1" y="13249"/>
                    <a:pt x="565" y="13813"/>
                    <a:pt x="1247" y="13813"/>
                  </a:cubicBezTo>
                  <a:lnTo>
                    <a:pt x="7619" y="13813"/>
                  </a:lnTo>
                  <a:cubicBezTo>
                    <a:pt x="7589" y="14454"/>
                    <a:pt x="7519" y="15600"/>
                    <a:pt x="7372" y="16217"/>
                  </a:cubicBezTo>
                  <a:lnTo>
                    <a:pt x="6390" y="16217"/>
                  </a:lnTo>
                  <a:cubicBezTo>
                    <a:pt x="6220" y="16217"/>
                    <a:pt x="6096" y="16334"/>
                    <a:pt x="6096" y="16481"/>
                  </a:cubicBezTo>
                  <a:cubicBezTo>
                    <a:pt x="6096" y="16658"/>
                    <a:pt x="6220" y="16775"/>
                    <a:pt x="6390" y="16775"/>
                  </a:cubicBezTo>
                  <a:lnTo>
                    <a:pt x="13103" y="16775"/>
                  </a:lnTo>
                  <a:cubicBezTo>
                    <a:pt x="13273" y="16775"/>
                    <a:pt x="13397" y="16658"/>
                    <a:pt x="13397" y="16481"/>
                  </a:cubicBezTo>
                  <a:cubicBezTo>
                    <a:pt x="13397" y="16334"/>
                    <a:pt x="13273" y="16217"/>
                    <a:pt x="13103" y="16217"/>
                  </a:cubicBezTo>
                  <a:lnTo>
                    <a:pt x="12121" y="16217"/>
                  </a:lnTo>
                  <a:cubicBezTo>
                    <a:pt x="11974" y="15600"/>
                    <a:pt x="11904" y="14454"/>
                    <a:pt x="11880" y="13813"/>
                  </a:cubicBezTo>
                  <a:lnTo>
                    <a:pt x="18246" y="13813"/>
                  </a:lnTo>
                  <a:cubicBezTo>
                    <a:pt x="18933" y="13813"/>
                    <a:pt x="19492" y="13249"/>
                    <a:pt x="19492" y="12567"/>
                  </a:cubicBezTo>
                  <a:lnTo>
                    <a:pt x="19492" y="1252"/>
                  </a:lnTo>
                  <a:cubicBezTo>
                    <a:pt x="19492" y="564"/>
                    <a:pt x="18933" y="0"/>
                    <a:pt x="18246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" name="Google Shape;2948;p63">
              <a:extLst>
                <a:ext uri="{FF2B5EF4-FFF2-40B4-BE49-F238E27FC236}">
                  <a16:creationId xmlns:a16="http://schemas.microsoft.com/office/drawing/2014/main" id="{46810DF3-F777-65A7-7437-A63A3E666B4D}"/>
                </a:ext>
              </a:extLst>
            </p:cNvPr>
            <p:cNvSpPr/>
            <p:nvPr/>
          </p:nvSpPr>
          <p:spPr>
            <a:xfrm>
              <a:off x="2996240" y="3629129"/>
              <a:ext cx="270928" cy="64362"/>
            </a:xfrm>
            <a:custGeom>
              <a:avLst/>
              <a:gdLst/>
              <a:ahLst/>
              <a:cxnLst/>
              <a:rect l="l" t="t" r="r" b="b"/>
              <a:pathLst>
                <a:path w="13908" h="3304" extrusionOk="0">
                  <a:moveTo>
                    <a:pt x="13273" y="588"/>
                  </a:moveTo>
                  <a:cubicBezTo>
                    <a:pt x="13297" y="588"/>
                    <a:pt x="13349" y="612"/>
                    <a:pt x="13349" y="635"/>
                  </a:cubicBezTo>
                  <a:lnTo>
                    <a:pt x="13349" y="2669"/>
                  </a:lnTo>
                  <a:cubicBezTo>
                    <a:pt x="13349" y="2693"/>
                    <a:pt x="13297" y="2746"/>
                    <a:pt x="13273" y="2746"/>
                  </a:cubicBezTo>
                  <a:lnTo>
                    <a:pt x="10898" y="2746"/>
                  </a:lnTo>
                  <a:lnTo>
                    <a:pt x="10898" y="588"/>
                  </a:lnTo>
                  <a:close/>
                  <a:moveTo>
                    <a:pt x="612" y="1"/>
                  </a:moveTo>
                  <a:cubicBezTo>
                    <a:pt x="271" y="1"/>
                    <a:pt x="1" y="295"/>
                    <a:pt x="1" y="635"/>
                  </a:cubicBezTo>
                  <a:lnTo>
                    <a:pt x="1" y="2669"/>
                  </a:lnTo>
                  <a:cubicBezTo>
                    <a:pt x="1" y="3010"/>
                    <a:pt x="271" y="3304"/>
                    <a:pt x="612" y="3304"/>
                  </a:cubicBezTo>
                  <a:lnTo>
                    <a:pt x="13273" y="3304"/>
                  </a:lnTo>
                  <a:cubicBezTo>
                    <a:pt x="13614" y="3304"/>
                    <a:pt x="13908" y="3010"/>
                    <a:pt x="13908" y="2669"/>
                  </a:cubicBezTo>
                  <a:lnTo>
                    <a:pt x="13908" y="635"/>
                  </a:lnTo>
                  <a:cubicBezTo>
                    <a:pt x="13908" y="295"/>
                    <a:pt x="13614" y="1"/>
                    <a:pt x="13273" y="1"/>
                  </a:cubicBezTo>
                  <a:lnTo>
                    <a:pt x="8718" y="1"/>
                  </a:lnTo>
                  <a:cubicBezTo>
                    <a:pt x="8571" y="1"/>
                    <a:pt x="8424" y="148"/>
                    <a:pt x="8424" y="295"/>
                  </a:cubicBezTo>
                  <a:cubicBezTo>
                    <a:pt x="8424" y="442"/>
                    <a:pt x="8571" y="588"/>
                    <a:pt x="8718" y="588"/>
                  </a:cubicBezTo>
                  <a:lnTo>
                    <a:pt x="10311" y="588"/>
                  </a:lnTo>
                  <a:lnTo>
                    <a:pt x="10311" y="2746"/>
                  </a:lnTo>
                  <a:lnTo>
                    <a:pt x="612" y="2746"/>
                  </a:lnTo>
                  <a:cubicBezTo>
                    <a:pt x="589" y="2746"/>
                    <a:pt x="565" y="2693"/>
                    <a:pt x="565" y="2669"/>
                  </a:cubicBezTo>
                  <a:lnTo>
                    <a:pt x="565" y="635"/>
                  </a:lnTo>
                  <a:cubicBezTo>
                    <a:pt x="565" y="612"/>
                    <a:pt x="589" y="588"/>
                    <a:pt x="612" y="588"/>
                  </a:cubicBezTo>
                  <a:lnTo>
                    <a:pt x="7372" y="588"/>
                  </a:lnTo>
                  <a:cubicBezTo>
                    <a:pt x="7519" y="588"/>
                    <a:pt x="7666" y="442"/>
                    <a:pt x="7666" y="295"/>
                  </a:cubicBezTo>
                  <a:cubicBezTo>
                    <a:pt x="7666" y="148"/>
                    <a:pt x="7519" y="1"/>
                    <a:pt x="7372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5" name="Google Shape;2949;p63">
              <a:extLst>
                <a:ext uri="{FF2B5EF4-FFF2-40B4-BE49-F238E27FC236}">
                  <a16:creationId xmlns:a16="http://schemas.microsoft.com/office/drawing/2014/main" id="{B816036B-16C9-D9E6-7C97-49819E5DEA36}"/>
                </a:ext>
              </a:extLst>
            </p:cNvPr>
            <p:cNvSpPr/>
            <p:nvPr/>
          </p:nvSpPr>
          <p:spPr>
            <a:xfrm>
              <a:off x="3218038" y="3647031"/>
              <a:ext cx="28636" cy="28382"/>
            </a:xfrm>
            <a:custGeom>
              <a:avLst/>
              <a:gdLst/>
              <a:ahLst/>
              <a:cxnLst/>
              <a:rect l="l" t="t" r="r" b="b"/>
              <a:pathLst>
                <a:path w="1470" h="1457" extrusionOk="0">
                  <a:moveTo>
                    <a:pt x="588" y="381"/>
                  </a:moveTo>
                  <a:cubicBezTo>
                    <a:pt x="664" y="381"/>
                    <a:pt x="711" y="404"/>
                    <a:pt x="759" y="451"/>
                  </a:cubicBezTo>
                  <a:cubicBezTo>
                    <a:pt x="835" y="551"/>
                    <a:pt x="835" y="675"/>
                    <a:pt x="759" y="769"/>
                  </a:cubicBezTo>
                  <a:cubicBezTo>
                    <a:pt x="711" y="807"/>
                    <a:pt x="651" y="826"/>
                    <a:pt x="593" y="826"/>
                  </a:cubicBezTo>
                  <a:cubicBezTo>
                    <a:pt x="535" y="826"/>
                    <a:pt x="479" y="807"/>
                    <a:pt x="441" y="769"/>
                  </a:cubicBezTo>
                  <a:cubicBezTo>
                    <a:pt x="347" y="675"/>
                    <a:pt x="347" y="551"/>
                    <a:pt x="441" y="451"/>
                  </a:cubicBezTo>
                  <a:cubicBezTo>
                    <a:pt x="494" y="404"/>
                    <a:pt x="541" y="381"/>
                    <a:pt x="588" y="381"/>
                  </a:cubicBezTo>
                  <a:close/>
                  <a:moveTo>
                    <a:pt x="602" y="0"/>
                  </a:moveTo>
                  <a:cubicBezTo>
                    <a:pt x="448" y="0"/>
                    <a:pt x="294" y="60"/>
                    <a:pt x="171" y="181"/>
                  </a:cubicBezTo>
                  <a:cubicBezTo>
                    <a:pt x="53" y="304"/>
                    <a:pt x="0" y="451"/>
                    <a:pt x="0" y="598"/>
                  </a:cubicBezTo>
                  <a:cubicBezTo>
                    <a:pt x="0" y="769"/>
                    <a:pt x="53" y="916"/>
                    <a:pt x="171" y="1039"/>
                  </a:cubicBezTo>
                  <a:cubicBezTo>
                    <a:pt x="294" y="1162"/>
                    <a:pt x="441" y="1209"/>
                    <a:pt x="588" y="1209"/>
                  </a:cubicBezTo>
                  <a:cubicBezTo>
                    <a:pt x="688" y="1209"/>
                    <a:pt x="788" y="1186"/>
                    <a:pt x="858" y="1139"/>
                  </a:cubicBezTo>
                  <a:lnTo>
                    <a:pt x="1129" y="1409"/>
                  </a:lnTo>
                  <a:cubicBezTo>
                    <a:pt x="1176" y="1456"/>
                    <a:pt x="1229" y="1456"/>
                    <a:pt x="1276" y="1456"/>
                  </a:cubicBezTo>
                  <a:cubicBezTo>
                    <a:pt x="1323" y="1456"/>
                    <a:pt x="1376" y="1456"/>
                    <a:pt x="1399" y="1409"/>
                  </a:cubicBezTo>
                  <a:cubicBezTo>
                    <a:pt x="1470" y="1333"/>
                    <a:pt x="1470" y="1209"/>
                    <a:pt x="1399" y="1139"/>
                  </a:cubicBezTo>
                  <a:lnTo>
                    <a:pt x="1129" y="869"/>
                  </a:lnTo>
                  <a:cubicBezTo>
                    <a:pt x="1252" y="651"/>
                    <a:pt x="1229" y="381"/>
                    <a:pt x="1029" y="181"/>
                  </a:cubicBezTo>
                  <a:cubicBezTo>
                    <a:pt x="908" y="60"/>
                    <a:pt x="756" y="0"/>
                    <a:pt x="602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6" name="Google Shape;2950;p63">
              <a:extLst>
                <a:ext uri="{FF2B5EF4-FFF2-40B4-BE49-F238E27FC236}">
                  <a16:creationId xmlns:a16="http://schemas.microsoft.com/office/drawing/2014/main" id="{90AFCFCA-CE57-405F-C3F0-88E1C6D7C6BF}"/>
                </a:ext>
              </a:extLst>
            </p:cNvPr>
            <p:cNvSpPr/>
            <p:nvPr/>
          </p:nvSpPr>
          <p:spPr>
            <a:xfrm>
              <a:off x="3079263" y="3563755"/>
              <a:ext cx="44785" cy="51992"/>
            </a:xfrm>
            <a:custGeom>
              <a:avLst/>
              <a:gdLst/>
              <a:ahLst/>
              <a:cxnLst/>
              <a:rect l="l" t="t" r="r" b="b"/>
              <a:pathLst>
                <a:path w="2299" h="2669" extrusionOk="0">
                  <a:moveTo>
                    <a:pt x="1152" y="1006"/>
                  </a:moveTo>
                  <a:lnTo>
                    <a:pt x="1370" y="1593"/>
                  </a:lnTo>
                  <a:lnTo>
                    <a:pt x="929" y="1593"/>
                  </a:lnTo>
                  <a:lnTo>
                    <a:pt x="1152" y="1006"/>
                  </a:lnTo>
                  <a:close/>
                  <a:moveTo>
                    <a:pt x="1152" y="0"/>
                  </a:moveTo>
                  <a:cubicBezTo>
                    <a:pt x="1029" y="0"/>
                    <a:pt x="906" y="100"/>
                    <a:pt x="859" y="224"/>
                  </a:cubicBezTo>
                  <a:lnTo>
                    <a:pt x="71" y="2281"/>
                  </a:lnTo>
                  <a:cubicBezTo>
                    <a:pt x="0" y="2428"/>
                    <a:pt x="71" y="2598"/>
                    <a:pt x="218" y="2645"/>
                  </a:cubicBezTo>
                  <a:cubicBezTo>
                    <a:pt x="271" y="2669"/>
                    <a:pt x="294" y="2669"/>
                    <a:pt x="341" y="2669"/>
                  </a:cubicBezTo>
                  <a:cubicBezTo>
                    <a:pt x="441" y="2669"/>
                    <a:pt x="565" y="2598"/>
                    <a:pt x="588" y="2475"/>
                  </a:cubicBezTo>
                  <a:lnTo>
                    <a:pt x="712" y="2158"/>
                  </a:lnTo>
                  <a:lnTo>
                    <a:pt x="1593" y="2158"/>
                  </a:lnTo>
                  <a:lnTo>
                    <a:pt x="1711" y="2475"/>
                  </a:lnTo>
                  <a:cubicBezTo>
                    <a:pt x="1753" y="2591"/>
                    <a:pt x="1868" y="2660"/>
                    <a:pt x="1988" y="2660"/>
                  </a:cubicBezTo>
                  <a:cubicBezTo>
                    <a:pt x="2019" y="2660"/>
                    <a:pt x="2051" y="2655"/>
                    <a:pt x="2081" y="2645"/>
                  </a:cubicBezTo>
                  <a:cubicBezTo>
                    <a:pt x="2228" y="2598"/>
                    <a:pt x="2299" y="2428"/>
                    <a:pt x="2252" y="2281"/>
                  </a:cubicBezTo>
                  <a:lnTo>
                    <a:pt x="1470" y="224"/>
                  </a:lnTo>
                  <a:cubicBezTo>
                    <a:pt x="1417" y="100"/>
                    <a:pt x="1299" y="0"/>
                    <a:pt x="1152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7" name="Google Shape;2951;p63">
              <a:extLst>
                <a:ext uri="{FF2B5EF4-FFF2-40B4-BE49-F238E27FC236}">
                  <a16:creationId xmlns:a16="http://schemas.microsoft.com/office/drawing/2014/main" id="{7A0A7D50-7B45-4C1A-78A5-3153BBBE754B}"/>
                </a:ext>
              </a:extLst>
            </p:cNvPr>
            <p:cNvSpPr/>
            <p:nvPr/>
          </p:nvSpPr>
          <p:spPr>
            <a:xfrm>
              <a:off x="3227076" y="3563755"/>
              <a:ext cx="39174" cy="51992"/>
            </a:xfrm>
            <a:custGeom>
              <a:avLst/>
              <a:gdLst/>
              <a:ahLst/>
              <a:cxnLst/>
              <a:rect l="l" t="t" r="r" b="b"/>
              <a:pathLst>
                <a:path w="2011" h="2669" extrusionOk="0">
                  <a:moveTo>
                    <a:pt x="295" y="0"/>
                  </a:moveTo>
                  <a:cubicBezTo>
                    <a:pt x="124" y="0"/>
                    <a:pt x="1" y="147"/>
                    <a:pt x="1" y="294"/>
                  </a:cubicBezTo>
                  <a:lnTo>
                    <a:pt x="1" y="2375"/>
                  </a:lnTo>
                  <a:cubicBezTo>
                    <a:pt x="1" y="2546"/>
                    <a:pt x="124" y="2669"/>
                    <a:pt x="295" y="2669"/>
                  </a:cubicBezTo>
                  <a:cubicBezTo>
                    <a:pt x="441" y="2669"/>
                    <a:pt x="565" y="2546"/>
                    <a:pt x="565" y="2375"/>
                  </a:cubicBezTo>
                  <a:lnTo>
                    <a:pt x="565" y="1593"/>
                  </a:lnTo>
                  <a:lnTo>
                    <a:pt x="1447" y="1593"/>
                  </a:lnTo>
                  <a:lnTo>
                    <a:pt x="1447" y="2375"/>
                  </a:lnTo>
                  <a:cubicBezTo>
                    <a:pt x="1447" y="2546"/>
                    <a:pt x="1570" y="2669"/>
                    <a:pt x="1717" y="2669"/>
                  </a:cubicBezTo>
                  <a:cubicBezTo>
                    <a:pt x="1887" y="2669"/>
                    <a:pt x="2011" y="2546"/>
                    <a:pt x="2011" y="2375"/>
                  </a:cubicBezTo>
                  <a:lnTo>
                    <a:pt x="2011" y="294"/>
                  </a:lnTo>
                  <a:cubicBezTo>
                    <a:pt x="2011" y="147"/>
                    <a:pt x="1887" y="0"/>
                    <a:pt x="1717" y="0"/>
                  </a:cubicBezTo>
                  <a:cubicBezTo>
                    <a:pt x="1570" y="0"/>
                    <a:pt x="1447" y="147"/>
                    <a:pt x="1447" y="294"/>
                  </a:cubicBezTo>
                  <a:lnTo>
                    <a:pt x="1447" y="1029"/>
                  </a:lnTo>
                  <a:lnTo>
                    <a:pt x="565" y="1029"/>
                  </a:lnTo>
                  <a:lnTo>
                    <a:pt x="565" y="294"/>
                  </a:lnTo>
                  <a:cubicBezTo>
                    <a:pt x="565" y="147"/>
                    <a:pt x="441" y="0"/>
                    <a:pt x="295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8" name="Google Shape;2952;p63">
              <a:extLst>
                <a:ext uri="{FF2B5EF4-FFF2-40B4-BE49-F238E27FC236}">
                  <a16:creationId xmlns:a16="http://schemas.microsoft.com/office/drawing/2014/main" id="{22E79251-72A3-E75A-4BC1-AF3802086807}"/>
                </a:ext>
              </a:extLst>
            </p:cNvPr>
            <p:cNvSpPr/>
            <p:nvPr/>
          </p:nvSpPr>
          <p:spPr>
            <a:xfrm>
              <a:off x="3043888" y="3564203"/>
              <a:ext cx="28188" cy="51544"/>
            </a:xfrm>
            <a:custGeom>
              <a:avLst/>
              <a:gdLst/>
              <a:ahLst/>
              <a:cxnLst/>
              <a:rect l="l" t="t" r="r" b="b"/>
              <a:pathLst>
                <a:path w="1447" h="2646" extrusionOk="0">
                  <a:moveTo>
                    <a:pt x="294" y="1"/>
                  </a:moveTo>
                  <a:cubicBezTo>
                    <a:pt x="147" y="1"/>
                    <a:pt x="0" y="124"/>
                    <a:pt x="0" y="295"/>
                  </a:cubicBezTo>
                  <a:lnTo>
                    <a:pt x="0" y="2352"/>
                  </a:lnTo>
                  <a:cubicBezTo>
                    <a:pt x="0" y="2523"/>
                    <a:pt x="147" y="2646"/>
                    <a:pt x="294" y="2646"/>
                  </a:cubicBezTo>
                  <a:lnTo>
                    <a:pt x="1176" y="2646"/>
                  </a:lnTo>
                  <a:cubicBezTo>
                    <a:pt x="1323" y="2646"/>
                    <a:pt x="1446" y="2523"/>
                    <a:pt x="1446" y="2352"/>
                  </a:cubicBezTo>
                  <a:cubicBezTo>
                    <a:pt x="1446" y="2205"/>
                    <a:pt x="1323" y="2058"/>
                    <a:pt x="1176" y="2058"/>
                  </a:cubicBezTo>
                  <a:lnTo>
                    <a:pt x="588" y="2058"/>
                  </a:lnTo>
                  <a:lnTo>
                    <a:pt x="588" y="1617"/>
                  </a:lnTo>
                  <a:lnTo>
                    <a:pt x="1105" y="1617"/>
                  </a:lnTo>
                  <a:cubicBezTo>
                    <a:pt x="1252" y="1617"/>
                    <a:pt x="1399" y="1470"/>
                    <a:pt x="1399" y="1323"/>
                  </a:cubicBezTo>
                  <a:cubicBezTo>
                    <a:pt x="1399" y="1177"/>
                    <a:pt x="1252" y="1030"/>
                    <a:pt x="1105" y="1030"/>
                  </a:cubicBezTo>
                  <a:lnTo>
                    <a:pt x="588" y="1030"/>
                  </a:lnTo>
                  <a:lnTo>
                    <a:pt x="588" y="589"/>
                  </a:lnTo>
                  <a:lnTo>
                    <a:pt x="1176" y="589"/>
                  </a:lnTo>
                  <a:cubicBezTo>
                    <a:pt x="1323" y="589"/>
                    <a:pt x="1446" y="442"/>
                    <a:pt x="1446" y="295"/>
                  </a:cubicBezTo>
                  <a:cubicBezTo>
                    <a:pt x="1446" y="124"/>
                    <a:pt x="1323" y="1"/>
                    <a:pt x="1176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9" name="Google Shape;2953;p63">
              <a:extLst>
                <a:ext uri="{FF2B5EF4-FFF2-40B4-BE49-F238E27FC236}">
                  <a16:creationId xmlns:a16="http://schemas.microsoft.com/office/drawing/2014/main" id="{349C597D-1B63-5B44-2268-2FA3564A98AD}"/>
                </a:ext>
              </a:extLst>
            </p:cNvPr>
            <p:cNvSpPr/>
            <p:nvPr/>
          </p:nvSpPr>
          <p:spPr>
            <a:xfrm>
              <a:off x="3173273" y="3563755"/>
              <a:ext cx="44785" cy="51992"/>
            </a:xfrm>
            <a:custGeom>
              <a:avLst/>
              <a:gdLst/>
              <a:ahLst/>
              <a:cxnLst/>
              <a:rect l="l" t="t" r="r" b="b"/>
              <a:pathLst>
                <a:path w="2299" h="2669" extrusionOk="0">
                  <a:moveTo>
                    <a:pt x="1346" y="0"/>
                  </a:moveTo>
                  <a:cubicBezTo>
                    <a:pt x="611" y="0"/>
                    <a:pt x="0" y="612"/>
                    <a:pt x="0" y="1346"/>
                  </a:cubicBezTo>
                  <a:cubicBezTo>
                    <a:pt x="0" y="2081"/>
                    <a:pt x="611" y="2669"/>
                    <a:pt x="1346" y="2669"/>
                  </a:cubicBezTo>
                  <a:cubicBezTo>
                    <a:pt x="1616" y="2669"/>
                    <a:pt x="1881" y="2575"/>
                    <a:pt x="2104" y="2375"/>
                  </a:cubicBezTo>
                  <a:cubicBezTo>
                    <a:pt x="2128" y="2352"/>
                    <a:pt x="2175" y="2305"/>
                    <a:pt x="2204" y="2281"/>
                  </a:cubicBezTo>
                  <a:cubicBezTo>
                    <a:pt x="2298" y="2158"/>
                    <a:pt x="2298" y="1958"/>
                    <a:pt x="2175" y="1864"/>
                  </a:cubicBezTo>
                  <a:cubicBezTo>
                    <a:pt x="2125" y="1822"/>
                    <a:pt x="2061" y="1801"/>
                    <a:pt x="1996" y="1801"/>
                  </a:cubicBezTo>
                  <a:cubicBezTo>
                    <a:pt x="1908" y="1801"/>
                    <a:pt x="1818" y="1839"/>
                    <a:pt x="1763" y="1911"/>
                  </a:cubicBezTo>
                  <a:cubicBezTo>
                    <a:pt x="1763" y="1911"/>
                    <a:pt x="1734" y="1934"/>
                    <a:pt x="1710" y="1958"/>
                  </a:cubicBezTo>
                  <a:cubicBezTo>
                    <a:pt x="1616" y="2058"/>
                    <a:pt x="1493" y="2081"/>
                    <a:pt x="1346" y="2081"/>
                  </a:cubicBezTo>
                  <a:cubicBezTo>
                    <a:pt x="905" y="2081"/>
                    <a:pt x="588" y="1764"/>
                    <a:pt x="588" y="1346"/>
                  </a:cubicBezTo>
                  <a:cubicBezTo>
                    <a:pt x="588" y="929"/>
                    <a:pt x="905" y="588"/>
                    <a:pt x="1346" y="588"/>
                  </a:cubicBezTo>
                  <a:cubicBezTo>
                    <a:pt x="1493" y="588"/>
                    <a:pt x="1640" y="635"/>
                    <a:pt x="1763" y="712"/>
                  </a:cubicBezTo>
                  <a:cubicBezTo>
                    <a:pt x="1806" y="748"/>
                    <a:pt x="1856" y="764"/>
                    <a:pt x="1908" y="764"/>
                  </a:cubicBezTo>
                  <a:cubicBezTo>
                    <a:pt x="1998" y="764"/>
                    <a:pt x="2091" y="714"/>
                    <a:pt x="2151" y="635"/>
                  </a:cubicBezTo>
                  <a:cubicBezTo>
                    <a:pt x="2251" y="518"/>
                    <a:pt x="2204" y="318"/>
                    <a:pt x="2081" y="247"/>
                  </a:cubicBezTo>
                  <a:cubicBezTo>
                    <a:pt x="1857" y="100"/>
                    <a:pt x="1587" y="0"/>
                    <a:pt x="1346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1" name="Google Shape;2954;p63">
              <a:extLst>
                <a:ext uri="{FF2B5EF4-FFF2-40B4-BE49-F238E27FC236}">
                  <a16:creationId xmlns:a16="http://schemas.microsoft.com/office/drawing/2014/main" id="{26F81A15-E7A1-CEA6-8859-D1B218453C00}"/>
                </a:ext>
              </a:extLst>
            </p:cNvPr>
            <p:cNvSpPr/>
            <p:nvPr/>
          </p:nvSpPr>
          <p:spPr>
            <a:xfrm>
              <a:off x="2996240" y="3563833"/>
              <a:ext cx="39077" cy="51914"/>
            </a:xfrm>
            <a:custGeom>
              <a:avLst/>
              <a:gdLst/>
              <a:ahLst/>
              <a:cxnLst/>
              <a:rect l="l" t="t" r="r" b="b"/>
              <a:pathLst>
                <a:path w="2006" h="2665" extrusionOk="0">
                  <a:moveTo>
                    <a:pt x="1011" y="1"/>
                  </a:moveTo>
                  <a:cubicBezTo>
                    <a:pt x="916" y="1"/>
                    <a:pt x="816" y="13"/>
                    <a:pt x="712" y="43"/>
                  </a:cubicBezTo>
                  <a:cubicBezTo>
                    <a:pt x="418" y="143"/>
                    <a:pt x="195" y="367"/>
                    <a:pt x="171" y="661"/>
                  </a:cubicBezTo>
                  <a:cubicBezTo>
                    <a:pt x="95" y="1025"/>
                    <a:pt x="318" y="1295"/>
                    <a:pt x="636" y="1419"/>
                  </a:cubicBezTo>
                  <a:cubicBezTo>
                    <a:pt x="806" y="1489"/>
                    <a:pt x="977" y="1566"/>
                    <a:pt x="1124" y="1613"/>
                  </a:cubicBezTo>
                  <a:cubicBezTo>
                    <a:pt x="1200" y="1636"/>
                    <a:pt x="1417" y="1736"/>
                    <a:pt x="1394" y="1883"/>
                  </a:cubicBezTo>
                  <a:cubicBezTo>
                    <a:pt x="1370" y="1983"/>
                    <a:pt x="1247" y="2077"/>
                    <a:pt x="1053" y="2077"/>
                  </a:cubicBezTo>
                  <a:cubicBezTo>
                    <a:pt x="859" y="2077"/>
                    <a:pt x="659" y="2007"/>
                    <a:pt x="536" y="1883"/>
                  </a:cubicBezTo>
                  <a:cubicBezTo>
                    <a:pt x="486" y="1818"/>
                    <a:pt x="407" y="1787"/>
                    <a:pt x="327" y="1787"/>
                  </a:cubicBezTo>
                  <a:cubicBezTo>
                    <a:pt x="254" y="1787"/>
                    <a:pt x="180" y="1812"/>
                    <a:pt x="124" y="1860"/>
                  </a:cubicBezTo>
                  <a:cubicBezTo>
                    <a:pt x="24" y="1954"/>
                    <a:pt x="1" y="2154"/>
                    <a:pt x="124" y="2248"/>
                  </a:cubicBezTo>
                  <a:cubicBezTo>
                    <a:pt x="342" y="2518"/>
                    <a:pt x="683" y="2665"/>
                    <a:pt x="1053" y="2665"/>
                  </a:cubicBezTo>
                  <a:cubicBezTo>
                    <a:pt x="1494" y="2665"/>
                    <a:pt x="1888" y="2371"/>
                    <a:pt x="1958" y="1983"/>
                  </a:cubicBezTo>
                  <a:cubicBezTo>
                    <a:pt x="2005" y="1660"/>
                    <a:pt x="1858" y="1272"/>
                    <a:pt x="1323" y="1072"/>
                  </a:cubicBezTo>
                  <a:cubicBezTo>
                    <a:pt x="1077" y="1002"/>
                    <a:pt x="830" y="878"/>
                    <a:pt x="759" y="855"/>
                  </a:cubicBezTo>
                  <a:cubicBezTo>
                    <a:pt x="736" y="831"/>
                    <a:pt x="736" y="755"/>
                    <a:pt x="736" y="755"/>
                  </a:cubicBezTo>
                  <a:cubicBezTo>
                    <a:pt x="736" y="708"/>
                    <a:pt x="759" y="631"/>
                    <a:pt x="883" y="608"/>
                  </a:cubicBezTo>
                  <a:cubicBezTo>
                    <a:pt x="931" y="591"/>
                    <a:pt x="979" y="584"/>
                    <a:pt x="1025" y="584"/>
                  </a:cubicBezTo>
                  <a:cubicBezTo>
                    <a:pt x="1239" y="584"/>
                    <a:pt x="1417" y="731"/>
                    <a:pt x="1417" y="731"/>
                  </a:cubicBezTo>
                  <a:cubicBezTo>
                    <a:pt x="1470" y="773"/>
                    <a:pt x="1530" y="793"/>
                    <a:pt x="1592" y="793"/>
                  </a:cubicBezTo>
                  <a:cubicBezTo>
                    <a:pt x="1676" y="793"/>
                    <a:pt x="1763" y="756"/>
                    <a:pt x="1835" y="684"/>
                  </a:cubicBezTo>
                  <a:cubicBezTo>
                    <a:pt x="1935" y="561"/>
                    <a:pt x="1911" y="390"/>
                    <a:pt x="1788" y="290"/>
                  </a:cubicBezTo>
                  <a:cubicBezTo>
                    <a:pt x="1768" y="271"/>
                    <a:pt x="1450" y="1"/>
                    <a:pt x="1011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2" name="Google Shape;2955;p63">
              <a:extLst>
                <a:ext uri="{FF2B5EF4-FFF2-40B4-BE49-F238E27FC236}">
                  <a16:creationId xmlns:a16="http://schemas.microsoft.com/office/drawing/2014/main" id="{C779A8D7-27FE-F421-5E4F-0DBA4097081B}"/>
                </a:ext>
              </a:extLst>
            </p:cNvPr>
            <p:cNvSpPr/>
            <p:nvPr/>
          </p:nvSpPr>
          <p:spPr>
            <a:xfrm>
              <a:off x="3132618" y="3563755"/>
              <a:ext cx="33915" cy="51992"/>
            </a:xfrm>
            <a:custGeom>
              <a:avLst/>
              <a:gdLst/>
              <a:ahLst/>
              <a:cxnLst/>
              <a:rect l="l" t="t" r="r" b="b"/>
              <a:pathLst>
                <a:path w="1741" h="2669" extrusionOk="0">
                  <a:moveTo>
                    <a:pt x="859" y="588"/>
                  </a:moveTo>
                  <a:cubicBezTo>
                    <a:pt x="1006" y="588"/>
                    <a:pt x="1129" y="712"/>
                    <a:pt x="1129" y="835"/>
                  </a:cubicBezTo>
                  <a:cubicBezTo>
                    <a:pt x="1129" y="982"/>
                    <a:pt x="1006" y="1105"/>
                    <a:pt x="859" y="1105"/>
                  </a:cubicBezTo>
                  <a:lnTo>
                    <a:pt x="588" y="1105"/>
                  </a:lnTo>
                  <a:lnTo>
                    <a:pt x="588" y="588"/>
                  </a:lnTo>
                  <a:close/>
                  <a:moveTo>
                    <a:pt x="294" y="0"/>
                  </a:moveTo>
                  <a:cubicBezTo>
                    <a:pt x="147" y="0"/>
                    <a:pt x="0" y="147"/>
                    <a:pt x="0" y="294"/>
                  </a:cubicBezTo>
                  <a:lnTo>
                    <a:pt x="0" y="2375"/>
                  </a:lnTo>
                  <a:cubicBezTo>
                    <a:pt x="0" y="2546"/>
                    <a:pt x="147" y="2669"/>
                    <a:pt x="294" y="2669"/>
                  </a:cubicBezTo>
                  <a:cubicBezTo>
                    <a:pt x="441" y="2669"/>
                    <a:pt x="588" y="2546"/>
                    <a:pt x="588" y="2375"/>
                  </a:cubicBezTo>
                  <a:lnTo>
                    <a:pt x="588" y="1864"/>
                  </a:lnTo>
                  <a:lnTo>
                    <a:pt x="1205" y="2575"/>
                  </a:lnTo>
                  <a:cubicBezTo>
                    <a:pt x="1276" y="2622"/>
                    <a:pt x="1352" y="2669"/>
                    <a:pt x="1423" y="2669"/>
                  </a:cubicBezTo>
                  <a:cubicBezTo>
                    <a:pt x="1499" y="2669"/>
                    <a:pt x="1546" y="2645"/>
                    <a:pt x="1617" y="2598"/>
                  </a:cubicBezTo>
                  <a:cubicBezTo>
                    <a:pt x="1717" y="2499"/>
                    <a:pt x="1740" y="2305"/>
                    <a:pt x="1646" y="2181"/>
                  </a:cubicBezTo>
                  <a:lnTo>
                    <a:pt x="1129" y="1617"/>
                  </a:lnTo>
                  <a:cubicBezTo>
                    <a:pt x="1470" y="1493"/>
                    <a:pt x="1717" y="1200"/>
                    <a:pt x="1717" y="835"/>
                  </a:cubicBezTo>
                  <a:cubicBezTo>
                    <a:pt x="1717" y="394"/>
                    <a:pt x="1323" y="0"/>
                    <a:pt x="859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9344005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6">
          <a:extLst>
            <a:ext uri="{FF2B5EF4-FFF2-40B4-BE49-F238E27FC236}">
              <a16:creationId xmlns:a16="http://schemas.microsoft.com/office/drawing/2014/main" id="{9D59DC81-DBD6-E23B-75AF-9F259ED31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" name="Google Shape;2447;p53">
            <a:extLst>
              <a:ext uri="{FF2B5EF4-FFF2-40B4-BE49-F238E27FC236}">
                <a16:creationId xmlns:a16="http://schemas.microsoft.com/office/drawing/2014/main" id="{383680AF-DB68-E99A-BD74-432BF021DE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Information Retrival Process</a:t>
            </a:r>
            <a:endParaRPr dirty="0"/>
          </a:p>
        </p:txBody>
      </p:sp>
      <p:sp>
        <p:nvSpPr>
          <p:cNvPr id="2448" name="Google Shape;2448;p53">
            <a:extLst>
              <a:ext uri="{FF2B5EF4-FFF2-40B4-BE49-F238E27FC236}">
                <a16:creationId xmlns:a16="http://schemas.microsoft.com/office/drawing/2014/main" id="{3041A94E-BD03-2A4C-4041-B8D2504F9824}"/>
              </a:ext>
            </a:extLst>
          </p:cNvPr>
          <p:cNvSpPr txBox="1"/>
          <p:nvPr/>
        </p:nvSpPr>
        <p:spPr>
          <a:xfrm>
            <a:off x="720000" y="2966224"/>
            <a:ext cx="2142146" cy="165545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en-IN" sz="1200" dirty="0"/>
              <a:t>The user enters a specific prompt or query. This initiates the process, defining exactly what information needs to be found.</a:t>
            </a:r>
            <a:endParaRPr sz="1200"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49" name="Google Shape;2449;p53">
            <a:extLst>
              <a:ext uri="{FF2B5EF4-FFF2-40B4-BE49-F238E27FC236}">
                <a16:creationId xmlns:a16="http://schemas.microsoft.com/office/drawing/2014/main" id="{9546421A-16BE-44A2-88EE-6D822E15B14C}"/>
              </a:ext>
            </a:extLst>
          </p:cNvPr>
          <p:cNvSpPr txBox="1"/>
          <p:nvPr/>
        </p:nvSpPr>
        <p:spPr>
          <a:xfrm>
            <a:off x="720000" y="1460850"/>
            <a:ext cx="2142146" cy="1505374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Question</a:t>
            </a:r>
            <a:endParaRPr sz="20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50" name="Google Shape;2450;p53">
            <a:extLst>
              <a:ext uri="{FF2B5EF4-FFF2-40B4-BE49-F238E27FC236}">
                <a16:creationId xmlns:a16="http://schemas.microsoft.com/office/drawing/2014/main" id="{766F8CFE-C9B8-2DA1-5B71-89661608C071}"/>
              </a:ext>
            </a:extLst>
          </p:cNvPr>
          <p:cNvSpPr txBox="1"/>
          <p:nvPr/>
        </p:nvSpPr>
        <p:spPr>
          <a:xfrm>
            <a:off x="3500927" y="2978924"/>
            <a:ext cx="2142146" cy="164275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en-IN" sz="120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User question is also embedded and then compared to the document.</a:t>
            </a:r>
            <a:endParaRPr sz="1200"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51" name="Google Shape;2451;p53">
            <a:extLst>
              <a:ext uri="{FF2B5EF4-FFF2-40B4-BE49-F238E27FC236}">
                <a16:creationId xmlns:a16="http://schemas.microsoft.com/office/drawing/2014/main" id="{57E86ACE-D767-4716-7FB8-CBD7E481FFC7}"/>
              </a:ext>
            </a:extLst>
          </p:cNvPr>
          <p:cNvSpPr txBox="1"/>
          <p:nvPr/>
        </p:nvSpPr>
        <p:spPr>
          <a:xfrm>
            <a:off x="3500927" y="1473550"/>
            <a:ext cx="2142146" cy="1505374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STORE</a:t>
            </a:r>
            <a:endParaRPr sz="20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460" name="Google Shape;2460;p53">
            <a:extLst>
              <a:ext uri="{FF2B5EF4-FFF2-40B4-BE49-F238E27FC236}">
                <a16:creationId xmlns:a16="http://schemas.microsoft.com/office/drawing/2014/main" id="{88B984BC-0491-1CB8-DE2E-C31643883715}"/>
              </a:ext>
            </a:extLst>
          </p:cNvPr>
          <p:cNvCxnSpPr>
            <a:cxnSpLocks/>
            <a:stCxn id="2449" idx="3"/>
            <a:endCxn id="2451" idx="1"/>
          </p:cNvCxnSpPr>
          <p:nvPr/>
        </p:nvCxnSpPr>
        <p:spPr>
          <a:xfrm>
            <a:off x="2862146" y="2213537"/>
            <a:ext cx="638781" cy="12700"/>
          </a:xfrm>
          <a:prstGeom prst="bentConnector3">
            <a:avLst>
              <a:gd name="adj1" fmla="val 50000"/>
            </a:avLst>
          </a:prstGeom>
          <a:ln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Google Shape;2451;p53">
            <a:extLst>
              <a:ext uri="{FF2B5EF4-FFF2-40B4-BE49-F238E27FC236}">
                <a16:creationId xmlns:a16="http://schemas.microsoft.com/office/drawing/2014/main" id="{C933CD4E-1FED-8C48-D1FE-0C22FA8B80A0}"/>
              </a:ext>
            </a:extLst>
          </p:cNvPr>
          <p:cNvSpPr txBox="1"/>
          <p:nvPr/>
        </p:nvSpPr>
        <p:spPr>
          <a:xfrm>
            <a:off x="6298394" y="1467200"/>
            <a:ext cx="2142146" cy="1505374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RETRIEVE</a:t>
            </a:r>
            <a:endParaRPr sz="20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2" name="Google Shape;2460;p53">
            <a:extLst>
              <a:ext uri="{FF2B5EF4-FFF2-40B4-BE49-F238E27FC236}">
                <a16:creationId xmlns:a16="http://schemas.microsoft.com/office/drawing/2014/main" id="{E93F5C32-1623-ECC9-BDA4-3F2DCE4B8CBF}"/>
              </a:ext>
            </a:extLst>
          </p:cNvPr>
          <p:cNvCxnSpPr>
            <a:cxnSpLocks/>
            <a:stCxn id="2451" idx="3"/>
            <a:endCxn id="11" idx="1"/>
          </p:cNvCxnSpPr>
          <p:nvPr/>
        </p:nvCxnSpPr>
        <p:spPr>
          <a:xfrm flipV="1">
            <a:off x="5643073" y="2219887"/>
            <a:ext cx="655321" cy="6350"/>
          </a:xfrm>
          <a:prstGeom prst="bentConnector3">
            <a:avLst>
              <a:gd name="adj1" fmla="val 50000"/>
            </a:avLst>
          </a:prstGeom>
          <a:ln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6" name="Google Shape;2450;p53">
            <a:extLst>
              <a:ext uri="{FF2B5EF4-FFF2-40B4-BE49-F238E27FC236}">
                <a16:creationId xmlns:a16="http://schemas.microsoft.com/office/drawing/2014/main" id="{8378F4A6-F5A9-EBB6-2AA5-FC8FB003311A}"/>
              </a:ext>
            </a:extLst>
          </p:cNvPr>
          <p:cNvSpPr txBox="1"/>
          <p:nvPr/>
        </p:nvSpPr>
        <p:spPr>
          <a:xfrm>
            <a:off x="6281854" y="2978924"/>
            <a:ext cx="2142146" cy="164275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en-IN" sz="1200" dirty="0"/>
              <a:t>The system searches the database, pulls out the exact text chunks that match the user’s question, and appends them to the prompt as verified context for the LLM.</a:t>
            </a:r>
            <a:endParaRPr sz="1200"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7" name="Google Shape;3669;p63">
            <a:extLst>
              <a:ext uri="{FF2B5EF4-FFF2-40B4-BE49-F238E27FC236}">
                <a16:creationId xmlns:a16="http://schemas.microsoft.com/office/drawing/2014/main" id="{B5CF02EA-B6DE-3D56-51C5-2644A572653E}"/>
              </a:ext>
            </a:extLst>
          </p:cNvPr>
          <p:cNvGrpSpPr/>
          <p:nvPr/>
        </p:nvGrpSpPr>
        <p:grpSpPr>
          <a:xfrm>
            <a:off x="1592893" y="2456432"/>
            <a:ext cx="379821" cy="326329"/>
            <a:chOff x="1789660" y="2819976"/>
            <a:chExt cx="379821" cy="326329"/>
          </a:xfrm>
        </p:grpSpPr>
        <p:sp>
          <p:nvSpPr>
            <p:cNvPr id="28" name="Google Shape;3670;p63">
              <a:extLst>
                <a:ext uri="{FF2B5EF4-FFF2-40B4-BE49-F238E27FC236}">
                  <a16:creationId xmlns:a16="http://schemas.microsoft.com/office/drawing/2014/main" id="{3C8EAE0F-2E1D-42D4-192A-D7128C1D78C2}"/>
                </a:ext>
              </a:extLst>
            </p:cNvPr>
            <p:cNvSpPr/>
            <p:nvPr/>
          </p:nvSpPr>
          <p:spPr>
            <a:xfrm>
              <a:off x="1794919" y="3035111"/>
              <a:ext cx="368834" cy="48232"/>
            </a:xfrm>
            <a:custGeom>
              <a:avLst/>
              <a:gdLst/>
              <a:ahLst/>
              <a:cxnLst/>
              <a:rect l="l" t="t" r="r" b="b"/>
              <a:pathLst>
                <a:path w="18934" h="2476" extrusionOk="0">
                  <a:moveTo>
                    <a:pt x="1" y="1"/>
                  </a:moveTo>
                  <a:lnTo>
                    <a:pt x="1" y="1499"/>
                  </a:lnTo>
                  <a:cubicBezTo>
                    <a:pt x="1" y="2034"/>
                    <a:pt x="442" y="2475"/>
                    <a:pt x="982" y="2475"/>
                  </a:cubicBezTo>
                  <a:lnTo>
                    <a:pt x="17975" y="2475"/>
                  </a:lnTo>
                  <a:cubicBezTo>
                    <a:pt x="18492" y="2475"/>
                    <a:pt x="18933" y="2034"/>
                    <a:pt x="18933" y="1499"/>
                  </a:cubicBezTo>
                  <a:lnTo>
                    <a:pt x="18933" y="1"/>
                  </a:ln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3671;p63">
              <a:extLst>
                <a:ext uri="{FF2B5EF4-FFF2-40B4-BE49-F238E27FC236}">
                  <a16:creationId xmlns:a16="http://schemas.microsoft.com/office/drawing/2014/main" id="{91C5E955-4133-A725-D1BB-CFD530E2CF0E}"/>
                </a:ext>
              </a:extLst>
            </p:cNvPr>
            <p:cNvSpPr/>
            <p:nvPr/>
          </p:nvSpPr>
          <p:spPr>
            <a:xfrm>
              <a:off x="1794919" y="2825236"/>
              <a:ext cx="368834" cy="209897"/>
            </a:xfrm>
            <a:custGeom>
              <a:avLst/>
              <a:gdLst/>
              <a:ahLst/>
              <a:cxnLst/>
              <a:rect l="l" t="t" r="r" b="b"/>
              <a:pathLst>
                <a:path w="18934" h="10775" extrusionOk="0">
                  <a:moveTo>
                    <a:pt x="982" y="1"/>
                  </a:moveTo>
                  <a:cubicBezTo>
                    <a:pt x="442" y="1"/>
                    <a:pt x="1" y="441"/>
                    <a:pt x="1" y="982"/>
                  </a:cubicBezTo>
                  <a:lnTo>
                    <a:pt x="1" y="10775"/>
                  </a:lnTo>
                  <a:lnTo>
                    <a:pt x="18933" y="10775"/>
                  </a:lnTo>
                  <a:lnTo>
                    <a:pt x="18933" y="982"/>
                  </a:lnTo>
                  <a:cubicBezTo>
                    <a:pt x="18933" y="441"/>
                    <a:pt x="18492" y="1"/>
                    <a:pt x="17975" y="1"/>
                  </a:cubicBezTo>
                  <a:close/>
                </a:path>
              </a:pathLst>
            </a:custGeom>
            <a:solidFill>
              <a:srgbClr val="FF93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672;p63">
              <a:extLst>
                <a:ext uri="{FF2B5EF4-FFF2-40B4-BE49-F238E27FC236}">
                  <a16:creationId xmlns:a16="http://schemas.microsoft.com/office/drawing/2014/main" id="{867DE229-042E-8825-7ADB-0FAEC866CC3E}"/>
                </a:ext>
              </a:extLst>
            </p:cNvPr>
            <p:cNvSpPr/>
            <p:nvPr/>
          </p:nvSpPr>
          <p:spPr>
            <a:xfrm>
              <a:off x="1794919" y="2825236"/>
              <a:ext cx="368834" cy="209897"/>
            </a:xfrm>
            <a:custGeom>
              <a:avLst/>
              <a:gdLst/>
              <a:ahLst/>
              <a:cxnLst/>
              <a:rect l="l" t="t" r="r" b="b"/>
              <a:pathLst>
                <a:path w="18934" h="10775" extrusionOk="0">
                  <a:moveTo>
                    <a:pt x="982" y="1"/>
                  </a:moveTo>
                  <a:cubicBezTo>
                    <a:pt x="442" y="1"/>
                    <a:pt x="1" y="441"/>
                    <a:pt x="1" y="982"/>
                  </a:cubicBezTo>
                  <a:lnTo>
                    <a:pt x="1" y="10775"/>
                  </a:lnTo>
                  <a:lnTo>
                    <a:pt x="18933" y="10775"/>
                  </a:lnTo>
                  <a:lnTo>
                    <a:pt x="18933" y="982"/>
                  </a:lnTo>
                  <a:cubicBezTo>
                    <a:pt x="18933" y="441"/>
                    <a:pt x="18492" y="1"/>
                    <a:pt x="17975" y="1"/>
                  </a:cubicBezTo>
                  <a:close/>
                </a:path>
              </a:pathLst>
            </a:custGeom>
            <a:solidFill>
              <a:srgbClr val="FF93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673;p63">
              <a:extLst>
                <a:ext uri="{FF2B5EF4-FFF2-40B4-BE49-F238E27FC236}">
                  <a16:creationId xmlns:a16="http://schemas.microsoft.com/office/drawing/2014/main" id="{ECE506EF-852B-2E6F-AB81-4CAD74A92025}"/>
                </a:ext>
              </a:extLst>
            </p:cNvPr>
            <p:cNvSpPr/>
            <p:nvPr/>
          </p:nvSpPr>
          <p:spPr>
            <a:xfrm>
              <a:off x="2129836" y="2825236"/>
              <a:ext cx="33915" cy="209897"/>
            </a:xfrm>
            <a:custGeom>
              <a:avLst/>
              <a:gdLst/>
              <a:ahLst/>
              <a:cxnLst/>
              <a:rect l="l" t="t" r="r" b="b"/>
              <a:pathLst>
                <a:path w="1741" h="10775" extrusionOk="0">
                  <a:moveTo>
                    <a:pt x="1" y="1"/>
                  </a:moveTo>
                  <a:cubicBezTo>
                    <a:pt x="541" y="1"/>
                    <a:pt x="982" y="441"/>
                    <a:pt x="982" y="982"/>
                  </a:cubicBezTo>
                  <a:lnTo>
                    <a:pt x="982" y="10775"/>
                  </a:lnTo>
                  <a:lnTo>
                    <a:pt x="1740" y="10775"/>
                  </a:lnTo>
                  <a:lnTo>
                    <a:pt x="1740" y="982"/>
                  </a:lnTo>
                  <a:cubicBezTo>
                    <a:pt x="1740" y="441"/>
                    <a:pt x="1299" y="1"/>
                    <a:pt x="782" y="1"/>
                  </a:cubicBezTo>
                  <a:close/>
                </a:path>
              </a:pathLst>
            </a:custGeom>
            <a:solidFill>
              <a:srgbClr val="FF61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674;p63">
              <a:extLst>
                <a:ext uri="{FF2B5EF4-FFF2-40B4-BE49-F238E27FC236}">
                  <a16:creationId xmlns:a16="http://schemas.microsoft.com/office/drawing/2014/main" id="{D809716C-5E0B-638E-9B24-6BD6E2A4DA60}"/>
                </a:ext>
              </a:extLst>
            </p:cNvPr>
            <p:cNvSpPr/>
            <p:nvPr/>
          </p:nvSpPr>
          <p:spPr>
            <a:xfrm>
              <a:off x="2129836" y="3035111"/>
              <a:ext cx="33915" cy="48232"/>
            </a:xfrm>
            <a:custGeom>
              <a:avLst/>
              <a:gdLst/>
              <a:ahLst/>
              <a:cxnLst/>
              <a:rect l="l" t="t" r="r" b="b"/>
              <a:pathLst>
                <a:path w="1741" h="2476" extrusionOk="0">
                  <a:moveTo>
                    <a:pt x="982" y="1"/>
                  </a:moveTo>
                  <a:lnTo>
                    <a:pt x="982" y="1499"/>
                  </a:lnTo>
                  <a:cubicBezTo>
                    <a:pt x="982" y="2034"/>
                    <a:pt x="541" y="2475"/>
                    <a:pt x="1" y="2475"/>
                  </a:cubicBezTo>
                  <a:lnTo>
                    <a:pt x="782" y="2475"/>
                  </a:lnTo>
                  <a:cubicBezTo>
                    <a:pt x="1299" y="2475"/>
                    <a:pt x="1740" y="2034"/>
                    <a:pt x="1740" y="1499"/>
                  </a:cubicBezTo>
                  <a:lnTo>
                    <a:pt x="1740" y="1"/>
                  </a:lnTo>
                  <a:close/>
                </a:path>
              </a:pathLst>
            </a:custGeom>
            <a:solidFill>
              <a:srgbClr val="866A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675;p63">
              <a:extLst>
                <a:ext uri="{FF2B5EF4-FFF2-40B4-BE49-F238E27FC236}">
                  <a16:creationId xmlns:a16="http://schemas.microsoft.com/office/drawing/2014/main" id="{7C79C2C7-C26A-1698-661C-1360ACA22847}"/>
                </a:ext>
              </a:extLst>
            </p:cNvPr>
            <p:cNvSpPr/>
            <p:nvPr/>
          </p:nvSpPr>
          <p:spPr>
            <a:xfrm>
              <a:off x="1937590" y="3083324"/>
              <a:ext cx="83959" cy="57719"/>
            </a:xfrm>
            <a:custGeom>
              <a:avLst/>
              <a:gdLst/>
              <a:ahLst/>
              <a:cxnLst/>
              <a:rect l="l" t="t" r="r" b="b"/>
              <a:pathLst>
                <a:path w="4310" h="2963" extrusionOk="0">
                  <a:moveTo>
                    <a:pt x="295" y="0"/>
                  </a:moveTo>
                  <a:cubicBezTo>
                    <a:pt x="295" y="0"/>
                    <a:pt x="271" y="2157"/>
                    <a:pt x="1" y="2963"/>
                  </a:cubicBezTo>
                  <a:lnTo>
                    <a:pt x="4309" y="2963"/>
                  </a:lnTo>
                  <a:cubicBezTo>
                    <a:pt x="4015" y="2157"/>
                    <a:pt x="3992" y="0"/>
                    <a:pt x="3992" y="0"/>
                  </a:cubicBezTo>
                  <a:close/>
                </a:path>
              </a:pathLst>
            </a:custGeom>
            <a:solidFill>
              <a:srgbClr val="866A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676;p63">
              <a:extLst>
                <a:ext uri="{FF2B5EF4-FFF2-40B4-BE49-F238E27FC236}">
                  <a16:creationId xmlns:a16="http://schemas.microsoft.com/office/drawing/2014/main" id="{F0672A4A-48BB-734E-8378-106689FF898B}"/>
                </a:ext>
              </a:extLst>
            </p:cNvPr>
            <p:cNvSpPr/>
            <p:nvPr/>
          </p:nvSpPr>
          <p:spPr>
            <a:xfrm>
              <a:off x="1942869" y="3083324"/>
              <a:ext cx="72953" cy="14785"/>
            </a:xfrm>
            <a:custGeom>
              <a:avLst/>
              <a:gdLst/>
              <a:ahLst/>
              <a:cxnLst/>
              <a:rect l="l" t="t" r="r" b="b"/>
              <a:pathLst>
                <a:path w="3745" h="759" extrusionOk="0">
                  <a:moveTo>
                    <a:pt x="24" y="0"/>
                  </a:moveTo>
                  <a:cubicBezTo>
                    <a:pt x="24" y="0"/>
                    <a:pt x="24" y="318"/>
                    <a:pt x="0" y="758"/>
                  </a:cubicBezTo>
                  <a:lnTo>
                    <a:pt x="3744" y="758"/>
                  </a:lnTo>
                  <a:cubicBezTo>
                    <a:pt x="3721" y="318"/>
                    <a:pt x="3721" y="0"/>
                    <a:pt x="3721" y="0"/>
                  </a:cubicBez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677;p63">
              <a:extLst>
                <a:ext uri="{FF2B5EF4-FFF2-40B4-BE49-F238E27FC236}">
                  <a16:creationId xmlns:a16="http://schemas.microsoft.com/office/drawing/2014/main" id="{04A7D504-71FD-9D41-F2BA-A7312A90E4B7}"/>
                </a:ext>
              </a:extLst>
            </p:cNvPr>
            <p:cNvSpPr/>
            <p:nvPr/>
          </p:nvSpPr>
          <p:spPr>
            <a:xfrm>
              <a:off x="1942869" y="3083324"/>
              <a:ext cx="72953" cy="14785"/>
            </a:xfrm>
            <a:custGeom>
              <a:avLst/>
              <a:gdLst/>
              <a:ahLst/>
              <a:cxnLst/>
              <a:rect l="l" t="t" r="r" b="b"/>
              <a:pathLst>
                <a:path w="3745" h="759" extrusionOk="0">
                  <a:moveTo>
                    <a:pt x="24" y="0"/>
                  </a:moveTo>
                  <a:cubicBezTo>
                    <a:pt x="24" y="0"/>
                    <a:pt x="24" y="318"/>
                    <a:pt x="0" y="758"/>
                  </a:cubicBezTo>
                  <a:lnTo>
                    <a:pt x="3744" y="758"/>
                  </a:lnTo>
                  <a:cubicBezTo>
                    <a:pt x="3721" y="318"/>
                    <a:pt x="3721" y="0"/>
                    <a:pt x="3721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78;p63">
              <a:extLst>
                <a:ext uri="{FF2B5EF4-FFF2-40B4-BE49-F238E27FC236}">
                  <a16:creationId xmlns:a16="http://schemas.microsoft.com/office/drawing/2014/main" id="{FC532BF2-C06A-F038-782A-1691136A1248}"/>
                </a:ext>
              </a:extLst>
            </p:cNvPr>
            <p:cNvSpPr/>
            <p:nvPr/>
          </p:nvSpPr>
          <p:spPr>
            <a:xfrm>
              <a:off x="1818276" y="2851008"/>
              <a:ext cx="322121" cy="184125"/>
            </a:xfrm>
            <a:custGeom>
              <a:avLst/>
              <a:gdLst/>
              <a:ahLst/>
              <a:cxnLst/>
              <a:rect l="l" t="t" r="r" b="b"/>
              <a:pathLst>
                <a:path w="16536" h="9452" extrusionOk="0">
                  <a:moveTo>
                    <a:pt x="418" y="0"/>
                  </a:moveTo>
                  <a:cubicBezTo>
                    <a:pt x="201" y="0"/>
                    <a:pt x="1" y="171"/>
                    <a:pt x="1" y="417"/>
                  </a:cubicBezTo>
                  <a:lnTo>
                    <a:pt x="1" y="9452"/>
                  </a:lnTo>
                  <a:lnTo>
                    <a:pt x="16535" y="9452"/>
                  </a:lnTo>
                  <a:lnTo>
                    <a:pt x="16535" y="417"/>
                  </a:lnTo>
                  <a:cubicBezTo>
                    <a:pt x="16535" y="171"/>
                    <a:pt x="16365" y="0"/>
                    <a:pt x="16118" y="0"/>
                  </a:cubicBez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679;p63">
              <a:extLst>
                <a:ext uri="{FF2B5EF4-FFF2-40B4-BE49-F238E27FC236}">
                  <a16:creationId xmlns:a16="http://schemas.microsoft.com/office/drawing/2014/main" id="{A7866A51-D73D-996D-A938-8E0E38AE56A1}"/>
                </a:ext>
              </a:extLst>
            </p:cNvPr>
            <p:cNvSpPr/>
            <p:nvPr/>
          </p:nvSpPr>
          <p:spPr>
            <a:xfrm>
              <a:off x="2117466" y="2851008"/>
              <a:ext cx="22928" cy="184125"/>
            </a:xfrm>
            <a:custGeom>
              <a:avLst/>
              <a:gdLst/>
              <a:ahLst/>
              <a:cxnLst/>
              <a:rect l="l" t="t" r="r" b="b"/>
              <a:pathLst>
                <a:path w="1177" h="9452" extrusionOk="0">
                  <a:moveTo>
                    <a:pt x="1" y="0"/>
                  </a:moveTo>
                  <a:cubicBezTo>
                    <a:pt x="218" y="0"/>
                    <a:pt x="418" y="171"/>
                    <a:pt x="418" y="417"/>
                  </a:cubicBezTo>
                  <a:lnTo>
                    <a:pt x="418" y="9452"/>
                  </a:lnTo>
                  <a:lnTo>
                    <a:pt x="1176" y="9452"/>
                  </a:lnTo>
                  <a:lnTo>
                    <a:pt x="1176" y="417"/>
                  </a:lnTo>
                  <a:cubicBezTo>
                    <a:pt x="1176" y="171"/>
                    <a:pt x="1006" y="0"/>
                    <a:pt x="759" y="0"/>
                  </a:cubicBez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680;p63">
              <a:extLst>
                <a:ext uri="{FF2B5EF4-FFF2-40B4-BE49-F238E27FC236}">
                  <a16:creationId xmlns:a16="http://schemas.microsoft.com/office/drawing/2014/main" id="{56A857C1-2FBF-E868-69F9-8879BCFE332D}"/>
                </a:ext>
              </a:extLst>
            </p:cNvPr>
            <p:cNvSpPr/>
            <p:nvPr/>
          </p:nvSpPr>
          <p:spPr>
            <a:xfrm>
              <a:off x="1997237" y="2887298"/>
              <a:ext cx="111659" cy="147834"/>
            </a:xfrm>
            <a:custGeom>
              <a:avLst/>
              <a:gdLst/>
              <a:ahLst/>
              <a:cxnLst/>
              <a:rect l="l" t="t" r="r" b="b"/>
              <a:pathLst>
                <a:path w="5732" h="7589" extrusionOk="0">
                  <a:moveTo>
                    <a:pt x="72" y="0"/>
                  </a:moveTo>
                  <a:cubicBezTo>
                    <a:pt x="48" y="0"/>
                    <a:pt x="1" y="47"/>
                    <a:pt x="1" y="71"/>
                  </a:cubicBezTo>
                  <a:lnTo>
                    <a:pt x="1" y="7589"/>
                  </a:lnTo>
                  <a:lnTo>
                    <a:pt x="5732" y="7589"/>
                  </a:lnTo>
                  <a:lnTo>
                    <a:pt x="5732" y="71"/>
                  </a:lnTo>
                  <a:cubicBezTo>
                    <a:pt x="5732" y="47"/>
                    <a:pt x="5708" y="0"/>
                    <a:pt x="5655" y="0"/>
                  </a:cubicBezTo>
                  <a:close/>
                </a:path>
              </a:pathLst>
            </a:custGeom>
            <a:solidFill>
              <a:srgbClr val="FFE1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681;p63">
              <a:extLst>
                <a:ext uri="{FF2B5EF4-FFF2-40B4-BE49-F238E27FC236}">
                  <a16:creationId xmlns:a16="http://schemas.microsoft.com/office/drawing/2014/main" id="{A9DFE129-2C83-BC3F-71ED-ED6ECF01B9E4}"/>
                </a:ext>
              </a:extLst>
            </p:cNvPr>
            <p:cNvSpPr/>
            <p:nvPr/>
          </p:nvSpPr>
          <p:spPr>
            <a:xfrm>
              <a:off x="1960946" y="3053773"/>
              <a:ext cx="36778" cy="11006"/>
            </a:xfrm>
            <a:custGeom>
              <a:avLst/>
              <a:gdLst/>
              <a:ahLst/>
              <a:cxnLst/>
              <a:rect l="l" t="t" r="r" b="b"/>
              <a:pathLst>
                <a:path w="1888" h="565" extrusionOk="0">
                  <a:moveTo>
                    <a:pt x="295" y="1"/>
                  </a:moveTo>
                  <a:cubicBezTo>
                    <a:pt x="148" y="1"/>
                    <a:pt x="1" y="124"/>
                    <a:pt x="1" y="271"/>
                  </a:cubicBezTo>
                  <a:cubicBezTo>
                    <a:pt x="1" y="441"/>
                    <a:pt x="148" y="565"/>
                    <a:pt x="295" y="565"/>
                  </a:cubicBezTo>
                  <a:lnTo>
                    <a:pt x="1594" y="565"/>
                  </a:lnTo>
                  <a:cubicBezTo>
                    <a:pt x="1764" y="565"/>
                    <a:pt x="1888" y="441"/>
                    <a:pt x="1888" y="271"/>
                  </a:cubicBezTo>
                  <a:cubicBezTo>
                    <a:pt x="1888" y="124"/>
                    <a:pt x="1764" y="1"/>
                    <a:pt x="1594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3682;p63">
              <a:extLst>
                <a:ext uri="{FF2B5EF4-FFF2-40B4-BE49-F238E27FC236}">
                  <a16:creationId xmlns:a16="http://schemas.microsoft.com/office/drawing/2014/main" id="{17FB8FC6-B3A3-4324-78C9-96C133889D22}"/>
                </a:ext>
              </a:extLst>
            </p:cNvPr>
            <p:cNvSpPr/>
            <p:nvPr/>
          </p:nvSpPr>
          <p:spPr>
            <a:xfrm>
              <a:off x="1902779" y="2946946"/>
              <a:ext cx="11474" cy="10909"/>
            </a:xfrm>
            <a:custGeom>
              <a:avLst/>
              <a:gdLst/>
              <a:ahLst/>
              <a:cxnLst/>
              <a:rect l="l" t="t" r="r" b="b"/>
              <a:pathLst>
                <a:path w="589" h="560" extrusionOk="0">
                  <a:moveTo>
                    <a:pt x="295" y="1"/>
                  </a:moveTo>
                  <a:cubicBezTo>
                    <a:pt x="148" y="1"/>
                    <a:pt x="1" y="118"/>
                    <a:pt x="1" y="265"/>
                  </a:cubicBezTo>
                  <a:cubicBezTo>
                    <a:pt x="1" y="441"/>
                    <a:pt x="148" y="559"/>
                    <a:pt x="295" y="559"/>
                  </a:cubicBezTo>
                  <a:cubicBezTo>
                    <a:pt x="465" y="559"/>
                    <a:pt x="589" y="441"/>
                    <a:pt x="589" y="265"/>
                  </a:cubicBezTo>
                  <a:cubicBezTo>
                    <a:pt x="589" y="118"/>
                    <a:pt x="465" y="1"/>
                    <a:pt x="295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3683;p63">
              <a:extLst>
                <a:ext uri="{FF2B5EF4-FFF2-40B4-BE49-F238E27FC236}">
                  <a16:creationId xmlns:a16="http://schemas.microsoft.com/office/drawing/2014/main" id="{D2C6F770-47AC-7243-12F3-75608F2B17AD}"/>
                </a:ext>
              </a:extLst>
            </p:cNvPr>
            <p:cNvSpPr/>
            <p:nvPr/>
          </p:nvSpPr>
          <p:spPr>
            <a:xfrm>
              <a:off x="1886533" y="2922109"/>
              <a:ext cx="43869" cy="20084"/>
            </a:xfrm>
            <a:custGeom>
              <a:avLst/>
              <a:gdLst/>
              <a:ahLst/>
              <a:cxnLst/>
              <a:rect l="l" t="t" r="r" b="b"/>
              <a:pathLst>
                <a:path w="2252" h="1031" extrusionOk="0">
                  <a:moveTo>
                    <a:pt x="1129" y="0"/>
                  </a:moveTo>
                  <a:cubicBezTo>
                    <a:pt x="711" y="0"/>
                    <a:pt x="318" y="218"/>
                    <a:pt x="100" y="588"/>
                  </a:cubicBezTo>
                  <a:cubicBezTo>
                    <a:pt x="0" y="735"/>
                    <a:pt x="47" y="905"/>
                    <a:pt x="194" y="982"/>
                  </a:cubicBezTo>
                  <a:cubicBezTo>
                    <a:pt x="237" y="1015"/>
                    <a:pt x="287" y="1030"/>
                    <a:pt x="337" y="1030"/>
                  </a:cubicBezTo>
                  <a:cubicBezTo>
                    <a:pt x="429" y="1030"/>
                    <a:pt x="523" y="977"/>
                    <a:pt x="588" y="882"/>
                  </a:cubicBezTo>
                  <a:cubicBezTo>
                    <a:pt x="688" y="688"/>
                    <a:pt x="905" y="588"/>
                    <a:pt x="1129" y="588"/>
                  </a:cubicBezTo>
                  <a:cubicBezTo>
                    <a:pt x="1346" y="588"/>
                    <a:pt x="1570" y="688"/>
                    <a:pt x="1693" y="882"/>
                  </a:cubicBezTo>
                  <a:cubicBezTo>
                    <a:pt x="1740" y="982"/>
                    <a:pt x="1840" y="1029"/>
                    <a:pt x="1934" y="1029"/>
                  </a:cubicBezTo>
                  <a:cubicBezTo>
                    <a:pt x="1987" y="1029"/>
                    <a:pt x="2034" y="1005"/>
                    <a:pt x="2081" y="982"/>
                  </a:cubicBezTo>
                  <a:cubicBezTo>
                    <a:pt x="2204" y="905"/>
                    <a:pt x="2251" y="735"/>
                    <a:pt x="2181" y="588"/>
                  </a:cubicBezTo>
                  <a:cubicBezTo>
                    <a:pt x="1934" y="218"/>
                    <a:pt x="1570" y="0"/>
                    <a:pt x="1129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3684;p63">
              <a:extLst>
                <a:ext uri="{FF2B5EF4-FFF2-40B4-BE49-F238E27FC236}">
                  <a16:creationId xmlns:a16="http://schemas.microsoft.com/office/drawing/2014/main" id="{14B872C8-07A9-65D0-934B-62BE0EC45CDA}"/>
                </a:ext>
              </a:extLst>
            </p:cNvPr>
            <p:cNvSpPr/>
            <p:nvPr/>
          </p:nvSpPr>
          <p:spPr>
            <a:xfrm>
              <a:off x="1869800" y="2902064"/>
              <a:ext cx="77784" cy="29571"/>
            </a:xfrm>
            <a:custGeom>
              <a:avLst/>
              <a:gdLst/>
              <a:ahLst/>
              <a:cxnLst/>
              <a:rect l="l" t="t" r="r" b="b"/>
              <a:pathLst>
                <a:path w="3993" h="1518" extrusionOk="0">
                  <a:moveTo>
                    <a:pt x="1988" y="1"/>
                  </a:moveTo>
                  <a:cubicBezTo>
                    <a:pt x="1200" y="1"/>
                    <a:pt x="495" y="418"/>
                    <a:pt x="77" y="1076"/>
                  </a:cubicBezTo>
                  <a:cubicBezTo>
                    <a:pt x="1" y="1223"/>
                    <a:pt x="24" y="1394"/>
                    <a:pt x="171" y="1470"/>
                  </a:cubicBezTo>
                  <a:cubicBezTo>
                    <a:pt x="215" y="1495"/>
                    <a:pt x="269" y="1508"/>
                    <a:pt x="323" y="1508"/>
                  </a:cubicBezTo>
                  <a:cubicBezTo>
                    <a:pt x="421" y="1508"/>
                    <a:pt x="520" y="1465"/>
                    <a:pt x="565" y="1370"/>
                  </a:cubicBezTo>
                  <a:cubicBezTo>
                    <a:pt x="859" y="882"/>
                    <a:pt x="1400" y="565"/>
                    <a:pt x="1988" y="565"/>
                  </a:cubicBezTo>
                  <a:cubicBezTo>
                    <a:pt x="2575" y="565"/>
                    <a:pt x="3110" y="882"/>
                    <a:pt x="3404" y="1370"/>
                  </a:cubicBezTo>
                  <a:cubicBezTo>
                    <a:pt x="3481" y="1470"/>
                    <a:pt x="3551" y="1517"/>
                    <a:pt x="3651" y="1517"/>
                  </a:cubicBezTo>
                  <a:cubicBezTo>
                    <a:pt x="3698" y="1517"/>
                    <a:pt x="3751" y="1494"/>
                    <a:pt x="3798" y="1470"/>
                  </a:cubicBezTo>
                  <a:cubicBezTo>
                    <a:pt x="3945" y="1394"/>
                    <a:pt x="3992" y="1223"/>
                    <a:pt x="3898" y="1076"/>
                  </a:cubicBezTo>
                  <a:cubicBezTo>
                    <a:pt x="3504" y="418"/>
                    <a:pt x="2769" y="1"/>
                    <a:pt x="1988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3685;p63">
              <a:extLst>
                <a:ext uri="{FF2B5EF4-FFF2-40B4-BE49-F238E27FC236}">
                  <a16:creationId xmlns:a16="http://schemas.microsoft.com/office/drawing/2014/main" id="{9426627D-6468-F11F-D6E5-479AB28D6623}"/>
                </a:ext>
              </a:extLst>
            </p:cNvPr>
            <p:cNvSpPr/>
            <p:nvPr/>
          </p:nvSpPr>
          <p:spPr>
            <a:xfrm>
              <a:off x="1854118" y="2882019"/>
              <a:ext cx="108796" cy="37889"/>
            </a:xfrm>
            <a:custGeom>
              <a:avLst/>
              <a:gdLst/>
              <a:ahLst/>
              <a:cxnLst/>
              <a:rect l="l" t="t" r="r" b="b"/>
              <a:pathLst>
                <a:path w="5585" h="1945" extrusionOk="0">
                  <a:moveTo>
                    <a:pt x="2793" y="1"/>
                  </a:moveTo>
                  <a:cubicBezTo>
                    <a:pt x="1688" y="1"/>
                    <a:pt x="659" y="565"/>
                    <a:pt x="95" y="1517"/>
                  </a:cubicBezTo>
                  <a:cubicBezTo>
                    <a:pt x="1" y="1641"/>
                    <a:pt x="48" y="1811"/>
                    <a:pt x="195" y="1911"/>
                  </a:cubicBezTo>
                  <a:cubicBezTo>
                    <a:pt x="234" y="1934"/>
                    <a:pt x="278" y="1944"/>
                    <a:pt x="323" y="1944"/>
                  </a:cubicBezTo>
                  <a:cubicBezTo>
                    <a:pt x="419" y="1944"/>
                    <a:pt x="520" y="1896"/>
                    <a:pt x="589" y="1811"/>
                  </a:cubicBezTo>
                  <a:cubicBezTo>
                    <a:pt x="1053" y="1030"/>
                    <a:pt x="1888" y="565"/>
                    <a:pt x="2793" y="565"/>
                  </a:cubicBezTo>
                  <a:cubicBezTo>
                    <a:pt x="3698" y="565"/>
                    <a:pt x="4533" y="1030"/>
                    <a:pt x="5020" y="1811"/>
                  </a:cubicBezTo>
                  <a:cubicBezTo>
                    <a:pt x="5067" y="1888"/>
                    <a:pt x="5167" y="1935"/>
                    <a:pt x="5267" y="1935"/>
                  </a:cubicBezTo>
                  <a:cubicBezTo>
                    <a:pt x="5314" y="1935"/>
                    <a:pt x="5361" y="1935"/>
                    <a:pt x="5414" y="1911"/>
                  </a:cubicBezTo>
                  <a:cubicBezTo>
                    <a:pt x="5532" y="1811"/>
                    <a:pt x="5585" y="1641"/>
                    <a:pt x="5508" y="1517"/>
                  </a:cubicBezTo>
                  <a:cubicBezTo>
                    <a:pt x="4920" y="565"/>
                    <a:pt x="3915" y="1"/>
                    <a:pt x="2793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3686;p63">
              <a:extLst>
                <a:ext uri="{FF2B5EF4-FFF2-40B4-BE49-F238E27FC236}">
                  <a16:creationId xmlns:a16="http://schemas.microsoft.com/office/drawing/2014/main" id="{5ADB507E-8BC7-FC75-087B-304341ADE17A}"/>
                </a:ext>
              </a:extLst>
            </p:cNvPr>
            <p:cNvSpPr/>
            <p:nvPr/>
          </p:nvSpPr>
          <p:spPr>
            <a:xfrm>
              <a:off x="1789660" y="2819976"/>
              <a:ext cx="379821" cy="326329"/>
            </a:xfrm>
            <a:custGeom>
              <a:avLst/>
              <a:gdLst/>
              <a:ahLst/>
              <a:cxnLst/>
              <a:rect l="l" t="t" r="r" b="b"/>
              <a:pathLst>
                <a:path w="19498" h="16752" extrusionOk="0">
                  <a:moveTo>
                    <a:pt x="17587" y="1863"/>
                  </a:moveTo>
                  <a:cubicBezTo>
                    <a:pt x="17657" y="1863"/>
                    <a:pt x="17734" y="1934"/>
                    <a:pt x="17734" y="2010"/>
                  </a:cubicBezTo>
                  <a:lnTo>
                    <a:pt x="17734" y="10780"/>
                  </a:lnTo>
                  <a:lnTo>
                    <a:pt x="16682" y="10780"/>
                  </a:lnTo>
                  <a:lnTo>
                    <a:pt x="16682" y="3527"/>
                  </a:lnTo>
                  <a:cubicBezTo>
                    <a:pt x="16682" y="3333"/>
                    <a:pt x="16511" y="3186"/>
                    <a:pt x="16311" y="3186"/>
                  </a:cubicBezTo>
                  <a:lnTo>
                    <a:pt x="15259" y="3186"/>
                  </a:lnTo>
                  <a:cubicBezTo>
                    <a:pt x="15112" y="3186"/>
                    <a:pt x="14989" y="3309"/>
                    <a:pt x="14989" y="3456"/>
                  </a:cubicBezTo>
                  <a:cubicBezTo>
                    <a:pt x="14989" y="3627"/>
                    <a:pt x="15112" y="3750"/>
                    <a:pt x="15259" y="3750"/>
                  </a:cubicBezTo>
                  <a:lnTo>
                    <a:pt x="16117" y="3750"/>
                  </a:lnTo>
                  <a:lnTo>
                    <a:pt x="16117" y="10751"/>
                  </a:lnTo>
                  <a:lnTo>
                    <a:pt x="10951" y="10751"/>
                  </a:lnTo>
                  <a:lnTo>
                    <a:pt x="10951" y="3750"/>
                  </a:lnTo>
                  <a:lnTo>
                    <a:pt x="13960" y="3750"/>
                  </a:lnTo>
                  <a:cubicBezTo>
                    <a:pt x="14107" y="3750"/>
                    <a:pt x="14231" y="3627"/>
                    <a:pt x="14231" y="3456"/>
                  </a:cubicBezTo>
                  <a:cubicBezTo>
                    <a:pt x="14231" y="3309"/>
                    <a:pt x="14107" y="3186"/>
                    <a:pt x="13960" y="3186"/>
                  </a:cubicBezTo>
                  <a:lnTo>
                    <a:pt x="10728" y="3186"/>
                  </a:lnTo>
                  <a:cubicBezTo>
                    <a:pt x="10534" y="3186"/>
                    <a:pt x="10387" y="3333"/>
                    <a:pt x="10387" y="3527"/>
                  </a:cubicBezTo>
                  <a:lnTo>
                    <a:pt x="10387" y="10780"/>
                  </a:lnTo>
                  <a:lnTo>
                    <a:pt x="1764" y="10780"/>
                  </a:lnTo>
                  <a:lnTo>
                    <a:pt x="1764" y="2010"/>
                  </a:lnTo>
                  <a:cubicBezTo>
                    <a:pt x="1764" y="1934"/>
                    <a:pt x="1817" y="1863"/>
                    <a:pt x="1887" y="1863"/>
                  </a:cubicBezTo>
                  <a:close/>
                  <a:moveTo>
                    <a:pt x="18909" y="11338"/>
                  </a:moveTo>
                  <a:lnTo>
                    <a:pt x="18909" y="12543"/>
                  </a:lnTo>
                  <a:cubicBezTo>
                    <a:pt x="18909" y="12908"/>
                    <a:pt x="18616" y="13225"/>
                    <a:pt x="18245" y="13225"/>
                  </a:cubicBezTo>
                  <a:lnTo>
                    <a:pt x="1252" y="13225"/>
                  </a:lnTo>
                  <a:cubicBezTo>
                    <a:pt x="859" y="13225"/>
                    <a:pt x="565" y="12908"/>
                    <a:pt x="565" y="12543"/>
                  </a:cubicBezTo>
                  <a:lnTo>
                    <a:pt x="565" y="11338"/>
                  </a:lnTo>
                  <a:close/>
                  <a:moveTo>
                    <a:pt x="11315" y="13790"/>
                  </a:moveTo>
                  <a:cubicBezTo>
                    <a:pt x="11315" y="14330"/>
                    <a:pt x="11368" y="15453"/>
                    <a:pt x="11539" y="16188"/>
                  </a:cubicBezTo>
                  <a:lnTo>
                    <a:pt x="7959" y="16188"/>
                  </a:lnTo>
                  <a:cubicBezTo>
                    <a:pt x="8106" y="15453"/>
                    <a:pt x="8159" y="14330"/>
                    <a:pt x="8182" y="13790"/>
                  </a:cubicBezTo>
                  <a:close/>
                  <a:moveTo>
                    <a:pt x="1252" y="0"/>
                  </a:moveTo>
                  <a:cubicBezTo>
                    <a:pt x="565" y="0"/>
                    <a:pt x="1" y="541"/>
                    <a:pt x="1" y="1252"/>
                  </a:cubicBezTo>
                  <a:lnTo>
                    <a:pt x="1" y="7741"/>
                  </a:lnTo>
                  <a:cubicBezTo>
                    <a:pt x="1" y="7888"/>
                    <a:pt x="124" y="8012"/>
                    <a:pt x="271" y="8012"/>
                  </a:cubicBezTo>
                  <a:cubicBezTo>
                    <a:pt x="441" y="8012"/>
                    <a:pt x="565" y="7888"/>
                    <a:pt x="565" y="7741"/>
                  </a:cubicBezTo>
                  <a:lnTo>
                    <a:pt x="565" y="1252"/>
                  </a:lnTo>
                  <a:cubicBezTo>
                    <a:pt x="565" y="858"/>
                    <a:pt x="859" y="564"/>
                    <a:pt x="1252" y="564"/>
                  </a:cubicBezTo>
                  <a:lnTo>
                    <a:pt x="18245" y="564"/>
                  </a:lnTo>
                  <a:cubicBezTo>
                    <a:pt x="18616" y="564"/>
                    <a:pt x="18909" y="858"/>
                    <a:pt x="18909" y="1252"/>
                  </a:cubicBezTo>
                  <a:lnTo>
                    <a:pt x="18909" y="10780"/>
                  </a:lnTo>
                  <a:lnTo>
                    <a:pt x="18298" y="10780"/>
                  </a:lnTo>
                  <a:lnTo>
                    <a:pt x="18298" y="2010"/>
                  </a:lnTo>
                  <a:cubicBezTo>
                    <a:pt x="18298" y="1617"/>
                    <a:pt x="17981" y="1299"/>
                    <a:pt x="17587" y="1299"/>
                  </a:cubicBezTo>
                  <a:lnTo>
                    <a:pt x="1887" y="1299"/>
                  </a:lnTo>
                  <a:cubicBezTo>
                    <a:pt x="1493" y="1299"/>
                    <a:pt x="1176" y="1617"/>
                    <a:pt x="1176" y="2010"/>
                  </a:cubicBezTo>
                  <a:lnTo>
                    <a:pt x="1176" y="10780"/>
                  </a:lnTo>
                  <a:lnTo>
                    <a:pt x="565" y="10780"/>
                  </a:lnTo>
                  <a:lnTo>
                    <a:pt x="565" y="9064"/>
                  </a:lnTo>
                  <a:cubicBezTo>
                    <a:pt x="565" y="8893"/>
                    <a:pt x="441" y="8770"/>
                    <a:pt x="271" y="8770"/>
                  </a:cubicBezTo>
                  <a:cubicBezTo>
                    <a:pt x="124" y="8770"/>
                    <a:pt x="1" y="8893"/>
                    <a:pt x="1" y="9064"/>
                  </a:cubicBezTo>
                  <a:lnTo>
                    <a:pt x="1" y="12543"/>
                  </a:lnTo>
                  <a:cubicBezTo>
                    <a:pt x="1" y="13225"/>
                    <a:pt x="565" y="13790"/>
                    <a:pt x="1252" y="13790"/>
                  </a:cubicBezTo>
                  <a:lnTo>
                    <a:pt x="7595" y="13790"/>
                  </a:lnTo>
                  <a:cubicBezTo>
                    <a:pt x="7571" y="14454"/>
                    <a:pt x="7518" y="15576"/>
                    <a:pt x="7371" y="16188"/>
                  </a:cubicBezTo>
                  <a:lnTo>
                    <a:pt x="6372" y="16188"/>
                  </a:lnTo>
                  <a:cubicBezTo>
                    <a:pt x="6225" y="16188"/>
                    <a:pt x="6102" y="16311"/>
                    <a:pt x="6102" y="16482"/>
                  </a:cubicBezTo>
                  <a:cubicBezTo>
                    <a:pt x="6102" y="16628"/>
                    <a:pt x="6225" y="16752"/>
                    <a:pt x="6372" y="16752"/>
                  </a:cubicBezTo>
                  <a:lnTo>
                    <a:pt x="13102" y="16752"/>
                  </a:lnTo>
                  <a:cubicBezTo>
                    <a:pt x="13249" y="16752"/>
                    <a:pt x="13396" y="16628"/>
                    <a:pt x="13396" y="16482"/>
                  </a:cubicBezTo>
                  <a:cubicBezTo>
                    <a:pt x="13396" y="16311"/>
                    <a:pt x="13249" y="16188"/>
                    <a:pt x="13102" y="16188"/>
                  </a:cubicBezTo>
                  <a:lnTo>
                    <a:pt x="12103" y="16188"/>
                  </a:lnTo>
                  <a:cubicBezTo>
                    <a:pt x="11980" y="15576"/>
                    <a:pt x="11903" y="14454"/>
                    <a:pt x="11880" y="13790"/>
                  </a:cubicBezTo>
                  <a:lnTo>
                    <a:pt x="18245" y="13790"/>
                  </a:lnTo>
                  <a:cubicBezTo>
                    <a:pt x="18933" y="13790"/>
                    <a:pt x="19497" y="13225"/>
                    <a:pt x="19497" y="12543"/>
                  </a:cubicBezTo>
                  <a:lnTo>
                    <a:pt x="19497" y="1252"/>
                  </a:lnTo>
                  <a:cubicBezTo>
                    <a:pt x="19497" y="541"/>
                    <a:pt x="18933" y="0"/>
                    <a:pt x="18245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3687;p63">
              <a:extLst>
                <a:ext uri="{FF2B5EF4-FFF2-40B4-BE49-F238E27FC236}">
                  <a16:creationId xmlns:a16="http://schemas.microsoft.com/office/drawing/2014/main" id="{5389A5D9-4846-8724-ACAF-B4F0677B6E1F}"/>
                </a:ext>
              </a:extLst>
            </p:cNvPr>
            <p:cNvSpPr/>
            <p:nvPr/>
          </p:nvSpPr>
          <p:spPr>
            <a:xfrm>
              <a:off x="2013386" y="2912603"/>
              <a:ext cx="79264" cy="10889"/>
            </a:xfrm>
            <a:custGeom>
              <a:avLst/>
              <a:gdLst/>
              <a:ahLst/>
              <a:cxnLst/>
              <a:rect l="l" t="t" r="r" b="b"/>
              <a:pathLst>
                <a:path w="4069" h="559" extrusionOk="0">
                  <a:moveTo>
                    <a:pt x="295" y="0"/>
                  </a:moveTo>
                  <a:cubicBezTo>
                    <a:pt x="148" y="0"/>
                    <a:pt x="1" y="118"/>
                    <a:pt x="1" y="265"/>
                  </a:cubicBezTo>
                  <a:cubicBezTo>
                    <a:pt x="1" y="441"/>
                    <a:pt x="148" y="559"/>
                    <a:pt x="295" y="559"/>
                  </a:cubicBezTo>
                  <a:lnTo>
                    <a:pt x="3774" y="559"/>
                  </a:lnTo>
                  <a:cubicBezTo>
                    <a:pt x="3945" y="559"/>
                    <a:pt x="4068" y="441"/>
                    <a:pt x="4068" y="265"/>
                  </a:cubicBezTo>
                  <a:cubicBezTo>
                    <a:pt x="4068" y="118"/>
                    <a:pt x="3945" y="0"/>
                    <a:pt x="3774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3688;p63">
              <a:extLst>
                <a:ext uri="{FF2B5EF4-FFF2-40B4-BE49-F238E27FC236}">
                  <a16:creationId xmlns:a16="http://schemas.microsoft.com/office/drawing/2014/main" id="{C258627F-1660-09C4-00AA-18E60D7AB5AC}"/>
                </a:ext>
              </a:extLst>
            </p:cNvPr>
            <p:cNvSpPr/>
            <p:nvPr/>
          </p:nvSpPr>
          <p:spPr>
            <a:xfrm>
              <a:off x="2013386" y="2941219"/>
              <a:ext cx="45369" cy="11474"/>
            </a:xfrm>
            <a:custGeom>
              <a:avLst/>
              <a:gdLst/>
              <a:ahLst/>
              <a:cxnLst/>
              <a:rect l="l" t="t" r="r" b="b"/>
              <a:pathLst>
                <a:path w="2329" h="589" extrusionOk="0">
                  <a:moveTo>
                    <a:pt x="295" y="1"/>
                  </a:moveTo>
                  <a:cubicBezTo>
                    <a:pt x="148" y="1"/>
                    <a:pt x="1" y="118"/>
                    <a:pt x="1" y="295"/>
                  </a:cubicBezTo>
                  <a:cubicBezTo>
                    <a:pt x="1" y="442"/>
                    <a:pt x="148" y="589"/>
                    <a:pt x="295" y="589"/>
                  </a:cubicBezTo>
                  <a:lnTo>
                    <a:pt x="2034" y="589"/>
                  </a:lnTo>
                  <a:cubicBezTo>
                    <a:pt x="2205" y="589"/>
                    <a:pt x="2328" y="442"/>
                    <a:pt x="2328" y="295"/>
                  </a:cubicBezTo>
                  <a:cubicBezTo>
                    <a:pt x="2328" y="118"/>
                    <a:pt x="2205" y="1"/>
                    <a:pt x="2034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3689;p63">
              <a:extLst>
                <a:ext uri="{FF2B5EF4-FFF2-40B4-BE49-F238E27FC236}">
                  <a16:creationId xmlns:a16="http://schemas.microsoft.com/office/drawing/2014/main" id="{47F4ED31-FB0A-4904-04E7-BD63C991ED11}"/>
                </a:ext>
              </a:extLst>
            </p:cNvPr>
            <p:cNvSpPr/>
            <p:nvPr/>
          </p:nvSpPr>
          <p:spPr>
            <a:xfrm>
              <a:off x="2013386" y="2970302"/>
              <a:ext cx="79264" cy="11006"/>
            </a:xfrm>
            <a:custGeom>
              <a:avLst/>
              <a:gdLst/>
              <a:ahLst/>
              <a:cxnLst/>
              <a:rect l="l" t="t" r="r" b="b"/>
              <a:pathLst>
                <a:path w="4069" h="565" extrusionOk="0">
                  <a:moveTo>
                    <a:pt x="295" y="1"/>
                  </a:moveTo>
                  <a:cubicBezTo>
                    <a:pt x="148" y="1"/>
                    <a:pt x="1" y="124"/>
                    <a:pt x="1" y="271"/>
                  </a:cubicBezTo>
                  <a:cubicBezTo>
                    <a:pt x="1" y="442"/>
                    <a:pt x="148" y="565"/>
                    <a:pt x="295" y="565"/>
                  </a:cubicBezTo>
                  <a:lnTo>
                    <a:pt x="3774" y="565"/>
                  </a:lnTo>
                  <a:cubicBezTo>
                    <a:pt x="3945" y="565"/>
                    <a:pt x="4068" y="442"/>
                    <a:pt x="4068" y="271"/>
                  </a:cubicBezTo>
                  <a:cubicBezTo>
                    <a:pt x="4068" y="124"/>
                    <a:pt x="3945" y="1"/>
                    <a:pt x="3774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3690;p63">
              <a:extLst>
                <a:ext uri="{FF2B5EF4-FFF2-40B4-BE49-F238E27FC236}">
                  <a16:creationId xmlns:a16="http://schemas.microsoft.com/office/drawing/2014/main" id="{BD23B520-2AB4-17F3-57D4-8878589326E8}"/>
                </a:ext>
              </a:extLst>
            </p:cNvPr>
            <p:cNvSpPr/>
            <p:nvPr/>
          </p:nvSpPr>
          <p:spPr>
            <a:xfrm>
              <a:off x="2013386" y="2998937"/>
              <a:ext cx="45369" cy="11454"/>
            </a:xfrm>
            <a:custGeom>
              <a:avLst/>
              <a:gdLst/>
              <a:ahLst/>
              <a:cxnLst/>
              <a:rect l="l" t="t" r="r" b="b"/>
              <a:pathLst>
                <a:path w="2329" h="588" extrusionOk="0">
                  <a:moveTo>
                    <a:pt x="295" y="0"/>
                  </a:moveTo>
                  <a:cubicBezTo>
                    <a:pt x="148" y="0"/>
                    <a:pt x="1" y="147"/>
                    <a:pt x="1" y="294"/>
                  </a:cubicBezTo>
                  <a:cubicBezTo>
                    <a:pt x="1" y="441"/>
                    <a:pt x="148" y="588"/>
                    <a:pt x="295" y="588"/>
                  </a:cubicBezTo>
                  <a:lnTo>
                    <a:pt x="2034" y="588"/>
                  </a:lnTo>
                  <a:cubicBezTo>
                    <a:pt x="2205" y="588"/>
                    <a:pt x="2328" y="441"/>
                    <a:pt x="2328" y="294"/>
                  </a:cubicBezTo>
                  <a:cubicBezTo>
                    <a:pt x="2328" y="147"/>
                    <a:pt x="2205" y="0"/>
                    <a:pt x="2034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3691;p63">
              <a:extLst>
                <a:ext uri="{FF2B5EF4-FFF2-40B4-BE49-F238E27FC236}">
                  <a16:creationId xmlns:a16="http://schemas.microsoft.com/office/drawing/2014/main" id="{E2DF726E-7586-86E0-40B8-10B3A565FDDB}"/>
                </a:ext>
              </a:extLst>
            </p:cNvPr>
            <p:cNvSpPr/>
            <p:nvPr/>
          </p:nvSpPr>
          <p:spPr>
            <a:xfrm>
              <a:off x="1854118" y="2970302"/>
              <a:ext cx="108796" cy="11006"/>
            </a:xfrm>
            <a:custGeom>
              <a:avLst/>
              <a:gdLst/>
              <a:ahLst/>
              <a:cxnLst/>
              <a:rect l="l" t="t" r="r" b="b"/>
              <a:pathLst>
                <a:path w="5585" h="565" extrusionOk="0">
                  <a:moveTo>
                    <a:pt x="295" y="1"/>
                  </a:moveTo>
                  <a:cubicBezTo>
                    <a:pt x="148" y="1"/>
                    <a:pt x="1" y="124"/>
                    <a:pt x="1" y="271"/>
                  </a:cubicBezTo>
                  <a:cubicBezTo>
                    <a:pt x="1" y="442"/>
                    <a:pt x="148" y="565"/>
                    <a:pt x="295" y="565"/>
                  </a:cubicBezTo>
                  <a:lnTo>
                    <a:pt x="5291" y="565"/>
                  </a:lnTo>
                  <a:cubicBezTo>
                    <a:pt x="5461" y="565"/>
                    <a:pt x="5585" y="442"/>
                    <a:pt x="5585" y="271"/>
                  </a:cubicBezTo>
                  <a:cubicBezTo>
                    <a:pt x="5585" y="124"/>
                    <a:pt x="5461" y="1"/>
                    <a:pt x="5291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3692;p63">
              <a:extLst>
                <a:ext uri="{FF2B5EF4-FFF2-40B4-BE49-F238E27FC236}">
                  <a16:creationId xmlns:a16="http://schemas.microsoft.com/office/drawing/2014/main" id="{3D96A365-EAF5-424A-AAB4-009A3560D4FF}"/>
                </a:ext>
              </a:extLst>
            </p:cNvPr>
            <p:cNvSpPr/>
            <p:nvPr/>
          </p:nvSpPr>
          <p:spPr>
            <a:xfrm>
              <a:off x="1854118" y="2998937"/>
              <a:ext cx="108796" cy="11454"/>
            </a:xfrm>
            <a:custGeom>
              <a:avLst/>
              <a:gdLst/>
              <a:ahLst/>
              <a:cxnLst/>
              <a:rect l="l" t="t" r="r" b="b"/>
              <a:pathLst>
                <a:path w="5585" h="588" extrusionOk="0">
                  <a:moveTo>
                    <a:pt x="295" y="0"/>
                  </a:moveTo>
                  <a:cubicBezTo>
                    <a:pt x="148" y="0"/>
                    <a:pt x="1" y="147"/>
                    <a:pt x="1" y="294"/>
                  </a:cubicBezTo>
                  <a:cubicBezTo>
                    <a:pt x="1" y="441"/>
                    <a:pt x="148" y="588"/>
                    <a:pt x="295" y="588"/>
                  </a:cubicBezTo>
                  <a:lnTo>
                    <a:pt x="5291" y="588"/>
                  </a:lnTo>
                  <a:cubicBezTo>
                    <a:pt x="5461" y="588"/>
                    <a:pt x="5585" y="441"/>
                    <a:pt x="5585" y="294"/>
                  </a:cubicBezTo>
                  <a:cubicBezTo>
                    <a:pt x="5585" y="147"/>
                    <a:pt x="5461" y="0"/>
                    <a:pt x="5291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" name="Google Shape;3093;p63">
            <a:extLst>
              <a:ext uri="{FF2B5EF4-FFF2-40B4-BE49-F238E27FC236}">
                <a16:creationId xmlns:a16="http://schemas.microsoft.com/office/drawing/2014/main" id="{E6F1C9F8-60DC-F533-5211-1D6F9E0E4628}"/>
              </a:ext>
            </a:extLst>
          </p:cNvPr>
          <p:cNvGrpSpPr/>
          <p:nvPr/>
        </p:nvGrpSpPr>
        <p:grpSpPr>
          <a:xfrm>
            <a:off x="4371404" y="2365384"/>
            <a:ext cx="401192" cy="446943"/>
            <a:chOff x="6974625" y="1969818"/>
            <a:chExt cx="379704" cy="379354"/>
          </a:xfrm>
        </p:grpSpPr>
        <p:sp>
          <p:nvSpPr>
            <p:cNvPr id="3" name="Google Shape;3094;p63">
              <a:extLst>
                <a:ext uri="{FF2B5EF4-FFF2-40B4-BE49-F238E27FC236}">
                  <a16:creationId xmlns:a16="http://schemas.microsoft.com/office/drawing/2014/main" id="{C47078CD-C119-A9F4-4C94-90A7DDF1CE2C}"/>
                </a:ext>
              </a:extLst>
            </p:cNvPr>
            <p:cNvSpPr/>
            <p:nvPr/>
          </p:nvSpPr>
          <p:spPr>
            <a:xfrm>
              <a:off x="7047557" y="2313306"/>
              <a:ext cx="233838" cy="19597"/>
            </a:xfrm>
            <a:custGeom>
              <a:avLst/>
              <a:gdLst/>
              <a:ahLst/>
              <a:cxnLst/>
              <a:rect l="l" t="t" r="r" b="b"/>
              <a:pathLst>
                <a:path w="12004" h="1006" extrusionOk="0">
                  <a:moveTo>
                    <a:pt x="124" y="1"/>
                  </a:moveTo>
                  <a:cubicBezTo>
                    <a:pt x="48" y="1"/>
                    <a:pt x="1" y="54"/>
                    <a:pt x="1" y="124"/>
                  </a:cubicBezTo>
                  <a:lnTo>
                    <a:pt x="1" y="859"/>
                  </a:lnTo>
                  <a:cubicBezTo>
                    <a:pt x="1" y="935"/>
                    <a:pt x="48" y="1006"/>
                    <a:pt x="124" y="1006"/>
                  </a:cubicBezTo>
                  <a:lnTo>
                    <a:pt x="11880" y="1006"/>
                  </a:lnTo>
                  <a:cubicBezTo>
                    <a:pt x="11950" y="1006"/>
                    <a:pt x="12003" y="935"/>
                    <a:pt x="12003" y="859"/>
                  </a:cubicBezTo>
                  <a:lnTo>
                    <a:pt x="12003" y="124"/>
                  </a:lnTo>
                  <a:cubicBezTo>
                    <a:pt x="12003" y="54"/>
                    <a:pt x="11950" y="1"/>
                    <a:pt x="11880" y="1"/>
                  </a:cubicBezTo>
                  <a:close/>
                </a:path>
              </a:pathLst>
            </a:custGeom>
            <a:solidFill>
              <a:srgbClr val="FF93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3095;p63">
              <a:extLst>
                <a:ext uri="{FF2B5EF4-FFF2-40B4-BE49-F238E27FC236}">
                  <a16:creationId xmlns:a16="http://schemas.microsoft.com/office/drawing/2014/main" id="{09FD4AF3-F69A-CAE9-EA48-8D7C73EC91AA}"/>
                </a:ext>
              </a:extLst>
            </p:cNvPr>
            <p:cNvSpPr/>
            <p:nvPr/>
          </p:nvSpPr>
          <p:spPr>
            <a:xfrm>
              <a:off x="7266588" y="2313306"/>
              <a:ext cx="14805" cy="19597"/>
            </a:xfrm>
            <a:custGeom>
              <a:avLst/>
              <a:gdLst/>
              <a:ahLst/>
              <a:cxnLst/>
              <a:rect l="l" t="t" r="r" b="b"/>
              <a:pathLst>
                <a:path w="760" h="1006" extrusionOk="0">
                  <a:moveTo>
                    <a:pt x="1" y="1"/>
                  </a:moveTo>
                  <a:lnTo>
                    <a:pt x="1" y="1006"/>
                  </a:lnTo>
                  <a:lnTo>
                    <a:pt x="636" y="1006"/>
                  </a:lnTo>
                  <a:cubicBezTo>
                    <a:pt x="706" y="1006"/>
                    <a:pt x="759" y="935"/>
                    <a:pt x="759" y="859"/>
                  </a:cubicBezTo>
                  <a:lnTo>
                    <a:pt x="759" y="124"/>
                  </a:lnTo>
                  <a:cubicBezTo>
                    <a:pt x="759" y="54"/>
                    <a:pt x="706" y="1"/>
                    <a:pt x="636" y="1"/>
                  </a:cubicBezTo>
                  <a:close/>
                </a:path>
              </a:pathLst>
            </a:custGeom>
            <a:solidFill>
              <a:srgbClr val="FF61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3096;p63">
              <a:extLst>
                <a:ext uri="{FF2B5EF4-FFF2-40B4-BE49-F238E27FC236}">
                  <a16:creationId xmlns:a16="http://schemas.microsoft.com/office/drawing/2014/main" id="{461C4C63-ABA1-50CB-C64C-1F05171B5EC7}"/>
                </a:ext>
              </a:extLst>
            </p:cNvPr>
            <p:cNvSpPr/>
            <p:nvPr/>
          </p:nvSpPr>
          <p:spPr>
            <a:xfrm>
              <a:off x="7154385" y="2047095"/>
              <a:ext cx="20064" cy="31051"/>
            </a:xfrm>
            <a:custGeom>
              <a:avLst/>
              <a:gdLst/>
              <a:ahLst/>
              <a:cxnLst/>
              <a:rect l="l" t="t" r="r" b="b"/>
              <a:pathLst>
                <a:path w="1030" h="1594" extrusionOk="0">
                  <a:moveTo>
                    <a:pt x="1" y="1"/>
                  </a:moveTo>
                  <a:lnTo>
                    <a:pt x="1" y="1594"/>
                  </a:lnTo>
                  <a:lnTo>
                    <a:pt x="1029" y="1594"/>
                  </a:lnTo>
                  <a:lnTo>
                    <a:pt x="1029" y="1"/>
                  </a:lnTo>
                  <a:close/>
                </a:path>
              </a:pathLst>
            </a:custGeom>
            <a:solidFill>
              <a:srgbClr val="FF93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3097;p63">
              <a:extLst>
                <a:ext uri="{FF2B5EF4-FFF2-40B4-BE49-F238E27FC236}">
                  <a16:creationId xmlns:a16="http://schemas.microsoft.com/office/drawing/2014/main" id="{835E88AF-F85B-2AEE-AB77-448FF17854BF}"/>
                </a:ext>
              </a:extLst>
            </p:cNvPr>
            <p:cNvSpPr/>
            <p:nvPr/>
          </p:nvSpPr>
          <p:spPr>
            <a:xfrm>
              <a:off x="7154385" y="2150143"/>
              <a:ext cx="20064" cy="31051"/>
            </a:xfrm>
            <a:custGeom>
              <a:avLst/>
              <a:gdLst/>
              <a:ahLst/>
              <a:cxnLst/>
              <a:rect l="l" t="t" r="r" b="b"/>
              <a:pathLst>
                <a:path w="1030" h="1594" extrusionOk="0">
                  <a:moveTo>
                    <a:pt x="1" y="1"/>
                  </a:moveTo>
                  <a:lnTo>
                    <a:pt x="1" y="1594"/>
                  </a:lnTo>
                  <a:lnTo>
                    <a:pt x="1029" y="1594"/>
                  </a:lnTo>
                  <a:lnTo>
                    <a:pt x="1029" y="1"/>
                  </a:lnTo>
                  <a:close/>
                </a:path>
              </a:pathLst>
            </a:custGeom>
            <a:solidFill>
              <a:srgbClr val="FF93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3098;p63">
              <a:extLst>
                <a:ext uri="{FF2B5EF4-FFF2-40B4-BE49-F238E27FC236}">
                  <a16:creationId xmlns:a16="http://schemas.microsoft.com/office/drawing/2014/main" id="{834800C9-49B7-1703-20EA-DEC8AB23AEBF}"/>
                </a:ext>
              </a:extLst>
            </p:cNvPr>
            <p:cNvSpPr/>
            <p:nvPr/>
          </p:nvSpPr>
          <p:spPr>
            <a:xfrm>
              <a:off x="7154385" y="2253191"/>
              <a:ext cx="20064" cy="60135"/>
            </a:xfrm>
            <a:custGeom>
              <a:avLst/>
              <a:gdLst/>
              <a:ahLst/>
              <a:cxnLst/>
              <a:rect l="l" t="t" r="r" b="b"/>
              <a:pathLst>
                <a:path w="1030" h="3087" extrusionOk="0">
                  <a:moveTo>
                    <a:pt x="1" y="1"/>
                  </a:moveTo>
                  <a:lnTo>
                    <a:pt x="1" y="3087"/>
                  </a:lnTo>
                  <a:lnTo>
                    <a:pt x="1029" y="3087"/>
                  </a:lnTo>
                  <a:lnTo>
                    <a:pt x="1029" y="1"/>
                  </a:lnTo>
                  <a:close/>
                </a:path>
              </a:pathLst>
            </a:custGeom>
            <a:solidFill>
              <a:srgbClr val="FF93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3099;p63">
              <a:extLst>
                <a:ext uri="{FF2B5EF4-FFF2-40B4-BE49-F238E27FC236}">
                  <a16:creationId xmlns:a16="http://schemas.microsoft.com/office/drawing/2014/main" id="{071EDE5A-22DF-4437-433A-18FA5ECE3C53}"/>
                </a:ext>
              </a:extLst>
            </p:cNvPr>
            <p:cNvSpPr/>
            <p:nvPr/>
          </p:nvSpPr>
          <p:spPr>
            <a:xfrm>
              <a:off x="7164456" y="2047095"/>
              <a:ext cx="9993" cy="31051"/>
            </a:xfrm>
            <a:custGeom>
              <a:avLst/>
              <a:gdLst/>
              <a:ahLst/>
              <a:cxnLst/>
              <a:rect l="l" t="t" r="r" b="b"/>
              <a:pathLst>
                <a:path w="513" h="1594" extrusionOk="0">
                  <a:moveTo>
                    <a:pt x="1" y="1"/>
                  </a:moveTo>
                  <a:lnTo>
                    <a:pt x="1" y="1594"/>
                  </a:lnTo>
                  <a:lnTo>
                    <a:pt x="512" y="1594"/>
                  </a:lnTo>
                  <a:lnTo>
                    <a:pt x="512" y="1"/>
                  </a:lnTo>
                  <a:close/>
                </a:path>
              </a:pathLst>
            </a:custGeom>
            <a:solidFill>
              <a:srgbClr val="FF61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3100;p63">
              <a:extLst>
                <a:ext uri="{FF2B5EF4-FFF2-40B4-BE49-F238E27FC236}">
                  <a16:creationId xmlns:a16="http://schemas.microsoft.com/office/drawing/2014/main" id="{79C76759-2430-A417-0261-B44C9F380C13}"/>
                </a:ext>
              </a:extLst>
            </p:cNvPr>
            <p:cNvSpPr/>
            <p:nvPr/>
          </p:nvSpPr>
          <p:spPr>
            <a:xfrm>
              <a:off x="7164456" y="2150143"/>
              <a:ext cx="9993" cy="31051"/>
            </a:xfrm>
            <a:custGeom>
              <a:avLst/>
              <a:gdLst/>
              <a:ahLst/>
              <a:cxnLst/>
              <a:rect l="l" t="t" r="r" b="b"/>
              <a:pathLst>
                <a:path w="513" h="1594" extrusionOk="0">
                  <a:moveTo>
                    <a:pt x="1" y="1"/>
                  </a:moveTo>
                  <a:lnTo>
                    <a:pt x="1" y="1594"/>
                  </a:lnTo>
                  <a:lnTo>
                    <a:pt x="512" y="1594"/>
                  </a:lnTo>
                  <a:lnTo>
                    <a:pt x="512" y="1"/>
                  </a:lnTo>
                  <a:close/>
                </a:path>
              </a:pathLst>
            </a:custGeom>
            <a:solidFill>
              <a:srgbClr val="FF61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3101;p63">
              <a:extLst>
                <a:ext uri="{FF2B5EF4-FFF2-40B4-BE49-F238E27FC236}">
                  <a16:creationId xmlns:a16="http://schemas.microsoft.com/office/drawing/2014/main" id="{E1AD2B0E-71DA-2671-DBC1-225D4E937637}"/>
                </a:ext>
              </a:extLst>
            </p:cNvPr>
            <p:cNvSpPr/>
            <p:nvPr/>
          </p:nvSpPr>
          <p:spPr>
            <a:xfrm>
              <a:off x="7164456" y="2253191"/>
              <a:ext cx="9993" cy="60135"/>
            </a:xfrm>
            <a:custGeom>
              <a:avLst/>
              <a:gdLst/>
              <a:ahLst/>
              <a:cxnLst/>
              <a:rect l="l" t="t" r="r" b="b"/>
              <a:pathLst>
                <a:path w="513" h="3087" extrusionOk="0">
                  <a:moveTo>
                    <a:pt x="1" y="1"/>
                  </a:moveTo>
                  <a:lnTo>
                    <a:pt x="1" y="3087"/>
                  </a:lnTo>
                  <a:lnTo>
                    <a:pt x="512" y="3087"/>
                  </a:lnTo>
                  <a:lnTo>
                    <a:pt x="512" y="1"/>
                  </a:lnTo>
                  <a:close/>
                </a:path>
              </a:pathLst>
            </a:custGeom>
            <a:solidFill>
              <a:srgbClr val="FF61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3102;p63">
              <a:extLst>
                <a:ext uri="{FF2B5EF4-FFF2-40B4-BE49-F238E27FC236}">
                  <a16:creationId xmlns:a16="http://schemas.microsoft.com/office/drawing/2014/main" id="{B0A8FD94-5906-F445-D768-96F5BE40C4E8}"/>
                </a:ext>
              </a:extLst>
            </p:cNvPr>
            <p:cNvSpPr/>
            <p:nvPr/>
          </p:nvSpPr>
          <p:spPr>
            <a:xfrm>
              <a:off x="6980352" y="2078126"/>
              <a:ext cx="368250" cy="72037"/>
            </a:xfrm>
            <a:custGeom>
              <a:avLst/>
              <a:gdLst/>
              <a:ahLst/>
              <a:cxnLst/>
              <a:rect l="l" t="t" r="r" b="b"/>
              <a:pathLst>
                <a:path w="18904" h="3698" extrusionOk="0">
                  <a:moveTo>
                    <a:pt x="241" y="1"/>
                  </a:moveTo>
                  <a:cubicBezTo>
                    <a:pt x="94" y="1"/>
                    <a:pt x="0" y="101"/>
                    <a:pt x="0" y="248"/>
                  </a:cubicBezTo>
                  <a:lnTo>
                    <a:pt x="0" y="3457"/>
                  </a:lnTo>
                  <a:cubicBezTo>
                    <a:pt x="0" y="3604"/>
                    <a:pt x="94" y="3698"/>
                    <a:pt x="241" y="3698"/>
                  </a:cubicBezTo>
                  <a:lnTo>
                    <a:pt x="18662" y="3698"/>
                  </a:lnTo>
                  <a:cubicBezTo>
                    <a:pt x="18809" y="3698"/>
                    <a:pt x="18903" y="3604"/>
                    <a:pt x="18903" y="3457"/>
                  </a:cubicBezTo>
                  <a:lnTo>
                    <a:pt x="18903" y="248"/>
                  </a:lnTo>
                  <a:cubicBezTo>
                    <a:pt x="18903" y="101"/>
                    <a:pt x="18809" y="1"/>
                    <a:pt x="18662" y="1"/>
                  </a:cubicBezTo>
                  <a:close/>
                </a:path>
              </a:pathLst>
            </a:custGeom>
            <a:solidFill>
              <a:srgbClr val="356B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3103;p63">
              <a:extLst>
                <a:ext uri="{FF2B5EF4-FFF2-40B4-BE49-F238E27FC236}">
                  <a16:creationId xmlns:a16="http://schemas.microsoft.com/office/drawing/2014/main" id="{6696D0E2-253A-C6EE-4175-7A71FAFC7987}"/>
                </a:ext>
              </a:extLst>
            </p:cNvPr>
            <p:cNvSpPr/>
            <p:nvPr/>
          </p:nvSpPr>
          <p:spPr>
            <a:xfrm>
              <a:off x="6980352" y="1975078"/>
              <a:ext cx="368250" cy="72037"/>
            </a:xfrm>
            <a:custGeom>
              <a:avLst/>
              <a:gdLst/>
              <a:ahLst/>
              <a:cxnLst/>
              <a:rect l="l" t="t" r="r" b="b"/>
              <a:pathLst>
                <a:path w="18904" h="3698" extrusionOk="0">
                  <a:moveTo>
                    <a:pt x="241" y="1"/>
                  </a:moveTo>
                  <a:cubicBezTo>
                    <a:pt x="94" y="1"/>
                    <a:pt x="0" y="124"/>
                    <a:pt x="0" y="248"/>
                  </a:cubicBezTo>
                  <a:lnTo>
                    <a:pt x="0" y="3457"/>
                  </a:lnTo>
                  <a:cubicBezTo>
                    <a:pt x="0" y="3604"/>
                    <a:pt x="94" y="3698"/>
                    <a:pt x="241" y="3698"/>
                  </a:cubicBezTo>
                  <a:lnTo>
                    <a:pt x="18662" y="3698"/>
                  </a:lnTo>
                  <a:cubicBezTo>
                    <a:pt x="18809" y="3698"/>
                    <a:pt x="18903" y="3604"/>
                    <a:pt x="18903" y="3457"/>
                  </a:cubicBezTo>
                  <a:lnTo>
                    <a:pt x="18903" y="248"/>
                  </a:lnTo>
                  <a:cubicBezTo>
                    <a:pt x="18903" y="124"/>
                    <a:pt x="18809" y="1"/>
                    <a:pt x="18662" y="1"/>
                  </a:cubicBezTo>
                  <a:close/>
                </a:path>
              </a:pathLst>
            </a:custGeom>
            <a:solidFill>
              <a:srgbClr val="866A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3104;p63">
              <a:extLst>
                <a:ext uri="{FF2B5EF4-FFF2-40B4-BE49-F238E27FC236}">
                  <a16:creationId xmlns:a16="http://schemas.microsoft.com/office/drawing/2014/main" id="{1DFF3C65-90A3-40AD-D300-6308489DA238}"/>
                </a:ext>
              </a:extLst>
            </p:cNvPr>
            <p:cNvSpPr/>
            <p:nvPr/>
          </p:nvSpPr>
          <p:spPr>
            <a:xfrm>
              <a:off x="6980352" y="2181174"/>
              <a:ext cx="368250" cy="72037"/>
            </a:xfrm>
            <a:custGeom>
              <a:avLst/>
              <a:gdLst/>
              <a:ahLst/>
              <a:cxnLst/>
              <a:rect l="l" t="t" r="r" b="b"/>
              <a:pathLst>
                <a:path w="18904" h="3698" extrusionOk="0">
                  <a:moveTo>
                    <a:pt x="241" y="1"/>
                  </a:moveTo>
                  <a:cubicBezTo>
                    <a:pt x="94" y="1"/>
                    <a:pt x="0" y="101"/>
                    <a:pt x="0" y="248"/>
                  </a:cubicBezTo>
                  <a:lnTo>
                    <a:pt x="0" y="3457"/>
                  </a:lnTo>
                  <a:cubicBezTo>
                    <a:pt x="0" y="3575"/>
                    <a:pt x="94" y="3698"/>
                    <a:pt x="241" y="3698"/>
                  </a:cubicBezTo>
                  <a:lnTo>
                    <a:pt x="18662" y="3698"/>
                  </a:lnTo>
                  <a:cubicBezTo>
                    <a:pt x="18809" y="3698"/>
                    <a:pt x="18903" y="3575"/>
                    <a:pt x="18903" y="3457"/>
                  </a:cubicBezTo>
                  <a:lnTo>
                    <a:pt x="18903" y="248"/>
                  </a:lnTo>
                  <a:cubicBezTo>
                    <a:pt x="18903" y="101"/>
                    <a:pt x="18809" y="1"/>
                    <a:pt x="18662" y="1"/>
                  </a:cubicBezTo>
                  <a:close/>
                </a:path>
              </a:pathLst>
            </a:custGeom>
            <a:solidFill>
              <a:srgbClr val="866A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3105;p63">
              <a:extLst>
                <a:ext uri="{FF2B5EF4-FFF2-40B4-BE49-F238E27FC236}">
                  <a16:creationId xmlns:a16="http://schemas.microsoft.com/office/drawing/2014/main" id="{07DBE47D-5B46-175E-2127-5D078EC950B1}"/>
                </a:ext>
              </a:extLst>
            </p:cNvPr>
            <p:cNvSpPr/>
            <p:nvPr/>
          </p:nvSpPr>
          <p:spPr>
            <a:xfrm>
              <a:off x="7329002" y="1975078"/>
              <a:ext cx="19597" cy="72037"/>
            </a:xfrm>
            <a:custGeom>
              <a:avLst/>
              <a:gdLst/>
              <a:ahLst/>
              <a:cxnLst/>
              <a:rect l="l" t="t" r="r" b="b"/>
              <a:pathLst>
                <a:path w="1006" h="3698" extrusionOk="0">
                  <a:moveTo>
                    <a:pt x="0" y="1"/>
                  </a:moveTo>
                  <a:cubicBezTo>
                    <a:pt x="147" y="1"/>
                    <a:pt x="247" y="124"/>
                    <a:pt x="247" y="248"/>
                  </a:cubicBezTo>
                  <a:lnTo>
                    <a:pt x="247" y="3457"/>
                  </a:lnTo>
                  <a:cubicBezTo>
                    <a:pt x="247" y="3604"/>
                    <a:pt x="147" y="3698"/>
                    <a:pt x="0" y="3698"/>
                  </a:cubicBezTo>
                  <a:lnTo>
                    <a:pt x="764" y="3698"/>
                  </a:lnTo>
                  <a:cubicBezTo>
                    <a:pt x="911" y="3698"/>
                    <a:pt x="1005" y="3604"/>
                    <a:pt x="1005" y="3457"/>
                  </a:cubicBezTo>
                  <a:lnTo>
                    <a:pt x="1005" y="248"/>
                  </a:lnTo>
                  <a:cubicBezTo>
                    <a:pt x="1005" y="124"/>
                    <a:pt x="911" y="1"/>
                    <a:pt x="764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3106;p63">
              <a:extLst>
                <a:ext uri="{FF2B5EF4-FFF2-40B4-BE49-F238E27FC236}">
                  <a16:creationId xmlns:a16="http://schemas.microsoft.com/office/drawing/2014/main" id="{8A2345E4-7EB1-5AAA-8E37-CD9C93659612}"/>
                </a:ext>
              </a:extLst>
            </p:cNvPr>
            <p:cNvSpPr/>
            <p:nvPr/>
          </p:nvSpPr>
          <p:spPr>
            <a:xfrm>
              <a:off x="7329002" y="2181174"/>
              <a:ext cx="19597" cy="72037"/>
            </a:xfrm>
            <a:custGeom>
              <a:avLst/>
              <a:gdLst/>
              <a:ahLst/>
              <a:cxnLst/>
              <a:rect l="l" t="t" r="r" b="b"/>
              <a:pathLst>
                <a:path w="1006" h="3698" extrusionOk="0">
                  <a:moveTo>
                    <a:pt x="0" y="1"/>
                  </a:moveTo>
                  <a:cubicBezTo>
                    <a:pt x="147" y="1"/>
                    <a:pt x="247" y="101"/>
                    <a:pt x="247" y="248"/>
                  </a:cubicBezTo>
                  <a:lnTo>
                    <a:pt x="247" y="3457"/>
                  </a:lnTo>
                  <a:cubicBezTo>
                    <a:pt x="247" y="3575"/>
                    <a:pt x="147" y="3698"/>
                    <a:pt x="0" y="3698"/>
                  </a:cubicBezTo>
                  <a:lnTo>
                    <a:pt x="764" y="3698"/>
                  </a:lnTo>
                  <a:cubicBezTo>
                    <a:pt x="911" y="3698"/>
                    <a:pt x="1005" y="3575"/>
                    <a:pt x="1005" y="3457"/>
                  </a:cubicBezTo>
                  <a:lnTo>
                    <a:pt x="1005" y="248"/>
                  </a:lnTo>
                  <a:cubicBezTo>
                    <a:pt x="1005" y="101"/>
                    <a:pt x="911" y="1"/>
                    <a:pt x="764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3107;p63">
              <a:extLst>
                <a:ext uri="{FF2B5EF4-FFF2-40B4-BE49-F238E27FC236}">
                  <a16:creationId xmlns:a16="http://schemas.microsoft.com/office/drawing/2014/main" id="{F80BA903-15A4-5F5D-5054-B5E3AA22D420}"/>
                </a:ext>
              </a:extLst>
            </p:cNvPr>
            <p:cNvSpPr/>
            <p:nvPr/>
          </p:nvSpPr>
          <p:spPr>
            <a:xfrm>
              <a:off x="7037603" y="1997986"/>
              <a:ext cx="133516" cy="26688"/>
            </a:xfrm>
            <a:custGeom>
              <a:avLst/>
              <a:gdLst/>
              <a:ahLst/>
              <a:cxnLst/>
              <a:rect l="l" t="t" r="r" b="b"/>
              <a:pathLst>
                <a:path w="6854" h="1370" extrusionOk="0">
                  <a:moveTo>
                    <a:pt x="94" y="0"/>
                  </a:moveTo>
                  <a:cubicBezTo>
                    <a:pt x="47" y="0"/>
                    <a:pt x="0" y="24"/>
                    <a:pt x="0" y="77"/>
                  </a:cubicBezTo>
                  <a:lnTo>
                    <a:pt x="0" y="1276"/>
                  </a:lnTo>
                  <a:cubicBezTo>
                    <a:pt x="0" y="1323"/>
                    <a:pt x="47" y="1370"/>
                    <a:pt x="94" y="1370"/>
                  </a:cubicBezTo>
                  <a:lnTo>
                    <a:pt x="6783" y="1370"/>
                  </a:lnTo>
                  <a:cubicBezTo>
                    <a:pt x="6830" y="1370"/>
                    <a:pt x="6854" y="1323"/>
                    <a:pt x="6854" y="1276"/>
                  </a:cubicBezTo>
                  <a:lnTo>
                    <a:pt x="6854" y="77"/>
                  </a:lnTo>
                  <a:cubicBezTo>
                    <a:pt x="6854" y="24"/>
                    <a:pt x="6830" y="0"/>
                    <a:pt x="6783" y="0"/>
                  </a:cubicBezTo>
                  <a:close/>
                </a:path>
              </a:pathLst>
            </a:custGeom>
            <a:solidFill>
              <a:srgbClr val="FFE1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3108;p63">
              <a:extLst>
                <a:ext uri="{FF2B5EF4-FFF2-40B4-BE49-F238E27FC236}">
                  <a16:creationId xmlns:a16="http://schemas.microsoft.com/office/drawing/2014/main" id="{81E742EB-C5D0-CDAB-2987-D3DC6A9BECE5}"/>
                </a:ext>
              </a:extLst>
            </p:cNvPr>
            <p:cNvSpPr/>
            <p:nvPr/>
          </p:nvSpPr>
          <p:spPr>
            <a:xfrm>
              <a:off x="7141567" y="1997986"/>
              <a:ext cx="29551" cy="26688"/>
            </a:xfrm>
            <a:custGeom>
              <a:avLst/>
              <a:gdLst/>
              <a:ahLst/>
              <a:cxnLst/>
              <a:rect l="l" t="t" r="r" b="b"/>
              <a:pathLst>
                <a:path w="1517" h="1370" extrusionOk="0">
                  <a:moveTo>
                    <a:pt x="0" y="0"/>
                  </a:moveTo>
                  <a:lnTo>
                    <a:pt x="0" y="1370"/>
                  </a:lnTo>
                  <a:lnTo>
                    <a:pt x="1446" y="1370"/>
                  </a:lnTo>
                  <a:cubicBezTo>
                    <a:pt x="1493" y="1370"/>
                    <a:pt x="1517" y="1323"/>
                    <a:pt x="1517" y="1276"/>
                  </a:cubicBezTo>
                  <a:lnTo>
                    <a:pt x="1517" y="77"/>
                  </a:lnTo>
                  <a:cubicBezTo>
                    <a:pt x="1517" y="24"/>
                    <a:pt x="1493" y="0"/>
                    <a:pt x="1446" y="0"/>
                  </a:cubicBezTo>
                  <a:close/>
                </a:path>
              </a:pathLst>
            </a:custGeom>
            <a:solidFill>
              <a:srgbClr val="00C7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3109;p63">
              <a:extLst>
                <a:ext uri="{FF2B5EF4-FFF2-40B4-BE49-F238E27FC236}">
                  <a16:creationId xmlns:a16="http://schemas.microsoft.com/office/drawing/2014/main" id="{0C1BE3BE-13FA-060C-8E00-08A0305A1A5F}"/>
                </a:ext>
              </a:extLst>
            </p:cNvPr>
            <p:cNvSpPr/>
            <p:nvPr/>
          </p:nvSpPr>
          <p:spPr>
            <a:xfrm>
              <a:off x="7154969" y="1997986"/>
              <a:ext cx="16149" cy="26688"/>
            </a:xfrm>
            <a:custGeom>
              <a:avLst/>
              <a:gdLst/>
              <a:ahLst/>
              <a:cxnLst/>
              <a:rect l="l" t="t" r="r" b="b"/>
              <a:pathLst>
                <a:path w="829" h="1370" extrusionOk="0">
                  <a:moveTo>
                    <a:pt x="0" y="0"/>
                  </a:moveTo>
                  <a:cubicBezTo>
                    <a:pt x="24" y="0"/>
                    <a:pt x="71" y="24"/>
                    <a:pt x="71" y="77"/>
                  </a:cubicBezTo>
                  <a:lnTo>
                    <a:pt x="71" y="1276"/>
                  </a:lnTo>
                  <a:cubicBezTo>
                    <a:pt x="71" y="1323"/>
                    <a:pt x="24" y="1370"/>
                    <a:pt x="0" y="1370"/>
                  </a:cubicBezTo>
                  <a:lnTo>
                    <a:pt x="758" y="1370"/>
                  </a:lnTo>
                  <a:cubicBezTo>
                    <a:pt x="805" y="1370"/>
                    <a:pt x="829" y="1323"/>
                    <a:pt x="829" y="1276"/>
                  </a:cubicBezTo>
                  <a:lnTo>
                    <a:pt x="829" y="77"/>
                  </a:lnTo>
                  <a:cubicBezTo>
                    <a:pt x="829" y="24"/>
                    <a:pt x="805" y="0"/>
                    <a:pt x="758" y="0"/>
                  </a:cubicBezTo>
                  <a:close/>
                </a:path>
              </a:pathLst>
            </a:custGeom>
            <a:solidFill>
              <a:srgbClr val="00C7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3110;p63">
              <a:extLst>
                <a:ext uri="{FF2B5EF4-FFF2-40B4-BE49-F238E27FC236}">
                  <a16:creationId xmlns:a16="http://schemas.microsoft.com/office/drawing/2014/main" id="{FC100D25-CE85-6BE3-AF5E-B9061FE0A4C3}"/>
                </a:ext>
              </a:extLst>
            </p:cNvPr>
            <p:cNvSpPr/>
            <p:nvPr/>
          </p:nvSpPr>
          <p:spPr>
            <a:xfrm>
              <a:off x="7037603" y="2101034"/>
              <a:ext cx="133516" cy="26240"/>
            </a:xfrm>
            <a:custGeom>
              <a:avLst/>
              <a:gdLst/>
              <a:ahLst/>
              <a:cxnLst/>
              <a:rect l="l" t="t" r="r" b="b"/>
              <a:pathLst>
                <a:path w="6854" h="1347" extrusionOk="0">
                  <a:moveTo>
                    <a:pt x="94" y="0"/>
                  </a:moveTo>
                  <a:cubicBezTo>
                    <a:pt x="47" y="0"/>
                    <a:pt x="0" y="24"/>
                    <a:pt x="0" y="77"/>
                  </a:cubicBezTo>
                  <a:lnTo>
                    <a:pt x="0" y="1276"/>
                  </a:lnTo>
                  <a:cubicBezTo>
                    <a:pt x="0" y="1323"/>
                    <a:pt x="47" y="1346"/>
                    <a:pt x="94" y="1346"/>
                  </a:cubicBezTo>
                  <a:lnTo>
                    <a:pt x="6783" y="1346"/>
                  </a:lnTo>
                  <a:cubicBezTo>
                    <a:pt x="6830" y="1346"/>
                    <a:pt x="6854" y="1323"/>
                    <a:pt x="6854" y="1276"/>
                  </a:cubicBezTo>
                  <a:lnTo>
                    <a:pt x="6854" y="77"/>
                  </a:lnTo>
                  <a:cubicBezTo>
                    <a:pt x="6854" y="24"/>
                    <a:pt x="6830" y="0"/>
                    <a:pt x="6783" y="0"/>
                  </a:cubicBezTo>
                  <a:close/>
                </a:path>
              </a:pathLst>
            </a:custGeom>
            <a:solidFill>
              <a:srgbClr val="FFE1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3111;p63">
              <a:extLst>
                <a:ext uri="{FF2B5EF4-FFF2-40B4-BE49-F238E27FC236}">
                  <a16:creationId xmlns:a16="http://schemas.microsoft.com/office/drawing/2014/main" id="{8DA32370-D77E-DB11-C48E-48F853453A10}"/>
                </a:ext>
              </a:extLst>
            </p:cNvPr>
            <p:cNvSpPr/>
            <p:nvPr/>
          </p:nvSpPr>
          <p:spPr>
            <a:xfrm>
              <a:off x="7141567" y="2101034"/>
              <a:ext cx="29551" cy="26240"/>
            </a:xfrm>
            <a:custGeom>
              <a:avLst/>
              <a:gdLst/>
              <a:ahLst/>
              <a:cxnLst/>
              <a:rect l="l" t="t" r="r" b="b"/>
              <a:pathLst>
                <a:path w="1517" h="1347" extrusionOk="0">
                  <a:moveTo>
                    <a:pt x="0" y="0"/>
                  </a:moveTo>
                  <a:lnTo>
                    <a:pt x="0" y="1346"/>
                  </a:lnTo>
                  <a:lnTo>
                    <a:pt x="1446" y="1346"/>
                  </a:lnTo>
                  <a:cubicBezTo>
                    <a:pt x="1493" y="1346"/>
                    <a:pt x="1517" y="1323"/>
                    <a:pt x="1517" y="1276"/>
                  </a:cubicBezTo>
                  <a:lnTo>
                    <a:pt x="1517" y="77"/>
                  </a:lnTo>
                  <a:cubicBezTo>
                    <a:pt x="1517" y="24"/>
                    <a:pt x="1493" y="0"/>
                    <a:pt x="1446" y="0"/>
                  </a:cubicBezTo>
                  <a:close/>
                </a:path>
              </a:pathLst>
            </a:custGeom>
            <a:solidFill>
              <a:srgbClr val="00C7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3112;p63">
              <a:extLst>
                <a:ext uri="{FF2B5EF4-FFF2-40B4-BE49-F238E27FC236}">
                  <a16:creationId xmlns:a16="http://schemas.microsoft.com/office/drawing/2014/main" id="{6E0DB46E-C6D3-A444-1D97-DCDCABBB7155}"/>
                </a:ext>
              </a:extLst>
            </p:cNvPr>
            <p:cNvSpPr/>
            <p:nvPr/>
          </p:nvSpPr>
          <p:spPr>
            <a:xfrm>
              <a:off x="7154969" y="2101034"/>
              <a:ext cx="16149" cy="26240"/>
            </a:xfrm>
            <a:custGeom>
              <a:avLst/>
              <a:gdLst/>
              <a:ahLst/>
              <a:cxnLst/>
              <a:rect l="l" t="t" r="r" b="b"/>
              <a:pathLst>
                <a:path w="829" h="1347" extrusionOk="0">
                  <a:moveTo>
                    <a:pt x="0" y="0"/>
                  </a:moveTo>
                  <a:cubicBezTo>
                    <a:pt x="24" y="0"/>
                    <a:pt x="71" y="24"/>
                    <a:pt x="71" y="77"/>
                  </a:cubicBezTo>
                  <a:lnTo>
                    <a:pt x="71" y="1276"/>
                  </a:lnTo>
                  <a:cubicBezTo>
                    <a:pt x="71" y="1323"/>
                    <a:pt x="24" y="1346"/>
                    <a:pt x="0" y="1346"/>
                  </a:cubicBezTo>
                  <a:lnTo>
                    <a:pt x="758" y="1346"/>
                  </a:lnTo>
                  <a:cubicBezTo>
                    <a:pt x="805" y="1346"/>
                    <a:pt x="829" y="1323"/>
                    <a:pt x="829" y="1276"/>
                  </a:cubicBezTo>
                  <a:lnTo>
                    <a:pt x="829" y="77"/>
                  </a:lnTo>
                  <a:cubicBezTo>
                    <a:pt x="829" y="24"/>
                    <a:pt x="805" y="0"/>
                    <a:pt x="758" y="0"/>
                  </a:cubicBezTo>
                  <a:close/>
                </a:path>
              </a:pathLst>
            </a:custGeom>
            <a:solidFill>
              <a:srgbClr val="00C7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3113;p63">
              <a:extLst>
                <a:ext uri="{FF2B5EF4-FFF2-40B4-BE49-F238E27FC236}">
                  <a16:creationId xmlns:a16="http://schemas.microsoft.com/office/drawing/2014/main" id="{8089C5F2-9E4D-F752-1132-9B94A8EE7F3C}"/>
                </a:ext>
              </a:extLst>
            </p:cNvPr>
            <p:cNvSpPr/>
            <p:nvPr/>
          </p:nvSpPr>
          <p:spPr>
            <a:xfrm>
              <a:off x="7037603" y="2204083"/>
              <a:ext cx="133516" cy="26240"/>
            </a:xfrm>
            <a:custGeom>
              <a:avLst/>
              <a:gdLst/>
              <a:ahLst/>
              <a:cxnLst/>
              <a:rect l="l" t="t" r="r" b="b"/>
              <a:pathLst>
                <a:path w="6854" h="1347" extrusionOk="0">
                  <a:moveTo>
                    <a:pt x="94" y="0"/>
                  </a:moveTo>
                  <a:cubicBezTo>
                    <a:pt x="47" y="0"/>
                    <a:pt x="0" y="24"/>
                    <a:pt x="0" y="77"/>
                  </a:cubicBezTo>
                  <a:lnTo>
                    <a:pt x="0" y="1276"/>
                  </a:lnTo>
                  <a:cubicBezTo>
                    <a:pt x="0" y="1323"/>
                    <a:pt x="47" y="1346"/>
                    <a:pt x="94" y="1346"/>
                  </a:cubicBezTo>
                  <a:lnTo>
                    <a:pt x="6783" y="1346"/>
                  </a:lnTo>
                  <a:cubicBezTo>
                    <a:pt x="6830" y="1346"/>
                    <a:pt x="6854" y="1323"/>
                    <a:pt x="6854" y="1276"/>
                  </a:cubicBezTo>
                  <a:lnTo>
                    <a:pt x="6854" y="77"/>
                  </a:lnTo>
                  <a:cubicBezTo>
                    <a:pt x="6854" y="24"/>
                    <a:pt x="6830" y="0"/>
                    <a:pt x="6783" y="0"/>
                  </a:cubicBezTo>
                  <a:close/>
                </a:path>
              </a:pathLst>
            </a:custGeom>
            <a:solidFill>
              <a:srgbClr val="FFE1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3114;p63">
              <a:extLst>
                <a:ext uri="{FF2B5EF4-FFF2-40B4-BE49-F238E27FC236}">
                  <a16:creationId xmlns:a16="http://schemas.microsoft.com/office/drawing/2014/main" id="{C5D0C192-E3C7-D30F-5446-95E895FD7C3D}"/>
                </a:ext>
              </a:extLst>
            </p:cNvPr>
            <p:cNvSpPr/>
            <p:nvPr/>
          </p:nvSpPr>
          <p:spPr>
            <a:xfrm>
              <a:off x="7141567" y="2204083"/>
              <a:ext cx="29551" cy="26240"/>
            </a:xfrm>
            <a:custGeom>
              <a:avLst/>
              <a:gdLst/>
              <a:ahLst/>
              <a:cxnLst/>
              <a:rect l="l" t="t" r="r" b="b"/>
              <a:pathLst>
                <a:path w="1517" h="1347" extrusionOk="0">
                  <a:moveTo>
                    <a:pt x="0" y="0"/>
                  </a:moveTo>
                  <a:lnTo>
                    <a:pt x="0" y="1346"/>
                  </a:lnTo>
                  <a:lnTo>
                    <a:pt x="1446" y="1346"/>
                  </a:lnTo>
                  <a:cubicBezTo>
                    <a:pt x="1493" y="1346"/>
                    <a:pt x="1517" y="1323"/>
                    <a:pt x="1517" y="1276"/>
                  </a:cubicBezTo>
                  <a:lnTo>
                    <a:pt x="1517" y="77"/>
                  </a:lnTo>
                  <a:cubicBezTo>
                    <a:pt x="1517" y="24"/>
                    <a:pt x="1493" y="0"/>
                    <a:pt x="1446" y="0"/>
                  </a:cubicBezTo>
                  <a:close/>
                </a:path>
              </a:pathLst>
            </a:custGeom>
            <a:solidFill>
              <a:srgbClr val="00C7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3115;p63">
              <a:extLst>
                <a:ext uri="{FF2B5EF4-FFF2-40B4-BE49-F238E27FC236}">
                  <a16:creationId xmlns:a16="http://schemas.microsoft.com/office/drawing/2014/main" id="{CC061BB0-D185-AEBC-2BA0-79179199883E}"/>
                </a:ext>
              </a:extLst>
            </p:cNvPr>
            <p:cNvSpPr/>
            <p:nvPr/>
          </p:nvSpPr>
          <p:spPr>
            <a:xfrm>
              <a:off x="7154969" y="2204083"/>
              <a:ext cx="16149" cy="26240"/>
            </a:xfrm>
            <a:custGeom>
              <a:avLst/>
              <a:gdLst/>
              <a:ahLst/>
              <a:cxnLst/>
              <a:rect l="l" t="t" r="r" b="b"/>
              <a:pathLst>
                <a:path w="829" h="1347" extrusionOk="0">
                  <a:moveTo>
                    <a:pt x="0" y="0"/>
                  </a:moveTo>
                  <a:cubicBezTo>
                    <a:pt x="24" y="0"/>
                    <a:pt x="71" y="24"/>
                    <a:pt x="71" y="77"/>
                  </a:cubicBezTo>
                  <a:lnTo>
                    <a:pt x="71" y="1276"/>
                  </a:lnTo>
                  <a:cubicBezTo>
                    <a:pt x="71" y="1323"/>
                    <a:pt x="24" y="1346"/>
                    <a:pt x="0" y="1346"/>
                  </a:cubicBezTo>
                  <a:lnTo>
                    <a:pt x="758" y="1346"/>
                  </a:lnTo>
                  <a:cubicBezTo>
                    <a:pt x="805" y="1346"/>
                    <a:pt x="829" y="1323"/>
                    <a:pt x="829" y="1276"/>
                  </a:cubicBezTo>
                  <a:lnTo>
                    <a:pt x="829" y="77"/>
                  </a:lnTo>
                  <a:cubicBezTo>
                    <a:pt x="829" y="24"/>
                    <a:pt x="805" y="0"/>
                    <a:pt x="758" y="0"/>
                  </a:cubicBezTo>
                  <a:close/>
                </a:path>
              </a:pathLst>
            </a:custGeom>
            <a:solidFill>
              <a:srgbClr val="00C7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3116;p63">
              <a:extLst>
                <a:ext uri="{FF2B5EF4-FFF2-40B4-BE49-F238E27FC236}">
                  <a16:creationId xmlns:a16="http://schemas.microsoft.com/office/drawing/2014/main" id="{D9DF71C0-ECEB-E0E5-613E-5E170310EB0A}"/>
                </a:ext>
              </a:extLst>
            </p:cNvPr>
            <p:cNvSpPr/>
            <p:nvPr/>
          </p:nvSpPr>
          <p:spPr>
            <a:xfrm>
              <a:off x="7143963" y="2302884"/>
              <a:ext cx="41025" cy="40557"/>
            </a:xfrm>
            <a:custGeom>
              <a:avLst/>
              <a:gdLst/>
              <a:ahLst/>
              <a:cxnLst/>
              <a:rect l="l" t="t" r="r" b="b"/>
              <a:pathLst>
                <a:path w="2106" h="2082" extrusionOk="0">
                  <a:moveTo>
                    <a:pt x="1053" y="1"/>
                  </a:moveTo>
                  <a:cubicBezTo>
                    <a:pt x="465" y="1"/>
                    <a:pt x="1" y="465"/>
                    <a:pt x="1" y="1030"/>
                  </a:cubicBezTo>
                  <a:cubicBezTo>
                    <a:pt x="1" y="1617"/>
                    <a:pt x="465" y="2082"/>
                    <a:pt x="1053" y="2082"/>
                  </a:cubicBezTo>
                  <a:cubicBezTo>
                    <a:pt x="1641" y="2082"/>
                    <a:pt x="2105" y="1617"/>
                    <a:pt x="2105" y="1030"/>
                  </a:cubicBezTo>
                  <a:cubicBezTo>
                    <a:pt x="2105" y="465"/>
                    <a:pt x="1641" y="1"/>
                    <a:pt x="1053" y="1"/>
                  </a:cubicBezTo>
                  <a:close/>
                </a:path>
              </a:pathLst>
            </a:custGeom>
            <a:solidFill>
              <a:srgbClr val="FFE1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3117;p63">
              <a:extLst>
                <a:ext uri="{FF2B5EF4-FFF2-40B4-BE49-F238E27FC236}">
                  <a16:creationId xmlns:a16="http://schemas.microsoft.com/office/drawing/2014/main" id="{7DE85E77-45CA-4E4E-9819-00843F9073F7}"/>
                </a:ext>
              </a:extLst>
            </p:cNvPr>
            <p:cNvSpPr/>
            <p:nvPr/>
          </p:nvSpPr>
          <p:spPr>
            <a:xfrm>
              <a:off x="7031876" y="2198355"/>
              <a:ext cx="144970" cy="37694"/>
            </a:xfrm>
            <a:custGeom>
              <a:avLst/>
              <a:gdLst/>
              <a:ahLst/>
              <a:cxnLst/>
              <a:rect l="l" t="t" r="r" b="b"/>
              <a:pathLst>
                <a:path w="7442" h="1935" extrusionOk="0">
                  <a:moveTo>
                    <a:pt x="5337" y="565"/>
                  </a:moveTo>
                  <a:lnTo>
                    <a:pt x="5337" y="1370"/>
                  </a:lnTo>
                  <a:lnTo>
                    <a:pt x="588" y="1370"/>
                  </a:lnTo>
                  <a:lnTo>
                    <a:pt x="588" y="565"/>
                  </a:lnTo>
                  <a:close/>
                  <a:moveTo>
                    <a:pt x="6877" y="565"/>
                  </a:moveTo>
                  <a:lnTo>
                    <a:pt x="6877" y="1370"/>
                  </a:lnTo>
                  <a:lnTo>
                    <a:pt x="5902" y="1370"/>
                  </a:lnTo>
                  <a:lnTo>
                    <a:pt x="5902" y="565"/>
                  </a:lnTo>
                  <a:close/>
                  <a:moveTo>
                    <a:pt x="388" y="1"/>
                  </a:moveTo>
                  <a:cubicBezTo>
                    <a:pt x="171" y="1"/>
                    <a:pt x="0" y="171"/>
                    <a:pt x="0" y="371"/>
                  </a:cubicBezTo>
                  <a:lnTo>
                    <a:pt x="0" y="1570"/>
                  </a:lnTo>
                  <a:cubicBezTo>
                    <a:pt x="0" y="1764"/>
                    <a:pt x="171" y="1934"/>
                    <a:pt x="388" y="1934"/>
                  </a:cubicBezTo>
                  <a:lnTo>
                    <a:pt x="7077" y="1934"/>
                  </a:lnTo>
                  <a:cubicBezTo>
                    <a:pt x="7271" y="1934"/>
                    <a:pt x="7442" y="1764"/>
                    <a:pt x="7442" y="1570"/>
                  </a:cubicBezTo>
                  <a:lnTo>
                    <a:pt x="7442" y="371"/>
                  </a:lnTo>
                  <a:cubicBezTo>
                    <a:pt x="7442" y="171"/>
                    <a:pt x="7271" y="1"/>
                    <a:pt x="7077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3118;p63">
              <a:extLst>
                <a:ext uri="{FF2B5EF4-FFF2-40B4-BE49-F238E27FC236}">
                  <a16:creationId xmlns:a16="http://schemas.microsoft.com/office/drawing/2014/main" id="{87ADC8D7-9147-07D2-5713-293F8D9CAEBE}"/>
                </a:ext>
              </a:extLst>
            </p:cNvPr>
            <p:cNvSpPr/>
            <p:nvPr/>
          </p:nvSpPr>
          <p:spPr>
            <a:xfrm>
              <a:off x="7204545" y="2211758"/>
              <a:ext cx="11006" cy="11006"/>
            </a:xfrm>
            <a:custGeom>
              <a:avLst/>
              <a:gdLst/>
              <a:ahLst/>
              <a:cxnLst/>
              <a:rect l="l" t="t" r="r" b="b"/>
              <a:pathLst>
                <a:path w="565" h="565" extrusionOk="0">
                  <a:moveTo>
                    <a:pt x="271" y="0"/>
                  </a:moveTo>
                  <a:cubicBezTo>
                    <a:pt x="124" y="0"/>
                    <a:pt x="0" y="124"/>
                    <a:pt x="0" y="271"/>
                  </a:cubicBezTo>
                  <a:cubicBezTo>
                    <a:pt x="0" y="441"/>
                    <a:pt x="124" y="564"/>
                    <a:pt x="271" y="564"/>
                  </a:cubicBezTo>
                  <a:cubicBezTo>
                    <a:pt x="441" y="564"/>
                    <a:pt x="564" y="441"/>
                    <a:pt x="564" y="271"/>
                  </a:cubicBezTo>
                  <a:cubicBezTo>
                    <a:pt x="564" y="124"/>
                    <a:pt x="441" y="0"/>
                    <a:pt x="271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3119;p63">
              <a:extLst>
                <a:ext uri="{FF2B5EF4-FFF2-40B4-BE49-F238E27FC236}">
                  <a16:creationId xmlns:a16="http://schemas.microsoft.com/office/drawing/2014/main" id="{65E30B0A-4456-8B39-AD66-739769DBAD9B}"/>
                </a:ext>
              </a:extLst>
            </p:cNvPr>
            <p:cNvSpPr/>
            <p:nvPr/>
          </p:nvSpPr>
          <p:spPr>
            <a:xfrm>
              <a:off x="7229850" y="2211758"/>
              <a:ext cx="11006" cy="11006"/>
            </a:xfrm>
            <a:custGeom>
              <a:avLst/>
              <a:gdLst/>
              <a:ahLst/>
              <a:cxnLst/>
              <a:rect l="l" t="t" r="r" b="b"/>
              <a:pathLst>
                <a:path w="565" h="565" extrusionOk="0">
                  <a:moveTo>
                    <a:pt x="271" y="0"/>
                  </a:moveTo>
                  <a:cubicBezTo>
                    <a:pt x="124" y="0"/>
                    <a:pt x="0" y="124"/>
                    <a:pt x="0" y="271"/>
                  </a:cubicBezTo>
                  <a:cubicBezTo>
                    <a:pt x="0" y="441"/>
                    <a:pt x="124" y="564"/>
                    <a:pt x="271" y="564"/>
                  </a:cubicBezTo>
                  <a:cubicBezTo>
                    <a:pt x="441" y="564"/>
                    <a:pt x="564" y="441"/>
                    <a:pt x="564" y="271"/>
                  </a:cubicBezTo>
                  <a:cubicBezTo>
                    <a:pt x="564" y="124"/>
                    <a:pt x="441" y="0"/>
                    <a:pt x="271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3120;p63">
              <a:extLst>
                <a:ext uri="{FF2B5EF4-FFF2-40B4-BE49-F238E27FC236}">
                  <a16:creationId xmlns:a16="http://schemas.microsoft.com/office/drawing/2014/main" id="{A4930D8C-9D10-F958-D500-037F9DF87A6F}"/>
                </a:ext>
              </a:extLst>
            </p:cNvPr>
            <p:cNvSpPr/>
            <p:nvPr/>
          </p:nvSpPr>
          <p:spPr>
            <a:xfrm>
              <a:off x="7254121" y="2211621"/>
              <a:ext cx="12954" cy="11162"/>
            </a:xfrm>
            <a:custGeom>
              <a:avLst/>
              <a:gdLst/>
              <a:ahLst/>
              <a:cxnLst/>
              <a:rect l="l" t="t" r="r" b="b"/>
              <a:pathLst>
                <a:path w="665" h="573" extrusionOk="0">
                  <a:moveTo>
                    <a:pt x="320" y="1"/>
                  </a:moveTo>
                  <a:cubicBezTo>
                    <a:pt x="211" y="1"/>
                    <a:pt x="111" y="70"/>
                    <a:pt x="77" y="178"/>
                  </a:cubicBezTo>
                  <a:cubicBezTo>
                    <a:pt x="0" y="325"/>
                    <a:pt x="77" y="495"/>
                    <a:pt x="224" y="542"/>
                  </a:cubicBezTo>
                  <a:cubicBezTo>
                    <a:pt x="263" y="563"/>
                    <a:pt x="305" y="572"/>
                    <a:pt x="345" y="572"/>
                  </a:cubicBezTo>
                  <a:cubicBezTo>
                    <a:pt x="454" y="572"/>
                    <a:pt x="554" y="502"/>
                    <a:pt x="588" y="395"/>
                  </a:cubicBezTo>
                  <a:cubicBezTo>
                    <a:pt x="664" y="248"/>
                    <a:pt x="588" y="78"/>
                    <a:pt x="441" y="31"/>
                  </a:cubicBezTo>
                  <a:cubicBezTo>
                    <a:pt x="401" y="10"/>
                    <a:pt x="360" y="1"/>
                    <a:pt x="320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3121;p63">
              <a:extLst>
                <a:ext uri="{FF2B5EF4-FFF2-40B4-BE49-F238E27FC236}">
                  <a16:creationId xmlns:a16="http://schemas.microsoft.com/office/drawing/2014/main" id="{132F3281-73D7-D2E4-78F7-3EC74236F497}"/>
                </a:ext>
              </a:extLst>
            </p:cNvPr>
            <p:cNvSpPr/>
            <p:nvPr/>
          </p:nvSpPr>
          <p:spPr>
            <a:xfrm>
              <a:off x="7279874" y="2211758"/>
              <a:ext cx="11474" cy="11006"/>
            </a:xfrm>
            <a:custGeom>
              <a:avLst/>
              <a:gdLst/>
              <a:ahLst/>
              <a:cxnLst/>
              <a:rect l="l" t="t" r="r" b="b"/>
              <a:pathLst>
                <a:path w="589" h="565" extrusionOk="0">
                  <a:moveTo>
                    <a:pt x="295" y="0"/>
                  </a:moveTo>
                  <a:cubicBezTo>
                    <a:pt x="148" y="0"/>
                    <a:pt x="1" y="124"/>
                    <a:pt x="1" y="271"/>
                  </a:cubicBezTo>
                  <a:cubicBezTo>
                    <a:pt x="1" y="441"/>
                    <a:pt x="148" y="564"/>
                    <a:pt x="295" y="564"/>
                  </a:cubicBezTo>
                  <a:cubicBezTo>
                    <a:pt x="442" y="564"/>
                    <a:pt x="589" y="441"/>
                    <a:pt x="589" y="271"/>
                  </a:cubicBezTo>
                  <a:cubicBezTo>
                    <a:pt x="589" y="124"/>
                    <a:pt x="442" y="0"/>
                    <a:pt x="295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3122;p63">
              <a:extLst>
                <a:ext uri="{FF2B5EF4-FFF2-40B4-BE49-F238E27FC236}">
                  <a16:creationId xmlns:a16="http://schemas.microsoft.com/office/drawing/2014/main" id="{F9FE6AD2-31F9-F82F-F4AA-692EC34455BD}"/>
                </a:ext>
              </a:extLst>
            </p:cNvPr>
            <p:cNvSpPr/>
            <p:nvPr/>
          </p:nvSpPr>
          <p:spPr>
            <a:xfrm>
              <a:off x="7031876" y="1992259"/>
              <a:ext cx="144970" cy="37694"/>
            </a:xfrm>
            <a:custGeom>
              <a:avLst/>
              <a:gdLst/>
              <a:ahLst/>
              <a:cxnLst/>
              <a:rect l="l" t="t" r="r" b="b"/>
              <a:pathLst>
                <a:path w="7442" h="1935" extrusionOk="0">
                  <a:moveTo>
                    <a:pt x="6877" y="588"/>
                  </a:moveTo>
                  <a:lnTo>
                    <a:pt x="6877" y="1370"/>
                  </a:lnTo>
                  <a:lnTo>
                    <a:pt x="5902" y="1370"/>
                  </a:lnTo>
                  <a:lnTo>
                    <a:pt x="5902" y="588"/>
                  </a:lnTo>
                  <a:close/>
                  <a:moveTo>
                    <a:pt x="388" y="0"/>
                  </a:moveTo>
                  <a:cubicBezTo>
                    <a:pt x="171" y="0"/>
                    <a:pt x="0" y="171"/>
                    <a:pt x="0" y="371"/>
                  </a:cubicBezTo>
                  <a:lnTo>
                    <a:pt x="0" y="1570"/>
                  </a:lnTo>
                  <a:cubicBezTo>
                    <a:pt x="0" y="1787"/>
                    <a:pt x="171" y="1934"/>
                    <a:pt x="388" y="1934"/>
                  </a:cubicBezTo>
                  <a:lnTo>
                    <a:pt x="7077" y="1934"/>
                  </a:lnTo>
                  <a:cubicBezTo>
                    <a:pt x="7271" y="1934"/>
                    <a:pt x="7442" y="1787"/>
                    <a:pt x="7442" y="1570"/>
                  </a:cubicBezTo>
                  <a:lnTo>
                    <a:pt x="7442" y="371"/>
                  </a:lnTo>
                  <a:cubicBezTo>
                    <a:pt x="7442" y="171"/>
                    <a:pt x="7271" y="0"/>
                    <a:pt x="7077" y="0"/>
                  </a:cubicBezTo>
                  <a:lnTo>
                    <a:pt x="3380" y="0"/>
                  </a:lnTo>
                  <a:cubicBezTo>
                    <a:pt x="3204" y="0"/>
                    <a:pt x="3086" y="124"/>
                    <a:pt x="3086" y="294"/>
                  </a:cubicBezTo>
                  <a:cubicBezTo>
                    <a:pt x="3086" y="441"/>
                    <a:pt x="3204" y="588"/>
                    <a:pt x="3380" y="588"/>
                  </a:cubicBezTo>
                  <a:lnTo>
                    <a:pt x="5337" y="588"/>
                  </a:lnTo>
                  <a:lnTo>
                    <a:pt x="5337" y="1370"/>
                  </a:lnTo>
                  <a:lnTo>
                    <a:pt x="588" y="1370"/>
                  </a:lnTo>
                  <a:lnTo>
                    <a:pt x="588" y="588"/>
                  </a:lnTo>
                  <a:lnTo>
                    <a:pt x="2058" y="588"/>
                  </a:lnTo>
                  <a:cubicBezTo>
                    <a:pt x="2205" y="588"/>
                    <a:pt x="2322" y="441"/>
                    <a:pt x="2322" y="294"/>
                  </a:cubicBezTo>
                  <a:cubicBezTo>
                    <a:pt x="2322" y="124"/>
                    <a:pt x="2205" y="0"/>
                    <a:pt x="2058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3123;p63">
              <a:extLst>
                <a:ext uri="{FF2B5EF4-FFF2-40B4-BE49-F238E27FC236}">
                  <a16:creationId xmlns:a16="http://schemas.microsoft.com/office/drawing/2014/main" id="{6C218AF6-31F5-3E7E-FCCD-3E857B1EE72B}"/>
                </a:ext>
              </a:extLst>
            </p:cNvPr>
            <p:cNvSpPr/>
            <p:nvPr/>
          </p:nvSpPr>
          <p:spPr>
            <a:xfrm>
              <a:off x="7204545" y="2005661"/>
              <a:ext cx="11006" cy="11006"/>
            </a:xfrm>
            <a:custGeom>
              <a:avLst/>
              <a:gdLst/>
              <a:ahLst/>
              <a:cxnLst/>
              <a:rect l="l" t="t" r="r" b="b"/>
              <a:pathLst>
                <a:path w="565" h="565" extrusionOk="0">
                  <a:moveTo>
                    <a:pt x="271" y="0"/>
                  </a:moveTo>
                  <a:cubicBezTo>
                    <a:pt x="124" y="0"/>
                    <a:pt x="0" y="124"/>
                    <a:pt x="0" y="294"/>
                  </a:cubicBezTo>
                  <a:cubicBezTo>
                    <a:pt x="0" y="441"/>
                    <a:pt x="124" y="564"/>
                    <a:pt x="271" y="564"/>
                  </a:cubicBezTo>
                  <a:cubicBezTo>
                    <a:pt x="441" y="564"/>
                    <a:pt x="564" y="441"/>
                    <a:pt x="564" y="294"/>
                  </a:cubicBezTo>
                  <a:cubicBezTo>
                    <a:pt x="564" y="124"/>
                    <a:pt x="441" y="0"/>
                    <a:pt x="271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3124;p63">
              <a:extLst>
                <a:ext uri="{FF2B5EF4-FFF2-40B4-BE49-F238E27FC236}">
                  <a16:creationId xmlns:a16="http://schemas.microsoft.com/office/drawing/2014/main" id="{3D4888F1-9854-105F-A3B7-8AB2C703FA65}"/>
                </a:ext>
              </a:extLst>
            </p:cNvPr>
            <p:cNvSpPr/>
            <p:nvPr/>
          </p:nvSpPr>
          <p:spPr>
            <a:xfrm>
              <a:off x="7229850" y="2005661"/>
              <a:ext cx="11006" cy="11006"/>
            </a:xfrm>
            <a:custGeom>
              <a:avLst/>
              <a:gdLst/>
              <a:ahLst/>
              <a:cxnLst/>
              <a:rect l="l" t="t" r="r" b="b"/>
              <a:pathLst>
                <a:path w="565" h="565" extrusionOk="0">
                  <a:moveTo>
                    <a:pt x="271" y="0"/>
                  </a:moveTo>
                  <a:cubicBezTo>
                    <a:pt x="124" y="0"/>
                    <a:pt x="0" y="124"/>
                    <a:pt x="0" y="294"/>
                  </a:cubicBezTo>
                  <a:cubicBezTo>
                    <a:pt x="0" y="441"/>
                    <a:pt x="124" y="564"/>
                    <a:pt x="271" y="564"/>
                  </a:cubicBezTo>
                  <a:cubicBezTo>
                    <a:pt x="441" y="564"/>
                    <a:pt x="564" y="441"/>
                    <a:pt x="564" y="294"/>
                  </a:cubicBezTo>
                  <a:cubicBezTo>
                    <a:pt x="564" y="124"/>
                    <a:pt x="441" y="0"/>
                    <a:pt x="271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3125;p63">
              <a:extLst>
                <a:ext uri="{FF2B5EF4-FFF2-40B4-BE49-F238E27FC236}">
                  <a16:creationId xmlns:a16="http://schemas.microsoft.com/office/drawing/2014/main" id="{2A8AAB4F-BD64-C5AD-FD61-917739AB5543}"/>
                </a:ext>
              </a:extLst>
            </p:cNvPr>
            <p:cNvSpPr/>
            <p:nvPr/>
          </p:nvSpPr>
          <p:spPr>
            <a:xfrm>
              <a:off x="7254569" y="2005661"/>
              <a:ext cx="11474" cy="11006"/>
            </a:xfrm>
            <a:custGeom>
              <a:avLst/>
              <a:gdLst/>
              <a:ahLst/>
              <a:cxnLst/>
              <a:rect l="l" t="t" r="r" b="b"/>
              <a:pathLst>
                <a:path w="589" h="565" extrusionOk="0">
                  <a:moveTo>
                    <a:pt x="295" y="0"/>
                  </a:moveTo>
                  <a:cubicBezTo>
                    <a:pt x="148" y="0"/>
                    <a:pt x="1" y="124"/>
                    <a:pt x="1" y="294"/>
                  </a:cubicBezTo>
                  <a:cubicBezTo>
                    <a:pt x="1" y="441"/>
                    <a:pt x="148" y="564"/>
                    <a:pt x="295" y="564"/>
                  </a:cubicBezTo>
                  <a:cubicBezTo>
                    <a:pt x="471" y="564"/>
                    <a:pt x="589" y="441"/>
                    <a:pt x="589" y="294"/>
                  </a:cubicBezTo>
                  <a:cubicBezTo>
                    <a:pt x="589" y="124"/>
                    <a:pt x="471" y="0"/>
                    <a:pt x="295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3126;p63">
              <a:extLst>
                <a:ext uri="{FF2B5EF4-FFF2-40B4-BE49-F238E27FC236}">
                  <a16:creationId xmlns:a16="http://schemas.microsoft.com/office/drawing/2014/main" id="{25FD975E-4DA5-4BFA-6CDA-C6B56FFC9B18}"/>
                </a:ext>
              </a:extLst>
            </p:cNvPr>
            <p:cNvSpPr/>
            <p:nvPr/>
          </p:nvSpPr>
          <p:spPr>
            <a:xfrm>
              <a:off x="7279874" y="2005661"/>
              <a:ext cx="11474" cy="11006"/>
            </a:xfrm>
            <a:custGeom>
              <a:avLst/>
              <a:gdLst/>
              <a:ahLst/>
              <a:cxnLst/>
              <a:rect l="l" t="t" r="r" b="b"/>
              <a:pathLst>
                <a:path w="589" h="565" extrusionOk="0">
                  <a:moveTo>
                    <a:pt x="295" y="0"/>
                  </a:moveTo>
                  <a:cubicBezTo>
                    <a:pt x="148" y="0"/>
                    <a:pt x="1" y="124"/>
                    <a:pt x="1" y="294"/>
                  </a:cubicBezTo>
                  <a:cubicBezTo>
                    <a:pt x="1" y="441"/>
                    <a:pt x="148" y="564"/>
                    <a:pt x="295" y="564"/>
                  </a:cubicBezTo>
                  <a:cubicBezTo>
                    <a:pt x="442" y="564"/>
                    <a:pt x="589" y="441"/>
                    <a:pt x="589" y="294"/>
                  </a:cubicBezTo>
                  <a:cubicBezTo>
                    <a:pt x="589" y="124"/>
                    <a:pt x="442" y="0"/>
                    <a:pt x="295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3127;p63">
              <a:extLst>
                <a:ext uri="{FF2B5EF4-FFF2-40B4-BE49-F238E27FC236}">
                  <a16:creationId xmlns:a16="http://schemas.microsoft.com/office/drawing/2014/main" id="{CB39600B-0CA1-DCE7-89AE-59D8B4305FEE}"/>
                </a:ext>
              </a:extLst>
            </p:cNvPr>
            <p:cNvSpPr/>
            <p:nvPr/>
          </p:nvSpPr>
          <p:spPr>
            <a:xfrm>
              <a:off x="7031876" y="2095307"/>
              <a:ext cx="144970" cy="37694"/>
            </a:xfrm>
            <a:custGeom>
              <a:avLst/>
              <a:gdLst/>
              <a:ahLst/>
              <a:cxnLst/>
              <a:rect l="l" t="t" r="r" b="b"/>
              <a:pathLst>
                <a:path w="7442" h="1935" extrusionOk="0">
                  <a:moveTo>
                    <a:pt x="5337" y="565"/>
                  </a:moveTo>
                  <a:lnTo>
                    <a:pt x="5337" y="1370"/>
                  </a:lnTo>
                  <a:lnTo>
                    <a:pt x="588" y="1370"/>
                  </a:lnTo>
                  <a:lnTo>
                    <a:pt x="588" y="565"/>
                  </a:lnTo>
                  <a:close/>
                  <a:moveTo>
                    <a:pt x="6877" y="565"/>
                  </a:moveTo>
                  <a:lnTo>
                    <a:pt x="6877" y="1370"/>
                  </a:lnTo>
                  <a:lnTo>
                    <a:pt x="5902" y="1370"/>
                  </a:lnTo>
                  <a:lnTo>
                    <a:pt x="5902" y="565"/>
                  </a:lnTo>
                  <a:close/>
                  <a:moveTo>
                    <a:pt x="388" y="0"/>
                  </a:moveTo>
                  <a:cubicBezTo>
                    <a:pt x="171" y="0"/>
                    <a:pt x="0" y="171"/>
                    <a:pt x="0" y="371"/>
                  </a:cubicBezTo>
                  <a:lnTo>
                    <a:pt x="0" y="1570"/>
                  </a:lnTo>
                  <a:cubicBezTo>
                    <a:pt x="0" y="1764"/>
                    <a:pt x="171" y="1934"/>
                    <a:pt x="388" y="1934"/>
                  </a:cubicBezTo>
                  <a:lnTo>
                    <a:pt x="7077" y="1934"/>
                  </a:lnTo>
                  <a:cubicBezTo>
                    <a:pt x="7271" y="1934"/>
                    <a:pt x="7442" y="1764"/>
                    <a:pt x="7442" y="1570"/>
                  </a:cubicBezTo>
                  <a:lnTo>
                    <a:pt x="7442" y="371"/>
                  </a:lnTo>
                  <a:cubicBezTo>
                    <a:pt x="7442" y="171"/>
                    <a:pt x="7271" y="0"/>
                    <a:pt x="7077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2" name="Google Shape;3128;p63">
              <a:extLst>
                <a:ext uri="{FF2B5EF4-FFF2-40B4-BE49-F238E27FC236}">
                  <a16:creationId xmlns:a16="http://schemas.microsoft.com/office/drawing/2014/main" id="{FEDB7794-1454-9E91-EE20-EFF9E35C819B}"/>
                </a:ext>
              </a:extLst>
            </p:cNvPr>
            <p:cNvSpPr/>
            <p:nvPr/>
          </p:nvSpPr>
          <p:spPr>
            <a:xfrm>
              <a:off x="7204545" y="2108709"/>
              <a:ext cx="11006" cy="11006"/>
            </a:xfrm>
            <a:custGeom>
              <a:avLst/>
              <a:gdLst/>
              <a:ahLst/>
              <a:cxnLst/>
              <a:rect l="l" t="t" r="r" b="b"/>
              <a:pathLst>
                <a:path w="565" h="565" extrusionOk="0">
                  <a:moveTo>
                    <a:pt x="271" y="0"/>
                  </a:moveTo>
                  <a:cubicBezTo>
                    <a:pt x="124" y="0"/>
                    <a:pt x="0" y="124"/>
                    <a:pt x="0" y="294"/>
                  </a:cubicBezTo>
                  <a:cubicBezTo>
                    <a:pt x="0" y="441"/>
                    <a:pt x="124" y="564"/>
                    <a:pt x="271" y="564"/>
                  </a:cubicBezTo>
                  <a:cubicBezTo>
                    <a:pt x="441" y="564"/>
                    <a:pt x="564" y="441"/>
                    <a:pt x="564" y="294"/>
                  </a:cubicBezTo>
                  <a:cubicBezTo>
                    <a:pt x="564" y="124"/>
                    <a:pt x="441" y="0"/>
                    <a:pt x="271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3" name="Google Shape;3129;p63">
              <a:extLst>
                <a:ext uri="{FF2B5EF4-FFF2-40B4-BE49-F238E27FC236}">
                  <a16:creationId xmlns:a16="http://schemas.microsoft.com/office/drawing/2014/main" id="{7FBC9688-28EE-4F1D-654B-9533EB7C449B}"/>
                </a:ext>
              </a:extLst>
            </p:cNvPr>
            <p:cNvSpPr/>
            <p:nvPr/>
          </p:nvSpPr>
          <p:spPr>
            <a:xfrm>
              <a:off x="7229850" y="2108709"/>
              <a:ext cx="11006" cy="11006"/>
            </a:xfrm>
            <a:custGeom>
              <a:avLst/>
              <a:gdLst/>
              <a:ahLst/>
              <a:cxnLst/>
              <a:rect l="l" t="t" r="r" b="b"/>
              <a:pathLst>
                <a:path w="565" h="565" extrusionOk="0">
                  <a:moveTo>
                    <a:pt x="271" y="0"/>
                  </a:moveTo>
                  <a:cubicBezTo>
                    <a:pt x="124" y="0"/>
                    <a:pt x="0" y="124"/>
                    <a:pt x="0" y="294"/>
                  </a:cubicBezTo>
                  <a:cubicBezTo>
                    <a:pt x="0" y="441"/>
                    <a:pt x="124" y="564"/>
                    <a:pt x="271" y="564"/>
                  </a:cubicBezTo>
                  <a:cubicBezTo>
                    <a:pt x="441" y="564"/>
                    <a:pt x="564" y="441"/>
                    <a:pt x="564" y="294"/>
                  </a:cubicBezTo>
                  <a:cubicBezTo>
                    <a:pt x="564" y="124"/>
                    <a:pt x="441" y="0"/>
                    <a:pt x="271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4" name="Google Shape;3130;p63">
              <a:extLst>
                <a:ext uri="{FF2B5EF4-FFF2-40B4-BE49-F238E27FC236}">
                  <a16:creationId xmlns:a16="http://schemas.microsoft.com/office/drawing/2014/main" id="{A2153DDA-90B0-081C-6468-4DC26DF59137}"/>
                </a:ext>
              </a:extLst>
            </p:cNvPr>
            <p:cNvSpPr/>
            <p:nvPr/>
          </p:nvSpPr>
          <p:spPr>
            <a:xfrm>
              <a:off x="7254569" y="2108709"/>
              <a:ext cx="11474" cy="11006"/>
            </a:xfrm>
            <a:custGeom>
              <a:avLst/>
              <a:gdLst/>
              <a:ahLst/>
              <a:cxnLst/>
              <a:rect l="l" t="t" r="r" b="b"/>
              <a:pathLst>
                <a:path w="589" h="565" extrusionOk="0">
                  <a:moveTo>
                    <a:pt x="295" y="0"/>
                  </a:moveTo>
                  <a:cubicBezTo>
                    <a:pt x="148" y="0"/>
                    <a:pt x="1" y="124"/>
                    <a:pt x="1" y="294"/>
                  </a:cubicBezTo>
                  <a:cubicBezTo>
                    <a:pt x="1" y="441"/>
                    <a:pt x="148" y="564"/>
                    <a:pt x="295" y="564"/>
                  </a:cubicBezTo>
                  <a:cubicBezTo>
                    <a:pt x="471" y="564"/>
                    <a:pt x="589" y="441"/>
                    <a:pt x="589" y="294"/>
                  </a:cubicBezTo>
                  <a:cubicBezTo>
                    <a:pt x="589" y="124"/>
                    <a:pt x="471" y="0"/>
                    <a:pt x="295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5" name="Google Shape;3131;p63">
              <a:extLst>
                <a:ext uri="{FF2B5EF4-FFF2-40B4-BE49-F238E27FC236}">
                  <a16:creationId xmlns:a16="http://schemas.microsoft.com/office/drawing/2014/main" id="{322EF545-356E-67FD-9B40-6ED9475512C9}"/>
                </a:ext>
              </a:extLst>
            </p:cNvPr>
            <p:cNvSpPr/>
            <p:nvPr/>
          </p:nvSpPr>
          <p:spPr>
            <a:xfrm>
              <a:off x="7279874" y="2108709"/>
              <a:ext cx="11474" cy="11006"/>
            </a:xfrm>
            <a:custGeom>
              <a:avLst/>
              <a:gdLst/>
              <a:ahLst/>
              <a:cxnLst/>
              <a:rect l="l" t="t" r="r" b="b"/>
              <a:pathLst>
                <a:path w="589" h="565" extrusionOk="0">
                  <a:moveTo>
                    <a:pt x="295" y="0"/>
                  </a:moveTo>
                  <a:cubicBezTo>
                    <a:pt x="148" y="0"/>
                    <a:pt x="1" y="124"/>
                    <a:pt x="1" y="294"/>
                  </a:cubicBezTo>
                  <a:cubicBezTo>
                    <a:pt x="1" y="441"/>
                    <a:pt x="148" y="564"/>
                    <a:pt x="295" y="564"/>
                  </a:cubicBezTo>
                  <a:cubicBezTo>
                    <a:pt x="442" y="564"/>
                    <a:pt x="589" y="441"/>
                    <a:pt x="589" y="294"/>
                  </a:cubicBezTo>
                  <a:cubicBezTo>
                    <a:pt x="589" y="124"/>
                    <a:pt x="442" y="0"/>
                    <a:pt x="295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6" name="Google Shape;3132;p63">
              <a:extLst>
                <a:ext uri="{FF2B5EF4-FFF2-40B4-BE49-F238E27FC236}">
                  <a16:creationId xmlns:a16="http://schemas.microsoft.com/office/drawing/2014/main" id="{58D0894E-5048-D4F3-62DC-4DD4CBBCC396}"/>
                </a:ext>
              </a:extLst>
            </p:cNvPr>
            <p:cNvSpPr/>
            <p:nvPr/>
          </p:nvSpPr>
          <p:spPr>
            <a:xfrm>
              <a:off x="6974625" y="1969818"/>
              <a:ext cx="379704" cy="379354"/>
            </a:xfrm>
            <a:custGeom>
              <a:avLst/>
              <a:gdLst/>
              <a:ahLst/>
              <a:cxnLst/>
              <a:rect l="l" t="t" r="r" b="b"/>
              <a:pathLst>
                <a:path w="19492" h="19474" extrusionOk="0">
                  <a:moveTo>
                    <a:pt x="18927" y="565"/>
                  </a:moveTo>
                  <a:lnTo>
                    <a:pt x="18927" y="3698"/>
                  </a:lnTo>
                  <a:lnTo>
                    <a:pt x="559" y="3698"/>
                  </a:lnTo>
                  <a:lnTo>
                    <a:pt x="559" y="565"/>
                  </a:lnTo>
                  <a:close/>
                  <a:moveTo>
                    <a:pt x="9963" y="4262"/>
                  </a:moveTo>
                  <a:lnTo>
                    <a:pt x="9963" y="5267"/>
                  </a:lnTo>
                  <a:lnTo>
                    <a:pt x="9499" y="5267"/>
                  </a:lnTo>
                  <a:lnTo>
                    <a:pt x="9499" y="4262"/>
                  </a:lnTo>
                  <a:close/>
                  <a:moveTo>
                    <a:pt x="18927" y="5855"/>
                  </a:moveTo>
                  <a:lnTo>
                    <a:pt x="18927" y="8964"/>
                  </a:lnTo>
                  <a:lnTo>
                    <a:pt x="559" y="8964"/>
                  </a:lnTo>
                  <a:lnTo>
                    <a:pt x="559" y="5855"/>
                  </a:lnTo>
                  <a:close/>
                  <a:moveTo>
                    <a:pt x="9963" y="9552"/>
                  </a:moveTo>
                  <a:lnTo>
                    <a:pt x="9963" y="10557"/>
                  </a:lnTo>
                  <a:lnTo>
                    <a:pt x="9499" y="10557"/>
                  </a:lnTo>
                  <a:lnTo>
                    <a:pt x="9499" y="9552"/>
                  </a:lnTo>
                  <a:close/>
                  <a:moveTo>
                    <a:pt x="9963" y="14842"/>
                  </a:moveTo>
                  <a:lnTo>
                    <a:pt x="9963" y="16829"/>
                  </a:lnTo>
                  <a:cubicBezTo>
                    <a:pt x="9893" y="16805"/>
                    <a:pt x="9816" y="16805"/>
                    <a:pt x="9746" y="16805"/>
                  </a:cubicBezTo>
                  <a:cubicBezTo>
                    <a:pt x="9670" y="16805"/>
                    <a:pt x="9575" y="16805"/>
                    <a:pt x="9499" y="16829"/>
                  </a:cubicBezTo>
                  <a:lnTo>
                    <a:pt x="9499" y="14842"/>
                  </a:lnTo>
                  <a:close/>
                  <a:moveTo>
                    <a:pt x="8423" y="17928"/>
                  </a:moveTo>
                  <a:cubicBezTo>
                    <a:pt x="8423" y="17981"/>
                    <a:pt x="8400" y="18051"/>
                    <a:pt x="8400" y="18128"/>
                  </a:cubicBezTo>
                  <a:cubicBezTo>
                    <a:pt x="8400" y="18198"/>
                    <a:pt x="8423" y="18275"/>
                    <a:pt x="8423" y="18345"/>
                  </a:cubicBezTo>
                  <a:lnTo>
                    <a:pt x="4015" y="18345"/>
                  </a:lnTo>
                  <a:lnTo>
                    <a:pt x="4015" y="17928"/>
                  </a:lnTo>
                  <a:close/>
                  <a:moveTo>
                    <a:pt x="15453" y="17928"/>
                  </a:moveTo>
                  <a:lnTo>
                    <a:pt x="15453" y="18345"/>
                  </a:lnTo>
                  <a:lnTo>
                    <a:pt x="11068" y="18345"/>
                  </a:lnTo>
                  <a:lnTo>
                    <a:pt x="11068" y="18128"/>
                  </a:lnTo>
                  <a:lnTo>
                    <a:pt x="11068" y="17928"/>
                  </a:lnTo>
                  <a:close/>
                  <a:moveTo>
                    <a:pt x="9746" y="17363"/>
                  </a:moveTo>
                  <a:cubicBezTo>
                    <a:pt x="10163" y="17363"/>
                    <a:pt x="10504" y="17710"/>
                    <a:pt x="10504" y="18128"/>
                  </a:cubicBezTo>
                  <a:cubicBezTo>
                    <a:pt x="10504" y="18539"/>
                    <a:pt x="10163" y="18886"/>
                    <a:pt x="9746" y="18886"/>
                  </a:cubicBezTo>
                  <a:cubicBezTo>
                    <a:pt x="9329" y="18886"/>
                    <a:pt x="8988" y="18539"/>
                    <a:pt x="8988" y="18128"/>
                  </a:cubicBezTo>
                  <a:cubicBezTo>
                    <a:pt x="8988" y="17710"/>
                    <a:pt x="9329" y="17363"/>
                    <a:pt x="9746" y="17363"/>
                  </a:cubicBezTo>
                  <a:close/>
                  <a:moveTo>
                    <a:pt x="535" y="0"/>
                  </a:moveTo>
                  <a:cubicBezTo>
                    <a:pt x="242" y="0"/>
                    <a:pt x="1" y="224"/>
                    <a:pt x="1" y="518"/>
                  </a:cubicBezTo>
                  <a:lnTo>
                    <a:pt x="1" y="3727"/>
                  </a:lnTo>
                  <a:cubicBezTo>
                    <a:pt x="1" y="4021"/>
                    <a:pt x="242" y="4262"/>
                    <a:pt x="535" y="4262"/>
                  </a:cubicBezTo>
                  <a:lnTo>
                    <a:pt x="8935" y="4262"/>
                  </a:lnTo>
                  <a:lnTo>
                    <a:pt x="8935" y="5267"/>
                  </a:lnTo>
                  <a:lnTo>
                    <a:pt x="535" y="5267"/>
                  </a:lnTo>
                  <a:cubicBezTo>
                    <a:pt x="242" y="5267"/>
                    <a:pt x="1" y="5514"/>
                    <a:pt x="1" y="5808"/>
                  </a:cubicBezTo>
                  <a:lnTo>
                    <a:pt x="1" y="9017"/>
                  </a:lnTo>
                  <a:cubicBezTo>
                    <a:pt x="1" y="9311"/>
                    <a:pt x="242" y="9552"/>
                    <a:pt x="535" y="9552"/>
                  </a:cubicBezTo>
                  <a:lnTo>
                    <a:pt x="8935" y="9552"/>
                  </a:lnTo>
                  <a:lnTo>
                    <a:pt x="8935" y="10557"/>
                  </a:lnTo>
                  <a:lnTo>
                    <a:pt x="535" y="10557"/>
                  </a:lnTo>
                  <a:cubicBezTo>
                    <a:pt x="242" y="10557"/>
                    <a:pt x="1" y="10804"/>
                    <a:pt x="1" y="11098"/>
                  </a:cubicBezTo>
                  <a:lnTo>
                    <a:pt x="1" y="14307"/>
                  </a:lnTo>
                  <a:cubicBezTo>
                    <a:pt x="1" y="14601"/>
                    <a:pt x="242" y="14842"/>
                    <a:pt x="535" y="14842"/>
                  </a:cubicBezTo>
                  <a:lnTo>
                    <a:pt x="8935" y="14842"/>
                  </a:lnTo>
                  <a:lnTo>
                    <a:pt x="8935" y="17070"/>
                  </a:lnTo>
                  <a:cubicBezTo>
                    <a:pt x="8841" y="17146"/>
                    <a:pt x="8741" y="17246"/>
                    <a:pt x="8670" y="17340"/>
                  </a:cubicBezTo>
                  <a:lnTo>
                    <a:pt x="3868" y="17340"/>
                  </a:lnTo>
                  <a:cubicBezTo>
                    <a:pt x="3645" y="17340"/>
                    <a:pt x="3451" y="17540"/>
                    <a:pt x="3451" y="17757"/>
                  </a:cubicBezTo>
                  <a:lnTo>
                    <a:pt x="3451" y="18492"/>
                  </a:lnTo>
                  <a:cubicBezTo>
                    <a:pt x="3451" y="18739"/>
                    <a:pt x="3645" y="18909"/>
                    <a:pt x="3868" y="18909"/>
                  </a:cubicBezTo>
                  <a:lnTo>
                    <a:pt x="8670" y="18909"/>
                  </a:lnTo>
                  <a:cubicBezTo>
                    <a:pt x="8911" y="19250"/>
                    <a:pt x="9305" y="19474"/>
                    <a:pt x="9746" y="19474"/>
                  </a:cubicBezTo>
                  <a:cubicBezTo>
                    <a:pt x="10187" y="19474"/>
                    <a:pt x="10581" y="19250"/>
                    <a:pt x="10822" y="18909"/>
                  </a:cubicBezTo>
                  <a:lnTo>
                    <a:pt x="15624" y="18909"/>
                  </a:lnTo>
                  <a:cubicBezTo>
                    <a:pt x="15841" y="18909"/>
                    <a:pt x="16041" y="18739"/>
                    <a:pt x="16041" y="18492"/>
                  </a:cubicBezTo>
                  <a:lnTo>
                    <a:pt x="16041" y="17757"/>
                  </a:lnTo>
                  <a:cubicBezTo>
                    <a:pt x="16041" y="17540"/>
                    <a:pt x="15841" y="17340"/>
                    <a:pt x="15624" y="17340"/>
                  </a:cubicBezTo>
                  <a:lnTo>
                    <a:pt x="10822" y="17340"/>
                  </a:lnTo>
                  <a:cubicBezTo>
                    <a:pt x="10751" y="17246"/>
                    <a:pt x="10651" y="17146"/>
                    <a:pt x="10551" y="17070"/>
                  </a:cubicBezTo>
                  <a:lnTo>
                    <a:pt x="10551" y="14842"/>
                  </a:lnTo>
                  <a:lnTo>
                    <a:pt x="18956" y="14842"/>
                  </a:lnTo>
                  <a:cubicBezTo>
                    <a:pt x="19250" y="14842"/>
                    <a:pt x="19491" y="14601"/>
                    <a:pt x="19491" y="14307"/>
                  </a:cubicBezTo>
                  <a:lnTo>
                    <a:pt x="19491" y="11098"/>
                  </a:lnTo>
                  <a:cubicBezTo>
                    <a:pt x="19491" y="10804"/>
                    <a:pt x="19250" y="10557"/>
                    <a:pt x="18956" y="10557"/>
                  </a:cubicBezTo>
                  <a:lnTo>
                    <a:pt x="15012" y="10557"/>
                  </a:lnTo>
                  <a:cubicBezTo>
                    <a:pt x="14866" y="10557"/>
                    <a:pt x="14719" y="10680"/>
                    <a:pt x="14719" y="10851"/>
                  </a:cubicBezTo>
                  <a:cubicBezTo>
                    <a:pt x="14719" y="10998"/>
                    <a:pt x="14866" y="11121"/>
                    <a:pt x="15012" y="11121"/>
                  </a:cubicBezTo>
                  <a:lnTo>
                    <a:pt x="18927" y="11121"/>
                  </a:lnTo>
                  <a:lnTo>
                    <a:pt x="18927" y="14254"/>
                  </a:lnTo>
                  <a:lnTo>
                    <a:pt x="559" y="14254"/>
                  </a:lnTo>
                  <a:lnTo>
                    <a:pt x="559" y="11121"/>
                  </a:lnTo>
                  <a:lnTo>
                    <a:pt x="13690" y="11121"/>
                  </a:lnTo>
                  <a:cubicBezTo>
                    <a:pt x="13860" y="11121"/>
                    <a:pt x="13984" y="10998"/>
                    <a:pt x="13984" y="10851"/>
                  </a:cubicBezTo>
                  <a:cubicBezTo>
                    <a:pt x="13984" y="10680"/>
                    <a:pt x="13860" y="10557"/>
                    <a:pt x="13690" y="10557"/>
                  </a:cubicBezTo>
                  <a:lnTo>
                    <a:pt x="10551" y="10557"/>
                  </a:lnTo>
                  <a:lnTo>
                    <a:pt x="10551" y="9552"/>
                  </a:lnTo>
                  <a:lnTo>
                    <a:pt x="18956" y="9552"/>
                  </a:lnTo>
                  <a:cubicBezTo>
                    <a:pt x="19250" y="9552"/>
                    <a:pt x="19491" y="9311"/>
                    <a:pt x="19491" y="9017"/>
                  </a:cubicBezTo>
                  <a:lnTo>
                    <a:pt x="19491" y="5808"/>
                  </a:lnTo>
                  <a:cubicBezTo>
                    <a:pt x="19491" y="5514"/>
                    <a:pt x="19250" y="5267"/>
                    <a:pt x="18956" y="5267"/>
                  </a:cubicBezTo>
                  <a:lnTo>
                    <a:pt x="10551" y="5267"/>
                  </a:lnTo>
                  <a:lnTo>
                    <a:pt x="10551" y="4262"/>
                  </a:lnTo>
                  <a:lnTo>
                    <a:pt x="18956" y="4262"/>
                  </a:lnTo>
                  <a:cubicBezTo>
                    <a:pt x="19250" y="4262"/>
                    <a:pt x="19491" y="4021"/>
                    <a:pt x="19491" y="3727"/>
                  </a:cubicBezTo>
                  <a:lnTo>
                    <a:pt x="19491" y="518"/>
                  </a:lnTo>
                  <a:cubicBezTo>
                    <a:pt x="19491" y="224"/>
                    <a:pt x="19250" y="0"/>
                    <a:pt x="18956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39" name="Google Shape;1380;p39">
            <a:extLst>
              <a:ext uri="{FF2B5EF4-FFF2-40B4-BE49-F238E27FC236}">
                <a16:creationId xmlns:a16="http://schemas.microsoft.com/office/drawing/2014/main" id="{83DCBF84-57CD-530F-E092-DED063C43303}"/>
              </a:ext>
            </a:extLst>
          </p:cNvPr>
          <p:cNvGrpSpPr/>
          <p:nvPr/>
        </p:nvGrpSpPr>
        <p:grpSpPr>
          <a:xfrm>
            <a:off x="7179566" y="2479001"/>
            <a:ext cx="379802" cy="291070"/>
            <a:chOff x="2365483" y="2837605"/>
            <a:chExt cx="379802" cy="291070"/>
          </a:xfrm>
        </p:grpSpPr>
        <p:sp>
          <p:nvSpPr>
            <p:cNvPr id="2440" name="Google Shape;1381;p39">
              <a:extLst>
                <a:ext uri="{FF2B5EF4-FFF2-40B4-BE49-F238E27FC236}">
                  <a16:creationId xmlns:a16="http://schemas.microsoft.com/office/drawing/2014/main" id="{9C138A73-1165-EABA-BF4F-C84DC58A9DBA}"/>
                </a:ext>
              </a:extLst>
            </p:cNvPr>
            <p:cNvSpPr/>
            <p:nvPr/>
          </p:nvSpPr>
          <p:spPr>
            <a:xfrm>
              <a:off x="2371191" y="3071870"/>
              <a:ext cx="368834" cy="51077"/>
            </a:xfrm>
            <a:custGeom>
              <a:avLst/>
              <a:gdLst/>
              <a:ahLst/>
              <a:cxnLst/>
              <a:rect l="l" t="t" r="r" b="b"/>
              <a:pathLst>
                <a:path w="18934" h="2622" extrusionOk="0">
                  <a:moveTo>
                    <a:pt x="471" y="0"/>
                  </a:moveTo>
                  <a:cubicBezTo>
                    <a:pt x="224" y="0"/>
                    <a:pt x="1" y="224"/>
                    <a:pt x="1" y="494"/>
                  </a:cubicBezTo>
                  <a:cubicBezTo>
                    <a:pt x="1" y="1670"/>
                    <a:pt x="959" y="2622"/>
                    <a:pt x="2135" y="2622"/>
                  </a:cubicBezTo>
                  <a:lnTo>
                    <a:pt x="16782" y="2622"/>
                  </a:lnTo>
                  <a:cubicBezTo>
                    <a:pt x="17981" y="2622"/>
                    <a:pt x="18933" y="1670"/>
                    <a:pt x="18933" y="494"/>
                  </a:cubicBezTo>
                  <a:cubicBezTo>
                    <a:pt x="18933" y="224"/>
                    <a:pt x="18716" y="0"/>
                    <a:pt x="18446" y="0"/>
                  </a:cubicBezTo>
                  <a:close/>
                </a:path>
              </a:pathLst>
            </a:custGeom>
            <a:solidFill>
              <a:srgbClr val="866A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1" name="Google Shape;1382;p39">
              <a:extLst>
                <a:ext uri="{FF2B5EF4-FFF2-40B4-BE49-F238E27FC236}">
                  <a16:creationId xmlns:a16="http://schemas.microsoft.com/office/drawing/2014/main" id="{C557EA37-2FC6-BD26-0A34-337CC3382FBA}"/>
                </a:ext>
              </a:extLst>
            </p:cNvPr>
            <p:cNvSpPr/>
            <p:nvPr/>
          </p:nvSpPr>
          <p:spPr>
            <a:xfrm>
              <a:off x="2680355" y="3071870"/>
              <a:ext cx="59667" cy="51077"/>
            </a:xfrm>
            <a:custGeom>
              <a:avLst/>
              <a:gdLst/>
              <a:ahLst/>
              <a:cxnLst/>
              <a:rect l="l" t="t" r="r" b="b"/>
              <a:pathLst>
                <a:path w="3063" h="2622" extrusionOk="0">
                  <a:moveTo>
                    <a:pt x="1669" y="0"/>
                  </a:moveTo>
                  <a:cubicBezTo>
                    <a:pt x="1940" y="0"/>
                    <a:pt x="2157" y="224"/>
                    <a:pt x="2157" y="494"/>
                  </a:cubicBezTo>
                  <a:cubicBezTo>
                    <a:pt x="2157" y="1082"/>
                    <a:pt x="1910" y="1617"/>
                    <a:pt x="1522" y="1987"/>
                  </a:cubicBezTo>
                  <a:cubicBezTo>
                    <a:pt x="1129" y="2375"/>
                    <a:pt x="588" y="2622"/>
                    <a:pt x="0" y="2622"/>
                  </a:cubicBezTo>
                  <a:lnTo>
                    <a:pt x="911" y="2622"/>
                  </a:lnTo>
                  <a:cubicBezTo>
                    <a:pt x="1499" y="2622"/>
                    <a:pt x="2034" y="2375"/>
                    <a:pt x="2428" y="1987"/>
                  </a:cubicBezTo>
                  <a:cubicBezTo>
                    <a:pt x="2821" y="1617"/>
                    <a:pt x="3062" y="1082"/>
                    <a:pt x="3062" y="494"/>
                  </a:cubicBezTo>
                  <a:cubicBezTo>
                    <a:pt x="3062" y="224"/>
                    <a:pt x="2845" y="0"/>
                    <a:pt x="2575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2" name="Google Shape;1383;p39">
              <a:extLst>
                <a:ext uri="{FF2B5EF4-FFF2-40B4-BE49-F238E27FC236}">
                  <a16:creationId xmlns:a16="http://schemas.microsoft.com/office/drawing/2014/main" id="{805C3067-BE36-0DD8-7867-3344DB2E071F}"/>
                </a:ext>
              </a:extLst>
            </p:cNvPr>
            <p:cNvSpPr/>
            <p:nvPr/>
          </p:nvSpPr>
          <p:spPr>
            <a:xfrm>
              <a:off x="2392268" y="2843333"/>
              <a:ext cx="326348" cy="228559"/>
            </a:xfrm>
            <a:custGeom>
              <a:avLst/>
              <a:gdLst/>
              <a:ahLst/>
              <a:cxnLst/>
              <a:rect l="l" t="t" r="r" b="b"/>
              <a:pathLst>
                <a:path w="16753" h="11733" extrusionOk="0">
                  <a:moveTo>
                    <a:pt x="859" y="0"/>
                  </a:moveTo>
                  <a:cubicBezTo>
                    <a:pt x="388" y="0"/>
                    <a:pt x="0" y="371"/>
                    <a:pt x="0" y="858"/>
                  </a:cubicBezTo>
                  <a:lnTo>
                    <a:pt x="0" y="10874"/>
                  </a:lnTo>
                  <a:cubicBezTo>
                    <a:pt x="0" y="11368"/>
                    <a:pt x="388" y="11732"/>
                    <a:pt x="859" y="11732"/>
                  </a:cubicBezTo>
                  <a:lnTo>
                    <a:pt x="15894" y="11732"/>
                  </a:lnTo>
                  <a:cubicBezTo>
                    <a:pt x="16382" y="11732"/>
                    <a:pt x="16752" y="11368"/>
                    <a:pt x="16752" y="10874"/>
                  </a:cubicBezTo>
                  <a:lnTo>
                    <a:pt x="16752" y="858"/>
                  </a:lnTo>
                  <a:cubicBezTo>
                    <a:pt x="16752" y="371"/>
                    <a:pt x="16382" y="0"/>
                    <a:pt x="15894" y="0"/>
                  </a:cubicBez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3" name="Google Shape;1384;p39">
              <a:extLst>
                <a:ext uri="{FF2B5EF4-FFF2-40B4-BE49-F238E27FC236}">
                  <a16:creationId xmlns:a16="http://schemas.microsoft.com/office/drawing/2014/main" id="{F5BEB049-A174-C018-817E-6BFFB267CE4F}"/>
                </a:ext>
              </a:extLst>
            </p:cNvPr>
            <p:cNvSpPr/>
            <p:nvPr/>
          </p:nvSpPr>
          <p:spPr>
            <a:xfrm>
              <a:off x="2687095" y="2843333"/>
              <a:ext cx="31519" cy="228559"/>
            </a:xfrm>
            <a:custGeom>
              <a:avLst/>
              <a:gdLst/>
              <a:ahLst/>
              <a:cxnLst/>
              <a:rect l="l" t="t" r="r" b="b"/>
              <a:pathLst>
                <a:path w="1618" h="11733" extrusionOk="0">
                  <a:moveTo>
                    <a:pt x="1" y="0"/>
                  </a:moveTo>
                  <a:cubicBezTo>
                    <a:pt x="465" y="0"/>
                    <a:pt x="859" y="371"/>
                    <a:pt x="859" y="858"/>
                  </a:cubicBezTo>
                  <a:lnTo>
                    <a:pt x="859" y="10874"/>
                  </a:lnTo>
                  <a:cubicBezTo>
                    <a:pt x="859" y="11368"/>
                    <a:pt x="465" y="11732"/>
                    <a:pt x="1" y="11732"/>
                  </a:cubicBezTo>
                  <a:lnTo>
                    <a:pt x="759" y="11732"/>
                  </a:lnTo>
                  <a:cubicBezTo>
                    <a:pt x="1247" y="11732"/>
                    <a:pt x="1617" y="11368"/>
                    <a:pt x="1617" y="10874"/>
                  </a:cubicBezTo>
                  <a:lnTo>
                    <a:pt x="1617" y="858"/>
                  </a:lnTo>
                  <a:cubicBezTo>
                    <a:pt x="1617" y="371"/>
                    <a:pt x="1247" y="0"/>
                    <a:pt x="759" y="0"/>
                  </a:cubicBezTo>
                  <a:close/>
                </a:path>
              </a:pathLst>
            </a:custGeom>
            <a:solidFill>
              <a:srgbClr val="866A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4" name="Google Shape;1385;p39">
              <a:extLst>
                <a:ext uri="{FF2B5EF4-FFF2-40B4-BE49-F238E27FC236}">
                  <a16:creationId xmlns:a16="http://schemas.microsoft.com/office/drawing/2014/main" id="{41BA140D-3501-090F-3F63-55E5FFFE1F27}"/>
                </a:ext>
              </a:extLst>
            </p:cNvPr>
            <p:cNvSpPr/>
            <p:nvPr/>
          </p:nvSpPr>
          <p:spPr>
            <a:xfrm>
              <a:off x="2416092" y="2863358"/>
              <a:ext cx="278583" cy="188488"/>
            </a:xfrm>
            <a:custGeom>
              <a:avLst/>
              <a:gdLst/>
              <a:ahLst/>
              <a:cxnLst/>
              <a:rect l="l" t="t" r="r" b="b"/>
              <a:pathLst>
                <a:path w="14301" h="9676" extrusionOk="0">
                  <a:moveTo>
                    <a:pt x="317" y="1"/>
                  </a:moveTo>
                  <a:cubicBezTo>
                    <a:pt x="147" y="1"/>
                    <a:pt x="0" y="148"/>
                    <a:pt x="0" y="324"/>
                  </a:cubicBezTo>
                  <a:lnTo>
                    <a:pt x="0" y="9358"/>
                  </a:lnTo>
                  <a:cubicBezTo>
                    <a:pt x="0" y="9529"/>
                    <a:pt x="147" y="9676"/>
                    <a:pt x="317" y="9676"/>
                  </a:cubicBezTo>
                  <a:lnTo>
                    <a:pt x="13983" y="9676"/>
                  </a:lnTo>
                  <a:cubicBezTo>
                    <a:pt x="14154" y="9676"/>
                    <a:pt x="14301" y="9529"/>
                    <a:pt x="14301" y="9358"/>
                  </a:cubicBezTo>
                  <a:lnTo>
                    <a:pt x="14301" y="324"/>
                  </a:lnTo>
                  <a:cubicBezTo>
                    <a:pt x="14301" y="148"/>
                    <a:pt x="14154" y="1"/>
                    <a:pt x="13983" y="1"/>
                  </a:cubicBez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5" name="Google Shape;1386;p39">
              <a:extLst>
                <a:ext uri="{FF2B5EF4-FFF2-40B4-BE49-F238E27FC236}">
                  <a16:creationId xmlns:a16="http://schemas.microsoft.com/office/drawing/2014/main" id="{5F096797-B681-979F-10E2-9888EC8B9BAF}"/>
                </a:ext>
              </a:extLst>
            </p:cNvPr>
            <p:cNvSpPr/>
            <p:nvPr/>
          </p:nvSpPr>
          <p:spPr>
            <a:xfrm>
              <a:off x="2673713" y="2863358"/>
              <a:ext cx="20960" cy="188488"/>
            </a:xfrm>
            <a:custGeom>
              <a:avLst/>
              <a:gdLst/>
              <a:ahLst/>
              <a:cxnLst/>
              <a:rect l="l" t="t" r="r" b="b"/>
              <a:pathLst>
                <a:path w="1076" h="9676" extrusionOk="0">
                  <a:moveTo>
                    <a:pt x="0" y="1"/>
                  </a:moveTo>
                  <a:cubicBezTo>
                    <a:pt x="171" y="1"/>
                    <a:pt x="318" y="148"/>
                    <a:pt x="318" y="324"/>
                  </a:cubicBezTo>
                  <a:lnTo>
                    <a:pt x="318" y="9358"/>
                  </a:lnTo>
                  <a:cubicBezTo>
                    <a:pt x="318" y="9529"/>
                    <a:pt x="171" y="9676"/>
                    <a:pt x="0" y="9676"/>
                  </a:cubicBezTo>
                  <a:lnTo>
                    <a:pt x="758" y="9676"/>
                  </a:lnTo>
                  <a:cubicBezTo>
                    <a:pt x="929" y="9676"/>
                    <a:pt x="1076" y="9529"/>
                    <a:pt x="1076" y="9358"/>
                  </a:cubicBezTo>
                  <a:lnTo>
                    <a:pt x="1076" y="324"/>
                  </a:lnTo>
                  <a:cubicBezTo>
                    <a:pt x="1076" y="148"/>
                    <a:pt x="929" y="1"/>
                    <a:pt x="758" y="1"/>
                  </a:cubicBez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6" name="Google Shape;1387;p39">
              <a:extLst>
                <a:ext uri="{FF2B5EF4-FFF2-40B4-BE49-F238E27FC236}">
                  <a16:creationId xmlns:a16="http://schemas.microsoft.com/office/drawing/2014/main" id="{ED170535-23ED-87DE-0C71-4DEF3D49DDEA}"/>
                </a:ext>
              </a:extLst>
            </p:cNvPr>
            <p:cNvSpPr/>
            <p:nvPr/>
          </p:nvSpPr>
          <p:spPr>
            <a:xfrm>
              <a:off x="2416092" y="2863358"/>
              <a:ext cx="278583" cy="42973"/>
            </a:xfrm>
            <a:custGeom>
              <a:avLst/>
              <a:gdLst/>
              <a:ahLst/>
              <a:cxnLst/>
              <a:rect l="l" t="t" r="r" b="b"/>
              <a:pathLst>
                <a:path w="14301" h="2206" extrusionOk="0">
                  <a:moveTo>
                    <a:pt x="317" y="1"/>
                  </a:moveTo>
                  <a:cubicBezTo>
                    <a:pt x="147" y="1"/>
                    <a:pt x="0" y="148"/>
                    <a:pt x="0" y="324"/>
                  </a:cubicBezTo>
                  <a:lnTo>
                    <a:pt x="0" y="2205"/>
                  </a:lnTo>
                  <a:lnTo>
                    <a:pt x="14301" y="2205"/>
                  </a:lnTo>
                  <a:lnTo>
                    <a:pt x="14301" y="324"/>
                  </a:lnTo>
                  <a:cubicBezTo>
                    <a:pt x="14301" y="148"/>
                    <a:pt x="14154" y="1"/>
                    <a:pt x="13983" y="1"/>
                  </a:cubicBezTo>
                  <a:close/>
                </a:path>
              </a:pathLst>
            </a:custGeom>
            <a:solidFill>
              <a:srgbClr val="FF93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2" name="Google Shape;1388;p39">
              <a:extLst>
                <a:ext uri="{FF2B5EF4-FFF2-40B4-BE49-F238E27FC236}">
                  <a16:creationId xmlns:a16="http://schemas.microsoft.com/office/drawing/2014/main" id="{2E65C00A-2B96-980B-5B65-E1EDEC1DBC80}"/>
                </a:ext>
              </a:extLst>
            </p:cNvPr>
            <p:cNvSpPr/>
            <p:nvPr/>
          </p:nvSpPr>
          <p:spPr>
            <a:xfrm>
              <a:off x="2673713" y="2863358"/>
              <a:ext cx="20960" cy="42973"/>
            </a:xfrm>
            <a:custGeom>
              <a:avLst/>
              <a:gdLst/>
              <a:ahLst/>
              <a:cxnLst/>
              <a:rect l="l" t="t" r="r" b="b"/>
              <a:pathLst>
                <a:path w="1076" h="2206" extrusionOk="0">
                  <a:moveTo>
                    <a:pt x="0" y="1"/>
                  </a:moveTo>
                  <a:cubicBezTo>
                    <a:pt x="171" y="1"/>
                    <a:pt x="318" y="148"/>
                    <a:pt x="318" y="324"/>
                  </a:cubicBezTo>
                  <a:lnTo>
                    <a:pt x="318" y="2205"/>
                  </a:lnTo>
                  <a:lnTo>
                    <a:pt x="1076" y="2205"/>
                  </a:lnTo>
                  <a:lnTo>
                    <a:pt x="1076" y="324"/>
                  </a:lnTo>
                  <a:cubicBezTo>
                    <a:pt x="1076" y="148"/>
                    <a:pt x="929" y="1"/>
                    <a:pt x="758" y="1"/>
                  </a:cubicBezTo>
                  <a:close/>
                </a:path>
              </a:pathLst>
            </a:custGeom>
            <a:solidFill>
              <a:srgbClr val="FF61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" name="Google Shape;1389;p39">
              <a:extLst>
                <a:ext uri="{FF2B5EF4-FFF2-40B4-BE49-F238E27FC236}">
                  <a16:creationId xmlns:a16="http://schemas.microsoft.com/office/drawing/2014/main" id="{9C2304B9-DBB0-FB9A-8CF6-F51D50B79953}"/>
                </a:ext>
              </a:extLst>
            </p:cNvPr>
            <p:cNvSpPr/>
            <p:nvPr/>
          </p:nvSpPr>
          <p:spPr>
            <a:xfrm>
              <a:off x="2521536" y="3071870"/>
              <a:ext cx="68258" cy="21993"/>
            </a:xfrm>
            <a:custGeom>
              <a:avLst/>
              <a:gdLst/>
              <a:ahLst/>
              <a:cxnLst/>
              <a:rect l="l" t="t" r="r" b="b"/>
              <a:pathLst>
                <a:path w="3504" h="1129" extrusionOk="0">
                  <a:moveTo>
                    <a:pt x="1" y="0"/>
                  </a:moveTo>
                  <a:lnTo>
                    <a:pt x="1" y="565"/>
                  </a:lnTo>
                  <a:cubicBezTo>
                    <a:pt x="1" y="882"/>
                    <a:pt x="247" y="1129"/>
                    <a:pt x="565" y="1129"/>
                  </a:cubicBezTo>
                  <a:lnTo>
                    <a:pt x="2939" y="1129"/>
                  </a:lnTo>
                  <a:cubicBezTo>
                    <a:pt x="3233" y="1129"/>
                    <a:pt x="3504" y="882"/>
                    <a:pt x="3504" y="565"/>
                  </a:cubicBezTo>
                  <a:lnTo>
                    <a:pt x="3504" y="0"/>
                  </a:lnTo>
                  <a:close/>
                </a:path>
              </a:pathLst>
            </a:custGeom>
            <a:solidFill>
              <a:srgbClr val="356B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" name="Google Shape;1390;p39">
              <a:extLst>
                <a:ext uri="{FF2B5EF4-FFF2-40B4-BE49-F238E27FC236}">
                  <a16:creationId xmlns:a16="http://schemas.microsoft.com/office/drawing/2014/main" id="{40337B7E-DF7D-53D8-507F-D748501AD652}"/>
                </a:ext>
              </a:extLst>
            </p:cNvPr>
            <p:cNvSpPr/>
            <p:nvPr/>
          </p:nvSpPr>
          <p:spPr>
            <a:xfrm>
              <a:off x="2487193" y="2889130"/>
              <a:ext cx="136496" cy="136964"/>
            </a:xfrm>
            <a:custGeom>
              <a:avLst/>
              <a:gdLst/>
              <a:ahLst/>
              <a:cxnLst/>
              <a:rect l="l" t="t" r="r" b="b"/>
              <a:pathLst>
                <a:path w="7007" h="7031" extrusionOk="0">
                  <a:moveTo>
                    <a:pt x="3503" y="0"/>
                  </a:moveTo>
                  <a:cubicBezTo>
                    <a:pt x="1570" y="0"/>
                    <a:pt x="0" y="1570"/>
                    <a:pt x="0" y="3527"/>
                  </a:cubicBezTo>
                  <a:cubicBezTo>
                    <a:pt x="0" y="5467"/>
                    <a:pt x="1570" y="7030"/>
                    <a:pt x="3503" y="7030"/>
                  </a:cubicBezTo>
                  <a:cubicBezTo>
                    <a:pt x="5437" y="7030"/>
                    <a:pt x="7007" y="5467"/>
                    <a:pt x="7007" y="3527"/>
                  </a:cubicBezTo>
                  <a:cubicBezTo>
                    <a:pt x="7007" y="2598"/>
                    <a:pt x="6636" y="1693"/>
                    <a:pt x="5978" y="1029"/>
                  </a:cubicBezTo>
                  <a:cubicBezTo>
                    <a:pt x="5337" y="371"/>
                    <a:pt x="4432" y="0"/>
                    <a:pt x="3503" y="0"/>
                  </a:cubicBezTo>
                  <a:close/>
                </a:path>
              </a:pathLst>
            </a:custGeom>
            <a:solidFill>
              <a:srgbClr val="00C7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5" name="Google Shape;1391;p39">
              <a:extLst>
                <a:ext uri="{FF2B5EF4-FFF2-40B4-BE49-F238E27FC236}">
                  <a16:creationId xmlns:a16="http://schemas.microsoft.com/office/drawing/2014/main" id="{4818B5DB-8ED1-796F-B2F7-0B603A727A90}"/>
                </a:ext>
              </a:extLst>
            </p:cNvPr>
            <p:cNvSpPr/>
            <p:nvPr/>
          </p:nvSpPr>
          <p:spPr>
            <a:xfrm>
              <a:off x="2365483" y="2837605"/>
              <a:ext cx="379802" cy="291070"/>
            </a:xfrm>
            <a:custGeom>
              <a:avLst/>
              <a:gdLst/>
              <a:ahLst/>
              <a:cxnLst/>
              <a:rect l="l" t="t" r="r" b="b"/>
              <a:pathLst>
                <a:path w="19497" h="14942" extrusionOk="0">
                  <a:moveTo>
                    <a:pt x="11221" y="12320"/>
                  </a:moveTo>
                  <a:lnTo>
                    <a:pt x="11221" y="12591"/>
                  </a:lnTo>
                  <a:cubicBezTo>
                    <a:pt x="11221" y="12738"/>
                    <a:pt x="11097" y="12885"/>
                    <a:pt x="10950" y="12885"/>
                  </a:cubicBezTo>
                  <a:lnTo>
                    <a:pt x="8576" y="12885"/>
                  </a:lnTo>
                  <a:cubicBezTo>
                    <a:pt x="8429" y="12885"/>
                    <a:pt x="8282" y="12738"/>
                    <a:pt x="8282" y="12591"/>
                  </a:cubicBezTo>
                  <a:lnTo>
                    <a:pt x="8282" y="12320"/>
                  </a:lnTo>
                  <a:close/>
                  <a:moveTo>
                    <a:pt x="2234" y="0"/>
                  </a:moveTo>
                  <a:cubicBezTo>
                    <a:pt x="1616" y="0"/>
                    <a:pt x="1105" y="518"/>
                    <a:pt x="1105" y="1152"/>
                  </a:cubicBezTo>
                  <a:lnTo>
                    <a:pt x="1105" y="11168"/>
                  </a:lnTo>
                  <a:cubicBezTo>
                    <a:pt x="1105" y="11392"/>
                    <a:pt x="1152" y="11586"/>
                    <a:pt x="1252" y="11732"/>
                  </a:cubicBezTo>
                  <a:lnTo>
                    <a:pt x="764" y="11732"/>
                  </a:lnTo>
                  <a:cubicBezTo>
                    <a:pt x="347" y="11732"/>
                    <a:pt x="0" y="12079"/>
                    <a:pt x="0" y="12520"/>
                  </a:cubicBezTo>
                  <a:cubicBezTo>
                    <a:pt x="0" y="13843"/>
                    <a:pt x="1105" y="14942"/>
                    <a:pt x="2428" y="14942"/>
                  </a:cubicBezTo>
                  <a:lnTo>
                    <a:pt x="3674" y="14942"/>
                  </a:lnTo>
                  <a:cubicBezTo>
                    <a:pt x="3821" y="14942"/>
                    <a:pt x="3968" y="14795"/>
                    <a:pt x="3968" y="14648"/>
                  </a:cubicBezTo>
                  <a:cubicBezTo>
                    <a:pt x="3968" y="14501"/>
                    <a:pt x="3821" y="14354"/>
                    <a:pt x="3674" y="14354"/>
                  </a:cubicBezTo>
                  <a:lnTo>
                    <a:pt x="2428" y="14354"/>
                  </a:lnTo>
                  <a:cubicBezTo>
                    <a:pt x="1399" y="14354"/>
                    <a:pt x="588" y="13519"/>
                    <a:pt x="588" y="12520"/>
                  </a:cubicBezTo>
                  <a:cubicBezTo>
                    <a:pt x="588" y="12397"/>
                    <a:pt x="664" y="12320"/>
                    <a:pt x="764" y="12320"/>
                  </a:cubicBezTo>
                  <a:lnTo>
                    <a:pt x="7718" y="12320"/>
                  </a:lnTo>
                  <a:lnTo>
                    <a:pt x="7718" y="12591"/>
                  </a:lnTo>
                  <a:cubicBezTo>
                    <a:pt x="7718" y="13055"/>
                    <a:pt x="8111" y="13449"/>
                    <a:pt x="8576" y="13449"/>
                  </a:cubicBezTo>
                  <a:lnTo>
                    <a:pt x="10950" y="13449"/>
                  </a:lnTo>
                  <a:cubicBezTo>
                    <a:pt x="11415" y="13449"/>
                    <a:pt x="11785" y="13055"/>
                    <a:pt x="11785" y="12591"/>
                  </a:cubicBezTo>
                  <a:lnTo>
                    <a:pt x="11785" y="12320"/>
                  </a:lnTo>
                  <a:lnTo>
                    <a:pt x="18739" y="12320"/>
                  </a:lnTo>
                  <a:cubicBezTo>
                    <a:pt x="18838" y="12320"/>
                    <a:pt x="18932" y="12397"/>
                    <a:pt x="18932" y="12520"/>
                  </a:cubicBezTo>
                  <a:cubicBezTo>
                    <a:pt x="18932" y="13519"/>
                    <a:pt x="18104" y="14354"/>
                    <a:pt x="17075" y="14354"/>
                  </a:cubicBezTo>
                  <a:lnTo>
                    <a:pt x="4996" y="14354"/>
                  </a:lnTo>
                  <a:cubicBezTo>
                    <a:pt x="4826" y="14354"/>
                    <a:pt x="4702" y="14501"/>
                    <a:pt x="4702" y="14648"/>
                  </a:cubicBezTo>
                  <a:cubicBezTo>
                    <a:pt x="4702" y="14795"/>
                    <a:pt x="4826" y="14942"/>
                    <a:pt x="4996" y="14942"/>
                  </a:cubicBezTo>
                  <a:lnTo>
                    <a:pt x="17075" y="14942"/>
                  </a:lnTo>
                  <a:cubicBezTo>
                    <a:pt x="18421" y="14942"/>
                    <a:pt x="19497" y="13843"/>
                    <a:pt x="19497" y="12520"/>
                  </a:cubicBezTo>
                  <a:cubicBezTo>
                    <a:pt x="19497" y="12079"/>
                    <a:pt x="19156" y="11732"/>
                    <a:pt x="18739" y="11732"/>
                  </a:cubicBezTo>
                  <a:lnTo>
                    <a:pt x="18274" y="11732"/>
                  </a:lnTo>
                  <a:cubicBezTo>
                    <a:pt x="18368" y="11586"/>
                    <a:pt x="18421" y="11392"/>
                    <a:pt x="18421" y="11168"/>
                  </a:cubicBezTo>
                  <a:lnTo>
                    <a:pt x="18421" y="1152"/>
                  </a:lnTo>
                  <a:cubicBezTo>
                    <a:pt x="18421" y="518"/>
                    <a:pt x="17904" y="0"/>
                    <a:pt x="17269" y="0"/>
                  </a:cubicBezTo>
                  <a:lnTo>
                    <a:pt x="14601" y="0"/>
                  </a:lnTo>
                  <a:cubicBezTo>
                    <a:pt x="14430" y="0"/>
                    <a:pt x="14307" y="124"/>
                    <a:pt x="14307" y="294"/>
                  </a:cubicBezTo>
                  <a:cubicBezTo>
                    <a:pt x="14307" y="441"/>
                    <a:pt x="14430" y="588"/>
                    <a:pt x="14601" y="588"/>
                  </a:cubicBezTo>
                  <a:lnTo>
                    <a:pt x="17269" y="588"/>
                  </a:lnTo>
                  <a:cubicBezTo>
                    <a:pt x="17586" y="588"/>
                    <a:pt x="17833" y="835"/>
                    <a:pt x="17833" y="1152"/>
                  </a:cubicBezTo>
                  <a:lnTo>
                    <a:pt x="17833" y="11168"/>
                  </a:lnTo>
                  <a:cubicBezTo>
                    <a:pt x="17833" y="11491"/>
                    <a:pt x="17586" y="11732"/>
                    <a:pt x="17269" y="11732"/>
                  </a:cubicBezTo>
                  <a:lnTo>
                    <a:pt x="2234" y="11732"/>
                  </a:lnTo>
                  <a:cubicBezTo>
                    <a:pt x="1910" y="11732"/>
                    <a:pt x="1669" y="11491"/>
                    <a:pt x="1669" y="11168"/>
                  </a:cubicBezTo>
                  <a:lnTo>
                    <a:pt x="1669" y="1152"/>
                  </a:lnTo>
                  <a:cubicBezTo>
                    <a:pt x="1669" y="835"/>
                    <a:pt x="1910" y="588"/>
                    <a:pt x="2234" y="588"/>
                  </a:cubicBezTo>
                  <a:lnTo>
                    <a:pt x="13255" y="588"/>
                  </a:lnTo>
                  <a:cubicBezTo>
                    <a:pt x="13425" y="588"/>
                    <a:pt x="13548" y="441"/>
                    <a:pt x="13548" y="294"/>
                  </a:cubicBezTo>
                  <a:cubicBezTo>
                    <a:pt x="13548" y="124"/>
                    <a:pt x="13425" y="0"/>
                    <a:pt x="13255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6" name="Google Shape;1392;p39">
              <a:extLst>
                <a:ext uri="{FF2B5EF4-FFF2-40B4-BE49-F238E27FC236}">
                  <a16:creationId xmlns:a16="http://schemas.microsoft.com/office/drawing/2014/main" id="{51D85A36-8226-855E-155F-58F616672B98}"/>
                </a:ext>
              </a:extLst>
            </p:cNvPr>
            <p:cNvSpPr/>
            <p:nvPr/>
          </p:nvSpPr>
          <p:spPr>
            <a:xfrm>
              <a:off x="2442312" y="2879623"/>
              <a:ext cx="11006" cy="11006"/>
            </a:xfrm>
            <a:custGeom>
              <a:avLst/>
              <a:gdLst/>
              <a:ahLst/>
              <a:cxnLst/>
              <a:rect l="l" t="t" r="r" b="b"/>
              <a:pathLst>
                <a:path w="565" h="565" extrusionOk="0">
                  <a:moveTo>
                    <a:pt x="270" y="1"/>
                  </a:moveTo>
                  <a:cubicBezTo>
                    <a:pt x="123" y="1"/>
                    <a:pt x="0" y="124"/>
                    <a:pt x="0" y="271"/>
                  </a:cubicBezTo>
                  <a:cubicBezTo>
                    <a:pt x="0" y="441"/>
                    <a:pt x="123" y="565"/>
                    <a:pt x="270" y="565"/>
                  </a:cubicBezTo>
                  <a:cubicBezTo>
                    <a:pt x="441" y="565"/>
                    <a:pt x="564" y="441"/>
                    <a:pt x="564" y="271"/>
                  </a:cubicBezTo>
                  <a:cubicBezTo>
                    <a:pt x="564" y="124"/>
                    <a:pt x="441" y="1"/>
                    <a:pt x="270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7" name="Google Shape;1393;p39">
              <a:extLst>
                <a:ext uri="{FF2B5EF4-FFF2-40B4-BE49-F238E27FC236}">
                  <a16:creationId xmlns:a16="http://schemas.microsoft.com/office/drawing/2014/main" id="{8E47CA8E-916A-0C87-48B0-263E7AEEF6B7}"/>
                </a:ext>
              </a:extLst>
            </p:cNvPr>
            <p:cNvSpPr/>
            <p:nvPr/>
          </p:nvSpPr>
          <p:spPr>
            <a:xfrm>
              <a:off x="2464285" y="2879623"/>
              <a:ext cx="11006" cy="11006"/>
            </a:xfrm>
            <a:custGeom>
              <a:avLst/>
              <a:gdLst/>
              <a:ahLst/>
              <a:cxnLst/>
              <a:rect l="l" t="t" r="r" b="b"/>
              <a:pathLst>
                <a:path w="565" h="565" extrusionOk="0">
                  <a:moveTo>
                    <a:pt x="271" y="1"/>
                  </a:moveTo>
                  <a:cubicBezTo>
                    <a:pt x="124" y="1"/>
                    <a:pt x="1" y="124"/>
                    <a:pt x="1" y="271"/>
                  </a:cubicBezTo>
                  <a:cubicBezTo>
                    <a:pt x="1" y="441"/>
                    <a:pt x="124" y="565"/>
                    <a:pt x="271" y="565"/>
                  </a:cubicBezTo>
                  <a:cubicBezTo>
                    <a:pt x="441" y="565"/>
                    <a:pt x="565" y="441"/>
                    <a:pt x="565" y="271"/>
                  </a:cubicBezTo>
                  <a:cubicBezTo>
                    <a:pt x="565" y="124"/>
                    <a:pt x="441" y="1"/>
                    <a:pt x="271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8" name="Google Shape;1394;p39">
              <a:extLst>
                <a:ext uri="{FF2B5EF4-FFF2-40B4-BE49-F238E27FC236}">
                  <a16:creationId xmlns:a16="http://schemas.microsoft.com/office/drawing/2014/main" id="{54AF6740-E080-2570-CDFE-87D285AC010C}"/>
                </a:ext>
              </a:extLst>
            </p:cNvPr>
            <p:cNvSpPr/>
            <p:nvPr/>
          </p:nvSpPr>
          <p:spPr>
            <a:xfrm>
              <a:off x="2486278" y="2879623"/>
              <a:ext cx="10889" cy="11006"/>
            </a:xfrm>
            <a:custGeom>
              <a:avLst/>
              <a:gdLst/>
              <a:ahLst/>
              <a:cxnLst/>
              <a:rect l="l" t="t" r="r" b="b"/>
              <a:pathLst>
                <a:path w="559" h="565" extrusionOk="0">
                  <a:moveTo>
                    <a:pt x="294" y="1"/>
                  </a:moveTo>
                  <a:cubicBezTo>
                    <a:pt x="118" y="1"/>
                    <a:pt x="0" y="124"/>
                    <a:pt x="0" y="271"/>
                  </a:cubicBezTo>
                  <a:cubicBezTo>
                    <a:pt x="0" y="441"/>
                    <a:pt x="118" y="565"/>
                    <a:pt x="294" y="565"/>
                  </a:cubicBezTo>
                  <a:cubicBezTo>
                    <a:pt x="441" y="565"/>
                    <a:pt x="559" y="441"/>
                    <a:pt x="559" y="271"/>
                  </a:cubicBezTo>
                  <a:cubicBezTo>
                    <a:pt x="559" y="124"/>
                    <a:pt x="441" y="1"/>
                    <a:pt x="294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9" name="Google Shape;1395;p39">
              <a:extLst>
                <a:ext uri="{FF2B5EF4-FFF2-40B4-BE49-F238E27FC236}">
                  <a16:creationId xmlns:a16="http://schemas.microsoft.com/office/drawing/2014/main" id="{B9BF66C5-94BA-D372-84D7-0DCA92D3E49B}"/>
                </a:ext>
              </a:extLst>
            </p:cNvPr>
            <p:cNvSpPr/>
            <p:nvPr/>
          </p:nvSpPr>
          <p:spPr>
            <a:xfrm>
              <a:off x="2410813" y="2858215"/>
              <a:ext cx="289590" cy="198910"/>
            </a:xfrm>
            <a:custGeom>
              <a:avLst/>
              <a:gdLst/>
              <a:ahLst/>
              <a:cxnLst/>
              <a:rect l="l" t="t" r="r" b="b"/>
              <a:pathLst>
                <a:path w="14866" h="10211" extrusionOk="0">
                  <a:moveTo>
                    <a:pt x="14254" y="559"/>
                  </a:moveTo>
                  <a:cubicBezTo>
                    <a:pt x="14278" y="559"/>
                    <a:pt x="14278" y="588"/>
                    <a:pt x="14278" y="588"/>
                  </a:cubicBezTo>
                  <a:lnTo>
                    <a:pt x="14278" y="2175"/>
                  </a:lnTo>
                  <a:lnTo>
                    <a:pt x="9846" y="2175"/>
                  </a:lnTo>
                  <a:cubicBezTo>
                    <a:pt x="9188" y="1640"/>
                    <a:pt x="8353" y="1323"/>
                    <a:pt x="7424" y="1323"/>
                  </a:cubicBezTo>
                  <a:cubicBezTo>
                    <a:pt x="6519" y="1323"/>
                    <a:pt x="5661" y="1640"/>
                    <a:pt x="5020" y="2175"/>
                  </a:cubicBezTo>
                  <a:lnTo>
                    <a:pt x="565" y="2175"/>
                  </a:lnTo>
                  <a:lnTo>
                    <a:pt x="565" y="588"/>
                  </a:lnTo>
                  <a:lnTo>
                    <a:pt x="588" y="559"/>
                  </a:lnTo>
                  <a:close/>
                  <a:moveTo>
                    <a:pt x="7424" y="1881"/>
                  </a:moveTo>
                  <a:cubicBezTo>
                    <a:pt x="9211" y="1881"/>
                    <a:pt x="10657" y="3327"/>
                    <a:pt x="10657" y="5114"/>
                  </a:cubicBezTo>
                  <a:cubicBezTo>
                    <a:pt x="10657" y="6877"/>
                    <a:pt x="9211" y="8323"/>
                    <a:pt x="7424" y="8323"/>
                  </a:cubicBezTo>
                  <a:cubicBezTo>
                    <a:pt x="5661" y="8323"/>
                    <a:pt x="4215" y="6877"/>
                    <a:pt x="4215" y="5114"/>
                  </a:cubicBezTo>
                  <a:cubicBezTo>
                    <a:pt x="4215" y="3327"/>
                    <a:pt x="5661" y="1881"/>
                    <a:pt x="7424" y="1881"/>
                  </a:cubicBezTo>
                  <a:close/>
                  <a:moveTo>
                    <a:pt x="14278" y="2763"/>
                  </a:moveTo>
                  <a:lnTo>
                    <a:pt x="14278" y="9622"/>
                  </a:lnTo>
                  <a:cubicBezTo>
                    <a:pt x="14278" y="9622"/>
                    <a:pt x="14278" y="9646"/>
                    <a:pt x="14254" y="9646"/>
                  </a:cubicBezTo>
                  <a:lnTo>
                    <a:pt x="588" y="9646"/>
                  </a:lnTo>
                  <a:lnTo>
                    <a:pt x="565" y="9622"/>
                  </a:lnTo>
                  <a:lnTo>
                    <a:pt x="565" y="2763"/>
                  </a:lnTo>
                  <a:lnTo>
                    <a:pt x="4462" y="2763"/>
                  </a:lnTo>
                  <a:cubicBezTo>
                    <a:pt x="3945" y="3404"/>
                    <a:pt x="3627" y="4209"/>
                    <a:pt x="3627" y="5114"/>
                  </a:cubicBezTo>
                  <a:cubicBezTo>
                    <a:pt x="3627" y="7201"/>
                    <a:pt x="5344" y="8888"/>
                    <a:pt x="7424" y="8888"/>
                  </a:cubicBezTo>
                  <a:cubicBezTo>
                    <a:pt x="9529" y="8888"/>
                    <a:pt x="11221" y="7201"/>
                    <a:pt x="11221" y="5114"/>
                  </a:cubicBezTo>
                  <a:cubicBezTo>
                    <a:pt x="11221" y="4209"/>
                    <a:pt x="10928" y="3404"/>
                    <a:pt x="10410" y="2763"/>
                  </a:cubicBezTo>
                  <a:close/>
                  <a:moveTo>
                    <a:pt x="588" y="0"/>
                  </a:moveTo>
                  <a:cubicBezTo>
                    <a:pt x="271" y="0"/>
                    <a:pt x="1" y="265"/>
                    <a:pt x="1" y="588"/>
                  </a:cubicBezTo>
                  <a:lnTo>
                    <a:pt x="1" y="9622"/>
                  </a:lnTo>
                  <a:cubicBezTo>
                    <a:pt x="1" y="9940"/>
                    <a:pt x="271" y="10210"/>
                    <a:pt x="588" y="10210"/>
                  </a:cubicBezTo>
                  <a:lnTo>
                    <a:pt x="14254" y="10210"/>
                  </a:lnTo>
                  <a:cubicBezTo>
                    <a:pt x="14601" y="10210"/>
                    <a:pt x="14866" y="9940"/>
                    <a:pt x="14866" y="9622"/>
                  </a:cubicBezTo>
                  <a:lnTo>
                    <a:pt x="14866" y="588"/>
                  </a:lnTo>
                  <a:cubicBezTo>
                    <a:pt x="14866" y="265"/>
                    <a:pt x="14601" y="0"/>
                    <a:pt x="14254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1" name="Google Shape;1396;p39">
              <a:extLst>
                <a:ext uri="{FF2B5EF4-FFF2-40B4-BE49-F238E27FC236}">
                  <a16:creationId xmlns:a16="http://schemas.microsoft.com/office/drawing/2014/main" id="{71DF79EC-F2DF-494D-3BAA-65C369D10BD8}"/>
                </a:ext>
              </a:extLst>
            </p:cNvPr>
            <p:cNvSpPr/>
            <p:nvPr/>
          </p:nvSpPr>
          <p:spPr>
            <a:xfrm>
              <a:off x="2520056" y="2911103"/>
              <a:ext cx="90699" cy="63466"/>
            </a:xfrm>
            <a:custGeom>
              <a:avLst/>
              <a:gdLst/>
              <a:ahLst/>
              <a:cxnLst/>
              <a:rect l="l" t="t" r="r" b="b"/>
              <a:pathLst>
                <a:path w="4656" h="3258" extrusionOk="0">
                  <a:moveTo>
                    <a:pt x="1763" y="1"/>
                  </a:moveTo>
                  <a:cubicBezTo>
                    <a:pt x="1152" y="1"/>
                    <a:pt x="564" y="248"/>
                    <a:pt x="124" y="665"/>
                  </a:cubicBezTo>
                  <a:cubicBezTo>
                    <a:pt x="29" y="783"/>
                    <a:pt x="0" y="959"/>
                    <a:pt x="124" y="1077"/>
                  </a:cubicBezTo>
                  <a:cubicBezTo>
                    <a:pt x="173" y="1138"/>
                    <a:pt x="247" y="1169"/>
                    <a:pt x="320" y="1169"/>
                  </a:cubicBezTo>
                  <a:cubicBezTo>
                    <a:pt x="394" y="1169"/>
                    <a:pt x="467" y="1138"/>
                    <a:pt x="517" y="1077"/>
                  </a:cubicBezTo>
                  <a:cubicBezTo>
                    <a:pt x="858" y="759"/>
                    <a:pt x="1299" y="589"/>
                    <a:pt x="1763" y="589"/>
                  </a:cubicBezTo>
                  <a:cubicBezTo>
                    <a:pt x="2675" y="589"/>
                    <a:pt x="3409" y="1276"/>
                    <a:pt x="3503" y="2158"/>
                  </a:cubicBezTo>
                  <a:lnTo>
                    <a:pt x="3409" y="2035"/>
                  </a:lnTo>
                  <a:cubicBezTo>
                    <a:pt x="3351" y="1963"/>
                    <a:pt x="3270" y="1925"/>
                    <a:pt x="3188" y="1925"/>
                  </a:cubicBezTo>
                  <a:cubicBezTo>
                    <a:pt x="3128" y="1925"/>
                    <a:pt x="3067" y="1945"/>
                    <a:pt x="3015" y="1988"/>
                  </a:cubicBezTo>
                  <a:cubicBezTo>
                    <a:pt x="2892" y="2082"/>
                    <a:pt x="2868" y="2252"/>
                    <a:pt x="2968" y="2376"/>
                  </a:cubicBezTo>
                  <a:lnTo>
                    <a:pt x="3527" y="3134"/>
                  </a:lnTo>
                  <a:cubicBezTo>
                    <a:pt x="3580" y="3210"/>
                    <a:pt x="3674" y="3257"/>
                    <a:pt x="3750" y="3257"/>
                  </a:cubicBezTo>
                  <a:cubicBezTo>
                    <a:pt x="3850" y="3257"/>
                    <a:pt x="3921" y="3210"/>
                    <a:pt x="3997" y="3134"/>
                  </a:cubicBezTo>
                  <a:lnTo>
                    <a:pt x="4555" y="2376"/>
                  </a:lnTo>
                  <a:cubicBezTo>
                    <a:pt x="4655" y="2252"/>
                    <a:pt x="4632" y="2082"/>
                    <a:pt x="4508" y="1988"/>
                  </a:cubicBezTo>
                  <a:cubicBezTo>
                    <a:pt x="4456" y="1945"/>
                    <a:pt x="4392" y="1925"/>
                    <a:pt x="4329" y="1925"/>
                  </a:cubicBezTo>
                  <a:cubicBezTo>
                    <a:pt x="4242" y="1925"/>
                    <a:pt x="4159" y="1963"/>
                    <a:pt x="4115" y="2035"/>
                  </a:cubicBezTo>
                  <a:lnTo>
                    <a:pt x="4068" y="2082"/>
                  </a:lnTo>
                  <a:cubicBezTo>
                    <a:pt x="3944" y="906"/>
                    <a:pt x="2939" y="1"/>
                    <a:pt x="1763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2" name="Google Shape;1397;p39">
              <a:extLst>
                <a:ext uri="{FF2B5EF4-FFF2-40B4-BE49-F238E27FC236}">
                  <a16:creationId xmlns:a16="http://schemas.microsoft.com/office/drawing/2014/main" id="{D4F1D39F-6CB9-F37B-B629-FC9CE7E98150}"/>
                </a:ext>
              </a:extLst>
            </p:cNvPr>
            <p:cNvSpPr/>
            <p:nvPr/>
          </p:nvSpPr>
          <p:spPr>
            <a:xfrm>
              <a:off x="2500011" y="2940654"/>
              <a:ext cx="90699" cy="63563"/>
            </a:xfrm>
            <a:custGeom>
              <a:avLst/>
              <a:gdLst/>
              <a:ahLst/>
              <a:cxnLst/>
              <a:rect l="l" t="t" r="r" b="b"/>
              <a:pathLst>
                <a:path w="4656" h="3263" extrusionOk="0">
                  <a:moveTo>
                    <a:pt x="912" y="0"/>
                  </a:moveTo>
                  <a:cubicBezTo>
                    <a:pt x="835" y="0"/>
                    <a:pt x="735" y="53"/>
                    <a:pt x="688" y="124"/>
                  </a:cubicBezTo>
                  <a:lnTo>
                    <a:pt x="100" y="882"/>
                  </a:lnTo>
                  <a:cubicBezTo>
                    <a:pt x="0" y="1005"/>
                    <a:pt x="30" y="1176"/>
                    <a:pt x="177" y="1276"/>
                  </a:cubicBezTo>
                  <a:cubicBezTo>
                    <a:pt x="224" y="1323"/>
                    <a:pt x="271" y="1352"/>
                    <a:pt x="347" y="1352"/>
                  </a:cubicBezTo>
                  <a:cubicBezTo>
                    <a:pt x="418" y="1352"/>
                    <a:pt x="518" y="1299"/>
                    <a:pt x="565" y="1229"/>
                  </a:cubicBezTo>
                  <a:lnTo>
                    <a:pt x="588" y="1176"/>
                  </a:lnTo>
                  <a:cubicBezTo>
                    <a:pt x="735" y="2352"/>
                    <a:pt x="1717" y="3263"/>
                    <a:pt x="2916" y="3263"/>
                  </a:cubicBezTo>
                  <a:cubicBezTo>
                    <a:pt x="3527" y="3263"/>
                    <a:pt x="4091" y="3016"/>
                    <a:pt x="4532" y="2598"/>
                  </a:cubicBezTo>
                  <a:cubicBezTo>
                    <a:pt x="4656" y="2475"/>
                    <a:pt x="4656" y="2304"/>
                    <a:pt x="4556" y="2181"/>
                  </a:cubicBezTo>
                  <a:cubicBezTo>
                    <a:pt x="4497" y="2119"/>
                    <a:pt x="4424" y="2088"/>
                    <a:pt x="4350" y="2088"/>
                  </a:cubicBezTo>
                  <a:cubicBezTo>
                    <a:pt x="4277" y="2088"/>
                    <a:pt x="4203" y="2119"/>
                    <a:pt x="4144" y="2181"/>
                  </a:cubicBezTo>
                  <a:cubicBezTo>
                    <a:pt x="3821" y="2498"/>
                    <a:pt x="3380" y="2675"/>
                    <a:pt x="2916" y="2675"/>
                  </a:cubicBezTo>
                  <a:cubicBezTo>
                    <a:pt x="2011" y="2675"/>
                    <a:pt x="1252" y="1987"/>
                    <a:pt x="1153" y="1105"/>
                  </a:cubicBezTo>
                  <a:lnTo>
                    <a:pt x="1153" y="1105"/>
                  </a:lnTo>
                  <a:lnTo>
                    <a:pt x="1252" y="1229"/>
                  </a:lnTo>
                  <a:cubicBezTo>
                    <a:pt x="1310" y="1300"/>
                    <a:pt x="1399" y="1338"/>
                    <a:pt x="1488" y="1338"/>
                  </a:cubicBezTo>
                  <a:cubicBezTo>
                    <a:pt x="1553" y="1338"/>
                    <a:pt x="1618" y="1318"/>
                    <a:pt x="1670" y="1276"/>
                  </a:cubicBezTo>
                  <a:cubicBezTo>
                    <a:pt x="1793" y="1176"/>
                    <a:pt x="1817" y="1005"/>
                    <a:pt x="1717" y="882"/>
                  </a:cubicBezTo>
                  <a:lnTo>
                    <a:pt x="1129" y="124"/>
                  </a:lnTo>
                  <a:cubicBezTo>
                    <a:pt x="1082" y="53"/>
                    <a:pt x="1006" y="0"/>
                    <a:pt x="912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37" name="Google Shape;2933;p63">
            <a:extLst>
              <a:ext uri="{FF2B5EF4-FFF2-40B4-BE49-F238E27FC236}">
                <a16:creationId xmlns:a16="http://schemas.microsoft.com/office/drawing/2014/main" id="{9A80959C-3635-A7EC-E759-4BDBE2A5B400}"/>
              </a:ext>
            </a:extLst>
          </p:cNvPr>
          <p:cNvGrpSpPr/>
          <p:nvPr/>
        </p:nvGrpSpPr>
        <p:grpSpPr>
          <a:xfrm>
            <a:off x="7584192" y="644177"/>
            <a:ext cx="379704" cy="326796"/>
            <a:chOff x="2941853" y="3506971"/>
            <a:chExt cx="379704" cy="326796"/>
          </a:xfrm>
        </p:grpSpPr>
        <p:sp>
          <p:nvSpPr>
            <p:cNvPr id="2438" name="Google Shape;2934;p63">
              <a:extLst>
                <a:ext uri="{FF2B5EF4-FFF2-40B4-BE49-F238E27FC236}">
                  <a16:creationId xmlns:a16="http://schemas.microsoft.com/office/drawing/2014/main" id="{A35660B0-6B08-40F1-2D22-B81D0F67AAAF}"/>
                </a:ext>
              </a:extLst>
            </p:cNvPr>
            <p:cNvSpPr/>
            <p:nvPr/>
          </p:nvSpPr>
          <p:spPr>
            <a:xfrm>
              <a:off x="2947132" y="3722671"/>
              <a:ext cx="368698" cy="47668"/>
            </a:xfrm>
            <a:custGeom>
              <a:avLst/>
              <a:gdLst/>
              <a:ahLst/>
              <a:cxnLst/>
              <a:rect l="l" t="t" r="r" b="b"/>
              <a:pathLst>
                <a:path w="18927" h="2447" extrusionOk="0">
                  <a:moveTo>
                    <a:pt x="0" y="1"/>
                  </a:moveTo>
                  <a:lnTo>
                    <a:pt x="0" y="1494"/>
                  </a:lnTo>
                  <a:cubicBezTo>
                    <a:pt x="0" y="2029"/>
                    <a:pt x="441" y="2446"/>
                    <a:pt x="976" y="2446"/>
                  </a:cubicBezTo>
                  <a:lnTo>
                    <a:pt x="17975" y="2446"/>
                  </a:lnTo>
                  <a:cubicBezTo>
                    <a:pt x="18515" y="2446"/>
                    <a:pt x="18927" y="2029"/>
                    <a:pt x="18927" y="1494"/>
                  </a:cubicBezTo>
                  <a:lnTo>
                    <a:pt x="18927" y="1"/>
                  </a:ln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3" name="Google Shape;2935;p63">
              <a:extLst>
                <a:ext uri="{FF2B5EF4-FFF2-40B4-BE49-F238E27FC236}">
                  <a16:creationId xmlns:a16="http://schemas.microsoft.com/office/drawing/2014/main" id="{E12401BB-B2EE-E9D8-57DC-D8858F028ED1}"/>
                </a:ext>
              </a:extLst>
            </p:cNvPr>
            <p:cNvSpPr/>
            <p:nvPr/>
          </p:nvSpPr>
          <p:spPr>
            <a:xfrm>
              <a:off x="2947132" y="3512679"/>
              <a:ext cx="368698" cy="210014"/>
            </a:xfrm>
            <a:custGeom>
              <a:avLst/>
              <a:gdLst/>
              <a:ahLst/>
              <a:cxnLst/>
              <a:rect l="l" t="t" r="r" b="b"/>
              <a:pathLst>
                <a:path w="18927" h="10781" extrusionOk="0">
                  <a:moveTo>
                    <a:pt x="976" y="1"/>
                  </a:moveTo>
                  <a:cubicBezTo>
                    <a:pt x="441" y="1"/>
                    <a:pt x="0" y="418"/>
                    <a:pt x="0" y="959"/>
                  </a:cubicBezTo>
                  <a:lnTo>
                    <a:pt x="0" y="10781"/>
                  </a:lnTo>
                  <a:lnTo>
                    <a:pt x="18927" y="10781"/>
                  </a:lnTo>
                  <a:lnTo>
                    <a:pt x="18927" y="959"/>
                  </a:lnTo>
                  <a:cubicBezTo>
                    <a:pt x="18927" y="418"/>
                    <a:pt x="18515" y="1"/>
                    <a:pt x="17975" y="1"/>
                  </a:cubicBezTo>
                  <a:close/>
                </a:path>
              </a:pathLst>
            </a:custGeom>
            <a:solidFill>
              <a:srgbClr val="FF93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4" name="Google Shape;2936;p63">
              <a:extLst>
                <a:ext uri="{FF2B5EF4-FFF2-40B4-BE49-F238E27FC236}">
                  <a16:creationId xmlns:a16="http://schemas.microsoft.com/office/drawing/2014/main" id="{8469C4D7-4095-D8BF-AA2E-CECBBED463D9}"/>
                </a:ext>
              </a:extLst>
            </p:cNvPr>
            <p:cNvSpPr/>
            <p:nvPr/>
          </p:nvSpPr>
          <p:spPr>
            <a:xfrm>
              <a:off x="2947132" y="3512679"/>
              <a:ext cx="368698" cy="210014"/>
            </a:xfrm>
            <a:custGeom>
              <a:avLst/>
              <a:gdLst/>
              <a:ahLst/>
              <a:cxnLst/>
              <a:rect l="l" t="t" r="r" b="b"/>
              <a:pathLst>
                <a:path w="18927" h="10781" extrusionOk="0">
                  <a:moveTo>
                    <a:pt x="976" y="1"/>
                  </a:moveTo>
                  <a:cubicBezTo>
                    <a:pt x="441" y="1"/>
                    <a:pt x="0" y="418"/>
                    <a:pt x="0" y="959"/>
                  </a:cubicBezTo>
                  <a:lnTo>
                    <a:pt x="0" y="10781"/>
                  </a:lnTo>
                  <a:lnTo>
                    <a:pt x="18927" y="10781"/>
                  </a:lnTo>
                  <a:lnTo>
                    <a:pt x="18927" y="959"/>
                  </a:lnTo>
                  <a:cubicBezTo>
                    <a:pt x="18927" y="418"/>
                    <a:pt x="18515" y="1"/>
                    <a:pt x="17975" y="1"/>
                  </a:cubicBezTo>
                  <a:close/>
                </a:path>
              </a:pathLst>
            </a:custGeom>
            <a:solidFill>
              <a:srgbClr val="FF93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5" name="Google Shape;2937;p63">
              <a:extLst>
                <a:ext uri="{FF2B5EF4-FFF2-40B4-BE49-F238E27FC236}">
                  <a16:creationId xmlns:a16="http://schemas.microsoft.com/office/drawing/2014/main" id="{6642E47A-C039-07C0-C847-801DCE491359}"/>
                </a:ext>
              </a:extLst>
            </p:cNvPr>
            <p:cNvSpPr/>
            <p:nvPr/>
          </p:nvSpPr>
          <p:spPr>
            <a:xfrm>
              <a:off x="3282496" y="3512679"/>
              <a:ext cx="33330" cy="210014"/>
            </a:xfrm>
            <a:custGeom>
              <a:avLst/>
              <a:gdLst/>
              <a:ahLst/>
              <a:cxnLst/>
              <a:rect l="l" t="t" r="r" b="b"/>
              <a:pathLst>
                <a:path w="1711" h="10781" extrusionOk="0">
                  <a:moveTo>
                    <a:pt x="0" y="1"/>
                  </a:moveTo>
                  <a:cubicBezTo>
                    <a:pt x="512" y="1"/>
                    <a:pt x="953" y="418"/>
                    <a:pt x="953" y="959"/>
                  </a:cubicBezTo>
                  <a:lnTo>
                    <a:pt x="953" y="10781"/>
                  </a:lnTo>
                  <a:lnTo>
                    <a:pt x="1711" y="10781"/>
                  </a:lnTo>
                  <a:lnTo>
                    <a:pt x="1711" y="959"/>
                  </a:lnTo>
                  <a:cubicBezTo>
                    <a:pt x="1711" y="418"/>
                    <a:pt x="1299" y="1"/>
                    <a:pt x="759" y="1"/>
                  </a:cubicBezTo>
                  <a:close/>
                </a:path>
              </a:pathLst>
            </a:custGeom>
            <a:solidFill>
              <a:srgbClr val="FF61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6" name="Google Shape;2938;p63">
              <a:extLst>
                <a:ext uri="{FF2B5EF4-FFF2-40B4-BE49-F238E27FC236}">
                  <a16:creationId xmlns:a16="http://schemas.microsoft.com/office/drawing/2014/main" id="{A614461D-4389-7069-1995-4D1E3F6ED311}"/>
                </a:ext>
              </a:extLst>
            </p:cNvPr>
            <p:cNvSpPr/>
            <p:nvPr/>
          </p:nvSpPr>
          <p:spPr>
            <a:xfrm>
              <a:off x="3282496" y="3722671"/>
              <a:ext cx="33330" cy="47668"/>
            </a:xfrm>
            <a:custGeom>
              <a:avLst/>
              <a:gdLst/>
              <a:ahLst/>
              <a:cxnLst/>
              <a:rect l="l" t="t" r="r" b="b"/>
              <a:pathLst>
                <a:path w="1711" h="2447" extrusionOk="0">
                  <a:moveTo>
                    <a:pt x="953" y="1"/>
                  </a:moveTo>
                  <a:lnTo>
                    <a:pt x="953" y="1494"/>
                  </a:lnTo>
                  <a:cubicBezTo>
                    <a:pt x="953" y="2029"/>
                    <a:pt x="512" y="2446"/>
                    <a:pt x="0" y="2446"/>
                  </a:cubicBezTo>
                  <a:lnTo>
                    <a:pt x="759" y="2446"/>
                  </a:lnTo>
                  <a:cubicBezTo>
                    <a:pt x="1299" y="2446"/>
                    <a:pt x="1711" y="2029"/>
                    <a:pt x="1711" y="1494"/>
                  </a:cubicBezTo>
                  <a:lnTo>
                    <a:pt x="1711" y="1"/>
                  </a:lnTo>
                  <a:close/>
                </a:path>
              </a:pathLst>
            </a:custGeom>
            <a:solidFill>
              <a:srgbClr val="866A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7" name="Google Shape;2939;p63">
              <a:extLst>
                <a:ext uri="{FF2B5EF4-FFF2-40B4-BE49-F238E27FC236}">
                  <a16:creationId xmlns:a16="http://schemas.microsoft.com/office/drawing/2014/main" id="{5EA7919A-9B9D-F5D8-992E-FC039D9C19DE}"/>
                </a:ext>
              </a:extLst>
            </p:cNvPr>
            <p:cNvSpPr/>
            <p:nvPr/>
          </p:nvSpPr>
          <p:spPr>
            <a:xfrm>
              <a:off x="3089685" y="3770319"/>
              <a:ext cx="84056" cy="57719"/>
            </a:xfrm>
            <a:custGeom>
              <a:avLst/>
              <a:gdLst/>
              <a:ahLst/>
              <a:cxnLst/>
              <a:rect l="l" t="t" r="r" b="b"/>
              <a:pathLst>
                <a:path w="4315" h="2963" extrusionOk="0">
                  <a:moveTo>
                    <a:pt x="294" y="0"/>
                  </a:moveTo>
                  <a:cubicBezTo>
                    <a:pt x="294" y="0"/>
                    <a:pt x="271" y="2181"/>
                    <a:pt x="0" y="2962"/>
                  </a:cubicBezTo>
                  <a:lnTo>
                    <a:pt x="4315" y="2962"/>
                  </a:lnTo>
                  <a:cubicBezTo>
                    <a:pt x="4044" y="2181"/>
                    <a:pt x="3997" y="0"/>
                    <a:pt x="3997" y="0"/>
                  </a:cubicBezTo>
                  <a:close/>
                </a:path>
              </a:pathLst>
            </a:custGeom>
            <a:solidFill>
              <a:srgbClr val="866A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2940;p63">
              <a:extLst>
                <a:ext uri="{FF2B5EF4-FFF2-40B4-BE49-F238E27FC236}">
                  <a16:creationId xmlns:a16="http://schemas.microsoft.com/office/drawing/2014/main" id="{FE93B6DB-C2A5-A277-0590-86C836C93BD1}"/>
                </a:ext>
              </a:extLst>
            </p:cNvPr>
            <p:cNvSpPr/>
            <p:nvPr/>
          </p:nvSpPr>
          <p:spPr>
            <a:xfrm>
              <a:off x="3094945" y="3770319"/>
              <a:ext cx="73069" cy="14785"/>
            </a:xfrm>
            <a:custGeom>
              <a:avLst/>
              <a:gdLst/>
              <a:ahLst/>
              <a:cxnLst/>
              <a:rect l="l" t="t" r="r" b="b"/>
              <a:pathLst>
                <a:path w="3751" h="759" extrusionOk="0">
                  <a:moveTo>
                    <a:pt x="24" y="0"/>
                  </a:moveTo>
                  <a:cubicBezTo>
                    <a:pt x="24" y="0"/>
                    <a:pt x="24" y="317"/>
                    <a:pt x="1" y="758"/>
                  </a:cubicBezTo>
                  <a:lnTo>
                    <a:pt x="3751" y="758"/>
                  </a:lnTo>
                  <a:cubicBezTo>
                    <a:pt x="3727" y="317"/>
                    <a:pt x="3727" y="0"/>
                    <a:pt x="3727" y="0"/>
                  </a:cubicBez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9" name="Google Shape;2941;p63">
              <a:extLst>
                <a:ext uri="{FF2B5EF4-FFF2-40B4-BE49-F238E27FC236}">
                  <a16:creationId xmlns:a16="http://schemas.microsoft.com/office/drawing/2014/main" id="{53692B06-F684-6392-30FF-DB33969C691F}"/>
                </a:ext>
              </a:extLst>
            </p:cNvPr>
            <p:cNvSpPr/>
            <p:nvPr/>
          </p:nvSpPr>
          <p:spPr>
            <a:xfrm>
              <a:off x="3094945" y="3770319"/>
              <a:ext cx="73069" cy="14785"/>
            </a:xfrm>
            <a:custGeom>
              <a:avLst/>
              <a:gdLst/>
              <a:ahLst/>
              <a:cxnLst/>
              <a:rect l="l" t="t" r="r" b="b"/>
              <a:pathLst>
                <a:path w="3751" h="759" extrusionOk="0">
                  <a:moveTo>
                    <a:pt x="24" y="0"/>
                  </a:moveTo>
                  <a:cubicBezTo>
                    <a:pt x="24" y="0"/>
                    <a:pt x="24" y="317"/>
                    <a:pt x="1" y="758"/>
                  </a:cubicBezTo>
                  <a:lnTo>
                    <a:pt x="3751" y="758"/>
                  </a:lnTo>
                  <a:cubicBezTo>
                    <a:pt x="3727" y="317"/>
                    <a:pt x="3727" y="0"/>
                    <a:pt x="3727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0" name="Google Shape;2942;p63">
              <a:extLst>
                <a:ext uri="{FF2B5EF4-FFF2-40B4-BE49-F238E27FC236}">
                  <a16:creationId xmlns:a16="http://schemas.microsoft.com/office/drawing/2014/main" id="{7FB00E6E-0A99-1B89-960C-79C6DBAB8B68}"/>
                </a:ext>
              </a:extLst>
            </p:cNvPr>
            <p:cNvSpPr/>
            <p:nvPr/>
          </p:nvSpPr>
          <p:spPr>
            <a:xfrm>
              <a:off x="2970488" y="3537983"/>
              <a:ext cx="321985" cy="184709"/>
            </a:xfrm>
            <a:custGeom>
              <a:avLst/>
              <a:gdLst/>
              <a:ahLst/>
              <a:cxnLst/>
              <a:rect l="l" t="t" r="r" b="b"/>
              <a:pathLst>
                <a:path w="16529" h="9482" extrusionOk="0">
                  <a:moveTo>
                    <a:pt x="418" y="1"/>
                  </a:moveTo>
                  <a:cubicBezTo>
                    <a:pt x="194" y="1"/>
                    <a:pt x="0" y="195"/>
                    <a:pt x="0" y="442"/>
                  </a:cubicBezTo>
                  <a:lnTo>
                    <a:pt x="0" y="9482"/>
                  </a:lnTo>
                  <a:lnTo>
                    <a:pt x="16529" y="9482"/>
                  </a:lnTo>
                  <a:lnTo>
                    <a:pt x="16529" y="442"/>
                  </a:lnTo>
                  <a:cubicBezTo>
                    <a:pt x="16529" y="195"/>
                    <a:pt x="16358" y="1"/>
                    <a:pt x="16112" y="1"/>
                  </a:cubicBez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1" name="Google Shape;2943;p63">
              <a:extLst>
                <a:ext uri="{FF2B5EF4-FFF2-40B4-BE49-F238E27FC236}">
                  <a16:creationId xmlns:a16="http://schemas.microsoft.com/office/drawing/2014/main" id="{FD34BBA6-226B-9A5E-D534-5CA149C6CED4}"/>
                </a:ext>
              </a:extLst>
            </p:cNvPr>
            <p:cNvSpPr/>
            <p:nvPr/>
          </p:nvSpPr>
          <p:spPr>
            <a:xfrm>
              <a:off x="3269562" y="3537983"/>
              <a:ext cx="22908" cy="184709"/>
            </a:xfrm>
            <a:custGeom>
              <a:avLst/>
              <a:gdLst/>
              <a:ahLst/>
              <a:cxnLst/>
              <a:rect l="l" t="t" r="r" b="b"/>
              <a:pathLst>
                <a:path w="1176" h="9482" extrusionOk="0">
                  <a:moveTo>
                    <a:pt x="0" y="1"/>
                  </a:moveTo>
                  <a:cubicBezTo>
                    <a:pt x="247" y="1"/>
                    <a:pt x="418" y="195"/>
                    <a:pt x="418" y="442"/>
                  </a:cubicBezTo>
                  <a:lnTo>
                    <a:pt x="418" y="9482"/>
                  </a:lnTo>
                  <a:lnTo>
                    <a:pt x="1176" y="9482"/>
                  </a:lnTo>
                  <a:lnTo>
                    <a:pt x="1176" y="442"/>
                  </a:lnTo>
                  <a:cubicBezTo>
                    <a:pt x="1176" y="195"/>
                    <a:pt x="1005" y="1"/>
                    <a:pt x="759" y="1"/>
                  </a:cubicBez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2" name="Google Shape;2944;p63">
              <a:extLst>
                <a:ext uri="{FF2B5EF4-FFF2-40B4-BE49-F238E27FC236}">
                  <a16:creationId xmlns:a16="http://schemas.microsoft.com/office/drawing/2014/main" id="{7FBA4D7B-5B52-FF95-7996-32E9E540E9D2}"/>
                </a:ext>
              </a:extLst>
            </p:cNvPr>
            <p:cNvSpPr/>
            <p:nvPr/>
          </p:nvSpPr>
          <p:spPr>
            <a:xfrm>
              <a:off x="3001519" y="3634856"/>
              <a:ext cx="201306" cy="52927"/>
            </a:xfrm>
            <a:custGeom>
              <a:avLst/>
              <a:gdLst/>
              <a:ahLst/>
              <a:cxnLst/>
              <a:rect l="l" t="t" r="r" b="b"/>
              <a:pathLst>
                <a:path w="10334" h="2717" extrusionOk="0">
                  <a:moveTo>
                    <a:pt x="341" y="1"/>
                  </a:moveTo>
                  <a:cubicBezTo>
                    <a:pt x="171" y="1"/>
                    <a:pt x="0" y="148"/>
                    <a:pt x="0" y="341"/>
                  </a:cubicBezTo>
                  <a:lnTo>
                    <a:pt x="0" y="2375"/>
                  </a:lnTo>
                  <a:cubicBezTo>
                    <a:pt x="0" y="2569"/>
                    <a:pt x="171" y="2716"/>
                    <a:pt x="341" y="2716"/>
                  </a:cubicBezTo>
                  <a:lnTo>
                    <a:pt x="10334" y="2716"/>
                  </a:lnTo>
                  <a:lnTo>
                    <a:pt x="10334" y="1"/>
                  </a:ln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3" name="Google Shape;2945;p63">
              <a:extLst>
                <a:ext uri="{FF2B5EF4-FFF2-40B4-BE49-F238E27FC236}">
                  <a16:creationId xmlns:a16="http://schemas.microsoft.com/office/drawing/2014/main" id="{F6DD2255-8D5F-0692-3F37-16631CE83179}"/>
                </a:ext>
              </a:extLst>
            </p:cNvPr>
            <p:cNvSpPr/>
            <p:nvPr/>
          </p:nvSpPr>
          <p:spPr>
            <a:xfrm>
              <a:off x="3202804" y="3634856"/>
              <a:ext cx="58635" cy="52927"/>
            </a:xfrm>
            <a:custGeom>
              <a:avLst/>
              <a:gdLst/>
              <a:ahLst/>
              <a:cxnLst/>
              <a:rect l="l" t="t" r="r" b="b"/>
              <a:pathLst>
                <a:path w="3010" h="2717" extrusionOk="0">
                  <a:moveTo>
                    <a:pt x="1" y="1"/>
                  </a:moveTo>
                  <a:lnTo>
                    <a:pt x="1" y="2716"/>
                  </a:lnTo>
                  <a:lnTo>
                    <a:pt x="2669" y="2716"/>
                  </a:lnTo>
                  <a:cubicBezTo>
                    <a:pt x="2863" y="2716"/>
                    <a:pt x="3010" y="2569"/>
                    <a:pt x="3010" y="2375"/>
                  </a:cubicBezTo>
                  <a:lnTo>
                    <a:pt x="3010" y="341"/>
                  </a:lnTo>
                  <a:cubicBezTo>
                    <a:pt x="3010" y="148"/>
                    <a:pt x="2863" y="1"/>
                    <a:pt x="2669" y="1"/>
                  </a:cubicBezTo>
                  <a:close/>
                </a:path>
              </a:pathLst>
            </a:custGeom>
            <a:solidFill>
              <a:srgbClr val="FF61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4" name="Google Shape;2946;p63">
              <a:extLst>
                <a:ext uri="{FF2B5EF4-FFF2-40B4-BE49-F238E27FC236}">
                  <a16:creationId xmlns:a16="http://schemas.microsoft.com/office/drawing/2014/main" id="{3482583D-910B-52A3-6242-F64552D15E0A}"/>
                </a:ext>
              </a:extLst>
            </p:cNvPr>
            <p:cNvSpPr/>
            <p:nvPr/>
          </p:nvSpPr>
          <p:spPr>
            <a:xfrm>
              <a:off x="3113606" y="3740768"/>
              <a:ext cx="36213" cy="11474"/>
            </a:xfrm>
            <a:custGeom>
              <a:avLst/>
              <a:gdLst/>
              <a:ahLst/>
              <a:cxnLst/>
              <a:rect l="l" t="t" r="r" b="b"/>
              <a:pathLst>
                <a:path w="1859" h="589" extrusionOk="0">
                  <a:moveTo>
                    <a:pt x="271" y="1"/>
                  </a:moveTo>
                  <a:cubicBezTo>
                    <a:pt x="124" y="1"/>
                    <a:pt x="1" y="147"/>
                    <a:pt x="1" y="294"/>
                  </a:cubicBezTo>
                  <a:cubicBezTo>
                    <a:pt x="1" y="465"/>
                    <a:pt x="124" y="588"/>
                    <a:pt x="271" y="588"/>
                  </a:cubicBezTo>
                  <a:lnTo>
                    <a:pt x="1564" y="588"/>
                  </a:lnTo>
                  <a:cubicBezTo>
                    <a:pt x="1741" y="588"/>
                    <a:pt x="1858" y="465"/>
                    <a:pt x="1858" y="294"/>
                  </a:cubicBezTo>
                  <a:cubicBezTo>
                    <a:pt x="1858" y="147"/>
                    <a:pt x="1741" y="1"/>
                    <a:pt x="1564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5" name="Google Shape;2947;p63">
              <a:extLst>
                <a:ext uri="{FF2B5EF4-FFF2-40B4-BE49-F238E27FC236}">
                  <a16:creationId xmlns:a16="http://schemas.microsoft.com/office/drawing/2014/main" id="{FB70DDB5-1A25-0BCB-1049-B24E7F48B410}"/>
                </a:ext>
              </a:extLst>
            </p:cNvPr>
            <p:cNvSpPr/>
            <p:nvPr/>
          </p:nvSpPr>
          <p:spPr>
            <a:xfrm>
              <a:off x="2941853" y="3506971"/>
              <a:ext cx="379704" cy="326796"/>
            </a:xfrm>
            <a:custGeom>
              <a:avLst/>
              <a:gdLst/>
              <a:ahLst/>
              <a:cxnLst/>
              <a:rect l="l" t="t" r="r" b="b"/>
              <a:pathLst>
                <a:path w="19492" h="16776" extrusionOk="0">
                  <a:moveTo>
                    <a:pt x="17582" y="1887"/>
                  </a:moveTo>
                  <a:cubicBezTo>
                    <a:pt x="17658" y="1887"/>
                    <a:pt x="17728" y="1934"/>
                    <a:pt x="17728" y="2034"/>
                  </a:cubicBezTo>
                  <a:lnTo>
                    <a:pt x="17728" y="10780"/>
                  </a:lnTo>
                  <a:lnTo>
                    <a:pt x="1764" y="10780"/>
                  </a:lnTo>
                  <a:lnTo>
                    <a:pt x="1764" y="2034"/>
                  </a:lnTo>
                  <a:cubicBezTo>
                    <a:pt x="1764" y="1934"/>
                    <a:pt x="1811" y="1887"/>
                    <a:pt x="1888" y="1887"/>
                  </a:cubicBezTo>
                  <a:close/>
                  <a:moveTo>
                    <a:pt x="18933" y="11368"/>
                  </a:moveTo>
                  <a:lnTo>
                    <a:pt x="18933" y="12567"/>
                  </a:lnTo>
                  <a:lnTo>
                    <a:pt x="18904" y="12567"/>
                  </a:lnTo>
                  <a:cubicBezTo>
                    <a:pt x="18904" y="12931"/>
                    <a:pt x="18610" y="13225"/>
                    <a:pt x="18246" y="13225"/>
                  </a:cubicBezTo>
                  <a:lnTo>
                    <a:pt x="1247" y="13225"/>
                  </a:lnTo>
                  <a:cubicBezTo>
                    <a:pt x="883" y="13225"/>
                    <a:pt x="565" y="12931"/>
                    <a:pt x="565" y="12567"/>
                  </a:cubicBezTo>
                  <a:lnTo>
                    <a:pt x="565" y="11368"/>
                  </a:lnTo>
                  <a:close/>
                  <a:moveTo>
                    <a:pt x="11316" y="13813"/>
                  </a:moveTo>
                  <a:cubicBezTo>
                    <a:pt x="11316" y="14330"/>
                    <a:pt x="11386" y="15453"/>
                    <a:pt x="11533" y="16217"/>
                  </a:cubicBezTo>
                  <a:lnTo>
                    <a:pt x="7960" y="16217"/>
                  </a:lnTo>
                  <a:cubicBezTo>
                    <a:pt x="8106" y="15453"/>
                    <a:pt x="8154" y="14330"/>
                    <a:pt x="8177" y="13813"/>
                  </a:cubicBezTo>
                  <a:close/>
                  <a:moveTo>
                    <a:pt x="1247" y="0"/>
                  </a:moveTo>
                  <a:cubicBezTo>
                    <a:pt x="565" y="0"/>
                    <a:pt x="1" y="564"/>
                    <a:pt x="1" y="1252"/>
                  </a:cubicBezTo>
                  <a:lnTo>
                    <a:pt x="1" y="8012"/>
                  </a:lnTo>
                  <a:cubicBezTo>
                    <a:pt x="1" y="8158"/>
                    <a:pt x="124" y="8282"/>
                    <a:pt x="271" y="8282"/>
                  </a:cubicBezTo>
                  <a:cubicBezTo>
                    <a:pt x="442" y="8282"/>
                    <a:pt x="565" y="8158"/>
                    <a:pt x="565" y="8012"/>
                  </a:cubicBezTo>
                  <a:lnTo>
                    <a:pt x="565" y="1252"/>
                  </a:lnTo>
                  <a:cubicBezTo>
                    <a:pt x="565" y="882"/>
                    <a:pt x="883" y="564"/>
                    <a:pt x="1247" y="564"/>
                  </a:cubicBezTo>
                  <a:lnTo>
                    <a:pt x="18246" y="564"/>
                  </a:lnTo>
                  <a:cubicBezTo>
                    <a:pt x="18610" y="564"/>
                    <a:pt x="18904" y="882"/>
                    <a:pt x="18904" y="1252"/>
                  </a:cubicBezTo>
                  <a:lnTo>
                    <a:pt x="18904" y="10780"/>
                  </a:lnTo>
                  <a:lnTo>
                    <a:pt x="18293" y="10780"/>
                  </a:lnTo>
                  <a:lnTo>
                    <a:pt x="18293" y="2034"/>
                  </a:lnTo>
                  <a:cubicBezTo>
                    <a:pt x="18293" y="1640"/>
                    <a:pt x="17975" y="1323"/>
                    <a:pt x="17582" y="1323"/>
                  </a:cubicBezTo>
                  <a:lnTo>
                    <a:pt x="1888" y="1323"/>
                  </a:lnTo>
                  <a:cubicBezTo>
                    <a:pt x="1494" y="1323"/>
                    <a:pt x="1177" y="1640"/>
                    <a:pt x="1177" y="2034"/>
                  </a:cubicBezTo>
                  <a:lnTo>
                    <a:pt x="1177" y="10780"/>
                  </a:lnTo>
                  <a:lnTo>
                    <a:pt x="565" y="10780"/>
                  </a:lnTo>
                  <a:lnTo>
                    <a:pt x="565" y="9334"/>
                  </a:lnTo>
                  <a:cubicBezTo>
                    <a:pt x="565" y="9187"/>
                    <a:pt x="442" y="9040"/>
                    <a:pt x="271" y="9040"/>
                  </a:cubicBezTo>
                  <a:cubicBezTo>
                    <a:pt x="124" y="9040"/>
                    <a:pt x="1" y="9187"/>
                    <a:pt x="1" y="9334"/>
                  </a:cubicBezTo>
                  <a:lnTo>
                    <a:pt x="1" y="12567"/>
                  </a:lnTo>
                  <a:cubicBezTo>
                    <a:pt x="1" y="13249"/>
                    <a:pt x="565" y="13813"/>
                    <a:pt x="1247" y="13813"/>
                  </a:cubicBezTo>
                  <a:lnTo>
                    <a:pt x="7619" y="13813"/>
                  </a:lnTo>
                  <a:cubicBezTo>
                    <a:pt x="7589" y="14454"/>
                    <a:pt x="7519" y="15600"/>
                    <a:pt x="7372" y="16217"/>
                  </a:cubicBezTo>
                  <a:lnTo>
                    <a:pt x="6390" y="16217"/>
                  </a:lnTo>
                  <a:cubicBezTo>
                    <a:pt x="6220" y="16217"/>
                    <a:pt x="6096" y="16334"/>
                    <a:pt x="6096" y="16481"/>
                  </a:cubicBezTo>
                  <a:cubicBezTo>
                    <a:pt x="6096" y="16658"/>
                    <a:pt x="6220" y="16775"/>
                    <a:pt x="6390" y="16775"/>
                  </a:cubicBezTo>
                  <a:lnTo>
                    <a:pt x="13103" y="16775"/>
                  </a:lnTo>
                  <a:cubicBezTo>
                    <a:pt x="13273" y="16775"/>
                    <a:pt x="13397" y="16658"/>
                    <a:pt x="13397" y="16481"/>
                  </a:cubicBezTo>
                  <a:cubicBezTo>
                    <a:pt x="13397" y="16334"/>
                    <a:pt x="13273" y="16217"/>
                    <a:pt x="13103" y="16217"/>
                  </a:cubicBezTo>
                  <a:lnTo>
                    <a:pt x="12121" y="16217"/>
                  </a:lnTo>
                  <a:cubicBezTo>
                    <a:pt x="11974" y="15600"/>
                    <a:pt x="11904" y="14454"/>
                    <a:pt x="11880" y="13813"/>
                  </a:cubicBezTo>
                  <a:lnTo>
                    <a:pt x="18246" y="13813"/>
                  </a:lnTo>
                  <a:cubicBezTo>
                    <a:pt x="18933" y="13813"/>
                    <a:pt x="19492" y="13249"/>
                    <a:pt x="19492" y="12567"/>
                  </a:cubicBezTo>
                  <a:lnTo>
                    <a:pt x="19492" y="1252"/>
                  </a:lnTo>
                  <a:cubicBezTo>
                    <a:pt x="19492" y="564"/>
                    <a:pt x="18933" y="0"/>
                    <a:pt x="18246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6" name="Google Shape;2948;p63">
              <a:extLst>
                <a:ext uri="{FF2B5EF4-FFF2-40B4-BE49-F238E27FC236}">
                  <a16:creationId xmlns:a16="http://schemas.microsoft.com/office/drawing/2014/main" id="{8BAF879C-244A-2DF0-D39B-4E1419810EEC}"/>
                </a:ext>
              </a:extLst>
            </p:cNvPr>
            <p:cNvSpPr/>
            <p:nvPr/>
          </p:nvSpPr>
          <p:spPr>
            <a:xfrm>
              <a:off x="2996240" y="3629129"/>
              <a:ext cx="270928" cy="64362"/>
            </a:xfrm>
            <a:custGeom>
              <a:avLst/>
              <a:gdLst/>
              <a:ahLst/>
              <a:cxnLst/>
              <a:rect l="l" t="t" r="r" b="b"/>
              <a:pathLst>
                <a:path w="13908" h="3304" extrusionOk="0">
                  <a:moveTo>
                    <a:pt x="13273" y="588"/>
                  </a:moveTo>
                  <a:cubicBezTo>
                    <a:pt x="13297" y="588"/>
                    <a:pt x="13349" y="612"/>
                    <a:pt x="13349" y="635"/>
                  </a:cubicBezTo>
                  <a:lnTo>
                    <a:pt x="13349" y="2669"/>
                  </a:lnTo>
                  <a:cubicBezTo>
                    <a:pt x="13349" y="2693"/>
                    <a:pt x="13297" y="2746"/>
                    <a:pt x="13273" y="2746"/>
                  </a:cubicBezTo>
                  <a:lnTo>
                    <a:pt x="10898" y="2746"/>
                  </a:lnTo>
                  <a:lnTo>
                    <a:pt x="10898" y="588"/>
                  </a:lnTo>
                  <a:close/>
                  <a:moveTo>
                    <a:pt x="612" y="1"/>
                  </a:moveTo>
                  <a:cubicBezTo>
                    <a:pt x="271" y="1"/>
                    <a:pt x="1" y="295"/>
                    <a:pt x="1" y="635"/>
                  </a:cubicBezTo>
                  <a:lnTo>
                    <a:pt x="1" y="2669"/>
                  </a:lnTo>
                  <a:cubicBezTo>
                    <a:pt x="1" y="3010"/>
                    <a:pt x="271" y="3304"/>
                    <a:pt x="612" y="3304"/>
                  </a:cubicBezTo>
                  <a:lnTo>
                    <a:pt x="13273" y="3304"/>
                  </a:lnTo>
                  <a:cubicBezTo>
                    <a:pt x="13614" y="3304"/>
                    <a:pt x="13908" y="3010"/>
                    <a:pt x="13908" y="2669"/>
                  </a:cubicBezTo>
                  <a:lnTo>
                    <a:pt x="13908" y="635"/>
                  </a:lnTo>
                  <a:cubicBezTo>
                    <a:pt x="13908" y="295"/>
                    <a:pt x="13614" y="1"/>
                    <a:pt x="13273" y="1"/>
                  </a:cubicBezTo>
                  <a:lnTo>
                    <a:pt x="8718" y="1"/>
                  </a:lnTo>
                  <a:cubicBezTo>
                    <a:pt x="8571" y="1"/>
                    <a:pt x="8424" y="148"/>
                    <a:pt x="8424" y="295"/>
                  </a:cubicBezTo>
                  <a:cubicBezTo>
                    <a:pt x="8424" y="442"/>
                    <a:pt x="8571" y="588"/>
                    <a:pt x="8718" y="588"/>
                  </a:cubicBezTo>
                  <a:lnTo>
                    <a:pt x="10311" y="588"/>
                  </a:lnTo>
                  <a:lnTo>
                    <a:pt x="10311" y="2746"/>
                  </a:lnTo>
                  <a:lnTo>
                    <a:pt x="612" y="2746"/>
                  </a:lnTo>
                  <a:cubicBezTo>
                    <a:pt x="589" y="2746"/>
                    <a:pt x="565" y="2693"/>
                    <a:pt x="565" y="2669"/>
                  </a:cubicBezTo>
                  <a:lnTo>
                    <a:pt x="565" y="635"/>
                  </a:lnTo>
                  <a:cubicBezTo>
                    <a:pt x="565" y="612"/>
                    <a:pt x="589" y="588"/>
                    <a:pt x="612" y="588"/>
                  </a:cubicBezTo>
                  <a:lnTo>
                    <a:pt x="7372" y="588"/>
                  </a:lnTo>
                  <a:cubicBezTo>
                    <a:pt x="7519" y="588"/>
                    <a:pt x="7666" y="442"/>
                    <a:pt x="7666" y="295"/>
                  </a:cubicBezTo>
                  <a:cubicBezTo>
                    <a:pt x="7666" y="148"/>
                    <a:pt x="7519" y="1"/>
                    <a:pt x="7372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7" name="Google Shape;2949;p63">
              <a:extLst>
                <a:ext uri="{FF2B5EF4-FFF2-40B4-BE49-F238E27FC236}">
                  <a16:creationId xmlns:a16="http://schemas.microsoft.com/office/drawing/2014/main" id="{AE3B550C-4792-9354-D69E-BDF80232C352}"/>
                </a:ext>
              </a:extLst>
            </p:cNvPr>
            <p:cNvSpPr/>
            <p:nvPr/>
          </p:nvSpPr>
          <p:spPr>
            <a:xfrm>
              <a:off x="3218038" y="3647031"/>
              <a:ext cx="28636" cy="28382"/>
            </a:xfrm>
            <a:custGeom>
              <a:avLst/>
              <a:gdLst/>
              <a:ahLst/>
              <a:cxnLst/>
              <a:rect l="l" t="t" r="r" b="b"/>
              <a:pathLst>
                <a:path w="1470" h="1457" extrusionOk="0">
                  <a:moveTo>
                    <a:pt x="588" y="381"/>
                  </a:moveTo>
                  <a:cubicBezTo>
                    <a:pt x="664" y="381"/>
                    <a:pt x="711" y="404"/>
                    <a:pt x="759" y="451"/>
                  </a:cubicBezTo>
                  <a:cubicBezTo>
                    <a:pt x="835" y="551"/>
                    <a:pt x="835" y="675"/>
                    <a:pt x="759" y="769"/>
                  </a:cubicBezTo>
                  <a:cubicBezTo>
                    <a:pt x="711" y="807"/>
                    <a:pt x="651" y="826"/>
                    <a:pt x="593" y="826"/>
                  </a:cubicBezTo>
                  <a:cubicBezTo>
                    <a:pt x="535" y="826"/>
                    <a:pt x="479" y="807"/>
                    <a:pt x="441" y="769"/>
                  </a:cubicBezTo>
                  <a:cubicBezTo>
                    <a:pt x="347" y="675"/>
                    <a:pt x="347" y="551"/>
                    <a:pt x="441" y="451"/>
                  </a:cubicBezTo>
                  <a:cubicBezTo>
                    <a:pt x="494" y="404"/>
                    <a:pt x="541" y="381"/>
                    <a:pt x="588" y="381"/>
                  </a:cubicBezTo>
                  <a:close/>
                  <a:moveTo>
                    <a:pt x="602" y="0"/>
                  </a:moveTo>
                  <a:cubicBezTo>
                    <a:pt x="448" y="0"/>
                    <a:pt x="294" y="60"/>
                    <a:pt x="171" y="181"/>
                  </a:cubicBezTo>
                  <a:cubicBezTo>
                    <a:pt x="53" y="304"/>
                    <a:pt x="0" y="451"/>
                    <a:pt x="0" y="598"/>
                  </a:cubicBezTo>
                  <a:cubicBezTo>
                    <a:pt x="0" y="769"/>
                    <a:pt x="53" y="916"/>
                    <a:pt x="171" y="1039"/>
                  </a:cubicBezTo>
                  <a:cubicBezTo>
                    <a:pt x="294" y="1162"/>
                    <a:pt x="441" y="1209"/>
                    <a:pt x="588" y="1209"/>
                  </a:cubicBezTo>
                  <a:cubicBezTo>
                    <a:pt x="688" y="1209"/>
                    <a:pt x="788" y="1186"/>
                    <a:pt x="858" y="1139"/>
                  </a:cubicBezTo>
                  <a:lnTo>
                    <a:pt x="1129" y="1409"/>
                  </a:lnTo>
                  <a:cubicBezTo>
                    <a:pt x="1176" y="1456"/>
                    <a:pt x="1229" y="1456"/>
                    <a:pt x="1276" y="1456"/>
                  </a:cubicBezTo>
                  <a:cubicBezTo>
                    <a:pt x="1323" y="1456"/>
                    <a:pt x="1376" y="1456"/>
                    <a:pt x="1399" y="1409"/>
                  </a:cubicBezTo>
                  <a:cubicBezTo>
                    <a:pt x="1470" y="1333"/>
                    <a:pt x="1470" y="1209"/>
                    <a:pt x="1399" y="1139"/>
                  </a:cubicBezTo>
                  <a:lnTo>
                    <a:pt x="1129" y="869"/>
                  </a:lnTo>
                  <a:cubicBezTo>
                    <a:pt x="1252" y="651"/>
                    <a:pt x="1229" y="381"/>
                    <a:pt x="1029" y="181"/>
                  </a:cubicBezTo>
                  <a:cubicBezTo>
                    <a:pt x="908" y="60"/>
                    <a:pt x="756" y="0"/>
                    <a:pt x="602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2950;p63">
              <a:extLst>
                <a:ext uri="{FF2B5EF4-FFF2-40B4-BE49-F238E27FC236}">
                  <a16:creationId xmlns:a16="http://schemas.microsoft.com/office/drawing/2014/main" id="{3EEE4DF2-0AC0-3D0B-63CD-0096BEE7D730}"/>
                </a:ext>
              </a:extLst>
            </p:cNvPr>
            <p:cNvSpPr/>
            <p:nvPr/>
          </p:nvSpPr>
          <p:spPr>
            <a:xfrm>
              <a:off x="3079263" y="3563755"/>
              <a:ext cx="44785" cy="51992"/>
            </a:xfrm>
            <a:custGeom>
              <a:avLst/>
              <a:gdLst/>
              <a:ahLst/>
              <a:cxnLst/>
              <a:rect l="l" t="t" r="r" b="b"/>
              <a:pathLst>
                <a:path w="2299" h="2669" extrusionOk="0">
                  <a:moveTo>
                    <a:pt x="1152" y="1006"/>
                  </a:moveTo>
                  <a:lnTo>
                    <a:pt x="1370" y="1593"/>
                  </a:lnTo>
                  <a:lnTo>
                    <a:pt x="929" y="1593"/>
                  </a:lnTo>
                  <a:lnTo>
                    <a:pt x="1152" y="1006"/>
                  </a:lnTo>
                  <a:close/>
                  <a:moveTo>
                    <a:pt x="1152" y="0"/>
                  </a:moveTo>
                  <a:cubicBezTo>
                    <a:pt x="1029" y="0"/>
                    <a:pt x="906" y="100"/>
                    <a:pt x="859" y="224"/>
                  </a:cubicBezTo>
                  <a:lnTo>
                    <a:pt x="71" y="2281"/>
                  </a:lnTo>
                  <a:cubicBezTo>
                    <a:pt x="0" y="2428"/>
                    <a:pt x="71" y="2598"/>
                    <a:pt x="218" y="2645"/>
                  </a:cubicBezTo>
                  <a:cubicBezTo>
                    <a:pt x="271" y="2669"/>
                    <a:pt x="294" y="2669"/>
                    <a:pt x="341" y="2669"/>
                  </a:cubicBezTo>
                  <a:cubicBezTo>
                    <a:pt x="441" y="2669"/>
                    <a:pt x="565" y="2598"/>
                    <a:pt x="588" y="2475"/>
                  </a:cubicBezTo>
                  <a:lnTo>
                    <a:pt x="712" y="2158"/>
                  </a:lnTo>
                  <a:lnTo>
                    <a:pt x="1593" y="2158"/>
                  </a:lnTo>
                  <a:lnTo>
                    <a:pt x="1711" y="2475"/>
                  </a:lnTo>
                  <a:cubicBezTo>
                    <a:pt x="1753" y="2591"/>
                    <a:pt x="1868" y="2660"/>
                    <a:pt x="1988" y="2660"/>
                  </a:cubicBezTo>
                  <a:cubicBezTo>
                    <a:pt x="2019" y="2660"/>
                    <a:pt x="2051" y="2655"/>
                    <a:pt x="2081" y="2645"/>
                  </a:cubicBezTo>
                  <a:cubicBezTo>
                    <a:pt x="2228" y="2598"/>
                    <a:pt x="2299" y="2428"/>
                    <a:pt x="2252" y="2281"/>
                  </a:cubicBezTo>
                  <a:lnTo>
                    <a:pt x="1470" y="224"/>
                  </a:lnTo>
                  <a:cubicBezTo>
                    <a:pt x="1417" y="100"/>
                    <a:pt x="1299" y="0"/>
                    <a:pt x="1152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2951;p63">
              <a:extLst>
                <a:ext uri="{FF2B5EF4-FFF2-40B4-BE49-F238E27FC236}">
                  <a16:creationId xmlns:a16="http://schemas.microsoft.com/office/drawing/2014/main" id="{79C43BD1-0F20-E0FC-E929-8B38DC1B829E}"/>
                </a:ext>
              </a:extLst>
            </p:cNvPr>
            <p:cNvSpPr/>
            <p:nvPr/>
          </p:nvSpPr>
          <p:spPr>
            <a:xfrm>
              <a:off x="3227076" y="3563755"/>
              <a:ext cx="39174" cy="51992"/>
            </a:xfrm>
            <a:custGeom>
              <a:avLst/>
              <a:gdLst/>
              <a:ahLst/>
              <a:cxnLst/>
              <a:rect l="l" t="t" r="r" b="b"/>
              <a:pathLst>
                <a:path w="2011" h="2669" extrusionOk="0">
                  <a:moveTo>
                    <a:pt x="295" y="0"/>
                  </a:moveTo>
                  <a:cubicBezTo>
                    <a:pt x="124" y="0"/>
                    <a:pt x="1" y="147"/>
                    <a:pt x="1" y="294"/>
                  </a:cubicBezTo>
                  <a:lnTo>
                    <a:pt x="1" y="2375"/>
                  </a:lnTo>
                  <a:cubicBezTo>
                    <a:pt x="1" y="2546"/>
                    <a:pt x="124" y="2669"/>
                    <a:pt x="295" y="2669"/>
                  </a:cubicBezTo>
                  <a:cubicBezTo>
                    <a:pt x="441" y="2669"/>
                    <a:pt x="565" y="2546"/>
                    <a:pt x="565" y="2375"/>
                  </a:cubicBezTo>
                  <a:lnTo>
                    <a:pt x="565" y="1593"/>
                  </a:lnTo>
                  <a:lnTo>
                    <a:pt x="1447" y="1593"/>
                  </a:lnTo>
                  <a:lnTo>
                    <a:pt x="1447" y="2375"/>
                  </a:lnTo>
                  <a:cubicBezTo>
                    <a:pt x="1447" y="2546"/>
                    <a:pt x="1570" y="2669"/>
                    <a:pt x="1717" y="2669"/>
                  </a:cubicBezTo>
                  <a:cubicBezTo>
                    <a:pt x="1887" y="2669"/>
                    <a:pt x="2011" y="2546"/>
                    <a:pt x="2011" y="2375"/>
                  </a:cubicBezTo>
                  <a:lnTo>
                    <a:pt x="2011" y="294"/>
                  </a:lnTo>
                  <a:cubicBezTo>
                    <a:pt x="2011" y="147"/>
                    <a:pt x="1887" y="0"/>
                    <a:pt x="1717" y="0"/>
                  </a:cubicBezTo>
                  <a:cubicBezTo>
                    <a:pt x="1570" y="0"/>
                    <a:pt x="1447" y="147"/>
                    <a:pt x="1447" y="294"/>
                  </a:cubicBezTo>
                  <a:lnTo>
                    <a:pt x="1447" y="1029"/>
                  </a:lnTo>
                  <a:lnTo>
                    <a:pt x="565" y="1029"/>
                  </a:lnTo>
                  <a:lnTo>
                    <a:pt x="565" y="294"/>
                  </a:lnTo>
                  <a:cubicBezTo>
                    <a:pt x="565" y="147"/>
                    <a:pt x="441" y="0"/>
                    <a:pt x="295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2952;p63">
              <a:extLst>
                <a:ext uri="{FF2B5EF4-FFF2-40B4-BE49-F238E27FC236}">
                  <a16:creationId xmlns:a16="http://schemas.microsoft.com/office/drawing/2014/main" id="{39363F58-BF14-ABF0-FD1A-417BC62FB535}"/>
                </a:ext>
              </a:extLst>
            </p:cNvPr>
            <p:cNvSpPr/>
            <p:nvPr/>
          </p:nvSpPr>
          <p:spPr>
            <a:xfrm>
              <a:off x="3043888" y="3564203"/>
              <a:ext cx="28188" cy="51544"/>
            </a:xfrm>
            <a:custGeom>
              <a:avLst/>
              <a:gdLst/>
              <a:ahLst/>
              <a:cxnLst/>
              <a:rect l="l" t="t" r="r" b="b"/>
              <a:pathLst>
                <a:path w="1447" h="2646" extrusionOk="0">
                  <a:moveTo>
                    <a:pt x="294" y="1"/>
                  </a:moveTo>
                  <a:cubicBezTo>
                    <a:pt x="147" y="1"/>
                    <a:pt x="0" y="124"/>
                    <a:pt x="0" y="295"/>
                  </a:cubicBezTo>
                  <a:lnTo>
                    <a:pt x="0" y="2352"/>
                  </a:lnTo>
                  <a:cubicBezTo>
                    <a:pt x="0" y="2523"/>
                    <a:pt x="147" y="2646"/>
                    <a:pt x="294" y="2646"/>
                  </a:cubicBezTo>
                  <a:lnTo>
                    <a:pt x="1176" y="2646"/>
                  </a:lnTo>
                  <a:cubicBezTo>
                    <a:pt x="1323" y="2646"/>
                    <a:pt x="1446" y="2523"/>
                    <a:pt x="1446" y="2352"/>
                  </a:cubicBezTo>
                  <a:cubicBezTo>
                    <a:pt x="1446" y="2205"/>
                    <a:pt x="1323" y="2058"/>
                    <a:pt x="1176" y="2058"/>
                  </a:cubicBezTo>
                  <a:lnTo>
                    <a:pt x="588" y="2058"/>
                  </a:lnTo>
                  <a:lnTo>
                    <a:pt x="588" y="1617"/>
                  </a:lnTo>
                  <a:lnTo>
                    <a:pt x="1105" y="1617"/>
                  </a:lnTo>
                  <a:cubicBezTo>
                    <a:pt x="1252" y="1617"/>
                    <a:pt x="1399" y="1470"/>
                    <a:pt x="1399" y="1323"/>
                  </a:cubicBezTo>
                  <a:cubicBezTo>
                    <a:pt x="1399" y="1177"/>
                    <a:pt x="1252" y="1030"/>
                    <a:pt x="1105" y="1030"/>
                  </a:cubicBezTo>
                  <a:lnTo>
                    <a:pt x="588" y="1030"/>
                  </a:lnTo>
                  <a:lnTo>
                    <a:pt x="588" y="589"/>
                  </a:lnTo>
                  <a:lnTo>
                    <a:pt x="1176" y="589"/>
                  </a:lnTo>
                  <a:cubicBezTo>
                    <a:pt x="1323" y="589"/>
                    <a:pt x="1446" y="442"/>
                    <a:pt x="1446" y="295"/>
                  </a:cubicBezTo>
                  <a:cubicBezTo>
                    <a:pt x="1446" y="124"/>
                    <a:pt x="1323" y="1"/>
                    <a:pt x="1176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1" name="Google Shape;2953;p63">
              <a:extLst>
                <a:ext uri="{FF2B5EF4-FFF2-40B4-BE49-F238E27FC236}">
                  <a16:creationId xmlns:a16="http://schemas.microsoft.com/office/drawing/2014/main" id="{EC65C7DE-EE78-30C4-1894-92D5ED648FFE}"/>
                </a:ext>
              </a:extLst>
            </p:cNvPr>
            <p:cNvSpPr/>
            <p:nvPr/>
          </p:nvSpPr>
          <p:spPr>
            <a:xfrm>
              <a:off x="3173273" y="3563755"/>
              <a:ext cx="44785" cy="51992"/>
            </a:xfrm>
            <a:custGeom>
              <a:avLst/>
              <a:gdLst/>
              <a:ahLst/>
              <a:cxnLst/>
              <a:rect l="l" t="t" r="r" b="b"/>
              <a:pathLst>
                <a:path w="2299" h="2669" extrusionOk="0">
                  <a:moveTo>
                    <a:pt x="1346" y="0"/>
                  </a:moveTo>
                  <a:cubicBezTo>
                    <a:pt x="611" y="0"/>
                    <a:pt x="0" y="612"/>
                    <a:pt x="0" y="1346"/>
                  </a:cubicBezTo>
                  <a:cubicBezTo>
                    <a:pt x="0" y="2081"/>
                    <a:pt x="611" y="2669"/>
                    <a:pt x="1346" y="2669"/>
                  </a:cubicBezTo>
                  <a:cubicBezTo>
                    <a:pt x="1616" y="2669"/>
                    <a:pt x="1881" y="2575"/>
                    <a:pt x="2104" y="2375"/>
                  </a:cubicBezTo>
                  <a:cubicBezTo>
                    <a:pt x="2128" y="2352"/>
                    <a:pt x="2175" y="2305"/>
                    <a:pt x="2204" y="2281"/>
                  </a:cubicBezTo>
                  <a:cubicBezTo>
                    <a:pt x="2298" y="2158"/>
                    <a:pt x="2298" y="1958"/>
                    <a:pt x="2175" y="1864"/>
                  </a:cubicBezTo>
                  <a:cubicBezTo>
                    <a:pt x="2125" y="1822"/>
                    <a:pt x="2061" y="1801"/>
                    <a:pt x="1996" y="1801"/>
                  </a:cubicBezTo>
                  <a:cubicBezTo>
                    <a:pt x="1908" y="1801"/>
                    <a:pt x="1818" y="1839"/>
                    <a:pt x="1763" y="1911"/>
                  </a:cubicBezTo>
                  <a:cubicBezTo>
                    <a:pt x="1763" y="1911"/>
                    <a:pt x="1734" y="1934"/>
                    <a:pt x="1710" y="1958"/>
                  </a:cubicBezTo>
                  <a:cubicBezTo>
                    <a:pt x="1616" y="2058"/>
                    <a:pt x="1493" y="2081"/>
                    <a:pt x="1346" y="2081"/>
                  </a:cubicBezTo>
                  <a:cubicBezTo>
                    <a:pt x="905" y="2081"/>
                    <a:pt x="588" y="1764"/>
                    <a:pt x="588" y="1346"/>
                  </a:cubicBezTo>
                  <a:cubicBezTo>
                    <a:pt x="588" y="929"/>
                    <a:pt x="905" y="588"/>
                    <a:pt x="1346" y="588"/>
                  </a:cubicBezTo>
                  <a:cubicBezTo>
                    <a:pt x="1493" y="588"/>
                    <a:pt x="1640" y="635"/>
                    <a:pt x="1763" y="712"/>
                  </a:cubicBezTo>
                  <a:cubicBezTo>
                    <a:pt x="1806" y="748"/>
                    <a:pt x="1856" y="764"/>
                    <a:pt x="1908" y="764"/>
                  </a:cubicBezTo>
                  <a:cubicBezTo>
                    <a:pt x="1998" y="764"/>
                    <a:pt x="2091" y="714"/>
                    <a:pt x="2151" y="635"/>
                  </a:cubicBezTo>
                  <a:cubicBezTo>
                    <a:pt x="2251" y="518"/>
                    <a:pt x="2204" y="318"/>
                    <a:pt x="2081" y="247"/>
                  </a:cubicBezTo>
                  <a:cubicBezTo>
                    <a:pt x="1857" y="100"/>
                    <a:pt x="1587" y="0"/>
                    <a:pt x="1346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2" name="Google Shape;2954;p63">
              <a:extLst>
                <a:ext uri="{FF2B5EF4-FFF2-40B4-BE49-F238E27FC236}">
                  <a16:creationId xmlns:a16="http://schemas.microsoft.com/office/drawing/2014/main" id="{8081776D-1358-DC4E-75EA-DC4BA1335303}"/>
                </a:ext>
              </a:extLst>
            </p:cNvPr>
            <p:cNvSpPr/>
            <p:nvPr/>
          </p:nvSpPr>
          <p:spPr>
            <a:xfrm>
              <a:off x="2996240" y="3563833"/>
              <a:ext cx="39077" cy="51914"/>
            </a:xfrm>
            <a:custGeom>
              <a:avLst/>
              <a:gdLst/>
              <a:ahLst/>
              <a:cxnLst/>
              <a:rect l="l" t="t" r="r" b="b"/>
              <a:pathLst>
                <a:path w="2006" h="2665" extrusionOk="0">
                  <a:moveTo>
                    <a:pt x="1011" y="1"/>
                  </a:moveTo>
                  <a:cubicBezTo>
                    <a:pt x="916" y="1"/>
                    <a:pt x="816" y="13"/>
                    <a:pt x="712" y="43"/>
                  </a:cubicBezTo>
                  <a:cubicBezTo>
                    <a:pt x="418" y="143"/>
                    <a:pt x="195" y="367"/>
                    <a:pt x="171" y="661"/>
                  </a:cubicBezTo>
                  <a:cubicBezTo>
                    <a:pt x="95" y="1025"/>
                    <a:pt x="318" y="1295"/>
                    <a:pt x="636" y="1419"/>
                  </a:cubicBezTo>
                  <a:cubicBezTo>
                    <a:pt x="806" y="1489"/>
                    <a:pt x="977" y="1566"/>
                    <a:pt x="1124" y="1613"/>
                  </a:cubicBezTo>
                  <a:cubicBezTo>
                    <a:pt x="1200" y="1636"/>
                    <a:pt x="1417" y="1736"/>
                    <a:pt x="1394" y="1883"/>
                  </a:cubicBezTo>
                  <a:cubicBezTo>
                    <a:pt x="1370" y="1983"/>
                    <a:pt x="1247" y="2077"/>
                    <a:pt x="1053" y="2077"/>
                  </a:cubicBezTo>
                  <a:cubicBezTo>
                    <a:pt x="859" y="2077"/>
                    <a:pt x="659" y="2007"/>
                    <a:pt x="536" y="1883"/>
                  </a:cubicBezTo>
                  <a:cubicBezTo>
                    <a:pt x="486" y="1818"/>
                    <a:pt x="407" y="1787"/>
                    <a:pt x="327" y="1787"/>
                  </a:cubicBezTo>
                  <a:cubicBezTo>
                    <a:pt x="254" y="1787"/>
                    <a:pt x="180" y="1812"/>
                    <a:pt x="124" y="1860"/>
                  </a:cubicBezTo>
                  <a:cubicBezTo>
                    <a:pt x="24" y="1954"/>
                    <a:pt x="1" y="2154"/>
                    <a:pt x="124" y="2248"/>
                  </a:cubicBezTo>
                  <a:cubicBezTo>
                    <a:pt x="342" y="2518"/>
                    <a:pt x="683" y="2665"/>
                    <a:pt x="1053" y="2665"/>
                  </a:cubicBezTo>
                  <a:cubicBezTo>
                    <a:pt x="1494" y="2665"/>
                    <a:pt x="1888" y="2371"/>
                    <a:pt x="1958" y="1983"/>
                  </a:cubicBezTo>
                  <a:cubicBezTo>
                    <a:pt x="2005" y="1660"/>
                    <a:pt x="1858" y="1272"/>
                    <a:pt x="1323" y="1072"/>
                  </a:cubicBezTo>
                  <a:cubicBezTo>
                    <a:pt x="1077" y="1002"/>
                    <a:pt x="830" y="878"/>
                    <a:pt x="759" y="855"/>
                  </a:cubicBezTo>
                  <a:cubicBezTo>
                    <a:pt x="736" y="831"/>
                    <a:pt x="736" y="755"/>
                    <a:pt x="736" y="755"/>
                  </a:cubicBezTo>
                  <a:cubicBezTo>
                    <a:pt x="736" y="708"/>
                    <a:pt x="759" y="631"/>
                    <a:pt x="883" y="608"/>
                  </a:cubicBezTo>
                  <a:cubicBezTo>
                    <a:pt x="931" y="591"/>
                    <a:pt x="979" y="584"/>
                    <a:pt x="1025" y="584"/>
                  </a:cubicBezTo>
                  <a:cubicBezTo>
                    <a:pt x="1239" y="584"/>
                    <a:pt x="1417" y="731"/>
                    <a:pt x="1417" y="731"/>
                  </a:cubicBezTo>
                  <a:cubicBezTo>
                    <a:pt x="1470" y="773"/>
                    <a:pt x="1530" y="793"/>
                    <a:pt x="1592" y="793"/>
                  </a:cubicBezTo>
                  <a:cubicBezTo>
                    <a:pt x="1676" y="793"/>
                    <a:pt x="1763" y="756"/>
                    <a:pt x="1835" y="684"/>
                  </a:cubicBezTo>
                  <a:cubicBezTo>
                    <a:pt x="1935" y="561"/>
                    <a:pt x="1911" y="390"/>
                    <a:pt x="1788" y="290"/>
                  </a:cubicBezTo>
                  <a:cubicBezTo>
                    <a:pt x="1768" y="271"/>
                    <a:pt x="1450" y="1"/>
                    <a:pt x="1011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2955;p63">
              <a:extLst>
                <a:ext uri="{FF2B5EF4-FFF2-40B4-BE49-F238E27FC236}">
                  <a16:creationId xmlns:a16="http://schemas.microsoft.com/office/drawing/2014/main" id="{4AB456F6-78AF-87AB-783E-5A301193A8CD}"/>
                </a:ext>
              </a:extLst>
            </p:cNvPr>
            <p:cNvSpPr/>
            <p:nvPr/>
          </p:nvSpPr>
          <p:spPr>
            <a:xfrm>
              <a:off x="3132618" y="3563755"/>
              <a:ext cx="33915" cy="51992"/>
            </a:xfrm>
            <a:custGeom>
              <a:avLst/>
              <a:gdLst/>
              <a:ahLst/>
              <a:cxnLst/>
              <a:rect l="l" t="t" r="r" b="b"/>
              <a:pathLst>
                <a:path w="1741" h="2669" extrusionOk="0">
                  <a:moveTo>
                    <a:pt x="859" y="588"/>
                  </a:moveTo>
                  <a:cubicBezTo>
                    <a:pt x="1006" y="588"/>
                    <a:pt x="1129" y="712"/>
                    <a:pt x="1129" y="835"/>
                  </a:cubicBezTo>
                  <a:cubicBezTo>
                    <a:pt x="1129" y="982"/>
                    <a:pt x="1006" y="1105"/>
                    <a:pt x="859" y="1105"/>
                  </a:cubicBezTo>
                  <a:lnTo>
                    <a:pt x="588" y="1105"/>
                  </a:lnTo>
                  <a:lnTo>
                    <a:pt x="588" y="588"/>
                  </a:lnTo>
                  <a:close/>
                  <a:moveTo>
                    <a:pt x="294" y="0"/>
                  </a:moveTo>
                  <a:cubicBezTo>
                    <a:pt x="147" y="0"/>
                    <a:pt x="0" y="147"/>
                    <a:pt x="0" y="294"/>
                  </a:cubicBezTo>
                  <a:lnTo>
                    <a:pt x="0" y="2375"/>
                  </a:lnTo>
                  <a:cubicBezTo>
                    <a:pt x="0" y="2546"/>
                    <a:pt x="147" y="2669"/>
                    <a:pt x="294" y="2669"/>
                  </a:cubicBezTo>
                  <a:cubicBezTo>
                    <a:pt x="441" y="2669"/>
                    <a:pt x="588" y="2546"/>
                    <a:pt x="588" y="2375"/>
                  </a:cubicBezTo>
                  <a:lnTo>
                    <a:pt x="588" y="1864"/>
                  </a:lnTo>
                  <a:lnTo>
                    <a:pt x="1205" y="2575"/>
                  </a:lnTo>
                  <a:cubicBezTo>
                    <a:pt x="1276" y="2622"/>
                    <a:pt x="1352" y="2669"/>
                    <a:pt x="1423" y="2669"/>
                  </a:cubicBezTo>
                  <a:cubicBezTo>
                    <a:pt x="1499" y="2669"/>
                    <a:pt x="1546" y="2645"/>
                    <a:pt x="1617" y="2598"/>
                  </a:cubicBezTo>
                  <a:cubicBezTo>
                    <a:pt x="1717" y="2499"/>
                    <a:pt x="1740" y="2305"/>
                    <a:pt x="1646" y="2181"/>
                  </a:cubicBezTo>
                  <a:lnTo>
                    <a:pt x="1129" y="1617"/>
                  </a:lnTo>
                  <a:cubicBezTo>
                    <a:pt x="1470" y="1493"/>
                    <a:pt x="1717" y="1200"/>
                    <a:pt x="1717" y="835"/>
                  </a:cubicBezTo>
                  <a:cubicBezTo>
                    <a:pt x="1717" y="394"/>
                    <a:pt x="1323" y="0"/>
                    <a:pt x="859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1152896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6">
          <a:extLst>
            <a:ext uri="{FF2B5EF4-FFF2-40B4-BE49-F238E27FC236}">
              <a16:creationId xmlns:a16="http://schemas.microsoft.com/office/drawing/2014/main" id="{87422D82-6660-0126-7472-F44125DFC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" name="Google Shape;2447;p53">
            <a:extLst>
              <a:ext uri="{FF2B5EF4-FFF2-40B4-BE49-F238E27FC236}">
                <a16:creationId xmlns:a16="http://schemas.microsoft.com/office/drawing/2014/main" id="{EB6D9178-F8CA-54D7-75A0-6999811DA1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Answer Generation Process</a:t>
            </a:r>
            <a:endParaRPr dirty="0"/>
          </a:p>
        </p:txBody>
      </p:sp>
      <p:sp>
        <p:nvSpPr>
          <p:cNvPr id="3" name="Google Shape;1374;p39">
            <a:extLst>
              <a:ext uri="{FF2B5EF4-FFF2-40B4-BE49-F238E27FC236}">
                <a16:creationId xmlns:a16="http://schemas.microsoft.com/office/drawing/2014/main" id="{C79047F4-7E4E-15AD-A8E5-7CCC57EAEA62}"/>
              </a:ext>
            </a:extLst>
          </p:cNvPr>
          <p:cNvSpPr/>
          <p:nvPr/>
        </p:nvSpPr>
        <p:spPr>
          <a:xfrm>
            <a:off x="4263600" y="1267270"/>
            <a:ext cx="616800" cy="616800"/>
          </a:xfrm>
          <a:prstGeom prst="ellipse">
            <a:avLst/>
          </a:prstGeom>
          <a:solidFill>
            <a:srgbClr val="AEE2F4">
              <a:alpha val="30820"/>
            </a:srgbClr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4" name="Google Shape;13793;p79">
            <a:extLst>
              <a:ext uri="{FF2B5EF4-FFF2-40B4-BE49-F238E27FC236}">
                <a16:creationId xmlns:a16="http://schemas.microsoft.com/office/drawing/2014/main" id="{2DE1B5DC-9258-9CFD-8651-921B73676677}"/>
              </a:ext>
            </a:extLst>
          </p:cNvPr>
          <p:cNvGrpSpPr/>
          <p:nvPr/>
        </p:nvGrpSpPr>
        <p:grpSpPr>
          <a:xfrm>
            <a:off x="4386147" y="1367883"/>
            <a:ext cx="394010" cy="380980"/>
            <a:chOff x="3985322" y="3387403"/>
            <a:chExt cx="358682" cy="346386"/>
          </a:xfrm>
        </p:grpSpPr>
        <p:sp>
          <p:nvSpPr>
            <p:cNvPr id="5" name="Google Shape;13794;p79">
              <a:extLst>
                <a:ext uri="{FF2B5EF4-FFF2-40B4-BE49-F238E27FC236}">
                  <a16:creationId xmlns:a16="http://schemas.microsoft.com/office/drawing/2014/main" id="{B36C6CA6-C870-DE4A-87C1-DA48891814F6}"/>
                </a:ext>
              </a:extLst>
            </p:cNvPr>
            <p:cNvSpPr/>
            <p:nvPr/>
          </p:nvSpPr>
          <p:spPr>
            <a:xfrm>
              <a:off x="4049319" y="3512906"/>
              <a:ext cx="33270" cy="33244"/>
            </a:xfrm>
            <a:custGeom>
              <a:avLst/>
              <a:gdLst/>
              <a:ahLst/>
              <a:cxnLst/>
              <a:rect l="l" t="t" r="r" b="b"/>
              <a:pathLst>
                <a:path w="1269" h="1268" extrusionOk="0">
                  <a:moveTo>
                    <a:pt x="635" y="0"/>
                  </a:moveTo>
                  <a:cubicBezTo>
                    <a:pt x="283" y="0"/>
                    <a:pt x="1" y="286"/>
                    <a:pt x="1" y="634"/>
                  </a:cubicBezTo>
                  <a:cubicBezTo>
                    <a:pt x="1" y="985"/>
                    <a:pt x="283" y="1268"/>
                    <a:pt x="635" y="1268"/>
                  </a:cubicBezTo>
                  <a:cubicBezTo>
                    <a:pt x="986" y="1268"/>
                    <a:pt x="1268" y="985"/>
                    <a:pt x="1268" y="634"/>
                  </a:cubicBezTo>
                  <a:cubicBezTo>
                    <a:pt x="1268" y="286"/>
                    <a:pt x="986" y="0"/>
                    <a:pt x="635" y="0"/>
                  </a:cubicBezTo>
                  <a:close/>
                </a:path>
              </a:pathLst>
            </a:custGeom>
            <a:solidFill>
              <a:srgbClr val="E0E6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3795;p79">
              <a:extLst>
                <a:ext uri="{FF2B5EF4-FFF2-40B4-BE49-F238E27FC236}">
                  <a16:creationId xmlns:a16="http://schemas.microsoft.com/office/drawing/2014/main" id="{DF212AC8-2E3D-9E53-C0AC-C6015D10B8B9}"/>
                </a:ext>
              </a:extLst>
            </p:cNvPr>
            <p:cNvSpPr/>
            <p:nvPr/>
          </p:nvSpPr>
          <p:spPr>
            <a:xfrm>
              <a:off x="4156444" y="3512906"/>
              <a:ext cx="33244" cy="33244"/>
            </a:xfrm>
            <a:custGeom>
              <a:avLst/>
              <a:gdLst/>
              <a:ahLst/>
              <a:cxnLst/>
              <a:rect l="l" t="t" r="r" b="b"/>
              <a:pathLst>
                <a:path w="1268" h="1268" extrusionOk="0">
                  <a:moveTo>
                    <a:pt x="634" y="0"/>
                  </a:moveTo>
                  <a:cubicBezTo>
                    <a:pt x="283" y="0"/>
                    <a:pt x="0" y="286"/>
                    <a:pt x="0" y="634"/>
                  </a:cubicBezTo>
                  <a:cubicBezTo>
                    <a:pt x="0" y="985"/>
                    <a:pt x="283" y="1268"/>
                    <a:pt x="634" y="1268"/>
                  </a:cubicBezTo>
                  <a:cubicBezTo>
                    <a:pt x="985" y="1268"/>
                    <a:pt x="1268" y="985"/>
                    <a:pt x="1268" y="634"/>
                  </a:cubicBezTo>
                  <a:cubicBezTo>
                    <a:pt x="1268" y="286"/>
                    <a:pt x="985" y="0"/>
                    <a:pt x="634" y="0"/>
                  </a:cubicBezTo>
                  <a:close/>
                </a:path>
              </a:pathLst>
            </a:custGeom>
            <a:solidFill>
              <a:srgbClr val="E0E6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3796;p79">
              <a:extLst>
                <a:ext uri="{FF2B5EF4-FFF2-40B4-BE49-F238E27FC236}">
                  <a16:creationId xmlns:a16="http://schemas.microsoft.com/office/drawing/2014/main" id="{8167FCA7-1603-8A53-FDD7-45186636E6E1}"/>
                </a:ext>
              </a:extLst>
            </p:cNvPr>
            <p:cNvSpPr/>
            <p:nvPr/>
          </p:nvSpPr>
          <p:spPr>
            <a:xfrm>
              <a:off x="4199152" y="3392620"/>
              <a:ext cx="143593" cy="149728"/>
            </a:xfrm>
            <a:custGeom>
              <a:avLst/>
              <a:gdLst/>
              <a:ahLst/>
              <a:cxnLst/>
              <a:rect l="l" t="t" r="r" b="b"/>
              <a:pathLst>
                <a:path w="5477" h="5711" extrusionOk="0">
                  <a:moveTo>
                    <a:pt x="2754" y="1"/>
                  </a:moveTo>
                  <a:cubicBezTo>
                    <a:pt x="2719" y="1"/>
                    <a:pt x="2684" y="1"/>
                    <a:pt x="2648" y="3"/>
                  </a:cubicBezTo>
                  <a:cubicBezTo>
                    <a:pt x="1678" y="43"/>
                    <a:pt x="809" y="622"/>
                    <a:pt x="407" y="1506"/>
                  </a:cubicBezTo>
                  <a:cubicBezTo>
                    <a:pt x="1" y="2390"/>
                    <a:pt x="128" y="3425"/>
                    <a:pt x="729" y="4186"/>
                  </a:cubicBezTo>
                  <a:lnTo>
                    <a:pt x="660" y="5711"/>
                  </a:lnTo>
                  <a:lnTo>
                    <a:pt x="2044" y="5066"/>
                  </a:lnTo>
                  <a:cubicBezTo>
                    <a:pt x="2277" y="5132"/>
                    <a:pt x="2514" y="5164"/>
                    <a:pt x="2748" y="5164"/>
                  </a:cubicBezTo>
                  <a:cubicBezTo>
                    <a:pt x="3594" y="5164"/>
                    <a:pt x="4406" y="4748"/>
                    <a:pt x="4894" y="4019"/>
                  </a:cubicBezTo>
                  <a:cubicBezTo>
                    <a:pt x="5437" y="3212"/>
                    <a:pt x="5477" y="2169"/>
                    <a:pt x="5003" y="1321"/>
                  </a:cubicBezTo>
                  <a:cubicBezTo>
                    <a:pt x="4545" y="505"/>
                    <a:pt x="3685" y="1"/>
                    <a:pt x="2754" y="1"/>
                  </a:cubicBezTo>
                  <a:close/>
                </a:path>
              </a:pathLst>
            </a:custGeom>
            <a:solidFill>
              <a:srgbClr val="BFCC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3797;p79">
              <a:extLst>
                <a:ext uri="{FF2B5EF4-FFF2-40B4-BE49-F238E27FC236}">
                  <a16:creationId xmlns:a16="http://schemas.microsoft.com/office/drawing/2014/main" id="{524826BC-9A15-1E79-C426-61F11E3DFC25}"/>
                </a:ext>
              </a:extLst>
            </p:cNvPr>
            <p:cNvSpPr/>
            <p:nvPr/>
          </p:nvSpPr>
          <p:spPr>
            <a:xfrm>
              <a:off x="4094230" y="3561802"/>
              <a:ext cx="50547" cy="91080"/>
            </a:xfrm>
            <a:custGeom>
              <a:avLst/>
              <a:gdLst/>
              <a:ahLst/>
              <a:cxnLst/>
              <a:rect l="l" t="t" r="r" b="b"/>
              <a:pathLst>
                <a:path w="1928" h="3474" extrusionOk="0">
                  <a:moveTo>
                    <a:pt x="1" y="0"/>
                  </a:moveTo>
                  <a:lnTo>
                    <a:pt x="1" y="2644"/>
                  </a:lnTo>
                  <a:lnTo>
                    <a:pt x="964" y="3473"/>
                  </a:lnTo>
                  <a:lnTo>
                    <a:pt x="968" y="3473"/>
                  </a:lnTo>
                  <a:lnTo>
                    <a:pt x="1928" y="2644"/>
                  </a:lnTo>
                  <a:lnTo>
                    <a:pt x="1928" y="0"/>
                  </a:lnTo>
                  <a:close/>
                </a:path>
              </a:pathLst>
            </a:custGeom>
            <a:solidFill>
              <a:srgbClr val="E0E6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3798;p79">
              <a:extLst>
                <a:ext uri="{FF2B5EF4-FFF2-40B4-BE49-F238E27FC236}">
                  <a16:creationId xmlns:a16="http://schemas.microsoft.com/office/drawing/2014/main" id="{EEB5CF9F-0297-C8F2-6F11-29A39703424A}"/>
                </a:ext>
              </a:extLst>
            </p:cNvPr>
            <p:cNvSpPr/>
            <p:nvPr/>
          </p:nvSpPr>
          <p:spPr>
            <a:xfrm>
              <a:off x="3990645" y="3618379"/>
              <a:ext cx="257718" cy="110166"/>
            </a:xfrm>
            <a:custGeom>
              <a:avLst/>
              <a:gdLst/>
              <a:ahLst/>
              <a:cxnLst/>
              <a:rect l="l" t="t" r="r" b="b"/>
              <a:pathLst>
                <a:path w="9830" h="4202" extrusionOk="0">
                  <a:moveTo>
                    <a:pt x="3952" y="1"/>
                  </a:moveTo>
                  <a:lnTo>
                    <a:pt x="1761" y="703"/>
                  </a:lnTo>
                  <a:cubicBezTo>
                    <a:pt x="714" y="1037"/>
                    <a:pt x="1" y="2014"/>
                    <a:pt x="1" y="3115"/>
                  </a:cubicBezTo>
                  <a:lnTo>
                    <a:pt x="1" y="4202"/>
                  </a:lnTo>
                  <a:lnTo>
                    <a:pt x="9830" y="4202"/>
                  </a:lnTo>
                  <a:lnTo>
                    <a:pt x="9830" y="3115"/>
                  </a:lnTo>
                  <a:cubicBezTo>
                    <a:pt x="9830" y="2014"/>
                    <a:pt x="9120" y="1037"/>
                    <a:pt x="8070" y="703"/>
                  </a:cubicBezTo>
                  <a:lnTo>
                    <a:pt x="5879" y="1"/>
                  </a:lnTo>
                  <a:lnTo>
                    <a:pt x="4915" y="674"/>
                  </a:lnTo>
                  <a:lnTo>
                    <a:pt x="3952" y="1"/>
                  </a:lnTo>
                  <a:close/>
                </a:path>
              </a:pathLst>
            </a:custGeom>
            <a:solidFill>
              <a:srgbClr val="D6DF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3799;p79">
              <a:extLst>
                <a:ext uri="{FF2B5EF4-FFF2-40B4-BE49-F238E27FC236}">
                  <a16:creationId xmlns:a16="http://schemas.microsoft.com/office/drawing/2014/main" id="{DD5B3AE6-16F6-AA42-DDB4-5F7D0845253F}"/>
                </a:ext>
              </a:extLst>
            </p:cNvPr>
            <p:cNvSpPr/>
            <p:nvPr/>
          </p:nvSpPr>
          <p:spPr>
            <a:xfrm>
              <a:off x="4065941" y="3443115"/>
              <a:ext cx="107125" cy="147185"/>
            </a:xfrm>
            <a:custGeom>
              <a:avLst/>
              <a:gdLst/>
              <a:ahLst/>
              <a:cxnLst/>
              <a:rect l="l" t="t" r="r" b="b"/>
              <a:pathLst>
                <a:path w="4086" h="5614" extrusionOk="0">
                  <a:moveTo>
                    <a:pt x="1594" y="0"/>
                  </a:moveTo>
                  <a:cubicBezTo>
                    <a:pt x="1533" y="0"/>
                    <a:pt x="1471" y="4"/>
                    <a:pt x="1410" y="11"/>
                  </a:cubicBezTo>
                  <a:cubicBezTo>
                    <a:pt x="606" y="105"/>
                    <a:pt x="1" y="782"/>
                    <a:pt x="1" y="1594"/>
                  </a:cubicBezTo>
                  <a:lnTo>
                    <a:pt x="1" y="3220"/>
                  </a:lnTo>
                  <a:cubicBezTo>
                    <a:pt x="1" y="4067"/>
                    <a:pt x="450" y="4853"/>
                    <a:pt x="1185" y="5288"/>
                  </a:cubicBezTo>
                  <a:lnTo>
                    <a:pt x="1482" y="5462"/>
                  </a:lnTo>
                  <a:cubicBezTo>
                    <a:pt x="1656" y="5563"/>
                    <a:pt x="1850" y="5614"/>
                    <a:pt x="2043" y="5614"/>
                  </a:cubicBezTo>
                  <a:cubicBezTo>
                    <a:pt x="2236" y="5614"/>
                    <a:pt x="2429" y="5563"/>
                    <a:pt x="2601" y="5462"/>
                  </a:cubicBezTo>
                  <a:lnTo>
                    <a:pt x="2905" y="5284"/>
                  </a:lnTo>
                  <a:cubicBezTo>
                    <a:pt x="3637" y="4853"/>
                    <a:pt x="4086" y="4067"/>
                    <a:pt x="4086" y="3216"/>
                  </a:cubicBezTo>
                  <a:lnTo>
                    <a:pt x="4086" y="1594"/>
                  </a:lnTo>
                  <a:cubicBezTo>
                    <a:pt x="4086" y="714"/>
                    <a:pt x="3372" y="0"/>
                    <a:pt x="2492" y="0"/>
                  </a:cubicBezTo>
                  <a:close/>
                </a:path>
              </a:pathLst>
            </a:custGeom>
            <a:solidFill>
              <a:srgbClr val="9EB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800;p79">
              <a:extLst>
                <a:ext uri="{FF2B5EF4-FFF2-40B4-BE49-F238E27FC236}">
                  <a16:creationId xmlns:a16="http://schemas.microsoft.com/office/drawing/2014/main" id="{6B2A80BE-D600-570B-61CB-DC7015C494EF}"/>
                </a:ext>
              </a:extLst>
            </p:cNvPr>
            <p:cNvSpPr/>
            <p:nvPr/>
          </p:nvSpPr>
          <p:spPr>
            <a:xfrm>
              <a:off x="4065941" y="3443377"/>
              <a:ext cx="36967" cy="48371"/>
            </a:xfrm>
            <a:custGeom>
              <a:avLst/>
              <a:gdLst/>
              <a:ahLst/>
              <a:cxnLst/>
              <a:rect l="l" t="t" r="r" b="b"/>
              <a:pathLst>
                <a:path w="1410" h="1845" extrusionOk="0">
                  <a:moveTo>
                    <a:pt x="1410" y="1"/>
                  </a:moveTo>
                  <a:cubicBezTo>
                    <a:pt x="606" y="95"/>
                    <a:pt x="1" y="776"/>
                    <a:pt x="1" y="1584"/>
                  </a:cubicBezTo>
                  <a:lnTo>
                    <a:pt x="1" y="1844"/>
                  </a:lnTo>
                  <a:cubicBezTo>
                    <a:pt x="1" y="1844"/>
                    <a:pt x="1033" y="1529"/>
                    <a:pt x="1410" y="1"/>
                  </a:cubicBezTo>
                  <a:close/>
                </a:path>
              </a:pathLst>
            </a:custGeom>
            <a:solidFill>
              <a:srgbClr val="E5EB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3801;p79">
              <a:extLst>
                <a:ext uri="{FF2B5EF4-FFF2-40B4-BE49-F238E27FC236}">
                  <a16:creationId xmlns:a16="http://schemas.microsoft.com/office/drawing/2014/main" id="{B5C6C825-2529-6C42-063B-128CC02EE50E}"/>
                </a:ext>
              </a:extLst>
            </p:cNvPr>
            <p:cNvSpPr/>
            <p:nvPr/>
          </p:nvSpPr>
          <p:spPr>
            <a:xfrm>
              <a:off x="4102882" y="3443115"/>
              <a:ext cx="70184" cy="69791"/>
            </a:xfrm>
            <a:custGeom>
              <a:avLst/>
              <a:gdLst/>
              <a:ahLst/>
              <a:cxnLst/>
              <a:rect l="l" t="t" r="r" b="b"/>
              <a:pathLst>
                <a:path w="2677" h="2662" extrusionOk="0">
                  <a:moveTo>
                    <a:pt x="185" y="0"/>
                  </a:moveTo>
                  <a:cubicBezTo>
                    <a:pt x="124" y="0"/>
                    <a:pt x="62" y="4"/>
                    <a:pt x="1" y="11"/>
                  </a:cubicBezTo>
                  <a:cubicBezTo>
                    <a:pt x="1" y="11"/>
                    <a:pt x="279" y="2662"/>
                    <a:pt x="2677" y="2662"/>
                  </a:cubicBezTo>
                  <a:lnTo>
                    <a:pt x="2677" y="1594"/>
                  </a:lnTo>
                  <a:cubicBezTo>
                    <a:pt x="2677" y="714"/>
                    <a:pt x="1963" y="0"/>
                    <a:pt x="1083" y="0"/>
                  </a:cubicBezTo>
                  <a:close/>
                </a:path>
              </a:pathLst>
            </a:custGeom>
            <a:solidFill>
              <a:srgbClr val="E5EB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3802;p79">
              <a:extLst>
                <a:ext uri="{FF2B5EF4-FFF2-40B4-BE49-F238E27FC236}">
                  <a16:creationId xmlns:a16="http://schemas.microsoft.com/office/drawing/2014/main" id="{FBB0E11D-5F91-78B2-88D8-406647C334C2}"/>
                </a:ext>
              </a:extLst>
            </p:cNvPr>
            <p:cNvSpPr/>
            <p:nvPr/>
          </p:nvSpPr>
          <p:spPr>
            <a:xfrm>
              <a:off x="4101545" y="3636129"/>
              <a:ext cx="36023" cy="92417"/>
            </a:xfrm>
            <a:custGeom>
              <a:avLst/>
              <a:gdLst/>
              <a:ahLst/>
              <a:cxnLst/>
              <a:rect l="l" t="t" r="r" b="b"/>
              <a:pathLst>
                <a:path w="1374" h="3525" extrusionOk="0">
                  <a:moveTo>
                    <a:pt x="1" y="1"/>
                  </a:moveTo>
                  <a:lnTo>
                    <a:pt x="1" y="830"/>
                  </a:lnTo>
                  <a:lnTo>
                    <a:pt x="222" y="1424"/>
                  </a:lnTo>
                  <a:lnTo>
                    <a:pt x="1" y="3525"/>
                  </a:lnTo>
                  <a:lnTo>
                    <a:pt x="1373" y="3525"/>
                  </a:lnTo>
                  <a:lnTo>
                    <a:pt x="1153" y="1424"/>
                  </a:lnTo>
                  <a:lnTo>
                    <a:pt x="1373" y="830"/>
                  </a:lnTo>
                  <a:lnTo>
                    <a:pt x="1373" y="1"/>
                  </a:lnTo>
                  <a:close/>
                </a:path>
              </a:pathLst>
            </a:custGeom>
            <a:solidFill>
              <a:srgbClr val="E6EB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3803;p79">
              <a:extLst>
                <a:ext uri="{FF2B5EF4-FFF2-40B4-BE49-F238E27FC236}">
                  <a16:creationId xmlns:a16="http://schemas.microsoft.com/office/drawing/2014/main" id="{612FCE59-77D2-2CA2-1434-14320AFEE098}"/>
                </a:ext>
              </a:extLst>
            </p:cNvPr>
            <p:cNvSpPr/>
            <p:nvPr/>
          </p:nvSpPr>
          <p:spPr>
            <a:xfrm>
              <a:off x="4094230" y="3618379"/>
              <a:ext cx="25379" cy="47690"/>
            </a:xfrm>
            <a:custGeom>
              <a:avLst/>
              <a:gdLst/>
              <a:ahLst/>
              <a:cxnLst/>
              <a:rect l="l" t="t" r="r" b="b"/>
              <a:pathLst>
                <a:path w="968" h="1819" extrusionOk="0">
                  <a:moveTo>
                    <a:pt x="1" y="1"/>
                  </a:moveTo>
                  <a:lnTo>
                    <a:pt x="1" y="1819"/>
                  </a:lnTo>
                  <a:lnTo>
                    <a:pt x="968" y="67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8BA3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3804;p79">
              <a:extLst>
                <a:ext uri="{FF2B5EF4-FFF2-40B4-BE49-F238E27FC236}">
                  <a16:creationId xmlns:a16="http://schemas.microsoft.com/office/drawing/2014/main" id="{82230E3C-0792-5BE2-C805-9DDAA646AFA8}"/>
                </a:ext>
              </a:extLst>
            </p:cNvPr>
            <p:cNvSpPr/>
            <p:nvPr/>
          </p:nvSpPr>
          <p:spPr>
            <a:xfrm>
              <a:off x="4119504" y="3618379"/>
              <a:ext cx="25274" cy="47690"/>
            </a:xfrm>
            <a:custGeom>
              <a:avLst/>
              <a:gdLst/>
              <a:ahLst/>
              <a:cxnLst/>
              <a:rect l="l" t="t" r="r" b="b"/>
              <a:pathLst>
                <a:path w="964" h="1819" extrusionOk="0">
                  <a:moveTo>
                    <a:pt x="964" y="1"/>
                  </a:moveTo>
                  <a:lnTo>
                    <a:pt x="0" y="678"/>
                  </a:lnTo>
                  <a:lnTo>
                    <a:pt x="964" y="1819"/>
                  </a:lnTo>
                  <a:lnTo>
                    <a:pt x="964" y="1"/>
                  </a:lnTo>
                  <a:close/>
                </a:path>
              </a:pathLst>
            </a:custGeom>
            <a:solidFill>
              <a:srgbClr val="8BA3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3805;p79">
              <a:extLst>
                <a:ext uri="{FF2B5EF4-FFF2-40B4-BE49-F238E27FC236}">
                  <a16:creationId xmlns:a16="http://schemas.microsoft.com/office/drawing/2014/main" id="{4CB95EA5-BB37-DE6B-E144-31F683A2400B}"/>
                </a:ext>
              </a:extLst>
            </p:cNvPr>
            <p:cNvSpPr/>
            <p:nvPr/>
          </p:nvSpPr>
          <p:spPr>
            <a:xfrm>
              <a:off x="3990645" y="3618379"/>
              <a:ext cx="103612" cy="110166"/>
            </a:xfrm>
            <a:custGeom>
              <a:avLst/>
              <a:gdLst/>
              <a:ahLst/>
              <a:cxnLst/>
              <a:rect l="l" t="t" r="r" b="b"/>
              <a:pathLst>
                <a:path w="3952" h="4202" extrusionOk="0">
                  <a:moveTo>
                    <a:pt x="3952" y="1"/>
                  </a:moveTo>
                  <a:lnTo>
                    <a:pt x="2500" y="464"/>
                  </a:lnTo>
                  <a:lnTo>
                    <a:pt x="1761" y="703"/>
                  </a:lnTo>
                  <a:cubicBezTo>
                    <a:pt x="714" y="1037"/>
                    <a:pt x="1" y="2014"/>
                    <a:pt x="1" y="3115"/>
                  </a:cubicBezTo>
                  <a:lnTo>
                    <a:pt x="1" y="4202"/>
                  </a:lnTo>
                  <a:lnTo>
                    <a:pt x="3952" y="4202"/>
                  </a:lnTo>
                  <a:lnTo>
                    <a:pt x="3952" y="1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3806;p79">
              <a:extLst>
                <a:ext uri="{FF2B5EF4-FFF2-40B4-BE49-F238E27FC236}">
                  <a16:creationId xmlns:a16="http://schemas.microsoft.com/office/drawing/2014/main" id="{0B255D6E-5ED1-8230-4E4A-BAEEA1B7F1A2}"/>
                </a:ext>
              </a:extLst>
            </p:cNvPr>
            <p:cNvSpPr/>
            <p:nvPr/>
          </p:nvSpPr>
          <p:spPr>
            <a:xfrm>
              <a:off x="3990645" y="3630544"/>
              <a:ext cx="65544" cy="98001"/>
            </a:xfrm>
            <a:custGeom>
              <a:avLst/>
              <a:gdLst/>
              <a:ahLst/>
              <a:cxnLst/>
              <a:rect l="l" t="t" r="r" b="b"/>
              <a:pathLst>
                <a:path w="2500" h="3738" extrusionOk="0">
                  <a:moveTo>
                    <a:pt x="2500" y="0"/>
                  </a:moveTo>
                  <a:lnTo>
                    <a:pt x="1761" y="239"/>
                  </a:lnTo>
                  <a:cubicBezTo>
                    <a:pt x="714" y="576"/>
                    <a:pt x="1" y="1550"/>
                    <a:pt x="1" y="2651"/>
                  </a:cubicBezTo>
                  <a:lnTo>
                    <a:pt x="1" y="3738"/>
                  </a:lnTo>
                  <a:lnTo>
                    <a:pt x="580" y="3738"/>
                  </a:lnTo>
                  <a:lnTo>
                    <a:pt x="580" y="2651"/>
                  </a:lnTo>
                  <a:cubicBezTo>
                    <a:pt x="580" y="1550"/>
                    <a:pt x="1127" y="576"/>
                    <a:pt x="1931" y="239"/>
                  </a:cubicBezTo>
                  <a:lnTo>
                    <a:pt x="2500" y="0"/>
                  </a:lnTo>
                  <a:close/>
                </a:path>
              </a:pathLst>
            </a:custGeom>
            <a:solidFill>
              <a:srgbClr val="D6DF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3807;p79">
              <a:extLst>
                <a:ext uri="{FF2B5EF4-FFF2-40B4-BE49-F238E27FC236}">
                  <a16:creationId xmlns:a16="http://schemas.microsoft.com/office/drawing/2014/main" id="{7C9D2515-F809-9D68-532C-A873B6D7048E}"/>
                </a:ext>
              </a:extLst>
            </p:cNvPr>
            <p:cNvSpPr/>
            <p:nvPr/>
          </p:nvSpPr>
          <p:spPr>
            <a:xfrm>
              <a:off x="4144751" y="3618379"/>
              <a:ext cx="103612" cy="110166"/>
            </a:xfrm>
            <a:custGeom>
              <a:avLst/>
              <a:gdLst/>
              <a:ahLst/>
              <a:cxnLst/>
              <a:rect l="l" t="t" r="r" b="b"/>
              <a:pathLst>
                <a:path w="3952" h="4202" extrusionOk="0">
                  <a:moveTo>
                    <a:pt x="1" y="1"/>
                  </a:moveTo>
                  <a:lnTo>
                    <a:pt x="1" y="4202"/>
                  </a:lnTo>
                  <a:lnTo>
                    <a:pt x="3952" y="4202"/>
                  </a:lnTo>
                  <a:lnTo>
                    <a:pt x="3952" y="3115"/>
                  </a:lnTo>
                  <a:cubicBezTo>
                    <a:pt x="3952" y="2014"/>
                    <a:pt x="3239" y="1040"/>
                    <a:pt x="2192" y="703"/>
                  </a:cubicBezTo>
                  <a:lnTo>
                    <a:pt x="1453" y="46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3808;p79">
              <a:extLst>
                <a:ext uri="{FF2B5EF4-FFF2-40B4-BE49-F238E27FC236}">
                  <a16:creationId xmlns:a16="http://schemas.microsoft.com/office/drawing/2014/main" id="{0E71A7BF-5F81-FCCF-7449-7334E85A5475}"/>
                </a:ext>
              </a:extLst>
            </p:cNvPr>
            <p:cNvSpPr/>
            <p:nvPr/>
          </p:nvSpPr>
          <p:spPr>
            <a:xfrm>
              <a:off x="4182845" y="3630544"/>
              <a:ext cx="65518" cy="98001"/>
            </a:xfrm>
            <a:custGeom>
              <a:avLst/>
              <a:gdLst/>
              <a:ahLst/>
              <a:cxnLst/>
              <a:rect l="l" t="t" r="r" b="b"/>
              <a:pathLst>
                <a:path w="2499" h="3738" extrusionOk="0">
                  <a:moveTo>
                    <a:pt x="0" y="0"/>
                  </a:moveTo>
                  <a:lnTo>
                    <a:pt x="569" y="239"/>
                  </a:lnTo>
                  <a:cubicBezTo>
                    <a:pt x="1373" y="573"/>
                    <a:pt x="1920" y="1550"/>
                    <a:pt x="1920" y="2651"/>
                  </a:cubicBezTo>
                  <a:lnTo>
                    <a:pt x="1920" y="3738"/>
                  </a:lnTo>
                  <a:lnTo>
                    <a:pt x="2499" y="3738"/>
                  </a:lnTo>
                  <a:lnTo>
                    <a:pt x="2499" y="2651"/>
                  </a:lnTo>
                  <a:cubicBezTo>
                    <a:pt x="2499" y="1550"/>
                    <a:pt x="1789" y="573"/>
                    <a:pt x="739" y="23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6DF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3809;p79">
              <a:extLst>
                <a:ext uri="{FF2B5EF4-FFF2-40B4-BE49-F238E27FC236}">
                  <a16:creationId xmlns:a16="http://schemas.microsoft.com/office/drawing/2014/main" id="{4C710774-C14B-4459-6BBE-5870509042AC}"/>
                </a:ext>
              </a:extLst>
            </p:cNvPr>
            <p:cNvSpPr/>
            <p:nvPr/>
          </p:nvSpPr>
          <p:spPr>
            <a:xfrm>
              <a:off x="4184838" y="3387403"/>
              <a:ext cx="159166" cy="160110"/>
            </a:xfrm>
            <a:custGeom>
              <a:avLst/>
              <a:gdLst/>
              <a:ahLst/>
              <a:cxnLst/>
              <a:rect l="l" t="t" r="r" b="b"/>
              <a:pathLst>
                <a:path w="6071" h="6107" extrusionOk="0">
                  <a:moveTo>
                    <a:pt x="3295" y="0"/>
                  </a:moveTo>
                  <a:cubicBezTo>
                    <a:pt x="2920" y="0"/>
                    <a:pt x="2536" y="77"/>
                    <a:pt x="2166" y="242"/>
                  </a:cubicBezTo>
                  <a:cubicBezTo>
                    <a:pt x="536" y="970"/>
                    <a:pt x="0" y="3020"/>
                    <a:pt x="1072" y="4450"/>
                  </a:cubicBezTo>
                  <a:lnTo>
                    <a:pt x="1007" y="5899"/>
                  </a:lnTo>
                  <a:cubicBezTo>
                    <a:pt x="1001" y="6017"/>
                    <a:pt x="1098" y="6107"/>
                    <a:pt x="1205" y="6107"/>
                  </a:cubicBezTo>
                  <a:cubicBezTo>
                    <a:pt x="1233" y="6107"/>
                    <a:pt x="1262" y="6101"/>
                    <a:pt x="1289" y="6087"/>
                  </a:cubicBezTo>
                  <a:lnTo>
                    <a:pt x="2604" y="5472"/>
                  </a:lnTo>
                  <a:cubicBezTo>
                    <a:pt x="2838" y="5531"/>
                    <a:pt x="3071" y="5560"/>
                    <a:pt x="3300" y="5560"/>
                  </a:cubicBezTo>
                  <a:cubicBezTo>
                    <a:pt x="4676" y="5560"/>
                    <a:pt x="5895" y="4530"/>
                    <a:pt x="6059" y="3092"/>
                  </a:cubicBezTo>
                  <a:cubicBezTo>
                    <a:pt x="6070" y="2983"/>
                    <a:pt x="5990" y="2889"/>
                    <a:pt x="5882" y="2875"/>
                  </a:cubicBezTo>
                  <a:cubicBezTo>
                    <a:pt x="5875" y="2874"/>
                    <a:pt x="5868" y="2874"/>
                    <a:pt x="5861" y="2874"/>
                  </a:cubicBezTo>
                  <a:cubicBezTo>
                    <a:pt x="5761" y="2874"/>
                    <a:pt x="5674" y="2947"/>
                    <a:pt x="5661" y="3052"/>
                  </a:cubicBezTo>
                  <a:cubicBezTo>
                    <a:pt x="5520" y="4286"/>
                    <a:pt x="4471" y="5165"/>
                    <a:pt x="3297" y="5165"/>
                  </a:cubicBezTo>
                  <a:cubicBezTo>
                    <a:pt x="3082" y="5165"/>
                    <a:pt x="2863" y="5135"/>
                    <a:pt x="2644" y="5073"/>
                  </a:cubicBezTo>
                  <a:cubicBezTo>
                    <a:pt x="2625" y="5067"/>
                    <a:pt x="2606" y="5064"/>
                    <a:pt x="2586" y="5064"/>
                  </a:cubicBezTo>
                  <a:cubicBezTo>
                    <a:pt x="2557" y="5064"/>
                    <a:pt x="2529" y="5071"/>
                    <a:pt x="2503" y="5084"/>
                  </a:cubicBezTo>
                  <a:lnTo>
                    <a:pt x="1423" y="5587"/>
                  </a:lnTo>
                  <a:lnTo>
                    <a:pt x="1478" y="4396"/>
                  </a:lnTo>
                  <a:cubicBezTo>
                    <a:pt x="1478" y="4345"/>
                    <a:pt x="1463" y="4298"/>
                    <a:pt x="1431" y="4262"/>
                  </a:cubicBezTo>
                  <a:cubicBezTo>
                    <a:pt x="475" y="3052"/>
                    <a:pt x="902" y="1270"/>
                    <a:pt x="2300" y="626"/>
                  </a:cubicBezTo>
                  <a:cubicBezTo>
                    <a:pt x="2626" y="474"/>
                    <a:pt x="2966" y="404"/>
                    <a:pt x="3298" y="404"/>
                  </a:cubicBezTo>
                  <a:cubicBezTo>
                    <a:pt x="4388" y="404"/>
                    <a:pt x="5401" y="1163"/>
                    <a:pt x="5628" y="2321"/>
                  </a:cubicBezTo>
                  <a:cubicBezTo>
                    <a:pt x="5653" y="2431"/>
                    <a:pt x="5737" y="2480"/>
                    <a:pt x="5822" y="2480"/>
                  </a:cubicBezTo>
                  <a:cubicBezTo>
                    <a:pt x="5936" y="2480"/>
                    <a:pt x="6050" y="2392"/>
                    <a:pt x="6023" y="2245"/>
                  </a:cubicBezTo>
                  <a:cubicBezTo>
                    <a:pt x="5757" y="890"/>
                    <a:pt x="4572" y="0"/>
                    <a:pt x="329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3810;p79">
              <a:extLst>
                <a:ext uri="{FF2B5EF4-FFF2-40B4-BE49-F238E27FC236}">
                  <a16:creationId xmlns:a16="http://schemas.microsoft.com/office/drawing/2014/main" id="{D358BC05-350A-F664-5209-E4995C4BCD6C}"/>
                </a:ext>
              </a:extLst>
            </p:cNvPr>
            <p:cNvSpPr/>
            <p:nvPr/>
          </p:nvSpPr>
          <p:spPr>
            <a:xfrm>
              <a:off x="4108020" y="3511491"/>
              <a:ext cx="23753" cy="36180"/>
            </a:xfrm>
            <a:custGeom>
              <a:avLst/>
              <a:gdLst/>
              <a:ahLst/>
              <a:cxnLst/>
              <a:rect l="l" t="t" r="r" b="b"/>
              <a:pathLst>
                <a:path w="906" h="1380" extrusionOk="0">
                  <a:moveTo>
                    <a:pt x="203" y="1"/>
                  </a:moveTo>
                  <a:cubicBezTo>
                    <a:pt x="103" y="1"/>
                    <a:pt x="4" y="67"/>
                    <a:pt x="4" y="199"/>
                  </a:cubicBezTo>
                  <a:lnTo>
                    <a:pt x="4" y="1180"/>
                  </a:lnTo>
                  <a:cubicBezTo>
                    <a:pt x="0" y="1293"/>
                    <a:pt x="91" y="1380"/>
                    <a:pt x="203" y="1380"/>
                  </a:cubicBezTo>
                  <a:lnTo>
                    <a:pt x="638" y="1380"/>
                  </a:lnTo>
                  <a:cubicBezTo>
                    <a:pt x="906" y="1380"/>
                    <a:pt x="906" y="981"/>
                    <a:pt x="638" y="981"/>
                  </a:cubicBezTo>
                  <a:lnTo>
                    <a:pt x="402" y="981"/>
                  </a:lnTo>
                  <a:lnTo>
                    <a:pt x="402" y="199"/>
                  </a:lnTo>
                  <a:cubicBezTo>
                    <a:pt x="402" y="67"/>
                    <a:pt x="303" y="1"/>
                    <a:pt x="203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3811;p79">
              <a:extLst>
                <a:ext uri="{FF2B5EF4-FFF2-40B4-BE49-F238E27FC236}">
                  <a16:creationId xmlns:a16="http://schemas.microsoft.com/office/drawing/2014/main" id="{8126BBB6-3822-8E82-C9F9-D3B684D12CA6}"/>
                </a:ext>
              </a:extLst>
            </p:cNvPr>
            <p:cNvSpPr/>
            <p:nvPr/>
          </p:nvSpPr>
          <p:spPr>
            <a:xfrm>
              <a:off x="3985322" y="3437793"/>
              <a:ext cx="268284" cy="295996"/>
            </a:xfrm>
            <a:custGeom>
              <a:avLst/>
              <a:gdLst/>
              <a:ahLst/>
              <a:cxnLst/>
              <a:rect l="l" t="t" r="r" b="b"/>
              <a:pathLst>
                <a:path w="10233" h="11290" extrusionOk="0">
                  <a:moveTo>
                    <a:pt x="4195" y="486"/>
                  </a:moveTo>
                  <a:lnTo>
                    <a:pt x="4195" y="486"/>
                  </a:lnTo>
                  <a:cubicBezTo>
                    <a:pt x="3941" y="1206"/>
                    <a:pt x="3539" y="1565"/>
                    <a:pt x="3278" y="1731"/>
                  </a:cubicBezTo>
                  <a:cubicBezTo>
                    <a:pt x="3304" y="1170"/>
                    <a:pt x="3662" y="677"/>
                    <a:pt x="4195" y="486"/>
                  </a:cubicBezTo>
                  <a:close/>
                  <a:moveTo>
                    <a:pt x="5567" y="402"/>
                  </a:moveTo>
                  <a:cubicBezTo>
                    <a:pt x="6339" y="402"/>
                    <a:pt x="6962" y="1025"/>
                    <a:pt x="6962" y="1797"/>
                  </a:cubicBezTo>
                  <a:lnTo>
                    <a:pt x="6962" y="2655"/>
                  </a:lnTo>
                  <a:cubicBezTo>
                    <a:pt x="5310" y="2539"/>
                    <a:pt x="4839" y="1000"/>
                    <a:pt x="4720" y="402"/>
                  </a:cubicBezTo>
                  <a:close/>
                  <a:moveTo>
                    <a:pt x="2873" y="3115"/>
                  </a:moveTo>
                  <a:lnTo>
                    <a:pt x="2873" y="3423"/>
                  </a:lnTo>
                  <a:cubicBezTo>
                    <a:pt x="2873" y="3586"/>
                    <a:pt x="2891" y="3745"/>
                    <a:pt x="2920" y="3904"/>
                  </a:cubicBezTo>
                  <a:cubicBezTo>
                    <a:pt x="2753" y="3839"/>
                    <a:pt x="2641" y="3680"/>
                    <a:pt x="2641" y="3499"/>
                  </a:cubicBezTo>
                  <a:cubicBezTo>
                    <a:pt x="2641" y="3339"/>
                    <a:pt x="2732" y="3191"/>
                    <a:pt x="2873" y="3115"/>
                  </a:cubicBezTo>
                  <a:close/>
                  <a:moveTo>
                    <a:pt x="7360" y="3115"/>
                  </a:moveTo>
                  <a:cubicBezTo>
                    <a:pt x="7505" y="3187"/>
                    <a:pt x="7596" y="3339"/>
                    <a:pt x="7596" y="3499"/>
                  </a:cubicBezTo>
                  <a:cubicBezTo>
                    <a:pt x="7596" y="3676"/>
                    <a:pt x="7483" y="3839"/>
                    <a:pt x="7317" y="3904"/>
                  </a:cubicBezTo>
                  <a:cubicBezTo>
                    <a:pt x="7346" y="3745"/>
                    <a:pt x="7360" y="3582"/>
                    <a:pt x="7360" y="3419"/>
                  </a:cubicBezTo>
                  <a:lnTo>
                    <a:pt x="7360" y="3115"/>
                  </a:lnTo>
                  <a:close/>
                  <a:moveTo>
                    <a:pt x="4445" y="935"/>
                  </a:moveTo>
                  <a:cubicBezTo>
                    <a:pt x="4542" y="1246"/>
                    <a:pt x="4680" y="1543"/>
                    <a:pt x="4854" y="1818"/>
                  </a:cubicBezTo>
                  <a:cubicBezTo>
                    <a:pt x="5343" y="2579"/>
                    <a:pt x="6067" y="3006"/>
                    <a:pt x="6958" y="3061"/>
                  </a:cubicBezTo>
                  <a:lnTo>
                    <a:pt x="6958" y="3423"/>
                  </a:lnTo>
                  <a:cubicBezTo>
                    <a:pt x="6958" y="4201"/>
                    <a:pt x="6545" y="4922"/>
                    <a:pt x="5875" y="5317"/>
                  </a:cubicBezTo>
                  <a:lnTo>
                    <a:pt x="5575" y="5494"/>
                  </a:lnTo>
                  <a:cubicBezTo>
                    <a:pt x="5433" y="5578"/>
                    <a:pt x="5275" y="5619"/>
                    <a:pt x="5117" y="5619"/>
                  </a:cubicBezTo>
                  <a:cubicBezTo>
                    <a:pt x="4958" y="5619"/>
                    <a:pt x="4800" y="5578"/>
                    <a:pt x="4658" y="5494"/>
                  </a:cubicBezTo>
                  <a:lnTo>
                    <a:pt x="4358" y="5317"/>
                  </a:lnTo>
                  <a:cubicBezTo>
                    <a:pt x="3688" y="4922"/>
                    <a:pt x="3278" y="4201"/>
                    <a:pt x="3275" y="3423"/>
                  </a:cubicBezTo>
                  <a:lnTo>
                    <a:pt x="3275" y="2869"/>
                  </a:lnTo>
                  <a:lnTo>
                    <a:pt x="3275" y="2865"/>
                  </a:lnTo>
                  <a:lnTo>
                    <a:pt x="3275" y="2188"/>
                  </a:lnTo>
                  <a:cubicBezTo>
                    <a:pt x="3532" y="2068"/>
                    <a:pt x="4075" y="1731"/>
                    <a:pt x="4445" y="935"/>
                  </a:cubicBezTo>
                  <a:close/>
                  <a:moveTo>
                    <a:pt x="5883" y="5777"/>
                  </a:moveTo>
                  <a:lnTo>
                    <a:pt x="5883" y="6784"/>
                  </a:lnTo>
                  <a:lnTo>
                    <a:pt x="5850" y="6805"/>
                  </a:lnTo>
                  <a:lnTo>
                    <a:pt x="5118" y="7316"/>
                  </a:lnTo>
                  <a:lnTo>
                    <a:pt x="4354" y="6784"/>
                  </a:lnTo>
                  <a:lnTo>
                    <a:pt x="4354" y="5780"/>
                  </a:lnTo>
                  <a:lnTo>
                    <a:pt x="4456" y="5838"/>
                  </a:lnTo>
                  <a:cubicBezTo>
                    <a:pt x="4660" y="5958"/>
                    <a:pt x="4889" y="6018"/>
                    <a:pt x="5118" y="6018"/>
                  </a:cubicBezTo>
                  <a:cubicBezTo>
                    <a:pt x="5347" y="6018"/>
                    <a:pt x="5576" y="5958"/>
                    <a:pt x="5781" y="5838"/>
                  </a:cubicBezTo>
                  <a:lnTo>
                    <a:pt x="5883" y="5777"/>
                  </a:lnTo>
                  <a:close/>
                  <a:moveTo>
                    <a:pt x="4354" y="7273"/>
                  </a:moveTo>
                  <a:lnTo>
                    <a:pt x="4825" y="7602"/>
                  </a:lnTo>
                  <a:lnTo>
                    <a:pt x="4354" y="8156"/>
                  </a:lnTo>
                  <a:lnTo>
                    <a:pt x="4354" y="7374"/>
                  </a:lnTo>
                  <a:lnTo>
                    <a:pt x="4354" y="7273"/>
                  </a:lnTo>
                  <a:close/>
                  <a:moveTo>
                    <a:pt x="5883" y="7273"/>
                  </a:moveTo>
                  <a:lnTo>
                    <a:pt x="5883" y="7374"/>
                  </a:lnTo>
                  <a:lnTo>
                    <a:pt x="5883" y="8156"/>
                  </a:lnTo>
                  <a:lnTo>
                    <a:pt x="5412" y="7602"/>
                  </a:lnTo>
                  <a:lnTo>
                    <a:pt x="5883" y="7273"/>
                  </a:lnTo>
                  <a:close/>
                  <a:moveTo>
                    <a:pt x="5879" y="8772"/>
                  </a:moveTo>
                  <a:lnTo>
                    <a:pt x="5883" y="8779"/>
                  </a:lnTo>
                  <a:lnTo>
                    <a:pt x="5883" y="9891"/>
                  </a:lnTo>
                  <a:lnTo>
                    <a:pt x="5792" y="9011"/>
                  </a:lnTo>
                  <a:lnTo>
                    <a:pt x="5879" y="8772"/>
                  </a:lnTo>
                  <a:close/>
                  <a:moveTo>
                    <a:pt x="4361" y="8772"/>
                  </a:moveTo>
                  <a:lnTo>
                    <a:pt x="4452" y="9011"/>
                  </a:lnTo>
                  <a:lnTo>
                    <a:pt x="4354" y="9920"/>
                  </a:lnTo>
                  <a:lnTo>
                    <a:pt x="4354" y="8779"/>
                  </a:lnTo>
                  <a:lnTo>
                    <a:pt x="4361" y="8772"/>
                  </a:lnTo>
                  <a:close/>
                  <a:moveTo>
                    <a:pt x="5118" y="7877"/>
                  </a:moveTo>
                  <a:lnTo>
                    <a:pt x="5582" y="8424"/>
                  </a:lnTo>
                  <a:lnTo>
                    <a:pt x="5397" y="8917"/>
                  </a:lnTo>
                  <a:cubicBezTo>
                    <a:pt x="5386" y="8946"/>
                    <a:pt x="5383" y="8978"/>
                    <a:pt x="5386" y="9011"/>
                  </a:cubicBezTo>
                  <a:lnTo>
                    <a:pt x="5386" y="9007"/>
                  </a:lnTo>
                  <a:lnTo>
                    <a:pt x="5586" y="10887"/>
                  </a:lnTo>
                  <a:lnTo>
                    <a:pt x="4658" y="10887"/>
                  </a:lnTo>
                  <a:lnTo>
                    <a:pt x="4854" y="9007"/>
                  </a:lnTo>
                  <a:cubicBezTo>
                    <a:pt x="4858" y="8978"/>
                    <a:pt x="4854" y="8946"/>
                    <a:pt x="4843" y="8917"/>
                  </a:cubicBezTo>
                  <a:lnTo>
                    <a:pt x="4658" y="8421"/>
                  </a:lnTo>
                  <a:lnTo>
                    <a:pt x="5118" y="7877"/>
                  </a:lnTo>
                  <a:close/>
                  <a:moveTo>
                    <a:pt x="4669" y="0"/>
                  </a:moveTo>
                  <a:cubicBezTo>
                    <a:pt x="4600" y="0"/>
                    <a:pt x="4528" y="4"/>
                    <a:pt x="4459" y="15"/>
                  </a:cubicBezTo>
                  <a:cubicBezTo>
                    <a:pt x="3557" y="120"/>
                    <a:pt x="2876" y="884"/>
                    <a:pt x="2876" y="1797"/>
                  </a:cubicBezTo>
                  <a:lnTo>
                    <a:pt x="2876" y="2688"/>
                  </a:lnTo>
                  <a:cubicBezTo>
                    <a:pt x="2474" y="2789"/>
                    <a:pt x="2206" y="3169"/>
                    <a:pt x="2246" y="3582"/>
                  </a:cubicBezTo>
                  <a:cubicBezTo>
                    <a:pt x="2290" y="3995"/>
                    <a:pt x="2627" y="4314"/>
                    <a:pt x="3043" y="4332"/>
                  </a:cubicBezTo>
                  <a:cubicBezTo>
                    <a:pt x="3224" y="4813"/>
                    <a:pt x="3539" y="5226"/>
                    <a:pt x="3956" y="5527"/>
                  </a:cubicBezTo>
                  <a:lnTo>
                    <a:pt x="3956" y="6740"/>
                  </a:lnTo>
                  <a:lnTo>
                    <a:pt x="1902" y="7399"/>
                  </a:lnTo>
                  <a:cubicBezTo>
                    <a:pt x="769" y="7758"/>
                    <a:pt x="1" y="8812"/>
                    <a:pt x="1" y="10000"/>
                  </a:cubicBezTo>
                  <a:lnTo>
                    <a:pt x="1" y="11086"/>
                  </a:lnTo>
                  <a:cubicBezTo>
                    <a:pt x="1" y="11199"/>
                    <a:pt x="91" y="11289"/>
                    <a:pt x="204" y="11289"/>
                  </a:cubicBezTo>
                  <a:lnTo>
                    <a:pt x="2163" y="11289"/>
                  </a:lnTo>
                  <a:cubicBezTo>
                    <a:pt x="2431" y="11289"/>
                    <a:pt x="2431" y="10887"/>
                    <a:pt x="2163" y="10887"/>
                  </a:cubicBezTo>
                  <a:lnTo>
                    <a:pt x="403" y="10887"/>
                  </a:lnTo>
                  <a:lnTo>
                    <a:pt x="403" y="10003"/>
                  </a:lnTo>
                  <a:cubicBezTo>
                    <a:pt x="403" y="9782"/>
                    <a:pt x="435" y="9565"/>
                    <a:pt x="493" y="9355"/>
                  </a:cubicBezTo>
                  <a:cubicBezTo>
                    <a:pt x="511" y="9297"/>
                    <a:pt x="530" y="9239"/>
                    <a:pt x="551" y="9181"/>
                  </a:cubicBezTo>
                  <a:cubicBezTo>
                    <a:pt x="573" y="9127"/>
                    <a:pt x="595" y="9069"/>
                    <a:pt x="620" y="9015"/>
                  </a:cubicBezTo>
                  <a:cubicBezTo>
                    <a:pt x="895" y="8424"/>
                    <a:pt x="1406" y="7975"/>
                    <a:pt x="2025" y="7780"/>
                  </a:cubicBezTo>
                  <a:lnTo>
                    <a:pt x="3188" y="7407"/>
                  </a:lnTo>
                  <a:lnTo>
                    <a:pt x="3952" y="7160"/>
                  </a:lnTo>
                  <a:lnTo>
                    <a:pt x="3952" y="10887"/>
                  </a:lnTo>
                  <a:lnTo>
                    <a:pt x="2953" y="10887"/>
                  </a:lnTo>
                  <a:cubicBezTo>
                    <a:pt x="2688" y="10887"/>
                    <a:pt x="2688" y="11289"/>
                    <a:pt x="2953" y="11289"/>
                  </a:cubicBezTo>
                  <a:lnTo>
                    <a:pt x="10033" y="11289"/>
                  </a:lnTo>
                  <a:cubicBezTo>
                    <a:pt x="10145" y="11289"/>
                    <a:pt x="10232" y="11199"/>
                    <a:pt x="10232" y="11086"/>
                  </a:cubicBezTo>
                  <a:lnTo>
                    <a:pt x="10232" y="10000"/>
                  </a:lnTo>
                  <a:cubicBezTo>
                    <a:pt x="10232" y="9323"/>
                    <a:pt x="9982" y="8671"/>
                    <a:pt x="9530" y="8167"/>
                  </a:cubicBezTo>
                  <a:cubicBezTo>
                    <a:pt x="9489" y="8125"/>
                    <a:pt x="9435" y="8103"/>
                    <a:pt x="9381" y="8103"/>
                  </a:cubicBezTo>
                  <a:cubicBezTo>
                    <a:pt x="9333" y="8103"/>
                    <a:pt x="9285" y="8121"/>
                    <a:pt x="9247" y="8156"/>
                  </a:cubicBezTo>
                  <a:cubicBezTo>
                    <a:pt x="9164" y="8229"/>
                    <a:pt x="9157" y="8356"/>
                    <a:pt x="9233" y="8439"/>
                  </a:cubicBezTo>
                  <a:cubicBezTo>
                    <a:pt x="9620" y="8866"/>
                    <a:pt x="9834" y="9424"/>
                    <a:pt x="9834" y="10003"/>
                  </a:cubicBezTo>
                  <a:lnTo>
                    <a:pt x="9834" y="10887"/>
                  </a:lnTo>
                  <a:lnTo>
                    <a:pt x="6285" y="10887"/>
                  </a:lnTo>
                  <a:lnTo>
                    <a:pt x="6285" y="7164"/>
                  </a:lnTo>
                  <a:lnTo>
                    <a:pt x="8211" y="7780"/>
                  </a:lnTo>
                  <a:cubicBezTo>
                    <a:pt x="8367" y="7830"/>
                    <a:pt x="8519" y="7899"/>
                    <a:pt x="8664" y="7979"/>
                  </a:cubicBezTo>
                  <a:cubicBezTo>
                    <a:pt x="8702" y="8002"/>
                    <a:pt x="8739" y="8012"/>
                    <a:pt x="8773" y="8012"/>
                  </a:cubicBezTo>
                  <a:cubicBezTo>
                    <a:pt x="8952" y="8012"/>
                    <a:pt x="9067" y="7740"/>
                    <a:pt x="8863" y="7631"/>
                  </a:cubicBezTo>
                  <a:cubicBezTo>
                    <a:pt x="8693" y="7537"/>
                    <a:pt x="8519" y="7457"/>
                    <a:pt x="8334" y="7399"/>
                  </a:cubicBezTo>
                  <a:lnTo>
                    <a:pt x="6285" y="6740"/>
                  </a:lnTo>
                  <a:lnTo>
                    <a:pt x="6285" y="5531"/>
                  </a:lnTo>
                  <a:cubicBezTo>
                    <a:pt x="6697" y="5230"/>
                    <a:pt x="7016" y="4813"/>
                    <a:pt x="7197" y="4335"/>
                  </a:cubicBezTo>
                  <a:cubicBezTo>
                    <a:pt x="7610" y="4317"/>
                    <a:pt x="7951" y="3999"/>
                    <a:pt x="7990" y="3586"/>
                  </a:cubicBezTo>
                  <a:cubicBezTo>
                    <a:pt x="8034" y="3173"/>
                    <a:pt x="7766" y="2789"/>
                    <a:pt x="7360" y="2691"/>
                  </a:cubicBezTo>
                  <a:lnTo>
                    <a:pt x="7360" y="1797"/>
                  </a:lnTo>
                  <a:cubicBezTo>
                    <a:pt x="7360" y="804"/>
                    <a:pt x="6560" y="4"/>
                    <a:pt x="556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3812;p79">
              <a:extLst>
                <a:ext uri="{FF2B5EF4-FFF2-40B4-BE49-F238E27FC236}">
                  <a16:creationId xmlns:a16="http://schemas.microsoft.com/office/drawing/2014/main" id="{EE015B92-7436-A62C-302F-4A8B7458F47C}"/>
                </a:ext>
              </a:extLst>
            </p:cNvPr>
            <p:cNvSpPr/>
            <p:nvPr/>
          </p:nvSpPr>
          <p:spPr>
            <a:xfrm>
              <a:off x="4250250" y="3417711"/>
              <a:ext cx="43809" cy="63289"/>
            </a:xfrm>
            <a:custGeom>
              <a:avLst/>
              <a:gdLst/>
              <a:ahLst/>
              <a:cxnLst/>
              <a:rect l="l" t="t" r="r" b="b"/>
              <a:pathLst>
                <a:path w="1671" h="2414" extrusionOk="0">
                  <a:moveTo>
                    <a:pt x="829" y="1"/>
                  </a:moveTo>
                  <a:cubicBezTo>
                    <a:pt x="504" y="1"/>
                    <a:pt x="205" y="191"/>
                    <a:pt x="69" y="495"/>
                  </a:cubicBezTo>
                  <a:cubicBezTo>
                    <a:pt x="1" y="651"/>
                    <a:pt x="130" y="775"/>
                    <a:pt x="260" y="775"/>
                  </a:cubicBezTo>
                  <a:cubicBezTo>
                    <a:pt x="328" y="775"/>
                    <a:pt x="396" y="740"/>
                    <a:pt x="435" y="658"/>
                  </a:cubicBezTo>
                  <a:cubicBezTo>
                    <a:pt x="507" y="488"/>
                    <a:pt x="669" y="395"/>
                    <a:pt x="833" y="395"/>
                  </a:cubicBezTo>
                  <a:cubicBezTo>
                    <a:pt x="949" y="395"/>
                    <a:pt x="1065" y="441"/>
                    <a:pt x="1152" y="538"/>
                  </a:cubicBezTo>
                  <a:cubicBezTo>
                    <a:pt x="1362" y="773"/>
                    <a:pt x="1257" y="1147"/>
                    <a:pt x="957" y="1237"/>
                  </a:cubicBezTo>
                  <a:cubicBezTo>
                    <a:pt x="670" y="1328"/>
                    <a:pt x="489" y="1418"/>
                    <a:pt x="489" y="1599"/>
                  </a:cubicBezTo>
                  <a:lnTo>
                    <a:pt x="489" y="2215"/>
                  </a:lnTo>
                  <a:cubicBezTo>
                    <a:pt x="489" y="2347"/>
                    <a:pt x="590" y="2413"/>
                    <a:pt x="690" y="2413"/>
                  </a:cubicBezTo>
                  <a:cubicBezTo>
                    <a:pt x="791" y="2413"/>
                    <a:pt x="891" y="2347"/>
                    <a:pt x="891" y="2215"/>
                  </a:cubicBezTo>
                  <a:lnTo>
                    <a:pt x="891" y="1690"/>
                  </a:lnTo>
                  <a:cubicBezTo>
                    <a:pt x="953" y="1664"/>
                    <a:pt x="1015" y="1639"/>
                    <a:pt x="1076" y="1621"/>
                  </a:cubicBezTo>
                  <a:cubicBezTo>
                    <a:pt x="1261" y="1563"/>
                    <a:pt x="1420" y="1443"/>
                    <a:pt x="1529" y="1284"/>
                  </a:cubicBezTo>
                  <a:cubicBezTo>
                    <a:pt x="1627" y="1128"/>
                    <a:pt x="1670" y="951"/>
                    <a:pt x="1659" y="770"/>
                  </a:cubicBezTo>
                  <a:cubicBezTo>
                    <a:pt x="1630" y="390"/>
                    <a:pt x="1344" y="78"/>
                    <a:pt x="971" y="13"/>
                  </a:cubicBezTo>
                  <a:cubicBezTo>
                    <a:pt x="923" y="5"/>
                    <a:pt x="876" y="1"/>
                    <a:pt x="82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3813;p79">
              <a:extLst>
                <a:ext uri="{FF2B5EF4-FFF2-40B4-BE49-F238E27FC236}">
                  <a16:creationId xmlns:a16="http://schemas.microsoft.com/office/drawing/2014/main" id="{7CEE383A-42D8-FF25-4E7E-9E5B0A6B694E}"/>
                </a:ext>
              </a:extLst>
            </p:cNvPr>
            <p:cNvSpPr/>
            <p:nvPr/>
          </p:nvSpPr>
          <p:spPr>
            <a:xfrm>
              <a:off x="4261655" y="3486112"/>
              <a:ext cx="16438" cy="14105"/>
            </a:xfrm>
            <a:custGeom>
              <a:avLst/>
              <a:gdLst/>
              <a:ahLst/>
              <a:cxnLst/>
              <a:rect l="l" t="t" r="r" b="b"/>
              <a:pathLst>
                <a:path w="627" h="538" extrusionOk="0">
                  <a:moveTo>
                    <a:pt x="268" y="1"/>
                  </a:moveTo>
                  <a:cubicBezTo>
                    <a:pt x="120" y="1"/>
                    <a:pt x="0" y="120"/>
                    <a:pt x="0" y="269"/>
                  </a:cubicBezTo>
                  <a:cubicBezTo>
                    <a:pt x="0" y="430"/>
                    <a:pt x="132" y="537"/>
                    <a:pt x="269" y="537"/>
                  </a:cubicBezTo>
                  <a:cubicBezTo>
                    <a:pt x="335" y="537"/>
                    <a:pt x="402" y="512"/>
                    <a:pt x="456" y="457"/>
                  </a:cubicBezTo>
                  <a:cubicBezTo>
                    <a:pt x="627" y="290"/>
                    <a:pt x="507" y="1"/>
                    <a:pt x="268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" name="Google Shape;3726;p63">
            <a:extLst>
              <a:ext uri="{FF2B5EF4-FFF2-40B4-BE49-F238E27FC236}">
                <a16:creationId xmlns:a16="http://schemas.microsoft.com/office/drawing/2014/main" id="{C61ECFCA-48BC-E1E5-1BBB-7D9201F648C2}"/>
              </a:ext>
            </a:extLst>
          </p:cNvPr>
          <p:cNvGrpSpPr/>
          <p:nvPr/>
        </p:nvGrpSpPr>
        <p:grpSpPr>
          <a:xfrm>
            <a:off x="7369498" y="598109"/>
            <a:ext cx="344095" cy="379820"/>
            <a:chOff x="4111577" y="3480284"/>
            <a:chExt cx="344095" cy="379820"/>
          </a:xfrm>
        </p:grpSpPr>
        <p:sp>
          <p:nvSpPr>
            <p:cNvPr id="11" name="Google Shape;3727;p63">
              <a:extLst>
                <a:ext uri="{FF2B5EF4-FFF2-40B4-BE49-F238E27FC236}">
                  <a16:creationId xmlns:a16="http://schemas.microsoft.com/office/drawing/2014/main" id="{BEAB15A8-DB93-832F-7266-3D4A0D10A2F7}"/>
                </a:ext>
              </a:extLst>
            </p:cNvPr>
            <p:cNvSpPr/>
            <p:nvPr/>
          </p:nvSpPr>
          <p:spPr>
            <a:xfrm>
              <a:off x="4136433" y="3602461"/>
              <a:ext cx="294849" cy="206118"/>
            </a:xfrm>
            <a:custGeom>
              <a:avLst/>
              <a:gdLst/>
              <a:ahLst/>
              <a:cxnLst/>
              <a:rect l="l" t="t" r="r" b="b"/>
              <a:pathLst>
                <a:path w="15136" h="10581" extrusionOk="0">
                  <a:moveTo>
                    <a:pt x="782" y="0"/>
                  </a:moveTo>
                  <a:cubicBezTo>
                    <a:pt x="341" y="0"/>
                    <a:pt x="0" y="341"/>
                    <a:pt x="0" y="758"/>
                  </a:cubicBezTo>
                  <a:lnTo>
                    <a:pt x="0" y="9816"/>
                  </a:lnTo>
                  <a:cubicBezTo>
                    <a:pt x="0" y="10233"/>
                    <a:pt x="341" y="10580"/>
                    <a:pt x="782" y="10580"/>
                  </a:cubicBezTo>
                  <a:lnTo>
                    <a:pt x="14354" y="10580"/>
                  </a:lnTo>
                  <a:cubicBezTo>
                    <a:pt x="14795" y="10580"/>
                    <a:pt x="15136" y="10233"/>
                    <a:pt x="15136" y="9816"/>
                  </a:cubicBezTo>
                  <a:lnTo>
                    <a:pt x="15136" y="758"/>
                  </a:lnTo>
                  <a:cubicBezTo>
                    <a:pt x="15136" y="341"/>
                    <a:pt x="14795" y="0"/>
                    <a:pt x="14354" y="0"/>
                  </a:cubicBez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3728;p63">
              <a:extLst>
                <a:ext uri="{FF2B5EF4-FFF2-40B4-BE49-F238E27FC236}">
                  <a16:creationId xmlns:a16="http://schemas.microsoft.com/office/drawing/2014/main" id="{B89C2983-891F-8EA0-0F3C-85453B819C95}"/>
                </a:ext>
              </a:extLst>
            </p:cNvPr>
            <p:cNvSpPr/>
            <p:nvPr/>
          </p:nvSpPr>
          <p:spPr>
            <a:xfrm>
              <a:off x="4401262" y="3602461"/>
              <a:ext cx="30019" cy="206118"/>
            </a:xfrm>
            <a:custGeom>
              <a:avLst/>
              <a:gdLst/>
              <a:ahLst/>
              <a:cxnLst/>
              <a:rect l="l" t="t" r="r" b="b"/>
              <a:pathLst>
                <a:path w="1541" h="10581" extrusionOk="0">
                  <a:moveTo>
                    <a:pt x="1" y="0"/>
                  </a:moveTo>
                  <a:cubicBezTo>
                    <a:pt x="441" y="0"/>
                    <a:pt x="782" y="341"/>
                    <a:pt x="782" y="758"/>
                  </a:cubicBezTo>
                  <a:lnTo>
                    <a:pt x="782" y="9816"/>
                  </a:lnTo>
                  <a:cubicBezTo>
                    <a:pt x="782" y="10233"/>
                    <a:pt x="441" y="10580"/>
                    <a:pt x="1" y="10580"/>
                  </a:cubicBezTo>
                  <a:lnTo>
                    <a:pt x="759" y="10580"/>
                  </a:lnTo>
                  <a:cubicBezTo>
                    <a:pt x="1200" y="10580"/>
                    <a:pt x="1541" y="10233"/>
                    <a:pt x="1541" y="9816"/>
                  </a:cubicBezTo>
                  <a:lnTo>
                    <a:pt x="1541" y="758"/>
                  </a:lnTo>
                  <a:cubicBezTo>
                    <a:pt x="1541" y="341"/>
                    <a:pt x="1200" y="0"/>
                    <a:pt x="759" y="0"/>
                  </a:cubicBezTo>
                  <a:close/>
                </a:path>
              </a:pathLst>
            </a:custGeom>
            <a:solidFill>
              <a:srgbClr val="866A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3729;p63">
              <a:extLst>
                <a:ext uri="{FF2B5EF4-FFF2-40B4-BE49-F238E27FC236}">
                  <a16:creationId xmlns:a16="http://schemas.microsoft.com/office/drawing/2014/main" id="{D043ADC2-B441-A765-BFD9-F10D3F8EA90F}"/>
                </a:ext>
              </a:extLst>
            </p:cNvPr>
            <p:cNvSpPr/>
            <p:nvPr/>
          </p:nvSpPr>
          <p:spPr>
            <a:xfrm>
              <a:off x="4157959" y="3620539"/>
              <a:ext cx="251915" cy="169827"/>
            </a:xfrm>
            <a:custGeom>
              <a:avLst/>
              <a:gdLst/>
              <a:ahLst/>
              <a:cxnLst/>
              <a:rect l="l" t="t" r="r" b="b"/>
              <a:pathLst>
                <a:path w="12932" h="8718" extrusionOk="0">
                  <a:moveTo>
                    <a:pt x="294" y="1"/>
                  </a:moveTo>
                  <a:cubicBezTo>
                    <a:pt x="147" y="1"/>
                    <a:pt x="0" y="124"/>
                    <a:pt x="0" y="295"/>
                  </a:cubicBezTo>
                  <a:lnTo>
                    <a:pt x="0" y="8424"/>
                  </a:lnTo>
                  <a:cubicBezTo>
                    <a:pt x="0" y="8594"/>
                    <a:pt x="147" y="8718"/>
                    <a:pt x="294" y="8718"/>
                  </a:cubicBezTo>
                  <a:lnTo>
                    <a:pt x="12638" y="8718"/>
                  </a:lnTo>
                  <a:cubicBezTo>
                    <a:pt x="12785" y="8718"/>
                    <a:pt x="12931" y="8594"/>
                    <a:pt x="12931" y="8424"/>
                  </a:cubicBezTo>
                  <a:lnTo>
                    <a:pt x="12931" y="295"/>
                  </a:lnTo>
                  <a:cubicBezTo>
                    <a:pt x="12931" y="124"/>
                    <a:pt x="12785" y="1"/>
                    <a:pt x="12638" y="1"/>
                  </a:cubicBezTo>
                  <a:close/>
                </a:path>
              </a:pathLst>
            </a:custGeom>
            <a:solidFill>
              <a:srgbClr val="00C7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3730;p63">
              <a:extLst>
                <a:ext uri="{FF2B5EF4-FFF2-40B4-BE49-F238E27FC236}">
                  <a16:creationId xmlns:a16="http://schemas.microsoft.com/office/drawing/2014/main" id="{91C3681E-E1B5-68F6-23BB-3F30CE74B103}"/>
                </a:ext>
              </a:extLst>
            </p:cNvPr>
            <p:cNvSpPr/>
            <p:nvPr/>
          </p:nvSpPr>
          <p:spPr>
            <a:xfrm>
              <a:off x="4157959" y="3659128"/>
              <a:ext cx="81543" cy="131237"/>
            </a:xfrm>
            <a:custGeom>
              <a:avLst/>
              <a:gdLst/>
              <a:ahLst/>
              <a:cxnLst/>
              <a:rect l="l" t="t" r="r" b="b"/>
              <a:pathLst>
                <a:path w="4186" h="6737" extrusionOk="0">
                  <a:moveTo>
                    <a:pt x="0" y="1"/>
                  </a:moveTo>
                  <a:lnTo>
                    <a:pt x="0" y="6443"/>
                  </a:lnTo>
                  <a:cubicBezTo>
                    <a:pt x="0" y="6613"/>
                    <a:pt x="147" y="6737"/>
                    <a:pt x="294" y="6737"/>
                  </a:cubicBezTo>
                  <a:lnTo>
                    <a:pt x="4185" y="6737"/>
                  </a:lnTo>
                  <a:lnTo>
                    <a:pt x="4185" y="1"/>
                  </a:lnTo>
                  <a:close/>
                </a:path>
              </a:pathLst>
            </a:custGeom>
            <a:solidFill>
              <a:srgbClr val="00C7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3731;p63">
              <a:extLst>
                <a:ext uri="{FF2B5EF4-FFF2-40B4-BE49-F238E27FC236}">
                  <a16:creationId xmlns:a16="http://schemas.microsoft.com/office/drawing/2014/main" id="{1552DED1-9C27-E51B-9A62-1605A0F1D853}"/>
                </a:ext>
              </a:extLst>
            </p:cNvPr>
            <p:cNvSpPr/>
            <p:nvPr/>
          </p:nvSpPr>
          <p:spPr>
            <a:xfrm>
              <a:off x="4224716" y="3659128"/>
              <a:ext cx="14785" cy="131237"/>
            </a:xfrm>
            <a:custGeom>
              <a:avLst/>
              <a:gdLst/>
              <a:ahLst/>
              <a:cxnLst/>
              <a:rect l="l" t="t" r="r" b="b"/>
              <a:pathLst>
                <a:path w="759" h="6737" extrusionOk="0">
                  <a:moveTo>
                    <a:pt x="0" y="1"/>
                  </a:moveTo>
                  <a:lnTo>
                    <a:pt x="0" y="6737"/>
                  </a:lnTo>
                  <a:lnTo>
                    <a:pt x="758" y="6737"/>
                  </a:lnTo>
                  <a:lnTo>
                    <a:pt x="758" y="1"/>
                  </a:lnTo>
                  <a:close/>
                </a:path>
              </a:pathLst>
            </a:custGeom>
            <a:solidFill>
              <a:srgbClr val="00C7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732;p63">
              <a:extLst>
                <a:ext uri="{FF2B5EF4-FFF2-40B4-BE49-F238E27FC236}">
                  <a16:creationId xmlns:a16="http://schemas.microsoft.com/office/drawing/2014/main" id="{CAF7C278-1D31-0712-D321-9E79DED90D45}"/>
                </a:ext>
              </a:extLst>
            </p:cNvPr>
            <p:cNvSpPr/>
            <p:nvPr/>
          </p:nvSpPr>
          <p:spPr>
            <a:xfrm>
              <a:off x="4229976" y="3486011"/>
              <a:ext cx="107763" cy="62083"/>
            </a:xfrm>
            <a:custGeom>
              <a:avLst/>
              <a:gdLst/>
              <a:ahLst/>
              <a:cxnLst/>
              <a:rect l="l" t="t" r="r" b="b"/>
              <a:pathLst>
                <a:path w="5532" h="3187" extrusionOk="0">
                  <a:moveTo>
                    <a:pt x="2769" y="0"/>
                  </a:moveTo>
                  <a:cubicBezTo>
                    <a:pt x="2058" y="0"/>
                    <a:pt x="1470" y="465"/>
                    <a:pt x="1299" y="1129"/>
                  </a:cubicBezTo>
                  <a:cubicBezTo>
                    <a:pt x="1199" y="1100"/>
                    <a:pt x="1123" y="1076"/>
                    <a:pt x="1053" y="1076"/>
                  </a:cubicBezTo>
                  <a:cubicBezTo>
                    <a:pt x="465" y="1076"/>
                    <a:pt x="0" y="1570"/>
                    <a:pt x="0" y="2128"/>
                  </a:cubicBezTo>
                  <a:cubicBezTo>
                    <a:pt x="0" y="2716"/>
                    <a:pt x="465" y="3186"/>
                    <a:pt x="1053" y="3186"/>
                  </a:cubicBezTo>
                  <a:cubicBezTo>
                    <a:pt x="1370" y="3186"/>
                    <a:pt x="1664" y="3039"/>
                    <a:pt x="1858" y="2792"/>
                  </a:cubicBezTo>
                  <a:cubicBezTo>
                    <a:pt x="2105" y="2986"/>
                    <a:pt x="2422" y="3086"/>
                    <a:pt x="2769" y="3086"/>
                  </a:cubicBezTo>
                  <a:cubicBezTo>
                    <a:pt x="3110" y="3086"/>
                    <a:pt x="3427" y="2986"/>
                    <a:pt x="3674" y="2792"/>
                  </a:cubicBezTo>
                  <a:cubicBezTo>
                    <a:pt x="3868" y="3039"/>
                    <a:pt x="4162" y="3186"/>
                    <a:pt x="4479" y="3186"/>
                  </a:cubicBezTo>
                  <a:cubicBezTo>
                    <a:pt x="5067" y="3186"/>
                    <a:pt x="5531" y="2716"/>
                    <a:pt x="5531" y="2128"/>
                  </a:cubicBezTo>
                  <a:cubicBezTo>
                    <a:pt x="5531" y="1570"/>
                    <a:pt x="5067" y="1076"/>
                    <a:pt x="4479" y="1076"/>
                  </a:cubicBezTo>
                  <a:cubicBezTo>
                    <a:pt x="4409" y="1076"/>
                    <a:pt x="4332" y="1100"/>
                    <a:pt x="4238" y="1129"/>
                  </a:cubicBezTo>
                  <a:cubicBezTo>
                    <a:pt x="4062" y="465"/>
                    <a:pt x="3474" y="0"/>
                    <a:pt x="2769" y="0"/>
                  </a:cubicBez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733;p63">
              <a:extLst>
                <a:ext uri="{FF2B5EF4-FFF2-40B4-BE49-F238E27FC236}">
                  <a16:creationId xmlns:a16="http://schemas.microsoft.com/office/drawing/2014/main" id="{CA98292A-D57C-776D-909D-333F4652B220}"/>
                </a:ext>
              </a:extLst>
            </p:cNvPr>
            <p:cNvSpPr/>
            <p:nvPr/>
          </p:nvSpPr>
          <p:spPr>
            <a:xfrm>
              <a:off x="4117304" y="3808558"/>
              <a:ext cx="333108" cy="46265"/>
            </a:xfrm>
            <a:custGeom>
              <a:avLst/>
              <a:gdLst/>
              <a:ahLst/>
              <a:cxnLst/>
              <a:rect l="l" t="t" r="r" b="b"/>
              <a:pathLst>
                <a:path w="17100" h="2375" extrusionOk="0">
                  <a:moveTo>
                    <a:pt x="441" y="0"/>
                  </a:moveTo>
                  <a:cubicBezTo>
                    <a:pt x="200" y="0"/>
                    <a:pt x="1" y="194"/>
                    <a:pt x="1" y="441"/>
                  </a:cubicBezTo>
                  <a:cubicBezTo>
                    <a:pt x="1" y="1517"/>
                    <a:pt x="859" y="2375"/>
                    <a:pt x="1940" y="2375"/>
                  </a:cubicBezTo>
                  <a:lnTo>
                    <a:pt x="15165" y="2375"/>
                  </a:lnTo>
                  <a:cubicBezTo>
                    <a:pt x="16241" y="2375"/>
                    <a:pt x="17099" y="1517"/>
                    <a:pt x="17099" y="441"/>
                  </a:cubicBezTo>
                  <a:cubicBezTo>
                    <a:pt x="17099" y="194"/>
                    <a:pt x="16899" y="0"/>
                    <a:pt x="16658" y="0"/>
                  </a:cubicBezTo>
                  <a:close/>
                </a:path>
              </a:pathLst>
            </a:custGeom>
            <a:solidFill>
              <a:srgbClr val="866A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734;p63">
              <a:extLst>
                <a:ext uri="{FF2B5EF4-FFF2-40B4-BE49-F238E27FC236}">
                  <a16:creationId xmlns:a16="http://schemas.microsoft.com/office/drawing/2014/main" id="{728306C9-F685-107F-1276-42B711922E39}"/>
                </a:ext>
              </a:extLst>
            </p:cNvPr>
            <p:cNvSpPr/>
            <p:nvPr/>
          </p:nvSpPr>
          <p:spPr>
            <a:xfrm>
              <a:off x="4393587" y="3808558"/>
              <a:ext cx="56823" cy="46265"/>
            </a:xfrm>
            <a:custGeom>
              <a:avLst/>
              <a:gdLst/>
              <a:ahLst/>
              <a:cxnLst/>
              <a:rect l="l" t="t" r="r" b="b"/>
              <a:pathLst>
                <a:path w="2917" h="2375" extrusionOk="0">
                  <a:moveTo>
                    <a:pt x="1494" y="0"/>
                  </a:moveTo>
                  <a:cubicBezTo>
                    <a:pt x="1741" y="0"/>
                    <a:pt x="1935" y="194"/>
                    <a:pt x="1935" y="441"/>
                  </a:cubicBezTo>
                  <a:cubicBezTo>
                    <a:pt x="1935" y="976"/>
                    <a:pt x="1717" y="1440"/>
                    <a:pt x="1370" y="1811"/>
                  </a:cubicBezTo>
                  <a:cubicBezTo>
                    <a:pt x="1006" y="2151"/>
                    <a:pt x="542" y="2375"/>
                    <a:pt x="1" y="2375"/>
                  </a:cubicBezTo>
                  <a:lnTo>
                    <a:pt x="982" y="2375"/>
                  </a:lnTo>
                  <a:cubicBezTo>
                    <a:pt x="1517" y="2375"/>
                    <a:pt x="1982" y="2151"/>
                    <a:pt x="2352" y="1811"/>
                  </a:cubicBezTo>
                  <a:cubicBezTo>
                    <a:pt x="2693" y="1440"/>
                    <a:pt x="2916" y="976"/>
                    <a:pt x="2916" y="441"/>
                  </a:cubicBezTo>
                  <a:cubicBezTo>
                    <a:pt x="2916" y="194"/>
                    <a:pt x="2716" y="0"/>
                    <a:pt x="2475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735;p63">
              <a:extLst>
                <a:ext uri="{FF2B5EF4-FFF2-40B4-BE49-F238E27FC236}">
                  <a16:creationId xmlns:a16="http://schemas.microsoft.com/office/drawing/2014/main" id="{6B81D50D-F725-B442-4729-87D0BF2A6168}"/>
                </a:ext>
              </a:extLst>
            </p:cNvPr>
            <p:cNvSpPr/>
            <p:nvPr/>
          </p:nvSpPr>
          <p:spPr>
            <a:xfrm>
              <a:off x="4157959" y="3620539"/>
              <a:ext cx="251915" cy="38609"/>
            </a:xfrm>
            <a:custGeom>
              <a:avLst/>
              <a:gdLst/>
              <a:ahLst/>
              <a:cxnLst/>
              <a:rect l="l" t="t" r="r" b="b"/>
              <a:pathLst>
                <a:path w="12932" h="1982" extrusionOk="0">
                  <a:moveTo>
                    <a:pt x="294" y="1"/>
                  </a:moveTo>
                  <a:cubicBezTo>
                    <a:pt x="147" y="1"/>
                    <a:pt x="0" y="124"/>
                    <a:pt x="0" y="295"/>
                  </a:cubicBezTo>
                  <a:lnTo>
                    <a:pt x="0" y="1982"/>
                  </a:lnTo>
                  <a:lnTo>
                    <a:pt x="12931" y="1982"/>
                  </a:lnTo>
                  <a:lnTo>
                    <a:pt x="12931" y="295"/>
                  </a:lnTo>
                  <a:cubicBezTo>
                    <a:pt x="12931" y="124"/>
                    <a:pt x="12785" y="1"/>
                    <a:pt x="12638" y="1"/>
                  </a:cubicBezTo>
                  <a:close/>
                </a:path>
              </a:pathLst>
            </a:custGeom>
            <a:solidFill>
              <a:srgbClr val="FF93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736;p63">
              <a:extLst>
                <a:ext uri="{FF2B5EF4-FFF2-40B4-BE49-F238E27FC236}">
                  <a16:creationId xmlns:a16="http://schemas.microsoft.com/office/drawing/2014/main" id="{21E5E7D8-5014-25EF-ACF4-97F4545FABBA}"/>
                </a:ext>
              </a:extLst>
            </p:cNvPr>
            <p:cNvSpPr/>
            <p:nvPr/>
          </p:nvSpPr>
          <p:spPr>
            <a:xfrm>
              <a:off x="4389243" y="3620539"/>
              <a:ext cx="20629" cy="38609"/>
            </a:xfrm>
            <a:custGeom>
              <a:avLst/>
              <a:gdLst/>
              <a:ahLst/>
              <a:cxnLst/>
              <a:rect l="l" t="t" r="r" b="b"/>
              <a:pathLst>
                <a:path w="1059" h="1982" extrusionOk="0">
                  <a:moveTo>
                    <a:pt x="0" y="1"/>
                  </a:moveTo>
                  <a:cubicBezTo>
                    <a:pt x="147" y="1"/>
                    <a:pt x="271" y="124"/>
                    <a:pt x="271" y="295"/>
                  </a:cubicBezTo>
                  <a:lnTo>
                    <a:pt x="271" y="1982"/>
                  </a:lnTo>
                  <a:lnTo>
                    <a:pt x="1058" y="1982"/>
                  </a:lnTo>
                  <a:lnTo>
                    <a:pt x="1058" y="295"/>
                  </a:lnTo>
                  <a:cubicBezTo>
                    <a:pt x="1058" y="124"/>
                    <a:pt x="912" y="1"/>
                    <a:pt x="765" y="1"/>
                  </a:cubicBezTo>
                  <a:close/>
                </a:path>
              </a:pathLst>
            </a:custGeom>
            <a:solidFill>
              <a:srgbClr val="FF61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737;p63">
              <a:extLst>
                <a:ext uri="{FF2B5EF4-FFF2-40B4-BE49-F238E27FC236}">
                  <a16:creationId xmlns:a16="http://schemas.microsoft.com/office/drawing/2014/main" id="{8BBFD13E-93BB-17A4-FEDB-1D7E24841D69}"/>
                </a:ext>
              </a:extLst>
            </p:cNvPr>
            <p:cNvSpPr/>
            <p:nvPr/>
          </p:nvSpPr>
          <p:spPr>
            <a:xfrm>
              <a:off x="4252864" y="3808558"/>
              <a:ext cx="61966" cy="20045"/>
            </a:xfrm>
            <a:custGeom>
              <a:avLst/>
              <a:gdLst/>
              <a:ahLst/>
              <a:cxnLst/>
              <a:rect l="l" t="t" r="r" b="b"/>
              <a:pathLst>
                <a:path w="3181" h="1029" extrusionOk="0">
                  <a:moveTo>
                    <a:pt x="1" y="0"/>
                  </a:moveTo>
                  <a:lnTo>
                    <a:pt x="1" y="512"/>
                  </a:lnTo>
                  <a:cubicBezTo>
                    <a:pt x="1" y="805"/>
                    <a:pt x="242" y="1029"/>
                    <a:pt x="512" y="1029"/>
                  </a:cubicBezTo>
                  <a:lnTo>
                    <a:pt x="2669" y="1029"/>
                  </a:lnTo>
                  <a:cubicBezTo>
                    <a:pt x="2940" y="1029"/>
                    <a:pt x="3181" y="805"/>
                    <a:pt x="3181" y="512"/>
                  </a:cubicBezTo>
                  <a:lnTo>
                    <a:pt x="3181" y="0"/>
                  </a:lnTo>
                  <a:close/>
                </a:path>
              </a:pathLst>
            </a:custGeom>
            <a:solidFill>
              <a:srgbClr val="356B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738;p63">
              <a:extLst>
                <a:ext uri="{FF2B5EF4-FFF2-40B4-BE49-F238E27FC236}">
                  <a16:creationId xmlns:a16="http://schemas.microsoft.com/office/drawing/2014/main" id="{4E615632-CA5E-EA4D-38DF-2ACF0CFBBA74}"/>
                </a:ext>
              </a:extLst>
            </p:cNvPr>
            <p:cNvSpPr/>
            <p:nvPr/>
          </p:nvSpPr>
          <p:spPr>
            <a:xfrm>
              <a:off x="4224716" y="3480284"/>
              <a:ext cx="118283" cy="73537"/>
            </a:xfrm>
            <a:custGeom>
              <a:avLst/>
              <a:gdLst/>
              <a:ahLst/>
              <a:cxnLst/>
              <a:rect l="l" t="t" r="r" b="b"/>
              <a:pathLst>
                <a:path w="6072" h="3775" extrusionOk="0">
                  <a:moveTo>
                    <a:pt x="3039" y="588"/>
                  </a:moveTo>
                  <a:cubicBezTo>
                    <a:pt x="3597" y="588"/>
                    <a:pt x="4091" y="953"/>
                    <a:pt x="4238" y="1493"/>
                  </a:cubicBezTo>
                  <a:cubicBezTo>
                    <a:pt x="4278" y="1620"/>
                    <a:pt x="4392" y="1694"/>
                    <a:pt x="4516" y="1694"/>
                  </a:cubicBezTo>
                  <a:cubicBezTo>
                    <a:pt x="4537" y="1694"/>
                    <a:pt x="4558" y="1692"/>
                    <a:pt x="4579" y="1687"/>
                  </a:cubicBezTo>
                  <a:cubicBezTo>
                    <a:pt x="4626" y="1664"/>
                    <a:pt x="4702" y="1664"/>
                    <a:pt x="4749" y="1664"/>
                  </a:cubicBezTo>
                  <a:cubicBezTo>
                    <a:pt x="5167" y="1664"/>
                    <a:pt x="5508" y="2011"/>
                    <a:pt x="5508" y="2422"/>
                  </a:cubicBezTo>
                  <a:cubicBezTo>
                    <a:pt x="5508" y="2840"/>
                    <a:pt x="5167" y="3186"/>
                    <a:pt x="4749" y="3186"/>
                  </a:cubicBezTo>
                  <a:cubicBezTo>
                    <a:pt x="4532" y="3186"/>
                    <a:pt x="4308" y="3086"/>
                    <a:pt x="4162" y="2916"/>
                  </a:cubicBezTo>
                  <a:cubicBezTo>
                    <a:pt x="4114" y="2840"/>
                    <a:pt x="4015" y="2792"/>
                    <a:pt x="3944" y="2792"/>
                  </a:cubicBezTo>
                  <a:cubicBezTo>
                    <a:pt x="3868" y="2792"/>
                    <a:pt x="3821" y="2816"/>
                    <a:pt x="3774" y="2863"/>
                  </a:cubicBezTo>
                  <a:cubicBezTo>
                    <a:pt x="3550" y="3010"/>
                    <a:pt x="3303" y="3086"/>
                    <a:pt x="3039" y="3086"/>
                  </a:cubicBezTo>
                  <a:cubicBezTo>
                    <a:pt x="2768" y="3086"/>
                    <a:pt x="2522" y="3010"/>
                    <a:pt x="2304" y="2863"/>
                  </a:cubicBezTo>
                  <a:cubicBezTo>
                    <a:pt x="2253" y="2824"/>
                    <a:pt x="2194" y="2805"/>
                    <a:pt x="2136" y="2805"/>
                  </a:cubicBezTo>
                  <a:cubicBezTo>
                    <a:pt x="2052" y="2805"/>
                    <a:pt x="1969" y="2843"/>
                    <a:pt x="1910" y="2916"/>
                  </a:cubicBezTo>
                  <a:cubicBezTo>
                    <a:pt x="1763" y="3086"/>
                    <a:pt x="1540" y="3186"/>
                    <a:pt x="1323" y="3186"/>
                  </a:cubicBezTo>
                  <a:cubicBezTo>
                    <a:pt x="905" y="3186"/>
                    <a:pt x="564" y="2840"/>
                    <a:pt x="564" y="2422"/>
                  </a:cubicBezTo>
                  <a:cubicBezTo>
                    <a:pt x="564" y="2011"/>
                    <a:pt x="905" y="1664"/>
                    <a:pt x="1323" y="1664"/>
                  </a:cubicBezTo>
                  <a:cubicBezTo>
                    <a:pt x="1370" y="1664"/>
                    <a:pt x="1446" y="1664"/>
                    <a:pt x="1493" y="1687"/>
                  </a:cubicBezTo>
                  <a:cubicBezTo>
                    <a:pt x="1514" y="1692"/>
                    <a:pt x="1535" y="1694"/>
                    <a:pt x="1555" y="1694"/>
                  </a:cubicBezTo>
                  <a:cubicBezTo>
                    <a:pt x="1680" y="1694"/>
                    <a:pt x="1794" y="1620"/>
                    <a:pt x="1834" y="1493"/>
                  </a:cubicBezTo>
                  <a:cubicBezTo>
                    <a:pt x="1981" y="953"/>
                    <a:pt x="2475" y="588"/>
                    <a:pt x="3039" y="588"/>
                  </a:cubicBezTo>
                  <a:close/>
                  <a:moveTo>
                    <a:pt x="3039" y="1"/>
                  </a:moveTo>
                  <a:cubicBezTo>
                    <a:pt x="2304" y="1"/>
                    <a:pt x="1663" y="441"/>
                    <a:pt x="1370" y="1100"/>
                  </a:cubicBezTo>
                  <a:lnTo>
                    <a:pt x="1323" y="1100"/>
                  </a:lnTo>
                  <a:cubicBezTo>
                    <a:pt x="588" y="1100"/>
                    <a:pt x="0" y="1687"/>
                    <a:pt x="0" y="2422"/>
                  </a:cubicBezTo>
                  <a:cubicBezTo>
                    <a:pt x="0" y="3157"/>
                    <a:pt x="588" y="3774"/>
                    <a:pt x="1323" y="3774"/>
                  </a:cubicBezTo>
                  <a:cubicBezTo>
                    <a:pt x="1640" y="3774"/>
                    <a:pt x="1934" y="3651"/>
                    <a:pt x="2181" y="3451"/>
                  </a:cubicBezTo>
                  <a:cubicBezTo>
                    <a:pt x="2451" y="3598"/>
                    <a:pt x="2745" y="3674"/>
                    <a:pt x="3039" y="3674"/>
                  </a:cubicBezTo>
                  <a:cubicBezTo>
                    <a:pt x="3333" y="3674"/>
                    <a:pt x="3627" y="3598"/>
                    <a:pt x="3891" y="3451"/>
                  </a:cubicBezTo>
                  <a:cubicBezTo>
                    <a:pt x="4138" y="3651"/>
                    <a:pt x="4432" y="3774"/>
                    <a:pt x="4749" y="3774"/>
                  </a:cubicBezTo>
                  <a:cubicBezTo>
                    <a:pt x="5484" y="3774"/>
                    <a:pt x="6072" y="3157"/>
                    <a:pt x="6072" y="2422"/>
                  </a:cubicBezTo>
                  <a:cubicBezTo>
                    <a:pt x="6072" y="1687"/>
                    <a:pt x="5484" y="1100"/>
                    <a:pt x="4749" y="1100"/>
                  </a:cubicBezTo>
                  <a:lnTo>
                    <a:pt x="4702" y="1100"/>
                  </a:lnTo>
                  <a:cubicBezTo>
                    <a:pt x="4408" y="441"/>
                    <a:pt x="3774" y="1"/>
                    <a:pt x="3039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39;p63">
              <a:extLst>
                <a:ext uri="{FF2B5EF4-FFF2-40B4-BE49-F238E27FC236}">
                  <a16:creationId xmlns:a16="http://schemas.microsoft.com/office/drawing/2014/main" id="{9B986310-B58E-46DA-8424-D482A586DBFE}"/>
                </a:ext>
              </a:extLst>
            </p:cNvPr>
            <p:cNvSpPr/>
            <p:nvPr/>
          </p:nvSpPr>
          <p:spPr>
            <a:xfrm>
              <a:off x="4278169" y="3560424"/>
              <a:ext cx="11474" cy="11026"/>
            </a:xfrm>
            <a:custGeom>
              <a:avLst/>
              <a:gdLst/>
              <a:ahLst/>
              <a:cxnLst/>
              <a:rect l="l" t="t" r="r" b="b"/>
              <a:pathLst>
                <a:path w="589" h="566" extrusionOk="0">
                  <a:moveTo>
                    <a:pt x="295" y="1"/>
                  </a:moveTo>
                  <a:cubicBezTo>
                    <a:pt x="148" y="1"/>
                    <a:pt x="1" y="124"/>
                    <a:pt x="1" y="295"/>
                  </a:cubicBezTo>
                  <a:cubicBezTo>
                    <a:pt x="1" y="442"/>
                    <a:pt x="148" y="565"/>
                    <a:pt x="295" y="565"/>
                  </a:cubicBezTo>
                  <a:cubicBezTo>
                    <a:pt x="442" y="565"/>
                    <a:pt x="589" y="442"/>
                    <a:pt x="589" y="295"/>
                  </a:cubicBezTo>
                  <a:cubicBezTo>
                    <a:pt x="589" y="124"/>
                    <a:pt x="442" y="1"/>
                    <a:pt x="295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740;p63">
              <a:extLst>
                <a:ext uri="{FF2B5EF4-FFF2-40B4-BE49-F238E27FC236}">
                  <a16:creationId xmlns:a16="http://schemas.microsoft.com/office/drawing/2014/main" id="{59C56993-EB5B-4B48-A46C-AC1A7AF59EA3}"/>
                </a:ext>
              </a:extLst>
            </p:cNvPr>
            <p:cNvSpPr/>
            <p:nvPr/>
          </p:nvSpPr>
          <p:spPr>
            <a:xfrm>
              <a:off x="4278169" y="3578988"/>
              <a:ext cx="11474" cy="11454"/>
            </a:xfrm>
            <a:custGeom>
              <a:avLst/>
              <a:gdLst/>
              <a:ahLst/>
              <a:cxnLst/>
              <a:rect l="l" t="t" r="r" b="b"/>
              <a:pathLst>
                <a:path w="589" h="588" extrusionOk="0">
                  <a:moveTo>
                    <a:pt x="295" y="0"/>
                  </a:moveTo>
                  <a:cubicBezTo>
                    <a:pt x="148" y="0"/>
                    <a:pt x="1" y="147"/>
                    <a:pt x="1" y="294"/>
                  </a:cubicBezTo>
                  <a:cubicBezTo>
                    <a:pt x="1" y="441"/>
                    <a:pt x="148" y="588"/>
                    <a:pt x="295" y="588"/>
                  </a:cubicBezTo>
                  <a:cubicBezTo>
                    <a:pt x="442" y="588"/>
                    <a:pt x="589" y="441"/>
                    <a:pt x="589" y="294"/>
                  </a:cubicBezTo>
                  <a:cubicBezTo>
                    <a:pt x="589" y="147"/>
                    <a:pt x="442" y="0"/>
                    <a:pt x="295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741;p63">
              <a:extLst>
                <a:ext uri="{FF2B5EF4-FFF2-40B4-BE49-F238E27FC236}">
                  <a16:creationId xmlns:a16="http://schemas.microsoft.com/office/drawing/2014/main" id="{C48145E8-C69C-9986-4926-3E701059597E}"/>
                </a:ext>
              </a:extLst>
            </p:cNvPr>
            <p:cNvSpPr/>
            <p:nvPr/>
          </p:nvSpPr>
          <p:spPr>
            <a:xfrm>
              <a:off x="4111577" y="3596734"/>
              <a:ext cx="344095" cy="263370"/>
            </a:xfrm>
            <a:custGeom>
              <a:avLst/>
              <a:gdLst/>
              <a:ahLst/>
              <a:cxnLst/>
              <a:rect l="l" t="t" r="r" b="b"/>
              <a:pathLst>
                <a:path w="17664" h="13520" extrusionOk="0">
                  <a:moveTo>
                    <a:pt x="10140" y="11168"/>
                  </a:moveTo>
                  <a:lnTo>
                    <a:pt x="10140" y="11386"/>
                  </a:lnTo>
                  <a:cubicBezTo>
                    <a:pt x="10140" y="11509"/>
                    <a:pt x="10046" y="11609"/>
                    <a:pt x="9922" y="11609"/>
                  </a:cubicBezTo>
                  <a:lnTo>
                    <a:pt x="7765" y="11609"/>
                  </a:lnTo>
                  <a:cubicBezTo>
                    <a:pt x="7642" y="11609"/>
                    <a:pt x="7548" y="11509"/>
                    <a:pt x="7548" y="11386"/>
                  </a:cubicBezTo>
                  <a:lnTo>
                    <a:pt x="7548" y="11168"/>
                  </a:lnTo>
                  <a:close/>
                  <a:moveTo>
                    <a:pt x="16952" y="11168"/>
                  </a:moveTo>
                  <a:cubicBezTo>
                    <a:pt x="17023" y="11168"/>
                    <a:pt x="17099" y="11239"/>
                    <a:pt x="17099" y="11315"/>
                  </a:cubicBezTo>
                  <a:cubicBezTo>
                    <a:pt x="17099" y="12220"/>
                    <a:pt x="16365" y="12955"/>
                    <a:pt x="15459" y="12955"/>
                  </a:cubicBezTo>
                  <a:lnTo>
                    <a:pt x="2234" y="12955"/>
                  </a:lnTo>
                  <a:cubicBezTo>
                    <a:pt x="1323" y="12955"/>
                    <a:pt x="589" y="12220"/>
                    <a:pt x="589" y="11315"/>
                  </a:cubicBezTo>
                  <a:cubicBezTo>
                    <a:pt x="589" y="11239"/>
                    <a:pt x="665" y="11168"/>
                    <a:pt x="735" y="11168"/>
                  </a:cubicBezTo>
                  <a:lnTo>
                    <a:pt x="6984" y="11168"/>
                  </a:lnTo>
                  <a:lnTo>
                    <a:pt x="6984" y="11386"/>
                  </a:lnTo>
                  <a:cubicBezTo>
                    <a:pt x="6984" y="11826"/>
                    <a:pt x="7324" y="12197"/>
                    <a:pt x="7765" y="12197"/>
                  </a:cubicBezTo>
                  <a:lnTo>
                    <a:pt x="9922" y="12197"/>
                  </a:lnTo>
                  <a:cubicBezTo>
                    <a:pt x="10363" y="12197"/>
                    <a:pt x="10704" y="11826"/>
                    <a:pt x="10704" y="11386"/>
                  </a:cubicBezTo>
                  <a:lnTo>
                    <a:pt x="10704" y="11168"/>
                  </a:lnTo>
                  <a:close/>
                  <a:moveTo>
                    <a:pt x="2058" y="0"/>
                  </a:moveTo>
                  <a:cubicBezTo>
                    <a:pt x="1470" y="0"/>
                    <a:pt x="1006" y="465"/>
                    <a:pt x="1006" y="1052"/>
                  </a:cubicBezTo>
                  <a:lnTo>
                    <a:pt x="1006" y="10110"/>
                  </a:lnTo>
                  <a:cubicBezTo>
                    <a:pt x="1006" y="10286"/>
                    <a:pt x="1029" y="10457"/>
                    <a:pt x="1106" y="10604"/>
                  </a:cubicBezTo>
                  <a:lnTo>
                    <a:pt x="735" y="10604"/>
                  </a:lnTo>
                  <a:cubicBezTo>
                    <a:pt x="348" y="10604"/>
                    <a:pt x="1" y="10921"/>
                    <a:pt x="1" y="11315"/>
                  </a:cubicBezTo>
                  <a:cubicBezTo>
                    <a:pt x="1" y="12538"/>
                    <a:pt x="1006" y="13519"/>
                    <a:pt x="2234" y="13519"/>
                  </a:cubicBezTo>
                  <a:lnTo>
                    <a:pt x="15459" y="13519"/>
                  </a:lnTo>
                  <a:cubicBezTo>
                    <a:pt x="16682" y="13519"/>
                    <a:pt x="17664" y="12538"/>
                    <a:pt x="17664" y="11315"/>
                  </a:cubicBezTo>
                  <a:cubicBezTo>
                    <a:pt x="17664" y="10921"/>
                    <a:pt x="17340" y="10604"/>
                    <a:pt x="16952" y="10604"/>
                  </a:cubicBezTo>
                  <a:lnTo>
                    <a:pt x="16582" y="10604"/>
                  </a:lnTo>
                  <a:cubicBezTo>
                    <a:pt x="16658" y="10457"/>
                    <a:pt x="16682" y="10286"/>
                    <a:pt x="16682" y="10110"/>
                  </a:cubicBezTo>
                  <a:lnTo>
                    <a:pt x="16682" y="1052"/>
                  </a:lnTo>
                  <a:cubicBezTo>
                    <a:pt x="16682" y="465"/>
                    <a:pt x="16218" y="0"/>
                    <a:pt x="15630" y="0"/>
                  </a:cubicBezTo>
                  <a:lnTo>
                    <a:pt x="12885" y="0"/>
                  </a:lnTo>
                  <a:cubicBezTo>
                    <a:pt x="12738" y="0"/>
                    <a:pt x="12615" y="118"/>
                    <a:pt x="12615" y="294"/>
                  </a:cubicBezTo>
                  <a:cubicBezTo>
                    <a:pt x="12615" y="441"/>
                    <a:pt x="12738" y="559"/>
                    <a:pt x="12885" y="559"/>
                  </a:cubicBezTo>
                  <a:lnTo>
                    <a:pt x="15630" y="559"/>
                  </a:lnTo>
                  <a:cubicBezTo>
                    <a:pt x="15900" y="559"/>
                    <a:pt x="16118" y="782"/>
                    <a:pt x="16118" y="1052"/>
                  </a:cubicBezTo>
                  <a:lnTo>
                    <a:pt x="16118" y="10110"/>
                  </a:lnTo>
                  <a:cubicBezTo>
                    <a:pt x="16118" y="10380"/>
                    <a:pt x="15900" y="10604"/>
                    <a:pt x="15630" y="10604"/>
                  </a:cubicBezTo>
                  <a:lnTo>
                    <a:pt x="2058" y="10604"/>
                  </a:lnTo>
                  <a:cubicBezTo>
                    <a:pt x="1793" y="10604"/>
                    <a:pt x="1570" y="10380"/>
                    <a:pt x="1570" y="10110"/>
                  </a:cubicBezTo>
                  <a:lnTo>
                    <a:pt x="1570" y="1052"/>
                  </a:lnTo>
                  <a:cubicBezTo>
                    <a:pt x="1570" y="782"/>
                    <a:pt x="1793" y="559"/>
                    <a:pt x="2058" y="559"/>
                  </a:cubicBezTo>
                  <a:lnTo>
                    <a:pt x="11562" y="559"/>
                  </a:lnTo>
                  <a:cubicBezTo>
                    <a:pt x="11709" y="559"/>
                    <a:pt x="11856" y="441"/>
                    <a:pt x="11856" y="294"/>
                  </a:cubicBezTo>
                  <a:cubicBezTo>
                    <a:pt x="11856" y="118"/>
                    <a:pt x="11709" y="0"/>
                    <a:pt x="11562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3742;p63">
              <a:extLst>
                <a:ext uri="{FF2B5EF4-FFF2-40B4-BE49-F238E27FC236}">
                  <a16:creationId xmlns:a16="http://schemas.microsoft.com/office/drawing/2014/main" id="{30870891-9AE6-9237-A493-73557EB13E0E}"/>
                </a:ext>
              </a:extLst>
            </p:cNvPr>
            <p:cNvSpPr/>
            <p:nvPr/>
          </p:nvSpPr>
          <p:spPr>
            <a:xfrm>
              <a:off x="4187042" y="3634408"/>
              <a:ext cx="11454" cy="11006"/>
            </a:xfrm>
            <a:custGeom>
              <a:avLst/>
              <a:gdLst/>
              <a:ahLst/>
              <a:cxnLst/>
              <a:rect l="l" t="t" r="r" b="b"/>
              <a:pathLst>
                <a:path w="588" h="565" extrusionOk="0">
                  <a:moveTo>
                    <a:pt x="294" y="0"/>
                  </a:moveTo>
                  <a:cubicBezTo>
                    <a:pt x="124" y="0"/>
                    <a:pt x="0" y="123"/>
                    <a:pt x="0" y="270"/>
                  </a:cubicBezTo>
                  <a:cubicBezTo>
                    <a:pt x="0" y="441"/>
                    <a:pt x="124" y="564"/>
                    <a:pt x="294" y="564"/>
                  </a:cubicBezTo>
                  <a:cubicBezTo>
                    <a:pt x="441" y="564"/>
                    <a:pt x="588" y="441"/>
                    <a:pt x="588" y="270"/>
                  </a:cubicBezTo>
                  <a:cubicBezTo>
                    <a:pt x="588" y="123"/>
                    <a:pt x="441" y="0"/>
                    <a:pt x="294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3743;p63">
              <a:extLst>
                <a:ext uri="{FF2B5EF4-FFF2-40B4-BE49-F238E27FC236}">
                  <a16:creationId xmlns:a16="http://schemas.microsoft.com/office/drawing/2014/main" id="{05682615-4359-9E16-8A8B-9ED10DDB399A}"/>
                </a:ext>
              </a:extLst>
            </p:cNvPr>
            <p:cNvSpPr/>
            <p:nvPr/>
          </p:nvSpPr>
          <p:spPr>
            <a:xfrm>
              <a:off x="4208898" y="3634408"/>
              <a:ext cx="11474" cy="11006"/>
            </a:xfrm>
            <a:custGeom>
              <a:avLst/>
              <a:gdLst/>
              <a:ahLst/>
              <a:cxnLst/>
              <a:rect l="l" t="t" r="r" b="b"/>
              <a:pathLst>
                <a:path w="589" h="565" extrusionOk="0">
                  <a:moveTo>
                    <a:pt x="295" y="0"/>
                  </a:moveTo>
                  <a:cubicBezTo>
                    <a:pt x="148" y="0"/>
                    <a:pt x="1" y="123"/>
                    <a:pt x="1" y="270"/>
                  </a:cubicBezTo>
                  <a:cubicBezTo>
                    <a:pt x="1" y="441"/>
                    <a:pt x="148" y="564"/>
                    <a:pt x="295" y="564"/>
                  </a:cubicBezTo>
                  <a:cubicBezTo>
                    <a:pt x="471" y="564"/>
                    <a:pt x="589" y="441"/>
                    <a:pt x="589" y="270"/>
                  </a:cubicBezTo>
                  <a:cubicBezTo>
                    <a:pt x="589" y="123"/>
                    <a:pt x="471" y="0"/>
                    <a:pt x="295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3744;p63">
              <a:extLst>
                <a:ext uri="{FF2B5EF4-FFF2-40B4-BE49-F238E27FC236}">
                  <a16:creationId xmlns:a16="http://schemas.microsoft.com/office/drawing/2014/main" id="{073E865A-C738-F322-842E-7184E67722EB}"/>
                </a:ext>
              </a:extLst>
            </p:cNvPr>
            <p:cNvSpPr/>
            <p:nvPr/>
          </p:nvSpPr>
          <p:spPr>
            <a:xfrm>
              <a:off x="4231339" y="3634408"/>
              <a:ext cx="11026" cy="11006"/>
            </a:xfrm>
            <a:custGeom>
              <a:avLst/>
              <a:gdLst/>
              <a:ahLst/>
              <a:cxnLst/>
              <a:rect l="l" t="t" r="r" b="b"/>
              <a:pathLst>
                <a:path w="566" h="565" extrusionOk="0">
                  <a:moveTo>
                    <a:pt x="271" y="0"/>
                  </a:moveTo>
                  <a:cubicBezTo>
                    <a:pt x="124" y="0"/>
                    <a:pt x="1" y="123"/>
                    <a:pt x="1" y="270"/>
                  </a:cubicBezTo>
                  <a:cubicBezTo>
                    <a:pt x="1" y="441"/>
                    <a:pt x="124" y="564"/>
                    <a:pt x="271" y="564"/>
                  </a:cubicBezTo>
                  <a:cubicBezTo>
                    <a:pt x="442" y="564"/>
                    <a:pt x="565" y="441"/>
                    <a:pt x="565" y="270"/>
                  </a:cubicBezTo>
                  <a:cubicBezTo>
                    <a:pt x="565" y="123"/>
                    <a:pt x="442" y="0"/>
                    <a:pt x="271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3745;p63">
              <a:extLst>
                <a:ext uri="{FF2B5EF4-FFF2-40B4-BE49-F238E27FC236}">
                  <a16:creationId xmlns:a16="http://schemas.microsoft.com/office/drawing/2014/main" id="{6697AD9B-0BB8-174A-1726-534F78CD8300}"/>
                </a:ext>
              </a:extLst>
            </p:cNvPr>
            <p:cNvSpPr/>
            <p:nvPr/>
          </p:nvSpPr>
          <p:spPr>
            <a:xfrm>
              <a:off x="4152680" y="3614812"/>
              <a:ext cx="262337" cy="181281"/>
            </a:xfrm>
            <a:custGeom>
              <a:avLst/>
              <a:gdLst/>
              <a:ahLst/>
              <a:cxnLst/>
              <a:rect l="l" t="t" r="r" b="b"/>
              <a:pathLst>
                <a:path w="13467" h="9306" extrusionOk="0">
                  <a:moveTo>
                    <a:pt x="12909" y="589"/>
                  </a:moveTo>
                  <a:lnTo>
                    <a:pt x="12909" y="1982"/>
                  </a:lnTo>
                  <a:lnTo>
                    <a:pt x="565" y="1982"/>
                  </a:lnTo>
                  <a:lnTo>
                    <a:pt x="565" y="589"/>
                  </a:lnTo>
                  <a:close/>
                  <a:moveTo>
                    <a:pt x="12909" y="2570"/>
                  </a:moveTo>
                  <a:lnTo>
                    <a:pt x="12909" y="8718"/>
                  </a:lnTo>
                  <a:lnTo>
                    <a:pt x="4750" y="8718"/>
                  </a:lnTo>
                  <a:lnTo>
                    <a:pt x="4750" y="2570"/>
                  </a:lnTo>
                  <a:close/>
                  <a:moveTo>
                    <a:pt x="565" y="1"/>
                  </a:moveTo>
                  <a:cubicBezTo>
                    <a:pt x="242" y="1"/>
                    <a:pt x="1" y="271"/>
                    <a:pt x="1" y="589"/>
                  </a:cubicBezTo>
                  <a:lnTo>
                    <a:pt x="1" y="5068"/>
                  </a:lnTo>
                  <a:cubicBezTo>
                    <a:pt x="1" y="5244"/>
                    <a:pt x="124" y="5362"/>
                    <a:pt x="271" y="5362"/>
                  </a:cubicBezTo>
                  <a:cubicBezTo>
                    <a:pt x="442" y="5362"/>
                    <a:pt x="565" y="5244"/>
                    <a:pt x="565" y="5068"/>
                  </a:cubicBezTo>
                  <a:lnTo>
                    <a:pt x="565" y="2570"/>
                  </a:lnTo>
                  <a:lnTo>
                    <a:pt x="4186" y="2570"/>
                  </a:lnTo>
                  <a:lnTo>
                    <a:pt x="4186" y="8718"/>
                  </a:lnTo>
                  <a:lnTo>
                    <a:pt x="565" y="8718"/>
                  </a:lnTo>
                  <a:lnTo>
                    <a:pt x="565" y="6390"/>
                  </a:lnTo>
                  <a:cubicBezTo>
                    <a:pt x="565" y="6243"/>
                    <a:pt x="442" y="6096"/>
                    <a:pt x="271" y="6096"/>
                  </a:cubicBezTo>
                  <a:cubicBezTo>
                    <a:pt x="124" y="6096"/>
                    <a:pt x="1" y="6243"/>
                    <a:pt x="1" y="6390"/>
                  </a:cubicBezTo>
                  <a:lnTo>
                    <a:pt x="1" y="8718"/>
                  </a:lnTo>
                  <a:cubicBezTo>
                    <a:pt x="1" y="9035"/>
                    <a:pt x="242" y="9306"/>
                    <a:pt x="565" y="9306"/>
                  </a:cubicBezTo>
                  <a:lnTo>
                    <a:pt x="12909" y="9306"/>
                  </a:lnTo>
                  <a:cubicBezTo>
                    <a:pt x="13226" y="9306"/>
                    <a:pt x="13467" y="9035"/>
                    <a:pt x="13467" y="8718"/>
                  </a:cubicBezTo>
                  <a:lnTo>
                    <a:pt x="13467" y="589"/>
                  </a:lnTo>
                  <a:cubicBezTo>
                    <a:pt x="13467" y="271"/>
                    <a:pt x="13226" y="1"/>
                    <a:pt x="12909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3746;p63">
              <a:extLst>
                <a:ext uri="{FF2B5EF4-FFF2-40B4-BE49-F238E27FC236}">
                  <a16:creationId xmlns:a16="http://schemas.microsoft.com/office/drawing/2014/main" id="{7A68C81A-C003-6BCF-1D60-EAAF79603DE5}"/>
                </a:ext>
              </a:extLst>
            </p:cNvPr>
            <p:cNvSpPr/>
            <p:nvPr/>
          </p:nvSpPr>
          <p:spPr>
            <a:xfrm>
              <a:off x="4175588" y="3679738"/>
              <a:ext cx="46733" cy="10909"/>
            </a:xfrm>
            <a:custGeom>
              <a:avLst/>
              <a:gdLst/>
              <a:ahLst/>
              <a:cxnLst/>
              <a:rect l="l" t="t" r="r" b="b"/>
              <a:pathLst>
                <a:path w="2399" h="560" extrusionOk="0">
                  <a:moveTo>
                    <a:pt x="294" y="1"/>
                  </a:moveTo>
                  <a:cubicBezTo>
                    <a:pt x="124" y="1"/>
                    <a:pt x="0" y="118"/>
                    <a:pt x="0" y="265"/>
                  </a:cubicBezTo>
                  <a:cubicBezTo>
                    <a:pt x="0" y="442"/>
                    <a:pt x="124" y="559"/>
                    <a:pt x="294" y="559"/>
                  </a:cubicBezTo>
                  <a:lnTo>
                    <a:pt x="2105" y="559"/>
                  </a:lnTo>
                  <a:cubicBezTo>
                    <a:pt x="2252" y="559"/>
                    <a:pt x="2399" y="442"/>
                    <a:pt x="2399" y="265"/>
                  </a:cubicBezTo>
                  <a:cubicBezTo>
                    <a:pt x="2399" y="118"/>
                    <a:pt x="2252" y="1"/>
                    <a:pt x="2105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3747;p63">
              <a:extLst>
                <a:ext uri="{FF2B5EF4-FFF2-40B4-BE49-F238E27FC236}">
                  <a16:creationId xmlns:a16="http://schemas.microsoft.com/office/drawing/2014/main" id="{274BAB8E-BE9A-93F9-292F-844B5ABFFFFE}"/>
                </a:ext>
              </a:extLst>
            </p:cNvPr>
            <p:cNvSpPr/>
            <p:nvPr/>
          </p:nvSpPr>
          <p:spPr>
            <a:xfrm>
              <a:off x="4175588" y="3705958"/>
              <a:ext cx="29103" cy="11474"/>
            </a:xfrm>
            <a:custGeom>
              <a:avLst/>
              <a:gdLst/>
              <a:ahLst/>
              <a:cxnLst/>
              <a:rect l="l" t="t" r="r" b="b"/>
              <a:pathLst>
                <a:path w="1494" h="589" extrusionOk="0">
                  <a:moveTo>
                    <a:pt x="294" y="1"/>
                  </a:moveTo>
                  <a:cubicBezTo>
                    <a:pt x="124" y="1"/>
                    <a:pt x="0" y="124"/>
                    <a:pt x="0" y="295"/>
                  </a:cubicBezTo>
                  <a:cubicBezTo>
                    <a:pt x="0" y="442"/>
                    <a:pt x="124" y="588"/>
                    <a:pt x="294" y="588"/>
                  </a:cubicBezTo>
                  <a:lnTo>
                    <a:pt x="1200" y="588"/>
                  </a:lnTo>
                  <a:cubicBezTo>
                    <a:pt x="1346" y="588"/>
                    <a:pt x="1493" y="442"/>
                    <a:pt x="1493" y="295"/>
                  </a:cubicBezTo>
                  <a:cubicBezTo>
                    <a:pt x="1493" y="124"/>
                    <a:pt x="1346" y="1"/>
                    <a:pt x="1200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3748;p63">
              <a:extLst>
                <a:ext uri="{FF2B5EF4-FFF2-40B4-BE49-F238E27FC236}">
                  <a16:creationId xmlns:a16="http://schemas.microsoft.com/office/drawing/2014/main" id="{E5C8E1C6-0474-1EAA-EDC7-539AB8165965}"/>
                </a:ext>
              </a:extLst>
            </p:cNvPr>
            <p:cNvSpPr/>
            <p:nvPr/>
          </p:nvSpPr>
          <p:spPr>
            <a:xfrm>
              <a:off x="4175588" y="3732645"/>
              <a:ext cx="46733" cy="11006"/>
            </a:xfrm>
            <a:custGeom>
              <a:avLst/>
              <a:gdLst/>
              <a:ahLst/>
              <a:cxnLst/>
              <a:rect l="l" t="t" r="r" b="b"/>
              <a:pathLst>
                <a:path w="2399" h="565" extrusionOk="0">
                  <a:moveTo>
                    <a:pt x="294" y="0"/>
                  </a:moveTo>
                  <a:cubicBezTo>
                    <a:pt x="124" y="0"/>
                    <a:pt x="0" y="124"/>
                    <a:pt x="0" y="271"/>
                  </a:cubicBezTo>
                  <a:cubicBezTo>
                    <a:pt x="0" y="441"/>
                    <a:pt x="124" y="564"/>
                    <a:pt x="294" y="564"/>
                  </a:cubicBezTo>
                  <a:lnTo>
                    <a:pt x="2105" y="564"/>
                  </a:lnTo>
                  <a:cubicBezTo>
                    <a:pt x="2252" y="564"/>
                    <a:pt x="2399" y="441"/>
                    <a:pt x="2399" y="271"/>
                  </a:cubicBezTo>
                  <a:cubicBezTo>
                    <a:pt x="2399" y="124"/>
                    <a:pt x="2252" y="0"/>
                    <a:pt x="2105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3749;p63">
              <a:extLst>
                <a:ext uri="{FF2B5EF4-FFF2-40B4-BE49-F238E27FC236}">
                  <a16:creationId xmlns:a16="http://schemas.microsoft.com/office/drawing/2014/main" id="{B09E1A12-ACCE-71AE-DE25-4E7A82819D45}"/>
                </a:ext>
              </a:extLst>
            </p:cNvPr>
            <p:cNvSpPr/>
            <p:nvPr/>
          </p:nvSpPr>
          <p:spPr>
            <a:xfrm>
              <a:off x="4175588" y="3758865"/>
              <a:ext cx="29103" cy="11006"/>
            </a:xfrm>
            <a:custGeom>
              <a:avLst/>
              <a:gdLst/>
              <a:ahLst/>
              <a:cxnLst/>
              <a:rect l="l" t="t" r="r" b="b"/>
              <a:pathLst>
                <a:path w="1494" h="565" extrusionOk="0">
                  <a:moveTo>
                    <a:pt x="294" y="0"/>
                  </a:moveTo>
                  <a:cubicBezTo>
                    <a:pt x="124" y="0"/>
                    <a:pt x="0" y="124"/>
                    <a:pt x="0" y="294"/>
                  </a:cubicBezTo>
                  <a:cubicBezTo>
                    <a:pt x="0" y="441"/>
                    <a:pt x="124" y="565"/>
                    <a:pt x="294" y="565"/>
                  </a:cubicBezTo>
                  <a:lnTo>
                    <a:pt x="1200" y="565"/>
                  </a:lnTo>
                  <a:cubicBezTo>
                    <a:pt x="1346" y="565"/>
                    <a:pt x="1493" y="441"/>
                    <a:pt x="1493" y="294"/>
                  </a:cubicBezTo>
                  <a:cubicBezTo>
                    <a:pt x="1493" y="124"/>
                    <a:pt x="1346" y="0"/>
                    <a:pt x="1200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200685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6">
          <a:extLst>
            <a:ext uri="{FF2B5EF4-FFF2-40B4-BE49-F238E27FC236}">
              <a16:creationId xmlns:a16="http://schemas.microsoft.com/office/drawing/2014/main" id="{1E3F5418-8CB3-E704-F2A6-D733C0065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" name="Google Shape;2447;p53">
            <a:extLst>
              <a:ext uri="{FF2B5EF4-FFF2-40B4-BE49-F238E27FC236}">
                <a16:creationId xmlns:a16="http://schemas.microsoft.com/office/drawing/2014/main" id="{1B663BE8-A937-1589-81F2-516871CA87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Answer Generation Process</a:t>
            </a:r>
            <a:endParaRPr dirty="0"/>
          </a:p>
        </p:txBody>
      </p:sp>
      <p:sp>
        <p:nvSpPr>
          <p:cNvPr id="3" name="Google Shape;1374;p39">
            <a:extLst>
              <a:ext uri="{FF2B5EF4-FFF2-40B4-BE49-F238E27FC236}">
                <a16:creationId xmlns:a16="http://schemas.microsoft.com/office/drawing/2014/main" id="{BDEA945E-E069-744B-1382-95B93A52A795}"/>
              </a:ext>
            </a:extLst>
          </p:cNvPr>
          <p:cNvSpPr/>
          <p:nvPr/>
        </p:nvSpPr>
        <p:spPr>
          <a:xfrm>
            <a:off x="4263600" y="1267270"/>
            <a:ext cx="616800" cy="616800"/>
          </a:xfrm>
          <a:prstGeom prst="ellipse">
            <a:avLst/>
          </a:prstGeom>
          <a:solidFill>
            <a:srgbClr val="AEE2F4">
              <a:alpha val="30820"/>
            </a:srgbClr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4" name="Google Shape;13793;p79">
            <a:extLst>
              <a:ext uri="{FF2B5EF4-FFF2-40B4-BE49-F238E27FC236}">
                <a16:creationId xmlns:a16="http://schemas.microsoft.com/office/drawing/2014/main" id="{6DFB28FB-8EA0-8F0B-A53C-C01CE262AEDA}"/>
              </a:ext>
            </a:extLst>
          </p:cNvPr>
          <p:cNvGrpSpPr/>
          <p:nvPr/>
        </p:nvGrpSpPr>
        <p:grpSpPr>
          <a:xfrm>
            <a:off x="4386147" y="1367883"/>
            <a:ext cx="394010" cy="380980"/>
            <a:chOff x="3985322" y="3387403"/>
            <a:chExt cx="358682" cy="346386"/>
          </a:xfrm>
        </p:grpSpPr>
        <p:sp>
          <p:nvSpPr>
            <p:cNvPr id="5" name="Google Shape;13794;p79">
              <a:extLst>
                <a:ext uri="{FF2B5EF4-FFF2-40B4-BE49-F238E27FC236}">
                  <a16:creationId xmlns:a16="http://schemas.microsoft.com/office/drawing/2014/main" id="{1C8D24D5-57A4-3422-CD15-D3118AC0DE6B}"/>
                </a:ext>
              </a:extLst>
            </p:cNvPr>
            <p:cNvSpPr/>
            <p:nvPr/>
          </p:nvSpPr>
          <p:spPr>
            <a:xfrm>
              <a:off x="4049319" y="3512906"/>
              <a:ext cx="33270" cy="33244"/>
            </a:xfrm>
            <a:custGeom>
              <a:avLst/>
              <a:gdLst/>
              <a:ahLst/>
              <a:cxnLst/>
              <a:rect l="l" t="t" r="r" b="b"/>
              <a:pathLst>
                <a:path w="1269" h="1268" extrusionOk="0">
                  <a:moveTo>
                    <a:pt x="635" y="0"/>
                  </a:moveTo>
                  <a:cubicBezTo>
                    <a:pt x="283" y="0"/>
                    <a:pt x="1" y="286"/>
                    <a:pt x="1" y="634"/>
                  </a:cubicBezTo>
                  <a:cubicBezTo>
                    <a:pt x="1" y="985"/>
                    <a:pt x="283" y="1268"/>
                    <a:pt x="635" y="1268"/>
                  </a:cubicBezTo>
                  <a:cubicBezTo>
                    <a:pt x="986" y="1268"/>
                    <a:pt x="1268" y="985"/>
                    <a:pt x="1268" y="634"/>
                  </a:cubicBezTo>
                  <a:cubicBezTo>
                    <a:pt x="1268" y="286"/>
                    <a:pt x="986" y="0"/>
                    <a:pt x="635" y="0"/>
                  </a:cubicBezTo>
                  <a:close/>
                </a:path>
              </a:pathLst>
            </a:custGeom>
            <a:solidFill>
              <a:srgbClr val="E0E6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3795;p79">
              <a:extLst>
                <a:ext uri="{FF2B5EF4-FFF2-40B4-BE49-F238E27FC236}">
                  <a16:creationId xmlns:a16="http://schemas.microsoft.com/office/drawing/2014/main" id="{A3204E1D-028F-E301-BB1E-368A09621C2B}"/>
                </a:ext>
              </a:extLst>
            </p:cNvPr>
            <p:cNvSpPr/>
            <p:nvPr/>
          </p:nvSpPr>
          <p:spPr>
            <a:xfrm>
              <a:off x="4156444" y="3512906"/>
              <a:ext cx="33244" cy="33244"/>
            </a:xfrm>
            <a:custGeom>
              <a:avLst/>
              <a:gdLst/>
              <a:ahLst/>
              <a:cxnLst/>
              <a:rect l="l" t="t" r="r" b="b"/>
              <a:pathLst>
                <a:path w="1268" h="1268" extrusionOk="0">
                  <a:moveTo>
                    <a:pt x="634" y="0"/>
                  </a:moveTo>
                  <a:cubicBezTo>
                    <a:pt x="283" y="0"/>
                    <a:pt x="0" y="286"/>
                    <a:pt x="0" y="634"/>
                  </a:cubicBezTo>
                  <a:cubicBezTo>
                    <a:pt x="0" y="985"/>
                    <a:pt x="283" y="1268"/>
                    <a:pt x="634" y="1268"/>
                  </a:cubicBezTo>
                  <a:cubicBezTo>
                    <a:pt x="985" y="1268"/>
                    <a:pt x="1268" y="985"/>
                    <a:pt x="1268" y="634"/>
                  </a:cubicBezTo>
                  <a:cubicBezTo>
                    <a:pt x="1268" y="286"/>
                    <a:pt x="985" y="0"/>
                    <a:pt x="634" y="0"/>
                  </a:cubicBezTo>
                  <a:close/>
                </a:path>
              </a:pathLst>
            </a:custGeom>
            <a:solidFill>
              <a:srgbClr val="E0E6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3796;p79">
              <a:extLst>
                <a:ext uri="{FF2B5EF4-FFF2-40B4-BE49-F238E27FC236}">
                  <a16:creationId xmlns:a16="http://schemas.microsoft.com/office/drawing/2014/main" id="{2BA30223-2A8A-DB23-9DB3-AC48122C854D}"/>
                </a:ext>
              </a:extLst>
            </p:cNvPr>
            <p:cNvSpPr/>
            <p:nvPr/>
          </p:nvSpPr>
          <p:spPr>
            <a:xfrm>
              <a:off x="4199152" y="3392620"/>
              <a:ext cx="143593" cy="149728"/>
            </a:xfrm>
            <a:custGeom>
              <a:avLst/>
              <a:gdLst/>
              <a:ahLst/>
              <a:cxnLst/>
              <a:rect l="l" t="t" r="r" b="b"/>
              <a:pathLst>
                <a:path w="5477" h="5711" extrusionOk="0">
                  <a:moveTo>
                    <a:pt x="2754" y="1"/>
                  </a:moveTo>
                  <a:cubicBezTo>
                    <a:pt x="2719" y="1"/>
                    <a:pt x="2684" y="1"/>
                    <a:pt x="2648" y="3"/>
                  </a:cubicBezTo>
                  <a:cubicBezTo>
                    <a:pt x="1678" y="43"/>
                    <a:pt x="809" y="622"/>
                    <a:pt x="407" y="1506"/>
                  </a:cubicBezTo>
                  <a:cubicBezTo>
                    <a:pt x="1" y="2390"/>
                    <a:pt x="128" y="3425"/>
                    <a:pt x="729" y="4186"/>
                  </a:cubicBezTo>
                  <a:lnTo>
                    <a:pt x="660" y="5711"/>
                  </a:lnTo>
                  <a:lnTo>
                    <a:pt x="2044" y="5066"/>
                  </a:lnTo>
                  <a:cubicBezTo>
                    <a:pt x="2277" y="5132"/>
                    <a:pt x="2514" y="5164"/>
                    <a:pt x="2748" y="5164"/>
                  </a:cubicBezTo>
                  <a:cubicBezTo>
                    <a:pt x="3594" y="5164"/>
                    <a:pt x="4406" y="4748"/>
                    <a:pt x="4894" y="4019"/>
                  </a:cubicBezTo>
                  <a:cubicBezTo>
                    <a:pt x="5437" y="3212"/>
                    <a:pt x="5477" y="2169"/>
                    <a:pt x="5003" y="1321"/>
                  </a:cubicBezTo>
                  <a:cubicBezTo>
                    <a:pt x="4545" y="505"/>
                    <a:pt x="3685" y="1"/>
                    <a:pt x="2754" y="1"/>
                  </a:cubicBezTo>
                  <a:close/>
                </a:path>
              </a:pathLst>
            </a:custGeom>
            <a:solidFill>
              <a:srgbClr val="BFCC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3797;p79">
              <a:extLst>
                <a:ext uri="{FF2B5EF4-FFF2-40B4-BE49-F238E27FC236}">
                  <a16:creationId xmlns:a16="http://schemas.microsoft.com/office/drawing/2014/main" id="{67AFFB5E-6A53-DAAD-1055-64C7050B85DD}"/>
                </a:ext>
              </a:extLst>
            </p:cNvPr>
            <p:cNvSpPr/>
            <p:nvPr/>
          </p:nvSpPr>
          <p:spPr>
            <a:xfrm>
              <a:off x="4094230" y="3561802"/>
              <a:ext cx="50547" cy="91080"/>
            </a:xfrm>
            <a:custGeom>
              <a:avLst/>
              <a:gdLst/>
              <a:ahLst/>
              <a:cxnLst/>
              <a:rect l="l" t="t" r="r" b="b"/>
              <a:pathLst>
                <a:path w="1928" h="3474" extrusionOk="0">
                  <a:moveTo>
                    <a:pt x="1" y="0"/>
                  </a:moveTo>
                  <a:lnTo>
                    <a:pt x="1" y="2644"/>
                  </a:lnTo>
                  <a:lnTo>
                    <a:pt x="964" y="3473"/>
                  </a:lnTo>
                  <a:lnTo>
                    <a:pt x="968" y="3473"/>
                  </a:lnTo>
                  <a:lnTo>
                    <a:pt x="1928" y="2644"/>
                  </a:lnTo>
                  <a:lnTo>
                    <a:pt x="1928" y="0"/>
                  </a:lnTo>
                  <a:close/>
                </a:path>
              </a:pathLst>
            </a:custGeom>
            <a:solidFill>
              <a:srgbClr val="E0E6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3798;p79">
              <a:extLst>
                <a:ext uri="{FF2B5EF4-FFF2-40B4-BE49-F238E27FC236}">
                  <a16:creationId xmlns:a16="http://schemas.microsoft.com/office/drawing/2014/main" id="{FB061EA5-4E48-5BDE-7778-363AFA44BC30}"/>
                </a:ext>
              </a:extLst>
            </p:cNvPr>
            <p:cNvSpPr/>
            <p:nvPr/>
          </p:nvSpPr>
          <p:spPr>
            <a:xfrm>
              <a:off x="3990645" y="3618379"/>
              <a:ext cx="257718" cy="110166"/>
            </a:xfrm>
            <a:custGeom>
              <a:avLst/>
              <a:gdLst/>
              <a:ahLst/>
              <a:cxnLst/>
              <a:rect l="l" t="t" r="r" b="b"/>
              <a:pathLst>
                <a:path w="9830" h="4202" extrusionOk="0">
                  <a:moveTo>
                    <a:pt x="3952" y="1"/>
                  </a:moveTo>
                  <a:lnTo>
                    <a:pt x="1761" y="703"/>
                  </a:lnTo>
                  <a:cubicBezTo>
                    <a:pt x="714" y="1037"/>
                    <a:pt x="1" y="2014"/>
                    <a:pt x="1" y="3115"/>
                  </a:cubicBezTo>
                  <a:lnTo>
                    <a:pt x="1" y="4202"/>
                  </a:lnTo>
                  <a:lnTo>
                    <a:pt x="9830" y="4202"/>
                  </a:lnTo>
                  <a:lnTo>
                    <a:pt x="9830" y="3115"/>
                  </a:lnTo>
                  <a:cubicBezTo>
                    <a:pt x="9830" y="2014"/>
                    <a:pt x="9120" y="1037"/>
                    <a:pt x="8070" y="703"/>
                  </a:cubicBezTo>
                  <a:lnTo>
                    <a:pt x="5879" y="1"/>
                  </a:lnTo>
                  <a:lnTo>
                    <a:pt x="4915" y="674"/>
                  </a:lnTo>
                  <a:lnTo>
                    <a:pt x="3952" y="1"/>
                  </a:lnTo>
                  <a:close/>
                </a:path>
              </a:pathLst>
            </a:custGeom>
            <a:solidFill>
              <a:srgbClr val="D6DF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3799;p79">
              <a:extLst>
                <a:ext uri="{FF2B5EF4-FFF2-40B4-BE49-F238E27FC236}">
                  <a16:creationId xmlns:a16="http://schemas.microsoft.com/office/drawing/2014/main" id="{B455F5A1-7CFD-3051-C4B9-C8FF17360786}"/>
                </a:ext>
              </a:extLst>
            </p:cNvPr>
            <p:cNvSpPr/>
            <p:nvPr/>
          </p:nvSpPr>
          <p:spPr>
            <a:xfrm>
              <a:off x="4065941" y="3443115"/>
              <a:ext cx="107125" cy="147185"/>
            </a:xfrm>
            <a:custGeom>
              <a:avLst/>
              <a:gdLst/>
              <a:ahLst/>
              <a:cxnLst/>
              <a:rect l="l" t="t" r="r" b="b"/>
              <a:pathLst>
                <a:path w="4086" h="5614" extrusionOk="0">
                  <a:moveTo>
                    <a:pt x="1594" y="0"/>
                  </a:moveTo>
                  <a:cubicBezTo>
                    <a:pt x="1533" y="0"/>
                    <a:pt x="1471" y="4"/>
                    <a:pt x="1410" y="11"/>
                  </a:cubicBezTo>
                  <a:cubicBezTo>
                    <a:pt x="606" y="105"/>
                    <a:pt x="1" y="782"/>
                    <a:pt x="1" y="1594"/>
                  </a:cubicBezTo>
                  <a:lnTo>
                    <a:pt x="1" y="3220"/>
                  </a:lnTo>
                  <a:cubicBezTo>
                    <a:pt x="1" y="4067"/>
                    <a:pt x="450" y="4853"/>
                    <a:pt x="1185" y="5288"/>
                  </a:cubicBezTo>
                  <a:lnTo>
                    <a:pt x="1482" y="5462"/>
                  </a:lnTo>
                  <a:cubicBezTo>
                    <a:pt x="1656" y="5563"/>
                    <a:pt x="1850" y="5614"/>
                    <a:pt x="2043" y="5614"/>
                  </a:cubicBezTo>
                  <a:cubicBezTo>
                    <a:pt x="2236" y="5614"/>
                    <a:pt x="2429" y="5563"/>
                    <a:pt x="2601" y="5462"/>
                  </a:cubicBezTo>
                  <a:lnTo>
                    <a:pt x="2905" y="5284"/>
                  </a:lnTo>
                  <a:cubicBezTo>
                    <a:pt x="3637" y="4853"/>
                    <a:pt x="4086" y="4067"/>
                    <a:pt x="4086" y="3216"/>
                  </a:cubicBezTo>
                  <a:lnTo>
                    <a:pt x="4086" y="1594"/>
                  </a:lnTo>
                  <a:cubicBezTo>
                    <a:pt x="4086" y="714"/>
                    <a:pt x="3372" y="0"/>
                    <a:pt x="2492" y="0"/>
                  </a:cubicBezTo>
                  <a:close/>
                </a:path>
              </a:pathLst>
            </a:custGeom>
            <a:solidFill>
              <a:srgbClr val="9EB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800;p79">
              <a:extLst>
                <a:ext uri="{FF2B5EF4-FFF2-40B4-BE49-F238E27FC236}">
                  <a16:creationId xmlns:a16="http://schemas.microsoft.com/office/drawing/2014/main" id="{27343FE8-E5CC-421A-63C3-3B0934C2DFC4}"/>
                </a:ext>
              </a:extLst>
            </p:cNvPr>
            <p:cNvSpPr/>
            <p:nvPr/>
          </p:nvSpPr>
          <p:spPr>
            <a:xfrm>
              <a:off x="4065941" y="3443377"/>
              <a:ext cx="36967" cy="48371"/>
            </a:xfrm>
            <a:custGeom>
              <a:avLst/>
              <a:gdLst/>
              <a:ahLst/>
              <a:cxnLst/>
              <a:rect l="l" t="t" r="r" b="b"/>
              <a:pathLst>
                <a:path w="1410" h="1845" extrusionOk="0">
                  <a:moveTo>
                    <a:pt x="1410" y="1"/>
                  </a:moveTo>
                  <a:cubicBezTo>
                    <a:pt x="606" y="95"/>
                    <a:pt x="1" y="776"/>
                    <a:pt x="1" y="1584"/>
                  </a:cubicBezTo>
                  <a:lnTo>
                    <a:pt x="1" y="1844"/>
                  </a:lnTo>
                  <a:cubicBezTo>
                    <a:pt x="1" y="1844"/>
                    <a:pt x="1033" y="1529"/>
                    <a:pt x="1410" y="1"/>
                  </a:cubicBezTo>
                  <a:close/>
                </a:path>
              </a:pathLst>
            </a:custGeom>
            <a:solidFill>
              <a:srgbClr val="E5EB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3801;p79">
              <a:extLst>
                <a:ext uri="{FF2B5EF4-FFF2-40B4-BE49-F238E27FC236}">
                  <a16:creationId xmlns:a16="http://schemas.microsoft.com/office/drawing/2014/main" id="{51FE62A7-E639-027E-BB60-E652A49C99A7}"/>
                </a:ext>
              </a:extLst>
            </p:cNvPr>
            <p:cNvSpPr/>
            <p:nvPr/>
          </p:nvSpPr>
          <p:spPr>
            <a:xfrm>
              <a:off x="4102882" y="3443115"/>
              <a:ext cx="70184" cy="69791"/>
            </a:xfrm>
            <a:custGeom>
              <a:avLst/>
              <a:gdLst/>
              <a:ahLst/>
              <a:cxnLst/>
              <a:rect l="l" t="t" r="r" b="b"/>
              <a:pathLst>
                <a:path w="2677" h="2662" extrusionOk="0">
                  <a:moveTo>
                    <a:pt x="185" y="0"/>
                  </a:moveTo>
                  <a:cubicBezTo>
                    <a:pt x="124" y="0"/>
                    <a:pt x="62" y="4"/>
                    <a:pt x="1" y="11"/>
                  </a:cubicBezTo>
                  <a:cubicBezTo>
                    <a:pt x="1" y="11"/>
                    <a:pt x="279" y="2662"/>
                    <a:pt x="2677" y="2662"/>
                  </a:cubicBezTo>
                  <a:lnTo>
                    <a:pt x="2677" y="1594"/>
                  </a:lnTo>
                  <a:cubicBezTo>
                    <a:pt x="2677" y="714"/>
                    <a:pt x="1963" y="0"/>
                    <a:pt x="1083" y="0"/>
                  </a:cubicBezTo>
                  <a:close/>
                </a:path>
              </a:pathLst>
            </a:custGeom>
            <a:solidFill>
              <a:srgbClr val="E5EB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3802;p79">
              <a:extLst>
                <a:ext uri="{FF2B5EF4-FFF2-40B4-BE49-F238E27FC236}">
                  <a16:creationId xmlns:a16="http://schemas.microsoft.com/office/drawing/2014/main" id="{D90187CA-0C2E-14A3-728F-47EFCF1479D6}"/>
                </a:ext>
              </a:extLst>
            </p:cNvPr>
            <p:cNvSpPr/>
            <p:nvPr/>
          </p:nvSpPr>
          <p:spPr>
            <a:xfrm>
              <a:off x="4101545" y="3636129"/>
              <a:ext cx="36023" cy="92417"/>
            </a:xfrm>
            <a:custGeom>
              <a:avLst/>
              <a:gdLst/>
              <a:ahLst/>
              <a:cxnLst/>
              <a:rect l="l" t="t" r="r" b="b"/>
              <a:pathLst>
                <a:path w="1374" h="3525" extrusionOk="0">
                  <a:moveTo>
                    <a:pt x="1" y="1"/>
                  </a:moveTo>
                  <a:lnTo>
                    <a:pt x="1" y="830"/>
                  </a:lnTo>
                  <a:lnTo>
                    <a:pt x="222" y="1424"/>
                  </a:lnTo>
                  <a:lnTo>
                    <a:pt x="1" y="3525"/>
                  </a:lnTo>
                  <a:lnTo>
                    <a:pt x="1373" y="3525"/>
                  </a:lnTo>
                  <a:lnTo>
                    <a:pt x="1153" y="1424"/>
                  </a:lnTo>
                  <a:lnTo>
                    <a:pt x="1373" y="830"/>
                  </a:lnTo>
                  <a:lnTo>
                    <a:pt x="1373" y="1"/>
                  </a:lnTo>
                  <a:close/>
                </a:path>
              </a:pathLst>
            </a:custGeom>
            <a:solidFill>
              <a:srgbClr val="E6EB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3803;p79">
              <a:extLst>
                <a:ext uri="{FF2B5EF4-FFF2-40B4-BE49-F238E27FC236}">
                  <a16:creationId xmlns:a16="http://schemas.microsoft.com/office/drawing/2014/main" id="{6D0BC8A3-5534-F79B-2CF3-1EEAC89B8286}"/>
                </a:ext>
              </a:extLst>
            </p:cNvPr>
            <p:cNvSpPr/>
            <p:nvPr/>
          </p:nvSpPr>
          <p:spPr>
            <a:xfrm>
              <a:off x="4094230" y="3618379"/>
              <a:ext cx="25379" cy="47690"/>
            </a:xfrm>
            <a:custGeom>
              <a:avLst/>
              <a:gdLst/>
              <a:ahLst/>
              <a:cxnLst/>
              <a:rect l="l" t="t" r="r" b="b"/>
              <a:pathLst>
                <a:path w="968" h="1819" extrusionOk="0">
                  <a:moveTo>
                    <a:pt x="1" y="1"/>
                  </a:moveTo>
                  <a:lnTo>
                    <a:pt x="1" y="1819"/>
                  </a:lnTo>
                  <a:lnTo>
                    <a:pt x="968" y="67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8BA3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3804;p79">
              <a:extLst>
                <a:ext uri="{FF2B5EF4-FFF2-40B4-BE49-F238E27FC236}">
                  <a16:creationId xmlns:a16="http://schemas.microsoft.com/office/drawing/2014/main" id="{5CC7742F-15E6-122E-FF2F-D2E1DD117B46}"/>
                </a:ext>
              </a:extLst>
            </p:cNvPr>
            <p:cNvSpPr/>
            <p:nvPr/>
          </p:nvSpPr>
          <p:spPr>
            <a:xfrm>
              <a:off x="4119504" y="3618379"/>
              <a:ext cx="25274" cy="47690"/>
            </a:xfrm>
            <a:custGeom>
              <a:avLst/>
              <a:gdLst/>
              <a:ahLst/>
              <a:cxnLst/>
              <a:rect l="l" t="t" r="r" b="b"/>
              <a:pathLst>
                <a:path w="964" h="1819" extrusionOk="0">
                  <a:moveTo>
                    <a:pt x="964" y="1"/>
                  </a:moveTo>
                  <a:lnTo>
                    <a:pt x="0" y="678"/>
                  </a:lnTo>
                  <a:lnTo>
                    <a:pt x="964" y="1819"/>
                  </a:lnTo>
                  <a:lnTo>
                    <a:pt x="964" y="1"/>
                  </a:lnTo>
                  <a:close/>
                </a:path>
              </a:pathLst>
            </a:custGeom>
            <a:solidFill>
              <a:srgbClr val="8BA3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3805;p79">
              <a:extLst>
                <a:ext uri="{FF2B5EF4-FFF2-40B4-BE49-F238E27FC236}">
                  <a16:creationId xmlns:a16="http://schemas.microsoft.com/office/drawing/2014/main" id="{02468D10-8F4D-E8D4-2849-39449A5C14EB}"/>
                </a:ext>
              </a:extLst>
            </p:cNvPr>
            <p:cNvSpPr/>
            <p:nvPr/>
          </p:nvSpPr>
          <p:spPr>
            <a:xfrm>
              <a:off x="3990645" y="3618379"/>
              <a:ext cx="103612" cy="110166"/>
            </a:xfrm>
            <a:custGeom>
              <a:avLst/>
              <a:gdLst/>
              <a:ahLst/>
              <a:cxnLst/>
              <a:rect l="l" t="t" r="r" b="b"/>
              <a:pathLst>
                <a:path w="3952" h="4202" extrusionOk="0">
                  <a:moveTo>
                    <a:pt x="3952" y="1"/>
                  </a:moveTo>
                  <a:lnTo>
                    <a:pt x="2500" y="464"/>
                  </a:lnTo>
                  <a:lnTo>
                    <a:pt x="1761" y="703"/>
                  </a:lnTo>
                  <a:cubicBezTo>
                    <a:pt x="714" y="1037"/>
                    <a:pt x="1" y="2014"/>
                    <a:pt x="1" y="3115"/>
                  </a:cubicBezTo>
                  <a:lnTo>
                    <a:pt x="1" y="4202"/>
                  </a:lnTo>
                  <a:lnTo>
                    <a:pt x="3952" y="4202"/>
                  </a:lnTo>
                  <a:lnTo>
                    <a:pt x="3952" y="1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3806;p79">
              <a:extLst>
                <a:ext uri="{FF2B5EF4-FFF2-40B4-BE49-F238E27FC236}">
                  <a16:creationId xmlns:a16="http://schemas.microsoft.com/office/drawing/2014/main" id="{0E4FC25D-3F59-C10D-6FB4-E0F5DDF3AFD5}"/>
                </a:ext>
              </a:extLst>
            </p:cNvPr>
            <p:cNvSpPr/>
            <p:nvPr/>
          </p:nvSpPr>
          <p:spPr>
            <a:xfrm>
              <a:off x="3990645" y="3630544"/>
              <a:ext cx="65544" cy="98001"/>
            </a:xfrm>
            <a:custGeom>
              <a:avLst/>
              <a:gdLst/>
              <a:ahLst/>
              <a:cxnLst/>
              <a:rect l="l" t="t" r="r" b="b"/>
              <a:pathLst>
                <a:path w="2500" h="3738" extrusionOk="0">
                  <a:moveTo>
                    <a:pt x="2500" y="0"/>
                  </a:moveTo>
                  <a:lnTo>
                    <a:pt x="1761" y="239"/>
                  </a:lnTo>
                  <a:cubicBezTo>
                    <a:pt x="714" y="576"/>
                    <a:pt x="1" y="1550"/>
                    <a:pt x="1" y="2651"/>
                  </a:cubicBezTo>
                  <a:lnTo>
                    <a:pt x="1" y="3738"/>
                  </a:lnTo>
                  <a:lnTo>
                    <a:pt x="580" y="3738"/>
                  </a:lnTo>
                  <a:lnTo>
                    <a:pt x="580" y="2651"/>
                  </a:lnTo>
                  <a:cubicBezTo>
                    <a:pt x="580" y="1550"/>
                    <a:pt x="1127" y="576"/>
                    <a:pt x="1931" y="239"/>
                  </a:cubicBezTo>
                  <a:lnTo>
                    <a:pt x="2500" y="0"/>
                  </a:lnTo>
                  <a:close/>
                </a:path>
              </a:pathLst>
            </a:custGeom>
            <a:solidFill>
              <a:srgbClr val="D6DF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3807;p79">
              <a:extLst>
                <a:ext uri="{FF2B5EF4-FFF2-40B4-BE49-F238E27FC236}">
                  <a16:creationId xmlns:a16="http://schemas.microsoft.com/office/drawing/2014/main" id="{B94B0204-E413-2AA4-2C9A-F7717FD490A3}"/>
                </a:ext>
              </a:extLst>
            </p:cNvPr>
            <p:cNvSpPr/>
            <p:nvPr/>
          </p:nvSpPr>
          <p:spPr>
            <a:xfrm>
              <a:off x="4144751" y="3618379"/>
              <a:ext cx="103612" cy="110166"/>
            </a:xfrm>
            <a:custGeom>
              <a:avLst/>
              <a:gdLst/>
              <a:ahLst/>
              <a:cxnLst/>
              <a:rect l="l" t="t" r="r" b="b"/>
              <a:pathLst>
                <a:path w="3952" h="4202" extrusionOk="0">
                  <a:moveTo>
                    <a:pt x="1" y="1"/>
                  </a:moveTo>
                  <a:lnTo>
                    <a:pt x="1" y="4202"/>
                  </a:lnTo>
                  <a:lnTo>
                    <a:pt x="3952" y="4202"/>
                  </a:lnTo>
                  <a:lnTo>
                    <a:pt x="3952" y="3115"/>
                  </a:lnTo>
                  <a:cubicBezTo>
                    <a:pt x="3952" y="2014"/>
                    <a:pt x="3239" y="1040"/>
                    <a:pt x="2192" y="703"/>
                  </a:cubicBezTo>
                  <a:lnTo>
                    <a:pt x="1453" y="46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3808;p79">
              <a:extLst>
                <a:ext uri="{FF2B5EF4-FFF2-40B4-BE49-F238E27FC236}">
                  <a16:creationId xmlns:a16="http://schemas.microsoft.com/office/drawing/2014/main" id="{C8250709-97CA-F2EC-BEB3-CE6819DCA1A5}"/>
                </a:ext>
              </a:extLst>
            </p:cNvPr>
            <p:cNvSpPr/>
            <p:nvPr/>
          </p:nvSpPr>
          <p:spPr>
            <a:xfrm>
              <a:off x="4182845" y="3630544"/>
              <a:ext cx="65518" cy="98001"/>
            </a:xfrm>
            <a:custGeom>
              <a:avLst/>
              <a:gdLst/>
              <a:ahLst/>
              <a:cxnLst/>
              <a:rect l="l" t="t" r="r" b="b"/>
              <a:pathLst>
                <a:path w="2499" h="3738" extrusionOk="0">
                  <a:moveTo>
                    <a:pt x="0" y="0"/>
                  </a:moveTo>
                  <a:lnTo>
                    <a:pt x="569" y="239"/>
                  </a:lnTo>
                  <a:cubicBezTo>
                    <a:pt x="1373" y="573"/>
                    <a:pt x="1920" y="1550"/>
                    <a:pt x="1920" y="2651"/>
                  </a:cubicBezTo>
                  <a:lnTo>
                    <a:pt x="1920" y="3738"/>
                  </a:lnTo>
                  <a:lnTo>
                    <a:pt x="2499" y="3738"/>
                  </a:lnTo>
                  <a:lnTo>
                    <a:pt x="2499" y="2651"/>
                  </a:lnTo>
                  <a:cubicBezTo>
                    <a:pt x="2499" y="1550"/>
                    <a:pt x="1789" y="573"/>
                    <a:pt x="739" y="23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6DF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3809;p79">
              <a:extLst>
                <a:ext uri="{FF2B5EF4-FFF2-40B4-BE49-F238E27FC236}">
                  <a16:creationId xmlns:a16="http://schemas.microsoft.com/office/drawing/2014/main" id="{38AE3F09-D809-F077-2C8A-6332C2AB3CC6}"/>
                </a:ext>
              </a:extLst>
            </p:cNvPr>
            <p:cNvSpPr/>
            <p:nvPr/>
          </p:nvSpPr>
          <p:spPr>
            <a:xfrm>
              <a:off x="4184838" y="3387403"/>
              <a:ext cx="159166" cy="160110"/>
            </a:xfrm>
            <a:custGeom>
              <a:avLst/>
              <a:gdLst/>
              <a:ahLst/>
              <a:cxnLst/>
              <a:rect l="l" t="t" r="r" b="b"/>
              <a:pathLst>
                <a:path w="6071" h="6107" extrusionOk="0">
                  <a:moveTo>
                    <a:pt x="3295" y="0"/>
                  </a:moveTo>
                  <a:cubicBezTo>
                    <a:pt x="2920" y="0"/>
                    <a:pt x="2536" y="77"/>
                    <a:pt x="2166" y="242"/>
                  </a:cubicBezTo>
                  <a:cubicBezTo>
                    <a:pt x="536" y="970"/>
                    <a:pt x="0" y="3020"/>
                    <a:pt x="1072" y="4450"/>
                  </a:cubicBezTo>
                  <a:lnTo>
                    <a:pt x="1007" y="5899"/>
                  </a:lnTo>
                  <a:cubicBezTo>
                    <a:pt x="1001" y="6017"/>
                    <a:pt x="1098" y="6107"/>
                    <a:pt x="1205" y="6107"/>
                  </a:cubicBezTo>
                  <a:cubicBezTo>
                    <a:pt x="1233" y="6107"/>
                    <a:pt x="1262" y="6101"/>
                    <a:pt x="1289" y="6087"/>
                  </a:cubicBezTo>
                  <a:lnTo>
                    <a:pt x="2604" y="5472"/>
                  </a:lnTo>
                  <a:cubicBezTo>
                    <a:pt x="2838" y="5531"/>
                    <a:pt x="3071" y="5560"/>
                    <a:pt x="3300" y="5560"/>
                  </a:cubicBezTo>
                  <a:cubicBezTo>
                    <a:pt x="4676" y="5560"/>
                    <a:pt x="5895" y="4530"/>
                    <a:pt x="6059" y="3092"/>
                  </a:cubicBezTo>
                  <a:cubicBezTo>
                    <a:pt x="6070" y="2983"/>
                    <a:pt x="5990" y="2889"/>
                    <a:pt x="5882" y="2875"/>
                  </a:cubicBezTo>
                  <a:cubicBezTo>
                    <a:pt x="5875" y="2874"/>
                    <a:pt x="5868" y="2874"/>
                    <a:pt x="5861" y="2874"/>
                  </a:cubicBezTo>
                  <a:cubicBezTo>
                    <a:pt x="5761" y="2874"/>
                    <a:pt x="5674" y="2947"/>
                    <a:pt x="5661" y="3052"/>
                  </a:cubicBezTo>
                  <a:cubicBezTo>
                    <a:pt x="5520" y="4286"/>
                    <a:pt x="4471" y="5165"/>
                    <a:pt x="3297" y="5165"/>
                  </a:cubicBezTo>
                  <a:cubicBezTo>
                    <a:pt x="3082" y="5165"/>
                    <a:pt x="2863" y="5135"/>
                    <a:pt x="2644" y="5073"/>
                  </a:cubicBezTo>
                  <a:cubicBezTo>
                    <a:pt x="2625" y="5067"/>
                    <a:pt x="2606" y="5064"/>
                    <a:pt x="2586" y="5064"/>
                  </a:cubicBezTo>
                  <a:cubicBezTo>
                    <a:pt x="2557" y="5064"/>
                    <a:pt x="2529" y="5071"/>
                    <a:pt x="2503" y="5084"/>
                  </a:cubicBezTo>
                  <a:lnTo>
                    <a:pt x="1423" y="5587"/>
                  </a:lnTo>
                  <a:lnTo>
                    <a:pt x="1478" y="4396"/>
                  </a:lnTo>
                  <a:cubicBezTo>
                    <a:pt x="1478" y="4345"/>
                    <a:pt x="1463" y="4298"/>
                    <a:pt x="1431" y="4262"/>
                  </a:cubicBezTo>
                  <a:cubicBezTo>
                    <a:pt x="475" y="3052"/>
                    <a:pt x="902" y="1270"/>
                    <a:pt x="2300" y="626"/>
                  </a:cubicBezTo>
                  <a:cubicBezTo>
                    <a:pt x="2626" y="474"/>
                    <a:pt x="2966" y="404"/>
                    <a:pt x="3298" y="404"/>
                  </a:cubicBezTo>
                  <a:cubicBezTo>
                    <a:pt x="4388" y="404"/>
                    <a:pt x="5401" y="1163"/>
                    <a:pt x="5628" y="2321"/>
                  </a:cubicBezTo>
                  <a:cubicBezTo>
                    <a:pt x="5653" y="2431"/>
                    <a:pt x="5737" y="2480"/>
                    <a:pt x="5822" y="2480"/>
                  </a:cubicBezTo>
                  <a:cubicBezTo>
                    <a:pt x="5936" y="2480"/>
                    <a:pt x="6050" y="2392"/>
                    <a:pt x="6023" y="2245"/>
                  </a:cubicBezTo>
                  <a:cubicBezTo>
                    <a:pt x="5757" y="890"/>
                    <a:pt x="4572" y="0"/>
                    <a:pt x="329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3810;p79">
              <a:extLst>
                <a:ext uri="{FF2B5EF4-FFF2-40B4-BE49-F238E27FC236}">
                  <a16:creationId xmlns:a16="http://schemas.microsoft.com/office/drawing/2014/main" id="{8283B9F9-E851-D020-4577-C6C9B21AC3DA}"/>
                </a:ext>
              </a:extLst>
            </p:cNvPr>
            <p:cNvSpPr/>
            <p:nvPr/>
          </p:nvSpPr>
          <p:spPr>
            <a:xfrm>
              <a:off x="4108020" y="3511491"/>
              <a:ext cx="23753" cy="36180"/>
            </a:xfrm>
            <a:custGeom>
              <a:avLst/>
              <a:gdLst/>
              <a:ahLst/>
              <a:cxnLst/>
              <a:rect l="l" t="t" r="r" b="b"/>
              <a:pathLst>
                <a:path w="906" h="1380" extrusionOk="0">
                  <a:moveTo>
                    <a:pt x="203" y="1"/>
                  </a:moveTo>
                  <a:cubicBezTo>
                    <a:pt x="103" y="1"/>
                    <a:pt x="4" y="67"/>
                    <a:pt x="4" y="199"/>
                  </a:cubicBezTo>
                  <a:lnTo>
                    <a:pt x="4" y="1180"/>
                  </a:lnTo>
                  <a:cubicBezTo>
                    <a:pt x="0" y="1293"/>
                    <a:pt x="91" y="1380"/>
                    <a:pt x="203" y="1380"/>
                  </a:cubicBezTo>
                  <a:lnTo>
                    <a:pt x="638" y="1380"/>
                  </a:lnTo>
                  <a:cubicBezTo>
                    <a:pt x="906" y="1380"/>
                    <a:pt x="906" y="981"/>
                    <a:pt x="638" y="981"/>
                  </a:cubicBezTo>
                  <a:lnTo>
                    <a:pt x="402" y="981"/>
                  </a:lnTo>
                  <a:lnTo>
                    <a:pt x="402" y="199"/>
                  </a:lnTo>
                  <a:cubicBezTo>
                    <a:pt x="402" y="67"/>
                    <a:pt x="303" y="1"/>
                    <a:pt x="203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3811;p79">
              <a:extLst>
                <a:ext uri="{FF2B5EF4-FFF2-40B4-BE49-F238E27FC236}">
                  <a16:creationId xmlns:a16="http://schemas.microsoft.com/office/drawing/2014/main" id="{CEF279D0-D4EA-71DE-8FEC-0E84BBF31EBB}"/>
                </a:ext>
              </a:extLst>
            </p:cNvPr>
            <p:cNvSpPr/>
            <p:nvPr/>
          </p:nvSpPr>
          <p:spPr>
            <a:xfrm>
              <a:off x="3985322" y="3437793"/>
              <a:ext cx="268284" cy="295996"/>
            </a:xfrm>
            <a:custGeom>
              <a:avLst/>
              <a:gdLst/>
              <a:ahLst/>
              <a:cxnLst/>
              <a:rect l="l" t="t" r="r" b="b"/>
              <a:pathLst>
                <a:path w="10233" h="11290" extrusionOk="0">
                  <a:moveTo>
                    <a:pt x="4195" y="486"/>
                  </a:moveTo>
                  <a:lnTo>
                    <a:pt x="4195" y="486"/>
                  </a:lnTo>
                  <a:cubicBezTo>
                    <a:pt x="3941" y="1206"/>
                    <a:pt x="3539" y="1565"/>
                    <a:pt x="3278" y="1731"/>
                  </a:cubicBezTo>
                  <a:cubicBezTo>
                    <a:pt x="3304" y="1170"/>
                    <a:pt x="3662" y="677"/>
                    <a:pt x="4195" y="486"/>
                  </a:cubicBezTo>
                  <a:close/>
                  <a:moveTo>
                    <a:pt x="5567" y="402"/>
                  </a:moveTo>
                  <a:cubicBezTo>
                    <a:pt x="6339" y="402"/>
                    <a:pt x="6962" y="1025"/>
                    <a:pt x="6962" y="1797"/>
                  </a:cubicBezTo>
                  <a:lnTo>
                    <a:pt x="6962" y="2655"/>
                  </a:lnTo>
                  <a:cubicBezTo>
                    <a:pt x="5310" y="2539"/>
                    <a:pt x="4839" y="1000"/>
                    <a:pt x="4720" y="402"/>
                  </a:cubicBezTo>
                  <a:close/>
                  <a:moveTo>
                    <a:pt x="2873" y="3115"/>
                  </a:moveTo>
                  <a:lnTo>
                    <a:pt x="2873" y="3423"/>
                  </a:lnTo>
                  <a:cubicBezTo>
                    <a:pt x="2873" y="3586"/>
                    <a:pt x="2891" y="3745"/>
                    <a:pt x="2920" y="3904"/>
                  </a:cubicBezTo>
                  <a:cubicBezTo>
                    <a:pt x="2753" y="3839"/>
                    <a:pt x="2641" y="3680"/>
                    <a:pt x="2641" y="3499"/>
                  </a:cubicBezTo>
                  <a:cubicBezTo>
                    <a:pt x="2641" y="3339"/>
                    <a:pt x="2732" y="3191"/>
                    <a:pt x="2873" y="3115"/>
                  </a:cubicBezTo>
                  <a:close/>
                  <a:moveTo>
                    <a:pt x="7360" y="3115"/>
                  </a:moveTo>
                  <a:cubicBezTo>
                    <a:pt x="7505" y="3187"/>
                    <a:pt x="7596" y="3339"/>
                    <a:pt x="7596" y="3499"/>
                  </a:cubicBezTo>
                  <a:cubicBezTo>
                    <a:pt x="7596" y="3676"/>
                    <a:pt x="7483" y="3839"/>
                    <a:pt x="7317" y="3904"/>
                  </a:cubicBezTo>
                  <a:cubicBezTo>
                    <a:pt x="7346" y="3745"/>
                    <a:pt x="7360" y="3582"/>
                    <a:pt x="7360" y="3419"/>
                  </a:cubicBezTo>
                  <a:lnTo>
                    <a:pt x="7360" y="3115"/>
                  </a:lnTo>
                  <a:close/>
                  <a:moveTo>
                    <a:pt x="4445" y="935"/>
                  </a:moveTo>
                  <a:cubicBezTo>
                    <a:pt x="4542" y="1246"/>
                    <a:pt x="4680" y="1543"/>
                    <a:pt x="4854" y="1818"/>
                  </a:cubicBezTo>
                  <a:cubicBezTo>
                    <a:pt x="5343" y="2579"/>
                    <a:pt x="6067" y="3006"/>
                    <a:pt x="6958" y="3061"/>
                  </a:cubicBezTo>
                  <a:lnTo>
                    <a:pt x="6958" y="3423"/>
                  </a:lnTo>
                  <a:cubicBezTo>
                    <a:pt x="6958" y="4201"/>
                    <a:pt x="6545" y="4922"/>
                    <a:pt x="5875" y="5317"/>
                  </a:cubicBezTo>
                  <a:lnTo>
                    <a:pt x="5575" y="5494"/>
                  </a:lnTo>
                  <a:cubicBezTo>
                    <a:pt x="5433" y="5578"/>
                    <a:pt x="5275" y="5619"/>
                    <a:pt x="5117" y="5619"/>
                  </a:cubicBezTo>
                  <a:cubicBezTo>
                    <a:pt x="4958" y="5619"/>
                    <a:pt x="4800" y="5578"/>
                    <a:pt x="4658" y="5494"/>
                  </a:cubicBezTo>
                  <a:lnTo>
                    <a:pt x="4358" y="5317"/>
                  </a:lnTo>
                  <a:cubicBezTo>
                    <a:pt x="3688" y="4922"/>
                    <a:pt x="3278" y="4201"/>
                    <a:pt x="3275" y="3423"/>
                  </a:cubicBezTo>
                  <a:lnTo>
                    <a:pt x="3275" y="2869"/>
                  </a:lnTo>
                  <a:lnTo>
                    <a:pt x="3275" y="2865"/>
                  </a:lnTo>
                  <a:lnTo>
                    <a:pt x="3275" y="2188"/>
                  </a:lnTo>
                  <a:cubicBezTo>
                    <a:pt x="3532" y="2068"/>
                    <a:pt x="4075" y="1731"/>
                    <a:pt x="4445" y="935"/>
                  </a:cubicBezTo>
                  <a:close/>
                  <a:moveTo>
                    <a:pt x="5883" y="5777"/>
                  </a:moveTo>
                  <a:lnTo>
                    <a:pt x="5883" y="6784"/>
                  </a:lnTo>
                  <a:lnTo>
                    <a:pt x="5850" y="6805"/>
                  </a:lnTo>
                  <a:lnTo>
                    <a:pt x="5118" y="7316"/>
                  </a:lnTo>
                  <a:lnTo>
                    <a:pt x="4354" y="6784"/>
                  </a:lnTo>
                  <a:lnTo>
                    <a:pt x="4354" y="5780"/>
                  </a:lnTo>
                  <a:lnTo>
                    <a:pt x="4456" y="5838"/>
                  </a:lnTo>
                  <a:cubicBezTo>
                    <a:pt x="4660" y="5958"/>
                    <a:pt x="4889" y="6018"/>
                    <a:pt x="5118" y="6018"/>
                  </a:cubicBezTo>
                  <a:cubicBezTo>
                    <a:pt x="5347" y="6018"/>
                    <a:pt x="5576" y="5958"/>
                    <a:pt x="5781" y="5838"/>
                  </a:cubicBezTo>
                  <a:lnTo>
                    <a:pt x="5883" y="5777"/>
                  </a:lnTo>
                  <a:close/>
                  <a:moveTo>
                    <a:pt x="4354" y="7273"/>
                  </a:moveTo>
                  <a:lnTo>
                    <a:pt x="4825" y="7602"/>
                  </a:lnTo>
                  <a:lnTo>
                    <a:pt x="4354" y="8156"/>
                  </a:lnTo>
                  <a:lnTo>
                    <a:pt x="4354" y="7374"/>
                  </a:lnTo>
                  <a:lnTo>
                    <a:pt x="4354" y="7273"/>
                  </a:lnTo>
                  <a:close/>
                  <a:moveTo>
                    <a:pt x="5883" y="7273"/>
                  </a:moveTo>
                  <a:lnTo>
                    <a:pt x="5883" y="7374"/>
                  </a:lnTo>
                  <a:lnTo>
                    <a:pt x="5883" y="8156"/>
                  </a:lnTo>
                  <a:lnTo>
                    <a:pt x="5412" y="7602"/>
                  </a:lnTo>
                  <a:lnTo>
                    <a:pt x="5883" y="7273"/>
                  </a:lnTo>
                  <a:close/>
                  <a:moveTo>
                    <a:pt x="5879" y="8772"/>
                  </a:moveTo>
                  <a:lnTo>
                    <a:pt x="5883" y="8779"/>
                  </a:lnTo>
                  <a:lnTo>
                    <a:pt x="5883" y="9891"/>
                  </a:lnTo>
                  <a:lnTo>
                    <a:pt x="5792" y="9011"/>
                  </a:lnTo>
                  <a:lnTo>
                    <a:pt x="5879" y="8772"/>
                  </a:lnTo>
                  <a:close/>
                  <a:moveTo>
                    <a:pt x="4361" y="8772"/>
                  </a:moveTo>
                  <a:lnTo>
                    <a:pt x="4452" y="9011"/>
                  </a:lnTo>
                  <a:lnTo>
                    <a:pt x="4354" y="9920"/>
                  </a:lnTo>
                  <a:lnTo>
                    <a:pt x="4354" y="8779"/>
                  </a:lnTo>
                  <a:lnTo>
                    <a:pt x="4361" y="8772"/>
                  </a:lnTo>
                  <a:close/>
                  <a:moveTo>
                    <a:pt x="5118" y="7877"/>
                  </a:moveTo>
                  <a:lnTo>
                    <a:pt x="5582" y="8424"/>
                  </a:lnTo>
                  <a:lnTo>
                    <a:pt x="5397" y="8917"/>
                  </a:lnTo>
                  <a:cubicBezTo>
                    <a:pt x="5386" y="8946"/>
                    <a:pt x="5383" y="8978"/>
                    <a:pt x="5386" y="9011"/>
                  </a:cubicBezTo>
                  <a:lnTo>
                    <a:pt x="5386" y="9007"/>
                  </a:lnTo>
                  <a:lnTo>
                    <a:pt x="5586" y="10887"/>
                  </a:lnTo>
                  <a:lnTo>
                    <a:pt x="4658" y="10887"/>
                  </a:lnTo>
                  <a:lnTo>
                    <a:pt x="4854" y="9007"/>
                  </a:lnTo>
                  <a:cubicBezTo>
                    <a:pt x="4858" y="8978"/>
                    <a:pt x="4854" y="8946"/>
                    <a:pt x="4843" y="8917"/>
                  </a:cubicBezTo>
                  <a:lnTo>
                    <a:pt x="4658" y="8421"/>
                  </a:lnTo>
                  <a:lnTo>
                    <a:pt x="5118" y="7877"/>
                  </a:lnTo>
                  <a:close/>
                  <a:moveTo>
                    <a:pt x="4669" y="0"/>
                  </a:moveTo>
                  <a:cubicBezTo>
                    <a:pt x="4600" y="0"/>
                    <a:pt x="4528" y="4"/>
                    <a:pt x="4459" y="15"/>
                  </a:cubicBezTo>
                  <a:cubicBezTo>
                    <a:pt x="3557" y="120"/>
                    <a:pt x="2876" y="884"/>
                    <a:pt x="2876" y="1797"/>
                  </a:cubicBezTo>
                  <a:lnTo>
                    <a:pt x="2876" y="2688"/>
                  </a:lnTo>
                  <a:cubicBezTo>
                    <a:pt x="2474" y="2789"/>
                    <a:pt x="2206" y="3169"/>
                    <a:pt x="2246" y="3582"/>
                  </a:cubicBezTo>
                  <a:cubicBezTo>
                    <a:pt x="2290" y="3995"/>
                    <a:pt x="2627" y="4314"/>
                    <a:pt x="3043" y="4332"/>
                  </a:cubicBezTo>
                  <a:cubicBezTo>
                    <a:pt x="3224" y="4813"/>
                    <a:pt x="3539" y="5226"/>
                    <a:pt x="3956" y="5527"/>
                  </a:cubicBezTo>
                  <a:lnTo>
                    <a:pt x="3956" y="6740"/>
                  </a:lnTo>
                  <a:lnTo>
                    <a:pt x="1902" y="7399"/>
                  </a:lnTo>
                  <a:cubicBezTo>
                    <a:pt x="769" y="7758"/>
                    <a:pt x="1" y="8812"/>
                    <a:pt x="1" y="10000"/>
                  </a:cubicBezTo>
                  <a:lnTo>
                    <a:pt x="1" y="11086"/>
                  </a:lnTo>
                  <a:cubicBezTo>
                    <a:pt x="1" y="11199"/>
                    <a:pt x="91" y="11289"/>
                    <a:pt x="204" y="11289"/>
                  </a:cubicBezTo>
                  <a:lnTo>
                    <a:pt x="2163" y="11289"/>
                  </a:lnTo>
                  <a:cubicBezTo>
                    <a:pt x="2431" y="11289"/>
                    <a:pt x="2431" y="10887"/>
                    <a:pt x="2163" y="10887"/>
                  </a:cubicBezTo>
                  <a:lnTo>
                    <a:pt x="403" y="10887"/>
                  </a:lnTo>
                  <a:lnTo>
                    <a:pt x="403" y="10003"/>
                  </a:lnTo>
                  <a:cubicBezTo>
                    <a:pt x="403" y="9782"/>
                    <a:pt x="435" y="9565"/>
                    <a:pt x="493" y="9355"/>
                  </a:cubicBezTo>
                  <a:cubicBezTo>
                    <a:pt x="511" y="9297"/>
                    <a:pt x="530" y="9239"/>
                    <a:pt x="551" y="9181"/>
                  </a:cubicBezTo>
                  <a:cubicBezTo>
                    <a:pt x="573" y="9127"/>
                    <a:pt x="595" y="9069"/>
                    <a:pt x="620" y="9015"/>
                  </a:cubicBezTo>
                  <a:cubicBezTo>
                    <a:pt x="895" y="8424"/>
                    <a:pt x="1406" y="7975"/>
                    <a:pt x="2025" y="7780"/>
                  </a:cubicBezTo>
                  <a:lnTo>
                    <a:pt x="3188" y="7407"/>
                  </a:lnTo>
                  <a:lnTo>
                    <a:pt x="3952" y="7160"/>
                  </a:lnTo>
                  <a:lnTo>
                    <a:pt x="3952" y="10887"/>
                  </a:lnTo>
                  <a:lnTo>
                    <a:pt x="2953" y="10887"/>
                  </a:lnTo>
                  <a:cubicBezTo>
                    <a:pt x="2688" y="10887"/>
                    <a:pt x="2688" y="11289"/>
                    <a:pt x="2953" y="11289"/>
                  </a:cubicBezTo>
                  <a:lnTo>
                    <a:pt x="10033" y="11289"/>
                  </a:lnTo>
                  <a:cubicBezTo>
                    <a:pt x="10145" y="11289"/>
                    <a:pt x="10232" y="11199"/>
                    <a:pt x="10232" y="11086"/>
                  </a:cubicBezTo>
                  <a:lnTo>
                    <a:pt x="10232" y="10000"/>
                  </a:lnTo>
                  <a:cubicBezTo>
                    <a:pt x="10232" y="9323"/>
                    <a:pt x="9982" y="8671"/>
                    <a:pt x="9530" y="8167"/>
                  </a:cubicBezTo>
                  <a:cubicBezTo>
                    <a:pt x="9489" y="8125"/>
                    <a:pt x="9435" y="8103"/>
                    <a:pt x="9381" y="8103"/>
                  </a:cubicBezTo>
                  <a:cubicBezTo>
                    <a:pt x="9333" y="8103"/>
                    <a:pt x="9285" y="8121"/>
                    <a:pt x="9247" y="8156"/>
                  </a:cubicBezTo>
                  <a:cubicBezTo>
                    <a:pt x="9164" y="8229"/>
                    <a:pt x="9157" y="8356"/>
                    <a:pt x="9233" y="8439"/>
                  </a:cubicBezTo>
                  <a:cubicBezTo>
                    <a:pt x="9620" y="8866"/>
                    <a:pt x="9834" y="9424"/>
                    <a:pt x="9834" y="10003"/>
                  </a:cubicBezTo>
                  <a:lnTo>
                    <a:pt x="9834" y="10887"/>
                  </a:lnTo>
                  <a:lnTo>
                    <a:pt x="6285" y="10887"/>
                  </a:lnTo>
                  <a:lnTo>
                    <a:pt x="6285" y="7164"/>
                  </a:lnTo>
                  <a:lnTo>
                    <a:pt x="8211" y="7780"/>
                  </a:lnTo>
                  <a:cubicBezTo>
                    <a:pt x="8367" y="7830"/>
                    <a:pt x="8519" y="7899"/>
                    <a:pt x="8664" y="7979"/>
                  </a:cubicBezTo>
                  <a:cubicBezTo>
                    <a:pt x="8702" y="8002"/>
                    <a:pt x="8739" y="8012"/>
                    <a:pt x="8773" y="8012"/>
                  </a:cubicBezTo>
                  <a:cubicBezTo>
                    <a:pt x="8952" y="8012"/>
                    <a:pt x="9067" y="7740"/>
                    <a:pt x="8863" y="7631"/>
                  </a:cubicBezTo>
                  <a:cubicBezTo>
                    <a:pt x="8693" y="7537"/>
                    <a:pt x="8519" y="7457"/>
                    <a:pt x="8334" y="7399"/>
                  </a:cubicBezTo>
                  <a:lnTo>
                    <a:pt x="6285" y="6740"/>
                  </a:lnTo>
                  <a:lnTo>
                    <a:pt x="6285" y="5531"/>
                  </a:lnTo>
                  <a:cubicBezTo>
                    <a:pt x="6697" y="5230"/>
                    <a:pt x="7016" y="4813"/>
                    <a:pt x="7197" y="4335"/>
                  </a:cubicBezTo>
                  <a:cubicBezTo>
                    <a:pt x="7610" y="4317"/>
                    <a:pt x="7951" y="3999"/>
                    <a:pt x="7990" y="3586"/>
                  </a:cubicBezTo>
                  <a:cubicBezTo>
                    <a:pt x="8034" y="3173"/>
                    <a:pt x="7766" y="2789"/>
                    <a:pt x="7360" y="2691"/>
                  </a:cubicBezTo>
                  <a:lnTo>
                    <a:pt x="7360" y="1797"/>
                  </a:lnTo>
                  <a:cubicBezTo>
                    <a:pt x="7360" y="804"/>
                    <a:pt x="6560" y="4"/>
                    <a:pt x="556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3812;p79">
              <a:extLst>
                <a:ext uri="{FF2B5EF4-FFF2-40B4-BE49-F238E27FC236}">
                  <a16:creationId xmlns:a16="http://schemas.microsoft.com/office/drawing/2014/main" id="{555807FA-576C-13FB-924E-6443852F3FA1}"/>
                </a:ext>
              </a:extLst>
            </p:cNvPr>
            <p:cNvSpPr/>
            <p:nvPr/>
          </p:nvSpPr>
          <p:spPr>
            <a:xfrm>
              <a:off x="4250250" y="3417711"/>
              <a:ext cx="43809" cy="63289"/>
            </a:xfrm>
            <a:custGeom>
              <a:avLst/>
              <a:gdLst/>
              <a:ahLst/>
              <a:cxnLst/>
              <a:rect l="l" t="t" r="r" b="b"/>
              <a:pathLst>
                <a:path w="1671" h="2414" extrusionOk="0">
                  <a:moveTo>
                    <a:pt x="829" y="1"/>
                  </a:moveTo>
                  <a:cubicBezTo>
                    <a:pt x="504" y="1"/>
                    <a:pt x="205" y="191"/>
                    <a:pt x="69" y="495"/>
                  </a:cubicBezTo>
                  <a:cubicBezTo>
                    <a:pt x="1" y="651"/>
                    <a:pt x="130" y="775"/>
                    <a:pt x="260" y="775"/>
                  </a:cubicBezTo>
                  <a:cubicBezTo>
                    <a:pt x="328" y="775"/>
                    <a:pt x="396" y="740"/>
                    <a:pt x="435" y="658"/>
                  </a:cubicBezTo>
                  <a:cubicBezTo>
                    <a:pt x="507" y="488"/>
                    <a:pt x="669" y="395"/>
                    <a:pt x="833" y="395"/>
                  </a:cubicBezTo>
                  <a:cubicBezTo>
                    <a:pt x="949" y="395"/>
                    <a:pt x="1065" y="441"/>
                    <a:pt x="1152" y="538"/>
                  </a:cubicBezTo>
                  <a:cubicBezTo>
                    <a:pt x="1362" y="773"/>
                    <a:pt x="1257" y="1147"/>
                    <a:pt x="957" y="1237"/>
                  </a:cubicBezTo>
                  <a:cubicBezTo>
                    <a:pt x="670" y="1328"/>
                    <a:pt x="489" y="1418"/>
                    <a:pt x="489" y="1599"/>
                  </a:cubicBezTo>
                  <a:lnTo>
                    <a:pt x="489" y="2215"/>
                  </a:lnTo>
                  <a:cubicBezTo>
                    <a:pt x="489" y="2347"/>
                    <a:pt x="590" y="2413"/>
                    <a:pt x="690" y="2413"/>
                  </a:cubicBezTo>
                  <a:cubicBezTo>
                    <a:pt x="791" y="2413"/>
                    <a:pt x="891" y="2347"/>
                    <a:pt x="891" y="2215"/>
                  </a:cubicBezTo>
                  <a:lnTo>
                    <a:pt x="891" y="1690"/>
                  </a:lnTo>
                  <a:cubicBezTo>
                    <a:pt x="953" y="1664"/>
                    <a:pt x="1015" y="1639"/>
                    <a:pt x="1076" y="1621"/>
                  </a:cubicBezTo>
                  <a:cubicBezTo>
                    <a:pt x="1261" y="1563"/>
                    <a:pt x="1420" y="1443"/>
                    <a:pt x="1529" y="1284"/>
                  </a:cubicBezTo>
                  <a:cubicBezTo>
                    <a:pt x="1627" y="1128"/>
                    <a:pt x="1670" y="951"/>
                    <a:pt x="1659" y="770"/>
                  </a:cubicBezTo>
                  <a:cubicBezTo>
                    <a:pt x="1630" y="390"/>
                    <a:pt x="1344" y="78"/>
                    <a:pt x="971" y="13"/>
                  </a:cubicBezTo>
                  <a:cubicBezTo>
                    <a:pt x="923" y="5"/>
                    <a:pt x="876" y="1"/>
                    <a:pt x="82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3813;p79">
              <a:extLst>
                <a:ext uri="{FF2B5EF4-FFF2-40B4-BE49-F238E27FC236}">
                  <a16:creationId xmlns:a16="http://schemas.microsoft.com/office/drawing/2014/main" id="{28F83604-A66D-6A93-0DAC-B16E8116E07A}"/>
                </a:ext>
              </a:extLst>
            </p:cNvPr>
            <p:cNvSpPr/>
            <p:nvPr/>
          </p:nvSpPr>
          <p:spPr>
            <a:xfrm>
              <a:off x="4261655" y="3486112"/>
              <a:ext cx="16438" cy="14105"/>
            </a:xfrm>
            <a:custGeom>
              <a:avLst/>
              <a:gdLst/>
              <a:ahLst/>
              <a:cxnLst/>
              <a:rect l="l" t="t" r="r" b="b"/>
              <a:pathLst>
                <a:path w="627" h="538" extrusionOk="0">
                  <a:moveTo>
                    <a:pt x="268" y="1"/>
                  </a:moveTo>
                  <a:cubicBezTo>
                    <a:pt x="120" y="1"/>
                    <a:pt x="0" y="120"/>
                    <a:pt x="0" y="269"/>
                  </a:cubicBezTo>
                  <a:cubicBezTo>
                    <a:pt x="0" y="430"/>
                    <a:pt x="132" y="537"/>
                    <a:pt x="269" y="537"/>
                  </a:cubicBezTo>
                  <a:cubicBezTo>
                    <a:pt x="335" y="537"/>
                    <a:pt x="402" y="512"/>
                    <a:pt x="456" y="457"/>
                  </a:cubicBezTo>
                  <a:cubicBezTo>
                    <a:pt x="627" y="290"/>
                    <a:pt x="507" y="1"/>
                    <a:pt x="268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35" name="TextBox 2434">
            <a:extLst>
              <a:ext uri="{FF2B5EF4-FFF2-40B4-BE49-F238E27FC236}">
                <a16:creationId xmlns:a16="http://schemas.microsoft.com/office/drawing/2014/main" id="{6D6621C8-7789-F7F6-7E2E-99A30FFF081A}"/>
              </a:ext>
            </a:extLst>
          </p:cNvPr>
          <p:cNvSpPr txBox="1"/>
          <p:nvPr/>
        </p:nvSpPr>
        <p:spPr>
          <a:xfrm>
            <a:off x="3614045" y="2357881"/>
            <a:ext cx="19159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tx2">
                    <a:lumMod val="75000"/>
                  </a:schemeClr>
                </a:solidFill>
              </a:rPr>
              <a:t>User Query: Question</a:t>
            </a:r>
          </a:p>
        </p:txBody>
      </p:sp>
      <p:cxnSp>
        <p:nvCxnSpPr>
          <p:cNvPr id="2491" name="Connector: Elbow 2490">
            <a:extLst>
              <a:ext uri="{FF2B5EF4-FFF2-40B4-BE49-F238E27FC236}">
                <a16:creationId xmlns:a16="http://schemas.microsoft.com/office/drawing/2014/main" id="{42D4D23F-726E-B592-F272-7E4A7F2B6CB4}"/>
              </a:ext>
            </a:extLst>
          </p:cNvPr>
          <p:cNvCxnSpPr>
            <a:cxnSpLocks/>
            <a:stCxn id="3" idx="4"/>
            <a:endCxn id="2435" idx="0"/>
          </p:cNvCxnSpPr>
          <p:nvPr/>
        </p:nvCxnSpPr>
        <p:spPr>
          <a:xfrm rot="5400000">
            <a:off x="4335095" y="2120975"/>
            <a:ext cx="473811" cy="12700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2" name="Google Shape;3726;p63">
            <a:extLst>
              <a:ext uri="{FF2B5EF4-FFF2-40B4-BE49-F238E27FC236}">
                <a16:creationId xmlns:a16="http://schemas.microsoft.com/office/drawing/2014/main" id="{1B77C391-A823-A2A1-FAD9-9D4205A786EC}"/>
              </a:ext>
            </a:extLst>
          </p:cNvPr>
          <p:cNvGrpSpPr/>
          <p:nvPr/>
        </p:nvGrpSpPr>
        <p:grpSpPr>
          <a:xfrm>
            <a:off x="7369498" y="598109"/>
            <a:ext cx="344095" cy="379820"/>
            <a:chOff x="4111577" y="3480284"/>
            <a:chExt cx="344095" cy="379820"/>
          </a:xfrm>
        </p:grpSpPr>
        <p:sp>
          <p:nvSpPr>
            <p:cNvPr id="11" name="Google Shape;3727;p63">
              <a:extLst>
                <a:ext uri="{FF2B5EF4-FFF2-40B4-BE49-F238E27FC236}">
                  <a16:creationId xmlns:a16="http://schemas.microsoft.com/office/drawing/2014/main" id="{572CD04A-14E1-D34D-1915-39D858886C4B}"/>
                </a:ext>
              </a:extLst>
            </p:cNvPr>
            <p:cNvSpPr/>
            <p:nvPr/>
          </p:nvSpPr>
          <p:spPr>
            <a:xfrm>
              <a:off x="4136433" y="3602461"/>
              <a:ext cx="294849" cy="206118"/>
            </a:xfrm>
            <a:custGeom>
              <a:avLst/>
              <a:gdLst/>
              <a:ahLst/>
              <a:cxnLst/>
              <a:rect l="l" t="t" r="r" b="b"/>
              <a:pathLst>
                <a:path w="15136" h="10581" extrusionOk="0">
                  <a:moveTo>
                    <a:pt x="782" y="0"/>
                  </a:moveTo>
                  <a:cubicBezTo>
                    <a:pt x="341" y="0"/>
                    <a:pt x="0" y="341"/>
                    <a:pt x="0" y="758"/>
                  </a:cubicBezTo>
                  <a:lnTo>
                    <a:pt x="0" y="9816"/>
                  </a:lnTo>
                  <a:cubicBezTo>
                    <a:pt x="0" y="10233"/>
                    <a:pt x="341" y="10580"/>
                    <a:pt x="782" y="10580"/>
                  </a:cubicBezTo>
                  <a:lnTo>
                    <a:pt x="14354" y="10580"/>
                  </a:lnTo>
                  <a:cubicBezTo>
                    <a:pt x="14795" y="10580"/>
                    <a:pt x="15136" y="10233"/>
                    <a:pt x="15136" y="9816"/>
                  </a:cubicBezTo>
                  <a:lnTo>
                    <a:pt x="15136" y="758"/>
                  </a:lnTo>
                  <a:cubicBezTo>
                    <a:pt x="15136" y="341"/>
                    <a:pt x="14795" y="0"/>
                    <a:pt x="14354" y="0"/>
                  </a:cubicBez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3728;p63">
              <a:extLst>
                <a:ext uri="{FF2B5EF4-FFF2-40B4-BE49-F238E27FC236}">
                  <a16:creationId xmlns:a16="http://schemas.microsoft.com/office/drawing/2014/main" id="{57817F55-C20C-3AB7-9DB4-190682967BEA}"/>
                </a:ext>
              </a:extLst>
            </p:cNvPr>
            <p:cNvSpPr/>
            <p:nvPr/>
          </p:nvSpPr>
          <p:spPr>
            <a:xfrm>
              <a:off x="4401262" y="3602461"/>
              <a:ext cx="30019" cy="206118"/>
            </a:xfrm>
            <a:custGeom>
              <a:avLst/>
              <a:gdLst/>
              <a:ahLst/>
              <a:cxnLst/>
              <a:rect l="l" t="t" r="r" b="b"/>
              <a:pathLst>
                <a:path w="1541" h="10581" extrusionOk="0">
                  <a:moveTo>
                    <a:pt x="1" y="0"/>
                  </a:moveTo>
                  <a:cubicBezTo>
                    <a:pt x="441" y="0"/>
                    <a:pt x="782" y="341"/>
                    <a:pt x="782" y="758"/>
                  </a:cubicBezTo>
                  <a:lnTo>
                    <a:pt x="782" y="9816"/>
                  </a:lnTo>
                  <a:cubicBezTo>
                    <a:pt x="782" y="10233"/>
                    <a:pt x="441" y="10580"/>
                    <a:pt x="1" y="10580"/>
                  </a:cubicBezTo>
                  <a:lnTo>
                    <a:pt x="759" y="10580"/>
                  </a:lnTo>
                  <a:cubicBezTo>
                    <a:pt x="1200" y="10580"/>
                    <a:pt x="1541" y="10233"/>
                    <a:pt x="1541" y="9816"/>
                  </a:cubicBezTo>
                  <a:lnTo>
                    <a:pt x="1541" y="758"/>
                  </a:lnTo>
                  <a:cubicBezTo>
                    <a:pt x="1541" y="341"/>
                    <a:pt x="1200" y="0"/>
                    <a:pt x="759" y="0"/>
                  </a:cubicBezTo>
                  <a:close/>
                </a:path>
              </a:pathLst>
            </a:custGeom>
            <a:solidFill>
              <a:srgbClr val="866A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3729;p63">
              <a:extLst>
                <a:ext uri="{FF2B5EF4-FFF2-40B4-BE49-F238E27FC236}">
                  <a16:creationId xmlns:a16="http://schemas.microsoft.com/office/drawing/2014/main" id="{7EBC1DA5-5A54-2770-D2E0-BDBEF6FF15C8}"/>
                </a:ext>
              </a:extLst>
            </p:cNvPr>
            <p:cNvSpPr/>
            <p:nvPr/>
          </p:nvSpPr>
          <p:spPr>
            <a:xfrm>
              <a:off x="4157959" y="3620539"/>
              <a:ext cx="251915" cy="169827"/>
            </a:xfrm>
            <a:custGeom>
              <a:avLst/>
              <a:gdLst/>
              <a:ahLst/>
              <a:cxnLst/>
              <a:rect l="l" t="t" r="r" b="b"/>
              <a:pathLst>
                <a:path w="12932" h="8718" extrusionOk="0">
                  <a:moveTo>
                    <a:pt x="294" y="1"/>
                  </a:moveTo>
                  <a:cubicBezTo>
                    <a:pt x="147" y="1"/>
                    <a:pt x="0" y="124"/>
                    <a:pt x="0" y="295"/>
                  </a:cubicBezTo>
                  <a:lnTo>
                    <a:pt x="0" y="8424"/>
                  </a:lnTo>
                  <a:cubicBezTo>
                    <a:pt x="0" y="8594"/>
                    <a:pt x="147" y="8718"/>
                    <a:pt x="294" y="8718"/>
                  </a:cubicBezTo>
                  <a:lnTo>
                    <a:pt x="12638" y="8718"/>
                  </a:lnTo>
                  <a:cubicBezTo>
                    <a:pt x="12785" y="8718"/>
                    <a:pt x="12931" y="8594"/>
                    <a:pt x="12931" y="8424"/>
                  </a:cubicBezTo>
                  <a:lnTo>
                    <a:pt x="12931" y="295"/>
                  </a:lnTo>
                  <a:cubicBezTo>
                    <a:pt x="12931" y="124"/>
                    <a:pt x="12785" y="1"/>
                    <a:pt x="12638" y="1"/>
                  </a:cubicBezTo>
                  <a:close/>
                </a:path>
              </a:pathLst>
            </a:custGeom>
            <a:solidFill>
              <a:srgbClr val="00C7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3730;p63">
              <a:extLst>
                <a:ext uri="{FF2B5EF4-FFF2-40B4-BE49-F238E27FC236}">
                  <a16:creationId xmlns:a16="http://schemas.microsoft.com/office/drawing/2014/main" id="{7E30AB0F-A131-AAF8-B000-6110A007234B}"/>
                </a:ext>
              </a:extLst>
            </p:cNvPr>
            <p:cNvSpPr/>
            <p:nvPr/>
          </p:nvSpPr>
          <p:spPr>
            <a:xfrm>
              <a:off x="4157959" y="3659128"/>
              <a:ext cx="81543" cy="131237"/>
            </a:xfrm>
            <a:custGeom>
              <a:avLst/>
              <a:gdLst/>
              <a:ahLst/>
              <a:cxnLst/>
              <a:rect l="l" t="t" r="r" b="b"/>
              <a:pathLst>
                <a:path w="4186" h="6737" extrusionOk="0">
                  <a:moveTo>
                    <a:pt x="0" y="1"/>
                  </a:moveTo>
                  <a:lnTo>
                    <a:pt x="0" y="6443"/>
                  </a:lnTo>
                  <a:cubicBezTo>
                    <a:pt x="0" y="6613"/>
                    <a:pt x="147" y="6737"/>
                    <a:pt x="294" y="6737"/>
                  </a:cubicBezTo>
                  <a:lnTo>
                    <a:pt x="4185" y="6737"/>
                  </a:lnTo>
                  <a:lnTo>
                    <a:pt x="4185" y="1"/>
                  </a:lnTo>
                  <a:close/>
                </a:path>
              </a:pathLst>
            </a:custGeom>
            <a:solidFill>
              <a:srgbClr val="00C7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3731;p63">
              <a:extLst>
                <a:ext uri="{FF2B5EF4-FFF2-40B4-BE49-F238E27FC236}">
                  <a16:creationId xmlns:a16="http://schemas.microsoft.com/office/drawing/2014/main" id="{D07FDA79-3E24-23A4-2EED-C48F3080353E}"/>
                </a:ext>
              </a:extLst>
            </p:cNvPr>
            <p:cNvSpPr/>
            <p:nvPr/>
          </p:nvSpPr>
          <p:spPr>
            <a:xfrm>
              <a:off x="4224716" y="3659128"/>
              <a:ext cx="14785" cy="131237"/>
            </a:xfrm>
            <a:custGeom>
              <a:avLst/>
              <a:gdLst/>
              <a:ahLst/>
              <a:cxnLst/>
              <a:rect l="l" t="t" r="r" b="b"/>
              <a:pathLst>
                <a:path w="759" h="6737" extrusionOk="0">
                  <a:moveTo>
                    <a:pt x="0" y="1"/>
                  </a:moveTo>
                  <a:lnTo>
                    <a:pt x="0" y="6737"/>
                  </a:lnTo>
                  <a:lnTo>
                    <a:pt x="758" y="6737"/>
                  </a:lnTo>
                  <a:lnTo>
                    <a:pt x="758" y="1"/>
                  </a:lnTo>
                  <a:close/>
                </a:path>
              </a:pathLst>
            </a:custGeom>
            <a:solidFill>
              <a:srgbClr val="00C7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732;p63">
              <a:extLst>
                <a:ext uri="{FF2B5EF4-FFF2-40B4-BE49-F238E27FC236}">
                  <a16:creationId xmlns:a16="http://schemas.microsoft.com/office/drawing/2014/main" id="{78D6218F-C89E-FEAE-01EB-4E9954584019}"/>
                </a:ext>
              </a:extLst>
            </p:cNvPr>
            <p:cNvSpPr/>
            <p:nvPr/>
          </p:nvSpPr>
          <p:spPr>
            <a:xfrm>
              <a:off x="4229976" y="3486011"/>
              <a:ext cx="107763" cy="62083"/>
            </a:xfrm>
            <a:custGeom>
              <a:avLst/>
              <a:gdLst/>
              <a:ahLst/>
              <a:cxnLst/>
              <a:rect l="l" t="t" r="r" b="b"/>
              <a:pathLst>
                <a:path w="5532" h="3187" extrusionOk="0">
                  <a:moveTo>
                    <a:pt x="2769" y="0"/>
                  </a:moveTo>
                  <a:cubicBezTo>
                    <a:pt x="2058" y="0"/>
                    <a:pt x="1470" y="465"/>
                    <a:pt x="1299" y="1129"/>
                  </a:cubicBezTo>
                  <a:cubicBezTo>
                    <a:pt x="1199" y="1100"/>
                    <a:pt x="1123" y="1076"/>
                    <a:pt x="1053" y="1076"/>
                  </a:cubicBezTo>
                  <a:cubicBezTo>
                    <a:pt x="465" y="1076"/>
                    <a:pt x="0" y="1570"/>
                    <a:pt x="0" y="2128"/>
                  </a:cubicBezTo>
                  <a:cubicBezTo>
                    <a:pt x="0" y="2716"/>
                    <a:pt x="465" y="3186"/>
                    <a:pt x="1053" y="3186"/>
                  </a:cubicBezTo>
                  <a:cubicBezTo>
                    <a:pt x="1370" y="3186"/>
                    <a:pt x="1664" y="3039"/>
                    <a:pt x="1858" y="2792"/>
                  </a:cubicBezTo>
                  <a:cubicBezTo>
                    <a:pt x="2105" y="2986"/>
                    <a:pt x="2422" y="3086"/>
                    <a:pt x="2769" y="3086"/>
                  </a:cubicBezTo>
                  <a:cubicBezTo>
                    <a:pt x="3110" y="3086"/>
                    <a:pt x="3427" y="2986"/>
                    <a:pt x="3674" y="2792"/>
                  </a:cubicBezTo>
                  <a:cubicBezTo>
                    <a:pt x="3868" y="3039"/>
                    <a:pt x="4162" y="3186"/>
                    <a:pt x="4479" y="3186"/>
                  </a:cubicBezTo>
                  <a:cubicBezTo>
                    <a:pt x="5067" y="3186"/>
                    <a:pt x="5531" y="2716"/>
                    <a:pt x="5531" y="2128"/>
                  </a:cubicBezTo>
                  <a:cubicBezTo>
                    <a:pt x="5531" y="1570"/>
                    <a:pt x="5067" y="1076"/>
                    <a:pt x="4479" y="1076"/>
                  </a:cubicBezTo>
                  <a:cubicBezTo>
                    <a:pt x="4409" y="1076"/>
                    <a:pt x="4332" y="1100"/>
                    <a:pt x="4238" y="1129"/>
                  </a:cubicBezTo>
                  <a:cubicBezTo>
                    <a:pt x="4062" y="465"/>
                    <a:pt x="3474" y="0"/>
                    <a:pt x="2769" y="0"/>
                  </a:cubicBez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733;p63">
              <a:extLst>
                <a:ext uri="{FF2B5EF4-FFF2-40B4-BE49-F238E27FC236}">
                  <a16:creationId xmlns:a16="http://schemas.microsoft.com/office/drawing/2014/main" id="{42B24451-DFE0-9E2C-A997-CD48AA8A3D14}"/>
                </a:ext>
              </a:extLst>
            </p:cNvPr>
            <p:cNvSpPr/>
            <p:nvPr/>
          </p:nvSpPr>
          <p:spPr>
            <a:xfrm>
              <a:off x="4117304" y="3808558"/>
              <a:ext cx="333108" cy="46265"/>
            </a:xfrm>
            <a:custGeom>
              <a:avLst/>
              <a:gdLst/>
              <a:ahLst/>
              <a:cxnLst/>
              <a:rect l="l" t="t" r="r" b="b"/>
              <a:pathLst>
                <a:path w="17100" h="2375" extrusionOk="0">
                  <a:moveTo>
                    <a:pt x="441" y="0"/>
                  </a:moveTo>
                  <a:cubicBezTo>
                    <a:pt x="200" y="0"/>
                    <a:pt x="1" y="194"/>
                    <a:pt x="1" y="441"/>
                  </a:cubicBezTo>
                  <a:cubicBezTo>
                    <a:pt x="1" y="1517"/>
                    <a:pt x="859" y="2375"/>
                    <a:pt x="1940" y="2375"/>
                  </a:cubicBezTo>
                  <a:lnTo>
                    <a:pt x="15165" y="2375"/>
                  </a:lnTo>
                  <a:cubicBezTo>
                    <a:pt x="16241" y="2375"/>
                    <a:pt x="17099" y="1517"/>
                    <a:pt x="17099" y="441"/>
                  </a:cubicBezTo>
                  <a:cubicBezTo>
                    <a:pt x="17099" y="194"/>
                    <a:pt x="16899" y="0"/>
                    <a:pt x="16658" y="0"/>
                  </a:cubicBezTo>
                  <a:close/>
                </a:path>
              </a:pathLst>
            </a:custGeom>
            <a:solidFill>
              <a:srgbClr val="866A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734;p63">
              <a:extLst>
                <a:ext uri="{FF2B5EF4-FFF2-40B4-BE49-F238E27FC236}">
                  <a16:creationId xmlns:a16="http://schemas.microsoft.com/office/drawing/2014/main" id="{B0A887B5-03CC-7359-4737-2A81305E58A4}"/>
                </a:ext>
              </a:extLst>
            </p:cNvPr>
            <p:cNvSpPr/>
            <p:nvPr/>
          </p:nvSpPr>
          <p:spPr>
            <a:xfrm>
              <a:off x="4393587" y="3808558"/>
              <a:ext cx="56823" cy="46265"/>
            </a:xfrm>
            <a:custGeom>
              <a:avLst/>
              <a:gdLst/>
              <a:ahLst/>
              <a:cxnLst/>
              <a:rect l="l" t="t" r="r" b="b"/>
              <a:pathLst>
                <a:path w="2917" h="2375" extrusionOk="0">
                  <a:moveTo>
                    <a:pt x="1494" y="0"/>
                  </a:moveTo>
                  <a:cubicBezTo>
                    <a:pt x="1741" y="0"/>
                    <a:pt x="1935" y="194"/>
                    <a:pt x="1935" y="441"/>
                  </a:cubicBezTo>
                  <a:cubicBezTo>
                    <a:pt x="1935" y="976"/>
                    <a:pt x="1717" y="1440"/>
                    <a:pt x="1370" y="1811"/>
                  </a:cubicBezTo>
                  <a:cubicBezTo>
                    <a:pt x="1006" y="2151"/>
                    <a:pt x="542" y="2375"/>
                    <a:pt x="1" y="2375"/>
                  </a:cubicBezTo>
                  <a:lnTo>
                    <a:pt x="982" y="2375"/>
                  </a:lnTo>
                  <a:cubicBezTo>
                    <a:pt x="1517" y="2375"/>
                    <a:pt x="1982" y="2151"/>
                    <a:pt x="2352" y="1811"/>
                  </a:cubicBezTo>
                  <a:cubicBezTo>
                    <a:pt x="2693" y="1440"/>
                    <a:pt x="2916" y="976"/>
                    <a:pt x="2916" y="441"/>
                  </a:cubicBezTo>
                  <a:cubicBezTo>
                    <a:pt x="2916" y="194"/>
                    <a:pt x="2716" y="0"/>
                    <a:pt x="2475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735;p63">
              <a:extLst>
                <a:ext uri="{FF2B5EF4-FFF2-40B4-BE49-F238E27FC236}">
                  <a16:creationId xmlns:a16="http://schemas.microsoft.com/office/drawing/2014/main" id="{882CB893-3AC1-0555-9016-D93BE13B76FF}"/>
                </a:ext>
              </a:extLst>
            </p:cNvPr>
            <p:cNvSpPr/>
            <p:nvPr/>
          </p:nvSpPr>
          <p:spPr>
            <a:xfrm>
              <a:off x="4157959" y="3620539"/>
              <a:ext cx="251915" cy="38609"/>
            </a:xfrm>
            <a:custGeom>
              <a:avLst/>
              <a:gdLst/>
              <a:ahLst/>
              <a:cxnLst/>
              <a:rect l="l" t="t" r="r" b="b"/>
              <a:pathLst>
                <a:path w="12932" h="1982" extrusionOk="0">
                  <a:moveTo>
                    <a:pt x="294" y="1"/>
                  </a:moveTo>
                  <a:cubicBezTo>
                    <a:pt x="147" y="1"/>
                    <a:pt x="0" y="124"/>
                    <a:pt x="0" y="295"/>
                  </a:cubicBezTo>
                  <a:lnTo>
                    <a:pt x="0" y="1982"/>
                  </a:lnTo>
                  <a:lnTo>
                    <a:pt x="12931" y="1982"/>
                  </a:lnTo>
                  <a:lnTo>
                    <a:pt x="12931" y="295"/>
                  </a:lnTo>
                  <a:cubicBezTo>
                    <a:pt x="12931" y="124"/>
                    <a:pt x="12785" y="1"/>
                    <a:pt x="12638" y="1"/>
                  </a:cubicBezTo>
                  <a:close/>
                </a:path>
              </a:pathLst>
            </a:custGeom>
            <a:solidFill>
              <a:srgbClr val="FF93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736;p63">
              <a:extLst>
                <a:ext uri="{FF2B5EF4-FFF2-40B4-BE49-F238E27FC236}">
                  <a16:creationId xmlns:a16="http://schemas.microsoft.com/office/drawing/2014/main" id="{3CBF83FE-CB75-A946-B33D-1ED21E75251E}"/>
                </a:ext>
              </a:extLst>
            </p:cNvPr>
            <p:cNvSpPr/>
            <p:nvPr/>
          </p:nvSpPr>
          <p:spPr>
            <a:xfrm>
              <a:off x="4389243" y="3620539"/>
              <a:ext cx="20629" cy="38609"/>
            </a:xfrm>
            <a:custGeom>
              <a:avLst/>
              <a:gdLst/>
              <a:ahLst/>
              <a:cxnLst/>
              <a:rect l="l" t="t" r="r" b="b"/>
              <a:pathLst>
                <a:path w="1059" h="1982" extrusionOk="0">
                  <a:moveTo>
                    <a:pt x="0" y="1"/>
                  </a:moveTo>
                  <a:cubicBezTo>
                    <a:pt x="147" y="1"/>
                    <a:pt x="271" y="124"/>
                    <a:pt x="271" y="295"/>
                  </a:cubicBezTo>
                  <a:lnTo>
                    <a:pt x="271" y="1982"/>
                  </a:lnTo>
                  <a:lnTo>
                    <a:pt x="1058" y="1982"/>
                  </a:lnTo>
                  <a:lnTo>
                    <a:pt x="1058" y="295"/>
                  </a:lnTo>
                  <a:cubicBezTo>
                    <a:pt x="1058" y="124"/>
                    <a:pt x="912" y="1"/>
                    <a:pt x="765" y="1"/>
                  </a:cubicBezTo>
                  <a:close/>
                </a:path>
              </a:pathLst>
            </a:custGeom>
            <a:solidFill>
              <a:srgbClr val="FF61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737;p63">
              <a:extLst>
                <a:ext uri="{FF2B5EF4-FFF2-40B4-BE49-F238E27FC236}">
                  <a16:creationId xmlns:a16="http://schemas.microsoft.com/office/drawing/2014/main" id="{9DE700C3-2080-43DC-703E-735A381A6FDA}"/>
                </a:ext>
              </a:extLst>
            </p:cNvPr>
            <p:cNvSpPr/>
            <p:nvPr/>
          </p:nvSpPr>
          <p:spPr>
            <a:xfrm>
              <a:off x="4252864" y="3808558"/>
              <a:ext cx="61966" cy="20045"/>
            </a:xfrm>
            <a:custGeom>
              <a:avLst/>
              <a:gdLst/>
              <a:ahLst/>
              <a:cxnLst/>
              <a:rect l="l" t="t" r="r" b="b"/>
              <a:pathLst>
                <a:path w="3181" h="1029" extrusionOk="0">
                  <a:moveTo>
                    <a:pt x="1" y="0"/>
                  </a:moveTo>
                  <a:lnTo>
                    <a:pt x="1" y="512"/>
                  </a:lnTo>
                  <a:cubicBezTo>
                    <a:pt x="1" y="805"/>
                    <a:pt x="242" y="1029"/>
                    <a:pt x="512" y="1029"/>
                  </a:cubicBezTo>
                  <a:lnTo>
                    <a:pt x="2669" y="1029"/>
                  </a:lnTo>
                  <a:cubicBezTo>
                    <a:pt x="2940" y="1029"/>
                    <a:pt x="3181" y="805"/>
                    <a:pt x="3181" y="512"/>
                  </a:cubicBezTo>
                  <a:lnTo>
                    <a:pt x="3181" y="0"/>
                  </a:lnTo>
                  <a:close/>
                </a:path>
              </a:pathLst>
            </a:custGeom>
            <a:solidFill>
              <a:srgbClr val="356B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738;p63">
              <a:extLst>
                <a:ext uri="{FF2B5EF4-FFF2-40B4-BE49-F238E27FC236}">
                  <a16:creationId xmlns:a16="http://schemas.microsoft.com/office/drawing/2014/main" id="{6B4312C3-1669-1886-C43A-F76F11FF5354}"/>
                </a:ext>
              </a:extLst>
            </p:cNvPr>
            <p:cNvSpPr/>
            <p:nvPr/>
          </p:nvSpPr>
          <p:spPr>
            <a:xfrm>
              <a:off x="4224716" y="3480284"/>
              <a:ext cx="118283" cy="73537"/>
            </a:xfrm>
            <a:custGeom>
              <a:avLst/>
              <a:gdLst/>
              <a:ahLst/>
              <a:cxnLst/>
              <a:rect l="l" t="t" r="r" b="b"/>
              <a:pathLst>
                <a:path w="6072" h="3775" extrusionOk="0">
                  <a:moveTo>
                    <a:pt x="3039" y="588"/>
                  </a:moveTo>
                  <a:cubicBezTo>
                    <a:pt x="3597" y="588"/>
                    <a:pt x="4091" y="953"/>
                    <a:pt x="4238" y="1493"/>
                  </a:cubicBezTo>
                  <a:cubicBezTo>
                    <a:pt x="4278" y="1620"/>
                    <a:pt x="4392" y="1694"/>
                    <a:pt x="4516" y="1694"/>
                  </a:cubicBezTo>
                  <a:cubicBezTo>
                    <a:pt x="4537" y="1694"/>
                    <a:pt x="4558" y="1692"/>
                    <a:pt x="4579" y="1687"/>
                  </a:cubicBezTo>
                  <a:cubicBezTo>
                    <a:pt x="4626" y="1664"/>
                    <a:pt x="4702" y="1664"/>
                    <a:pt x="4749" y="1664"/>
                  </a:cubicBezTo>
                  <a:cubicBezTo>
                    <a:pt x="5167" y="1664"/>
                    <a:pt x="5508" y="2011"/>
                    <a:pt x="5508" y="2422"/>
                  </a:cubicBezTo>
                  <a:cubicBezTo>
                    <a:pt x="5508" y="2840"/>
                    <a:pt x="5167" y="3186"/>
                    <a:pt x="4749" y="3186"/>
                  </a:cubicBezTo>
                  <a:cubicBezTo>
                    <a:pt x="4532" y="3186"/>
                    <a:pt x="4308" y="3086"/>
                    <a:pt x="4162" y="2916"/>
                  </a:cubicBezTo>
                  <a:cubicBezTo>
                    <a:pt x="4114" y="2840"/>
                    <a:pt x="4015" y="2792"/>
                    <a:pt x="3944" y="2792"/>
                  </a:cubicBezTo>
                  <a:cubicBezTo>
                    <a:pt x="3868" y="2792"/>
                    <a:pt x="3821" y="2816"/>
                    <a:pt x="3774" y="2863"/>
                  </a:cubicBezTo>
                  <a:cubicBezTo>
                    <a:pt x="3550" y="3010"/>
                    <a:pt x="3303" y="3086"/>
                    <a:pt x="3039" y="3086"/>
                  </a:cubicBezTo>
                  <a:cubicBezTo>
                    <a:pt x="2768" y="3086"/>
                    <a:pt x="2522" y="3010"/>
                    <a:pt x="2304" y="2863"/>
                  </a:cubicBezTo>
                  <a:cubicBezTo>
                    <a:pt x="2253" y="2824"/>
                    <a:pt x="2194" y="2805"/>
                    <a:pt x="2136" y="2805"/>
                  </a:cubicBezTo>
                  <a:cubicBezTo>
                    <a:pt x="2052" y="2805"/>
                    <a:pt x="1969" y="2843"/>
                    <a:pt x="1910" y="2916"/>
                  </a:cubicBezTo>
                  <a:cubicBezTo>
                    <a:pt x="1763" y="3086"/>
                    <a:pt x="1540" y="3186"/>
                    <a:pt x="1323" y="3186"/>
                  </a:cubicBezTo>
                  <a:cubicBezTo>
                    <a:pt x="905" y="3186"/>
                    <a:pt x="564" y="2840"/>
                    <a:pt x="564" y="2422"/>
                  </a:cubicBezTo>
                  <a:cubicBezTo>
                    <a:pt x="564" y="2011"/>
                    <a:pt x="905" y="1664"/>
                    <a:pt x="1323" y="1664"/>
                  </a:cubicBezTo>
                  <a:cubicBezTo>
                    <a:pt x="1370" y="1664"/>
                    <a:pt x="1446" y="1664"/>
                    <a:pt x="1493" y="1687"/>
                  </a:cubicBezTo>
                  <a:cubicBezTo>
                    <a:pt x="1514" y="1692"/>
                    <a:pt x="1535" y="1694"/>
                    <a:pt x="1555" y="1694"/>
                  </a:cubicBezTo>
                  <a:cubicBezTo>
                    <a:pt x="1680" y="1694"/>
                    <a:pt x="1794" y="1620"/>
                    <a:pt x="1834" y="1493"/>
                  </a:cubicBezTo>
                  <a:cubicBezTo>
                    <a:pt x="1981" y="953"/>
                    <a:pt x="2475" y="588"/>
                    <a:pt x="3039" y="588"/>
                  </a:cubicBezTo>
                  <a:close/>
                  <a:moveTo>
                    <a:pt x="3039" y="1"/>
                  </a:moveTo>
                  <a:cubicBezTo>
                    <a:pt x="2304" y="1"/>
                    <a:pt x="1663" y="441"/>
                    <a:pt x="1370" y="1100"/>
                  </a:cubicBezTo>
                  <a:lnTo>
                    <a:pt x="1323" y="1100"/>
                  </a:lnTo>
                  <a:cubicBezTo>
                    <a:pt x="588" y="1100"/>
                    <a:pt x="0" y="1687"/>
                    <a:pt x="0" y="2422"/>
                  </a:cubicBezTo>
                  <a:cubicBezTo>
                    <a:pt x="0" y="3157"/>
                    <a:pt x="588" y="3774"/>
                    <a:pt x="1323" y="3774"/>
                  </a:cubicBezTo>
                  <a:cubicBezTo>
                    <a:pt x="1640" y="3774"/>
                    <a:pt x="1934" y="3651"/>
                    <a:pt x="2181" y="3451"/>
                  </a:cubicBezTo>
                  <a:cubicBezTo>
                    <a:pt x="2451" y="3598"/>
                    <a:pt x="2745" y="3674"/>
                    <a:pt x="3039" y="3674"/>
                  </a:cubicBezTo>
                  <a:cubicBezTo>
                    <a:pt x="3333" y="3674"/>
                    <a:pt x="3627" y="3598"/>
                    <a:pt x="3891" y="3451"/>
                  </a:cubicBezTo>
                  <a:cubicBezTo>
                    <a:pt x="4138" y="3651"/>
                    <a:pt x="4432" y="3774"/>
                    <a:pt x="4749" y="3774"/>
                  </a:cubicBezTo>
                  <a:cubicBezTo>
                    <a:pt x="5484" y="3774"/>
                    <a:pt x="6072" y="3157"/>
                    <a:pt x="6072" y="2422"/>
                  </a:cubicBezTo>
                  <a:cubicBezTo>
                    <a:pt x="6072" y="1687"/>
                    <a:pt x="5484" y="1100"/>
                    <a:pt x="4749" y="1100"/>
                  </a:cubicBezTo>
                  <a:lnTo>
                    <a:pt x="4702" y="1100"/>
                  </a:lnTo>
                  <a:cubicBezTo>
                    <a:pt x="4408" y="441"/>
                    <a:pt x="3774" y="1"/>
                    <a:pt x="3039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39;p63">
              <a:extLst>
                <a:ext uri="{FF2B5EF4-FFF2-40B4-BE49-F238E27FC236}">
                  <a16:creationId xmlns:a16="http://schemas.microsoft.com/office/drawing/2014/main" id="{7EC53710-4E4A-6998-501F-B034CA533184}"/>
                </a:ext>
              </a:extLst>
            </p:cNvPr>
            <p:cNvSpPr/>
            <p:nvPr/>
          </p:nvSpPr>
          <p:spPr>
            <a:xfrm>
              <a:off x="4278169" y="3560424"/>
              <a:ext cx="11474" cy="11026"/>
            </a:xfrm>
            <a:custGeom>
              <a:avLst/>
              <a:gdLst/>
              <a:ahLst/>
              <a:cxnLst/>
              <a:rect l="l" t="t" r="r" b="b"/>
              <a:pathLst>
                <a:path w="589" h="566" extrusionOk="0">
                  <a:moveTo>
                    <a:pt x="295" y="1"/>
                  </a:moveTo>
                  <a:cubicBezTo>
                    <a:pt x="148" y="1"/>
                    <a:pt x="1" y="124"/>
                    <a:pt x="1" y="295"/>
                  </a:cubicBezTo>
                  <a:cubicBezTo>
                    <a:pt x="1" y="442"/>
                    <a:pt x="148" y="565"/>
                    <a:pt x="295" y="565"/>
                  </a:cubicBezTo>
                  <a:cubicBezTo>
                    <a:pt x="442" y="565"/>
                    <a:pt x="589" y="442"/>
                    <a:pt x="589" y="295"/>
                  </a:cubicBezTo>
                  <a:cubicBezTo>
                    <a:pt x="589" y="124"/>
                    <a:pt x="442" y="1"/>
                    <a:pt x="295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740;p63">
              <a:extLst>
                <a:ext uri="{FF2B5EF4-FFF2-40B4-BE49-F238E27FC236}">
                  <a16:creationId xmlns:a16="http://schemas.microsoft.com/office/drawing/2014/main" id="{36DA556C-CDC8-B7E9-8ED5-C43AE52BB70A}"/>
                </a:ext>
              </a:extLst>
            </p:cNvPr>
            <p:cNvSpPr/>
            <p:nvPr/>
          </p:nvSpPr>
          <p:spPr>
            <a:xfrm>
              <a:off x="4278169" y="3578988"/>
              <a:ext cx="11474" cy="11454"/>
            </a:xfrm>
            <a:custGeom>
              <a:avLst/>
              <a:gdLst/>
              <a:ahLst/>
              <a:cxnLst/>
              <a:rect l="l" t="t" r="r" b="b"/>
              <a:pathLst>
                <a:path w="589" h="588" extrusionOk="0">
                  <a:moveTo>
                    <a:pt x="295" y="0"/>
                  </a:moveTo>
                  <a:cubicBezTo>
                    <a:pt x="148" y="0"/>
                    <a:pt x="1" y="147"/>
                    <a:pt x="1" y="294"/>
                  </a:cubicBezTo>
                  <a:cubicBezTo>
                    <a:pt x="1" y="441"/>
                    <a:pt x="148" y="588"/>
                    <a:pt x="295" y="588"/>
                  </a:cubicBezTo>
                  <a:cubicBezTo>
                    <a:pt x="442" y="588"/>
                    <a:pt x="589" y="441"/>
                    <a:pt x="589" y="294"/>
                  </a:cubicBezTo>
                  <a:cubicBezTo>
                    <a:pt x="589" y="147"/>
                    <a:pt x="442" y="0"/>
                    <a:pt x="295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741;p63">
              <a:extLst>
                <a:ext uri="{FF2B5EF4-FFF2-40B4-BE49-F238E27FC236}">
                  <a16:creationId xmlns:a16="http://schemas.microsoft.com/office/drawing/2014/main" id="{C8E2E994-4DBA-B917-8CAC-C2089B8286B0}"/>
                </a:ext>
              </a:extLst>
            </p:cNvPr>
            <p:cNvSpPr/>
            <p:nvPr/>
          </p:nvSpPr>
          <p:spPr>
            <a:xfrm>
              <a:off x="4111577" y="3596734"/>
              <a:ext cx="344095" cy="263370"/>
            </a:xfrm>
            <a:custGeom>
              <a:avLst/>
              <a:gdLst/>
              <a:ahLst/>
              <a:cxnLst/>
              <a:rect l="l" t="t" r="r" b="b"/>
              <a:pathLst>
                <a:path w="17664" h="13520" extrusionOk="0">
                  <a:moveTo>
                    <a:pt x="10140" y="11168"/>
                  </a:moveTo>
                  <a:lnTo>
                    <a:pt x="10140" y="11386"/>
                  </a:lnTo>
                  <a:cubicBezTo>
                    <a:pt x="10140" y="11509"/>
                    <a:pt x="10046" y="11609"/>
                    <a:pt x="9922" y="11609"/>
                  </a:cubicBezTo>
                  <a:lnTo>
                    <a:pt x="7765" y="11609"/>
                  </a:lnTo>
                  <a:cubicBezTo>
                    <a:pt x="7642" y="11609"/>
                    <a:pt x="7548" y="11509"/>
                    <a:pt x="7548" y="11386"/>
                  </a:cubicBezTo>
                  <a:lnTo>
                    <a:pt x="7548" y="11168"/>
                  </a:lnTo>
                  <a:close/>
                  <a:moveTo>
                    <a:pt x="16952" y="11168"/>
                  </a:moveTo>
                  <a:cubicBezTo>
                    <a:pt x="17023" y="11168"/>
                    <a:pt x="17099" y="11239"/>
                    <a:pt x="17099" y="11315"/>
                  </a:cubicBezTo>
                  <a:cubicBezTo>
                    <a:pt x="17099" y="12220"/>
                    <a:pt x="16365" y="12955"/>
                    <a:pt x="15459" y="12955"/>
                  </a:cubicBezTo>
                  <a:lnTo>
                    <a:pt x="2234" y="12955"/>
                  </a:lnTo>
                  <a:cubicBezTo>
                    <a:pt x="1323" y="12955"/>
                    <a:pt x="589" y="12220"/>
                    <a:pt x="589" y="11315"/>
                  </a:cubicBezTo>
                  <a:cubicBezTo>
                    <a:pt x="589" y="11239"/>
                    <a:pt x="665" y="11168"/>
                    <a:pt x="735" y="11168"/>
                  </a:cubicBezTo>
                  <a:lnTo>
                    <a:pt x="6984" y="11168"/>
                  </a:lnTo>
                  <a:lnTo>
                    <a:pt x="6984" y="11386"/>
                  </a:lnTo>
                  <a:cubicBezTo>
                    <a:pt x="6984" y="11826"/>
                    <a:pt x="7324" y="12197"/>
                    <a:pt x="7765" y="12197"/>
                  </a:cubicBezTo>
                  <a:lnTo>
                    <a:pt x="9922" y="12197"/>
                  </a:lnTo>
                  <a:cubicBezTo>
                    <a:pt x="10363" y="12197"/>
                    <a:pt x="10704" y="11826"/>
                    <a:pt x="10704" y="11386"/>
                  </a:cubicBezTo>
                  <a:lnTo>
                    <a:pt x="10704" y="11168"/>
                  </a:lnTo>
                  <a:close/>
                  <a:moveTo>
                    <a:pt x="2058" y="0"/>
                  </a:moveTo>
                  <a:cubicBezTo>
                    <a:pt x="1470" y="0"/>
                    <a:pt x="1006" y="465"/>
                    <a:pt x="1006" y="1052"/>
                  </a:cubicBezTo>
                  <a:lnTo>
                    <a:pt x="1006" y="10110"/>
                  </a:lnTo>
                  <a:cubicBezTo>
                    <a:pt x="1006" y="10286"/>
                    <a:pt x="1029" y="10457"/>
                    <a:pt x="1106" y="10604"/>
                  </a:cubicBezTo>
                  <a:lnTo>
                    <a:pt x="735" y="10604"/>
                  </a:lnTo>
                  <a:cubicBezTo>
                    <a:pt x="348" y="10604"/>
                    <a:pt x="1" y="10921"/>
                    <a:pt x="1" y="11315"/>
                  </a:cubicBezTo>
                  <a:cubicBezTo>
                    <a:pt x="1" y="12538"/>
                    <a:pt x="1006" y="13519"/>
                    <a:pt x="2234" y="13519"/>
                  </a:cubicBezTo>
                  <a:lnTo>
                    <a:pt x="15459" y="13519"/>
                  </a:lnTo>
                  <a:cubicBezTo>
                    <a:pt x="16682" y="13519"/>
                    <a:pt x="17664" y="12538"/>
                    <a:pt x="17664" y="11315"/>
                  </a:cubicBezTo>
                  <a:cubicBezTo>
                    <a:pt x="17664" y="10921"/>
                    <a:pt x="17340" y="10604"/>
                    <a:pt x="16952" y="10604"/>
                  </a:cubicBezTo>
                  <a:lnTo>
                    <a:pt x="16582" y="10604"/>
                  </a:lnTo>
                  <a:cubicBezTo>
                    <a:pt x="16658" y="10457"/>
                    <a:pt x="16682" y="10286"/>
                    <a:pt x="16682" y="10110"/>
                  </a:cubicBezTo>
                  <a:lnTo>
                    <a:pt x="16682" y="1052"/>
                  </a:lnTo>
                  <a:cubicBezTo>
                    <a:pt x="16682" y="465"/>
                    <a:pt x="16218" y="0"/>
                    <a:pt x="15630" y="0"/>
                  </a:cubicBezTo>
                  <a:lnTo>
                    <a:pt x="12885" y="0"/>
                  </a:lnTo>
                  <a:cubicBezTo>
                    <a:pt x="12738" y="0"/>
                    <a:pt x="12615" y="118"/>
                    <a:pt x="12615" y="294"/>
                  </a:cubicBezTo>
                  <a:cubicBezTo>
                    <a:pt x="12615" y="441"/>
                    <a:pt x="12738" y="559"/>
                    <a:pt x="12885" y="559"/>
                  </a:cubicBezTo>
                  <a:lnTo>
                    <a:pt x="15630" y="559"/>
                  </a:lnTo>
                  <a:cubicBezTo>
                    <a:pt x="15900" y="559"/>
                    <a:pt x="16118" y="782"/>
                    <a:pt x="16118" y="1052"/>
                  </a:cubicBezTo>
                  <a:lnTo>
                    <a:pt x="16118" y="10110"/>
                  </a:lnTo>
                  <a:cubicBezTo>
                    <a:pt x="16118" y="10380"/>
                    <a:pt x="15900" y="10604"/>
                    <a:pt x="15630" y="10604"/>
                  </a:cubicBezTo>
                  <a:lnTo>
                    <a:pt x="2058" y="10604"/>
                  </a:lnTo>
                  <a:cubicBezTo>
                    <a:pt x="1793" y="10604"/>
                    <a:pt x="1570" y="10380"/>
                    <a:pt x="1570" y="10110"/>
                  </a:cubicBezTo>
                  <a:lnTo>
                    <a:pt x="1570" y="1052"/>
                  </a:lnTo>
                  <a:cubicBezTo>
                    <a:pt x="1570" y="782"/>
                    <a:pt x="1793" y="559"/>
                    <a:pt x="2058" y="559"/>
                  </a:cubicBezTo>
                  <a:lnTo>
                    <a:pt x="11562" y="559"/>
                  </a:lnTo>
                  <a:cubicBezTo>
                    <a:pt x="11709" y="559"/>
                    <a:pt x="11856" y="441"/>
                    <a:pt x="11856" y="294"/>
                  </a:cubicBezTo>
                  <a:cubicBezTo>
                    <a:pt x="11856" y="118"/>
                    <a:pt x="11709" y="0"/>
                    <a:pt x="11562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3742;p63">
              <a:extLst>
                <a:ext uri="{FF2B5EF4-FFF2-40B4-BE49-F238E27FC236}">
                  <a16:creationId xmlns:a16="http://schemas.microsoft.com/office/drawing/2014/main" id="{04BA45DB-1BAA-9031-418E-51E392569A8F}"/>
                </a:ext>
              </a:extLst>
            </p:cNvPr>
            <p:cNvSpPr/>
            <p:nvPr/>
          </p:nvSpPr>
          <p:spPr>
            <a:xfrm>
              <a:off x="4187042" y="3634408"/>
              <a:ext cx="11454" cy="11006"/>
            </a:xfrm>
            <a:custGeom>
              <a:avLst/>
              <a:gdLst/>
              <a:ahLst/>
              <a:cxnLst/>
              <a:rect l="l" t="t" r="r" b="b"/>
              <a:pathLst>
                <a:path w="588" h="565" extrusionOk="0">
                  <a:moveTo>
                    <a:pt x="294" y="0"/>
                  </a:moveTo>
                  <a:cubicBezTo>
                    <a:pt x="124" y="0"/>
                    <a:pt x="0" y="123"/>
                    <a:pt x="0" y="270"/>
                  </a:cubicBezTo>
                  <a:cubicBezTo>
                    <a:pt x="0" y="441"/>
                    <a:pt x="124" y="564"/>
                    <a:pt x="294" y="564"/>
                  </a:cubicBezTo>
                  <a:cubicBezTo>
                    <a:pt x="441" y="564"/>
                    <a:pt x="588" y="441"/>
                    <a:pt x="588" y="270"/>
                  </a:cubicBezTo>
                  <a:cubicBezTo>
                    <a:pt x="588" y="123"/>
                    <a:pt x="441" y="0"/>
                    <a:pt x="294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3743;p63">
              <a:extLst>
                <a:ext uri="{FF2B5EF4-FFF2-40B4-BE49-F238E27FC236}">
                  <a16:creationId xmlns:a16="http://schemas.microsoft.com/office/drawing/2014/main" id="{D87355C0-E765-C02A-D923-5B1CBA887FF8}"/>
                </a:ext>
              </a:extLst>
            </p:cNvPr>
            <p:cNvSpPr/>
            <p:nvPr/>
          </p:nvSpPr>
          <p:spPr>
            <a:xfrm>
              <a:off x="4208898" y="3634408"/>
              <a:ext cx="11474" cy="11006"/>
            </a:xfrm>
            <a:custGeom>
              <a:avLst/>
              <a:gdLst/>
              <a:ahLst/>
              <a:cxnLst/>
              <a:rect l="l" t="t" r="r" b="b"/>
              <a:pathLst>
                <a:path w="589" h="565" extrusionOk="0">
                  <a:moveTo>
                    <a:pt x="295" y="0"/>
                  </a:moveTo>
                  <a:cubicBezTo>
                    <a:pt x="148" y="0"/>
                    <a:pt x="1" y="123"/>
                    <a:pt x="1" y="270"/>
                  </a:cubicBezTo>
                  <a:cubicBezTo>
                    <a:pt x="1" y="441"/>
                    <a:pt x="148" y="564"/>
                    <a:pt x="295" y="564"/>
                  </a:cubicBezTo>
                  <a:cubicBezTo>
                    <a:pt x="471" y="564"/>
                    <a:pt x="589" y="441"/>
                    <a:pt x="589" y="270"/>
                  </a:cubicBezTo>
                  <a:cubicBezTo>
                    <a:pt x="589" y="123"/>
                    <a:pt x="471" y="0"/>
                    <a:pt x="295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3744;p63">
              <a:extLst>
                <a:ext uri="{FF2B5EF4-FFF2-40B4-BE49-F238E27FC236}">
                  <a16:creationId xmlns:a16="http://schemas.microsoft.com/office/drawing/2014/main" id="{07805430-CDB7-BB38-5661-F5FEA5A658C3}"/>
                </a:ext>
              </a:extLst>
            </p:cNvPr>
            <p:cNvSpPr/>
            <p:nvPr/>
          </p:nvSpPr>
          <p:spPr>
            <a:xfrm>
              <a:off x="4231339" y="3634408"/>
              <a:ext cx="11026" cy="11006"/>
            </a:xfrm>
            <a:custGeom>
              <a:avLst/>
              <a:gdLst/>
              <a:ahLst/>
              <a:cxnLst/>
              <a:rect l="l" t="t" r="r" b="b"/>
              <a:pathLst>
                <a:path w="566" h="565" extrusionOk="0">
                  <a:moveTo>
                    <a:pt x="271" y="0"/>
                  </a:moveTo>
                  <a:cubicBezTo>
                    <a:pt x="124" y="0"/>
                    <a:pt x="1" y="123"/>
                    <a:pt x="1" y="270"/>
                  </a:cubicBezTo>
                  <a:cubicBezTo>
                    <a:pt x="1" y="441"/>
                    <a:pt x="124" y="564"/>
                    <a:pt x="271" y="564"/>
                  </a:cubicBezTo>
                  <a:cubicBezTo>
                    <a:pt x="442" y="564"/>
                    <a:pt x="565" y="441"/>
                    <a:pt x="565" y="270"/>
                  </a:cubicBezTo>
                  <a:cubicBezTo>
                    <a:pt x="565" y="123"/>
                    <a:pt x="442" y="0"/>
                    <a:pt x="271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3745;p63">
              <a:extLst>
                <a:ext uri="{FF2B5EF4-FFF2-40B4-BE49-F238E27FC236}">
                  <a16:creationId xmlns:a16="http://schemas.microsoft.com/office/drawing/2014/main" id="{A7774CE3-35A6-5E05-F13A-0E2126C79849}"/>
                </a:ext>
              </a:extLst>
            </p:cNvPr>
            <p:cNvSpPr/>
            <p:nvPr/>
          </p:nvSpPr>
          <p:spPr>
            <a:xfrm>
              <a:off x="4152680" y="3614812"/>
              <a:ext cx="262337" cy="181281"/>
            </a:xfrm>
            <a:custGeom>
              <a:avLst/>
              <a:gdLst/>
              <a:ahLst/>
              <a:cxnLst/>
              <a:rect l="l" t="t" r="r" b="b"/>
              <a:pathLst>
                <a:path w="13467" h="9306" extrusionOk="0">
                  <a:moveTo>
                    <a:pt x="12909" y="589"/>
                  </a:moveTo>
                  <a:lnTo>
                    <a:pt x="12909" y="1982"/>
                  </a:lnTo>
                  <a:lnTo>
                    <a:pt x="565" y="1982"/>
                  </a:lnTo>
                  <a:lnTo>
                    <a:pt x="565" y="589"/>
                  </a:lnTo>
                  <a:close/>
                  <a:moveTo>
                    <a:pt x="12909" y="2570"/>
                  </a:moveTo>
                  <a:lnTo>
                    <a:pt x="12909" y="8718"/>
                  </a:lnTo>
                  <a:lnTo>
                    <a:pt x="4750" y="8718"/>
                  </a:lnTo>
                  <a:lnTo>
                    <a:pt x="4750" y="2570"/>
                  </a:lnTo>
                  <a:close/>
                  <a:moveTo>
                    <a:pt x="565" y="1"/>
                  </a:moveTo>
                  <a:cubicBezTo>
                    <a:pt x="242" y="1"/>
                    <a:pt x="1" y="271"/>
                    <a:pt x="1" y="589"/>
                  </a:cubicBezTo>
                  <a:lnTo>
                    <a:pt x="1" y="5068"/>
                  </a:lnTo>
                  <a:cubicBezTo>
                    <a:pt x="1" y="5244"/>
                    <a:pt x="124" y="5362"/>
                    <a:pt x="271" y="5362"/>
                  </a:cubicBezTo>
                  <a:cubicBezTo>
                    <a:pt x="442" y="5362"/>
                    <a:pt x="565" y="5244"/>
                    <a:pt x="565" y="5068"/>
                  </a:cubicBezTo>
                  <a:lnTo>
                    <a:pt x="565" y="2570"/>
                  </a:lnTo>
                  <a:lnTo>
                    <a:pt x="4186" y="2570"/>
                  </a:lnTo>
                  <a:lnTo>
                    <a:pt x="4186" y="8718"/>
                  </a:lnTo>
                  <a:lnTo>
                    <a:pt x="565" y="8718"/>
                  </a:lnTo>
                  <a:lnTo>
                    <a:pt x="565" y="6390"/>
                  </a:lnTo>
                  <a:cubicBezTo>
                    <a:pt x="565" y="6243"/>
                    <a:pt x="442" y="6096"/>
                    <a:pt x="271" y="6096"/>
                  </a:cubicBezTo>
                  <a:cubicBezTo>
                    <a:pt x="124" y="6096"/>
                    <a:pt x="1" y="6243"/>
                    <a:pt x="1" y="6390"/>
                  </a:cubicBezTo>
                  <a:lnTo>
                    <a:pt x="1" y="8718"/>
                  </a:lnTo>
                  <a:cubicBezTo>
                    <a:pt x="1" y="9035"/>
                    <a:pt x="242" y="9306"/>
                    <a:pt x="565" y="9306"/>
                  </a:cubicBezTo>
                  <a:lnTo>
                    <a:pt x="12909" y="9306"/>
                  </a:lnTo>
                  <a:cubicBezTo>
                    <a:pt x="13226" y="9306"/>
                    <a:pt x="13467" y="9035"/>
                    <a:pt x="13467" y="8718"/>
                  </a:cubicBezTo>
                  <a:lnTo>
                    <a:pt x="13467" y="589"/>
                  </a:lnTo>
                  <a:cubicBezTo>
                    <a:pt x="13467" y="271"/>
                    <a:pt x="13226" y="1"/>
                    <a:pt x="12909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3746;p63">
              <a:extLst>
                <a:ext uri="{FF2B5EF4-FFF2-40B4-BE49-F238E27FC236}">
                  <a16:creationId xmlns:a16="http://schemas.microsoft.com/office/drawing/2014/main" id="{1FCC80C6-A436-1951-D352-08130CA5D59C}"/>
                </a:ext>
              </a:extLst>
            </p:cNvPr>
            <p:cNvSpPr/>
            <p:nvPr/>
          </p:nvSpPr>
          <p:spPr>
            <a:xfrm>
              <a:off x="4175588" y="3679738"/>
              <a:ext cx="46733" cy="10909"/>
            </a:xfrm>
            <a:custGeom>
              <a:avLst/>
              <a:gdLst/>
              <a:ahLst/>
              <a:cxnLst/>
              <a:rect l="l" t="t" r="r" b="b"/>
              <a:pathLst>
                <a:path w="2399" h="560" extrusionOk="0">
                  <a:moveTo>
                    <a:pt x="294" y="1"/>
                  </a:moveTo>
                  <a:cubicBezTo>
                    <a:pt x="124" y="1"/>
                    <a:pt x="0" y="118"/>
                    <a:pt x="0" y="265"/>
                  </a:cubicBezTo>
                  <a:cubicBezTo>
                    <a:pt x="0" y="442"/>
                    <a:pt x="124" y="559"/>
                    <a:pt x="294" y="559"/>
                  </a:cubicBezTo>
                  <a:lnTo>
                    <a:pt x="2105" y="559"/>
                  </a:lnTo>
                  <a:cubicBezTo>
                    <a:pt x="2252" y="559"/>
                    <a:pt x="2399" y="442"/>
                    <a:pt x="2399" y="265"/>
                  </a:cubicBezTo>
                  <a:cubicBezTo>
                    <a:pt x="2399" y="118"/>
                    <a:pt x="2252" y="1"/>
                    <a:pt x="2105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3747;p63">
              <a:extLst>
                <a:ext uri="{FF2B5EF4-FFF2-40B4-BE49-F238E27FC236}">
                  <a16:creationId xmlns:a16="http://schemas.microsoft.com/office/drawing/2014/main" id="{1610057F-FD03-8F82-89D7-99265219CC2E}"/>
                </a:ext>
              </a:extLst>
            </p:cNvPr>
            <p:cNvSpPr/>
            <p:nvPr/>
          </p:nvSpPr>
          <p:spPr>
            <a:xfrm>
              <a:off x="4175588" y="3705958"/>
              <a:ext cx="29103" cy="11474"/>
            </a:xfrm>
            <a:custGeom>
              <a:avLst/>
              <a:gdLst/>
              <a:ahLst/>
              <a:cxnLst/>
              <a:rect l="l" t="t" r="r" b="b"/>
              <a:pathLst>
                <a:path w="1494" h="589" extrusionOk="0">
                  <a:moveTo>
                    <a:pt x="294" y="1"/>
                  </a:moveTo>
                  <a:cubicBezTo>
                    <a:pt x="124" y="1"/>
                    <a:pt x="0" y="124"/>
                    <a:pt x="0" y="295"/>
                  </a:cubicBezTo>
                  <a:cubicBezTo>
                    <a:pt x="0" y="442"/>
                    <a:pt x="124" y="588"/>
                    <a:pt x="294" y="588"/>
                  </a:cubicBezTo>
                  <a:lnTo>
                    <a:pt x="1200" y="588"/>
                  </a:lnTo>
                  <a:cubicBezTo>
                    <a:pt x="1346" y="588"/>
                    <a:pt x="1493" y="442"/>
                    <a:pt x="1493" y="295"/>
                  </a:cubicBezTo>
                  <a:cubicBezTo>
                    <a:pt x="1493" y="124"/>
                    <a:pt x="1346" y="1"/>
                    <a:pt x="1200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3748;p63">
              <a:extLst>
                <a:ext uri="{FF2B5EF4-FFF2-40B4-BE49-F238E27FC236}">
                  <a16:creationId xmlns:a16="http://schemas.microsoft.com/office/drawing/2014/main" id="{5D5FE9C1-DD05-CCCE-BDD1-9EE29A05DF2F}"/>
                </a:ext>
              </a:extLst>
            </p:cNvPr>
            <p:cNvSpPr/>
            <p:nvPr/>
          </p:nvSpPr>
          <p:spPr>
            <a:xfrm>
              <a:off x="4175588" y="3732645"/>
              <a:ext cx="46733" cy="11006"/>
            </a:xfrm>
            <a:custGeom>
              <a:avLst/>
              <a:gdLst/>
              <a:ahLst/>
              <a:cxnLst/>
              <a:rect l="l" t="t" r="r" b="b"/>
              <a:pathLst>
                <a:path w="2399" h="565" extrusionOk="0">
                  <a:moveTo>
                    <a:pt x="294" y="0"/>
                  </a:moveTo>
                  <a:cubicBezTo>
                    <a:pt x="124" y="0"/>
                    <a:pt x="0" y="124"/>
                    <a:pt x="0" y="271"/>
                  </a:cubicBezTo>
                  <a:cubicBezTo>
                    <a:pt x="0" y="441"/>
                    <a:pt x="124" y="564"/>
                    <a:pt x="294" y="564"/>
                  </a:cubicBezTo>
                  <a:lnTo>
                    <a:pt x="2105" y="564"/>
                  </a:lnTo>
                  <a:cubicBezTo>
                    <a:pt x="2252" y="564"/>
                    <a:pt x="2399" y="441"/>
                    <a:pt x="2399" y="271"/>
                  </a:cubicBezTo>
                  <a:cubicBezTo>
                    <a:pt x="2399" y="124"/>
                    <a:pt x="2252" y="0"/>
                    <a:pt x="2105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3749;p63">
              <a:extLst>
                <a:ext uri="{FF2B5EF4-FFF2-40B4-BE49-F238E27FC236}">
                  <a16:creationId xmlns:a16="http://schemas.microsoft.com/office/drawing/2014/main" id="{D55B8D17-D25F-30FB-634B-70295BC44FC6}"/>
                </a:ext>
              </a:extLst>
            </p:cNvPr>
            <p:cNvSpPr/>
            <p:nvPr/>
          </p:nvSpPr>
          <p:spPr>
            <a:xfrm>
              <a:off x="4175588" y="3758865"/>
              <a:ext cx="29103" cy="11006"/>
            </a:xfrm>
            <a:custGeom>
              <a:avLst/>
              <a:gdLst/>
              <a:ahLst/>
              <a:cxnLst/>
              <a:rect l="l" t="t" r="r" b="b"/>
              <a:pathLst>
                <a:path w="1494" h="565" extrusionOk="0">
                  <a:moveTo>
                    <a:pt x="294" y="0"/>
                  </a:moveTo>
                  <a:cubicBezTo>
                    <a:pt x="124" y="0"/>
                    <a:pt x="0" y="124"/>
                    <a:pt x="0" y="294"/>
                  </a:cubicBezTo>
                  <a:cubicBezTo>
                    <a:pt x="0" y="441"/>
                    <a:pt x="124" y="565"/>
                    <a:pt x="294" y="565"/>
                  </a:cubicBezTo>
                  <a:lnTo>
                    <a:pt x="1200" y="565"/>
                  </a:lnTo>
                  <a:cubicBezTo>
                    <a:pt x="1346" y="565"/>
                    <a:pt x="1493" y="441"/>
                    <a:pt x="1493" y="294"/>
                  </a:cubicBezTo>
                  <a:cubicBezTo>
                    <a:pt x="1493" y="124"/>
                    <a:pt x="1346" y="0"/>
                    <a:pt x="1200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3365492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6">
          <a:extLst>
            <a:ext uri="{FF2B5EF4-FFF2-40B4-BE49-F238E27FC236}">
              <a16:creationId xmlns:a16="http://schemas.microsoft.com/office/drawing/2014/main" id="{9F634B7A-AD1B-1CC4-5FE6-C777FE4D9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" name="Google Shape;2447;p53">
            <a:extLst>
              <a:ext uri="{FF2B5EF4-FFF2-40B4-BE49-F238E27FC236}">
                <a16:creationId xmlns:a16="http://schemas.microsoft.com/office/drawing/2014/main" id="{38C085E1-931D-0CD1-F0FB-D61AA75F16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Answer Generation Process</a:t>
            </a:r>
            <a:endParaRPr dirty="0"/>
          </a:p>
        </p:txBody>
      </p:sp>
      <p:sp>
        <p:nvSpPr>
          <p:cNvPr id="3" name="Google Shape;1374;p39">
            <a:extLst>
              <a:ext uri="{FF2B5EF4-FFF2-40B4-BE49-F238E27FC236}">
                <a16:creationId xmlns:a16="http://schemas.microsoft.com/office/drawing/2014/main" id="{E7CFDE1E-47D2-E2FA-CDAE-423BC509A7EB}"/>
              </a:ext>
            </a:extLst>
          </p:cNvPr>
          <p:cNvSpPr/>
          <p:nvPr/>
        </p:nvSpPr>
        <p:spPr>
          <a:xfrm>
            <a:off x="4263600" y="1267270"/>
            <a:ext cx="616800" cy="616800"/>
          </a:xfrm>
          <a:prstGeom prst="ellipse">
            <a:avLst/>
          </a:prstGeom>
          <a:solidFill>
            <a:srgbClr val="AEE2F4">
              <a:alpha val="30820"/>
            </a:srgbClr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4" name="Google Shape;13793;p79">
            <a:extLst>
              <a:ext uri="{FF2B5EF4-FFF2-40B4-BE49-F238E27FC236}">
                <a16:creationId xmlns:a16="http://schemas.microsoft.com/office/drawing/2014/main" id="{959F6EB9-3D03-246C-55DD-65886624949B}"/>
              </a:ext>
            </a:extLst>
          </p:cNvPr>
          <p:cNvGrpSpPr/>
          <p:nvPr/>
        </p:nvGrpSpPr>
        <p:grpSpPr>
          <a:xfrm>
            <a:off x="4386147" y="1367883"/>
            <a:ext cx="394010" cy="380980"/>
            <a:chOff x="3985322" y="3387403"/>
            <a:chExt cx="358682" cy="346386"/>
          </a:xfrm>
        </p:grpSpPr>
        <p:sp>
          <p:nvSpPr>
            <p:cNvPr id="5" name="Google Shape;13794;p79">
              <a:extLst>
                <a:ext uri="{FF2B5EF4-FFF2-40B4-BE49-F238E27FC236}">
                  <a16:creationId xmlns:a16="http://schemas.microsoft.com/office/drawing/2014/main" id="{3E6E8C38-FFAD-5BE2-2CFE-243512270AF2}"/>
                </a:ext>
              </a:extLst>
            </p:cNvPr>
            <p:cNvSpPr/>
            <p:nvPr/>
          </p:nvSpPr>
          <p:spPr>
            <a:xfrm>
              <a:off x="4049319" y="3512906"/>
              <a:ext cx="33270" cy="33244"/>
            </a:xfrm>
            <a:custGeom>
              <a:avLst/>
              <a:gdLst/>
              <a:ahLst/>
              <a:cxnLst/>
              <a:rect l="l" t="t" r="r" b="b"/>
              <a:pathLst>
                <a:path w="1269" h="1268" extrusionOk="0">
                  <a:moveTo>
                    <a:pt x="635" y="0"/>
                  </a:moveTo>
                  <a:cubicBezTo>
                    <a:pt x="283" y="0"/>
                    <a:pt x="1" y="286"/>
                    <a:pt x="1" y="634"/>
                  </a:cubicBezTo>
                  <a:cubicBezTo>
                    <a:pt x="1" y="985"/>
                    <a:pt x="283" y="1268"/>
                    <a:pt x="635" y="1268"/>
                  </a:cubicBezTo>
                  <a:cubicBezTo>
                    <a:pt x="986" y="1268"/>
                    <a:pt x="1268" y="985"/>
                    <a:pt x="1268" y="634"/>
                  </a:cubicBezTo>
                  <a:cubicBezTo>
                    <a:pt x="1268" y="286"/>
                    <a:pt x="986" y="0"/>
                    <a:pt x="635" y="0"/>
                  </a:cubicBezTo>
                  <a:close/>
                </a:path>
              </a:pathLst>
            </a:custGeom>
            <a:solidFill>
              <a:srgbClr val="E0E6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3795;p79">
              <a:extLst>
                <a:ext uri="{FF2B5EF4-FFF2-40B4-BE49-F238E27FC236}">
                  <a16:creationId xmlns:a16="http://schemas.microsoft.com/office/drawing/2014/main" id="{DB14E84B-FD7C-4230-CE20-66837DB023BF}"/>
                </a:ext>
              </a:extLst>
            </p:cNvPr>
            <p:cNvSpPr/>
            <p:nvPr/>
          </p:nvSpPr>
          <p:spPr>
            <a:xfrm>
              <a:off x="4156444" y="3512906"/>
              <a:ext cx="33244" cy="33244"/>
            </a:xfrm>
            <a:custGeom>
              <a:avLst/>
              <a:gdLst/>
              <a:ahLst/>
              <a:cxnLst/>
              <a:rect l="l" t="t" r="r" b="b"/>
              <a:pathLst>
                <a:path w="1268" h="1268" extrusionOk="0">
                  <a:moveTo>
                    <a:pt x="634" y="0"/>
                  </a:moveTo>
                  <a:cubicBezTo>
                    <a:pt x="283" y="0"/>
                    <a:pt x="0" y="286"/>
                    <a:pt x="0" y="634"/>
                  </a:cubicBezTo>
                  <a:cubicBezTo>
                    <a:pt x="0" y="985"/>
                    <a:pt x="283" y="1268"/>
                    <a:pt x="634" y="1268"/>
                  </a:cubicBezTo>
                  <a:cubicBezTo>
                    <a:pt x="985" y="1268"/>
                    <a:pt x="1268" y="985"/>
                    <a:pt x="1268" y="634"/>
                  </a:cubicBezTo>
                  <a:cubicBezTo>
                    <a:pt x="1268" y="286"/>
                    <a:pt x="985" y="0"/>
                    <a:pt x="634" y="0"/>
                  </a:cubicBezTo>
                  <a:close/>
                </a:path>
              </a:pathLst>
            </a:custGeom>
            <a:solidFill>
              <a:srgbClr val="E0E6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3796;p79">
              <a:extLst>
                <a:ext uri="{FF2B5EF4-FFF2-40B4-BE49-F238E27FC236}">
                  <a16:creationId xmlns:a16="http://schemas.microsoft.com/office/drawing/2014/main" id="{3689200B-E6D1-1A84-8960-6A8F89320EE6}"/>
                </a:ext>
              </a:extLst>
            </p:cNvPr>
            <p:cNvSpPr/>
            <p:nvPr/>
          </p:nvSpPr>
          <p:spPr>
            <a:xfrm>
              <a:off x="4199152" y="3392620"/>
              <a:ext cx="143593" cy="149728"/>
            </a:xfrm>
            <a:custGeom>
              <a:avLst/>
              <a:gdLst/>
              <a:ahLst/>
              <a:cxnLst/>
              <a:rect l="l" t="t" r="r" b="b"/>
              <a:pathLst>
                <a:path w="5477" h="5711" extrusionOk="0">
                  <a:moveTo>
                    <a:pt x="2754" y="1"/>
                  </a:moveTo>
                  <a:cubicBezTo>
                    <a:pt x="2719" y="1"/>
                    <a:pt x="2684" y="1"/>
                    <a:pt x="2648" y="3"/>
                  </a:cubicBezTo>
                  <a:cubicBezTo>
                    <a:pt x="1678" y="43"/>
                    <a:pt x="809" y="622"/>
                    <a:pt x="407" y="1506"/>
                  </a:cubicBezTo>
                  <a:cubicBezTo>
                    <a:pt x="1" y="2390"/>
                    <a:pt x="128" y="3425"/>
                    <a:pt x="729" y="4186"/>
                  </a:cubicBezTo>
                  <a:lnTo>
                    <a:pt x="660" y="5711"/>
                  </a:lnTo>
                  <a:lnTo>
                    <a:pt x="2044" y="5066"/>
                  </a:lnTo>
                  <a:cubicBezTo>
                    <a:pt x="2277" y="5132"/>
                    <a:pt x="2514" y="5164"/>
                    <a:pt x="2748" y="5164"/>
                  </a:cubicBezTo>
                  <a:cubicBezTo>
                    <a:pt x="3594" y="5164"/>
                    <a:pt x="4406" y="4748"/>
                    <a:pt x="4894" y="4019"/>
                  </a:cubicBezTo>
                  <a:cubicBezTo>
                    <a:pt x="5437" y="3212"/>
                    <a:pt x="5477" y="2169"/>
                    <a:pt x="5003" y="1321"/>
                  </a:cubicBezTo>
                  <a:cubicBezTo>
                    <a:pt x="4545" y="505"/>
                    <a:pt x="3685" y="1"/>
                    <a:pt x="2754" y="1"/>
                  </a:cubicBezTo>
                  <a:close/>
                </a:path>
              </a:pathLst>
            </a:custGeom>
            <a:solidFill>
              <a:srgbClr val="BFCC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3797;p79">
              <a:extLst>
                <a:ext uri="{FF2B5EF4-FFF2-40B4-BE49-F238E27FC236}">
                  <a16:creationId xmlns:a16="http://schemas.microsoft.com/office/drawing/2014/main" id="{28AAC557-3F26-A46F-ECB1-668D7078C6EB}"/>
                </a:ext>
              </a:extLst>
            </p:cNvPr>
            <p:cNvSpPr/>
            <p:nvPr/>
          </p:nvSpPr>
          <p:spPr>
            <a:xfrm>
              <a:off x="4094230" y="3561802"/>
              <a:ext cx="50547" cy="91080"/>
            </a:xfrm>
            <a:custGeom>
              <a:avLst/>
              <a:gdLst/>
              <a:ahLst/>
              <a:cxnLst/>
              <a:rect l="l" t="t" r="r" b="b"/>
              <a:pathLst>
                <a:path w="1928" h="3474" extrusionOk="0">
                  <a:moveTo>
                    <a:pt x="1" y="0"/>
                  </a:moveTo>
                  <a:lnTo>
                    <a:pt x="1" y="2644"/>
                  </a:lnTo>
                  <a:lnTo>
                    <a:pt x="964" y="3473"/>
                  </a:lnTo>
                  <a:lnTo>
                    <a:pt x="968" y="3473"/>
                  </a:lnTo>
                  <a:lnTo>
                    <a:pt x="1928" y="2644"/>
                  </a:lnTo>
                  <a:lnTo>
                    <a:pt x="1928" y="0"/>
                  </a:lnTo>
                  <a:close/>
                </a:path>
              </a:pathLst>
            </a:custGeom>
            <a:solidFill>
              <a:srgbClr val="E0E6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3798;p79">
              <a:extLst>
                <a:ext uri="{FF2B5EF4-FFF2-40B4-BE49-F238E27FC236}">
                  <a16:creationId xmlns:a16="http://schemas.microsoft.com/office/drawing/2014/main" id="{2F2F1A7E-7BA2-173F-6F32-CF16C8AD6178}"/>
                </a:ext>
              </a:extLst>
            </p:cNvPr>
            <p:cNvSpPr/>
            <p:nvPr/>
          </p:nvSpPr>
          <p:spPr>
            <a:xfrm>
              <a:off x="3990645" y="3618379"/>
              <a:ext cx="257718" cy="110166"/>
            </a:xfrm>
            <a:custGeom>
              <a:avLst/>
              <a:gdLst/>
              <a:ahLst/>
              <a:cxnLst/>
              <a:rect l="l" t="t" r="r" b="b"/>
              <a:pathLst>
                <a:path w="9830" h="4202" extrusionOk="0">
                  <a:moveTo>
                    <a:pt x="3952" y="1"/>
                  </a:moveTo>
                  <a:lnTo>
                    <a:pt x="1761" y="703"/>
                  </a:lnTo>
                  <a:cubicBezTo>
                    <a:pt x="714" y="1037"/>
                    <a:pt x="1" y="2014"/>
                    <a:pt x="1" y="3115"/>
                  </a:cubicBezTo>
                  <a:lnTo>
                    <a:pt x="1" y="4202"/>
                  </a:lnTo>
                  <a:lnTo>
                    <a:pt x="9830" y="4202"/>
                  </a:lnTo>
                  <a:lnTo>
                    <a:pt x="9830" y="3115"/>
                  </a:lnTo>
                  <a:cubicBezTo>
                    <a:pt x="9830" y="2014"/>
                    <a:pt x="9120" y="1037"/>
                    <a:pt x="8070" y="703"/>
                  </a:cubicBezTo>
                  <a:lnTo>
                    <a:pt x="5879" y="1"/>
                  </a:lnTo>
                  <a:lnTo>
                    <a:pt x="4915" y="674"/>
                  </a:lnTo>
                  <a:lnTo>
                    <a:pt x="3952" y="1"/>
                  </a:lnTo>
                  <a:close/>
                </a:path>
              </a:pathLst>
            </a:custGeom>
            <a:solidFill>
              <a:srgbClr val="D6DF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3799;p79">
              <a:extLst>
                <a:ext uri="{FF2B5EF4-FFF2-40B4-BE49-F238E27FC236}">
                  <a16:creationId xmlns:a16="http://schemas.microsoft.com/office/drawing/2014/main" id="{63D0926C-6A73-C990-5F2B-381F12F39E00}"/>
                </a:ext>
              </a:extLst>
            </p:cNvPr>
            <p:cNvSpPr/>
            <p:nvPr/>
          </p:nvSpPr>
          <p:spPr>
            <a:xfrm>
              <a:off x="4065941" y="3443115"/>
              <a:ext cx="107125" cy="147185"/>
            </a:xfrm>
            <a:custGeom>
              <a:avLst/>
              <a:gdLst/>
              <a:ahLst/>
              <a:cxnLst/>
              <a:rect l="l" t="t" r="r" b="b"/>
              <a:pathLst>
                <a:path w="4086" h="5614" extrusionOk="0">
                  <a:moveTo>
                    <a:pt x="1594" y="0"/>
                  </a:moveTo>
                  <a:cubicBezTo>
                    <a:pt x="1533" y="0"/>
                    <a:pt x="1471" y="4"/>
                    <a:pt x="1410" y="11"/>
                  </a:cubicBezTo>
                  <a:cubicBezTo>
                    <a:pt x="606" y="105"/>
                    <a:pt x="1" y="782"/>
                    <a:pt x="1" y="1594"/>
                  </a:cubicBezTo>
                  <a:lnTo>
                    <a:pt x="1" y="3220"/>
                  </a:lnTo>
                  <a:cubicBezTo>
                    <a:pt x="1" y="4067"/>
                    <a:pt x="450" y="4853"/>
                    <a:pt x="1185" y="5288"/>
                  </a:cubicBezTo>
                  <a:lnTo>
                    <a:pt x="1482" y="5462"/>
                  </a:lnTo>
                  <a:cubicBezTo>
                    <a:pt x="1656" y="5563"/>
                    <a:pt x="1850" y="5614"/>
                    <a:pt x="2043" y="5614"/>
                  </a:cubicBezTo>
                  <a:cubicBezTo>
                    <a:pt x="2236" y="5614"/>
                    <a:pt x="2429" y="5563"/>
                    <a:pt x="2601" y="5462"/>
                  </a:cubicBezTo>
                  <a:lnTo>
                    <a:pt x="2905" y="5284"/>
                  </a:lnTo>
                  <a:cubicBezTo>
                    <a:pt x="3637" y="4853"/>
                    <a:pt x="4086" y="4067"/>
                    <a:pt x="4086" y="3216"/>
                  </a:cubicBezTo>
                  <a:lnTo>
                    <a:pt x="4086" y="1594"/>
                  </a:lnTo>
                  <a:cubicBezTo>
                    <a:pt x="4086" y="714"/>
                    <a:pt x="3372" y="0"/>
                    <a:pt x="2492" y="0"/>
                  </a:cubicBezTo>
                  <a:close/>
                </a:path>
              </a:pathLst>
            </a:custGeom>
            <a:solidFill>
              <a:srgbClr val="9EB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800;p79">
              <a:extLst>
                <a:ext uri="{FF2B5EF4-FFF2-40B4-BE49-F238E27FC236}">
                  <a16:creationId xmlns:a16="http://schemas.microsoft.com/office/drawing/2014/main" id="{574390C1-2F58-0B31-1E3A-62A1BB525ED1}"/>
                </a:ext>
              </a:extLst>
            </p:cNvPr>
            <p:cNvSpPr/>
            <p:nvPr/>
          </p:nvSpPr>
          <p:spPr>
            <a:xfrm>
              <a:off x="4065941" y="3443377"/>
              <a:ext cx="36967" cy="48371"/>
            </a:xfrm>
            <a:custGeom>
              <a:avLst/>
              <a:gdLst/>
              <a:ahLst/>
              <a:cxnLst/>
              <a:rect l="l" t="t" r="r" b="b"/>
              <a:pathLst>
                <a:path w="1410" h="1845" extrusionOk="0">
                  <a:moveTo>
                    <a:pt x="1410" y="1"/>
                  </a:moveTo>
                  <a:cubicBezTo>
                    <a:pt x="606" y="95"/>
                    <a:pt x="1" y="776"/>
                    <a:pt x="1" y="1584"/>
                  </a:cubicBezTo>
                  <a:lnTo>
                    <a:pt x="1" y="1844"/>
                  </a:lnTo>
                  <a:cubicBezTo>
                    <a:pt x="1" y="1844"/>
                    <a:pt x="1033" y="1529"/>
                    <a:pt x="1410" y="1"/>
                  </a:cubicBezTo>
                  <a:close/>
                </a:path>
              </a:pathLst>
            </a:custGeom>
            <a:solidFill>
              <a:srgbClr val="E5EB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3801;p79">
              <a:extLst>
                <a:ext uri="{FF2B5EF4-FFF2-40B4-BE49-F238E27FC236}">
                  <a16:creationId xmlns:a16="http://schemas.microsoft.com/office/drawing/2014/main" id="{8A36151C-5FDD-DB5B-E1D8-C195149F76F3}"/>
                </a:ext>
              </a:extLst>
            </p:cNvPr>
            <p:cNvSpPr/>
            <p:nvPr/>
          </p:nvSpPr>
          <p:spPr>
            <a:xfrm>
              <a:off x="4102882" y="3443115"/>
              <a:ext cx="70184" cy="69791"/>
            </a:xfrm>
            <a:custGeom>
              <a:avLst/>
              <a:gdLst/>
              <a:ahLst/>
              <a:cxnLst/>
              <a:rect l="l" t="t" r="r" b="b"/>
              <a:pathLst>
                <a:path w="2677" h="2662" extrusionOk="0">
                  <a:moveTo>
                    <a:pt x="185" y="0"/>
                  </a:moveTo>
                  <a:cubicBezTo>
                    <a:pt x="124" y="0"/>
                    <a:pt x="62" y="4"/>
                    <a:pt x="1" y="11"/>
                  </a:cubicBezTo>
                  <a:cubicBezTo>
                    <a:pt x="1" y="11"/>
                    <a:pt x="279" y="2662"/>
                    <a:pt x="2677" y="2662"/>
                  </a:cubicBezTo>
                  <a:lnTo>
                    <a:pt x="2677" y="1594"/>
                  </a:lnTo>
                  <a:cubicBezTo>
                    <a:pt x="2677" y="714"/>
                    <a:pt x="1963" y="0"/>
                    <a:pt x="1083" y="0"/>
                  </a:cubicBezTo>
                  <a:close/>
                </a:path>
              </a:pathLst>
            </a:custGeom>
            <a:solidFill>
              <a:srgbClr val="E5EB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3802;p79">
              <a:extLst>
                <a:ext uri="{FF2B5EF4-FFF2-40B4-BE49-F238E27FC236}">
                  <a16:creationId xmlns:a16="http://schemas.microsoft.com/office/drawing/2014/main" id="{64F213CF-320D-AF7F-FFE9-612B7DE698C1}"/>
                </a:ext>
              </a:extLst>
            </p:cNvPr>
            <p:cNvSpPr/>
            <p:nvPr/>
          </p:nvSpPr>
          <p:spPr>
            <a:xfrm>
              <a:off x="4101545" y="3636129"/>
              <a:ext cx="36023" cy="92417"/>
            </a:xfrm>
            <a:custGeom>
              <a:avLst/>
              <a:gdLst/>
              <a:ahLst/>
              <a:cxnLst/>
              <a:rect l="l" t="t" r="r" b="b"/>
              <a:pathLst>
                <a:path w="1374" h="3525" extrusionOk="0">
                  <a:moveTo>
                    <a:pt x="1" y="1"/>
                  </a:moveTo>
                  <a:lnTo>
                    <a:pt x="1" y="830"/>
                  </a:lnTo>
                  <a:lnTo>
                    <a:pt x="222" y="1424"/>
                  </a:lnTo>
                  <a:lnTo>
                    <a:pt x="1" y="3525"/>
                  </a:lnTo>
                  <a:lnTo>
                    <a:pt x="1373" y="3525"/>
                  </a:lnTo>
                  <a:lnTo>
                    <a:pt x="1153" y="1424"/>
                  </a:lnTo>
                  <a:lnTo>
                    <a:pt x="1373" y="830"/>
                  </a:lnTo>
                  <a:lnTo>
                    <a:pt x="1373" y="1"/>
                  </a:lnTo>
                  <a:close/>
                </a:path>
              </a:pathLst>
            </a:custGeom>
            <a:solidFill>
              <a:srgbClr val="E6EB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3803;p79">
              <a:extLst>
                <a:ext uri="{FF2B5EF4-FFF2-40B4-BE49-F238E27FC236}">
                  <a16:creationId xmlns:a16="http://schemas.microsoft.com/office/drawing/2014/main" id="{7D7A20A3-6DF9-BD31-BB05-DFB0E728B6A4}"/>
                </a:ext>
              </a:extLst>
            </p:cNvPr>
            <p:cNvSpPr/>
            <p:nvPr/>
          </p:nvSpPr>
          <p:spPr>
            <a:xfrm>
              <a:off x="4094230" y="3618379"/>
              <a:ext cx="25379" cy="47690"/>
            </a:xfrm>
            <a:custGeom>
              <a:avLst/>
              <a:gdLst/>
              <a:ahLst/>
              <a:cxnLst/>
              <a:rect l="l" t="t" r="r" b="b"/>
              <a:pathLst>
                <a:path w="968" h="1819" extrusionOk="0">
                  <a:moveTo>
                    <a:pt x="1" y="1"/>
                  </a:moveTo>
                  <a:lnTo>
                    <a:pt x="1" y="1819"/>
                  </a:lnTo>
                  <a:lnTo>
                    <a:pt x="968" y="67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8BA3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3804;p79">
              <a:extLst>
                <a:ext uri="{FF2B5EF4-FFF2-40B4-BE49-F238E27FC236}">
                  <a16:creationId xmlns:a16="http://schemas.microsoft.com/office/drawing/2014/main" id="{A7ACE21B-54B9-B426-C4F0-BDB1FF691525}"/>
                </a:ext>
              </a:extLst>
            </p:cNvPr>
            <p:cNvSpPr/>
            <p:nvPr/>
          </p:nvSpPr>
          <p:spPr>
            <a:xfrm>
              <a:off x="4119504" y="3618379"/>
              <a:ext cx="25274" cy="47690"/>
            </a:xfrm>
            <a:custGeom>
              <a:avLst/>
              <a:gdLst/>
              <a:ahLst/>
              <a:cxnLst/>
              <a:rect l="l" t="t" r="r" b="b"/>
              <a:pathLst>
                <a:path w="964" h="1819" extrusionOk="0">
                  <a:moveTo>
                    <a:pt x="964" y="1"/>
                  </a:moveTo>
                  <a:lnTo>
                    <a:pt x="0" y="678"/>
                  </a:lnTo>
                  <a:lnTo>
                    <a:pt x="964" y="1819"/>
                  </a:lnTo>
                  <a:lnTo>
                    <a:pt x="964" y="1"/>
                  </a:lnTo>
                  <a:close/>
                </a:path>
              </a:pathLst>
            </a:custGeom>
            <a:solidFill>
              <a:srgbClr val="8BA3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3805;p79">
              <a:extLst>
                <a:ext uri="{FF2B5EF4-FFF2-40B4-BE49-F238E27FC236}">
                  <a16:creationId xmlns:a16="http://schemas.microsoft.com/office/drawing/2014/main" id="{B182E51E-FC78-409C-47F1-8EFE2759775D}"/>
                </a:ext>
              </a:extLst>
            </p:cNvPr>
            <p:cNvSpPr/>
            <p:nvPr/>
          </p:nvSpPr>
          <p:spPr>
            <a:xfrm>
              <a:off x="3990645" y="3618379"/>
              <a:ext cx="103612" cy="110166"/>
            </a:xfrm>
            <a:custGeom>
              <a:avLst/>
              <a:gdLst/>
              <a:ahLst/>
              <a:cxnLst/>
              <a:rect l="l" t="t" r="r" b="b"/>
              <a:pathLst>
                <a:path w="3952" h="4202" extrusionOk="0">
                  <a:moveTo>
                    <a:pt x="3952" y="1"/>
                  </a:moveTo>
                  <a:lnTo>
                    <a:pt x="2500" y="464"/>
                  </a:lnTo>
                  <a:lnTo>
                    <a:pt x="1761" y="703"/>
                  </a:lnTo>
                  <a:cubicBezTo>
                    <a:pt x="714" y="1037"/>
                    <a:pt x="1" y="2014"/>
                    <a:pt x="1" y="3115"/>
                  </a:cubicBezTo>
                  <a:lnTo>
                    <a:pt x="1" y="4202"/>
                  </a:lnTo>
                  <a:lnTo>
                    <a:pt x="3952" y="4202"/>
                  </a:lnTo>
                  <a:lnTo>
                    <a:pt x="3952" y="1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3806;p79">
              <a:extLst>
                <a:ext uri="{FF2B5EF4-FFF2-40B4-BE49-F238E27FC236}">
                  <a16:creationId xmlns:a16="http://schemas.microsoft.com/office/drawing/2014/main" id="{6E4FADBC-E04E-F9F8-BACE-D725B7091F35}"/>
                </a:ext>
              </a:extLst>
            </p:cNvPr>
            <p:cNvSpPr/>
            <p:nvPr/>
          </p:nvSpPr>
          <p:spPr>
            <a:xfrm>
              <a:off x="3990645" y="3630544"/>
              <a:ext cx="65544" cy="98001"/>
            </a:xfrm>
            <a:custGeom>
              <a:avLst/>
              <a:gdLst/>
              <a:ahLst/>
              <a:cxnLst/>
              <a:rect l="l" t="t" r="r" b="b"/>
              <a:pathLst>
                <a:path w="2500" h="3738" extrusionOk="0">
                  <a:moveTo>
                    <a:pt x="2500" y="0"/>
                  </a:moveTo>
                  <a:lnTo>
                    <a:pt x="1761" y="239"/>
                  </a:lnTo>
                  <a:cubicBezTo>
                    <a:pt x="714" y="576"/>
                    <a:pt x="1" y="1550"/>
                    <a:pt x="1" y="2651"/>
                  </a:cubicBezTo>
                  <a:lnTo>
                    <a:pt x="1" y="3738"/>
                  </a:lnTo>
                  <a:lnTo>
                    <a:pt x="580" y="3738"/>
                  </a:lnTo>
                  <a:lnTo>
                    <a:pt x="580" y="2651"/>
                  </a:lnTo>
                  <a:cubicBezTo>
                    <a:pt x="580" y="1550"/>
                    <a:pt x="1127" y="576"/>
                    <a:pt x="1931" y="239"/>
                  </a:cubicBezTo>
                  <a:lnTo>
                    <a:pt x="2500" y="0"/>
                  </a:lnTo>
                  <a:close/>
                </a:path>
              </a:pathLst>
            </a:custGeom>
            <a:solidFill>
              <a:srgbClr val="D6DF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3807;p79">
              <a:extLst>
                <a:ext uri="{FF2B5EF4-FFF2-40B4-BE49-F238E27FC236}">
                  <a16:creationId xmlns:a16="http://schemas.microsoft.com/office/drawing/2014/main" id="{AFFC2D32-14F7-93F7-26AE-1AF457625469}"/>
                </a:ext>
              </a:extLst>
            </p:cNvPr>
            <p:cNvSpPr/>
            <p:nvPr/>
          </p:nvSpPr>
          <p:spPr>
            <a:xfrm>
              <a:off x="4144751" y="3618379"/>
              <a:ext cx="103612" cy="110166"/>
            </a:xfrm>
            <a:custGeom>
              <a:avLst/>
              <a:gdLst/>
              <a:ahLst/>
              <a:cxnLst/>
              <a:rect l="l" t="t" r="r" b="b"/>
              <a:pathLst>
                <a:path w="3952" h="4202" extrusionOk="0">
                  <a:moveTo>
                    <a:pt x="1" y="1"/>
                  </a:moveTo>
                  <a:lnTo>
                    <a:pt x="1" y="4202"/>
                  </a:lnTo>
                  <a:lnTo>
                    <a:pt x="3952" y="4202"/>
                  </a:lnTo>
                  <a:lnTo>
                    <a:pt x="3952" y="3115"/>
                  </a:lnTo>
                  <a:cubicBezTo>
                    <a:pt x="3952" y="2014"/>
                    <a:pt x="3239" y="1040"/>
                    <a:pt x="2192" y="703"/>
                  </a:cubicBezTo>
                  <a:lnTo>
                    <a:pt x="1453" y="46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3808;p79">
              <a:extLst>
                <a:ext uri="{FF2B5EF4-FFF2-40B4-BE49-F238E27FC236}">
                  <a16:creationId xmlns:a16="http://schemas.microsoft.com/office/drawing/2014/main" id="{76D756CC-F0F8-BB1D-09D6-8C14340327A7}"/>
                </a:ext>
              </a:extLst>
            </p:cNvPr>
            <p:cNvSpPr/>
            <p:nvPr/>
          </p:nvSpPr>
          <p:spPr>
            <a:xfrm>
              <a:off x="4182845" y="3630544"/>
              <a:ext cx="65518" cy="98001"/>
            </a:xfrm>
            <a:custGeom>
              <a:avLst/>
              <a:gdLst/>
              <a:ahLst/>
              <a:cxnLst/>
              <a:rect l="l" t="t" r="r" b="b"/>
              <a:pathLst>
                <a:path w="2499" h="3738" extrusionOk="0">
                  <a:moveTo>
                    <a:pt x="0" y="0"/>
                  </a:moveTo>
                  <a:lnTo>
                    <a:pt x="569" y="239"/>
                  </a:lnTo>
                  <a:cubicBezTo>
                    <a:pt x="1373" y="573"/>
                    <a:pt x="1920" y="1550"/>
                    <a:pt x="1920" y="2651"/>
                  </a:cubicBezTo>
                  <a:lnTo>
                    <a:pt x="1920" y="3738"/>
                  </a:lnTo>
                  <a:lnTo>
                    <a:pt x="2499" y="3738"/>
                  </a:lnTo>
                  <a:lnTo>
                    <a:pt x="2499" y="2651"/>
                  </a:lnTo>
                  <a:cubicBezTo>
                    <a:pt x="2499" y="1550"/>
                    <a:pt x="1789" y="573"/>
                    <a:pt x="739" y="23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6DF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3809;p79">
              <a:extLst>
                <a:ext uri="{FF2B5EF4-FFF2-40B4-BE49-F238E27FC236}">
                  <a16:creationId xmlns:a16="http://schemas.microsoft.com/office/drawing/2014/main" id="{AB0F8798-0B4E-763A-319B-56AF6F9429D7}"/>
                </a:ext>
              </a:extLst>
            </p:cNvPr>
            <p:cNvSpPr/>
            <p:nvPr/>
          </p:nvSpPr>
          <p:spPr>
            <a:xfrm>
              <a:off x="4184838" y="3387403"/>
              <a:ext cx="159166" cy="160110"/>
            </a:xfrm>
            <a:custGeom>
              <a:avLst/>
              <a:gdLst/>
              <a:ahLst/>
              <a:cxnLst/>
              <a:rect l="l" t="t" r="r" b="b"/>
              <a:pathLst>
                <a:path w="6071" h="6107" extrusionOk="0">
                  <a:moveTo>
                    <a:pt x="3295" y="0"/>
                  </a:moveTo>
                  <a:cubicBezTo>
                    <a:pt x="2920" y="0"/>
                    <a:pt x="2536" y="77"/>
                    <a:pt x="2166" y="242"/>
                  </a:cubicBezTo>
                  <a:cubicBezTo>
                    <a:pt x="536" y="970"/>
                    <a:pt x="0" y="3020"/>
                    <a:pt x="1072" y="4450"/>
                  </a:cubicBezTo>
                  <a:lnTo>
                    <a:pt x="1007" y="5899"/>
                  </a:lnTo>
                  <a:cubicBezTo>
                    <a:pt x="1001" y="6017"/>
                    <a:pt x="1098" y="6107"/>
                    <a:pt x="1205" y="6107"/>
                  </a:cubicBezTo>
                  <a:cubicBezTo>
                    <a:pt x="1233" y="6107"/>
                    <a:pt x="1262" y="6101"/>
                    <a:pt x="1289" y="6087"/>
                  </a:cubicBezTo>
                  <a:lnTo>
                    <a:pt x="2604" y="5472"/>
                  </a:lnTo>
                  <a:cubicBezTo>
                    <a:pt x="2838" y="5531"/>
                    <a:pt x="3071" y="5560"/>
                    <a:pt x="3300" y="5560"/>
                  </a:cubicBezTo>
                  <a:cubicBezTo>
                    <a:pt x="4676" y="5560"/>
                    <a:pt x="5895" y="4530"/>
                    <a:pt x="6059" y="3092"/>
                  </a:cubicBezTo>
                  <a:cubicBezTo>
                    <a:pt x="6070" y="2983"/>
                    <a:pt x="5990" y="2889"/>
                    <a:pt x="5882" y="2875"/>
                  </a:cubicBezTo>
                  <a:cubicBezTo>
                    <a:pt x="5875" y="2874"/>
                    <a:pt x="5868" y="2874"/>
                    <a:pt x="5861" y="2874"/>
                  </a:cubicBezTo>
                  <a:cubicBezTo>
                    <a:pt x="5761" y="2874"/>
                    <a:pt x="5674" y="2947"/>
                    <a:pt x="5661" y="3052"/>
                  </a:cubicBezTo>
                  <a:cubicBezTo>
                    <a:pt x="5520" y="4286"/>
                    <a:pt x="4471" y="5165"/>
                    <a:pt x="3297" y="5165"/>
                  </a:cubicBezTo>
                  <a:cubicBezTo>
                    <a:pt x="3082" y="5165"/>
                    <a:pt x="2863" y="5135"/>
                    <a:pt x="2644" y="5073"/>
                  </a:cubicBezTo>
                  <a:cubicBezTo>
                    <a:pt x="2625" y="5067"/>
                    <a:pt x="2606" y="5064"/>
                    <a:pt x="2586" y="5064"/>
                  </a:cubicBezTo>
                  <a:cubicBezTo>
                    <a:pt x="2557" y="5064"/>
                    <a:pt x="2529" y="5071"/>
                    <a:pt x="2503" y="5084"/>
                  </a:cubicBezTo>
                  <a:lnTo>
                    <a:pt x="1423" y="5587"/>
                  </a:lnTo>
                  <a:lnTo>
                    <a:pt x="1478" y="4396"/>
                  </a:lnTo>
                  <a:cubicBezTo>
                    <a:pt x="1478" y="4345"/>
                    <a:pt x="1463" y="4298"/>
                    <a:pt x="1431" y="4262"/>
                  </a:cubicBezTo>
                  <a:cubicBezTo>
                    <a:pt x="475" y="3052"/>
                    <a:pt x="902" y="1270"/>
                    <a:pt x="2300" y="626"/>
                  </a:cubicBezTo>
                  <a:cubicBezTo>
                    <a:pt x="2626" y="474"/>
                    <a:pt x="2966" y="404"/>
                    <a:pt x="3298" y="404"/>
                  </a:cubicBezTo>
                  <a:cubicBezTo>
                    <a:pt x="4388" y="404"/>
                    <a:pt x="5401" y="1163"/>
                    <a:pt x="5628" y="2321"/>
                  </a:cubicBezTo>
                  <a:cubicBezTo>
                    <a:pt x="5653" y="2431"/>
                    <a:pt x="5737" y="2480"/>
                    <a:pt x="5822" y="2480"/>
                  </a:cubicBezTo>
                  <a:cubicBezTo>
                    <a:pt x="5936" y="2480"/>
                    <a:pt x="6050" y="2392"/>
                    <a:pt x="6023" y="2245"/>
                  </a:cubicBezTo>
                  <a:cubicBezTo>
                    <a:pt x="5757" y="890"/>
                    <a:pt x="4572" y="0"/>
                    <a:pt x="329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3810;p79">
              <a:extLst>
                <a:ext uri="{FF2B5EF4-FFF2-40B4-BE49-F238E27FC236}">
                  <a16:creationId xmlns:a16="http://schemas.microsoft.com/office/drawing/2014/main" id="{9E1FCAF5-9573-C906-D0F3-E5DAB8F2CD9B}"/>
                </a:ext>
              </a:extLst>
            </p:cNvPr>
            <p:cNvSpPr/>
            <p:nvPr/>
          </p:nvSpPr>
          <p:spPr>
            <a:xfrm>
              <a:off x="4108020" y="3511491"/>
              <a:ext cx="23753" cy="36180"/>
            </a:xfrm>
            <a:custGeom>
              <a:avLst/>
              <a:gdLst/>
              <a:ahLst/>
              <a:cxnLst/>
              <a:rect l="l" t="t" r="r" b="b"/>
              <a:pathLst>
                <a:path w="906" h="1380" extrusionOk="0">
                  <a:moveTo>
                    <a:pt x="203" y="1"/>
                  </a:moveTo>
                  <a:cubicBezTo>
                    <a:pt x="103" y="1"/>
                    <a:pt x="4" y="67"/>
                    <a:pt x="4" y="199"/>
                  </a:cubicBezTo>
                  <a:lnTo>
                    <a:pt x="4" y="1180"/>
                  </a:lnTo>
                  <a:cubicBezTo>
                    <a:pt x="0" y="1293"/>
                    <a:pt x="91" y="1380"/>
                    <a:pt x="203" y="1380"/>
                  </a:cubicBezTo>
                  <a:lnTo>
                    <a:pt x="638" y="1380"/>
                  </a:lnTo>
                  <a:cubicBezTo>
                    <a:pt x="906" y="1380"/>
                    <a:pt x="906" y="981"/>
                    <a:pt x="638" y="981"/>
                  </a:cubicBezTo>
                  <a:lnTo>
                    <a:pt x="402" y="981"/>
                  </a:lnTo>
                  <a:lnTo>
                    <a:pt x="402" y="199"/>
                  </a:lnTo>
                  <a:cubicBezTo>
                    <a:pt x="402" y="67"/>
                    <a:pt x="303" y="1"/>
                    <a:pt x="203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3811;p79">
              <a:extLst>
                <a:ext uri="{FF2B5EF4-FFF2-40B4-BE49-F238E27FC236}">
                  <a16:creationId xmlns:a16="http://schemas.microsoft.com/office/drawing/2014/main" id="{D76122F0-9532-B191-06A4-27E7D55FB5D7}"/>
                </a:ext>
              </a:extLst>
            </p:cNvPr>
            <p:cNvSpPr/>
            <p:nvPr/>
          </p:nvSpPr>
          <p:spPr>
            <a:xfrm>
              <a:off x="3985322" y="3437793"/>
              <a:ext cx="268284" cy="295996"/>
            </a:xfrm>
            <a:custGeom>
              <a:avLst/>
              <a:gdLst/>
              <a:ahLst/>
              <a:cxnLst/>
              <a:rect l="l" t="t" r="r" b="b"/>
              <a:pathLst>
                <a:path w="10233" h="11290" extrusionOk="0">
                  <a:moveTo>
                    <a:pt x="4195" y="486"/>
                  </a:moveTo>
                  <a:lnTo>
                    <a:pt x="4195" y="486"/>
                  </a:lnTo>
                  <a:cubicBezTo>
                    <a:pt x="3941" y="1206"/>
                    <a:pt x="3539" y="1565"/>
                    <a:pt x="3278" y="1731"/>
                  </a:cubicBezTo>
                  <a:cubicBezTo>
                    <a:pt x="3304" y="1170"/>
                    <a:pt x="3662" y="677"/>
                    <a:pt x="4195" y="486"/>
                  </a:cubicBezTo>
                  <a:close/>
                  <a:moveTo>
                    <a:pt x="5567" y="402"/>
                  </a:moveTo>
                  <a:cubicBezTo>
                    <a:pt x="6339" y="402"/>
                    <a:pt x="6962" y="1025"/>
                    <a:pt x="6962" y="1797"/>
                  </a:cubicBezTo>
                  <a:lnTo>
                    <a:pt x="6962" y="2655"/>
                  </a:lnTo>
                  <a:cubicBezTo>
                    <a:pt x="5310" y="2539"/>
                    <a:pt x="4839" y="1000"/>
                    <a:pt x="4720" y="402"/>
                  </a:cubicBezTo>
                  <a:close/>
                  <a:moveTo>
                    <a:pt x="2873" y="3115"/>
                  </a:moveTo>
                  <a:lnTo>
                    <a:pt x="2873" y="3423"/>
                  </a:lnTo>
                  <a:cubicBezTo>
                    <a:pt x="2873" y="3586"/>
                    <a:pt x="2891" y="3745"/>
                    <a:pt x="2920" y="3904"/>
                  </a:cubicBezTo>
                  <a:cubicBezTo>
                    <a:pt x="2753" y="3839"/>
                    <a:pt x="2641" y="3680"/>
                    <a:pt x="2641" y="3499"/>
                  </a:cubicBezTo>
                  <a:cubicBezTo>
                    <a:pt x="2641" y="3339"/>
                    <a:pt x="2732" y="3191"/>
                    <a:pt x="2873" y="3115"/>
                  </a:cubicBezTo>
                  <a:close/>
                  <a:moveTo>
                    <a:pt x="7360" y="3115"/>
                  </a:moveTo>
                  <a:cubicBezTo>
                    <a:pt x="7505" y="3187"/>
                    <a:pt x="7596" y="3339"/>
                    <a:pt x="7596" y="3499"/>
                  </a:cubicBezTo>
                  <a:cubicBezTo>
                    <a:pt x="7596" y="3676"/>
                    <a:pt x="7483" y="3839"/>
                    <a:pt x="7317" y="3904"/>
                  </a:cubicBezTo>
                  <a:cubicBezTo>
                    <a:pt x="7346" y="3745"/>
                    <a:pt x="7360" y="3582"/>
                    <a:pt x="7360" y="3419"/>
                  </a:cubicBezTo>
                  <a:lnTo>
                    <a:pt x="7360" y="3115"/>
                  </a:lnTo>
                  <a:close/>
                  <a:moveTo>
                    <a:pt x="4445" y="935"/>
                  </a:moveTo>
                  <a:cubicBezTo>
                    <a:pt x="4542" y="1246"/>
                    <a:pt x="4680" y="1543"/>
                    <a:pt x="4854" y="1818"/>
                  </a:cubicBezTo>
                  <a:cubicBezTo>
                    <a:pt x="5343" y="2579"/>
                    <a:pt x="6067" y="3006"/>
                    <a:pt x="6958" y="3061"/>
                  </a:cubicBezTo>
                  <a:lnTo>
                    <a:pt x="6958" y="3423"/>
                  </a:lnTo>
                  <a:cubicBezTo>
                    <a:pt x="6958" y="4201"/>
                    <a:pt x="6545" y="4922"/>
                    <a:pt x="5875" y="5317"/>
                  </a:cubicBezTo>
                  <a:lnTo>
                    <a:pt x="5575" y="5494"/>
                  </a:lnTo>
                  <a:cubicBezTo>
                    <a:pt x="5433" y="5578"/>
                    <a:pt x="5275" y="5619"/>
                    <a:pt x="5117" y="5619"/>
                  </a:cubicBezTo>
                  <a:cubicBezTo>
                    <a:pt x="4958" y="5619"/>
                    <a:pt x="4800" y="5578"/>
                    <a:pt x="4658" y="5494"/>
                  </a:cubicBezTo>
                  <a:lnTo>
                    <a:pt x="4358" y="5317"/>
                  </a:lnTo>
                  <a:cubicBezTo>
                    <a:pt x="3688" y="4922"/>
                    <a:pt x="3278" y="4201"/>
                    <a:pt x="3275" y="3423"/>
                  </a:cubicBezTo>
                  <a:lnTo>
                    <a:pt x="3275" y="2869"/>
                  </a:lnTo>
                  <a:lnTo>
                    <a:pt x="3275" y="2865"/>
                  </a:lnTo>
                  <a:lnTo>
                    <a:pt x="3275" y="2188"/>
                  </a:lnTo>
                  <a:cubicBezTo>
                    <a:pt x="3532" y="2068"/>
                    <a:pt x="4075" y="1731"/>
                    <a:pt x="4445" y="935"/>
                  </a:cubicBezTo>
                  <a:close/>
                  <a:moveTo>
                    <a:pt x="5883" y="5777"/>
                  </a:moveTo>
                  <a:lnTo>
                    <a:pt x="5883" y="6784"/>
                  </a:lnTo>
                  <a:lnTo>
                    <a:pt x="5850" y="6805"/>
                  </a:lnTo>
                  <a:lnTo>
                    <a:pt x="5118" y="7316"/>
                  </a:lnTo>
                  <a:lnTo>
                    <a:pt x="4354" y="6784"/>
                  </a:lnTo>
                  <a:lnTo>
                    <a:pt x="4354" y="5780"/>
                  </a:lnTo>
                  <a:lnTo>
                    <a:pt x="4456" y="5838"/>
                  </a:lnTo>
                  <a:cubicBezTo>
                    <a:pt x="4660" y="5958"/>
                    <a:pt x="4889" y="6018"/>
                    <a:pt x="5118" y="6018"/>
                  </a:cubicBezTo>
                  <a:cubicBezTo>
                    <a:pt x="5347" y="6018"/>
                    <a:pt x="5576" y="5958"/>
                    <a:pt x="5781" y="5838"/>
                  </a:cubicBezTo>
                  <a:lnTo>
                    <a:pt x="5883" y="5777"/>
                  </a:lnTo>
                  <a:close/>
                  <a:moveTo>
                    <a:pt x="4354" y="7273"/>
                  </a:moveTo>
                  <a:lnTo>
                    <a:pt x="4825" y="7602"/>
                  </a:lnTo>
                  <a:lnTo>
                    <a:pt x="4354" y="8156"/>
                  </a:lnTo>
                  <a:lnTo>
                    <a:pt x="4354" y="7374"/>
                  </a:lnTo>
                  <a:lnTo>
                    <a:pt x="4354" y="7273"/>
                  </a:lnTo>
                  <a:close/>
                  <a:moveTo>
                    <a:pt x="5883" y="7273"/>
                  </a:moveTo>
                  <a:lnTo>
                    <a:pt x="5883" y="7374"/>
                  </a:lnTo>
                  <a:lnTo>
                    <a:pt x="5883" y="8156"/>
                  </a:lnTo>
                  <a:lnTo>
                    <a:pt x="5412" y="7602"/>
                  </a:lnTo>
                  <a:lnTo>
                    <a:pt x="5883" y="7273"/>
                  </a:lnTo>
                  <a:close/>
                  <a:moveTo>
                    <a:pt x="5879" y="8772"/>
                  </a:moveTo>
                  <a:lnTo>
                    <a:pt x="5883" y="8779"/>
                  </a:lnTo>
                  <a:lnTo>
                    <a:pt x="5883" y="9891"/>
                  </a:lnTo>
                  <a:lnTo>
                    <a:pt x="5792" y="9011"/>
                  </a:lnTo>
                  <a:lnTo>
                    <a:pt x="5879" y="8772"/>
                  </a:lnTo>
                  <a:close/>
                  <a:moveTo>
                    <a:pt x="4361" y="8772"/>
                  </a:moveTo>
                  <a:lnTo>
                    <a:pt x="4452" y="9011"/>
                  </a:lnTo>
                  <a:lnTo>
                    <a:pt x="4354" y="9920"/>
                  </a:lnTo>
                  <a:lnTo>
                    <a:pt x="4354" y="8779"/>
                  </a:lnTo>
                  <a:lnTo>
                    <a:pt x="4361" y="8772"/>
                  </a:lnTo>
                  <a:close/>
                  <a:moveTo>
                    <a:pt x="5118" y="7877"/>
                  </a:moveTo>
                  <a:lnTo>
                    <a:pt x="5582" y="8424"/>
                  </a:lnTo>
                  <a:lnTo>
                    <a:pt x="5397" y="8917"/>
                  </a:lnTo>
                  <a:cubicBezTo>
                    <a:pt x="5386" y="8946"/>
                    <a:pt x="5383" y="8978"/>
                    <a:pt x="5386" y="9011"/>
                  </a:cubicBezTo>
                  <a:lnTo>
                    <a:pt x="5386" y="9007"/>
                  </a:lnTo>
                  <a:lnTo>
                    <a:pt x="5586" y="10887"/>
                  </a:lnTo>
                  <a:lnTo>
                    <a:pt x="4658" y="10887"/>
                  </a:lnTo>
                  <a:lnTo>
                    <a:pt x="4854" y="9007"/>
                  </a:lnTo>
                  <a:cubicBezTo>
                    <a:pt x="4858" y="8978"/>
                    <a:pt x="4854" y="8946"/>
                    <a:pt x="4843" y="8917"/>
                  </a:cubicBezTo>
                  <a:lnTo>
                    <a:pt x="4658" y="8421"/>
                  </a:lnTo>
                  <a:lnTo>
                    <a:pt x="5118" y="7877"/>
                  </a:lnTo>
                  <a:close/>
                  <a:moveTo>
                    <a:pt x="4669" y="0"/>
                  </a:moveTo>
                  <a:cubicBezTo>
                    <a:pt x="4600" y="0"/>
                    <a:pt x="4528" y="4"/>
                    <a:pt x="4459" y="15"/>
                  </a:cubicBezTo>
                  <a:cubicBezTo>
                    <a:pt x="3557" y="120"/>
                    <a:pt x="2876" y="884"/>
                    <a:pt x="2876" y="1797"/>
                  </a:cubicBezTo>
                  <a:lnTo>
                    <a:pt x="2876" y="2688"/>
                  </a:lnTo>
                  <a:cubicBezTo>
                    <a:pt x="2474" y="2789"/>
                    <a:pt x="2206" y="3169"/>
                    <a:pt x="2246" y="3582"/>
                  </a:cubicBezTo>
                  <a:cubicBezTo>
                    <a:pt x="2290" y="3995"/>
                    <a:pt x="2627" y="4314"/>
                    <a:pt x="3043" y="4332"/>
                  </a:cubicBezTo>
                  <a:cubicBezTo>
                    <a:pt x="3224" y="4813"/>
                    <a:pt x="3539" y="5226"/>
                    <a:pt x="3956" y="5527"/>
                  </a:cubicBezTo>
                  <a:lnTo>
                    <a:pt x="3956" y="6740"/>
                  </a:lnTo>
                  <a:lnTo>
                    <a:pt x="1902" y="7399"/>
                  </a:lnTo>
                  <a:cubicBezTo>
                    <a:pt x="769" y="7758"/>
                    <a:pt x="1" y="8812"/>
                    <a:pt x="1" y="10000"/>
                  </a:cubicBezTo>
                  <a:lnTo>
                    <a:pt x="1" y="11086"/>
                  </a:lnTo>
                  <a:cubicBezTo>
                    <a:pt x="1" y="11199"/>
                    <a:pt x="91" y="11289"/>
                    <a:pt x="204" y="11289"/>
                  </a:cubicBezTo>
                  <a:lnTo>
                    <a:pt x="2163" y="11289"/>
                  </a:lnTo>
                  <a:cubicBezTo>
                    <a:pt x="2431" y="11289"/>
                    <a:pt x="2431" y="10887"/>
                    <a:pt x="2163" y="10887"/>
                  </a:cubicBezTo>
                  <a:lnTo>
                    <a:pt x="403" y="10887"/>
                  </a:lnTo>
                  <a:lnTo>
                    <a:pt x="403" y="10003"/>
                  </a:lnTo>
                  <a:cubicBezTo>
                    <a:pt x="403" y="9782"/>
                    <a:pt x="435" y="9565"/>
                    <a:pt x="493" y="9355"/>
                  </a:cubicBezTo>
                  <a:cubicBezTo>
                    <a:pt x="511" y="9297"/>
                    <a:pt x="530" y="9239"/>
                    <a:pt x="551" y="9181"/>
                  </a:cubicBezTo>
                  <a:cubicBezTo>
                    <a:pt x="573" y="9127"/>
                    <a:pt x="595" y="9069"/>
                    <a:pt x="620" y="9015"/>
                  </a:cubicBezTo>
                  <a:cubicBezTo>
                    <a:pt x="895" y="8424"/>
                    <a:pt x="1406" y="7975"/>
                    <a:pt x="2025" y="7780"/>
                  </a:cubicBezTo>
                  <a:lnTo>
                    <a:pt x="3188" y="7407"/>
                  </a:lnTo>
                  <a:lnTo>
                    <a:pt x="3952" y="7160"/>
                  </a:lnTo>
                  <a:lnTo>
                    <a:pt x="3952" y="10887"/>
                  </a:lnTo>
                  <a:lnTo>
                    <a:pt x="2953" y="10887"/>
                  </a:lnTo>
                  <a:cubicBezTo>
                    <a:pt x="2688" y="10887"/>
                    <a:pt x="2688" y="11289"/>
                    <a:pt x="2953" y="11289"/>
                  </a:cubicBezTo>
                  <a:lnTo>
                    <a:pt x="10033" y="11289"/>
                  </a:lnTo>
                  <a:cubicBezTo>
                    <a:pt x="10145" y="11289"/>
                    <a:pt x="10232" y="11199"/>
                    <a:pt x="10232" y="11086"/>
                  </a:cubicBezTo>
                  <a:lnTo>
                    <a:pt x="10232" y="10000"/>
                  </a:lnTo>
                  <a:cubicBezTo>
                    <a:pt x="10232" y="9323"/>
                    <a:pt x="9982" y="8671"/>
                    <a:pt x="9530" y="8167"/>
                  </a:cubicBezTo>
                  <a:cubicBezTo>
                    <a:pt x="9489" y="8125"/>
                    <a:pt x="9435" y="8103"/>
                    <a:pt x="9381" y="8103"/>
                  </a:cubicBezTo>
                  <a:cubicBezTo>
                    <a:pt x="9333" y="8103"/>
                    <a:pt x="9285" y="8121"/>
                    <a:pt x="9247" y="8156"/>
                  </a:cubicBezTo>
                  <a:cubicBezTo>
                    <a:pt x="9164" y="8229"/>
                    <a:pt x="9157" y="8356"/>
                    <a:pt x="9233" y="8439"/>
                  </a:cubicBezTo>
                  <a:cubicBezTo>
                    <a:pt x="9620" y="8866"/>
                    <a:pt x="9834" y="9424"/>
                    <a:pt x="9834" y="10003"/>
                  </a:cubicBezTo>
                  <a:lnTo>
                    <a:pt x="9834" y="10887"/>
                  </a:lnTo>
                  <a:lnTo>
                    <a:pt x="6285" y="10887"/>
                  </a:lnTo>
                  <a:lnTo>
                    <a:pt x="6285" y="7164"/>
                  </a:lnTo>
                  <a:lnTo>
                    <a:pt x="8211" y="7780"/>
                  </a:lnTo>
                  <a:cubicBezTo>
                    <a:pt x="8367" y="7830"/>
                    <a:pt x="8519" y="7899"/>
                    <a:pt x="8664" y="7979"/>
                  </a:cubicBezTo>
                  <a:cubicBezTo>
                    <a:pt x="8702" y="8002"/>
                    <a:pt x="8739" y="8012"/>
                    <a:pt x="8773" y="8012"/>
                  </a:cubicBezTo>
                  <a:cubicBezTo>
                    <a:pt x="8952" y="8012"/>
                    <a:pt x="9067" y="7740"/>
                    <a:pt x="8863" y="7631"/>
                  </a:cubicBezTo>
                  <a:cubicBezTo>
                    <a:pt x="8693" y="7537"/>
                    <a:pt x="8519" y="7457"/>
                    <a:pt x="8334" y="7399"/>
                  </a:cubicBezTo>
                  <a:lnTo>
                    <a:pt x="6285" y="6740"/>
                  </a:lnTo>
                  <a:lnTo>
                    <a:pt x="6285" y="5531"/>
                  </a:lnTo>
                  <a:cubicBezTo>
                    <a:pt x="6697" y="5230"/>
                    <a:pt x="7016" y="4813"/>
                    <a:pt x="7197" y="4335"/>
                  </a:cubicBezTo>
                  <a:cubicBezTo>
                    <a:pt x="7610" y="4317"/>
                    <a:pt x="7951" y="3999"/>
                    <a:pt x="7990" y="3586"/>
                  </a:cubicBezTo>
                  <a:cubicBezTo>
                    <a:pt x="8034" y="3173"/>
                    <a:pt x="7766" y="2789"/>
                    <a:pt x="7360" y="2691"/>
                  </a:cubicBezTo>
                  <a:lnTo>
                    <a:pt x="7360" y="1797"/>
                  </a:lnTo>
                  <a:cubicBezTo>
                    <a:pt x="7360" y="804"/>
                    <a:pt x="6560" y="4"/>
                    <a:pt x="556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3812;p79">
              <a:extLst>
                <a:ext uri="{FF2B5EF4-FFF2-40B4-BE49-F238E27FC236}">
                  <a16:creationId xmlns:a16="http://schemas.microsoft.com/office/drawing/2014/main" id="{1B7640DE-4FAD-AE6E-6BF1-CBCCEAE7EFCC}"/>
                </a:ext>
              </a:extLst>
            </p:cNvPr>
            <p:cNvSpPr/>
            <p:nvPr/>
          </p:nvSpPr>
          <p:spPr>
            <a:xfrm>
              <a:off x="4250250" y="3417711"/>
              <a:ext cx="43809" cy="63289"/>
            </a:xfrm>
            <a:custGeom>
              <a:avLst/>
              <a:gdLst/>
              <a:ahLst/>
              <a:cxnLst/>
              <a:rect l="l" t="t" r="r" b="b"/>
              <a:pathLst>
                <a:path w="1671" h="2414" extrusionOk="0">
                  <a:moveTo>
                    <a:pt x="829" y="1"/>
                  </a:moveTo>
                  <a:cubicBezTo>
                    <a:pt x="504" y="1"/>
                    <a:pt x="205" y="191"/>
                    <a:pt x="69" y="495"/>
                  </a:cubicBezTo>
                  <a:cubicBezTo>
                    <a:pt x="1" y="651"/>
                    <a:pt x="130" y="775"/>
                    <a:pt x="260" y="775"/>
                  </a:cubicBezTo>
                  <a:cubicBezTo>
                    <a:pt x="328" y="775"/>
                    <a:pt x="396" y="740"/>
                    <a:pt x="435" y="658"/>
                  </a:cubicBezTo>
                  <a:cubicBezTo>
                    <a:pt x="507" y="488"/>
                    <a:pt x="669" y="395"/>
                    <a:pt x="833" y="395"/>
                  </a:cubicBezTo>
                  <a:cubicBezTo>
                    <a:pt x="949" y="395"/>
                    <a:pt x="1065" y="441"/>
                    <a:pt x="1152" y="538"/>
                  </a:cubicBezTo>
                  <a:cubicBezTo>
                    <a:pt x="1362" y="773"/>
                    <a:pt x="1257" y="1147"/>
                    <a:pt x="957" y="1237"/>
                  </a:cubicBezTo>
                  <a:cubicBezTo>
                    <a:pt x="670" y="1328"/>
                    <a:pt x="489" y="1418"/>
                    <a:pt x="489" y="1599"/>
                  </a:cubicBezTo>
                  <a:lnTo>
                    <a:pt x="489" y="2215"/>
                  </a:lnTo>
                  <a:cubicBezTo>
                    <a:pt x="489" y="2347"/>
                    <a:pt x="590" y="2413"/>
                    <a:pt x="690" y="2413"/>
                  </a:cubicBezTo>
                  <a:cubicBezTo>
                    <a:pt x="791" y="2413"/>
                    <a:pt x="891" y="2347"/>
                    <a:pt x="891" y="2215"/>
                  </a:cubicBezTo>
                  <a:lnTo>
                    <a:pt x="891" y="1690"/>
                  </a:lnTo>
                  <a:cubicBezTo>
                    <a:pt x="953" y="1664"/>
                    <a:pt x="1015" y="1639"/>
                    <a:pt x="1076" y="1621"/>
                  </a:cubicBezTo>
                  <a:cubicBezTo>
                    <a:pt x="1261" y="1563"/>
                    <a:pt x="1420" y="1443"/>
                    <a:pt x="1529" y="1284"/>
                  </a:cubicBezTo>
                  <a:cubicBezTo>
                    <a:pt x="1627" y="1128"/>
                    <a:pt x="1670" y="951"/>
                    <a:pt x="1659" y="770"/>
                  </a:cubicBezTo>
                  <a:cubicBezTo>
                    <a:pt x="1630" y="390"/>
                    <a:pt x="1344" y="78"/>
                    <a:pt x="971" y="13"/>
                  </a:cubicBezTo>
                  <a:cubicBezTo>
                    <a:pt x="923" y="5"/>
                    <a:pt x="876" y="1"/>
                    <a:pt x="82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3813;p79">
              <a:extLst>
                <a:ext uri="{FF2B5EF4-FFF2-40B4-BE49-F238E27FC236}">
                  <a16:creationId xmlns:a16="http://schemas.microsoft.com/office/drawing/2014/main" id="{27C48874-D1F7-1657-3FB7-5017A830B00F}"/>
                </a:ext>
              </a:extLst>
            </p:cNvPr>
            <p:cNvSpPr/>
            <p:nvPr/>
          </p:nvSpPr>
          <p:spPr>
            <a:xfrm>
              <a:off x="4261655" y="3486112"/>
              <a:ext cx="16438" cy="14105"/>
            </a:xfrm>
            <a:custGeom>
              <a:avLst/>
              <a:gdLst/>
              <a:ahLst/>
              <a:cxnLst/>
              <a:rect l="l" t="t" r="r" b="b"/>
              <a:pathLst>
                <a:path w="627" h="538" extrusionOk="0">
                  <a:moveTo>
                    <a:pt x="268" y="1"/>
                  </a:moveTo>
                  <a:cubicBezTo>
                    <a:pt x="120" y="1"/>
                    <a:pt x="0" y="120"/>
                    <a:pt x="0" y="269"/>
                  </a:cubicBezTo>
                  <a:cubicBezTo>
                    <a:pt x="0" y="430"/>
                    <a:pt x="132" y="537"/>
                    <a:pt x="269" y="537"/>
                  </a:cubicBezTo>
                  <a:cubicBezTo>
                    <a:pt x="335" y="537"/>
                    <a:pt x="402" y="512"/>
                    <a:pt x="456" y="457"/>
                  </a:cubicBezTo>
                  <a:cubicBezTo>
                    <a:pt x="627" y="290"/>
                    <a:pt x="507" y="1"/>
                    <a:pt x="268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" name="Google Shape;2449;p53">
            <a:extLst>
              <a:ext uri="{FF2B5EF4-FFF2-40B4-BE49-F238E27FC236}">
                <a16:creationId xmlns:a16="http://schemas.microsoft.com/office/drawing/2014/main" id="{5D8D6743-F09F-1930-3422-B9D961B86F0B}"/>
              </a:ext>
            </a:extLst>
          </p:cNvPr>
          <p:cNvSpPr txBox="1"/>
          <p:nvPr/>
        </p:nvSpPr>
        <p:spPr>
          <a:xfrm>
            <a:off x="4880400" y="2950602"/>
            <a:ext cx="2142146" cy="1377044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PROMPT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+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[User Query: …] +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[Context: …]</a:t>
            </a:r>
            <a:endParaRPr sz="11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3" name="Connector: Elbow 62">
            <a:extLst>
              <a:ext uri="{FF2B5EF4-FFF2-40B4-BE49-F238E27FC236}">
                <a16:creationId xmlns:a16="http://schemas.microsoft.com/office/drawing/2014/main" id="{5B7A8D64-FA37-3D72-804C-0F2DB77BD042}"/>
              </a:ext>
            </a:extLst>
          </p:cNvPr>
          <p:cNvCxnSpPr>
            <a:cxnSpLocks/>
            <a:stCxn id="2435" idx="3"/>
            <a:endCxn id="29" idx="0"/>
          </p:cNvCxnSpPr>
          <p:nvPr/>
        </p:nvCxnSpPr>
        <p:spPr>
          <a:xfrm>
            <a:off x="5529954" y="2511770"/>
            <a:ext cx="421519" cy="438832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435" name="TextBox 2434">
            <a:extLst>
              <a:ext uri="{FF2B5EF4-FFF2-40B4-BE49-F238E27FC236}">
                <a16:creationId xmlns:a16="http://schemas.microsoft.com/office/drawing/2014/main" id="{F1EC3534-4444-4FF7-4876-73F45963787A}"/>
              </a:ext>
            </a:extLst>
          </p:cNvPr>
          <p:cNvSpPr txBox="1"/>
          <p:nvPr/>
        </p:nvSpPr>
        <p:spPr>
          <a:xfrm>
            <a:off x="3614045" y="2357881"/>
            <a:ext cx="19159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tx2">
                    <a:lumMod val="75000"/>
                  </a:schemeClr>
                </a:solidFill>
              </a:rPr>
              <a:t>User Query: Question</a:t>
            </a:r>
          </a:p>
        </p:txBody>
      </p:sp>
      <p:cxnSp>
        <p:nvCxnSpPr>
          <p:cNvPr id="2488" name="Connector: Elbow 2487">
            <a:extLst>
              <a:ext uri="{FF2B5EF4-FFF2-40B4-BE49-F238E27FC236}">
                <a16:creationId xmlns:a16="http://schemas.microsoft.com/office/drawing/2014/main" id="{0D7DAE59-D9A9-66DB-2642-4CBB1A35E4A4}"/>
              </a:ext>
            </a:extLst>
          </p:cNvPr>
          <p:cNvCxnSpPr>
            <a:cxnSpLocks/>
            <a:stCxn id="2435" idx="1"/>
            <a:endCxn id="2506" idx="0"/>
          </p:cNvCxnSpPr>
          <p:nvPr/>
        </p:nvCxnSpPr>
        <p:spPr>
          <a:xfrm rot="10800000" flipV="1">
            <a:off x="1979059" y="2511770"/>
            <a:ext cx="1634986" cy="438832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491" name="Connector: Elbow 2490">
            <a:extLst>
              <a:ext uri="{FF2B5EF4-FFF2-40B4-BE49-F238E27FC236}">
                <a16:creationId xmlns:a16="http://schemas.microsoft.com/office/drawing/2014/main" id="{8E2B2923-F6DB-FEFB-C145-F79C906B6076}"/>
              </a:ext>
            </a:extLst>
          </p:cNvPr>
          <p:cNvCxnSpPr>
            <a:cxnSpLocks/>
            <a:stCxn id="3" idx="4"/>
            <a:endCxn id="2435" idx="0"/>
          </p:cNvCxnSpPr>
          <p:nvPr/>
        </p:nvCxnSpPr>
        <p:spPr>
          <a:xfrm rot="5400000">
            <a:off x="4335095" y="2120975"/>
            <a:ext cx="473811" cy="12700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506" name="Rectangle: Rounded Corners 2505">
            <a:extLst>
              <a:ext uri="{FF2B5EF4-FFF2-40B4-BE49-F238E27FC236}">
                <a16:creationId xmlns:a16="http://schemas.microsoft.com/office/drawing/2014/main" id="{6F74A08E-17B8-589C-694F-49D7FA11DF6D}"/>
              </a:ext>
            </a:extLst>
          </p:cNvPr>
          <p:cNvSpPr/>
          <p:nvPr/>
        </p:nvSpPr>
        <p:spPr>
          <a:xfrm>
            <a:off x="807893" y="2950602"/>
            <a:ext cx="2342331" cy="138532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2510" name="Google Shape;3093;p63">
            <a:extLst>
              <a:ext uri="{FF2B5EF4-FFF2-40B4-BE49-F238E27FC236}">
                <a16:creationId xmlns:a16="http://schemas.microsoft.com/office/drawing/2014/main" id="{2DE104AB-C95B-4317-6BE5-21B2A0D2C409}"/>
              </a:ext>
            </a:extLst>
          </p:cNvPr>
          <p:cNvGrpSpPr/>
          <p:nvPr/>
        </p:nvGrpSpPr>
        <p:grpSpPr>
          <a:xfrm>
            <a:off x="2237607" y="3180225"/>
            <a:ext cx="818923" cy="1002593"/>
            <a:chOff x="6974625" y="1969818"/>
            <a:chExt cx="379704" cy="379354"/>
          </a:xfrm>
        </p:grpSpPr>
        <p:sp>
          <p:nvSpPr>
            <p:cNvPr id="2511" name="Google Shape;3094;p63">
              <a:extLst>
                <a:ext uri="{FF2B5EF4-FFF2-40B4-BE49-F238E27FC236}">
                  <a16:creationId xmlns:a16="http://schemas.microsoft.com/office/drawing/2014/main" id="{5A6D62CD-3B52-4FA7-C517-E127570B6A87}"/>
                </a:ext>
              </a:extLst>
            </p:cNvPr>
            <p:cNvSpPr/>
            <p:nvPr/>
          </p:nvSpPr>
          <p:spPr>
            <a:xfrm>
              <a:off x="7047557" y="2313306"/>
              <a:ext cx="233838" cy="19597"/>
            </a:xfrm>
            <a:custGeom>
              <a:avLst/>
              <a:gdLst/>
              <a:ahLst/>
              <a:cxnLst/>
              <a:rect l="l" t="t" r="r" b="b"/>
              <a:pathLst>
                <a:path w="12004" h="1006" extrusionOk="0">
                  <a:moveTo>
                    <a:pt x="124" y="1"/>
                  </a:moveTo>
                  <a:cubicBezTo>
                    <a:pt x="48" y="1"/>
                    <a:pt x="1" y="54"/>
                    <a:pt x="1" y="124"/>
                  </a:cubicBezTo>
                  <a:lnTo>
                    <a:pt x="1" y="859"/>
                  </a:lnTo>
                  <a:cubicBezTo>
                    <a:pt x="1" y="935"/>
                    <a:pt x="48" y="1006"/>
                    <a:pt x="124" y="1006"/>
                  </a:cubicBezTo>
                  <a:lnTo>
                    <a:pt x="11880" y="1006"/>
                  </a:lnTo>
                  <a:cubicBezTo>
                    <a:pt x="11950" y="1006"/>
                    <a:pt x="12003" y="935"/>
                    <a:pt x="12003" y="859"/>
                  </a:cubicBezTo>
                  <a:lnTo>
                    <a:pt x="12003" y="124"/>
                  </a:lnTo>
                  <a:cubicBezTo>
                    <a:pt x="12003" y="54"/>
                    <a:pt x="11950" y="1"/>
                    <a:pt x="11880" y="1"/>
                  </a:cubicBezTo>
                  <a:close/>
                </a:path>
              </a:pathLst>
            </a:custGeom>
            <a:solidFill>
              <a:srgbClr val="FF93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" name="Google Shape;3095;p63">
              <a:extLst>
                <a:ext uri="{FF2B5EF4-FFF2-40B4-BE49-F238E27FC236}">
                  <a16:creationId xmlns:a16="http://schemas.microsoft.com/office/drawing/2014/main" id="{6C3AF003-416E-1BEE-4FA6-A34B1D804F40}"/>
                </a:ext>
              </a:extLst>
            </p:cNvPr>
            <p:cNvSpPr/>
            <p:nvPr/>
          </p:nvSpPr>
          <p:spPr>
            <a:xfrm>
              <a:off x="7266588" y="2313306"/>
              <a:ext cx="14805" cy="19597"/>
            </a:xfrm>
            <a:custGeom>
              <a:avLst/>
              <a:gdLst/>
              <a:ahLst/>
              <a:cxnLst/>
              <a:rect l="l" t="t" r="r" b="b"/>
              <a:pathLst>
                <a:path w="760" h="1006" extrusionOk="0">
                  <a:moveTo>
                    <a:pt x="1" y="1"/>
                  </a:moveTo>
                  <a:lnTo>
                    <a:pt x="1" y="1006"/>
                  </a:lnTo>
                  <a:lnTo>
                    <a:pt x="636" y="1006"/>
                  </a:lnTo>
                  <a:cubicBezTo>
                    <a:pt x="706" y="1006"/>
                    <a:pt x="759" y="935"/>
                    <a:pt x="759" y="859"/>
                  </a:cubicBezTo>
                  <a:lnTo>
                    <a:pt x="759" y="124"/>
                  </a:lnTo>
                  <a:cubicBezTo>
                    <a:pt x="759" y="54"/>
                    <a:pt x="706" y="1"/>
                    <a:pt x="636" y="1"/>
                  </a:cubicBezTo>
                  <a:close/>
                </a:path>
              </a:pathLst>
            </a:custGeom>
            <a:solidFill>
              <a:srgbClr val="FF61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3" name="Google Shape;3096;p63">
              <a:extLst>
                <a:ext uri="{FF2B5EF4-FFF2-40B4-BE49-F238E27FC236}">
                  <a16:creationId xmlns:a16="http://schemas.microsoft.com/office/drawing/2014/main" id="{55290FB1-9EA1-59DB-C412-FCF79D560A32}"/>
                </a:ext>
              </a:extLst>
            </p:cNvPr>
            <p:cNvSpPr/>
            <p:nvPr/>
          </p:nvSpPr>
          <p:spPr>
            <a:xfrm>
              <a:off x="7154385" y="2047095"/>
              <a:ext cx="20064" cy="31051"/>
            </a:xfrm>
            <a:custGeom>
              <a:avLst/>
              <a:gdLst/>
              <a:ahLst/>
              <a:cxnLst/>
              <a:rect l="l" t="t" r="r" b="b"/>
              <a:pathLst>
                <a:path w="1030" h="1594" extrusionOk="0">
                  <a:moveTo>
                    <a:pt x="1" y="1"/>
                  </a:moveTo>
                  <a:lnTo>
                    <a:pt x="1" y="1594"/>
                  </a:lnTo>
                  <a:lnTo>
                    <a:pt x="1029" y="1594"/>
                  </a:lnTo>
                  <a:lnTo>
                    <a:pt x="1029" y="1"/>
                  </a:lnTo>
                  <a:close/>
                </a:path>
              </a:pathLst>
            </a:custGeom>
            <a:solidFill>
              <a:srgbClr val="FF93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4" name="Google Shape;3097;p63">
              <a:extLst>
                <a:ext uri="{FF2B5EF4-FFF2-40B4-BE49-F238E27FC236}">
                  <a16:creationId xmlns:a16="http://schemas.microsoft.com/office/drawing/2014/main" id="{C779E605-C458-C441-496A-F3D4BAE68EF9}"/>
                </a:ext>
              </a:extLst>
            </p:cNvPr>
            <p:cNvSpPr/>
            <p:nvPr/>
          </p:nvSpPr>
          <p:spPr>
            <a:xfrm>
              <a:off x="7154385" y="2150143"/>
              <a:ext cx="20064" cy="31051"/>
            </a:xfrm>
            <a:custGeom>
              <a:avLst/>
              <a:gdLst/>
              <a:ahLst/>
              <a:cxnLst/>
              <a:rect l="l" t="t" r="r" b="b"/>
              <a:pathLst>
                <a:path w="1030" h="1594" extrusionOk="0">
                  <a:moveTo>
                    <a:pt x="1" y="1"/>
                  </a:moveTo>
                  <a:lnTo>
                    <a:pt x="1" y="1594"/>
                  </a:lnTo>
                  <a:lnTo>
                    <a:pt x="1029" y="1594"/>
                  </a:lnTo>
                  <a:lnTo>
                    <a:pt x="1029" y="1"/>
                  </a:lnTo>
                  <a:close/>
                </a:path>
              </a:pathLst>
            </a:custGeom>
            <a:solidFill>
              <a:srgbClr val="FF93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5" name="Google Shape;3098;p63">
              <a:extLst>
                <a:ext uri="{FF2B5EF4-FFF2-40B4-BE49-F238E27FC236}">
                  <a16:creationId xmlns:a16="http://schemas.microsoft.com/office/drawing/2014/main" id="{806F9239-84B7-1D81-90C0-A6AB6ADE8032}"/>
                </a:ext>
              </a:extLst>
            </p:cNvPr>
            <p:cNvSpPr/>
            <p:nvPr/>
          </p:nvSpPr>
          <p:spPr>
            <a:xfrm>
              <a:off x="7154385" y="2253191"/>
              <a:ext cx="20064" cy="60135"/>
            </a:xfrm>
            <a:custGeom>
              <a:avLst/>
              <a:gdLst/>
              <a:ahLst/>
              <a:cxnLst/>
              <a:rect l="l" t="t" r="r" b="b"/>
              <a:pathLst>
                <a:path w="1030" h="3087" extrusionOk="0">
                  <a:moveTo>
                    <a:pt x="1" y="1"/>
                  </a:moveTo>
                  <a:lnTo>
                    <a:pt x="1" y="3087"/>
                  </a:lnTo>
                  <a:lnTo>
                    <a:pt x="1029" y="3087"/>
                  </a:lnTo>
                  <a:lnTo>
                    <a:pt x="1029" y="1"/>
                  </a:lnTo>
                  <a:close/>
                </a:path>
              </a:pathLst>
            </a:custGeom>
            <a:solidFill>
              <a:srgbClr val="FF93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6" name="Google Shape;3099;p63">
              <a:extLst>
                <a:ext uri="{FF2B5EF4-FFF2-40B4-BE49-F238E27FC236}">
                  <a16:creationId xmlns:a16="http://schemas.microsoft.com/office/drawing/2014/main" id="{A7034D26-7D66-1DF4-9860-DDE55712AD2B}"/>
                </a:ext>
              </a:extLst>
            </p:cNvPr>
            <p:cNvSpPr/>
            <p:nvPr/>
          </p:nvSpPr>
          <p:spPr>
            <a:xfrm>
              <a:off x="7164456" y="2047095"/>
              <a:ext cx="9993" cy="31051"/>
            </a:xfrm>
            <a:custGeom>
              <a:avLst/>
              <a:gdLst/>
              <a:ahLst/>
              <a:cxnLst/>
              <a:rect l="l" t="t" r="r" b="b"/>
              <a:pathLst>
                <a:path w="513" h="1594" extrusionOk="0">
                  <a:moveTo>
                    <a:pt x="1" y="1"/>
                  </a:moveTo>
                  <a:lnTo>
                    <a:pt x="1" y="1594"/>
                  </a:lnTo>
                  <a:lnTo>
                    <a:pt x="512" y="1594"/>
                  </a:lnTo>
                  <a:lnTo>
                    <a:pt x="512" y="1"/>
                  </a:lnTo>
                  <a:close/>
                </a:path>
              </a:pathLst>
            </a:custGeom>
            <a:solidFill>
              <a:srgbClr val="FF61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7" name="Google Shape;3100;p63">
              <a:extLst>
                <a:ext uri="{FF2B5EF4-FFF2-40B4-BE49-F238E27FC236}">
                  <a16:creationId xmlns:a16="http://schemas.microsoft.com/office/drawing/2014/main" id="{2C97AE16-49B6-EE25-0E33-80F591F39D4D}"/>
                </a:ext>
              </a:extLst>
            </p:cNvPr>
            <p:cNvSpPr/>
            <p:nvPr/>
          </p:nvSpPr>
          <p:spPr>
            <a:xfrm>
              <a:off x="7164456" y="2150143"/>
              <a:ext cx="9993" cy="31051"/>
            </a:xfrm>
            <a:custGeom>
              <a:avLst/>
              <a:gdLst/>
              <a:ahLst/>
              <a:cxnLst/>
              <a:rect l="l" t="t" r="r" b="b"/>
              <a:pathLst>
                <a:path w="513" h="1594" extrusionOk="0">
                  <a:moveTo>
                    <a:pt x="1" y="1"/>
                  </a:moveTo>
                  <a:lnTo>
                    <a:pt x="1" y="1594"/>
                  </a:lnTo>
                  <a:lnTo>
                    <a:pt x="512" y="1594"/>
                  </a:lnTo>
                  <a:lnTo>
                    <a:pt x="512" y="1"/>
                  </a:lnTo>
                  <a:close/>
                </a:path>
              </a:pathLst>
            </a:custGeom>
            <a:solidFill>
              <a:srgbClr val="FF61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8" name="Google Shape;3101;p63">
              <a:extLst>
                <a:ext uri="{FF2B5EF4-FFF2-40B4-BE49-F238E27FC236}">
                  <a16:creationId xmlns:a16="http://schemas.microsoft.com/office/drawing/2014/main" id="{293C0361-474C-4DB3-F625-9BD159DF8712}"/>
                </a:ext>
              </a:extLst>
            </p:cNvPr>
            <p:cNvSpPr/>
            <p:nvPr/>
          </p:nvSpPr>
          <p:spPr>
            <a:xfrm>
              <a:off x="7164456" y="2253191"/>
              <a:ext cx="9993" cy="60135"/>
            </a:xfrm>
            <a:custGeom>
              <a:avLst/>
              <a:gdLst/>
              <a:ahLst/>
              <a:cxnLst/>
              <a:rect l="l" t="t" r="r" b="b"/>
              <a:pathLst>
                <a:path w="513" h="3087" extrusionOk="0">
                  <a:moveTo>
                    <a:pt x="1" y="1"/>
                  </a:moveTo>
                  <a:lnTo>
                    <a:pt x="1" y="3087"/>
                  </a:lnTo>
                  <a:lnTo>
                    <a:pt x="512" y="3087"/>
                  </a:lnTo>
                  <a:lnTo>
                    <a:pt x="512" y="1"/>
                  </a:lnTo>
                  <a:close/>
                </a:path>
              </a:pathLst>
            </a:custGeom>
            <a:solidFill>
              <a:srgbClr val="FF61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9" name="Google Shape;3102;p63">
              <a:extLst>
                <a:ext uri="{FF2B5EF4-FFF2-40B4-BE49-F238E27FC236}">
                  <a16:creationId xmlns:a16="http://schemas.microsoft.com/office/drawing/2014/main" id="{56582F8D-0850-7E0C-48B5-ECAD3AFF7DE0}"/>
                </a:ext>
              </a:extLst>
            </p:cNvPr>
            <p:cNvSpPr/>
            <p:nvPr/>
          </p:nvSpPr>
          <p:spPr>
            <a:xfrm>
              <a:off x="6980352" y="2078126"/>
              <a:ext cx="368250" cy="72037"/>
            </a:xfrm>
            <a:custGeom>
              <a:avLst/>
              <a:gdLst/>
              <a:ahLst/>
              <a:cxnLst/>
              <a:rect l="l" t="t" r="r" b="b"/>
              <a:pathLst>
                <a:path w="18904" h="3698" extrusionOk="0">
                  <a:moveTo>
                    <a:pt x="241" y="1"/>
                  </a:moveTo>
                  <a:cubicBezTo>
                    <a:pt x="94" y="1"/>
                    <a:pt x="0" y="101"/>
                    <a:pt x="0" y="248"/>
                  </a:cubicBezTo>
                  <a:lnTo>
                    <a:pt x="0" y="3457"/>
                  </a:lnTo>
                  <a:cubicBezTo>
                    <a:pt x="0" y="3604"/>
                    <a:pt x="94" y="3698"/>
                    <a:pt x="241" y="3698"/>
                  </a:cubicBezTo>
                  <a:lnTo>
                    <a:pt x="18662" y="3698"/>
                  </a:lnTo>
                  <a:cubicBezTo>
                    <a:pt x="18809" y="3698"/>
                    <a:pt x="18903" y="3604"/>
                    <a:pt x="18903" y="3457"/>
                  </a:cubicBezTo>
                  <a:lnTo>
                    <a:pt x="18903" y="248"/>
                  </a:lnTo>
                  <a:cubicBezTo>
                    <a:pt x="18903" y="101"/>
                    <a:pt x="18809" y="1"/>
                    <a:pt x="18662" y="1"/>
                  </a:cubicBezTo>
                  <a:close/>
                </a:path>
              </a:pathLst>
            </a:custGeom>
            <a:solidFill>
              <a:srgbClr val="356B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0" name="Google Shape;3103;p63">
              <a:extLst>
                <a:ext uri="{FF2B5EF4-FFF2-40B4-BE49-F238E27FC236}">
                  <a16:creationId xmlns:a16="http://schemas.microsoft.com/office/drawing/2014/main" id="{318F1E89-E80D-5A44-C9F8-A1515288816F}"/>
                </a:ext>
              </a:extLst>
            </p:cNvPr>
            <p:cNvSpPr/>
            <p:nvPr/>
          </p:nvSpPr>
          <p:spPr>
            <a:xfrm>
              <a:off x="6980352" y="1975078"/>
              <a:ext cx="368250" cy="72037"/>
            </a:xfrm>
            <a:custGeom>
              <a:avLst/>
              <a:gdLst/>
              <a:ahLst/>
              <a:cxnLst/>
              <a:rect l="l" t="t" r="r" b="b"/>
              <a:pathLst>
                <a:path w="18904" h="3698" extrusionOk="0">
                  <a:moveTo>
                    <a:pt x="241" y="1"/>
                  </a:moveTo>
                  <a:cubicBezTo>
                    <a:pt x="94" y="1"/>
                    <a:pt x="0" y="124"/>
                    <a:pt x="0" y="248"/>
                  </a:cubicBezTo>
                  <a:lnTo>
                    <a:pt x="0" y="3457"/>
                  </a:lnTo>
                  <a:cubicBezTo>
                    <a:pt x="0" y="3604"/>
                    <a:pt x="94" y="3698"/>
                    <a:pt x="241" y="3698"/>
                  </a:cubicBezTo>
                  <a:lnTo>
                    <a:pt x="18662" y="3698"/>
                  </a:lnTo>
                  <a:cubicBezTo>
                    <a:pt x="18809" y="3698"/>
                    <a:pt x="18903" y="3604"/>
                    <a:pt x="18903" y="3457"/>
                  </a:cubicBezTo>
                  <a:lnTo>
                    <a:pt x="18903" y="248"/>
                  </a:lnTo>
                  <a:cubicBezTo>
                    <a:pt x="18903" y="124"/>
                    <a:pt x="18809" y="1"/>
                    <a:pt x="18662" y="1"/>
                  </a:cubicBezTo>
                  <a:close/>
                </a:path>
              </a:pathLst>
            </a:custGeom>
            <a:solidFill>
              <a:srgbClr val="866A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1" name="Google Shape;3104;p63">
              <a:extLst>
                <a:ext uri="{FF2B5EF4-FFF2-40B4-BE49-F238E27FC236}">
                  <a16:creationId xmlns:a16="http://schemas.microsoft.com/office/drawing/2014/main" id="{B59DEE30-3640-31D3-F098-73DD04CEC5AB}"/>
                </a:ext>
              </a:extLst>
            </p:cNvPr>
            <p:cNvSpPr/>
            <p:nvPr/>
          </p:nvSpPr>
          <p:spPr>
            <a:xfrm>
              <a:off x="6980352" y="2181174"/>
              <a:ext cx="368250" cy="72037"/>
            </a:xfrm>
            <a:custGeom>
              <a:avLst/>
              <a:gdLst/>
              <a:ahLst/>
              <a:cxnLst/>
              <a:rect l="l" t="t" r="r" b="b"/>
              <a:pathLst>
                <a:path w="18904" h="3698" extrusionOk="0">
                  <a:moveTo>
                    <a:pt x="241" y="1"/>
                  </a:moveTo>
                  <a:cubicBezTo>
                    <a:pt x="94" y="1"/>
                    <a:pt x="0" y="101"/>
                    <a:pt x="0" y="248"/>
                  </a:cubicBezTo>
                  <a:lnTo>
                    <a:pt x="0" y="3457"/>
                  </a:lnTo>
                  <a:cubicBezTo>
                    <a:pt x="0" y="3575"/>
                    <a:pt x="94" y="3698"/>
                    <a:pt x="241" y="3698"/>
                  </a:cubicBezTo>
                  <a:lnTo>
                    <a:pt x="18662" y="3698"/>
                  </a:lnTo>
                  <a:cubicBezTo>
                    <a:pt x="18809" y="3698"/>
                    <a:pt x="18903" y="3575"/>
                    <a:pt x="18903" y="3457"/>
                  </a:cubicBezTo>
                  <a:lnTo>
                    <a:pt x="18903" y="248"/>
                  </a:lnTo>
                  <a:cubicBezTo>
                    <a:pt x="18903" y="101"/>
                    <a:pt x="18809" y="1"/>
                    <a:pt x="18662" y="1"/>
                  </a:cubicBezTo>
                  <a:close/>
                </a:path>
              </a:pathLst>
            </a:custGeom>
            <a:solidFill>
              <a:srgbClr val="866A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2" name="Google Shape;3105;p63">
              <a:extLst>
                <a:ext uri="{FF2B5EF4-FFF2-40B4-BE49-F238E27FC236}">
                  <a16:creationId xmlns:a16="http://schemas.microsoft.com/office/drawing/2014/main" id="{C8046AE1-F086-09A6-A1E3-7B239EEA1DC7}"/>
                </a:ext>
              </a:extLst>
            </p:cNvPr>
            <p:cNvSpPr/>
            <p:nvPr/>
          </p:nvSpPr>
          <p:spPr>
            <a:xfrm>
              <a:off x="7329002" y="1975078"/>
              <a:ext cx="19597" cy="72037"/>
            </a:xfrm>
            <a:custGeom>
              <a:avLst/>
              <a:gdLst/>
              <a:ahLst/>
              <a:cxnLst/>
              <a:rect l="l" t="t" r="r" b="b"/>
              <a:pathLst>
                <a:path w="1006" h="3698" extrusionOk="0">
                  <a:moveTo>
                    <a:pt x="0" y="1"/>
                  </a:moveTo>
                  <a:cubicBezTo>
                    <a:pt x="147" y="1"/>
                    <a:pt x="247" y="124"/>
                    <a:pt x="247" y="248"/>
                  </a:cubicBezTo>
                  <a:lnTo>
                    <a:pt x="247" y="3457"/>
                  </a:lnTo>
                  <a:cubicBezTo>
                    <a:pt x="247" y="3604"/>
                    <a:pt x="147" y="3698"/>
                    <a:pt x="0" y="3698"/>
                  </a:cubicBezTo>
                  <a:lnTo>
                    <a:pt x="764" y="3698"/>
                  </a:lnTo>
                  <a:cubicBezTo>
                    <a:pt x="911" y="3698"/>
                    <a:pt x="1005" y="3604"/>
                    <a:pt x="1005" y="3457"/>
                  </a:cubicBezTo>
                  <a:lnTo>
                    <a:pt x="1005" y="248"/>
                  </a:lnTo>
                  <a:cubicBezTo>
                    <a:pt x="1005" y="124"/>
                    <a:pt x="911" y="1"/>
                    <a:pt x="764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3" name="Google Shape;3106;p63">
              <a:extLst>
                <a:ext uri="{FF2B5EF4-FFF2-40B4-BE49-F238E27FC236}">
                  <a16:creationId xmlns:a16="http://schemas.microsoft.com/office/drawing/2014/main" id="{34001BFF-5F1D-4B73-83E1-8C569DA2C7A7}"/>
                </a:ext>
              </a:extLst>
            </p:cNvPr>
            <p:cNvSpPr/>
            <p:nvPr/>
          </p:nvSpPr>
          <p:spPr>
            <a:xfrm>
              <a:off x="7329002" y="2181174"/>
              <a:ext cx="19597" cy="72037"/>
            </a:xfrm>
            <a:custGeom>
              <a:avLst/>
              <a:gdLst/>
              <a:ahLst/>
              <a:cxnLst/>
              <a:rect l="l" t="t" r="r" b="b"/>
              <a:pathLst>
                <a:path w="1006" h="3698" extrusionOk="0">
                  <a:moveTo>
                    <a:pt x="0" y="1"/>
                  </a:moveTo>
                  <a:cubicBezTo>
                    <a:pt x="147" y="1"/>
                    <a:pt x="247" y="101"/>
                    <a:pt x="247" y="248"/>
                  </a:cubicBezTo>
                  <a:lnTo>
                    <a:pt x="247" y="3457"/>
                  </a:lnTo>
                  <a:cubicBezTo>
                    <a:pt x="247" y="3575"/>
                    <a:pt x="147" y="3698"/>
                    <a:pt x="0" y="3698"/>
                  </a:cubicBezTo>
                  <a:lnTo>
                    <a:pt x="764" y="3698"/>
                  </a:lnTo>
                  <a:cubicBezTo>
                    <a:pt x="911" y="3698"/>
                    <a:pt x="1005" y="3575"/>
                    <a:pt x="1005" y="3457"/>
                  </a:cubicBezTo>
                  <a:lnTo>
                    <a:pt x="1005" y="248"/>
                  </a:lnTo>
                  <a:cubicBezTo>
                    <a:pt x="1005" y="101"/>
                    <a:pt x="911" y="1"/>
                    <a:pt x="764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4" name="Google Shape;3107;p63">
              <a:extLst>
                <a:ext uri="{FF2B5EF4-FFF2-40B4-BE49-F238E27FC236}">
                  <a16:creationId xmlns:a16="http://schemas.microsoft.com/office/drawing/2014/main" id="{31D9053E-CE73-5952-48CB-075575072B89}"/>
                </a:ext>
              </a:extLst>
            </p:cNvPr>
            <p:cNvSpPr/>
            <p:nvPr/>
          </p:nvSpPr>
          <p:spPr>
            <a:xfrm>
              <a:off x="7037603" y="1997986"/>
              <a:ext cx="133516" cy="26688"/>
            </a:xfrm>
            <a:custGeom>
              <a:avLst/>
              <a:gdLst/>
              <a:ahLst/>
              <a:cxnLst/>
              <a:rect l="l" t="t" r="r" b="b"/>
              <a:pathLst>
                <a:path w="6854" h="1370" extrusionOk="0">
                  <a:moveTo>
                    <a:pt x="94" y="0"/>
                  </a:moveTo>
                  <a:cubicBezTo>
                    <a:pt x="47" y="0"/>
                    <a:pt x="0" y="24"/>
                    <a:pt x="0" y="77"/>
                  </a:cubicBezTo>
                  <a:lnTo>
                    <a:pt x="0" y="1276"/>
                  </a:lnTo>
                  <a:cubicBezTo>
                    <a:pt x="0" y="1323"/>
                    <a:pt x="47" y="1370"/>
                    <a:pt x="94" y="1370"/>
                  </a:cubicBezTo>
                  <a:lnTo>
                    <a:pt x="6783" y="1370"/>
                  </a:lnTo>
                  <a:cubicBezTo>
                    <a:pt x="6830" y="1370"/>
                    <a:pt x="6854" y="1323"/>
                    <a:pt x="6854" y="1276"/>
                  </a:cubicBezTo>
                  <a:lnTo>
                    <a:pt x="6854" y="77"/>
                  </a:lnTo>
                  <a:cubicBezTo>
                    <a:pt x="6854" y="24"/>
                    <a:pt x="6830" y="0"/>
                    <a:pt x="6783" y="0"/>
                  </a:cubicBezTo>
                  <a:close/>
                </a:path>
              </a:pathLst>
            </a:custGeom>
            <a:solidFill>
              <a:srgbClr val="FFE1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5" name="Google Shape;3108;p63">
              <a:extLst>
                <a:ext uri="{FF2B5EF4-FFF2-40B4-BE49-F238E27FC236}">
                  <a16:creationId xmlns:a16="http://schemas.microsoft.com/office/drawing/2014/main" id="{99719796-EAAA-1BA2-46F1-66D0EBC8EF2E}"/>
                </a:ext>
              </a:extLst>
            </p:cNvPr>
            <p:cNvSpPr/>
            <p:nvPr/>
          </p:nvSpPr>
          <p:spPr>
            <a:xfrm>
              <a:off x="7141567" y="1997986"/>
              <a:ext cx="29551" cy="26688"/>
            </a:xfrm>
            <a:custGeom>
              <a:avLst/>
              <a:gdLst/>
              <a:ahLst/>
              <a:cxnLst/>
              <a:rect l="l" t="t" r="r" b="b"/>
              <a:pathLst>
                <a:path w="1517" h="1370" extrusionOk="0">
                  <a:moveTo>
                    <a:pt x="0" y="0"/>
                  </a:moveTo>
                  <a:lnTo>
                    <a:pt x="0" y="1370"/>
                  </a:lnTo>
                  <a:lnTo>
                    <a:pt x="1446" y="1370"/>
                  </a:lnTo>
                  <a:cubicBezTo>
                    <a:pt x="1493" y="1370"/>
                    <a:pt x="1517" y="1323"/>
                    <a:pt x="1517" y="1276"/>
                  </a:cubicBezTo>
                  <a:lnTo>
                    <a:pt x="1517" y="77"/>
                  </a:lnTo>
                  <a:cubicBezTo>
                    <a:pt x="1517" y="24"/>
                    <a:pt x="1493" y="0"/>
                    <a:pt x="1446" y="0"/>
                  </a:cubicBezTo>
                  <a:close/>
                </a:path>
              </a:pathLst>
            </a:custGeom>
            <a:solidFill>
              <a:srgbClr val="00C7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" name="Google Shape;3109;p63">
              <a:extLst>
                <a:ext uri="{FF2B5EF4-FFF2-40B4-BE49-F238E27FC236}">
                  <a16:creationId xmlns:a16="http://schemas.microsoft.com/office/drawing/2014/main" id="{BC96D4C8-A997-E441-D302-9583D8D5D612}"/>
                </a:ext>
              </a:extLst>
            </p:cNvPr>
            <p:cNvSpPr/>
            <p:nvPr/>
          </p:nvSpPr>
          <p:spPr>
            <a:xfrm>
              <a:off x="7154969" y="1997986"/>
              <a:ext cx="16149" cy="26688"/>
            </a:xfrm>
            <a:custGeom>
              <a:avLst/>
              <a:gdLst/>
              <a:ahLst/>
              <a:cxnLst/>
              <a:rect l="l" t="t" r="r" b="b"/>
              <a:pathLst>
                <a:path w="829" h="1370" extrusionOk="0">
                  <a:moveTo>
                    <a:pt x="0" y="0"/>
                  </a:moveTo>
                  <a:cubicBezTo>
                    <a:pt x="24" y="0"/>
                    <a:pt x="71" y="24"/>
                    <a:pt x="71" y="77"/>
                  </a:cubicBezTo>
                  <a:lnTo>
                    <a:pt x="71" y="1276"/>
                  </a:lnTo>
                  <a:cubicBezTo>
                    <a:pt x="71" y="1323"/>
                    <a:pt x="24" y="1370"/>
                    <a:pt x="0" y="1370"/>
                  </a:cubicBezTo>
                  <a:lnTo>
                    <a:pt x="758" y="1370"/>
                  </a:lnTo>
                  <a:cubicBezTo>
                    <a:pt x="805" y="1370"/>
                    <a:pt x="829" y="1323"/>
                    <a:pt x="829" y="1276"/>
                  </a:cubicBezTo>
                  <a:lnTo>
                    <a:pt x="829" y="77"/>
                  </a:lnTo>
                  <a:cubicBezTo>
                    <a:pt x="829" y="24"/>
                    <a:pt x="805" y="0"/>
                    <a:pt x="758" y="0"/>
                  </a:cubicBezTo>
                  <a:close/>
                </a:path>
              </a:pathLst>
            </a:custGeom>
            <a:solidFill>
              <a:srgbClr val="00C7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" name="Google Shape;3110;p63">
              <a:extLst>
                <a:ext uri="{FF2B5EF4-FFF2-40B4-BE49-F238E27FC236}">
                  <a16:creationId xmlns:a16="http://schemas.microsoft.com/office/drawing/2014/main" id="{320388CA-DC7C-8150-7232-A7230018722A}"/>
                </a:ext>
              </a:extLst>
            </p:cNvPr>
            <p:cNvSpPr/>
            <p:nvPr/>
          </p:nvSpPr>
          <p:spPr>
            <a:xfrm>
              <a:off x="7037603" y="2101034"/>
              <a:ext cx="133516" cy="26240"/>
            </a:xfrm>
            <a:custGeom>
              <a:avLst/>
              <a:gdLst/>
              <a:ahLst/>
              <a:cxnLst/>
              <a:rect l="l" t="t" r="r" b="b"/>
              <a:pathLst>
                <a:path w="6854" h="1347" extrusionOk="0">
                  <a:moveTo>
                    <a:pt x="94" y="0"/>
                  </a:moveTo>
                  <a:cubicBezTo>
                    <a:pt x="47" y="0"/>
                    <a:pt x="0" y="24"/>
                    <a:pt x="0" y="77"/>
                  </a:cubicBezTo>
                  <a:lnTo>
                    <a:pt x="0" y="1276"/>
                  </a:lnTo>
                  <a:cubicBezTo>
                    <a:pt x="0" y="1323"/>
                    <a:pt x="47" y="1346"/>
                    <a:pt x="94" y="1346"/>
                  </a:cubicBezTo>
                  <a:lnTo>
                    <a:pt x="6783" y="1346"/>
                  </a:lnTo>
                  <a:cubicBezTo>
                    <a:pt x="6830" y="1346"/>
                    <a:pt x="6854" y="1323"/>
                    <a:pt x="6854" y="1276"/>
                  </a:cubicBezTo>
                  <a:lnTo>
                    <a:pt x="6854" y="77"/>
                  </a:lnTo>
                  <a:cubicBezTo>
                    <a:pt x="6854" y="24"/>
                    <a:pt x="6830" y="0"/>
                    <a:pt x="6783" y="0"/>
                  </a:cubicBezTo>
                  <a:close/>
                </a:path>
              </a:pathLst>
            </a:custGeom>
            <a:solidFill>
              <a:srgbClr val="FFE1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" name="Google Shape;3111;p63">
              <a:extLst>
                <a:ext uri="{FF2B5EF4-FFF2-40B4-BE49-F238E27FC236}">
                  <a16:creationId xmlns:a16="http://schemas.microsoft.com/office/drawing/2014/main" id="{DA55A358-44A9-16E2-7D16-F6EB97048C1F}"/>
                </a:ext>
              </a:extLst>
            </p:cNvPr>
            <p:cNvSpPr/>
            <p:nvPr/>
          </p:nvSpPr>
          <p:spPr>
            <a:xfrm>
              <a:off x="7141567" y="2101034"/>
              <a:ext cx="29551" cy="26240"/>
            </a:xfrm>
            <a:custGeom>
              <a:avLst/>
              <a:gdLst/>
              <a:ahLst/>
              <a:cxnLst/>
              <a:rect l="l" t="t" r="r" b="b"/>
              <a:pathLst>
                <a:path w="1517" h="1347" extrusionOk="0">
                  <a:moveTo>
                    <a:pt x="0" y="0"/>
                  </a:moveTo>
                  <a:lnTo>
                    <a:pt x="0" y="1346"/>
                  </a:lnTo>
                  <a:lnTo>
                    <a:pt x="1446" y="1346"/>
                  </a:lnTo>
                  <a:cubicBezTo>
                    <a:pt x="1493" y="1346"/>
                    <a:pt x="1517" y="1323"/>
                    <a:pt x="1517" y="1276"/>
                  </a:cubicBezTo>
                  <a:lnTo>
                    <a:pt x="1517" y="77"/>
                  </a:lnTo>
                  <a:cubicBezTo>
                    <a:pt x="1517" y="24"/>
                    <a:pt x="1493" y="0"/>
                    <a:pt x="1446" y="0"/>
                  </a:cubicBezTo>
                  <a:close/>
                </a:path>
              </a:pathLst>
            </a:custGeom>
            <a:solidFill>
              <a:srgbClr val="00C7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" name="Google Shape;3112;p63">
              <a:extLst>
                <a:ext uri="{FF2B5EF4-FFF2-40B4-BE49-F238E27FC236}">
                  <a16:creationId xmlns:a16="http://schemas.microsoft.com/office/drawing/2014/main" id="{6EB59B6B-2829-4193-8D2D-34D2C0CC72D6}"/>
                </a:ext>
              </a:extLst>
            </p:cNvPr>
            <p:cNvSpPr/>
            <p:nvPr/>
          </p:nvSpPr>
          <p:spPr>
            <a:xfrm>
              <a:off x="7154969" y="2101034"/>
              <a:ext cx="16149" cy="26240"/>
            </a:xfrm>
            <a:custGeom>
              <a:avLst/>
              <a:gdLst/>
              <a:ahLst/>
              <a:cxnLst/>
              <a:rect l="l" t="t" r="r" b="b"/>
              <a:pathLst>
                <a:path w="829" h="1347" extrusionOk="0">
                  <a:moveTo>
                    <a:pt x="0" y="0"/>
                  </a:moveTo>
                  <a:cubicBezTo>
                    <a:pt x="24" y="0"/>
                    <a:pt x="71" y="24"/>
                    <a:pt x="71" y="77"/>
                  </a:cubicBezTo>
                  <a:lnTo>
                    <a:pt x="71" y="1276"/>
                  </a:lnTo>
                  <a:cubicBezTo>
                    <a:pt x="71" y="1323"/>
                    <a:pt x="24" y="1346"/>
                    <a:pt x="0" y="1346"/>
                  </a:cubicBezTo>
                  <a:lnTo>
                    <a:pt x="758" y="1346"/>
                  </a:lnTo>
                  <a:cubicBezTo>
                    <a:pt x="805" y="1346"/>
                    <a:pt x="829" y="1323"/>
                    <a:pt x="829" y="1276"/>
                  </a:cubicBezTo>
                  <a:lnTo>
                    <a:pt x="829" y="77"/>
                  </a:lnTo>
                  <a:cubicBezTo>
                    <a:pt x="829" y="24"/>
                    <a:pt x="805" y="0"/>
                    <a:pt x="758" y="0"/>
                  </a:cubicBezTo>
                  <a:close/>
                </a:path>
              </a:pathLst>
            </a:custGeom>
            <a:solidFill>
              <a:srgbClr val="00C7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0" name="Google Shape;3113;p63">
              <a:extLst>
                <a:ext uri="{FF2B5EF4-FFF2-40B4-BE49-F238E27FC236}">
                  <a16:creationId xmlns:a16="http://schemas.microsoft.com/office/drawing/2014/main" id="{EE282E40-05C7-E112-7F1D-51294F3473E9}"/>
                </a:ext>
              </a:extLst>
            </p:cNvPr>
            <p:cNvSpPr/>
            <p:nvPr/>
          </p:nvSpPr>
          <p:spPr>
            <a:xfrm>
              <a:off x="7037603" y="2204083"/>
              <a:ext cx="133516" cy="26240"/>
            </a:xfrm>
            <a:custGeom>
              <a:avLst/>
              <a:gdLst/>
              <a:ahLst/>
              <a:cxnLst/>
              <a:rect l="l" t="t" r="r" b="b"/>
              <a:pathLst>
                <a:path w="6854" h="1347" extrusionOk="0">
                  <a:moveTo>
                    <a:pt x="94" y="0"/>
                  </a:moveTo>
                  <a:cubicBezTo>
                    <a:pt x="47" y="0"/>
                    <a:pt x="0" y="24"/>
                    <a:pt x="0" y="77"/>
                  </a:cubicBezTo>
                  <a:lnTo>
                    <a:pt x="0" y="1276"/>
                  </a:lnTo>
                  <a:cubicBezTo>
                    <a:pt x="0" y="1323"/>
                    <a:pt x="47" y="1346"/>
                    <a:pt x="94" y="1346"/>
                  </a:cubicBezTo>
                  <a:lnTo>
                    <a:pt x="6783" y="1346"/>
                  </a:lnTo>
                  <a:cubicBezTo>
                    <a:pt x="6830" y="1346"/>
                    <a:pt x="6854" y="1323"/>
                    <a:pt x="6854" y="1276"/>
                  </a:cubicBezTo>
                  <a:lnTo>
                    <a:pt x="6854" y="77"/>
                  </a:lnTo>
                  <a:cubicBezTo>
                    <a:pt x="6854" y="24"/>
                    <a:pt x="6830" y="0"/>
                    <a:pt x="6783" y="0"/>
                  </a:cubicBezTo>
                  <a:close/>
                </a:path>
              </a:pathLst>
            </a:custGeom>
            <a:solidFill>
              <a:srgbClr val="FFE1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1" name="Google Shape;3114;p63">
              <a:extLst>
                <a:ext uri="{FF2B5EF4-FFF2-40B4-BE49-F238E27FC236}">
                  <a16:creationId xmlns:a16="http://schemas.microsoft.com/office/drawing/2014/main" id="{0F94D4AB-B51C-3A16-DB2E-EB7D7B3C52DB}"/>
                </a:ext>
              </a:extLst>
            </p:cNvPr>
            <p:cNvSpPr/>
            <p:nvPr/>
          </p:nvSpPr>
          <p:spPr>
            <a:xfrm>
              <a:off x="7141567" y="2204083"/>
              <a:ext cx="29551" cy="26240"/>
            </a:xfrm>
            <a:custGeom>
              <a:avLst/>
              <a:gdLst/>
              <a:ahLst/>
              <a:cxnLst/>
              <a:rect l="l" t="t" r="r" b="b"/>
              <a:pathLst>
                <a:path w="1517" h="1347" extrusionOk="0">
                  <a:moveTo>
                    <a:pt x="0" y="0"/>
                  </a:moveTo>
                  <a:lnTo>
                    <a:pt x="0" y="1346"/>
                  </a:lnTo>
                  <a:lnTo>
                    <a:pt x="1446" y="1346"/>
                  </a:lnTo>
                  <a:cubicBezTo>
                    <a:pt x="1493" y="1346"/>
                    <a:pt x="1517" y="1323"/>
                    <a:pt x="1517" y="1276"/>
                  </a:cubicBezTo>
                  <a:lnTo>
                    <a:pt x="1517" y="77"/>
                  </a:lnTo>
                  <a:cubicBezTo>
                    <a:pt x="1517" y="24"/>
                    <a:pt x="1493" y="0"/>
                    <a:pt x="1446" y="0"/>
                  </a:cubicBezTo>
                  <a:close/>
                </a:path>
              </a:pathLst>
            </a:custGeom>
            <a:solidFill>
              <a:srgbClr val="00C7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" name="Google Shape;3115;p63">
              <a:extLst>
                <a:ext uri="{FF2B5EF4-FFF2-40B4-BE49-F238E27FC236}">
                  <a16:creationId xmlns:a16="http://schemas.microsoft.com/office/drawing/2014/main" id="{C018B125-FE66-29B0-B717-D2E7263FF83E}"/>
                </a:ext>
              </a:extLst>
            </p:cNvPr>
            <p:cNvSpPr/>
            <p:nvPr/>
          </p:nvSpPr>
          <p:spPr>
            <a:xfrm>
              <a:off x="7154969" y="2204083"/>
              <a:ext cx="16149" cy="26240"/>
            </a:xfrm>
            <a:custGeom>
              <a:avLst/>
              <a:gdLst/>
              <a:ahLst/>
              <a:cxnLst/>
              <a:rect l="l" t="t" r="r" b="b"/>
              <a:pathLst>
                <a:path w="829" h="1347" extrusionOk="0">
                  <a:moveTo>
                    <a:pt x="0" y="0"/>
                  </a:moveTo>
                  <a:cubicBezTo>
                    <a:pt x="24" y="0"/>
                    <a:pt x="71" y="24"/>
                    <a:pt x="71" y="77"/>
                  </a:cubicBezTo>
                  <a:lnTo>
                    <a:pt x="71" y="1276"/>
                  </a:lnTo>
                  <a:cubicBezTo>
                    <a:pt x="71" y="1323"/>
                    <a:pt x="24" y="1346"/>
                    <a:pt x="0" y="1346"/>
                  </a:cubicBezTo>
                  <a:lnTo>
                    <a:pt x="758" y="1346"/>
                  </a:lnTo>
                  <a:cubicBezTo>
                    <a:pt x="805" y="1346"/>
                    <a:pt x="829" y="1323"/>
                    <a:pt x="829" y="1276"/>
                  </a:cubicBezTo>
                  <a:lnTo>
                    <a:pt x="829" y="77"/>
                  </a:lnTo>
                  <a:cubicBezTo>
                    <a:pt x="829" y="24"/>
                    <a:pt x="805" y="0"/>
                    <a:pt x="758" y="0"/>
                  </a:cubicBezTo>
                  <a:close/>
                </a:path>
              </a:pathLst>
            </a:custGeom>
            <a:solidFill>
              <a:srgbClr val="00C7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3" name="Google Shape;3116;p63">
              <a:extLst>
                <a:ext uri="{FF2B5EF4-FFF2-40B4-BE49-F238E27FC236}">
                  <a16:creationId xmlns:a16="http://schemas.microsoft.com/office/drawing/2014/main" id="{0F97E9F7-D87B-F52C-94A3-CF67A3B429C9}"/>
                </a:ext>
              </a:extLst>
            </p:cNvPr>
            <p:cNvSpPr/>
            <p:nvPr/>
          </p:nvSpPr>
          <p:spPr>
            <a:xfrm>
              <a:off x="7143963" y="2302884"/>
              <a:ext cx="41025" cy="40557"/>
            </a:xfrm>
            <a:custGeom>
              <a:avLst/>
              <a:gdLst/>
              <a:ahLst/>
              <a:cxnLst/>
              <a:rect l="l" t="t" r="r" b="b"/>
              <a:pathLst>
                <a:path w="2106" h="2082" extrusionOk="0">
                  <a:moveTo>
                    <a:pt x="1053" y="1"/>
                  </a:moveTo>
                  <a:cubicBezTo>
                    <a:pt x="465" y="1"/>
                    <a:pt x="1" y="465"/>
                    <a:pt x="1" y="1030"/>
                  </a:cubicBezTo>
                  <a:cubicBezTo>
                    <a:pt x="1" y="1617"/>
                    <a:pt x="465" y="2082"/>
                    <a:pt x="1053" y="2082"/>
                  </a:cubicBezTo>
                  <a:cubicBezTo>
                    <a:pt x="1641" y="2082"/>
                    <a:pt x="2105" y="1617"/>
                    <a:pt x="2105" y="1030"/>
                  </a:cubicBezTo>
                  <a:cubicBezTo>
                    <a:pt x="2105" y="465"/>
                    <a:pt x="1641" y="1"/>
                    <a:pt x="1053" y="1"/>
                  </a:cubicBezTo>
                  <a:close/>
                </a:path>
              </a:pathLst>
            </a:custGeom>
            <a:solidFill>
              <a:srgbClr val="FFE1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4" name="Google Shape;3117;p63">
              <a:extLst>
                <a:ext uri="{FF2B5EF4-FFF2-40B4-BE49-F238E27FC236}">
                  <a16:creationId xmlns:a16="http://schemas.microsoft.com/office/drawing/2014/main" id="{FD842972-B42C-ADF3-0361-148EE2A5BCE1}"/>
                </a:ext>
              </a:extLst>
            </p:cNvPr>
            <p:cNvSpPr/>
            <p:nvPr/>
          </p:nvSpPr>
          <p:spPr>
            <a:xfrm>
              <a:off x="7031876" y="2198355"/>
              <a:ext cx="144970" cy="37694"/>
            </a:xfrm>
            <a:custGeom>
              <a:avLst/>
              <a:gdLst/>
              <a:ahLst/>
              <a:cxnLst/>
              <a:rect l="l" t="t" r="r" b="b"/>
              <a:pathLst>
                <a:path w="7442" h="1935" extrusionOk="0">
                  <a:moveTo>
                    <a:pt x="5337" y="565"/>
                  </a:moveTo>
                  <a:lnTo>
                    <a:pt x="5337" y="1370"/>
                  </a:lnTo>
                  <a:lnTo>
                    <a:pt x="588" y="1370"/>
                  </a:lnTo>
                  <a:lnTo>
                    <a:pt x="588" y="565"/>
                  </a:lnTo>
                  <a:close/>
                  <a:moveTo>
                    <a:pt x="6877" y="565"/>
                  </a:moveTo>
                  <a:lnTo>
                    <a:pt x="6877" y="1370"/>
                  </a:lnTo>
                  <a:lnTo>
                    <a:pt x="5902" y="1370"/>
                  </a:lnTo>
                  <a:lnTo>
                    <a:pt x="5902" y="565"/>
                  </a:lnTo>
                  <a:close/>
                  <a:moveTo>
                    <a:pt x="388" y="1"/>
                  </a:moveTo>
                  <a:cubicBezTo>
                    <a:pt x="171" y="1"/>
                    <a:pt x="0" y="171"/>
                    <a:pt x="0" y="371"/>
                  </a:cubicBezTo>
                  <a:lnTo>
                    <a:pt x="0" y="1570"/>
                  </a:lnTo>
                  <a:cubicBezTo>
                    <a:pt x="0" y="1764"/>
                    <a:pt x="171" y="1934"/>
                    <a:pt x="388" y="1934"/>
                  </a:cubicBezTo>
                  <a:lnTo>
                    <a:pt x="7077" y="1934"/>
                  </a:lnTo>
                  <a:cubicBezTo>
                    <a:pt x="7271" y="1934"/>
                    <a:pt x="7442" y="1764"/>
                    <a:pt x="7442" y="1570"/>
                  </a:cubicBezTo>
                  <a:lnTo>
                    <a:pt x="7442" y="371"/>
                  </a:lnTo>
                  <a:cubicBezTo>
                    <a:pt x="7442" y="171"/>
                    <a:pt x="7271" y="1"/>
                    <a:pt x="7077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5" name="Google Shape;3118;p63">
              <a:extLst>
                <a:ext uri="{FF2B5EF4-FFF2-40B4-BE49-F238E27FC236}">
                  <a16:creationId xmlns:a16="http://schemas.microsoft.com/office/drawing/2014/main" id="{D685CF3D-C908-28CF-3A14-802F597610B2}"/>
                </a:ext>
              </a:extLst>
            </p:cNvPr>
            <p:cNvSpPr/>
            <p:nvPr/>
          </p:nvSpPr>
          <p:spPr>
            <a:xfrm>
              <a:off x="7204545" y="2211758"/>
              <a:ext cx="11006" cy="11006"/>
            </a:xfrm>
            <a:custGeom>
              <a:avLst/>
              <a:gdLst/>
              <a:ahLst/>
              <a:cxnLst/>
              <a:rect l="l" t="t" r="r" b="b"/>
              <a:pathLst>
                <a:path w="565" h="565" extrusionOk="0">
                  <a:moveTo>
                    <a:pt x="271" y="0"/>
                  </a:moveTo>
                  <a:cubicBezTo>
                    <a:pt x="124" y="0"/>
                    <a:pt x="0" y="124"/>
                    <a:pt x="0" y="271"/>
                  </a:cubicBezTo>
                  <a:cubicBezTo>
                    <a:pt x="0" y="441"/>
                    <a:pt x="124" y="564"/>
                    <a:pt x="271" y="564"/>
                  </a:cubicBezTo>
                  <a:cubicBezTo>
                    <a:pt x="441" y="564"/>
                    <a:pt x="564" y="441"/>
                    <a:pt x="564" y="271"/>
                  </a:cubicBezTo>
                  <a:cubicBezTo>
                    <a:pt x="564" y="124"/>
                    <a:pt x="441" y="0"/>
                    <a:pt x="271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" name="Google Shape;3119;p63">
              <a:extLst>
                <a:ext uri="{FF2B5EF4-FFF2-40B4-BE49-F238E27FC236}">
                  <a16:creationId xmlns:a16="http://schemas.microsoft.com/office/drawing/2014/main" id="{60A11EE1-9736-029F-48BD-83F1B17581F8}"/>
                </a:ext>
              </a:extLst>
            </p:cNvPr>
            <p:cNvSpPr/>
            <p:nvPr/>
          </p:nvSpPr>
          <p:spPr>
            <a:xfrm>
              <a:off x="7229850" y="2211758"/>
              <a:ext cx="11006" cy="11006"/>
            </a:xfrm>
            <a:custGeom>
              <a:avLst/>
              <a:gdLst/>
              <a:ahLst/>
              <a:cxnLst/>
              <a:rect l="l" t="t" r="r" b="b"/>
              <a:pathLst>
                <a:path w="565" h="565" extrusionOk="0">
                  <a:moveTo>
                    <a:pt x="271" y="0"/>
                  </a:moveTo>
                  <a:cubicBezTo>
                    <a:pt x="124" y="0"/>
                    <a:pt x="0" y="124"/>
                    <a:pt x="0" y="271"/>
                  </a:cubicBezTo>
                  <a:cubicBezTo>
                    <a:pt x="0" y="441"/>
                    <a:pt x="124" y="564"/>
                    <a:pt x="271" y="564"/>
                  </a:cubicBezTo>
                  <a:cubicBezTo>
                    <a:pt x="441" y="564"/>
                    <a:pt x="564" y="441"/>
                    <a:pt x="564" y="271"/>
                  </a:cubicBezTo>
                  <a:cubicBezTo>
                    <a:pt x="564" y="124"/>
                    <a:pt x="441" y="0"/>
                    <a:pt x="271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" name="Google Shape;3120;p63">
              <a:extLst>
                <a:ext uri="{FF2B5EF4-FFF2-40B4-BE49-F238E27FC236}">
                  <a16:creationId xmlns:a16="http://schemas.microsoft.com/office/drawing/2014/main" id="{FF07CB0F-68B7-4660-CF3C-BC96A784D4BD}"/>
                </a:ext>
              </a:extLst>
            </p:cNvPr>
            <p:cNvSpPr/>
            <p:nvPr/>
          </p:nvSpPr>
          <p:spPr>
            <a:xfrm>
              <a:off x="7254121" y="2211621"/>
              <a:ext cx="12954" cy="11162"/>
            </a:xfrm>
            <a:custGeom>
              <a:avLst/>
              <a:gdLst/>
              <a:ahLst/>
              <a:cxnLst/>
              <a:rect l="l" t="t" r="r" b="b"/>
              <a:pathLst>
                <a:path w="665" h="573" extrusionOk="0">
                  <a:moveTo>
                    <a:pt x="320" y="1"/>
                  </a:moveTo>
                  <a:cubicBezTo>
                    <a:pt x="211" y="1"/>
                    <a:pt x="111" y="70"/>
                    <a:pt x="77" y="178"/>
                  </a:cubicBezTo>
                  <a:cubicBezTo>
                    <a:pt x="0" y="325"/>
                    <a:pt x="77" y="495"/>
                    <a:pt x="224" y="542"/>
                  </a:cubicBezTo>
                  <a:cubicBezTo>
                    <a:pt x="263" y="563"/>
                    <a:pt x="305" y="572"/>
                    <a:pt x="345" y="572"/>
                  </a:cubicBezTo>
                  <a:cubicBezTo>
                    <a:pt x="454" y="572"/>
                    <a:pt x="554" y="502"/>
                    <a:pt x="588" y="395"/>
                  </a:cubicBezTo>
                  <a:cubicBezTo>
                    <a:pt x="664" y="248"/>
                    <a:pt x="588" y="78"/>
                    <a:pt x="441" y="31"/>
                  </a:cubicBezTo>
                  <a:cubicBezTo>
                    <a:pt x="401" y="10"/>
                    <a:pt x="360" y="1"/>
                    <a:pt x="320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" name="Google Shape;3121;p63">
              <a:extLst>
                <a:ext uri="{FF2B5EF4-FFF2-40B4-BE49-F238E27FC236}">
                  <a16:creationId xmlns:a16="http://schemas.microsoft.com/office/drawing/2014/main" id="{C1A59EA7-656E-9F10-43AF-C359B0094AFF}"/>
                </a:ext>
              </a:extLst>
            </p:cNvPr>
            <p:cNvSpPr/>
            <p:nvPr/>
          </p:nvSpPr>
          <p:spPr>
            <a:xfrm>
              <a:off x="7279874" y="2211758"/>
              <a:ext cx="11474" cy="11006"/>
            </a:xfrm>
            <a:custGeom>
              <a:avLst/>
              <a:gdLst/>
              <a:ahLst/>
              <a:cxnLst/>
              <a:rect l="l" t="t" r="r" b="b"/>
              <a:pathLst>
                <a:path w="589" h="565" extrusionOk="0">
                  <a:moveTo>
                    <a:pt x="295" y="0"/>
                  </a:moveTo>
                  <a:cubicBezTo>
                    <a:pt x="148" y="0"/>
                    <a:pt x="1" y="124"/>
                    <a:pt x="1" y="271"/>
                  </a:cubicBezTo>
                  <a:cubicBezTo>
                    <a:pt x="1" y="441"/>
                    <a:pt x="148" y="564"/>
                    <a:pt x="295" y="564"/>
                  </a:cubicBezTo>
                  <a:cubicBezTo>
                    <a:pt x="442" y="564"/>
                    <a:pt x="589" y="441"/>
                    <a:pt x="589" y="271"/>
                  </a:cubicBezTo>
                  <a:cubicBezTo>
                    <a:pt x="589" y="124"/>
                    <a:pt x="442" y="0"/>
                    <a:pt x="295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" name="Google Shape;3122;p63">
              <a:extLst>
                <a:ext uri="{FF2B5EF4-FFF2-40B4-BE49-F238E27FC236}">
                  <a16:creationId xmlns:a16="http://schemas.microsoft.com/office/drawing/2014/main" id="{6E5F5C15-E80C-1879-2F6B-22742F4FFCB4}"/>
                </a:ext>
              </a:extLst>
            </p:cNvPr>
            <p:cNvSpPr/>
            <p:nvPr/>
          </p:nvSpPr>
          <p:spPr>
            <a:xfrm>
              <a:off x="7031876" y="1992259"/>
              <a:ext cx="144970" cy="37694"/>
            </a:xfrm>
            <a:custGeom>
              <a:avLst/>
              <a:gdLst/>
              <a:ahLst/>
              <a:cxnLst/>
              <a:rect l="l" t="t" r="r" b="b"/>
              <a:pathLst>
                <a:path w="7442" h="1935" extrusionOk="0">
                  <a:moveTo>
                    <a:pt x="6877" y="588"/>
                  </a:moveTo>
                  <a:lnTo>
                    <a:pt x="6877" y="1370"/>
                  </a:lnTo>
                  <a:lnTo>
                    <a:pt x="5902" y="1370"/>
                  </a:lnTo>
                  <a:lnTo>
                    <a:pt x="5902" y="588"/>
                  </a:lnTo>
                  <a:close/>
                  <a:moveTo>
                    <a:pt x="388" y="0"/>
                  </a:moveTo>
                  <a:cubicBezTo>
                    <a:pt x="171" y="0"/>
                    <a:pt x="0" y="171"/>
                    <a:pt x="0" y="371"/>
                  </a:cubicBezTo>
                  <a:lnTo>
                    <a:pt x="0" y="1570"/>
                  </a:lnTo>
                  <a:cubicBezTo>
                    <a:pt x="0" y="1787"/>
                    <a:pt x="171" y="1934"/>
                    <a:pt x="388" y="1934"/>
                  </a:cubicBezTo>
                  <a:lnTo>
                    <a:pt x="7077" y="1934"/>
                  </a:lnTo>
                  <a:cubicBezTo>
                    <a:pt x="7271" y="1934"/>
                    <a:pt x="7442" y="1787"/>
                    <a:pt x="7442" y="1570"/>
                  </a:cubicBezTo>
                  <a:lnTo>
                    <a:pt x="7442" y="371"/>
                  </a:lnTo>
                  <a:cubicBezTo>
                    <a:pt x="7442" y="171"/>
                    <a:pt x="7271" y="0"/>
                    <a:pt x="7077" y="0"/>
                  </a:cubicBezTo>
                  <a:lnTo>
                    <a:pt x="3380" y="0"/>
                  </a:lnTo>
                  <a:cubicBezTo>
                    <a:pt x="3204" y="0"/>
                    <a:pt x="3086" y="124"/>
                    <a:pt x="3086" y="294"/>
                  </a:cubicBezTo>
                  <a:cubicBezTo>
                    <a:pt x="3086" y="441"/>
                    <a:pt x="3204" y="588"/>
                    <a:pt x="3380" y="588"/>
                  </a:cubicBezTo>
                  <a:lnTo>
                    <a:pt x="5337" y="588"/>
                  </a:lnTo>
                  <a:lnTo>
                    <a:pt x="5337" y="1370"/>
                  </a:lnTo>
                  <a:lnTo>
                    <a:pt x="588" y="1370"/>
                  </a:lnTo>
                  <a:lnTo>
                    <a:pt x="588" y="588"/>
                  </a:lnTo>
                  <a:lnTo>
                    <a:pt x="2058" y="588"/>
                  </a:lnTo>
                  <a:cubicBezTo>
                    <a:pt x="2205" y="588"/>
                    <a:pt x="2322" y="441"/>
                    <a:pt x="2322" y="294"/>
                  </a:cubicBezTo>
                  <a:cubicBezTo>
                    <a:pt x="2322" y="124"/>
                    <a:pt x="2205" y="0"/>
                    <a:pt x="2058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0" name="Google Shape;3123;p63">
              <a:extLst>
                <a:ext uri="{FF2B5EF4-FFF2-40B4-BE49-F238E27FC236}">
                  <a16:creationId xmlns:a16="http://schemas.microsoft.com/office/drawing/2014/main" id="{FB40E09F-893A-CD46-FE50-FFEE2A947546}"/>
                </a:ext>
              </a:extLst>
            </p:cNvPr>
            <p:cNvSpPr/>
            <p:nvPr/>
          </p:nvSpPr>
          <p:spPr>
            <a:xfrm>
              <a:off x="7204545" y="2005661"/>
              <a:ext cx="11006" cy="11006"/>
            </a:xfrm>
            <a:custGeom>
              <a:avLst/>
              <a:gdLst/>
              <a:ahLst/>
              <a:cxnLst/>
              <a:rect l="l" t="t" r="r" b="b"/>
              <a:pathLst>
                <a:path w="565" h="565" extrusionOk="0">
                  <a:moveTo>
                    <a:pt x="271" y="0"/>
                  </a:moveTo>
                  <a:cubicBezTo>
                    <a:pt x="124" y="0"/>
                    <a:pt x="0" y="124"/>
                    <a:pt x="0" y="294"/>
                  </a:cubicBezTo>
                  <a:cubicBezTo>
                    <a:pt x="0" y="441"/>
                    <a:pt x="124" y="564"/>
                    <a:pt x="271" y="564"/>
                  </a:cubicBezTo>
                  <a:cubicBezTo>
                    <a:pt x="441" y="564"/>
                    <a:pt x="564" y="441"/>
                    <a:pt x="564" y="294"/>
                  </a:cubicBezTo>
                  <a:cubicBezTo>
                    <a:pt x="564" y="124"/>
                    <a:pt x="441" y="0"/>
                    <a:pt x="271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1" name="Google Shape;3124;p63">
              <a:extLst>
                <a:ext uri="{FF2B5EF4-FFF2-40B4-BE49-F238E27FC236}">
                  <a16:creationId xmlns:a16="http://schemas.microsoft.com/office/drawing/2014/main" id="{A0FFEE08-A994-C457-D041-775AC7358DDD}"/>
                </a:ext>
              </a:extLst>
            </p:cNvPr>
            <p:cNvSpPr/>
            <p:nvPr/>
          </p:nvSpPr>
          <p:spPr>
            <a:xfrm>
              <a:off x="7229850" y="2005661"/>
              <a:ext cx="11006" cy="11006"/>
            </a:xfrm>
            <a:custGeom>
              <a:avLst/>
              <a:gdLst/>
              <a:ahLst/>
              <a:cxnLst/>
              <a:rect l="l" t="t" r="r" b="b"/>
              <a:pathLst>
                <a:path w="565" h="565" extrusionOk="0">
                  <a:moveTo>
                    <a:pt x="271" y="0"/>
                  </a:moveTo>
                  <a:cubicBezTo>
                    <a:pt x="124" y="0"/>
                    <a:pt x="0" y="124"/>
                    <a:pt x="0" y="294"/>
                  </a:cubicBezTo>
                  <a:cubicBezTo>
                    <a:pt x="0" y="441"/>
                    <a:pt x="124" y="564"/>
                    <a:pt x="271" y="564"/>
                  </a:cubicBezTo>
                  <a:cubicBezTo>
                    <a:pt x="441" y="564"/>
                    <a:pt x="564" y="441"/>
                    <a:pt x="564" y="294"/>
                  </a:cubicBezTo>
                  <a:cubicBezTo>
                    <a:pt x="564" y="124"/>
                    <a:pt x="441" y="0"/>
                    <a:pt x="271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" name="Google Shape;3125;p63">
              <a:extLst>
                <a:ext uri="{FF2B5EF4-FFF2-40B4-BE49-F238E27FC236}">
                  <a16:creationId xmlns:a16="http://schemas.microsoft.com/office/drawing/2014/main" id="{E8EED6F4-F145-30A7-99D0-8AA5DB964802}"/>
                </a:ext>
              </a:extLst>
            </p:cNvPr>
            <p:cNvSpPr/>
            <p:nvPr/>
          </p:nvSpPr>
          <p:spPr>
            <a:xfrm>
              <a:off x="7254569" y="2005661"/>
              <a:ext cx="11474" cy="11006"/>
            </a:xfrm>
            <a:custGeom>
              <a:avLst/>
              <a:gdLst/>
              <a:ahLst/>
              <a:cxnLst/>
              <a:rect l="l" t="t" r="r" b="b"/>
              <a:pathLst>
                <a:path w="589" h="565" extrusionOk="0">
                  <a:moveTo>
                    <a:pt x="295" y="0"/>
                  </a:moveTo>
                  <a:cubicBezTo>
                    <a:pt x="148" y="0"/>
                    <a:pt x="1" y="124"/>
                    <a:pt x="1" y="294"/>
                  </a:cubicBezTo>
                  <a:cubicBezTo>
                    <a:pt x="1" y="441"/>
                    <a:pt x="148" y="564"/>
                    <a:pt x="295" y="564"/>
                  </a:cubicBezTo>
                  <a:cubicBezTo>
                    <a:pt x="471" y="564"/>
                    <a:pt x="589" y="441"/>
                    <a:pt x="589" y="294"/>
                  </a:cubicBezTo>
                  <a:cubicBezTo>
                    <a:pt x="589" y="124"/>
                    <a:pt x="471" y="0"/>
                    <a:pt x="295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" name="Google Shape;3126;p63">
              <a:extLst>
                <a:ext uri="{FF2B5EF4-FFF2-40B4-BE49-F238E27FC236}">
                  <a16:creationId xmlns:a16="http://schemas.microsoft.com/office/drawing/2014/main" id="{FBD69723-58F0-28B1-8838-3EDF73A6E446}"/>
                </a:ext>
              </a:extLst>
            </p:cNvPr>
            <p:cNvSpPr/>
            <p:nvPr/>
          </p:nvSpPr>
          <p:spPr>
            <a:xfrm>
              <a:off x="7279874" y="2005661"/>
              <a:ext cx="11474" cy="11006"/>
            </a:xfrm>
            <a:custGeom>
              <a:avLst/>
              <a:gdLst/>
              <a:ahLst/>
              <a:cxnLst/>
              <a:rect l="l" t="t" r="r" b="b"/>
              <a:pathLst>
                <a:path w="589" h="565" extrusionOk="0">
                  <a:moveTo>
                    <a:pt x="295" y="0"/>
                  </a:moveTo>
                  <a:cubicBezTo>
                    <a:pt x="148" y="0"/>
                    <a:pt x="1" y="124"/>
                    <a:pt x="1" y="294"/>
                  </a:cubicBezTo>
                  <a:cubicBezTo>
                    <a:pt x="1" y="441"/>
                    <a:pt x="148" y="564"/>
                    <a:pt x="295" y="564"/>
                  </a:cubicBezTo>
                  <a:cubicBezTo>
                    <a:pt x="442" y="564"/>
                    <a:pt x="589" y="441"/>
                    <a:pt x="589" y="294"/>
                  </a:cubicBezTo>
                  <a:cubicBezTo>
                    <a:pt x="589" y="124"/>
                    <a:pt x="442" y="0"/>
                    <a:pt x="295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" name="Google Shape;3127;p63">
              <a:extLst>
                <a:ext uri="{FF2B5EF4-FFF2-40B4-BE49-F238E27FC236}">
                  <a16:creationId xmlns:a16="http://schemas.microsoft.com/office/drawing/2014/main" id="{C59F88AC-495F-DCBC-EFBC-4288A8138A35}"/>
                </a:ext>
              </a:extLst>
            </p:cNvPr>
            <p:cNvSpPr/>
            <p:nvPr/>
          </p:nvSpPr>
          <p:spPr>
            <a:xfrm>
              <a:off x="7031876" y="2095307"/>
              <a:ext cx="144970" cy="37694"/>
            </a:xfrm>
            <a:custGeom>
              <a:avLst/>
              <a:gdLst/>
              <a:ahLst/>
              <a:cxnLst/>
              <a:rect l="l" t="t" r="r" b="b"/>
              <a:pathLst>
                <a:path w="7442" h="1935" extrusionOk="0">
                  <a:moveTo>
                    <a:pt x="5337" y="565"/>
                  </a:moveTo>
                  <a:lnTo>
                    <a:pt x="5337" y="1370"/>
                  </a:lnTo>
                  <a:lnTo>
                    <a:pt x="588" y="1370"/>
                  </a:lnTo>
                  <a:lnTo>
                    <a:pt x="588" y="565"/>
                  </a:lnTo>
                  <a:close/>
                  <a:moveTo>
                    <a:pt x="6877" y="565"/>
                  </a:moveTo>
                  <a:lnTo>
                    <a:pt x="6877" y="1370"/>
                  </a:lnTo>
                  <a:lnTo>
                    <a:pt x="5902" y="1370"/>
                  </a:lnTo>
                  <a:lnTo>
                    <a:pt x="5902" y="565"/>
                  </a:lnTo>
                  <a:close/>
                  <a:moveTo>
                    <a:pt x="388" y="0"/>
                  </a:moveTo>
                  <a:cubicBezTo>
                    <a:pt x="171" y="0"/>
                    <a:pt x="0" y="171"/>
                    <a:pt x="0" y="371"/>
                  </a:cubicBezTo>
                  <a:lnTo>
                    <a:pt x="0" y="1570"/>
                  </a:lnTo>
                  <a:cubicBezTo>
                    <a:pt x="0" y="1764"/>
                    <a:pt x="171" y="1934"/>
                    <a:pt x="388" y="1934"/>
                  </a:cubicBezTo>
                  <a:lnTo>
                    <a:pt x="7077" y="1934"/>
                  </a:lnTo>
                  <a:cubicBezTo>
                    <a:pt x="7271" y="1934"/>
                    <a:pt x="7442" y="1764"/>
                    <a:pt x="7442" y="1570"/>
                  </a:cubicBezTo>
                  <a:lnTo>
                    <a:pt x="7442" y="371"/>
                  </a:lnTo>
                  <a:cubicBezTo>
                    <a:pt x="7442" y="171"/>
                    <a:pt x="7271" y="0"/>
                    <a:pt x="7077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" name="Google Shape;3128;p63">
              <a:extLst>
                <a:ext uri="{FF2B5EF4-FFF2-40B4-BE49-F238E27FC236}">
                  <a16:creationId xmlns:a16="http://schemas.microsoft.com/office/drawing/2014/main" id="{61464605-0927-6BE7-0D27-CD473EFCBD27}"/>
                </a:ext>
              </a:extLst>
            </p:cNvPr>
            <p:cNvSpPr/>
            <p:nvPr/>
          </p:nvSpPr>
          <p:spPr>
            <a:xfrm>
              <a:off x="7204545" y="2108709"/>
              <a:ext cx="11006" cy="11006"/>
            </a:xfrm>
            <a:custGeom>
              <a:avLst/>
              <a:gdLst/>
              <a:ahLst/>
              <a:cxnLst/>
              <a:rect l="l" t="t" r="r" b="b"/>
              <a:pathLst>
                <a:path w="565" h="565" extrusionOk="0">
                  <a:moveTo>
                    <a:pt x="271" y="0"/>
                  </a:moveTo>
                  <a:cubicBezTo>
                    <a:pt x="124" y="0"/>
                    <a:pt x="0" y="124"/>
                    <a:pt x="0" y="294"/>
                  </a:cubicBezTo>
                  <a:cubicBezTo>
                    <a:pt x="0" y="441"/>
                    <a:pt x="124" y="564"/>
                    <a:pt x="271" y="564"/>
                  </a:cubicBezTo>
                  <a:cubicBezTo>
                    <a:pt x="441" y="564"/>
                    <a:pt x="564" y="441"/>
                    <a:pt x="564" y="294"/>
                  </a:cubicBezTo>
                  <a:cubicBezTo>
                    <a:pt x="564" y="124"/>
                    <a:pt x="441" y="0"/>
                    <a:pt x="271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" name="Google Shape;3129;p63">
              <a:extLst>
                <a:ext uri="{FF2B5EF4-FFF2-40B4-BE49-F238E27FC236}">
                  <a16:creationId xmlns:a16="http://schemas.microsoft.com/office/drawing/2014/main" id="{D4F68219-58A6-4587-91FD-E59A1C6BA163}"/>
                </a:ext>
              </a:extLst>
            </p:cNvPr>
            <p:cNvSpPr/>
            <p:nvPr/>
          </p:nvSpPr>
          <p:spPr>
            <a:xfrm>
              <a:off x="7229850" y="2108709"/>
              <a:ext cx="11006" cy="11006"/>
            </a:xfrm>
            <a:custGeom>
              <a:avLst/>
              <a:gdLst/>
              <a:ahLst/>
              <a:cxnLst/>
              <a:rect l="l" t="t" r="r" b="b"/>
              <a:pathLst>
                <a:path w="565" h="565" extrusionOk="0">
                  <a:moveTo>
                    <a:pt x="271" y="0"/>
                  </a:moveTo>
                  <a:cubicBezTo>
                    <a:pt x="124" y="0"/>
                    <a:pt x="0" y="124"/>
                    <a:pt x="0" y="294"/>
                  </a:cubicBezTo>
                  <a:cubicBezTo>
                    <a:pt x="0" y="441"/>
                    <a:pt x="124" y="564"/>
                    <a:pt x="271" y="564"/>
                  </a:cubicBezTo>
                  <a:cubicBezTo>
                    <a:pt x="441" y="564"/>
                    <a:pt x="564" y="441"/>
                    <a:pt x="564" y="294"/>
                  </a:cubicBezTo>
                  <a:cubicBezTo>
                    <a:pt x="564" y="124"/>
                    <a:pt x="441" y="0"/>
                    <a:pt x="271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7" name="Google Shape;3130;p63">
              <a:extLst>
                <a:ext uri="{FF2B5EF4-FFF2-40B4-BE49-F238E27FC236}">
                  <a16:creationId xmlns:a16="http://schemas.microsoft.com/office/drawing/2014/main" id="{54DF0199-29BF-9F4D-559C-957325958EEE}"/>
                </a:ext>
              </a:extLst>
            </p:cNvPr>
            <p:cNvSpPr/>
            <p:nvPr/>
          </p:nvSpPr>
          <p:spPr>
            <a:xfrm>
              <a:off x="7254569" y="2108709"/>
              <a:ext cx="11474" cy="11006"/>
            </a:xfrm>
            <a:custGeom>
              <a:avLst/>
              <a:gdLst/>
              <a:ahLst/>
              <a:cxnLst/>
              <a:rect l="l" t="t" r="r" b="b"/>
              <a:pathLst>
                <a:path w="589" h="565" extrusionOk="0">
                  <a:moveTo>
                    <a:pt x="295" y="0"/>
                  </a:moveTo>
                  <a:cubicBezTo>
                    <a:pt x="148" y="0"/>
                    <a:pt x="1" y="124"/>
                    <a:pt x="1" y="294"/>
                  </a:cubicBezTo>
                  <a:cubicBezTo>
                    <a:pt x="1" y="441"/>
                    <a:pt x="148" y="564"/>
                    <a:pt x="295" y="564"/>
                  </a:cubicBezTo>
                  <a:cubicBezTo>
                    <a:pt x="471" y="564"/>
                    <a:pt x="589" y="441"/>
                    <a:pt x="589" y="294"/>
                  </a:cubicBezTo>
                  <a:cubicBezTo>
                    <a:pt x="589" y="124"/>
                    <a:pt x="471" y="0"/>
                    <a:pt x="295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8" name="Google Shape;3131;p63">
              <a:extLst>
                <a:ext uri="{FF2B5EF4-FFF2-40B4-BE49-F238E27FC236}">
                  <a16:creationId xmlns:a16="http://schemas.microsoft.com/office/drawing/2014/main" id="{9A3A861E-B116-18DE-E846-E85C7B0A0D71}"/>
                </a:ext>
              </a:extLst>
            </p:cNvPr>
            <p:cNvSpPr/>
            <p:nvPr/>
          </p:nvSpPr>
          <p:spPr>
            <a:xfrm>
              <a:off x="7279874" y="2108709"/>
              <a:ext cx="11474" cy="11006"/>
            </a:xfrm>
            <a:custGeom>
              <a:avLst/>
              <a:gdLst/>
              <a:ahLst/>
              <a:cxnLst/>
              <a:rect l="l" t="t" r="r" b="b"/>
              <a:pathLst>
                <a:path w="589" h="565" extrusionOk="0">
                  <a:moveTo>
                    <a:pt x="295" y="0"/>
                  </a:moveTo>
                  <a:cubicBezTo>
                    <a:pt x="148" y="0"/>
                    <a:pt x="1" y="124"/>
                    <a:pt x="1" y="294"/>
                  </a:cubicBezTo>
                  <a:cubicBezTo>
                    <a:pt x="1" y="441"/>
                    <a:pt x="148" y="564"/>
                    <a:pt x="295" y="564"/>
                  </a:cubicBezTo>
                  <a:cubicBezTo>
                    <a:pt x="442" y="564"/>
                    <a:pt x="589" y="441"/>
                    <a:pt x="589" y="294"/>
                  </a:cubicBezTo>
                  <a:cubicBezTo>
                    <a:pt x="589" y="124"/>
                    <a:pt x="442" y="0"/>
                    <a:pt x="295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9" name="Google Shape;3132;p63">
              <a:extLst>
                <a:ext uri="{FF2B5EF4-FFF2-40B4-BE49-F238E27FC236}">
                  <a16:creationId xmlns:a16="http://schemas.microsoft.com/office/drawing/2014/main" id="{31E85546-9560-E7C3-1C73-B7D8EC456899}"/>
                </a:ext>
              </a:extLst>
            </p:cNvPr>
            <p:cNvSpPr/>
            <p:nvPr/>
          </p:nvSpPr>
          <p:spPr>
            <a:xfrm>
              <a:off x="6974625" y="1969818"/>
              <a:ext cx="379704" cy="379354"/>
            </a:xfrm>
            <a:custGeom>
              <a:avLst/>
              <a:gdLst/>
              <a:ahLst/>
              <a:cxnLst/>
              <a:rect l="l" t="t" r="r" b="b"/>
              <a:pathLst>
                <a:path w="19492" h="19474" extrusionOk="0">
                  <a:moveTo>
                    <a:pt x="18927" y="565"/>
                  </a:moveTo>
                  <a:lnTo>
                    <a:pt x="18927" y="3698"/>
                  </a:lnTo>
                  <a:lnTo>
                    <a:pt x="559" y="3698"/>
                  </a:lnTo>
                  <a:lnTo>
                    <a:pt x="559" y="565"/>
                  </a:lnTo>
                  <a:close/>
                  <a:moveTo>
                    <a:pt x="9963" y="4262"/>
                  </a:moveTo>
                  <a:lnTo>
                    <a:pt x="9963" y="5267"/>
                  </a:lnTo>
                  <a:lnTo>
                    <a:pt x="9499" y="5267"/>
                  </a:lnTo>
                  <a:lnTo>
                    <a:pt x="9499" y="4262"/>
                  </a:lnTo>
                  <a:close/>
                  <a:moveTo>
                    <a:pt x="18927" y="5855"/>
                  </a:moveTo>
                  <a:lnTo>
                    <a:pt x="18927" y="8964"/>
                  </a:lnTo>
                  <a:lnTo>
                    <a:pt x="559" y="8964"/>
                  </a:lnTo>
                  <a:lnTo>
                    <a:pt x="559" y="5855"/>
                  </a:lnTo>
                  <a:close/>
                  <a:moveTo>
                    <a:pt x="9963" y="9552"/>
                  </a:moveTo>
                  <a:lnTo>
                    <a:pt x="9963" y="10557"/>
                  </a:lnTo>
                  <a:lnTo>
                    <a:pt x="9499" y="10557"/>
                  </a:lnTo>
                  <a:lnTo>
                    <a:pt x="9499" y="9552"/>
                  </a:lnTo>
                  <a:close/>
                  <a:moveTo>
                    <a:pt x="9963" y="14842"/>
                  </a:moveTo>
                  <a:lnTo>
                    <a:pt x="9963" y="16829"/>
                  </a:lnTo>
                  <a:cubicBezTo>
                    <a:pt x="9893" y="16805"/>
                    <a:pt x="9816" y="16805"/>
                    <a:pt x="9746" y="16805"/>
                  </a:cubicBezTo>
                  <a:cubicBezTo>
                    <a:pt x="9670" y="16805"/>
                    <a:pt x="9575" y="16805"/>
                    <a:pt x="9499" y="16829"/>
                  </a:cubicBezTo>
                  <a:lnTo>
                    <a:pt x="9499" y="14842"/>
                  </a:lnTo>
                  <a:close/>
                  <a:moveTo>
                    <a:pt x="8423" y="17928"/>
                  </a:moveTo>
                  <a:cubicBezTo>
                    <a:pt x="8423" y="17981"/>
                    <a:pt x="8400" y="18051"/>
                    <a:pt x="8400" y="18128"/>
                  </a:cubicBezTo>
                  <a:cubicBezTo>
                    <a:pt x="8400" y="18198"/>
                    <a:pt x="8423" y="18275"/>
                    <a:pt x="8423" y="18345"/>
                  </a:cubicBezTo>
                  <a:lnTo>
                    <a:pt x="4015" y="18345"/>
                  </a:lnTo>
                  <a:lnTo>
                    <a:pt x="4015" y="17928"/>
                  </a:lnTo>
                  <a:close/>
                  <a:moveTo>
                    <a:pt x="15453" y="17928"/>
                  </a:moveTo>
                  <a:lnTo>
                    <a:pt x="15453" y="18345"/>
                  </a:lnTo>
                  <a:lnTo>
                    <a:pt x="11068" y="18345"/>
                  </a:lnTo>
                  <a:lnTo>
                    <a:pt x="11068" y="18128"/>
                  </a:lnTo>
                  <a:lnTo>
                    <a:pt x="11068" y="17928"/>
                  </a:lnTo>
                  <a:close/>
                  <a:moveTo>
                    <a:pt x="9746" y="17363"/>
                  </a:moveTo>
                  <a:cubicBezTo>
                    <a:pt x="10163" y="17363"/>
                    <a:pt x="10504" y="17710"/>
                    <a:pt x="10504" y="18128"/>
                  </a:cubicBezTo>
                  <a:cubicBezTo>
                    <a:pt x="10504" y="18539"/>
                    <a:pt x="10163" y="18886"/>
                    <a:pt x="9746" y="18886"/>
                  </a:cubicBezTo>
                  <a:cubicBezTo>
                    <a:pt x="9329" y="18886"/>
                    <a:pt x="8988" y="18539"/>
                    <a:pt x="8988" y="18128"/>
                  </a:cubicBezTo>
                  <a:cubicBezTo>
                    <a:pt x="8988" y="17710"/>
                    <a:pt x="9329" y="17363"/>
                    <a:pt x="9746" y="17363"/>
                  </a:cubicBezTo>
                  <a:close/>
                  <a:moveTo>
                    <a:pt x="535" y="0"/>
                  </a:moveTo>
                  <a:cubicBezTo>
                    <a:pt x="242" y="0"/>
                    <a:pt x="1" y="224"/>
                    <a:pt x="1" y="518"/>
                  </a:cubicBezTo>
                  <a:lnTo>
                    <a:pt x="1" y="3727"/>
                  </a:lnTo>
                  <a:cubicBezTo>
                    <a:pt x="1" y="4021"/>
                    <a:pt x="242" y="4262"/>
                    <a:pt x="535" y="4262"/>
                  </a:cubicBezTo>
                  <a:lnTo>
                    <a:pt x="8935" y="4262"/>
                  </a:lnTo>
                  <a:lnTo>
                    <a:pt x="8935" y="5267"/>
                  </a:lnTo>
                  <a:lnTo>
                    <a:pt x="535" y="5267"/>
                  </a:lnTo>
                  <a:cubicBezTo>
                    <a:pt x="242" y="5267"/>
                    <a:pt x="1" y="5514"/>
                    <a:pt x="1" y="5808"/>
                  </a:cubicBezTo>
                  <a:lnTo>
                    <a:pt x="1" y="9017"/>
                  </a:lnTo>
                  <a:cubicBezTo>
                    <a:pt x="1" y="9311"/>
                    <a:pt x="242" y="9552"/>
                    <a:pt x="535" y="9552"/>
                  </a:cubicBezTo>
                  <a:lnTo>
                    <a:pt x="8935" y="9552"/>
                  </a:lnTo>
                  <a:lnTo>
                    <a:pt x="8935" y="10557"/>
                  </a:lnTo>
                  <a:lnTo>
                    <a:pt x="535" y="10557"/>
                  </a:lnTo>
                  <a:cubicBezTo>
                    <a:pt x="242" y="10557"/>
                    <a:pt x="1" y="10804"/>
                    <a:pt x="1" y="11098"/>
                  </a:cubicBezTo>
                  <a:lnTo>
                    <a:pt x="1" y="14307"/>
                  </a:lnTo>
                  <a:cubicBezTo>
                    <a:pt x="1" y="14601"/>
                    <a:pt x="242" y="14842"/>
                    <a:pt x="535" y="14842"/>
                  </a:cubicBezTo>
                  <a:lnTo>
                    <a:pt x="8935" y="14842"/>
                  </a:lnTo>
                  <a:lnTo>
                    <a:pt x="8935" y="17070"/>
                  </a:lnTo>
                  <a:cubicBezTo>
                    <a:pt x="8841" y="17146"/>
                    <a:pt x="8741" y="17246"/>
                    <a:pt x="8670" y="17340"/>
                  </a:cubicBezTo>
                  <a:lnTo>
                    <a:pt x="3868" y="17340"/>
                  </a:lnTo>
                  <a:cubicBezTo>
                    <a:pt x="3645" y="17340"/>
                    <a:pt x="3451" y="17540"/>
                    <a:pt x="3451" y="17757"/>
                  </a:cubicBezTo>
                  <a:lnTo>
                    <a:pt x="3451" y="18492"/>
                  </a:lnTo>
                  <a:cubicBezTo>
                    <a:pt x="3451" y="18739"/>
                    <a:pt x="3645" y="18909"/>
                    <a:pt x="3868" y="18909"/>
                  </a:cubicBezTo>
                  <a:lnTo>
                    <a:pt x="8670" y="18909"/>
                  </a:lnTo>
                  <a:cubicBezTo>
                    <a:pt x="8911" y="19250"/>
                    <a:pt x="9305" y="19474"/>
                    <a:pt x="9746" y="19474"/>
                  </a:cubicBezTo>
                  <a:cubicBezTo>
                    <a:pt x="10187" y="19474"/>
                    <a:pt x="10581" y="19250"/>
                    <a:pt x="10822" y="18909"/>
                  </a:cubicBezTo>
                  <a:lnTo>
                    <a:pt x="15624" y="18909"/>
                  </a:lnTo>
                  <a:cubicBezTo>
                    <a:pt x="15841" y="18909"/>
                    <a:pt x="16041" y="18739"/>
                    <a:pt x="16041" y="18492"/>
                  </a:cubicBezTo>
                  <a:lnTo>
                    <a:pt x="16041" y="17757"/>
                  </a:lnTo>
                  <a:cubicBezTo>
                    <a:pt x="16041" y="17540"/>
                    <a:pt x="15841" y="17340"/>
                    <a:pt x="15624" y="17340"/>
                  </a:cubicBezTo>
                  <a:lnTo>
                    <a:pt x="10822" y="17340"/>
                  </a:lnTo>
                  <a:cubicBezTo>
                    <a:pt x="10751" y="17246"/>
                    <a:pt x="10651" y="17146"/>
                    <a:pt x="10551" y="17070"/>
                  </a:cubicBezTo>
                  <a:lnTo>
                    <a:pt x="10551" y="14842"/>
                  </a:lnTo>
                  <a:lnTo>
                    <a:pt x="18956" y="14842"/>
                  </a:lnTo>
                  <a:cubicBezTo>
                    <a:pt x="19250" y="14842"/>
                    <a:pt x="19491" y="14601"/>
                    <a:pt x="19491" y="14307"/>
                  </a:cubicBezTo>
                  <a:lnTo>
                    <a:pt x="19491" y="11098"/>
                  </a:lnTo>
                  <a:cubicBezTo>
                    <a:pt x="19491" y="10804"/>
                    <a:pt x="19250" y="10557"/>
                    <a:pt x="18956" y="10557"/>
                  </a:cubicBezTo>
                  <a:lnTo>
                    <a:pt x="15012" y="10557"/>
                  </a:lnTo>
                  <a:cubicBezTo>
                    <a:pt x="14866" y="10557"/>
                    <a:pt x="14719" y="10680"/>
                    <a:pt x="14719" y="10851"/>
                  </a:cubicBezTo>
                  <a:cubicBezTo>
                    <a:pt x="14719" y="10998"/>
                    <a:pt x="14866" y="11121"/>
                    <a:pt x="15012" y="11121"/>
                  </a:cubicBezTo>
                  <a:lnTo>
                    <a:pt x="18927" y="11121"/>
                  </a:lnTo>
                  <a:lnTo>
                    <a:pt x="18927" y="14254"/>
                  </a:lnTo>
                  <a:lnTo>
                    <a:pt x="559" y="14254"/>
                  </a:lnTo>
                  <a:lnTo>
                    <a:pt x="559" y="11121"/>
                  </a:lnTo>
                  <a:lnTo>
                    <a:pt x="13690" y="11121"/>
                  </a:lnTo>
                  <a:cubicBezTo>
                    <a:pt x="13860" y="11121"/>
                    <a:pt x="13984" y="10998"/>
                    <a:pt x="13984" y="10851"/>
                  </a:cubicBezTo>
                  <a:cubicBezTo>
                    <a:pt x="13984" y="10680"/>
                    <a:pt x="13860" y="10557"/>
                    <a:pt x="13690" y="10557"/>
                  </a:cubicBezTo>
                  <a:lnTo>
                    <a:pt x="10551" y="10557"/>
                  </a:lnTo>
                  <a:lnTo>
                    <a:pt x="10551" y="9552"/>
                  </a:lnTo>
                  <a:lnTo>
                    <a:pt x="18956" y="9552"/>
                  </a:lnTo>
                  <a:cubicBezTo>
                    <a:pt x="19250" y="9552"/>
                    <a:pt x="19491" y="9311"/>
                    <a:pt x="19491" y="9017"/>
                  </a:cubicBezTo>
                  <a:lnTo>
                    <a:pt x="19491" y="5808"/>
                  </a:lnTo>
                  <a:cubicBezTo>
                    <a:pt x="19491" y="5514"/>
                    <a:pt x="19250" y="5267"/>
                    <a:pt x="18956" y="5267"/>
                  </a:cubicBezTo>
                  <a:lnTo>
                    <a:pt x="10551" y="5267"/>
                  </a:lnTo>
                  <a:lnTo>
                    <a:pt x="10551" y="4262"/>
                  </a:lnTo>
                  <a:lnTo>
                    <a:pt x="18956" y="4262"/>
                  </a:lnTo>
                  <a:cubicBezTo>
                    <a:pt x="19250" y="4262"/>
                    <a:pt x="19491" y="4021"/>
                    <a:pt x="19491" y="3727"/>
                  </a:cubicBezTo>
                  <a:lnTo>
                    <a:pt x="19491" y="518"/>
                  </a:lnTo>
                  <a:cubicBezTo>
                    <a:pt x="19491" y="224"/>
                    <a:pt x="19250" y="0"/>
                    <a:pt x="18956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52" name="TextBox 2551">
            <a:extLst>
              <a:ext uri="{FF2B5EF4-FFF2-40B4-BE49-F238E27FC236}">
                <a16:creationId xmlns:a16="http://schemas.microsoft.com/office/drawing/2014/main" id="{391ADE87-B9C0-8C6F-A854-EFEFC72D2375}"/>
              </a:ext>
            </a:extLst>
          </p:cNvPr>
          <p:cNvSpPr txBox="1"/>
          <p:nvPr/>
        </p:nvSpPr>
        <p:spPr>
          <a:xfrm>
            <a:off x="806041" y="3289320"/>
            <a:ext cx="142539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000" dirty="0"/>
              <a:t>Vector DB</a:t>
            </a:r>
          </a:p>
          <a:p>
            <a:pPr algn="ctr"/>
            <a:r>
              <a:rPr lang="en-IN" sz="2000" dirty="0"/>
              <a:t>Embedded</a:t>
            </a:r>
          </a:p>
        </p:txBody>
      </p:sp>
      <p:grpSp>
        <p:nvGrpSpPr>
          <p:cNvPr id="2" name="Google Shape;3726;p63">
            <a:extLst>
              <a:ext uri="{FF2B5EF4-FFF2-40B4-BE49-F238E27FC236}">
                <a16:creationId xmlns:a16="http://schemas.microsoft.com/office/drawing/2014/main" id="{E7329F14-ED82-70EA-C9AC-B4494F53870A}"/>
              </a:ext>
            </a:extLst>
          </p:cNvPr>
          <p:cNvGrpSpPr/>
          <p:nvPr/>
        </p:nvGrpSpPr>
        <p:grpSpPr>
          <a:xfrm>
            <a:off x="7369498" y="598109"/>
            <a:ext cx="344095" cy="379820"/>
            <a:chOff x="4111577" y="3480284"/>
            <a:chExt cx="344095" cy="379820"/>
          </a:xfrm>
        </p:grpSpPr>
        <p:sp>
          <p:nvSpPr>
            <p:cNvPr id="11" name="Google Shape;3727;p63">
              <a:extLst>
                <a:ext uri="{FF2B5EF4-FFF2-40B4-BE49-F238E27FC236}">
                  <a16:creationId xmlns:a16="http://schemas.microsoft.com/office/drawing/2014/main" id="{4FC82E2D-7993-A33A-6F27-6847A676538A}"/>
                </a:ext>
              </a:extLst>
            </p:cNvPr>
            <p:cNvSpPr/>
            <p:nvPr/>
          </p:nvSpPr>
          <p:spPr>
            <a:xfrm>
              <a:off x="4136433" y="3602461"/>
              <a:ext cx="294849" cy="206118"/>
            </a:xfrm>
            <a:custGeom>
              <a:avLst/>
              <a:gdLst/>
              <a:ahLst/>
              <a:cxnLst/>
              <a:rect l="l" t="t" r="r" b="b"/>
              <a:pathLst>
                <a:path w="15136" h="10581" extrusionOk="0">
                  <a:moveTo>
                    <a:pt x="782" y="0"/>
                  </a:moveTo>
                  <a:cubicBezTo>
                    <a:pt x="341" y="0"/>
                    <a:pt x="0" y="341"/>
                    <a:pt x="0" y="758"/>
                  </a:cubicBezTo>
                  <a:lnTo>
                    <a:pt x="0" y="9816"/>
                  </a:lnTo>
                  <a:cubicBezTo>
                    <a:pt x="0" y="10233"/>
                    <a:pt x="341" y="10580"/>
                    <a:pt x="782" y="10580"/>
                  </a:cubicBezTo>
                  <a:lnTo>
                    <a:pt x="14354" y="10580"/>
                  </a:lnTo>
                  <a:cubicBezTo>
                    <a:pt x="14795" y="10580"/>
                    <a:pt x="15136" y="10233"/>
                    <a:pt x="15136" y="9816"/>
                  </a:cubicBezTo>
                  <a:lnTo>
                    <a:pt x="15136" y="758"/>
                  </a:lnTo>
                  <a:cubicBezTo>
                    <a:pt x="15136" y="341"/>
                    <a:pt x="14795" y="0"/>
                    <a:pt x="14354" y="0"/>
                  </a:cubicBez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3728;p63">
              <a:extLst>
                <a:ext uri="{FF2B5EF4-FFF2-40B4-BE49-F238E27FC236}">
                  <a16:creationId xmlns:a16="http://schemas.microsoft.com/office/drawing/2014/main" id="{C3C888B1-1F98-1E74-D6B3-5093EE9826E3}"/>
                </a:ext>
              </a:extLst>
            </p:cNvPr>
            <p:cNvSpPr/>
            <p:nvPr/>
          </p:nvSpPr>
          <p:spPr>
            <a:xfrm>
              <a:off x="4401262" y="3602461"/>
              <a:ext cx="30019" cy="206118"/>
            </a:xfrm>
            <a:custGeom>
              <a:avLst/>
              <a:gdLst/>
              <a:ahLst/>
              <a:cxnLst/>
              <a:rect l="l" t="t" r="r" b="b"/>
              <a:pathLst>
                <a:path w="1541" h="10581" extrusionOk="0">
                  <a:moveTo>
                    <a:pt x="1" y="0"/>
                  </a:moveTo>
                  <a:cubicBezTo>
                    <a:pt x="441" y="0"/>
                    <a:pt x="782" y="341"/>
                    <a:pt x="782" y="758"/>
                  </a:cubicBezTo>
                  <a:lnTo>
                    <a:pt x="782" y="9816"/>
                  </a:lnTo>
                  <a:cubicBezTo>
                    <a:pt x="782" y="10233"/>
                    <a:pt x="441" y="10580"/>
                    <a:pt x="1" y="10580"/>
                  </a:cubicBezTo>
                  <a:lnTo>
                    <a:pt x="759" y="10580"/>
                  </a:lnTo>
                  <a:cubicBezTo>
                    <a:pt x="1200" y="10580"/>
                    <a:pt x="1541" y="10233"/>
                    <a:pt x="1541" y="9816"/>
                  </a:cubicBezTo>
                  <a:lnTo>
                    <a:pt x="1541" y="758"/>
                  </a:lnTo>
                  <a:cubicBezTo>
                    <a:pt x="1541" y="341"/>
                    <a:pt x="1200" y="0"/>
                    <a:pt x="759" y="0"/>
                  </a:cubicBezTo>
                  <a:close/>
                </a:path>
              </a:pathLst>
            </a:custGeom>
            <a:solidFill>
              <a:srgbClr val="866A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3729;p63">
              <a:extLst>
                <a:ext uri="{FF2B5EF4-FFF2-40B4-BE49-F238E27FC236}">
                  <a16:creationId xmlns:a16="http://schemas.microsoft.com/office/drawing/2014/main" id="{9F39B973-9BF2-E10F-E3E0-B01BE57B3F43}"/>
                </a:ext>
              </a:extLst>
            </p:cNvPr>
            <p:cNvSpPr/>
            <p:nvPr/>
          </p:nvSpPr>
          <p:spPr>
            <a:xfrm>
              <a:off x="4157959" y="3620539"/>
              <a:ext cx="251915" cy="169827"/>
            </a:xfrm>
            <a:custGeom>
              <a:avLst/>
              <a:gdLst/>
              <a:ahLst/>
              <a:cxnLst/>
              <a:rect l="l" t="t" r="r" b="b"/>
              <a:pathLst>
                <a:path w="12932" h="8718" extrusionOk="0">
                  <a:moveTo>
                    <a:pt x="294" y="1"/>
                  </a:moveTo>
                  <a:cubicBezTo>
                    <a:pt x="147" y="1"/>
                    <a:pt x="0" y="124"/>
                    <a:pt x="0" y="295"/>
                  </a:cubicBezTo>
                  <a:lnTo>
                    <a:pt x="0" y="8424"/>
                  </a:lnTo>
                  <a:cubicBezTo>
                    <a:pt x="0" y="8594"/>
                    <a:pt x="147" y="8718"/>
                    <a:pt x="294" y="8718"/>
                  </a:cubicBezTo>
                  <a:lnTo>
                    <a:pt x="12638" y="8718"/>
                  </a:lnTo>
                  <a:cubicBezTo>
                    <a:pt x="12785" y="8718"/>
                    <a:pt x="12931" y="8594"/>
                    <a:pt x="12931" y="8424"/>
                  </a:cubicBezTo>
                  <a:lnTo>
                    <a:pt x="12931" y="295"/>
                  </a:lnTo>
                  <a:cubicBezTo>
                    <a:pt x="12931" y="124"/>
                    <a:pt x="12785" y="1"/>
                    <a:pt x="12638" y="1"/>
                  </a:cubicBezTo>
                  <a:close/>
                </a:path>
              </a:pathLst>
            </a:custGeom>
            <a:solidFill>
              <a:srgbClr val="00C7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3730;p63">
              <a:extLst>
                <a:ext uri="{FF2B5EF4-FFF2-40B4-BE49-F238E27FC236}">
                  <a16:creationId xmlns:a16="http://schemas.microsoft.com/office/drawing/2014/main" id="{8D6E4668-7ECD-A06B-0E37-C5D7BBB3E7C0}"/>
                </a:ext>
              </a:extLst>
            </p:cNvPr>
            <p:cNvSpPr/>
            <p:nvPr/>
          </p:nvSpPr>
          <p:spPr>
            <a:xfrm>
              <a:off x="4157959" y="3659128"/>
              <a:ext cx="81543" cy="131237"/>
            </a:xfrm>
            <a:custGeom>
              <a:avLst/>
              <a:gdLst/>
              <a:ahLst/>
              <a:cxnLst/>
              <a:rect l="l" t="t" r="r" b="b"/>
              <a:pathLst>
                <a:path w="4186" h="6737" extrusionOk="0">
                  <a:moveTo>
                    <a:pt x="0" y="1"/>
                  </a:moveTo>
                  <a:lnTo>
                    <a:pt x="0" y="6443"/>
                  </a:lnTo>
                  <a:cubicBezTo>
                    <a:pt x="0" y="6613"/>
                    <a:pt x="147" y="6737"/>
                    <a:pt x="294" y="6737"/>
                  </a:cubicBezTo>
                  <a:lnTo>
                    <a:pt x="4185" y="6737"/>
                  </a:lnTo>
                  <a:lnTo>
                    <a:pt x="4185" y="1"/>
                  </a:lnTo>
                  <a:close/>
                </a:path>
              </a:pathLst>
            </a:custGeom>
            <a:solidFill>
              <a:srgbClr val="00C7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731;p63">
              <a:extLst>
                <a:ext uri="{FF2B5EF4-FFF2-40B4-BE49-F238E27FC236}">
                  <a16:creationId xmlns:a16="http://schemas.microsoft.com/office/drawing/2014/main" id="{E7894C1F-A4D8-AD30-9E59-A87EF21AB0EA}"/>
                </a:ext>
              </a:extLst>
            </p:cNvPr>
            <p:cNvSpPr/>
            <p:nvPr/>
          </p:nvSpPr>
          <p:spPr>
            <a:xfrm>
              <a:off x="4224716" y="3659128"/>
              <a:ext cx="14785" cy="131237"/>
            </a:xfrm>
            <a:custGeom>
              <a:avLst/>
              <a:gdLst/>
              <a:ahLst/>
              <a:cxnLst/>
              <a:rect l="l" t="t" r="r" b="b"/>
              <a:pathLst>
                <a:path w="759" h="6737" extrusionOk="0">
                  <a:moveTo>
                    <a:pt x="0" y="1"/>
                  </a:moveTo>
                  <a:lnTo>
                    <a:pt x="0" y="6737"/>
                  </a:lnTo>
                  <a:lnTo>
                    <a:pt x="758" y="6737"/>
                  </a:lnTo>
                  <a:lnTo>
                    <a:pt x="758" y="1"/>
                  </a:lnTo>
                  <a:close/>
                </a:path>
              </a:pathLst>
            </a:custGeom>
            <a:solidFill>
              <a:srgbClr val="00C7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732;p63">
              <a:extLst>
                <a:ext uri="{FF2B5EF4-FFF2-40B4-BE49-F238E27FC236}">
                  <a16:creationId xmlns:a16="http://schemas.microsoft.com/office/drawing/2014/main" id="{D5630435-EFD3-1F30-7D87-A52609B33D8E}"/>
                </a:ext>
              </a:extLst>
            </p:cNvPr>
            <p:cNvSpPr/>
            <p:nvPr/>
          </p:nvSpPr>
          <p:spPr>
            <a:xfrm>
              <a:off x="4229976" y="3486011"/>
              <a:ext cx="107763" cy="62083"/>
            </a:xfrm>
            <a:custGeom>
              <a:avLst/>
              <a:gdLst/>
              <a:ahLst/>
              <a:cxnLst/>
              <a:rect l="l" t="t" r="r" b="b"/>
              <a:pathLst>
                <a:path w="5532" h="3187" extrusionOk="0">
                  <a:moveTo>
                    <a:pt x="2769" y="0"/>
                  </a:moveTo>
                  <a:cubicBezTo>
                    <a:pt x="2058" y="0"/>
                    <a:pt x="1470" y="465"/>
                    <a:pt x="1299" y="1129"/>
                  </a:cubicBezTo>
                  <a:cubicBezTo>
                    <a:pt x="1199" y="1100"/>
                    <a:pt x="1123" y="1076"/>
                    <a:pt x="1053" y="1076"/>
                  </a:cubicBezTo>
                  <a:cubicBezTo>
                    <a:pt x="465" y="1076"/>
                    <a:pt x="0" y="1570"/>
                    <a:pt x="0" y="2128"/>
                  </a:cubicBezTo>
                  <a:cubicBezTo>
                    <a:pt x="0" y="2716"/>
                    <a:pt x="465" y="3186"/>
                    <a:pt x="1053" y="3186"/>
                  </a:cubicBezTo>
                  <a:cubicBezTo>
                    <a:pt x="1370" y="3186"/>
                    <a:pt x="1664" y="3039"/>
                    <a:pt x="1858" y="2792"/>
                  </a:cubicBezTo>
                  <a:cubicBezTo>
                    <a:pt x="2105" y="2986"/>
                    <a:pt x="2422" y="3086"/>
                    <a:pt x="2769" y="3086"/>
                  </a:cubicBezTo>
                  <a:cubicBezTo>
                    <a:pt x="3110" y="3086"/>
                    <a:pt x="3427" y="2986"/>
                    <a:pt x="3674" y="2792"/>
                  </a:cubicBezTo>
                  <a:cubicBezTo>
                    <a:pt x="3868" y="3039"/>
                    <a:pt x="4162" y="3186"/>
                    <a:pt x="4479" y="3186"/>
                  </a:cubicBezTo>
                  <a:cubicBezTo>
                    <a:pt x="5067" y="3186"/>
                    <a:pt x="5531" y="2716"/>
                    <a:pt x="5531" y="2128"/>
                  </a:cubicBezTo>
                  <a:cubicBezTo>
                    <a:pt x="5531" y="1570"/>
                    <a:pt x="5067" y="1076"/>
                    <a:pt x="4479" y="1076"/>
                  </a:cubicBezTo>
                  <a:cubicBezTo>
                    <a:pt x="4409" y="1076"/>
                    <a:pt x="4332" y="1100"/>
                    <a:pt x="4238" y="1129"/>
                  </a:cubicBezTo>
                  <a:cubicBezTo>
                    <a:pt x="4062" y="465"/>
                    <a:pt x="3474" y="0"/>
                    <a:pt x="2769" y="0"/>
                  </a:cubicBez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733;p63">
              <a:extLst>
                <a:ext uri="{FF2B5EF4-FFF2-40B4-BE49-F238E27FC236}">
                  <a16:creationId xmlns:a16="http://schemas.microsoft.com/office/drawing/2014/main" id="{015CC22D-76F4-EDFC-8164-EDEAE8BE3099}"/>
                </a:ext>
              </a:extLst>
            </p:cNvPr>
            <p:cNvSpPr/>
            <p:nvPr/>
          </p:nvSpPr>
          <p:spPr>
            <a:xfrm>
              <a:off x="4117304" y="3808558"/>
              <a:ext cx="333108" cy="46265"/>
            </a:xfrm>
            <a:custGeom>
              <a:avLst/>
              <a:gdLst/>
              <a:ahLst/>
              <a:cxnLst/>
              <a:rect l="l" t="t" r="r" b="b"/>
              <a:pathLst>
                <a:path w="17100" h="2375" extrusionOk="0">
                  <a:moveTo>
                    <a:pt x="441" y="0"/>
                  </a:moveTo>
                  <a:cubicBezTo>
                    <a:pt x="200" y="0"/>
                    <a:pt x="1" y="194"/>
                    <a:pt x="1" y="441"/>
                  </a:cubicBezTo>
                  <a:cubicBezTo>
                    <a:pt x="1" y="1517"/>
                    <a:pt x="859" y="2375"/>
                    <a:pt x="1940" y="2375"/>
                  </a:cubicBezTo>
                  <a:lnTo>
                    <a:pt x="15165" y="2375"/>
                  </a:lnTo>
                  <a:cubicBezTo>
                    <a:pt x="16241" y="2375"/>
                    <a:pt x="17099" y="1517"/>
                    <a:pt x="17099" y="441"/>
                  </a:cubicBezTo>
                  <a:cubicBezTo>
                    <a:pt x="17099" y="194"/>
                    <a:pt x="16899" y="0"/>
                    <a:pt x="16658" y="0"/>
                  </a:cubicBezTo>
                  <a:close/>
                </a:path>
              </a:pathLst>
            </a:custGeom>
            <a:solidFill>
              <a:srgbClr val="866A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734;p63">
              <a:extLst>
                <a:ext uri="{FF2B5EF4-FFF2-40B4-BE49-F238E27FC236}">
                  <a16:creationId xmlns:a16="http://schemas.microsoft.com/office/drawing/2014/main" id="{6C38B367-4BFC-2764-DA59-C854E3C76721}"/>
                </a:ext>
              </a:extLst>
            </p:cNvPr>
            <p:cNvSpPr/>
            <p:nvPr/>
          </p:nvSpPr>
          <p:spPr>
            <a:xfrm>
              <a:off x="4393587" y="3808558"/>
              <a:ext cx="56823" cy="46265"/>
            </a:xfrm>
            <a:custGeom>
              <a:avLst/>
              <a:gdLst/>
              <a:ahLst/>
              <a:cxnLst/>
              <a:rect l="l" t="t" r="r" b="b"/>
              <a:pathLst>
                <a:path w="2917" h="2375" extrusionOk="0">
                  <a:moveTo>
                    <a:pt x="1494" y="0"/>
                  </a:moveTo>
                  <a:cubicBezTo>
                    <a:pt x="1741" y="0"/>
                    <a:pt x="1935" y="194"/>
                    <a:pt x="1935" y="441"/>
                  </a:cubicBezTo>
                  <a:cubicBezTo>
                    <a:pt x="1935" y="976"/>
                    <a:pt x="1717" y="1440"/>
                    <a:pt x="1370" y="1811"/>
                  </a:cubicBezTo>
                  <a:cubicBezTo>
                    <a:pt x="1006" y="2151"/>
                    <a:pt x="542" y="2375"/>
                    <a:pt x="1" y="2375"/>
                  </a:cubicBezTo>
                  <a:lnTo>
                    <a:pt x="982" y="2375"/>
                  </a:lnTo>
                  <a:cubicBezTo>
                    <a:pt x="1517" y="2375"/>
                    <a:pt x="1982" y="2151"/>
                    <a:pt x="2352" y="1811"/>
                  </a:cubicBezTo>
                  <a:cubicBezTo>
                    <a:pt x="2693" y="1440"/>
                    <a:pt x="2916" y="976"/>
                    <a:pt x="2916" y="441"/>
                  </a:cubicBezTo>
                  <a:cubicBezTo>
                    <a:pt x="2916" y="194"/>
                    <a:pt x="2716" y="0"/>
                    <a:pt x="2475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735;p63">
              <a:extLst>
                <a:ext uri="{FF2B5EF4-FFF2-40B4-BE49-F238E27FC236}">
                  <a16:creationId xmlns:a16="http://schemas.microsoft.com/office/drawing/2014/main" id="{E4EBD668-A6A3-7374-793C-6F808CE65C57}"/>
                </a:ext>
              </a:extLst>
            </p:cNvPr>
            <p:cNvSpPr/>
            <p:nvPr/>
          </p:nvSpPr>
          <p:spPr>
            <a:xfrm>
              <a:off x="4157959" y="3620539"/>
              <a:ext cx="251915" cy="38609"/>
            </a:xfrm>
            <a:custGeom>
              <a:avLst/>
              <a:gdLst/>
              <a:ahLst/>
              <a:cxnLst/>
              <a:rect l="l" t="t" r="r" b="b"/>
              <a:pathLst>
                <a:path w="12932" h="1982" extrusionOk="0">
                  <a:moveTo>
                    <a:pt x="294" y="1"/>
                  </a:moveTo>
                  <a:cubicBezTo>
                    <a:pt x="147" y="1"/>
                    <a:pt x="0" y="124"/>
                    <a:pt x="0" y="295"/>
                  </a:cubicBezTo>
                  <a:lnTo>
                    <a:pt x="0" y="1982"/>
                  </a:lnTo>
                  <a:lnTo>
                    <a:pt x="12931" y="1982"/>
                  </a:lnTo>
                  <a:lnTo>
                    <a:pt x="12931" y="295"/>
                  </a:lnTo>
                  <a:cubicBezTo>
                    <a:pt x="12931" y="124"/>
                    <a:pt x="12785" y="1"/>
                    <a:pt x="12638" y="1"/>
                  </a:cubicBezTo>
                  <a:close/>
                </a:path>
              </a:pathLst>
            </a:custGeom>
            <a:solidFill>
              <a:srgbClr val="FF93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736;p63">
              <a:extLst>
                <a:ext uri="{FF2B5EF4-FFF2-40B4-BE49-F238E27FC236}">
                  <a16:creationId xmlns:a16="http://schemas.microsoft.com/office/drawing/2014/main" id="{4E4C4AEC-2B34-3147-A1C0-CAEC3A2203D3}"/>
                </a:ext>
              </a:extLst>
            </p:cNvPr>
            <p:cNvSpPr/>
            <p:nvPr/>
          </p:nvSpPr>
          <p:spPr>
            <a:xfrm>
              <a:off x="4389243" y="3620539"/>
              <a:ext cx="20629" cy="38609"/>
            </a:xfrm>
            <a:custGeom>
              <a:avLst/>
              <a:gdLst/>
              <a:ahLst/>
              <a:cxnLst/>
              <a:rect l="l" t="t" r="r" b="b"/>
              <a:pathLst>
                <a:path w="1059" h="1982" extrusionOk="0">
                  <a:moveTo>
                    <a:pt x="0" y="1"/>
                  </a:moveTo>
                  <a:cubicBezTo>
                    <a:pt x="147" y="1"/>
                    <a:pt x="271" y="124"/>
                    <a:pt x="271" y="295"/>
                  </a:cubicBezTo>
                  <a:lnTo>
                    <a:pt x="271" y="1982"/>
                  </a:lnTo>
                  <a:lnTo>
                    <a:pt x="1058" y="1982"/>
                  </a:lnTo>
                  <a:lnTo>
                    <a:pt x="1058" y="295"/>
                  </a:lnTo>
                  <a:cubicBezTo>
                    <a:pt x="1058" y="124"/>
                    <a:pt x="912" y="1"/>
                    <a:pt x="765" y="1"/>
                  </a:cubicBezTo>
                  <a:close/>
                </a:path>
              </a:pathLst>
            </a:custGeom>
            <a:solidFill>
              <a:srgbClr val="FF61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737;p63">
              <a:extLst>
                <a:ext uri="{FF2B5EF4-FFF2-40B4-BE49-F238E27FC236}">
                  <a16:creationId xmlns:a16="http://schemas.microsoft.com/office/drawing/2014/main" id="{4FAC51DB-2CA2-9A9F-6B0E-48373DE45090}"/>
                </a:ext>
              </a:extLst>
            </p:cNvPr>
            <p:cNvSpPr/>
            <p:nvPr/>
          </p:nvSpPr>
          <p:spPr>
            <a:xfrm>
              <a:off x="4252864" y="3808558"/>
              <a:ext cx="61966" cy="20045"/>
            </a:xfrm>
            <a:custGeom>
              <a:avLst/>
              <a:gdLst/>
              <a:ahLst/>
              <a:cxnLst/>
              <a:rect l="l" t="t" r="r" b="b"/>
              <a:pathLst>
                <a:path w="3181" h="1029" extrusionOk="0">
                  <a:moveTo>
                    <a:pt x="1" y="0"/>
                  </a:moveTo>
                  <a:lnTo>
                    <a:pt x="1" y="512"/>
                  </a:lnTo>
                  <a:cubicBezTo>
                    <a:pt x="1" y="805"/>
                    <a:pt x="242" y="1029"/>
                    <a:pt x="512" y="1029"/>
                  </a:cubicBezTo>
                  <a:lnTo>
                    <a:pt x="2669" y="1029"/>
                  </a:lnTo>
                  <a:cubicBezTo>
                    <a:pt x="2940" y="1029"/>
                    <a:pt x="3181" y="805"/>
                    <a:pt x="3181" y="512"/>
                  </a:cubicBezTo>
                  <a:lnTo>
                    <a:pt x="3181" y="0"/>
                  </a:lnTo>
                  <a:close/>
                </a:path>
              </a:pathLst>
            </a:custGeom>
            <a:solidFill>
              <a:srgbClr val="356B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38;p63">
              <a:extLst>
                <a:ext uri="{FF2B5EF4-FFF2-40B4-BE49-F238E27FC236}">
                  <a16:creationId xmlns:a16="http://schemas.microsoft.com/office/drawing/2014/main" id="{2F6D2968-C436-0F1F-0616-1A5CFFD81D7B}"/>
                </a:ext>
              </a:extLst>
            </p:cNvPr>
            <p:cNvSpPr/>
            <p:nvPr/>
          </p:nvSpPr>
          <p:spPr>
            <a:xfrm>
              <a:off x="4224716" y="3480284"/>
              <a:ext cx="118283" cy="73537"/>
            </a:xfrm>
            <a:custGeom>
              <a:avLst/>
              <a:gdLst/>
              <a:ahLst/>
              <a:cxnLst/>
              <a:rect l="l" t="t" r="r" b="b"/>
              <a:pathLst>
                <a:path w="6072" h="3775" extrusionOk="0">
                  <a:moveTo>
                    <a:pt x="3039" y="588"/>
                  </a:moveTo>
                  <a:cubicBezTo>
                    <a:pt x="3597" y="588"/>
                    <a:pt x="4091" y="953"/>
                    <a:pt x="4238" y="1493"/>
                  </a:cubicBezTo>
                  <a:cubicBezTo>
                    <a:pt x="4278" y="1620"/>
                    <a:pt x="4392" y="1694"/>
                    <a:pt x="4516" y="1694"/>
                  </a:cubicBezTo>
                  <a:cubicBezTo>
                    <a:pt x="4537" y="1694"/>
                    <a:pt x="4558" y="1692"/>
                    <a:pt x="4579" y="1687"/>
                  </a:cubicBezTo>
                  <a:cubicBezTo>
                    <a:pt x="4626" y="1664"/>
                    <a:pt x="4702" y="1664"/>
                    <a:pt x="4749" y="1664"/>
                  </a:cubicBezTo>
                  <a:cubicBezTo>
                    <a:pt x="5167" y="1664"/>
                    <a:pt x="5508" y="2011"/>
                    <a:pt x="5508" y="2422"/>
                  </a:cubicBezTo>
                  <a:cubicBezTo>
                    <a:pt x="5508" y="2840"/>
                    <a:pt x="5167" y="3186"/>
                    <a:pt x="4749" y="3186"/>
                  </a:cubicBezTo>
                  <a:cubicBezTo>
                    <a:pt x="4532" y="3186"/>
                    <a:pt x="4308" y="3086"/>
                    <a:pt x="4162" y="2916"/>
                  </a:cubicBezTo>
                  <a:cubicBezTo>
                    <a:pt x="4114" y="2840"/>
                    <a:pt x="4015" y="2792"/>
                    <a:pt x="3944" y="2792"/>
                  </a:cubicBezTo>
                  <a:cubicBezTo>
                    <a:pt x="3868" y="2792"/>
                    <a:pt x="3821" y="2816"/>
                    <a:pt x="3774" y="2863"/>
                  </a:cubicBezTo>
                  <a:cubicBezTo>
                    <a:pt x="3550" y="3010"/>
                    <a:pt x="3303" y="3086"/>
                    <a:pt x="3039" y="3086"/>
                  </a:cubicBezTo>
                  <a:cubicBezTo>
                    <a:pt x="2768" y="3086"/>
                    <a:pt x="2522" y="3010"/>
                    <a:pt x="2304" y="2863"/>
                  </a:cubicBezTo>
                  <a:cubicBezTo>
                    <a:pt x="2253" y="2824"/>
                    <a:pt x="2194" y="2805"/>
                    <a:pt x="2136" y="2805"/>
                  </a:cubicBezTo>
                  <a:cubicBezTo>
                    <a:pt x="2052" y="2805"/>
                    <a:pt x="1969" y="2843"/>
                    <a:pt x="1910" y="2916"/>
                  </a:cubicBezTo>
                  <a:cubicBezTo>
                    <a:pt x="1763" y="3086"/>
                    <a:pt x="1540" y="3186"/>
                    <a:pt x="1323" y="3186"/>
                  </a:cubicBezTo>
                  <a:cubicBezTo>
                    <a:pt x="905" y="3186"/>
                    <a:pt x="564" y="2840"/>
                    <a:pt x="564" y="2422"/>
                  </a:cubicBezTo>
                  <a:cubicBezTo>
                    <a:pt x="564" y="2011"/>
                    <a:pt x="905" y="1664"/>
                    <a:pt x="1323" y="1664"/>
                  </a:cubicBezTo>
                  <a:cubicBezTo>
                    <a:pt x="1370" y="1664"/>
                    <a:pt x="1446" y="1664"/>
                    <a:pt x="1493" y="1687"/>
                  </a:cubicBezTo>
                  <a:cubicBezTo>
                    <a:pt x="1514" y="1692"/>
                    <a:pt x="1535" y="1694"/>
                    <a:pt x="1555" y="1694"/>
                  </a:cubicBezTo>
                  <a:cubicBezTo>
                    <a:pt x="1680" y="1694"/>
                    <a:pt x="1794" y="1620"/>
                    <a:pt x="1834" y="1493"/>
                  </a:cubicBezTo>
                  <a:cubicBezTo>
                    <a:pt x="1981" y="953"/>
                    <a:pt x="2475" y="588"/>
                    <a:pt x="3039" y="588"/>
                  </a:cubicBezTo>
                  <a:close/>
                  <a:moveTo>
                    <a:pt x="3039" y="1"/>
                  </a:moveTo>
                  <a:cubicBezTo>
                    <a:pt x="2304" y="1"/>
                    <a:pt x="1663" y="441"/>
                    <a:pt x="1370" y="1100"/>
                  </a:cubicBezTo>
                  <a:lnTo>
                    <a:pt x="1323" y="1100"/>
                  </a:lnTo>
                  <a:cubicBezTo>
                    <a:pt x="588" y="1100"/>
                    <a:pt x="0" y="1687"/>
                    <a:pt x="0" y="2422"/>
                  </a:cubicBezTo>
                  <a:cubicBezTo>
                    <a:pt x="0" y="3157"/>
                    <a:pt x="588" y="3774"/>
                    <a:pt x="1323" y="3774"/>
                  </a:cubicBezTo>
                  <a:cubicBezTo>
                    <a:pt x="1640" y="3774"/>
                    <a:pt x="1934" y="3651"/>
                    <a:pt x="2181" y="3451"/>
                  </a:cubicBezTo>
                  <a:cubicBezTo>
                    <a:pt x="2451" y="3598"/>
                    <a:pt x="2745" y="3674"/>
                    <a:pt x="3039" y="3674"/>
                  </a:cubicBezTo>
                  <a:cubicBezTo>
                    <a:pt x="3333" y="3674"/>
                    <a:pt x="3627" y="3598"/>
                    <a:pt x="3891" y="3451"/>
                  </a:cubicBezTo>
                  <a:cubicBezTo>
                    <a:pt x="4138" y="3651"/>
                    <a:pt x="4432" y="3774"/>
                    <a:pt x="4749" y="3774"/>
                  </a:cubicBezTo>
                  <a:cubicBezTo>
                    <a:pt x="5484" y="3774"/>
                    <a:pt x="6072" y="3157"/>
                    <a:pt x="6072" y="2422"/>
                  </a:cubicBezTo>
                  <a:cubicBezTo>
                    <a:pt x="6072" y="1687"/>
                    <a:pt x="5484" y="1100"/>
                    <a:pt x="4749" y="1100"/>
                  </a:cubicBezTo>
                  <a:lnTo>
                    <a:pt x="4702" y="1100"/>
                  </a:lnTo>
                  <a:cubicBezTo>
                    <a:pt x="4408" y="441"/>
                    <a:pt x="3774" y="1"/>
                    <a:pt x="3039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739;p63">
              <a:extLst>
                <a:ext uri="{FF2B5EF4-FFF2-40B4-BE49-F238E27FC236}">
                  <a16:creationId xmlns:a16="http://schemas.microsoft.com/office/drawing/2014/main" id="{D538C596-817C-315D-8F85-D98D18747708}"/>
                </a:ext>
              </a:extLst>
            </p:cNvPr>
            <p:cNvSpPr/>
            <p:nvPr/>
          </p:nvSpPr>
          <p:spPr>
            <a:xfrm>
              <a:off x="4278169" y="3560424"/>
              <a:ext cx="11474" cy="11026"/>
            </a:xfrm>
            <a:custGeom>
              <a:avLst/>
              <a:gdLst/>
              <a:ahLst/>
              <a:cxnLst/>
              <a:rect l="l" t="t" r="r" b="b"/>
              <a:pathLst>
                <a:path w="589" h="566" extrusionOk="0">
                  <a:moveTo>
                    <a:pt x="295" y="1"/>
                  </a:moveTo>
                  <a:cubicBezTo>
                    <a:pt x="148" y="1"/>
                    <a:pt x="1" y="124"/>
                    <a:pt x="1" y="295"/>
                  </a:cubicBezTo>
                  <a:cubicBezTo>
                    <a:pt x="1" y="442"/>
                    <a:pt x="148" y="565"/>
                    <a:pt x="295" y="565"/>
                  </a:cubicBezTo>
                  <a:cubicBezTo>
                    <a:pt x="442" y="565"/>
                    <a:pt x="589" y="442"/>
                    <a:pt x="589" y="295"/>
                  </a:cubicBezTo>
                  <a:cubicBezTo>
                    <a:pt x="589" y="124"/>
                    <a:pt x="442" y="1"/>
                    <a:pt x="295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740;p63">
              <a:extLst>
                <a:ext uri="{FF2B5EF4-FFF2-40B4-BE49-F238E27FC236}">
                  <a16:creationId xmlns:a16="http://schemas.microsoft.com/office/drawing/2014/main" id="{84A0CE14-77C1-2CBB-6784-4380BDD9D63C}"/>
                </a:ext>
              </a:extLst>
            </p:cNvPr>
            <p:cNvSpPr/>
            <p:nvPr/>
          </p:nvSpPr>
          <p:spPr>
            <a:xfrm>
              <a:off x="4278169" y="3578988"/>
              <a:ext cx="11474" cy="11454"/>
            </a:xfrm>
            <a:custGeom>
              <a:avLst/>
              <a:gdLst/>
              <a:ahLst/>
              <a:cxnLst/>
              <a:rect l="l" t="t" r="r" b="b"/>
              <a:pathLst>
                <a:path w="589" h="588" extrusionOk="0">
                  <a:moveTo>
                    <a:pt x="295" y="0"/>
                  </a:moveTo>
                  <a:cubicBezTo>
                    <a:pt x="148" y="0"/>
                    <a:pt x="1" y="147"/>
                    <a:pt x="1" y="294"/>
                  </a:cubicBezTo>
                  <a:cubicBezTo>
                    <a:pt x="1" y="441"/>
                    <a:pt x="148" y="588"/>
                    <a:pt x="295" y="588"/>
                  </a:cubicBezTo>
                  <a:cubicBezTo>
                    <a:pt x="442" y="588"/>
                    <a:pt x="589" y="441"/>
                    <a:pt x="589" y="294"/>
                  </a:cubicBezTo>
                  <a:cubicBezTo>
                    <a:pt x="589" y="147"/>
                    <a:pt x="442" y="0"/>
                    <a:pt x="295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3741;p63">
              <a:extLst>
                <a:ext uri="{FF2B5EF4-FFF2-40B4-BE49-F238E27FC236}">
                  <a16:creationId xmlns:a16="http://schemas.microsoft.com/office/drawing/2014/main" id="{8B7E0EFA-25D4-F1CD-9A6B-9D8756709DE0}"/>
                </a:ext>
              </a:extLst>
            </p:cNvPr>
            <p:cNvSpPr/>
            <p:nvPr/>
          </p:nvSpPr>
          <p:spPr>
            <a:xfrm>
              <a:off x="4111577" y="3596734"/>
              <a:ext cx="344095" cy="263370"/>
            </a:xfrm>
            <a:custGeom>
              <a:avLst/>
              <a:gdLst/>
              <a:ahLst/>
              <a:cxnLst/>
              <a:rect l="l" t="t" r="r" b="b"/>
              <a:pathLst>
                <a:path w="17664" h="13520" extrusionOk="0">
                  <a:moveTo>
                    <a:pt x="10140" y="11168"/>
                  </a:moveTo>
                  <a:lnTo>
                    <a:pt x="10140" y="11386"/>
                  </a:lnTo>
                  <a:cubicBezTo>
                    <a:pt x="10140" y="11509"/>
                    <a:pt x="10046" y="11609"/>
                    <a:pt x="9922" y="11609"/>
                  </a:cubicBezTo>
                  <a:lnTo>
                    <a:pt x="7765" y="11609"/>
                  </a:lnTo>
                  <a:cubicBezTo>
                    <a:pt x="7642" y="11609"/>
                    <a:pt x="7548" y="11509"/>
                    <a:pt x="7548" y="11386"/>
                  </a:cubicBezTo>
                  <a:lnTo>
                    <a:pt x="7548" y="11168"/>
                  </a:lnTo>
                  <a:close/>
                  <a:moveTo>
                    <a:pt x="16952" y="11168"/>
                  </a:moveTo>
                  <a:cubicBezTo>
                    <a:pt x="17023" y="11168"/>
                    <a:pt x="17099" y="11239"/>
                    <a:pt x="17099" y="11315"/>
                  </a:cubicBezTo>
                  <a:cubicBezTo>
                    <a:pt x="17099" y="12220"/>
                    <a:pt x="16365" y="12955"/>
                    <a:pt x="15459" y="12955"/>
                  </a:cubicBezTo>
                  <a:lnTo>
                    <a:pt x="2234" y="12955"/>
                  </a:lnTo>
                  <a:cubicBezTo>
                    <a:pt x="1323" y="12955"/>
                    <a:pt x="589" y="12220"/>
                    <a:pt x="589" y="11315"/>
                  </a:cubicBezTo>
                  <a:cubicBezTo>
                    <a:pt x="589" y="11239"/>
                    <a:pt x="665" y="11168"/>
                    <a:pt x="735" y="11168"/>
                  </a:cubicBezTo>
                  <a:lnTo>
                    <a:pt x="6984" y="11168"/>
                  </a:lnTo>
                  <a:lnTo>
                    <a:pt x="6984" y="11386"/>
                  </a:lnTo>
                  <a:cubicBezTo>
                    <a:pt x="6984" y="11826"/>
                    <a:pt x="7324" y="12197"/>
                    <a:pt x="7765" y="12197"/>
                  </a:cubicBezTo>
                  <a:lnTo>
                    <a:pt x="9922" y="12197"/>
                  </a:lnTo>
                  <a:cubicBezTo>
                    <a:pt x="10363" y="12197"/>
                    <a:pt x="10704" y="11826"/>
                    <a:pt x="10704" y="11386"/>
                  </a:cubicBezTo>
                  <a:lnTo>
                    <a:pt x="10704" y="11168"/>
                  </a:lnTo>
                  <a:close/>
                  <a:moveTo>
                    <a:pt x="2058" y="0"/>
                  </a:moveTo>
                  <a:cubicBezTo>
                    <a:pt x="1470" y="0"/>
                    <a:pt x="1006" y="465"/>
                    <a:pt x="1006" y="1052"/>
                  </a:cubicBezTo>
                  <a:lnTo>
                    <a:pt x="1006" y="10110"/>
                  </a:lnTo>
                  <a:cubicBezTo>
                    <a:pt x="1006" y="10286"/>
                    <a:pt x="1029" y="10457"/>
                    <a:pt x="1106" y="10604"/>
                  </a:cubicBezTo>
                  <a:lnTo>
                    <a:pt x="735" y="10604"/>
                  </a:lnTo>
                  <a:cubicBezTo>
                    <a:pt x="348" y="10604"/>
                    <a:pt x="1" y="10921"/>
                    <a:pt x="1" y="11315"/>
                  </a:cubicBezTo>
                  <a:cubicBezTo>
                    <a:pt x="1" y="12538"/>
                    <a:pt x="1006" y="13519"/>
                    <a:pt x="2234" y="13519"/>
                  </a:cubicBezTo>
                  <a:lnTo>
                    <a:pt x="15459" y="13519"/>
                  </a:lnTo>
                  <a:cubicBezTo>
                    <a:pt x="16682" y="13519"/>
                    <a:pt x="17664" y="12538"/>
                    <a:pt x="17664" y="11315"/>
                  </a:cubicBezTo>
                  <a:cubicBezTo>
                    <a:pt x="17664" y="10921"/>
                    <a:pt x="17340" y="10604"/>
                    <a:pt x="16952" y="10604"/>
                  </a:cubicBezTo>
                  <a:lnTo>
                    <a:pt x="16582" y="10604"/>
                  </a:lnTo>
                  <a:cubicBezTo>
                    <a:pt x="16658" y="10457"/>
                    <a:pt x="16682" y="10286"/>
                    <a:pt x="16682" y="10110"/>
                  </a:cubicBezTo>
                  <a:lnTo>
                    <a:pt x="16682" y="1052"/>
                  </a:lnTo>
                  <a:cubicBezTo>
                    <a:pt x="16682" y="465"/>
                    <a:pt x="16218" y="0"/>
                    <a:pt x="15630" y="0"/>
                  </a:cubicBezTo>
                  <a:lnTo>
                    <a:pt x="12885" y="0"/>
                  </a:lnTo>
                  <a:cubicBezTo>
                    <a:pt x="12738" y="0"/>
                    <a:pt x="12615" y="118"/>
                    <a:pt x="12615" y="294"/>
                  </a:cubicBezTo>
                  <a:cubicBezTo>
                    <a:pt x="12615" y="441"/>
                    <a:pt x="12738" y="559"/>
                    <a:pt x="12885" y="559"/>
                  </a:cubicBezTo>
                  <a:lnTo>
                    <a:pt x="15630" y="559"/>
                  </a:lnTo>
                  <a:cubicBezTo>
                    <a:pt x="15900" y="559"/>
                    <a:pt x="16118" y="782"/>
                    <a:pt x="16118" y="1052"/>
                  </a:cubicBezTo>
                  <a:lnTo>
                    <a:pt x="16118" y="10110"/>
                  </a:lnTo>
                  <a:cubicBezTo>
                    <a:pt x="16118" y="10380"/>
                    <a:pt x="15900" y="10604"/>
                    <a:pt x="15630" y="10604"/>
                  </a:cubicBezTo>
                  <a:lnTo>
                    <a:pt x="2058" y="10604"/>
                  </a:lnTo>
                  <a:cubicBezTo>
                    <a:pt x="1793" y="10604"/>
                    <a:pt x="1570" y="10380"/>
                    <a:pt x="1570" y="10110"/>
                  </a:cubicBezTo>
                  <a:lnTo>
                    <a:pt x="1570" y="1052"/>
                  </a:lnTo>
                  <a:cubicBezTo>
                    <a:pt x="1570" y="782"/>
                    <a:pt x="1793" y="559"/>
                    <a:pt x="2058" y="559"/>
                  </a:cubicBezTo>
                  <a:lnTo>
                    <a:pt x="11562" y="559"/>
                  </a:lnTo>
                  <a:cubicBezTo>
                    <a:pt x="11709" y="559"/>
                    <a:pt x="11856" y="441"/>
                    <a:pt x="11856" y="294"/>
                  </a:cubicBezTo>
                  <a:cubicBezTo>
                    <a:pt x="11856" y="118"/>
                    <a:pt x="11709" y="0"/>
                    <a:pt x="11562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3742;p63">
              <a:extLst>
                <a:ext uri="{FF2B5EF4-FFF2-40B4-BE49-F238E27FC236}">
                  <a16:creationId xmlns:a16="http://schemas.microsoft.com/office/drawing/2014/main" id="{D4222444-5064-A90F-A1A4-5F3253F22601}"/>
                </a:ext>
              </a:extLst>
            </p:cNvPr>
            <p:cNvSpPr/>
            <p:nvPr/>
          </p:nvSpPr>
          <p:spPr>
            <a:xfrm>
              <a:off x="4187042" y="3634408"/>
              <a:ext cx="11454" cy="11006"/>
            </a:xfrm>
            <a:custGeom>
              <a:avLst/>
              <a:gdLst/>
              <a:ahLst/>
              <a:cxnLst/>
              <a:rect l="l" t="t" r="r" b="b"/>
              <a:pathLst>
                <a:path w="588" h="565" extrusionOk="0">
                  <a:moveTo>
                    <a:pt x="294" y="0"/>
                  </a:moveTo>
                  <a:cubicBezTo>
                    <a:pt x="124" y="0"/>
                    <a:pt x="0" y="123"/>
                    <a:pt x="0" y="270"/>
                  </a:cubicBezTo>
                  <a:cubicBezTo>
                    <a:pt x="0" y="441"/>
                    <a:pt x="124" y="564"/>
                    <a:pt x="294" y="564"/>
                  </a:cubicBezTo>
                  <a:cubicBezTo>
                    <a:pt x="441" y="564"/>
                    <a:pt x="588" y="441"/>
                    <a:pt x="588" y="270"/>
                  </a:cubicBezTo>
                  <a:cubicBezTo>
                    <a:pt x="588" y="123"/>
                    <a:pt x="441" y="0"/>
                    <a:pt x="294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3743;p63">
              <a:extLst>
                <a:ext uri="{FF2B5EF4-FFF2-40B4-BE49-F238E27FC236}">
                  <a16:creationId xmlns:a16="http://schemas.microsoft.com/office/drawing/2014/main" id="{36AB3425-62C9-5E67-43B4-13E555F22AB6}"/>
                </a:ext>
              </a:extLst>
            </p:cNvPr>
            <p:cNvSpPr/>
            <p:nvPr/>
          </p:nvSpPr>
          <p:spPr>
            <a:xfrm>
              <a:off x="4208898" y="3634408"/>
              <a:ext cx="11474" cy="11006"/>
            </a:xfrm>
            <a:custGeom>
              <a:avLst/>
              <a:gdLst/>
              <a:ahLst/>
              <a:cxnLst/>
              <a:rect l="l" t="t" r="r" b="b"/>
              <a:pathLst>
                <a:path w="589" h="565" extrusionOk="0">
                  <a:moveTo>
                    <a:pt x="295" y="0"/>
                  </a:moveTo>
                  <a:cubicBezTo>
                    <a:pt x="148" y="0"/>
                    <a:pt x="1" y="123"/>
                    <a:pt x="1" y="270"/>
                  </a:cubicBezTo>
                  <a:cubicBezTo>
                    <a:pt x="1" y="441"/>
                    <a:pt x="148" y="564"/>
                    <a:pt x="295" y="564"/>
                  </a:cubicBezTo>
                  <a:cubicBezTo>
                    <a:pt x="471" y="564"/>
                    <a:pt x="589" y="441"/>
                    <a:pt x="589" y="270"/>
                  </a:cubicBezTo>
                  <a:cubicBezTo>
                    <a:pt x="589" y="123"/>
                    <a:pt x="471" y="0"/>
                    <a:pt x="295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3744;p63">
              <a:extLst>
                <a:ext uri="{FF2B5EF4-FFF2-40B4-BE49-F238E27FC236}">
                  <a16:creationId xmlns:a16="http://schemas.microsoft.com/office/drawing/2014/main" id="{9FC42FF2-CF11-D745-D51A-5CAECE1E5554}"/>
                </a:ext>
              </a:extLst>
            </p:cNvPr>
            <p:cNvSpPr/>
            <p:nvPr/>
          </p:nvSpPr>
          <p:spPr>
            <a:xfrm>
              <a:off x="4231339" y="3634408"/>
              <a:ext cx="11026" cy="11006"/>
            </a:xfrm>
            <a:custGeom>
              <a:avLst/>
              <a:gdLst/>
              <a:ahLst/>
              <a:cxnLst/>
              <a:rect l="l" t="t" r="r" b="b"/>
              <a:pathLst>
                <a:path w="566" h="565" extrusionOk="0">
                  <a:moveTo>
                    <a:pt x="271" y="0"/>
                  </a:moveTo>
                  <a:cubicBezTo>
                    <a:pt x="124" y="0"/>
                    <a:pt x="1" y="123"/>
                    <a:pt x="1" y="270"/>
                  </a:cubicBezTo>
                  <a:cubicBezTo>
                    <a:pt x="1" y="441"/>
                    <a:pt x="124" y="564"/>
                    <a:pt x="271" y="564"/>
                  </a:cubicBezTo>
                  <a:cubicBezTo>
                    <a:pt x="442" y="564"/>
                    <a:pt x="565" y="441"/>
                    <a:pt x="565" y="270"/>
                  </a:cubicBezTo>
                  <a:cubicBezTo>
                    <a:pt x="565" y="123"/>
                    <a:pt x="442" y="0"/>
                    <a:pt x="271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3745;p63">
              <a:extLst>
                <a:ext uri="{FF2B5EF4-FFF2-40B4-BE49-F238E27FC236}">
                  <a16:creationId xmlns:a16="http://schemas.microsoft.com/office/drawing/2014/main" id="{F42FEDCC-385F-B7E7-5AC2-5D72171ECA88}"/>
                </a:ext>
              </a:extLst>
            </p:cNvPr>
            <p:cNvSpPr/>
            <p:nvPr/>
          </p:nvSpPr>
          <p:spPr>
            <a:xfrm>
              <a:off x="4152680" y="3614812"/>
              <a:ext cx="262337" cy="181281"/>
            </a:xfrm>
            <a:custGeom>
              <a:avLst/>
              <a:gdLst/>
              <a:ahLst/>
              <a:cxnLst/>
              <a:rect l="l" t="t" r="r" b="b"/>
              <a:pathLst>
                <a:path w="13467" h="9306" extrusionOk="0">
                  <a:moveTo>
                    <a:pt x="12909" y="589"/>
                  </a:moveTo>
                  <a:lnTo>
                    <a:pt x="12909" y="1982"/>
                  </a:lnTo>
                  <a:lnTo>
                    <a:pt x="565" y="1982"/>
                  </a:lnTo>
                  <a:lnTo>
                    <a:pt x="565" y="589"/>
                  </a:lnTo>
                  <a:close/>
                  <a:moveTo>
                    <a:pt x="12909" y="2570"/>
                  </a:moveTo>
                  <a:lnTo>
                    <a:pt x="12909" y="8718"/>
                  </a:lnTo>
                  <a:lnTo>
                    <a:pt x="4750" y="8718"/>
                  </a:lnTo>
                  <a:lnTo>
                    <a:pt x="4750" y="2570"/>
                  </a:lnTo>
                  <a:close/>
                  <a:moveTo>
                    <a:pt x="565" y="1"/>
                  </a:moveTo>
                  <a:cubicBezTo>
                    <a:pt x="242" y="1"/>
                    <a:pt x="1" y="271"/>
                    <a:pt x="1" y="589"/>
                  </a:cubicBezTo>
                  <a:lnTo>
                    <a:pt x="1" y="5068"/>
                  </a:lnTo>
                  <a:cubicBezTo>
                    <a:pt x="1" y="5244"/>
                    <a:pt x="124" y="5362"/>
                    <a:pt x="271" y="5362"/>
                  </a:cubicBezTo>
                  <a:cubicBezTo>
                    <a:pt x="442" y="5362"/>
                    <a:pt x="565" y="5244"/>
                    <a:pt x="565" y="5068"/>
                  </a:cubicBezTo>
                  <a:lnTo>
                    <a:pt x="565" y="2570"/>
                  </a:lnTo>
                  <a:lnTo>
                    <a:pt x="4186" y="2570"/>
                  </a:lnTo>
                  <a:lnTo>
                    <a:pt x="4186" y="8718"/>
                  </a:lnTo>
                  <a:lnTo>
                    <a:pt x="565" y="8718"/>
                  </a:lnTo>
                  <a:lnTo>
                    <a:pt x="565" y="6390"/>
                  </a:lnTo>
                  <a:cubicBezTo>
                    <a:pt x="565" y="6243"/>
                    <a:pt x="442" y="6096"/>
                    <a:pt x="271" y="6096"/>
                  </a:cubicBezTo>
                  <a:cubicBezTo>
                    <a:pt x="124" y="6096"/>
                    <a:pt x="1" y="6243"/>
                    <a:pt x="1" y="6390"/>
                  </a:cubicBezTo>
                  <a:lnTo>
                    <a:pt x="1" y="8718"/>
                  </a:lnTo>
                  <a:cubicBezTo>
                    <a:pt x="1" y="9035"/>
                    <a:pt x="242" y="9306"/>
                    <a:pt x="565" y="9306"/>
                  </a:cubicBezTo>
                  <a:lnTo>
                    <a:pt x="12909" y="9306"/>
                  </a:lnTo>
                  <a:cubicBezTo>
                    <a:pt x="13226" y="9306"/>
                    <a:pt x="13467" y="9035"/>
                    <a:pt x="13467" y="8718"/>
                  </a:cubicBezTo>
                  <a:lnTo>
                    <a:pt x="13467" y="589"/>
                  </a:lnTo>
                  <a:cubicBezTo>
                    <a:pt x="13467" y="271"/>
                    <a:pt x="13226" y="1"/>
                    <a:pt x="12909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3746;p63">
              <a:extLst>
                <a:ext uri="{FF2B5EF4-FFF2-40B4-BE49-F238E27FC236}">
                  <a16:creationId xmlns:a16="http://schemas.microsoft.com/office/drawing/2014/main" id="{8B0B266C-D560-AB5D-98DB-C276780D07D3}"/>
                </a:ext>
              </a:extLst>
            </p:cNvPr>
            <p:cNvSpPr/>
            <p:nvPr/>
          </p:nvSpPr>
          <p:spPr>
            <a:xfrm>
              <a:off x="4175588" y="3679738"/>
              <a:ext cx="46733" cy="10909"/>
            </a:xfrm>
            <a:custGeom>
              <a:avLst/>
              <a:gdLst/>
              <a:ahLst/>
              <a:cxnLst/>
              <a:rect l="l" t="t" r="r" b="b"/>
              <a:pathLst>
                <a:path w="2399" h="560" extrusionOk="0">
                  <a:moveTo>
                    <a:pt x="294" y="1"/>
                  </a:moveTo>
                  <a:cubicBezTo>
                    <a:pt x="124" y="1"/>
                    <a:pt x="0" y="118"/>
                    <a:pt x="0" y="265"/>
                  </a:cubicBezTo>
                  <a:cubicBezTo>
                    <a:pt x="0" y="442"/>
                    <a:pt x="124" y="559"/>
                    <a:pt x="294" y="559"/>
                  </a:cubicBezTo>
                  <a:lnTo>
                    <a:pt x="2105" y="559"/>
                  </a:lnTo>
                  <a:cubicBezTo>
                    <a:pt x="2252" y="559"/>
                    <a:pt x="2399" y="442"/>
                    <a:pt x="2399" y="265"/>
                  </a:cubicBezTo>
                  <a:cubicBezTo>
                    <a:pt x="2399" y="118"/>
                    <a:pt x="2252" y="1"/>
                    <a:pt x="2105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3747;p63">
              <a:extLst>
                <a:ext uri="{FF2B5EF4-FFF2-40B4-BE49-F238E27FC236}">
                  <a16:creationId xmlns:a16="http://schemas.microsoft.com/office/drawing/2014/main" id="{B2AAD676-0D0E-E66A-7EB2-CA89F19CDA90}"/>
                </a:ext>
              </a:extLst>
            </p:cNvPr>
            <p:cNvSpPr/>
            <p:nvPr/>
          </p:nvSpPr>
          <p:spPr>
            <a:xfrm>
              <a:off x="4175588" y="3705958"/>
              <a:ext cx="29103" cy="11474"/>
            </a:xfrm>
            <a:custGeom>
              <a:avLst/>
              <a:gdLst/>
              <a:ahLst/>
              <a:cxnLst/>
              <a:rect l="l" t="t" r="r" b="b"/>
              <a:pathLst>
                <a:path w="1494" h="589" extrusionOk="0">
                  <a:moveTo>
                    <a:pt x="294" y="1"/>
                  </a:moveTo>
                  <a:cubicBezTo>
                    <a:pt x="124" y="1"/>
                    <a:pt x="0" y="124"/>
                    <a:pt x="0" y="295"/>
                  </a:cubicBezTo>
                  <a:cubicBezTo>
                    <a:pt x="0" y="442"/>
                    <a:pt x="124" y="588"/>
                    <a:pt x="294" y="588"/>
                  </a:cubicBezTo>
                  <a:lnTo>
                    <a:pt x="1200" y="588"/>
                  </a:lnTo>
                  <a:cubicBezTo>
                    <a:pt x="1346" y="588"/>
                    <a:pt x="1493" y="442"/>
                    <a:pt x="1493" y="295"/>
                  </a:cubicBezTo>
                  <a:cubicBezTo>
                    <a:pt x="1493" y="124"/>
                    <a:pt x="1346" y="1"/>
                    <a:pt x="1200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3748;p63">
              <a:extLst>
                <a:ext uri="{FF2B5EF4-FFF2-40B4-BE49-F238E27FC236}">
                  <a16:creationId xmlns:a16="http://schemas.microsoft.com/office/drawing/2014/main" id="{70E1B173-4062-375B-827D-D3C919B93D44}"/>
                </a:ext>
              </a:extLst>
            </p:cNvPr>
            <p:cNvSpPr/>
            <p:nvPr/>
          </p:nvSpPr>
          <p:spPr>
            <a:xfrm>
              <a:off x="4175588" y="3732645"/>
              <a:ext cx="46733" cy="11006"/>
            </a:xfrm>
            <a:custGeom>
              <a:avLst/>
              <a:gdLst/>
              <a:ahLst/>
              <a:cxnLst/>
              <a:rect l="l" t="t" r="r" b="b"/>
              <a:pathLst>
                <a:path w="2399" h="565" extrusionOk="0">
                  <a:moveTo>
                    <a:pt x="294" y="0"/>
                  </a:moveTo>
                  <a:cubicBezTo>
                    <a:pt x="124" y="0"/>
                    <a:pt x="0" y="124"/>
                    <a:pt x="0" y="271"/>
                  </a:cubicBezTo>
                  <a:cubicBezTo>
                    <a:pt x="0" y="441"/>
                    <a:pt x="124" y="564"/>
                    <a:pt x="294" y="564"/>
                  </a:cubicBezTo>
                  <a:lnTo>
                    <a:pt x="2105" y="564"/>
                  </a:lnTo>
                  <a:cubicBezTo>
                    <a:pt x="2252" y="564"/>
                    <a:pt x="2399" y="441"/>
                    <a:pt x="2399" y="271"/>
                  </a:cubicBezTo>
                  <a:cubicBezTo>
                    <a:pt x="2399" y="124"/>
                    <a:pt x="2252" y="0"/>
                    <a:pt x="2105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3749;p63">
              <a:extLst>
                <a:ext uri="{FF2B5EF4-FFF2-40B4-BE49-F238E27FC236}">
                  <a16:creationId xmlns:a16="http://schemas.microsoft.com/office/drawing/2014/main" id="{28885D0A-3B10-850C-9A64-20CC6B30251D}"/>
                </a:ext>
              </a:extLst>
            </p:cNvPr>
            <p:cNvSpPr/>
            <p:nvPr/>
          </p:nvSpPr>
          <p:spPr>
            <a:xfrm>
              <a:off x="4175588" y="3758865"/>
              <a:ext cx="29103" cy="11006"/>
            </a:xfrm>
            <a:custGeom>
              <a:avLst/>
              <a:gdLst/>
              <a:ahLst/>
              <a:cxnLst/>
              <a:rect l="l" t="t" r="r" b="b"/>
              <a:pathLst>
                <a:path w="1494" h="565" extrusionOk="0">
                  <a:moveTo>
                    <a:pt x="294" y="0"/>
                  </a:moveTo>
                  <a:cubicBezTo>
                    <a:pt x="124" y="0"/>
                    <a:pt x="0" y="124"/>
                    <a:pt x="0" y="294"/>
                  </a:cubicBezTo>
                  <a:cubicBezTo>
                    <a:pt x="0" y="441"/>
                    <a:pt x="124" y="565"/>
                    <a:pt x="294" y="565"/>
                  </a:cubicBezTo>
                  <a:lnTo>
                    <a:pt x="1200" y="565"/>
                  </a:lnTo>
                  <a:cubicBezTo>
                    <a:pt x="1346" y="565"/>
                    <a:pt x="1493" y="441"/>
                    <a:pt x="1493" y="294"/>
                  </a:cubicBezTo>
                  <a:cubicBezTo>
                    <a:pt x="1493" y="124"/>
                    <a:pt x="1346" y="0"/>
                    <a:pt x="1200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2606386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6">
          <a:extLst>
            <a:ext uri="{FF2B5EF4-FFF2-40B4-BE49-F238E27FC236}">
              <a16:creationId xmlns:a16="http://schemas.microsoft.com/office/drawing/2014/main" id="{25E5E966-ADAB-6275-2B4A-A747482B9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" name="Google Shape;2447;p53">
            <a:extLst>
              <a:ext uri="{FF2B5EF4-FFF2-40B4-BE49-F238E27FC236}">
                <a16:creationId xmlns:a16="http://schemas.microsoft.com/office/drawing/2014/main" id="{6C3D6A1B-2CA6-4A09-F12D-07CFDE1BCE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Answer Generation Process</a:t>
            </a:r>
            <a:endParaRPr dirty="0"/>
          </a:p>
        </p:txBody>
      </p:sp>
      <p:sp>
        <p:nvSpPr>
          <p:cNvPr id="3" name="Google Shape;1374;p39">
            <a:extLst>
              <a:ext uri="{FF2B5EF4-FFF2-40B4-BE49-F238E27FC236}">
                <a16:creationId xmlns:a16="http://schemas.microsoft.com/office/drawing/2014/main" id="{B55ED128-7F55-9F71-1BA4-652F6AFEC66D}"/>
              </a:ext>
            </a:extLst>
          </p:cNvPr>
          <p:cNvSpPr/>
          <p:nvPr/>
        </p:nvSpPr>
        <p:spPr>
          <a:xfrm>
            <a:off x="4263600" y="1267270"/>
            <a:ext cx="616800" cy="616800"/>
          </a:xfrm>
          <a:prstGeom prst="ellipse">
            <a:avLst/>
          </a:prstGeom>
          <a:solidFill>
            <a:srgbClr val="AEE2F4">
              <a:alpha val="30820"/>
            </a:srgbClr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4" name="Google Shape;13793;p79">
            <a:extLst>
              <a:ext uri="{FF2B5EF4-FFF2-40B4-BE49-F238E27FC236}">
                <a16:creationId xmlns:a16="http://schemas.microsoft.com/office/drawing/2014/main" id="{122ED22F-88DB-CCD8-FA20-00F1FF7A2058}"/>
              </a:ext>
            </a:extLst>
          </p:cNvPr>
          <p:cNvGrpSpPr/>
          <p:nvPr/>
        </p:nvGrpSpPr>
        <p:grpSpPr>
          <a:xfrm>
            <a:off x="4386147" y="1367883"/>
            <a:ext cx="394010" cy="380980"/>
            <a:chOff x="3985322" y="3387403"/>
            <a:chExt cx="358682" cy="346386"/>
          </a:xfrm>
        </p:grpSpPr>
        <p:sp>
          <p:nvSpPr>
            <p:cNvPr id="5" name="Google Shape;13794;p79">
              <a:extLst>
                <a:ext uri="{FF2B5EF4-FFF2-40B4-BE49-F238E27FC236}">
                  <a16:creationId xmlns:a16="http://schemas.microsoft.com/office/drawing/2014/main" id="{0085E545-97A7-B3A3-F501-6A973B135411}"/>
                </a:ext>
              </a:extLst>
            </p:cNvPr>
            <p:cNvSpPr/>
            <p:nvPr/>
          </p:nvSpPr>
          <p:spPr>
            <a:xfrm>
              <a:off x="4049319" y="3512906"/>
              <a:ext cx="33270" cy="33244"/>
            </a:xfrm>
            <a:custGeom>
              <a:avLst/>
              <a:gdLst/>
              <a:ahLst/>
              <a:cxnLst/>
              <a:rect l="l" t="t" r="r" b="b"/>
              <a:pathLst>
                <a:path w="1269" h="1268" extrusionOk="0">
                  <a:moveTo>
                    <a:pt x="635" y="0"/>
                  </a:moveTo>
                  <a:cubicBezTo>
                    <a:pt x="283" y="0"/>
                    <a:pt x="1" y="286"/>
                    <a:pt x="1" y="634"/>
                  </a:cubicBezTo>
                  <a:cubicBezTo>
                    <a:pt x="1" y="985"/>
                    <a:pt x="283" y="1268"/>
                    <a:pt x="635" y="1268"/>
                  </a:cubicBezTo>
                  <a:cubicBezTo>
                    <a:pt x="986" y="1268"/>
                    <a:pt x="1268" y="985"/>
                    <a:pt x="1268" y="634"/>
                  </a:cubicBezTo>
                  <a:cubicBezTo>
                    <a:pt x="1268" y="286"/>
                    <a:pt x="986" y="0"/>
                    <a:pt x="635" y="0"/>
                  </a:cubicBezTo>
                  <a:close/>
                </a:path>
              </a:pathLst>
            </a:custGeom>
            <a:solidFill>
              <a:srgbClr val="E0E6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3795;p79">
              <a:extLst>
                <a:ext uri="{FF2B5EF4-FFF2-40B4-BE49-F238E27FC236}">
                  <a16:creationId xmlns:a16="http://schemas.microsoft.com/office/drawing/2014/main" id="{BC4F7FE9-2A2A-655D-9BCC-180905853247}"/>
                </a:ext>
              </a:extLst>
            </p:cNvPr>
            <p:cNvSpPr/>
            <p:nvPr/>
          </p:nvSpPr>
          <p:spPr>
            <a:xfrm>
              <a:off x="4156444" y="3512906"/>
              <a:ext cx="33244" cy="33244"/>
            </a:xfrm>
            <a:custGeom>
              <a:avLst/>
              <a:gdLst/>
              <a:ahLst/>
              <a:cxnLst/>
              <a:rect l="l" t="t" r="r" b="b"/>
              <a:pathLst>
                <a:path w="1268" h="1268" extrusionOk="0">
                  <a:moveTo>
                    <a:pt x="634" y="0"/>
                  </a:moveTo>
                  <a:cubicBezTo>
                    <a:pt x="283" y="0"/>
                    <a:pt x="0" y="286"/>
                    <a:pt x="0" y="634"/>
                  </a:cubicBezTo>
                  <a:cubicBezTo>
                    <a:pt x="0" y="985"/>
                    <a:pt x="283" y="1268"/>
                    <a:pt x="634" y="1268"/>
                  </a:cubicBezTo>
                  <a:cubicBezTo>
                    <a:pt x="985" y="1268"/>
                    <a:pt x="1268" y="985"/>
                    <a:pt x="1268" y="634"/>
                  </a:cubicBezTo>
                  <a:cubicBezTo>
                    <a:pt x="1268" y="286"/>
                    <a:pt x="985" y="0"/>
                    <a:pt x="634" y="0"/>
                  </a:cubicBezTo>
                  <a:close/>
                </a:path>
              </a:pathLst>
            </a:custGeom>
            <a:solidFill>
              <a:srgbClr val="E0E6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3796;p79">
              <a:extLst>
                <a:ext uri="{FF2B5EF4-FFF2-40B4-BE49-F238E27FC236}">
                  <a16:creationId xmlns:a16="http://schemas.microsoft.com/office/drawing/2014/main" id="{4EAC2654-B826-4653-7D66-7A927AFBFC81}"/>
                </a:ext>
              </a:extLst>
            </p:cNvPr>
            <p:cNvSpPr/>
            <p:nvPr/>
          </p:nvSpPr>
          <p:spPr>
            <a:xfrm>
              <a:off x="4199152" y="3392620"/>
              <a:ext cx="143593" cy="149728"/>
            </a:xfrm>
            <a:custGeom>
              <a:avLst/>
              <a:gdLst/>
              <a:ahLst/>
              <a:cxnLst/>
              <a:rect l="l" t="t" r="r" b="b"/>
              <a:pathLst>
                <a:path w="5477" h="5711" extrusionOk="0">
                  <a:moveTo>
                    <a:pt x="2754" y="1"/>
                  </a:moveTo>
                  <a:cubicBezTo>
                    <a:pt x="2719" y="1"/>
                    <a:pt x="2684" y="1"/>
                    <a:pt x="2648" y="3"/>
                  </a:cubicBezTo>
                  <a:cubicBezTo>
                    <a:pt x="1678" y="43"/>
                    <a:pt x="809" y="622"/>
                    <a:pt x="407" y="1506"/>
                  </a:cubicBezTo>
                  <a:cubicBezTo>
                    <a:pt x="1" y="2390"/>
                    <a:pt x="128" y="3425"/>
                    <a:pt x="729" y="4186"/>
                  </a:cubicBezTo>
                  <a:lnTo>
                    <a:pt x="660" y="5711"/>
                  </a:lnTo>
                  <a:lnTo>
                    <a:pt x="2044" y="5066"/>
                  </a:lnTo>
                  <a:cubicBezTo>
                    <a:pt x="2277" y="5132"/>
                    <a:pt x="2514" y="5164"/>
                    <a:pt x="2748" y="5164"/>
                  </a:cubicBezTo>
                  <a:cubicBezTo>
                    <a:pt x="3594" y="5164"/>
                    <a:pt x="4406" y="4748"/>
                    <a:pt x="4894" y="4019"/>
                  </a:cubicBezTo>
                  <a:cubicBezTo>
                    <a:pt x="5437" y="3212"/>
                    <a:pt x="5477" y="2169"/>
                    <a:pt x="5003" y="1321"/>
                  </a:cubicBezTo>
                  <a:cubicBezTo>
                    <a:pt x="4545" y="505"/>
                    <a:pt x="3685" y="1"/>
                    <a:pt x="2754" y="1"/>
                  </a:cubicBezTo>
                  <a:close/>
                </a:path>
              </a:pathLst>
            </a:custGeom>
            <a:solidFill>
              <a:srgbClr val="BFCC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3797;p79">
              <a:extLst>
                <a:ext uri="{FF2B5EF4-FFF2-40B4-BE49-F238E27FC236}">
                  <a16:creationId xmlns:a16="http://schemas.microsoft.com/office/drawing/2014/main" id="{9C30C6CD-552E-BE57-DEDD-86E325006DF1}"/>
                </a:ext>
              </a:extLst>
            </p:cNvPr>
            <p:cNvSpPr/>
            <p:nvPr/>
          </p:nvSpPr>
          <p:spPr>
            <a:xfrm>
              <a:off x="4094230" y="3561802"/>
              <a:ext cx="50547" cy="91080"/>
            </a:xfrm>
            <a:custGeom>
              <a:avLst/>
              <a:gdLst/>
              <a:ahLst/>
              <a:cxnLst/>
              <a:rect l="l" t="t" r="r" b="b"/>
              <a:pathLst>
                <a:path w="1928" h="3474" extrusionOk="0">
                  <a:moveTo>
                    <a:pt x="1" y="0"/>
                  </a:moveTo>
                  <a:lnTo>
                    <a:pt x="1" y="2644"/>
                  </a:lnTo>
                  <a:lnTo>
                    <a:pt x="964" y="3473"/>
                  </a:lnTo>
                  <a:lnTo>
                    <a:pt x="968" y="3473"/>
                  </a:lnTo>
                  <a:lnTo>
                    <a:pt x="1928" y="2644"/>
                  </a:lnTo>
                  <a:lnTo>
                    <a:pt x="1928" y="0"/>
                  </a:lnTo>
                  <a:close/>
                </a:path>
              </a:pathLst>
            </a:custGeom>
            <a:solidFill>
              <a:srgbClr val="E0E6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3798;p79">
              <a:extLst>
                <a:ext uri="{FF2B5EF4-FFF2-40B4-BE49-F238E27FC236}">
                  <a16:creationId xmlns:a16="http://schemas.microsoft.com/office/drawing/2014/main" id="{5C3794F3-4BD3-DC02-D6F3-AD1D8DE92626}"/>
                </a:ext>
              </a:extLst>
            </p:cNvPr>
            <p:cNvSpPr/>
            <p:nvPr/>
          </p:nvSpPr>
          <p:spPr>
            <a:xfrm>
              <a:off x="3990645" y="3618379"/>
              <a:ext cx="257718" cy="110166"/>
            </a:xfrm>
            <a:custGeom>
              <a:avLst/>
              <a:gdLst/>
              <a:ahLst/>
              <a:cxnLst/>
              <a:rect l="l" t="t" r="r" b="b"/>
              <a:pathLst>
                <a:path w="9830" h="4202" extrusionOk="0">
                  <a:moveTo>
                    <a:pt x="3952" y="1"/>
                  </a:moveTo>
                  <a:lnTo>
                    <a:pt x="1761" y="703"/>
                  </a:lnTo>
                  <a:cubicBezTo>
                    <a:pt x="714" y="1037"/>
                    <a:pt x="1" y="2014"/>
                    <a:pt x="1" y="3115"/>
                  </a:cubicBezTo>
                  <a:lnTo>
                    <a:pt x="1" y="4202"/>
                  </a:lnTo>
                  <a:lnTo>
                    <a:pt x="9830" y="4202"/>
                  </a:lnTo>
                  <a:lnTo>
                    <a:pt x="9830" y="3115"/>
                  </a:lnTo>
                  <a:cubicBezTo>
                    <a:pt x="9830" y="2014"/>
                    <a:pt x="9120" y="1037"/>
                    <a:pt x="8070" y="703"/>
                  </a:cubicBezTo>
                  <a:lnTo>
                    <a:pt x="5879" y="1"/>
                  </a:lnTo>
                  <a:lnTo>
                    <a:pt x="4915" y="674"/>
                  </a:lnTo>
                  <a:lnTo>
                    <a:pt x="3952" y="1"/>
                  </a:lnTo>
                  <a:close/>
                </a:path>
              </a:pathLst>
            </a:custGeom>
            <a:solidFill>
              <a:srgbClr val="D6DF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3799;p79">
              <a:extLst>
                <a:ext uri="{FF2B5EF4-FFF2-40B4-BE49-F238E27FC236}">
                  <a16:creationId xmlns:a16="http://schemas.microsoft.com/office/drawing/2014/main" id="{9D2FB139-E4AF-D439-06EF-EC6E9340F8FF}"/>
                </a:ext>
              </a:extLst>
            </p:cNvPr>
            <p:cNvSpPr/>
            <p:nvPr/>
          </p:nvSpPr>
          <p:spPr>
            <a:xfrm>
              <a:off x="4065941" y="3443115"/>
              <a:ext cx="107125" cy="147185"/>
            </a:xfrm>
            <a:custGeom>
              <a:avLst/>
              <a:gdLst/>
              <a:ahLst/>
              <a:cxnLst/>
              <a:rect l="l" t="t" r="r" b="b"/>
              <a:pathLst>
                <a:path w="4086" h="5614" extrusionOk="0">
                  <a:moveTo>
                    <a:pt x="1594" y="0"/>
                  </a:moveTo>
                  <a:cubicBezTo>
                    <a:pt x="1533" y="0"/>
                    <a:pt x="1471" y="4"/>
                    <a:pt x="1410" y="11"/>
                  </a:cubicBezTo>
                  <a:cubicBezTo>
                    <a:pt x="606" y="105"/>
                    <a:pt x="1" y="782"/>
                    <a:pt x="1" y="1594"/>
                  </a:cubicBezTo>
                  <a:lnTo>
                    <a:pt x="1" y="3220"/>
                  </a:lnTo>
                  <a:cubicBezTo>
                    <a:pt x="1" y="4067"/>
                    <a:pt x="450" y="4853"/>
                    <a:pt x="1185" y="5288"/>
                  </a:cubicBezTo>
                  <a:lnTo>
                    <a:pt x="1482" y="5462"/>
                  </a:lnTo>
                  <a:cubicBezTo>
                    <a:pt x="1656" y="5563"/>
                    <a:pt x="1850" y="5614"/>
                    <a:pt x="2043" y="5614"/>
                  </a:cubicBezTo>
                  <a:cubicBezTo>
                    <a:pt x="2236" y="5614"/>
                    <a:pt x="2429" y="5563"/>
                    <a:pt x="2601" y="5462"/>
                  </a:cubicBezTo>
                  <a:lnTo>
                    <a:pt x="2905" y="5284"/>
                  </a:lnTo>
                  <a:cubicBezTo>
                    <a:pt x="3637" y="4853"/>
                    <a:pt x="4086" y="4067"/>
                    <a:pt x="4086" y="3216"/>
                  </a:cubicBezTo>
                  <a:lnTo>
                    <a:pt x="4086" y="1594"/>
                  </a:lnTo>
                  <a:cubicBezTo>
                    <a:pt x="4086" y="714"/>
                    <a:pt x="3372" y="0"/>
                    <a:pt x="2492" y="0"/>
                  </a:cubicBezTo>
                  <a:close/>
                </a:path>
              </a:pathLst>
            </a:custGeom>
            <a:solidFill>
              <a:srgbClr val="9EB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800;p79">
              <a:extLst>
                <a:ext uri="{FF2B5EF4-FFF2-40B4-BE49-F238E27FC236}">
                  <a16:creationId xmlns:a16="http://schemas.microsoft.com/office/drawing/2014/main" id="{E8124FF5-3486-B291-38DB-79C076CD7201}"/>
                </a:ext>
              </a:extLst>
            </p:cNvPr>
            <p:cNvSpPr/>
            <p:nvPr/>
          </p:nvSpPr>
          <p:spPr>
            <a:xfrm>
              <a:off x="4065941" y="3443377"/>
              <a:ext cx="36967" cy="48371"/>
            </a:xfrm>
            <a:custGeom>
              <a:avLst/>
              <a:gdLst/>
              <a:ahLst/>
              <a:cxnLst/>
              <a:rect l="l" t="t" r="r" b="b"/>
              <a:pathLst>
                <a:path w="1410" h="1845" extrusionOk="0">
                  <a:moveTo>
                    <a:pt x="1410" y="1"/>
                  </a:moveTo>
                  <a:cubicBezTo>
                    <a:pt x="606" y="95"/>
                    <a:pt x="1" y="776"/>
                    <a:pt x="1" y="1584"/>
                  </a:cubicBezTo>
                  <a:lnTo>
                    <a:pt x="1" y="1844"/>
                  </a:lnTo>
                  <a:cubicBezTo>
                    <a:pt x="1" y="1844"/>
                    <a:pt x="1033" y="1529"/>
                    <a:pt x="1410" y="1"/>
                  </a:cubicBezTo>
                  <a:close/>
                </a:path>
              </a:pathLst>
            </a:custGeom>
            <a:solidFill>
              <a:srgbClr val="E5EB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3801;p79">
              <a:extLst>
                <a:ext uri="{FF2B5EF4-FFF2-40B4-BE49-F238E27FC236}">
                  <a16:creationId xmlns:a16="http://schemas.microsoft.com/office/drawing/2014/main" id="{CB199D83-CC1F-7023-EF3C-2F1DFA4D7100}"/>
                </a:ext>
              </a:extLst>
            </p:cNvPr>
            <p:cNvSpPr/>
            <p:nvPr/>
          </p:nvSpPr>
          <p:spPr>
            <a:xfrm>
              <a:off x="4102882" y="3443115"/>
              <a:ext cx="70184" cy="69791"/>
            </a:xfrm>
            <a:custGeom>
              <a:avLst/>
              <a:gdLst/>
              <a:ahLst/>
              <a:cxnLst/>
              <a:rect l="l" t="t" r="r" b="b"/>
              <a:pathLst>
                <a:path w="2677" h="2662" extrusionOk="0">
                  <a:moveTo>
                    <a:pt x="185" y="0"/>
                  </a:moveTo>
                  <a:cubicBezTo>
                    <a:pt x="124" y="0"/>
                    <a:pt x="62" y="4"/>
                    <a:pt x="1" y="11"/>
                  </a:cubicBezTo>
                  <a:cubicBezTo>
                    <a:pt x="1" y="11"/>
                    <a:pt x="279" y="2662"/>
                    <a:pt x="2677" y="2662"/>
                  </a:cubicBezTo>
                  <a:lnTo>
                    <a:pt x="2677" y="1594"/>
                  </a:lnTo>
                  <a:cubicBezTo>
                    <a:pt x="2677" y="714"/>
                    <a:pt x="1963" y="0"/>
                    <a:pt x="1083" y="0"/>
                  </a:cubicBezTo>
                  <a:close/>
                </a:path>
              </a:pathLst>
            </a:custGeom>
            <a:solidFill>
              <a:srgbClr val="E5EB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3802;p79">
              <a:extLst>
                <a:ext uri="{FF2B5EF4-FFF2-40B4-BE49-F238E27FC236}">
                  <a16:creationId xmlns:a16="http://schemas.microsoft.com/office/drawing/2014/main" id="{4E47E540-2E29-3B67-1058-2FF773DDDC22}"/>
                </a:ext>
              </a:extLst>
            </p:cNvPr>
            <p:cNvSpPr/>
            <p:nvPr/>
          </p:nvSpPr>
          <p:spPr>
            <a:xfrm>
              <a:off x="4101545" y="3636129"/>
              <a:ext cx="36023" cy="92417"/>
            </a:xfrm>
            <a:custGeom>
              <a:avLst/>
              <a:gdLst/>
              <a:ahLst/>
              <a:cxnLst/>
              <a:rect l="l" t="t" r="r" b="b"/>
              <a:pathLst>
                <a:path w="1374" h="3525" extrusionOk="0">
                  <a:moveTo>
                    <a:pt x="1" y="1"/>
                  </a:moveTo>
                  <a:lnTo>
                    <a:pt x="1" y="830"/>
                  </a:lnTo>
                  <a:lnTo>
                    <a:pt x="222" y="1424"/>
                  </a:lnTo>
                  <a:lnTo>
                    <a:pt x="1" y="3525"/>
                  </a:lnTo>
                  <a:lnTo>
                    <a:pt x="1373" y="3525"/>
                  </a:lnTo>
                  <a:lnTo>
                    <a:pt x="1153" y="1424"/>
                  </a:lnTo>
                  <a:lnTo>
                    <a:pt x="1373" y="830"/>
                  </a:lnTo>
                  <a:lnTo>
                    <a:pt x="1373" y="1"/>
                  </a:lnTo>
                  <a:close/>
                </a:path>
              </a:pathLst>
            </a:custGeom>
            <a:solidFill>
              <a:srgbClr val="E6EB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3803;p79">
              <a:extLst>
                <a:ext uri="{FF2B5EF4-FFF2-40B4-BE49-F238E27FC236}">
                  <a16:creationId xmlns:a16="http://schemas.microsoft.com/office/drawing/2014/main" id="{2FF5CA72-5A51-1834-EDE7-DEC18DEC85DB}"/>
                </a:ext>
              </a:extLst>
            </p:cNvPr>
            <p:cNvSpPr/>
            <p:nvPr/>
          </p:nvSpPr>
          <p:spPr>
            <a:xfrm>
              <a:off x="4094230" y="3618379"/>
              <a:ext cx="25379" cy="47690"/>
            </a:xfrm>
            <a:custGeom>
              <a:avLst/>
              <a:gdLst/>
              <a:ahLst/>
              <a:cxnLst/>
              <a:rect l="l" t="t" r="r" b="b"/>
              <a:pathLst>
                <a:path w="968" h="1819" extrusionOk="0">
                  <a:moveTo>
                    <a:pt x="1" y="1"/>
                  </a:moveTo>
                  <a:lnTo>
                    <a:pt x="1" y="1819"/>
                  </a:lnTo>
                  <a:lnTo>
                    <a:pt x="968" y="67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8BA3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3804;p79">
              <a:extLst>
                <a:ext uri="{FF2B5EF4-FFF2-40B4-BE49-F238E27FC236}">
                  <a16:creationId xmlns:a16="http://schemas.microsoft.com/office/drawing/2014/main" id="{EE9B71C1-AE13-5A87-090B-04CCC8FC5490}"/>
                </a:ext>
              </a:extLst>
            </p:cNvPr>
            <p:cNvSpPr/>
            <p:nvPr/>
          </p:nvSpPr>
          <p:spPr>
            <a:xfrm>
              <a:off x="4119504" y="3618379"/>
              <a:ext cx="25274" cy="47690"/>
            </a:xfrm>
            <a:custGeom>
              <a:avLst/>
              <a:gdLst/>
              <a:ahLst/>
              <a:cxnLst/>
              <a:rect l="l" t="t" r="r" b="b"/>
              <a:pathLst>
                <a:path w="964" h="1819" extrusionOk="0">
                  <a:moveTo>
                    <a:pt x="964" y="1"/>
                  </a:moveTo>
                  <a:lnTo>
                    <a:pt x="0" y="678"/>
                  </a:lnTo>
                  <a:lnTo>
                    <a:pt x="964" y="1819"/>
                  </a:lnTo>
                  <a:lnTo>
                    <a:pt x="964" y="1"/>
                  </a:lnTo>
                  <a:close/>
                </a:path>
              </a:pathLst>
            </a:custGeom>
            <a:solidFill>
              <a:srgbClr val="8BA3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3805;p79">
              <a:extLst>
                <a:ext uri="{FF2B5EF4-FFF2-40B4-BE49-F238E27FC236}">
                  <a16:creationId xmlns:a16="http://schemas.microsoft.com/office/drawing/2014/main" id="{450D96EA-EE93-F9AA-9C7F-4590B34A2320}"/>
                </a:ext>
              </a:extLst>
            </p:cNvPr>
            <p:cNvSpPr/>
            <p:nvPr/>
          </p:nvSpPr>
          <p:spPr>
            <a:xfrm>
              <a:off x="3990645" y="3618379"/>
              <a:ext cx="103612" cy="110166"/>
            </a:xfrm>
            <a:custGeom>
              <a:avLst/>
              <a:gdLst/>
              <a:ahLst/>
              <a:cxnLst/>
              <a:rect l="l" t="t" r="r" b="b"/>
              <a:pathLst>
                <a:path w="3952" h="4202" extrusionOk="0">
                  <a:moveTo>
                    <a:pt x="3952" y="1"/>
                  </a:moveTo>
                  <a:lnTo>
                    <a:pt x="2500" y="464"/>
                  </a:lnTo>
                  <a:lnTo>
                    <a:pt x="1761" y="703"/>
                  </a:lnTo>
                  <a:cubicBezTo>
                    <a:pt x="714" y="1037"/>
                    <a:pt x="1" y="2014"/>
                    <a:pt x="1" y="3115"/>
                  </a:cubicBezTo>
                  <a:lnTo>
                    <a:pt x="1" y="4202"/>
                  </a:lnTo>
                  <a:lnTo>
                    <a:pt x="3952" y="4202"/>
                  </a:lnTo>
                  <a:lnTo>
                    <a:pt x="3952" y="1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3806;p79">
              <a:extLst>
                <a:ext uri="{FF2B5EF4-FFF2-40B4-BE49-F238E27FC236}">
                  <a16:creationId xmlns:a16="http://schemas.microsoft.com/office/drawing/2014/main" id="{021DBFB1-301C-B80E-ABD8-C177D82DB0A4}"/>
                </a:ext>
              </a:extLst>
            </p:cNvPr>
            <p:cNvSpPr/>
            <p:nvPr/>
          </p:nvSpPr>
          <p:spPr>
            <a:xfrm>
              <a:off x="3990645" y="3630544"/>
              <a:ext cx="65544" cy="98001"/>
            </a:xfrm>
            <a:custGeom>
              <a:avLst/>
              <a:gdLst/>
              <a:ahLst/>
              <a:cxnLst/>
              <a:rect l="l" t="t" r="r" b="b"/>
              <a:pathLst>
                <a:path w="2500" h="3738" extrusionOk="0">
                  <a:moveTo>
                    <a:pt x="2500" y="0"/>
                  </a:moveTo>
                  <a:lnTo>
                    <a:pt x="1761" y="239"/>
                  </a:lnTo>
                  <a:cubicBezTo>
                    <a:pt x="714" y="576"/>
                    <a:pt x="1" y="1550"/>
                    <a:pt x="1" y="2651"/>
                  </a:cubicBezTo>
                  <a:lnTo>
                    <a:pt x="1" y="3738"/>
                  </a:lnTo>
                  <a:lnTo>
                    <a:pt x="580" y="3738"/>
                  </a:lnTo>
                  <a:lnTo>
                    <a:pt x="580" y="2651"/>
                  </a:lnTo>
                  <a:cubicBezTo>
                    <a:pt x="580" y="1550"/>
                    <a:pt x="1127" y="576"/>
                    <a:pt x="1931" y="239"/>
                  </a:cubicBezTo>
                  <a:lnTo>
                    <a:pt x="2500" y="0"/>
                  </a:lnTo>
                  <a:close/>
                </a:path>
              </a:pathLst>
            </a:custGeom>
            <a:solidFill>
              <a:srgbClr val="D6DF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3807;p79">
              <a:extLst>
                <a:ext uri="{FF2B5EF4-FFF2-40B4-BE49-F238E27FC236}">
                  <a16:creationId xmlns:a16="http://schemas.microsoft.com/office/drawing/2014/main" id="{0DC0811B-48B1-F106-9F87-B62738C4875A}"/>
                </a:ext>
              </a:extLst>
            </p:cNvPr>
            <p:cNvSpPr/>
            <p:nvPr/>
          </p:nvSpPr>
          <p:spPr>
            <a:xfrm>
              <a:off x="4144751" y="3618379"/>
              <a:ext cx="103612" cy="110166"/>
            </a:xfrm>
            <a:custGeom>
              <a:avLst/>
              <a:gdLst/>
              <a:ahLst/>
              <a:cxnLst/>
              <a:rect l="l" t="t" r="r" b="b"/>
              <a:pathLst>
                <a:path w="3952" h="4202" extrusionOk="0">
                  <a:moveTo>
                    <a:pt x="1" y="1"/>
                  </a:moveTo>
                  <a:lnTo>
                    <a:pt x="1" y="4202"/>
                  </a:lnTo>
                  <a:lnTo>
                    <a:pt x="3952" y="4202"/>
                  </a:lnTo>
                  <a:lnTo>
                    <a:pt x="3952" y="3115"/>
                  </a:lnTo>
                  <a:cubicBezTo>
                    <a:pt x="3952" y="2014"/>
                    <a:pt x="3239" y="1040"/>
                    <a:pt x="2192" y="703"/>
                  </a:cubicBezTo>
                  <a:lnTo>
                    <a:pt x="1453" y="46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3808;p79">
              <a:extLst>
                <a:ext uri="{FF2B5EF4-FFF2-40B4-BE49-F238E27FC236}">
                  <a16:creationId xmlns:a16="http://schemas.microsoft.com/office/drawing/2014/main" id="{664A4CF4-83B5-61A3-CE0D-2E10679F0337}"/>
                </a:ext>
              </a:extLst>
            </p:cNvPr>
            <p:cNvSpPr/>
            <p:nvPr/>
          </p:nvSpPr>
          <p:spPr>
            <a:xfrm>
              <a:off x="4182845" y="3630544"/>
              <a:ext cx="65518" cy="98001"/>
            </a:xfrm>
            <a:custGeom>
              <a:avLst/>
              <a:gdLst/>
              <a:ahLst/>
              <a:cxnLst/>
              <a:rect l="l" t="t" r="r" b="b"/>
              <a:pathLst>
                <a:path w="2499" h="3738" extrusionOk="0">
                  <a:moveTo>
                    <a:pt x="0" y="0"/>
                  </a:moveTo>
                  <a:lnTo>
                    <a:pt x="569" y="239"/>
                  </a:lnTo>
                  <a:cubicBezTo>
                    <a:pt x="1373" y="573"/>
                    <a:pt x="1920" y="1550"/>
                    <a:pt x="1920" y="2651"/>
                  </a:cubicBezTo>
                  <a:lnTo>
                    <a:pt x="1920" y="3738"/>
                  </a:lnTo>
                  <a:lnTo>
                    <a:pt x="2499" y="3738"/>
                  </a:lnTo>
                  <a:lnTo>
                    <a:pt x="2499" y="2651"/>
                  </a:lnTo>
                  <a:cubicBezTo>
                    <a:pt x="2499" y="1550"/>
                    <a:pt x="1789" y="573"/>
                    <a:pt x="739" y="23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6DF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3809;p79">
              <a:extLst>
                <a:ext uri="{FF2B5EF4-FFF2-40B4-BE49-F238E27FC236}">
                  <a16:creationId xmlns:a16="http://schemas.microsoft.com/office/drawing/2014/main" id="{13DD7E16-4BF5-1FA7-7DF0-8F0A3AD774BC}"/>
                </a:ext>
              </a:extLst>
            </p:cNvPr>
            <p:cNvSpPr/>
            <p:nvPr/>
          </p:nvSpPr>
          <p:spPr>
            <a:xfrm>
              <a:off x="4184838" y="3387403"/>
              <a:ext cx="159166" cy="160110"/>
            </a:xfrm>
            <a:custGeom>
              <a:avLst/>
              <a:gdLst/>
              <a:ahLst/>
              <a:cxnLst/>
              <a:rect l="l" t="t" r="r" b="b"/>
              <a:pathLst>
                <a:path w="6071" h="6107" extrusionOk="0">
                  <a:moveTo>
                    <a:pt x="3295" y="0"/>
                  </a:moveTo>
                  <a:cubicBezTo>
                    <a:pt x="2920" y="0"/>
                    <a:pt x="2536" y="77"/>
                    <a:pt x="2166" y="242"/>
                  </a:cubicBezTo>
                  <a:cubicBezTo>
                    <a:pt x="536" y="970"/>
                    <a:pt x="0" y="3020"/>
                    <a:pt x="1072" y="4450"/>
                  </a:cubicBezTo>
                  <a:lnTo>
                    <a:pt x="1007" y="5899"/>
                  </a:lnTo>
                  <a:cubicBezTo>
                    <a:pt x="1001" y="6017"/>
                    <a:pt x="1098" y="6107"/>
                    <a:pt x="1205" y="6107"/>
                  </a:cubicBezTo>
                  <a:cubicBezTo>
                    <a:pt x="1233" y="6107"/>
                    <a:pt x="1262" y="6101"/>
                    <a:pt x="1289" y="6087"/>
                  </a:cubicBezTo>
                  <a:lnTo>
                    <a:pt x="2604" y="5472"/>
                  </a:lnTo>
                  <a:cubicBezTo>
                    <a:pt x="2838" y="5531"/>
                    <a:pt x="3071" y="5560"/>
                    <a:pt x="3300" y="5560"/>
                  </a:cubicBezTo>
                  <a:cubicBezTo>
                    <a:pt x="4676" y="5560"/>
                    <a:pt x="5895" y="4530"/>
                    <a:pt x="6059" y="3092"/>
                  </a:cubicBezTo>
                  <a:cubicBezTo>
                    <a:pt x="6070" y="2983"/>
                    <a:pt x="5990" y="2889"/>
                    <a:pt x="5882" y="2875"/>
                  </a:cubicBezTo>
                  <a:cubicBezTo>
                    <a:pt x="5875" y="2874"/>
                    <a:pt x="5868" y="2874"/>
                    <a:pt x="5861" y="2874"/>
                  </a:cubicBezTo>
                  <a:cubicBezTo>
                    <a:pt x="5761" y="2874"/>
                    <a:pt x="5674" y="2947"/>
                    <a:pt x="5661" y="3052"/>
                  </a:cubicBezTo>
                  <a:cubicBezTo>
                    <a:pt x="5520" y="4286"/>
                    <a:pt x="4471" y="5165"/>
                    <a:pt x="3297" y="5165"/>
                  </a:cubicBezTo>
                  <a:cubicBezTo>
                    <a:pt x="3082" y="5165"/>
                    <a:pt x="2863" y="5135"/>
                    <a:pt x="2644" y="5073"/>
                  </a:cubicBezTo>
                  <a:cubicBezTo>
                    <a:pt x="2625" y="5067"/>
                    <a:pt x="2606" y="5064"/>
                    <a:pt x="2586" y="5064"/>
                  </a:cubicBezTo>
                  <a:cubicBezTo>
                    <a:pt x="2557" y="5064"/>
                    <a:pt x="2529" y="5071"/>
                    <a:pt x="2503" y="5084"/>
                  </a:cubicBezTo>
                  <a:lnTo>
                    <a:pt x="1423" y="5587"/>
                  </a:lnTo>
                  <a:lnTo>
                    <a:pt x="1478" y="4396"/>
                  </a:lnTo>
                  <a:cubicBezTo>
                    <a:pt x="1478" y="4345"/>
                    <a:pt x="1463" y="4298"/>
                    <a:pt x="1431" y="4262"/>
                  </a:cubicBezTo>
                  <a:cubicBezTo>
                    <a:pt x="475" y="3052"/>
                    <a:pt x="902" y="1270"/>
                    <a:pt x="2300" y="626"/>
                  </a:cubicBezTo>
                  <a:cubicBezTo>
                    <a:pt x="2626" y="474"/>
                    <a:pt x="2966" y="404"/>
                    <a:pt x="3298" y="404"/>
                  </a:cubicBezTo>
                  <a:cubicBezTo>
                    <a:pt x="4388" y="404"/>
                    <a:pt x="5401" y="1163"/>
                    <a:pt x="5628" y="2321"/>
                  </a:cubicBezTo>
                  <a:cubicBezTo>
                    <a:pt x="5653" y="2431"/>
                    <a:pt x="5737" y="2480"/>
                    <a:pt x="5822" y="2480"/>
                  </a:cubicBezTo>
                  <a:cubicBezTo>
                    <a:pt x="5936" y="2480"/>
                    <a:pt x="6050" y="2392"/>
                    <a:pt x="6023" y="2245"/>
                  </a:cubicBezTo>
                  <a:cubicBezTo>
                    <a:pt x="5757" y="890"/>
                    <a:pt x="4572" y="0"/>
                    <a:pt x="329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3810;p79">
              <a:extLst>
                <a:ext uri="{FF2B5EF4-FFF2-40B4-BE49-F238E27FC236}">
                  <a16:creationId xmlns:a16="http://schemas.microsoft.com/office/drawing/2014/main" id="{84D46B62-0C81-B276-C475-83FBB37F812B}"/>
                </a:ext>
              </a:extLst>
            </p:cNvPr>
            <p:cNvSpPr/>
            <p:nvPr/>
          </p:nvSpPr>
          <p:spPr>
            <a:xfrm>
              <a:off x="4108020" y="3511491"/>
              <a:ext cx="23753" cy="36180"/>
            </a:xfrm>
            <a:custGeom>
              <a:avLst/>
              <a:gdLst/>
              <a:ahLst/>
              <a:cxnLst/>
              <a:rect l="l" t="t" r="r" b="b"/>
              <a:pathLst>
                <a:path w="906" h="1380" extrusionOk="0">
                  <a:moveTo>
                    <a:pt x="203" y="1"/>
                  </a:moveTo>
                  <a:cubicBezTo>
                    <a:pt x="103" y="1"/>
                    <a:pt x="4" y="67"/>
                    <a:pt x="4" y="199"/>
                  </a:cubicBezTo>
                  <a:lnTo>
                    <a:pt x="4" y="1180"/>
                  </a:lnTo>
                  <a:cubicBezTo>
                    <a:pt x="0" y="1293"/>
                    <a:pt x="91" y="1380"/>
                    <a:pt x="203" y="1380"/>
                  </a:cubicBezTo>
                  <a:lnTo>
                    <a:pt x="638" y="1380"/>
                  </a:lnTo>
                  <a:cubicBezTo>
                    <a:pt x="906" y="1380"/>
                    <a:pt x="906" y="981"/>
                    <a:pt x="638" y="981"/>
                  </a:cubicBezTo>
                  <a:lnTo>
                    <a:pt x="402" y="981"/>
                  </a:lnTo>
                  <a:lnTo>
                    <a:pt x="402" y="199"/>
                  </a:lnTo>
                  <a:cubicBezTo>
                    <a:pt x="402" y="67"/>
                    <a:pt x="303" y="1"/>
                    <a:pt x="203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3811;p79">
              <a:extLst>
                <a:ext uri="{FF2B5EF4-FFF2-40B4-BE49-F238E27FC236}">
                  <a16:creationId xmlns:a16="http://schemas.microsoft.com/office/drawing/2014/main" id="{E09D2EC4-E188-349E-D3A4-65474CA47526}"/>
                </a:ext>
              </a:extLst>
            </p:cNvPr>
            <p:cNvSpPr/>
            <p:nvPr/>
          </p:nvSpPr>
          <p:spPr>
            <a:xfrm>
              <a:off x="3985322" y="3437793"/>
              <a:ext cx="268284" cy="295996"/>
            </a:xfrm>
            <a:custGeom>
              <a:avLst/>
              <a:gdLst/>
              <a:ahLst/>
              <a:cxnLst/>
              <a:rect l="l" t="t" r="r" b="b"/>
              <a:pathLst>
                <a:path w="10233" h="11290" extrusionOk="0">
                  <a:moveTo>
                    <a:pt x="4195" y="486"/>
                  </a:moveTo>
                  <a:lnTo>
                    <a:pt x="4195" y="486"/>
                  </a:lnTo>
                  <a:cubicBezTo>
                    <a:pt x="3941" y="1206"/>
                    <a:pt x="3539" y="1565"/>
                    <a:pt x="3278" y="1731"/>
                  </a:cubicBezTo>
                  <a:cubicBezTo>
                    <a:pt x="3304" y="1170"/>
                    <a:pt x="3662" y="677"/>
                    <a:pt x="4195" y="486"/>
                  </a:cubicBezTo>
                  <a:close/>
                  <a:moveTo>
                    <a:pt x="5567" y="402"/>
                  </a:moveTo>
                  <a:cubicBezTo>
                    <a:pt x="6339" y="402"/>
                    <a:pt x="6962" y="1025"/>
                    <a:pt x="6962" y="1797"/>
                  </a:cubicBezTo>
                  <a:lnTo>
                    <a:pt x="6962" y="2655"/>
                  </a:lnTo>
                  <a:cubicBezTo>
                    <a:pt x="5310" y="2539"/>
                    <a:pt x="4839" y="1000"/>
                    <a:pt x="4720" y="402"/>
                  </a:cubicBezTo>
                  <a:close/>
                  <a:moveTo>
                    <a:pt x="2873" y="3115"/>
                  </a:moveTo>
                  <a:lnTo>
                    <a:pt x="2873" y="3423"/>
                  </a:lnTo>
                  <a:cubicBezTo>
                    <a:pt x="2873" y="3586"/>
                    <a:pt x="2891" y="3745"/>
                    <a:pt x="2920" y="3904"/>
                  </a:cubicBezTo>
                  <a:cubicBezTo>
                    <a:pt x="2753" y="3839"/>
                    <a:pt x="2641" y="3680"/>
                    <a:pt x="2641" y="3499"/>
                  </a:cubicBezTo>
                  <a:cubicBezTo>
                    <a:pt x="2641" y="3339"/>
                    <a:pt x="2732" y="3191"/>
                    <a:pt x="2873" y="3115"/>
                  </a:cubicBezTo>
                  <a:close/>
                  <a:moveTo>
                    <a:pt x="7360" y="3115"/>
                  </a:moveTo>
                  <a:cubicBezTo>
                    <a:pt x="7505" y="3187"/>
                    <a:pt x="7596" y="3339"/>
                    <a:pt x="7596" y="3499"/>
                  </a:cubicBezTo>
                  <a:cubicBezTo>
                    <a:pt x="7596" y="3676"/>
                    <a:pt x="7483" y="3839"/>
                    <a:pt x="7317" y="3904"/>
                  </a:cubicBezTo>
                  <a:cubicBezTo>
                    <a:pt x="7346" y="3745"/>
                    <a:pt x="7360" y="3582"/>
                    <a:pt x="7360" y="3419"/>
                  </a:cubicBezTo>
                  <a:lnTo>
                    <a:pt x="7360" y="3115"/>
                  </a:lnTo>
                  <a:close/>
                  <a:moveTo>
                    <a:pt x="4445" y="935"/>
                  </a:moveTo>
                  <a:cubicBezTo>
                    <a:pt x="4542" y="1246"/>
                    <a:pt x="4680" y="1543"/>
                    <a:pt x="4854" y="1818"/>
                  </a:cubicBezTo>
                  <a:cubicBezTo>
                    <a:pt x="5343" y="2579"/>
                    <a:pt x="6067" y="3006"/>
                    <a:pt x="6958" y="3061"/>
                  </a:cubicBezTo>
                  <a:lnTo>
                    <a:pt x="6958" y="3423"/>
                  </a:lnTo>
                  <a:cubicBezTo>
                    <a:pt x="6958" y="4201"/>
                    <a:pt x="6545" y="4922"/>
                    <a:pt x="5875" y="5317"/>
                  </a:cubicBezTo>
                  <a:lnTo>
                    <a:pt x="5575" y="5494"/>
                  </a:lnTo>
                  <a:cubicBezTo>
                    <a:pt x="5433" y="5578"/>
                    <a:pt x="5275" y="5619"/>
                    <a:pt x="5117" y="5619"/>
                  </a:cubicBezTo>
                  <a:cubicBezTo>
                    <a:pt x="4958" y="5619"/>
                    <a:pt x="4800" y="5578"/>
                    <a:pt x="4658" y="5494"/>
                  </a:cubicBezTo>
                  <a:lnTo>
                    <a:pt x="4358" y="5317"/>
                  </a:lnTo>
                  <a:cubicBezTo>
                    <a:pt x="3688" y="4922"/>
                    <a:pt x="3278" y="4201"/>
                    <a:pt x="3275" y="3423"/>
                  </a:cubicBezTo>
                  <a:lnTo>
                    <a:pt x="3275" y="2869"/>
                  </a:lnTo>
                  <a:lnTo>
                    <a:pt x="3275" y="2865"/>
                  </a:lnTo>
                  <a:lnTo>
                    <a:pt x="3275" y="2188"/>
                  </a:lnTo>
                  <a:cubicBezTo>
                    <a:pt x="3532" y="2068"/>
                    <a:pt x="4075" y="1731"/>
                    <a:pt x="4445" y="935"/>
                  </a:cubicBezTo>
                  <a:close/>
                  <a:moveTo>
                    <a:pt x="5883" y="5777"/>
                  </a:moveTo>
                  <a:lnTo>
                    <a:pt x="5883" y="6784"/>
                  </a:lnTo>
                  <a:lnTo>
                    <a:pt x="5850" y="6805"/>
                  </a:lnTo>
                  <a:lnTo>
                    <a:pt x="5118" y="7316"/>
                  </a:lnTo>
                  <a:lnTo>
                    <a:pt x="4354" y="6784"/>
                  </a:lnTo>
                  <a:lnTo>
                    <a:pt x="4354" y="5780"/>
                  </a:lnTo>
                  <a:lnTo>
                    <a:pt x="4456" y="5838"/>
                  </a:lnTo>
                  <a:cubicBezTo>
                    <a:pt x="4660" y="5958"/>
                    <a:pt x="4889" y="6018"/>
                    <a:pt x="5118" y="6018"/>
                  </a:cubicBezTo>
                  <a:cubicBezTo>
                    <a:pt x="5347" y="6018"/>
                    <a:pt x="5576" y="5958"/>
                    <a:pt x="5781" y="5838"/>
                  </a:cubicBezTo>
                  <a:lnTo>
                    <a:pt x="5883" y="5777"/>
                  </a:lnTo>
                  <a:close/>
                  <a:moveTo>
                    <a:pt x="4354" y="7273"/>
                  </a:moveTo>
                  <a:lnTo>
                    <a:pt x="4825" y="7602"/>
                  </a:lnTo>
                  <a:lnTo>
                    <a:pt x="4354" y="8156"/>
                  </a:lnTo>
                  <a:lnTo>
                    <a:pt x="4354" y="7374"/>
                  </a:lnTo>
                  <a:lnTo>
                    <a:pt x="4354" y="7273"/>
                  </a:lnTo>
                  <a:close/>
                  <a:moveTo>
                    <a:pt x="5883" y="7273"/>
                  </a:moveTo>
                  <a:lnTo>
                    <a:pt x="5883" y="7374"/>
                  </a:lnTo>
                  <a:lnTo>
                    <a:pt x="5883" y="8156"/>
                  </a:lnTo>
                  <a:lnTo>
                    <a:pt x="5412" y="7602"/>
                  </a:lnTo>
                  <a:lnTo>
                    <a:pt x="5883" y="7273"/>
                  </a:lnTo>
                  <a:close/>
                  <a:moveTo>
                    <a:pt x="5879" y="8772"/>
                  </a:moveTo>
                  <a:lnTo>
                    <a:pt x="5883" y="8779"/>
                  </a:lnTo>
                  <a:lnTo>
                    <a:pt x="5883" y="9891"/>
                  </a:lnTo>
                  <a:lnTo>
                    <a:pt x="5792" y="9011"/>
                  </a:lnTo>
                  <a:lnTo>
                    <a:pt x="5879" y="8772"/>
                  </a:lnTo>
                  <a:close/>
                  <a:moveTo>
                    <a:pt x="4361" y="8772"/>
                  </a:moveTo>
                  <a:lnTo>
                    <a:pt x="4452" y="9011"/>
                  </a:lnTo>
                  <a:lnTo>
                    <a:pt x="4354" y="9920"/>
                  </a:lnTo>
                  <a:lnTo>
                    <a:pt x="4354" y="8779"/>
                  </a:lnTo>
                  <a:lnTo>
                    <a:pt x="4361" y="8772"/>
                  </a:lnTo>
                  <a:close/>
                  <a:moveTo>
                    <a:pt x="5118" y="7877"/>
                  </a:moveTo>
                  <a:lnTo>
                    <a:pt x="5582" y="8424"/>
                  </a:lnTo>
                  <a:lnTo>
                    <a:pt x="5397" y="8917"/>
                  </a:lnTo>
                  <a:cubicBezTo>
                    <a:pt x="5386" y="8946"/>
                    <a:pt x="5383" y="8978"/>
                    <a:pt x="5386" y="9011"/>
                  </a:cubicBezTo>
                  <a:lnTo>
                    <a:pt x="5386" y="9007"/>
                  </a:lnTo>
                  <a:lnTo>
                    <a:pt x="5586" y="10887"/>
                  </a:lnTo>
                  <a:lnTo>
                    <a:pt x="4658" y="10887"/>
                  </a:lnTo>
                  <a:lnTo>
                    <a:pt x="4854" y="9007"/>
                  </a:lnTo>
                  <a:cubicBezTo>
                    <a:pt x="4858" y="8978"/>
                    <a:pt x="4854" y="8946"/>
                    <a:pt x="4843" y="8917"/>
                  </a:cubicBezTo>
                  <a:lnTo>
                    <a:pt x="4658" y="8421"/>
                  </a:lnTo>
                  <a:lnTo>
                    <a:pt x="5118" y="7877"/>
                  </a:lnTo>
                  <a:close/>
                  <a:moveTo>
                    <a:pt x="4669" y="0"/>
                  </a:moveTo>
                  <a:cubicBezTo>
                    <a:pt x="4600" y="0"/>
                    <a:pt x="4528" y="4"/>
                    <a:pt x="4459" y="15"/>
                  </a:cubicBezTo>
                  <a:cubicBezTo>
                    <a:pt x="3557" y="120"/>
                    <a:pt x="2876" y="884"/>
                    <a:pt x="2876" y="1797"/>
                  </a:cubicBezTo>
                  <a:lnTo>
                    <a:pt x="2876" y="2688"/>
                  </a:lnTo>
                  <a:cubicBezTo>
                    <a:pt x="2474" y="2789"/>
                    <a:pt x="2206" y="3169"/>
                    <a:pt x="2246" y="3582"/>
                  </a:cubicBezTo>
                  <a:cubicBezTo>
                    <a:pt x="2290" y="3995"/>
                    <a:pt x="2627" y="4314"/>
                    <a:pt x="3043" y="4332"/>
                  </a:cubicBezTo>
                  <a:cubicBezTo>
                    <a:pt x="3224" y="4813"/>
                    <a:pt x="3539" y="5226"/>
                    <a:pt x="3956" y="5527"/>
                  </a:cubicBezTo>
                  <a:lnTo>
                    <a:pt x="3956" y="6740"/>
                  </a:lnTo>
                  <a:lnTo>
                    <a:pt x="1902" y="7399"/>
                  </a:lnTo>
                  <a:cubicBezTo>
                    <a:pt x="769" y="7758"/>
                    <a:pt x="1" y="8812"/>
                    <a:pt x="1" y="10000"/>
                  </a:cubicBezTo>
                  <a:lnTo>
                    <a:pt x="1" y="11086"/>
                  </a:lnTo>
                  <a:cubicBezTo>
                    <a:pt x="1" y="11199"/>
                    <a:pt x="91" y="11289"/>
                    <a:pt x="204" y="11289"/>
                  </a:cubicBezTo>
                  <a:lnTo>
                    <a:pt x="2163" y="11289"/>
                  </a:lnTo>
                  <a:cubicBezTo>
                    <a:pt x="2431" y="11289"/>
                    <a:pt x="2431" y="10887"/>
                    <a:pt x="2163" y="10887"/>
                  </a:cubicBezTo>
                  <a:lnTo>
                    <a:pt x="403" y="10887"/>
                  </a:lnTo>
                  <a:lnTo>
                    <a:pt x="403" y="10003"/>
                  </a:lnTo>
                  <a:cubicBezTo>
                    <a:pt x="403" y="9782"/>
                    <a:pt x="435" y="9565"/>
                    <a:pt x="493" y="9355"/>
                  </a:cubicBezTo>
                  <a:cubicBezTo>
                    <a:pt x="511" y="9297"/>
                    <a:pt x="530" y="9239"/>
                    <a:pt x="551" y="9181"/>
                  </a:cubicBezTo>
                  <a:cubicBezTo>
                    <a:pt x="573" y="9127"/>
                    <a:pt x="595" y="9069"/>
                    <a:pt x="620" y="9015"/>
                  </a:cubicBezTo>
                  <a:cubicBezTo>
                    <a:pt x="895" y="8424"/>
                    <a:pt x="1406" y="7975"/>
                    <a:pt x="2025" y="7780"/>
                  </a:cubicBezTo>
                  <a:lnTo>
                    <a:pt x="3188" y="7407"/>
                  </a:lnTo>
                  <a:lnTo>
                    <a:pt x="3952" y="7160"/>
                  </a:lnTo>
                  <a:lnTo>
                    <a:pt x="3952" y="10887"/>
                  </a:lnTo>
                  <a:lnTo>
                    <a:pt x="2953" y="10887"/>
                  </a:lnTo>
                  <a:cubicBezTo>
                    <a:pt x="2688" y="10887"/>
                    <a:pt x="2688" y="11289"/>
                    <a:pt x="2953" y="11289"/>
                  </a:cubicBezTo>
                  <a:lnTo>
                    <a:pt x="10033" y="11289"/>
                  </a:lnTo>
                  <a:cubicBezTo>
                    <a:pt x="10145" y="11289"/>
                    <a:pt x="10232" y="11199"/>
                    <a:pt x="10232" y="11086"/>
                  </a:cubicBezTo>
                  <a:lnTo>
                    <a:pt x="10232" y="10000"/>
                  </a:lnTo>
                  <a:cubicBezTo>
                    <a:pt x="10232" y="9323"/>
                    <a:pt x="9982" y="8671"/>
                    <a:pt x="9530" y="8167"/>
                  </a:cubicBezTo>
                  <a:cubicBezTo>
                    <a:pt x="9489" y="8125"/>
                    <a:pt x="9435" y="8103"/>
                    <a:pt x="9381" y="8103"/>
                  </a:cubicBezTo>
                  <a:cubicBezTo>
                    <a:pt x="9333" y="8103"/>
                    <a:pt x="9285" y="8121"/>
                    <a:pt x="9247" y="8156"/>
                  </a:cubicBezTo>
                  <a:cubicBezTo>
                    <a:pt x="9164" y="8229"/>
                    <a:pt x="9157" y="8356"/>
                    <a:pt x="9233" y="8439"/>
                  </a:cubicBezTo>
                  <a:cubicBezTo>
                    <a:pt x="9620" y="8866"/>
                    <a:pt x="9834" y="9424"/>
                    <a:pt x="9834" y="10003"/>
                  </a:cubicBezTo>
                  <a:lnTo>
                    <a:pt x="9834" y="10887"/>
                  </a:lnTo>
                  <a:lnTo>
                    <a:pt x="6285" y="10887"/>
                  </a:lnTo>
                  <a:lnTo>
                    <a:pt x="6285" y="7164"/>
                  </a:lnTo>
                  <a:lnTo>
                    <a:pt x="8211" y="7780"/>
                  </a:lnTo>
                  <a:cubicBezTo>
                    <a:pt x="8367" y="7830"/>
                    <a:pt x="8519" y="7899"/>
                    <a:pt x="8664" y="7979"/>
                  </a:cubicBezTo>
                  <a:cubicBezTo>
                    <a:pt x="8702" y="8002"/>
                    <a:pt x="8739" y="8012"/>
                    <a:pt x="8773" y="8012"/>
                  </a:cubicBezTo>
                  <a:cubicBezTo>
                    <a:pt x="8952" y="8012"/>
                    <a:pt x="9067" y="7740"/>
                    <a:pt x="8863" y="7631"/>
                  </a:cubicBezTo>
                  <a:cubicBezTo>
                    <a:pt x="8693" y="7537"/>
                    <a:pt x="8519" y="7457"/>
                    <a:pt x="8334" y="7399"/>
                  </a:cubicBezTo>
                  <a:lnTo>
                    <a:pt x="6285" y="6740"/>
                  </a:lnTo>
                  <a:lnTo>
                    <a:pt x="6285" y="5531"/>
                  </a:lnTo>
                  <a:cubicBezTo>
                    <a:pt x="6697" y="5230"/>
                    <a:pt x="7016" y="4813"/>
                    <a:pt x="7197" y="4335"/>
                  </a:cubicBezTo>
                  <a:cubicBezTo>
                    <a:pt x="7610" y="4317"/>
                    <a:pt x="7951" y="3999"/>
                    <a:pt x="7990" y="3586"/>
                  </a:cubicBezTo>
                  <a:cubicBezTo>
                    <a:pt x="8034" y="3173"/>
                    <a:pt x="7766" y="2789"/>
                    <a:pt x="7360" y="2691"/>
                  </a:cubicBezTo>
                  <a:lnTo>
                    <a:pt x="7360" y="1797"/>
                  </a:lnTo>
                  <a:cubicBezTo>
                    <a:pt x="7360" y="804"/>
                    <a:pt x="6560" y="4"/>
                    <a:pt x="556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3812;p79">
              <a:extLst>
                <a:ext uri="{FF2B5EF4-FFF2-40B4-BE49-F238E27FC236}">
                  <a16:creationId xmlns:a16="http://schemas.microsoft.com/office/drawing/2014/main" id="{E92F010E-4414-8B6A-5AC5-0D48C48EB557}"/>
                </a:ext>
              </a:extLst>
            </p:cNvPr>
            <p:cNvSpPr/>
            <p:nvPr/>
          </p:nvSpPr>
          <p:spPr>
            <a:xfrm>
              <a:off x="4250250" y="3417711"/>
              <a:ext cx="43809" cy="63289"/>
            </a:xfrm>
            <a:custGeom>
              <a:avLst/>
              <a:gdLst/>
              <a:ahLst/>
              <a:cxnLst/>
              <a:rect l="l" t="t" r="r" b="b"/>
              <a:pathLst>
                <a:path w="1671" h="2414" extrusionOk="0">
                  <a:moveTo>
                    <a:pt x="829" y="1"/>
                  </a:moveTo>
                  <a:cubicBezTo>
                    <a:pt x="504" y="1"/>
                    <a:pt x="205" y="191"/>
                    <a:pt x="69" y="495"/>
                  </a:cubicBezTo>
                  <a:cubicBezTo>
                    <a:pt x="1" y="651"/>
                    <a:pt x="130" y="775"/>
                    <a:pt x="260" y="775"/>
                  </a:cubicBezTo>
                  <a:cubicBezTo>
                    <a:pt x="328" y="775"/>
                    <a:pt x="396" y="740"/>
                    <a:pt x="435" y="658"/>
                  </a:cubicBezTo>
                  <a:cubicBezTo>
                    <a:pt x="507" y="488"/>
                    <a:pt x="669" y="395"/>
                    <a:pt x="833" y="395"/>
                  </a:cubicBezTo>
                  <a:cubicBezTo>
                    <a:pt x="949" y="395"/>
                    <a:pt x="1065" y="441"/>
                    <a:pt x="1152" y="538"/>
                  </a:cubicBezTo>
                  <a:cubicBezTo>
                    <a:pt x="1362" y="773"/>
                    <a:pt x="1257" y="1147"/>
                    <a:pt x="957" y="1237"/>
                  </a:cubicBezTo>
                  <a:cubicBezTo>
                    <a:pt x="670" y="1328"/>
                    <a:pt x="489" y="1418"/>
                    <a:pt x="489" y="1599"/>
                  </a:cubicBezTo>
                  <a:lnTo>
                    <a:pt x="489" y="2215"/>
                  </a:lnTo>
                  <a:cubicBezTo>
                    <a:pt x="489" y="2347"/>
                    <a:pt x="590" y="2413"/>
                    <a:pt x="690" y="2413"/>
                  </a:cubicBezTo>
                  <a:cubicBezTo>
                    <a:pt x="791" y="2413"/>
                    <a:pt x="891" y="2347"/>
                    <a:pt x="891" y="2215"/>
                  </a:cubicBezTo>
                  <a:lnTo>
                    <a:pt x="891" y="1690"/>
                  </a:lnTo>
                  <a:cubicBezTo>
                    <a:pt x="953" y="1664"/>
                    <a:pt x="1015" y="1639"/>
                    <a:pt x="1076" y="1621"/>
                  </a:cubicBezTo>
                  <a:cubicBezTo>
                    <a:pt x="1261" y="1563"/>
                    <a:pt x="1420" y="1443"/>
                    <a:pt x="1529" y="1284"/>
                  </a:cubicBezTo>
                  <a:cubicBezTo>
                    <a:pt x="1627" y="1128"/>
                    <a:pt x="1670" y="951"/>
                    <a:pt x="1659" y="770"/>
                  </a:cubicBezTo>
                  <a:cubicBezTo>
                    <a:pt x="1630" y="390"/>
                    <a:pt x="1344" y="78"/>
                    <a:pt x="971" y="13"/>
                  </a:cubicBezTo>
                  <a:cubicBezTo>
                    <a:pt x="923" y="5"/>
                    <a:pt x="876" y="1"/>
                    <a:pt x="82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3813;p79">
              <a:extLst>
                <a:ext uri="{FF2B5EF4-FFF2-40B4-BE49-F238E27FC236}">
                  <a16:creationId xmlns:a16="http://schemas.microsoft.com/office/drawing/2014/main" id="{AA51BCB8-9FBD-E72F-B192-7A9DE2900167}"/>
                </a:ext>
              </a:extLst>
            </p:cNvPr>
            <p:cNvSpPr/>
            <p:nvPr/>
          </p:nvSpPr>
          <p:spPr>
            <a:xfrm>
              <a:off x="4261655" y="3486112"/>
              <a:ext cx="16438" cy="14105"/>
            </a:xfrm>
            <a:custGeom>
              <a:avLst/>
              <a:gdLst/>
              <a:ahLst/>
              <a:cxnLst/>
              <a:rect l="l" t="t" r="r" b="b"/>
              <a:pathLst>
                <a:path w="627" h="538" extrusionOk="0">
                  <a:moveTo>
                    <a:pt x="268" y="1"/>
                  </a:moveTo>
                  <a:cubicBezTo>
                    <a:pt x="120" y="1"/>
                    <a:pt x="0" y="120"/>
                    <a:pt x="0" y="269"/>
                  </a:cubicBezTo>
                  <a:cubicBezTo>
                    <a:pt x="0" y="430"/>
                    <a:pt x="132" y="537"/>
                    <a:pt x="269" y="537"/>
                  </a:cubicBezTo>
                  <a:cubicBezTo>
                    <a:pt x="335" y="537"/>
                    <a:pt x="402" y="512"/>
                    <a:pt x="456" y="457"/>
                  </a:cubicBezTo>
                  <a:cubicBezTo>
                    <a:pt x="627" y="290"/>
                    <a:pt x="507" y="1"/>
                    <a:pt x="268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" name="Google Shape;2449;p53">
            <a:extLst>
              <a:ext uri="{FF2B5EF4-FFF2-40B4-BE49-F238E27FC236}">
                <a16:creationId xmlns:a16="http://schemas.microsoft.com/office/drawing/2014/main" id="{82AEFDB8-E052-90E7-5BF5-A92AA54F255C}"/>
              </a:ext>
            </a:extLst>
          </p:cNvPr>
          <p:cNvSpPr txBox="1"/>
          <p:nvPr/>
        </p:nvSpPr>
        <p:spPr>
          <a:xfrm>
            <a:off x="4880400" y="2950602"/>
            <a:ext cx="2142146" cy="1377044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PROMPT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+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[User Query: …] +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[Context: …]</a:t>
            </a:r>
            <a:endParaRPr sz="11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3" name="Connector: Elbow 62">
            <a:extLst>
              <a:ext uri="{FF2B5EF4-FFF2-40B4-BE49-F238E27FC236}">
                <a16:creationId xmlns:a16="http://schemas.microsoft.com/office/drawing/2014/main" id="{44765C04-84DC-A3CD-E40A-8E06076ADDE0}"/>
              </a:ext>
            </a:extLst>
          </p:cNvPr>
          <p:cNvCxnSpPr>
            <a:cxnSpLocks/>
            <a:stCxn id="2435" idx="3"/>
            <a:endCxn id="29" idx="0"/>
          </p:cNvCxnSpPr>
          <p:nvPr/>
        </p:nvCxnSpPr>
        <p:spPr>
          <a:xfrm>
            <a:off x="5529954" y="2511770"/>
            <a:ext cx="421519" cy="438832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435" name="TextBox 2434">
            <a:extLst>
              <a:ext uri="{FF2B5EF4-FFF2-40B4-BE49-F238E27FC236}">
                <a16:creationId xmlns:a16="http://schemas.microsoft.com/office/drawing/2014/main" id="{5ACE168E-CBC6-E99C-F8DC-94D26ECE94A0}"/>
              </a:ext>
            </a:extLst>
          </p:cNvPr>
          <p:cNvSpPr txBox="1"/>
          <p:nvPr/>
        </p:nvSpPr>
        <p:spPr>
          <a:xfrm>
            <a:off x="3614045" y="2357881"/>
            <a:ext cx="19159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tx2">
                    <a:lumMod val="75000"/>
                  </a:schemeClr>
                </a:solidFill>
              </a:rPr>
              <a:t>User Query: Question</a:t>
            </a:r>
          </a:p>
        </p:txBody>
      </p:sp>
      <p:cxnSp>
        <p:nvCxnSpPr>
          <p:cNvPr id="2488" name="Connector: Elbow 2487">
            <a:extLst>
              <a:ext uri="{FF2B5EF4-FFF2-40B4-BE49-F238E27FC236}">
                <a16:creationId xmlns:a16="http://schemas.microsoft.com/office/drawing/2014/main" id="{C9CA20F8-7041-24AE-D0C9-885A83E855D8}"/>
              </a:ext>
            </a:extLst>
          </p:cNvPr>
          <p:cNvCxnSpPr>
            <a:cxnSpLocks/>
            <a:stCxn id="2435" idx="1"/>
            <a:endCxn id="2506" idx="0"/>
          </p:cNvCxnSpPr>
          <p:nvPr/>
        </p:nvCxnSpPr>
        <p:spPr>
          <a:xfrm rot="10800000" flipV="1">
            <a:off x="1979059" y="2511770"/>
            <a:ext cx="1634986" cy="438832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491" name="Connector: Elbow 2490">
            <a:extLst>
              <a:ext uri="{FF2B5EF4-FFF2-40B4-BE49-F238E27FC236}">
                <a16:creationId xmlns:a16="http://schemas.microsoft.com/office/drawing/2014/main" id="{2CC730B9-F4C2-9959-C57E-3BD2CFAFFAD8}"/>
              </a:ext>
            </a:extLst>
          </p:cNvPr>
          <p:cNvCxnSpPr>
            <a:cxnSpLocks/>
            <a:stCxn id="3" idx="4"/>
            <a:endCxn id="2435" idx="0"/>
          </p:cNvCxnSpPr>
          <p:nvPr/>
        </p:nvCxnSpPr>
        <p:spPr>
          <a:xfrm rot="5400000">
            <a:off x="4335095" y="2120975"/>
            <a:ext cx="473811" cy="12700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495" name="Connector: Elbow 2494">
            <a:extLst>
              <a:ext uri="{FF2B5EF4-FFF2-40B4-BE49-F238E27FC236}">
                <a16:creationId xmlns:a16="http://schemas.microsoft.com/office/drawing/2014/main" id="{770076B9-EC64-8D43-E7C9-986CF358E043}"/>
              </a:ext>
            </a:extLst>
          </p:cNvPr>
          <p:cNvCxnSpPr>
            <a:cxnSpLocks/>
            <a:stCxn id="2506" idx="3"/>
            <a:endCxn id="2500" idx="1"/>
          </p:cNvCxnSpPr>
          <p:nvPr/>
        </p:nvCxnSpPr>
        <p:spPr>
          <a:xfrm>
            <a:off x="3150224" y="3643263"/>
            <a:ext cx="395397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500" name="TextBox 2499">
            <a:extLst>
              <a:ext uri="{FF2B5EF4-FFF2-40B4-BE49-F238E27FC236}">
                <a16:creationId xmlns:a16="http://schemas.microsoft.com/office/drawing/2014/main" id="{20386F31-7964-419B-424D-CF54D6D34FE3}"/>
              </a:ext>
            </a:extLst>
          </p:cNvPr>
          <p:cNvSpPr txBox="1"/>
          <p:nvPr/>
        </p:nvSpPr>
        <p:spPr>
          <a:xfrm>
            <a:off x="3545621" y="3489375"/>
            <a:ext cx="9108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tx2">
                    <a:lumMod val="75000"/>
                  </a:schemeClr>
                </a:solidFill>
              </a:rPr>
              <a:t>Retriever</a:t>
            </a:r>
          </a:p>
        </p:txBody>
      </p:sp>
      <p:sp>
        <p:nvSpPr>
          <p:cNvPr id="2506" name="Rectangle: Rounded Corners 2505">
            <a:extLst>
              <a:ext uri="{FF2B5EF4-FFF2-40B4-BE49-F238E27FC236}">
                <a16:creationId xmlns:a16="http://schemas.microsoft.com/office/drawing/2014/main" id="{A3DA4345-8276-DD67-AC57-3CEC8180B899}"/>
              </a:ext>
            </a:extLst>
          </p:cNvPr>
          <p:cNvSpPr/>
          <p:nvPr/>
        </p:nvSpPr>
        <p:spPr>
          <a:xfrm>
            <a:off x="807893" y="2950602"/>
            <a:ext cx="2342331" cy="138532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2510" name="Google Shape;3093;p63">
            <a:extLst>
              <a:ext uri="{FF2B5EF4-FFF2-40B4-BE49-F238E27FC236}">
                <a16:creationId xmlns:a16="http://schemas.microsoft.com/office/drawing/2014/main" id="{DE8F2C50-F353-C1B2-51AD-4AD3DAFA30D1}"/>
              </a:ext>
            </a:extLst>
          </p:cNvPr>
          <p:cNvGrpSpPr/>
          <p:nvPr/>
        </p:nvGrpSpPr>
        <p:grpSpPr>
          <a:xfrm>
            <a:off x="2237607" y="3180225"/>
            <a:ext cx="818923" cy="1002593"/>
            <a:chOff x="6974625" y="1969818"/>
            <a:chExt cx="379704" cy="379354"/>
          </a:xfrm>
        </p:grpSpPr>
        <p:sp>
          <p:nvSpPr>
            <p:cNvPr id="2511" name="Google Shape;3094;p63">
              <a:extLst>
                <a:ext uri="{FF2B5EF4-FFF2-40B4-BE49-F238E27FC236}">
                  <a16:creationId xmlns:a16="http://schemas.microsoft.com/office/drawing/2014/main" id="{AEB16228-2710-FED4-7CEA-48A317624E24}"/>
                </a:ext>
              </a:extLst>
            </p:cNvPr>
            <p:cNvSpPr/>
            <p:nvPr/>
          </p:nvSpPr>
          <p:spPr>
            <a:xfrm>
              <a:off x="7047557" y="2313306"/>
              <a:ext cx="233838" cy="19597"/>
            </a:xfrm>
            <a:custGeom>
              <a:avLst/>
              <a:gdLst/>
              <a:ahLst/>
              <a:cxnLst/>
              <a:rect l="l" t="t" r="r" b="b"/>
              <a:pathLst>
                <a:path w="12004" h="1006" extrusionOk="0">
                  <a:moveTo>
                    <a:pt x="124" y="1"/>
                  </a:moveTo>
                  <a:cubicBezTo>
                    <a:pt x="48" y="1"/>
                    <a:pt x="1" y="54"/>
                    <a:pt x="1" y="124"/>
                  </a:cubicBezTo>
                  <a:lnTo>
                    <a:pt x="1" y="859"/>
                  </a:lnTo>
                  <a:cubicBezTo>
                    <a:pt x="1" y="935"/>
                    <a:pt x="48" y="1006"/>
                    <a:pt x="124" y="1006"/>
                  </a:cubicBezTo>
                  <a:lnTo>
                    <a:pt x="11880" y="1006"/>
                  </a:lnTo>
                  <a:cubicBezTo>
                    <a:pt x="11950" y="1006"/>
                    <a:pt x="12003" y="935"/>
                    <a:pt x="12003" y="859"/>
                  </a:cubicBezTo>
                  <a:lnTo>
                    <a:pt x="12003" y="124"/>
                  </a:lnTo>
                  <a:cubicBezTo>
                    <a:pt x="12003" y="54"/>
                    <a:pt x="11950" y="1"/>
                    <a:pt x="11880" y="1"/>
                  </a:cubicBezTo>
                  <a:close/>
                </a:path>
              </a:pathLst>
            </a:custGeom>
            <a:solidFill>
              <a:srgbClr val="FF93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" name="Google Shape;3095;p63">
              <a:extLst>
                <a:ext uri="{FF2B5EF4-FFF2-40B4-BE49-F238E27FC236}">
                  <a16:creationId xmlns:a16="http://schemas.microsoft.com/office/drawing/2014/main" id="{B5DE04AC-9148-D6DA-160B-A707D6ADD5BF}"/>
                </a:ext>
              </a:extLst>
            </p:cNvPr>
            <p:cNvSpPr/>
            <p:nvPr/>
          </p:nvSpPr>
          <p:spPr>
            <a:xfrm>
              <a:off x="7266588" y="2313306"/>
              <a:ext cx="14805" cy="19597"/>
            </a:xfrm>
            <a:custGeom>
              <a:avLst/>
              <a:gdLst/>
              <a:ahLst/>
              <a:cxnLst/>
              <a:rect l="l" t="t" r="r" b="b"/>
              <a:pathLst>
                <a:path w="760" h="1006" extrusionOk="0">
                  <a:moveTo>
                    <a:pt x="1" y="1"/>
                  </a:moveTo>
                  <a:lnTo>
                    <a:pt x="1" y="1006"/>
                  </a:lnTo>
                  <a:lnTo>
                    <a:pt x="636" y="1006"/>
                  </a:lnTo>
                  <a:cubicBezTo>
                    <a:pt x="706" y="1006"/>
                    <a:pt x="759" y="935"/>
                    <a:pt x="759" y="859"/>
                  </a:cubicBezTo>
                  <a:lnTo>
                    <a:pt x="759" y="124"/>
                  </a:lnTo>
                  <a:cubicBezTo>
                    <a:pt x="759" y="54"/>
                    <a:pt x="706" y="1"/>
                    <a:pt x="636" y="1"/>
                  </a:cubicBezTo>
                  <a:close/>
                </a:path>
              </a:pathLst>
            </a:custGeom>
            <a:solidFill>
              <a:srgbClr val="FF61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3" name="Google Shape;3096;p63">
              <a:extLst>
                <a:ext uri="{FF2B5EF4-FFF2-40B4-BE49-F238E27FC236}">
                  <a16:creationId xmlns:a16="http://schemas.microsoft.com/office/drawing/2014/main" id="{0227EA4B-AD61-6A27-5E61-04FDE672006F}"/>
                </a:ext>
              </a:extLst>
            </p:cNvPr>
            <p:cNvSpPr/>
            <p:nvPr/>
          </p:nvSpPr>
          <p:spPr>
            <a:xfrm>
              <a:off x="7154385" y="2047095"/>
              <a:ext cx="20064" cy="31051"/>
            </a:xfrm>
            <a:custGeom>
              <a:avLst/>
              <a:gdLst/>
              <a:ahLst/>
              <a:cxnLst/>
              <a:rect l="l" t="t" r="r" b="b"/>
              <a:pathLst>
                <a:path w="1030" h="1594" extrusionOk="0">
                  <a:moveTo>
                    <a:pt x="1" y="1"/>
                  </a:moveTo>
                  <a:lnTo>
                    <a:pt x="1" y="1594"/>
                  </a:lnTo>
                  <a:lnTo>
                    <a:pt x="1029" y="1594"/>
                  </a:lnTo>
                  <a:lnTo>
                    <a:pt x="1029" y="1"/>
                  </a:lnTo>
                  <a:close/>
                </a:path>
              </a:pathLst>
            </a:custGeom>
            <a:solidFill>
              <a:srgbClr val="FF93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4" name="Google Shape;3097;p63">
              <a:extLst>
                <a:ext uri="{FF2B5EF4-FFF2-40B4-BE49-F238E27FC236}">
                  <a16:creationId xmlns:a16="http://schemas.microsoft.com/office/drawing/2014/main" id="{40207337-4CBC-D813-773C-FA38D4C0495D}"/>
                </a:ext>
              </a:extLst>
            </p:cNvPr>
            <p:cNvSpPr/>
            <p:nvPr/>
          </p:nvSpPr>
          <p:spPr>
            <a:xfrm>
              <a:off x="7154385" y="2150143"/>
              <a:ext cx="20064" cy="31051"/>
            </a:xfrm>
            <a:custGeom>
              <a:avLst/>
              <a:gdLst/>
              <a:ahLst/>
              <a:cxnLst/>
              <a:rect l="l" t="t" r="r" b="b"/>
              <a:pathLst>
                <a:path w="1030" h="1594" extrusionOk="0">
                  <a:moveTo>
                    <a:pt x="1" y="1"/>
                  </a:moveTo>
                  <a:lnTo>
                    <a:pt x="1" y="1594"/>
                  </a:lnTo>
                  <a:lnTo>
                    <a:pt x="1029" y="1594"/>
                  </a:lnTo>
                  <a:lnTo>
                    <a:pt x="1029" y="1"/>
                  </a:lnTo>
                  <a:close/>
                </a:path>
              </a:pathLst>
            </a:custGeom>
            <a:solidFill>
              <a:srgbClr val="FF93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5" name="Google Shape;3098;p63">
              <a:extLst>
                <a:ext uri="{FF2B5EF4-FFF2-40B4-BE49-F238E27FC236}">
                  <a16:creationId xmlns:a16="http://schemas.microsoft.com/office/drawing/2014/main" id="{E132F6EB-C6AD-00CF-9DCD-D9470DB5B606}"/>
                </a:ext>
              </a:extLst>
            </p:cNvPr>
            <p:cNvSpPr/>
            <p:nvPr/>
          </p:nvSpPr>
          <p:spPr>
            <a:xfrm>
              <a:off x="7154385" y="2253191"/>
              <a:ext cx="20064" cy="60135"/>
            </a:xfrm>
            <a:custGeom>
              <a:avLst/>
              <a:gdLst/>
              <a:ahLst/>
              <a:cxnLst/>
              <a:rect l="l" t="t" r="r" b="b"/>
              <a:pathLst>
                <a:path w="1030" h="3087" extrusionOk="0">
                  <a:moveTo>
                    <a:pt x="1" y="1"/>
                  </a:moveTo>
                  <a:lnTo>
                    <a:pt x="1" y="3087"/>
                  </a:lnTo>
                  <a:lnTo>
                    <a:pt x="1029" y="3087"/>
                  </a:lnTo>
                  <a:lnTo>
                    <a:pt x="1029" y="1"/>
                  </a:lnTo>
                  <a:close/>
                </a:path>
              </a:pathLst>
            </a:custGeom>
            <a:solidFill>
              <a:srgbClr val="FF93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6" name="Google Shape;3099;p63">
              <a:extLst>
                <a:ext uri="{FF2B5EF4-FFF2-40B4-BE49-F238E27FC236}">
                  <a16:creationId xmlns:a16="http://schemas.microsoft.com/office/drawing/2014/main" id="{BB1E7F28-0E44-FE69-A5B2-7F3E50402218}"/>
                </a:ext>
              </a:extLst>
            </p:cNvPr>
            <p:cNvSpPr/>
            <p:nvPr/>
          </p:nvSpPr>
          <p:spPr>
            <a:xfrm>
              <a:off x="7164456" y="2047095"/>
              <a:ext cx="9993" cy="31051"/>
            </a:xfrm>
            <a:custGeom>
              <a:avLst/>
              <a:gdLst/>
              <a:ahLst/>
              <a:cxnLst/>
              <a:rect l="l" t="t" r="r" b="b"/>
              <a:pathLst>
                <a:path w="513" h="1594" extrusionOk="0">
                  <a:moveTo>
                    <a:pt x="1" y="1"/>
                  </a:moveTo>
                  <a:lnTo>
                    <a:pt x="1" y="1594"/>
                  </a:lnTo>
                  <a:lnTo>
                    <a:pt x="512" y="1594"/>
                  </a:lnTo>
                  <a:lnTo>
                    <a:pt x="512" y="1"/>
                  </a:lnTo>
                  <a:close/>
                </a:path>
              </a:pathLst>
            </a:custGeom>
            <a:solidFill>
              <a:srgbClr val="FF61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7" name="Google Shape;3100;p63">
              <a:extLst>
                <a:ext uri="{FF2B5EF4-FFF2-40B4-BE49-F238E27FC236}">
                  <a16:creationId xmlns:a16="http://schemas.microsoft.com/office/drawing/2014/main" id="{A22A0E26-0EF4-E90B-8346-F442E88E2F16}"/>
                </a:ext>
              </a:extLst>
            </p:cNvPr>
            <p:cNvSpPr/>
            <p:nvPr/>
          </p:nvSpPr>
          <p:spPr>
            <a:xfrm>
              <a:off x="7164456" y="2150143"/>
              <a:ext cx="9993" cy="31051"/>
            </a:xfrm>
            <a:custGeom>
              <a:avLst/>
              <a:gdLst/>
              <a:ahLst/>
              <a:cxnLst/>
              <a:rect l="l" t="t" r="r" b="b"/>
              <a:pathLst>
                <a:path w="513" h="1594" extrusionOk="0">
                  <a:moveTo>
                    <a:pt x="1" y="1"/>
                  </a:moveTo>
                  <a:lnTo>
                    <a:pt x="1" y="1594"/>
                  </a:lnTo>
                  <a:lnTo>
                    <a:pt x="512" y="1594"/>
                  </a:lnTo>
                  <a:lnTo>
                    <a:pt x="512" y="1"/>
                  </a:lnTo>
                  <a:close/>
                </a:path>
              </a:pathLst>
            </a:custGeom>
            <a:solidFill>
              <a:srgbClr val="FF61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8" name="Google Shape;3101;p63">
              <a:extLst>
                <a:ext uri="{FF2B5EF4-FFF2-40B4-BE49-F238E27FC236}">
                  <a16:creationId xmlns:a16="http://schemas.microsoft.com/office/drawing/2014/main" id="{DC18D4C8-F1A1-EDA9-4E5A-9762A2E928F9}"/>
                </a:ext>
              </a:extLst>
            </p:cNvPr>
            <p:cNvSpPr/>
            <p:nvPr/>
          </p:nvSpPr>
          <p:spPr>
            <a:xfrm>
              <a:off x="7164456" y="2253191"/>
              <a:ext cx="9993" cy="60135"/>
            </a:xfrm>
            <a:custGeom>
              <a:avLst/>
              <a:gdLst/>
              <a:ahLst/>
              <a:cxnLst/>
              <a:rect l="l" t="t" r="r" b="b"/>
              <a:pathLst>
                <a:path w="513" h="3087" extrusionOk="0">
                  <a:moveTo>
                    <a:pt x="1" y="1"/>
                  </a:moveTo>
                  <a:lnTo>
                    <a:pt x="1" y="3087"/>
                  </a:lnTo>
                  <a:lnTo>
                    <a:pt x="512" y="3087"/>
                  </a:lnTo>
                  <a:lnTo>
                    <a:pt x="512" y="1"/>
                  </a:lnTo>
                  <a:close/>
                </a:path>
              </a:pathLst>
            </a:custGeom>
            <a:solidFill>
              <a:srgbClr val="FF61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9" name="Google Shape;3102;p63">
              <a:extLst>
                <a:ext uri="{FF2B5EF4-FFF2-40B4-BE49-F238E27FC236}">
                  <a16:creationId xmlns:a16="http://schemas.microsoft.com/office/drawing/2014/main" id="{CE4D7996-EB3E-4A33-D232-738DF5F9EFE2}"/>
                </a:ext>
              </a:extLst>
            </p:cNvPr>
            <p:cNvSpPr/>
            <p:nvPr/>
          </p:nvSpPr>
          <p:spPr>
            <a:xfrm>
              <a:off x="6980352" y="2078126"/>
              <a:ext cx="368250" cy="72037"/>
            </a:xfrm>
            <a:custGeom>
              <a:avLst/>
              <a:gdLst/>
              <a:ahLst/>
              <a:cxnLst/>
              <a:rect l="l" t="t" r="r" b="b"/>
              <a:pathLst>
                <a:path w="18904" h="3698" extrusionOk="0">
                  <a:moveTo>
                    <a:pt x="241" y="1"/>
                  </a:moveTo>
                  <a:cubicBezTo>
                    <a:pt x="94" y="1"/>
                    <a:pt x="0" y="101"/>
                    <a:pt x="0" y="248"/>
                  </a:cubicBezTo>
                  <a:lnTo>
                    <a:pt x="0" y="3457"/>
                  </a:lnTo>
                  <a:cubicBezTo>
                    <a:pt x="0" y="3604"/>
                    <a:pt x="94" y="3698"/>
                    <a:pt x="241" y="3698"/>
                  </a:cubicBezTo>
                  <a:lnTo>
                    <a:pt x="18662" y="3698"/>
                  </a:lnTo>
                  <a:cubicBezTo>
                    <a:pt x="18809" y="3698"/>
                    <a:pt x="18903" y="3604"/>
                    <a:pt x="18903" y="3457"/>
                  </a:cubicBezTo>
                  <a:lnTo>
                    <a:pt x="18903" y="248"/>
                  </a:lnTo>
                  <a:cubicBezTo>
                    <a:pt x="18903" y="101"/>
                    <a:pt x="18809" y="1"/>
                    <a:pt x="18662" y="1"/>
                  </a:cubicBezTo>
                  <a:close/>
                </a:path>
              </a:pathLst>
            </a:custGeom>
            <a:solidFill>
              <a:srgbClr val="356B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0" name="Google Shape;3103;p63">
              <a:extLst>
                <a:ext uri="{FF2B5EF4-FFF2-40B4-BE49-F238E27FC236}">
                  <a16:creationId xmlns:a16="http://schemas.microsoft.com/office/drawing/2014/main" id="{AC93AD2C-CC38-C537-0836-55A9AD7E29FB}"/>
                </a:ext>
              </a:extLst>
            </p:cNvPr>
            <p:cNvSpPr/>
            <p:nvPr/>
          </p:nvSpPr>
          <p:spPr>
            <a:xfrm>
              <a:off x="6980352" y="1975078"/>
              <a:ext cx="368250" cy="72037"/>
            </a:xfrm>
            <a:custGeom>
              <a:avLst/>
              <a:gdLst/>
              <a:ahLst/>
              <a:cxnLst/>
              <a:rect l="l" t="t" r="r" b="b"/>
              <a:pathLst>
                <a:path w="18904" h="3698" extrusionOk="0">
                  <a:moveTo>
                    <a:pt x="241" y="1"/>
                  </a:moveTo>
                  <a:cubicBezTo>
                    <a:pt x="94" y="1"/>
                    <a:pt x="0" y="124"/>
                    <a:pt x="0" y="248"/>
                  </a:cubicBezTo>
                  <a:lnTo>
                    <a:pt x="0" y="3457"/>
                  </a:lnTo>
                  <a:cubicBezTo>
                    <a:pt x="0" y="3604"/>
                    <a:pt x="94" y="3698"/>
                    <a:pt x="241" y="3698"/>
                  </a:cubicBezTo>
                  <a:lnTo>
                    <a:pt x="18662" y="3698"/>
                  </a:lnTo>
                  <a:cubicBezTo>
                    <a:pt x="18809" y="3698"/>
                    <a:pt x="18903" y="3604"/>
                    <a:pt x="18903" y="3457"/>
                  </a:cubicBezTo>
                  <a:lnTo>
                    <a:pt x="18903" y="248"/>
                  </a:lnTo>
                  <a:cubicBezTo>
                    <a:pt x="18903" y="124"/>
                    <a:pt x="18809" y="1"/>
                    <a:pt x="18662" y="1"/>
                  </a:cubicBezTo>
                  <a:close/>
                </a:path>
              </a:pathLst>
            </a:custGeom>
            <a:solidFill>
              <a:srgbClr val="866A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1" name="Google Shape;3104;p63">
              <a:extLst>
                <a:ext uri="{FF2B5EF4-FFF2-40B4-BE49-F238E27FC236}">
                  <a16:creationId xmlns:a16="http://schemas.microsoft.com/office/drawing/2014/main" id="{A2B8D9E6-3234-E042-1B6C-1FA14336582B}"/>
                </a:ext>
              </a:extLst>
            </p:cNvPr>
            <p:cNvSpPr/>
            <p:nvPr/>
          </p:nvSpPr>
          <p:spPr>
            <a:xfrm>
              <a:off x="6980352" y="2181174"/>
              <a:ext cx="368250" cy="72037"/>
            </a:xfrm>
            <a:custGeom>
              <a:avLst/>
              <a:gdLst/>
              <a:ahLst/>
              <a:cxnLst/>
              <a:rect l="l" t="t" r="r" b="b"/>
              <a:pathLst>
                <a:path w="18904" h="3698" extrusionOk="0">
                  <a:moveTo>
                    <a:pt x="241" y="1"/>
                  </a:moveTo>
                  <a:cubicBezTo>
                    <a:pt x="94" y="1"/>
                    <a:pt x="0" y="101"/>
                    <a:pt x="0" y="248"/>
                  </a:cubicBezTo>
                  <a:lnTo>
                    <a:pt x="0" y="3457"/>
                  </a:lnTo>
                  <a:cubicBezTo>
                    <a:pt x="0" y="3575"/>
                    <a:pt x="94" y="3698"/>
                    <a:pt x="241" y="3698"/>
                  </a:cubicBezTo>
                  <a:lnTo>
                    <a:pt x="18662" y="3698"/>
                  </a:lnTo>
                  <a:cubicBezTo>
                    <a:pt x="18809" y="3698"/>
                    <a:pt x="18903" y="3575"/>
                    <a:pt x="18903" y="3457"/>
                  </a:cubicBezTo>
                  <a:lnTo>
                    <a:pt x="18903" y="248"/>
                  </a:lnTo>
                  <a:cubicBezTo>
                    <a:pt x="18903" y="101"/>
                    <a:pt x="18809" y="1"/>
                    <a:pt x="18662" y="1"/>
                  </a:cubicBezTo>
                  <a:close/>
                </a:path>
              </a:pathLst>
            </a:custGeom>
            <a:solidFill>
              <a:srgbClr val="866A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2" name="Google Shape;3105;p63">
              <a:extLst>
                <a:ext uri="{FF2B5EF4-FFF2-40B4-BE49-F238E27FC236}">
                  <a16:creationId xmlns:a16="http://schemas.microsoft.com/office/drawing/2014/main" id="{8C9ED8B6-2605-6061-D952-5B0752693B10}"/>
                </a:ext>
              </a:extLst>
            </p:cNvPr>
            <p:cNvSpPr/>
            <p:nvPr/>
          </p:nvSpPr>
          <p:spPr>
            <a:xfrm>
              <a:off x="7329002" y="1975078"/>
              <a:ext cx="19597" cy="72037"/>
            </a:xfrm>
            <a:custGeom>
              <a:avLst/>
              <a:gdLst/>
              <a:ahLst/>
              <a:cxnLst/>
              <a:rect l="l" t="t" r="r" b="b"/>
              <a:pathLst>
                <a:path w="1006" h="3698" extrusionOk="0">
                  <a:moveTo>
                    <a:pt x="0" y="1"/>
                  </a:moveTo>
                  <a:cubicBezTo>
                    <a:pt x="147" y="1"/>
                    <a:pt x="247" y="124"/>
                    <a:pt x="247" y="248"/>
                  </a:cubicBezTo>
                  <a:lnTo>
                    <a:pt x="247" y="3457"/>
                  </a:lnTo>
                  <a:cubicBezTo>
                    <a:pt x="247" y="3604"/>
                    <a:pt x="147" y="3698"/>
                    <a:pt x="0" y="3698"/>
                  </a:cubicBezTo>
                  <a:lnTo>
                    <a:pt x="764" y="3698"/>
                  </a:lnTo>
                  <a:cubicBezTo>
                    <a:pt x="911" y="3698"/>
                    <a:pt x="1005" y="3604"/>
                    <a:pt x="1005" y="3457"/>
                  </a:cubicBezTo>
                  <a:lnTo>
                    <a:pt x="1005" y="248"/>
                  </a:lnTo>
                  <a:cubicBezTo>
                    <a:pt x="1005" y="124"/>
                    <a:pt x="911" y="1"/>
                    <a:pt x="764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3" name="Google Shape;3106;p63">
              <a:extLst>
                <a:ext uri="{FF2B5EF4-FFF2-40B4-BE49-F238E27FC236}">
                  <a16:creationId xmlns:a16="http://schemas.microsoft.com/office/drawing/2014/main" id="{35D32356-BECF-3119-5193-17C1DB5BA507}"/>
                </a:ext>
              </a:extLst>
            </p:cNvPr>
            <p:cNvSpPr/>
            <p:nvPr/>
          </p:nvSpPr>
          <p:spPr>
            <a:xfrm>
              <a:off x="7329002" y="2181174"/>
              <a:ext cx="19597" cy="72037"/>
            </a:xfrm>
            <a:custGeom>
              <a:avLst/>
              <a:gdLst/>
              <a:ahLst/>
              <a:cxnLst/>
              <a:rect l="l" t="t" r="r" b="b"/>
              <a:pathLst>
                <a:path w="1006" h="3698" extrusionOk="0">
                  <a:moveTo>
                    <a:pt x="0" y="1"/>
                  </a:moveTo>
                  <a:cubicBezTo>
                    <a:pt x="147" y="1"/>
                    <a:pt x="247" y="101"/>
                    <a:pt x="247" y="248"/>
                  </a:cubicBezTo>
                  <a:lnTo>
                    <a:pt x="247" y="3457"/>
                  </a:lnTo>
                  <a:cubicBezTo>
                    <a:pt x="247" y="3575"/>
                    <a:pt x="147" y="3698"/>
                    <a:pt x="0" y="3698"/>
                  </a:cubicBezTo>
                  <a:lnTo>
                    <a:pt x="764" y="3698"/>
                  </a:lnTo>
                  <a:cubicBezTo>
                    <a:pt x="911" y="3698"/>
                    <a:pt x="1005" y="3575"/>
                    <a:pt x="1005" y="3457"/>
                  </a:cubicBezTo>
                  <a:lnTo>
                    <a:pt x="1005" y="248"/>
                  </a:lnTo>
                  <a:cubicBezTo>
                    <a:pt x="1005" y="101"/>
                    <a:pt x="911" y="1"/>
                    <a:pt x="764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4" name="Google Shape;3107;p63">
              <a:extLst>
                <a:ext uri="{FF2B5EF4-FFF2-40B4-BE49-F238E27FC236}">
                  <a16:creationId xmlns:a16="http://schemas.microsoft.com/office/drawing/2014/main" id="{C2C4AD29-09E8-1425-E764-E2538C208F32}"/>
                </a:ext>
              </a:extLst>
            </p:cNvPr>
            <p:cNvSpPr/>
            <p:nvPr/>
          </p:nvSpPr>
          <p:spPr>
            <a:xfrm>
              <a:off x="7037603" y="1997986"/>
              <a:ext cx="133516" cy="26688"/>
            </a:xfrm>
            <a:custGeom>
              <a:avLst/>
              <a:gdLst/>
              <a:ahLst/>
              <a:cxnLst/>
              <a:rect l="l" t="t" r="r" b="b"/>
              <a:pathLst>
                <a:path w="6854" h="1370" extrusionOk="0">
                  <a:moveTo>
                    <a:pt x="94" y="0"/>
                  </a:moveTo>
                  <a:cubicBezTo>
                    <a:pt x="47" y="0"/>
                    <a:pt x="0" y="24"/>
                    <a:pt x="0" y="77"/>
                  </a:cubicBezTo>
                  <a:lnTo>
                    <a:pt x="0" y="1276"/>
                  </a:lnTo>
                  <a:cubicBezTo>
                    <a:pt x="0" y="1323"/>
                    <a:pt x="47" y="1370"/>
                    <a:pt x="94" y="1370"/>
                  </a:cubicBezTo>
                  <a:lnTo>
                    <a:pt x="6783" y="1370"/>
                  </a:lnTo>
                  <a:cubicBezTo>
                    <a:pt x="6830" y="1370"/>
                    <a:pt x="6854" y="1323"/>
                    <a:pt x="6854" y="1276"/>
                  </a:cubicBezTo>
                  <a:lnTo>
                    <a:pt x="6854" y="77"/>
                  </a:lnTo>
                  <a:cubicBezTo>
                    <a:pt x="6854" y="24"/>
                    <a:pt x="6830" y="0"/>
                    <a:pt x="6783" y="0"/>
                  </a:cubicBezTo>
                  <a:close/>
                </a:path>
              </a:pathLst>
            </a:custGeom>
            <a:solidFill>
              <a:srgbClr val="FFE1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5" name="Google Shape;3108;p63">
              <a:extLst>
                <a:ext uri="{FF2B5EF4-FFF2-40B4-BE49-F238E27FC236}">
                  <a16:creationId xmlns:a16="http://schemas.microsoft.com/office/drawing/2014/main" id="{162D8FFD-F1C0-4E05-8470-6FE7A83DFC4F}"/>
                </a:ext>
              </a:extLst>
            </p:cNvPr>
            <p:cNvSpPr/>
            <p:nvPr/>
          </p:nvSpPr>
          <p:spPr>
            <a:xfrm>
              <a:off x="7141567" y="1997986"/>
              <a:ext cx="29551" cy="26688"/>
            </a:xfrm>
            <a:custGeom>
              <a:avLst/>
              <a:gdLst/>
              <a:ahLst/>
              <a:cxnLst/>
              <a:rect l="l" t="t" r="r" b="b"/>
              <a:pathLst>
                <a:path w="1517" h="1370" extrusionOk="0">
                  <a:moveTo>
                    <a:pt x="0" y="0"/>
                  </a:moveTo>
                  <a:lnTo>
                    <a:pt x="0" y="1370"/>
                  </a:lnTo>
                  <a:lnTo>
                    <a:pt x="1446" y="1370"/>
                  </a:lnTo>
                  <a:cubicBezTo>
                    <a:pt x="1493" y="1370"/>
                    <a:pt x="1517" y="1323"/>
                    <a:pt x="1517" y="1276"/>
                  </a:cubicBezTo>
                  <a:lnTo>
                    <a:pt x="1517" y="77"/>
                  </a:lnTo>
                  <a:cubicBezTo>
                    <a:pt x="1517" y="24"/>
                    <a:pt x="1493" y="0"/>
                    <a:pt x="1446" y="0"/>
                  </a:cubicBezTo>
                  <a:close/>
                </a:path>
              </a:pathLst>
            </a:custGeom>
            <a:solidFill>
              <a:srgbClr val="00C7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" name="Google Shape;3109;p63">
              <a:extLst>
                <a:ext uri="{FF2B5EF4-FFF2-40B4-BE49-F238E27FC236}">
                  <a16:creationId xmlns:a16="http://schemas.microsoft.com/office/drawing/2014/main" id="{AD664484-2C34-7D41-D59F-878B1D9173B2}"/>
                </a:ext>
              </a:extLst>
            </p:cNvPr>
            <p:cNvSpPr/>
            <p:nvPr/>
          </p:nvSpPr>
          <p:spPr>
            <a:xfrm>
              <a:off x="7154969" y="1997986"/>
              <a:ext cx="16149" cy="26688"/>
            </a:xfrm>
            <a:custGeom>
              <a:avLst/>
              <a:gdLst/>
              <a:ahLst/>
              <a:cxnLst/>
              <a:rect l="l" t="t" r="r" b="b"/>
              <a:pathLst>
                <a:path w="829" h="1370" extrusionOk="0">
                  <a:moveTo>
                    <a:pt x="0" y="0"/>
                  </a:moveTo>
                  <a:cubicBezTo>
                    <a:pt x="24" y="0"/>
                    <a:pt x="71" y="24"/>
                    <a:pt x="71" y="77"/>
                  </a:cubicBezTo>
                  <a:lnTo>
                    <a:pt x="71" y="1276"/>
                  </a:lnTo>
                  <a:cubicBezTo>
                    <a:pt x="71" y="1323"/>
                    <a:pt x="24" y="1370"/>
                    <a:pt x="0" y="1370"/>
                  </a:cubicBezTo>
                  <a:lnTo>
                    <a:pt x="758" y="1370"/>
                  </a:lnTo>
                  <a:cubicBezTo>
                    <a:pt x="805" y="1370"/>
                    <a:pt x="829" y="1323"/>
                    <a:pt x="829" y="1276"/>
                  </a:cubicBezTo>
                  <a:lnTo>
                    <a:pt x="829" y="77"/>
                  </a:lnTo>
                  <a:cubicBezTo>
                    <a:pt x="829" y="24"/>
                    <a:pt x="805" y="0"/>
                    <a:pt x="758" y="0"/>
                  </a:cubicBezTo>
                  <a:close/>
                </a:path>
              </a:pathLst>
            </a:custGeom>
            <a:solidFill>
              <a:srgbClr val="00C7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" name="Google Shape;3110;p63">
              <a:extLst>
                <a:ext uri="{FF2B5EF4-FFF2-40B4-BE49-F238E27FC236}">
                  <a16:creationId xmlns:a16="http://schemas.microsoft.com/office/drawing/2014/main" id="{670252B5-AEF0-3826-F945-0420B9CC7FE1}"/>
                </a:ext>
              </a:extLst>
            </p:cNvPr>
            <p:cNvSpPr/>
            <p:nvPr/>
          </p:nvSpPr>
          <p:spPr>
            <a:xfrm>
              <a:off x="7037603" y="2101034"/>
              <a:ext cx="133516" cy="26240"/>
            </a:xfrm>
            <a:custGeom>
              <a:avLst/>
              <a:gdLst/>
              <a:ahLst/>
              <a:cxnLst/>
              <a:rect l="l" t="t" r="r" b="b"/>
              <a:pathLst>
                <a:path w="6854" h="1347" extrusionOk="0">
                  <a:moveTo>
                    <a:pt x="94" y="0"/>
                  </a:moveTo>
                  <a:cubicBezTo>
                    <a:pt x="47" y="0"/>
                    <a:pt x="0" y="24"/>
                    <a:pt x="0" y="77"/>
                  </a:cubicBezTo>
                  <a:lnTo>
                    <a:pt x="0" y="1276"/>
                  </a:lnTo>
                  <a:cubicBezTo>
                    <a:pt x="0" y="1323"/>
                    <a:pt x="47" y="1346"/>
                    <a:pt x="94" y="1346"/>
                  </a:cubicBezTo>
                  <a:lnTo>
                    <a:pt x="6783" y="1346"/>
                  </a:lnTo>
                  <a:cubicBezTo>
                    <a:pt x="6830" y="1346"/>
                    <a:pt x="6854" y="1323"/>
                    <a:pt x="6854" y="1276"/>
                  </a:cubicBezTo>
                  <a:lnTo>
                    <a:pt x="6854" y="77"/>
                  </a:lnTo>
                  <a:cubicBezTo>
                    <a:pt x="6854" y="24"/>
                    <a:pt x="6830" y="0"/>
                    <a:pt x="6783" y="0"/>
                  </a:cubicBezTo>
                  <a:close/>
                </a:path>
              </a:pathLst>
            </a:custGeom>
            <a:solidFill>
              <a:srgbClr val="FFE1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" name="Google Shape;3111;p63">
              <a:extLst>
                <a:ext uri="{FF2B5EF4-FFF2-40B4-BE49-F238E27FC236}">
                  <a16:creationId xmlns:a16="http://schemas.microsoft.com/office/drawing/2014/main" id="{845DC8A6-BDBC-0027-5EEB-E166A01D86F7}"/>
                </a:ext>
              </a:extLst>
            </p:cNvPr>
            <p:cNvSpPr/>
            <p:nvPr/>
          </p:nvSpPr>
          <p:spPr>
            <a:xfrm>
              <a:off x="7141567" y="2101034"/>
              <a:ext cx="29551" cy="26240"/>
            </a:xfrm>
            <a:custGeom>
              <a:avLst/>
              <a:gdLst/>
              <a:ahLst/>
              <a:cxnLst/>
              <a:rect l="l" t="t" r="r" b="b"/>
              <a:pathLst>
                <a:path w="1517" h="1347" extrusionOk="0">
                  <a:moveTo>
                    <a:pt x="0" y="0"/>
                  </a:moveTo>
                  <a:lnTo>
                    <a:pt x="0" y="1346"/>
                  </a:lnTo>
                  <a:lnTo>
                    <a:pt x="1446" y="1346"/>
                  </a:lnTo>
                  <a:cubicBezTo>
                    <a:pt x="1493" y="1346"/>
                    <a:pt x="1517" y="1323"/>
                    <a:pt x="1517" y="1276"/>
                  </a:cubicBezTo>
                  <a:lnTo>
                    <a:pt x="1517" y="77"/>
                  </a:lnTo>
                  <a:cubicBezTo>
                    <a:pt x="1517" y="24"/>
                    <a:pt x="1493" y="0"/>
                    <a:pt x="1446" y="0"/>
                  </a:cubicBezTo>
                  <a:close/>
                </a:path>
              </a:pathLst>
            </a:custGeom>
            <a:solidFill>
              <a:srgbClr val="00C7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" name="Google Shape;3112;p63">
              <a:extLst>
                <a:ext uri="{FF2B5EF4-FFF2-40B4-BE49-F238E27FC236}">
                  <a16:creationId xmlns:a16="http://schemas.microsoft.com/office/drawing/2014/main" id="{C00E2ADD-4A81-C07A-DD69-F86937F066B4}"/>
                </a:ext>
              </a:extLst>
            </p:cNvPr>
            <p:cNvSpPr/>
            <p:nvPr/>
          </p:nvSpPr>
          <p:spPr>
            <a:xfrm>
              <a:off x="7154969" y="2101034"/>
              <a:ext cx="16149" cy="26240"/>
            </a:xfrm>
            <a:custGeom>
              <a:avLst/>
              <a:gdLst/>
              <a:ahLst/>
              <a:cxnLst/>
              <a:rect l="l" t="t" r="r" b="b"/>
              <a:pathLst>
                <a:path w="829" h="1347" extrusionOk="0">
                  <a:moveTo>
                    <a:pt x="0" y="0"/>
                  </a:moveTo>
                  <a:cubicBezTo>
                    <a:pt x="24" y="0"/>
                    <a:pt x="71" y="24"/>
                    <a:pt x="71" y="77"/>
                  </a:cubicBezTo>
                  <a:lnTo>
                    <a:pt x="71" y="1276"/>
                  </a:lnTo>
                  <a:cubicBezTo>
                    <a:pt x="71" y="1323"/>
                    <a:pt x="24" y="1346"/>
                    <a:pt x="0" y="1346"/>
                  </a:cubicBezTo>
                  <a:lnTo>
                    <a:pt x="758" y="1346"/>
                  </a:lnTo>
                  <a:cubicBezTo>
                    <a:pt x="805" y="1346"/>
                    <a:pt x="829" y="1323"/>
                    <a:pt x="829" y="1276"/>
                  </a:cubicBezTo>
                  <a:lnTo>
                    <a:pt x="829" y="77"/>
                  </a:lnTo>
                  <a:cubicBezTo>
                    <a:pt x="829" y="24"/>
                    <a:pt x="805" y="0"/>
                    <a:pt x="758" y="0"/>
                  </a:cubicBezTo>
                  <a:close/>
                </a:path>
              </a:pathLst>
            </a:custGeom>
            <a:solidFill>
              <a:srgbClr val="00C7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0" name="Google Shape;3113;p63">
              <a:extLst>
                <a:ext uri="{FF2B5EF4-FFF2-40B4-BE49-F238E27FC236}">
                  <a16:creationId xmlns:a16="http://schemas.microsoft.com/office/drawing/2014/main" id="{F1012911-74B4-35D5-420E-F941F242F8EB}"/>
                </a:ext>
              </a:extLst>
            </p:cNvPr>
            <p:cNvSpPr/>
            <p:nvPr/>
          </p:nvSpPr>
          <p:spPr>
            <a:xfrm>
              <a:off x="7037603" y="2204083"/>
              <a:ext cx="133516" cy="26240"/>
            </a:xfrm>
            <a:custGeom>
              <a:avLst/>
              <a:gdLst/>
              <a:ahLst/>
              <a:cxnLst/>
              <a:rect l="l" t="t" r="r" b="b"/>
              <a:pathLst>
                <a:path w="6854" h="1347" extrusionOk="0">
                  <a:moveTo>
                    <a:pt x="94" y="0"/>
                  </a:moveTo>
                  <a:cubicBezTo>
                    <a:pt x="47" y="0"/>
                    <a:pt x="0" y="24"/>
                    <a:pt x="0" y="77"/>
                  </a:cubicBezTo>
                  <a:lnTo>
                    <a:pt x="0" y="1276"/>
                  </a:lnTo>
                  <a:cubicBezTo>
                    <a:pt x="0" y="1323"/>
                    <a:pt x="47" y="1346"/>
                    <a:pt x="94" y="1346"/>
                  </a:cubicBezTo>
                  <a:lnTo>
                    <a:pt x="6783" y="1346"/>
                  </a:lnTo>
                  <a:cubicBezTo>
                    <a:pt x="6830" y="1346"/>
                    <a:pt x="6854" y="1323"/>
                    <a:pt x="6854" y="1276"/>
                  </a:cubicBezTo>
                  <a:lnTo>
                    <a:pt x="6854" y="77"/>
                  </a:lnTo>
                  <a:cubicBezTo>
                    <a:pt x="6854" y="24"/>
                    <a:pt x="6830" y="0"/>
                    <a:pt x="6783" y="0"/>
                  </a:cubicBezTo>
                  <a:close/>
                </a:path>
              </a:pathLst>
            </a:custGeom>
            <a:solidFill>
              <a:srgbClr val="FFE1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1" name="Google Shape;3114;p63">
              <a:extLst>
                <a:ext uri="{FF2B5EF4-FFF2-40B4-BE49-F238E27FC236}">
                  <a16:creationId xmlns:a16="http://schemas.microsoft.com/office/drawing/2014/main" id="{D56C76F3-1A3B-5BF2-0752-0D48792B3826}"/>
                </a:ext>
              </a:extLst>
            </p:cNvPr>
            <p:cNvSpPr/>
            <p:nvPr/>
          </p:nvSpPr>
          <p:spPr>
            <a:xfrm>
              <a:off x="7141567" y="2204083"/>
              <a:ext cx="29551" cy="26240"/>
            </a:xfrm>
            <a:custGeom>
              <a:avLst/>
              <a:gdLst/>
              <a:ahLst/>
              <a:cxnLst/>
              <a:rect l="l" t="t" r="r" b="b"/>
              <a:pathLst>
                <a:path w="1517" h="1347" extrusionOk="0">
                  <a:moveTo>
                    <a:pt x="0" y="0"/>
                  </a:moveTo>
                  <a:lnTo>
                    <a:pt x="0" y="1346"/>
                  </a:lnTo>
                  <a:lnTo>
                    <a:pt x="1446" y="1346"/>
                  </a:lnTo>
                  <a:cubicBezTo>
                    <a:pt x="1493" y="1346"/>
                    <a:pt x="1517" y="1323"/>
                    <a:pt x="1517" y="1276"/>
                  </a:cubicBezTo>
                  <a:lnTo>
                    <a:pt x="1517" y="77"/>
                  </a:lnTo>
                  <a:cubicBezTo>
                    <a:pt x="1517" y="24"/>
                    <a:pt x="1493" y="0"/>
                    <a:pt x="1446" y="0"/>
                  </a:cubicBezTo>
                  <a:close/>
                </a:path>
              </a:pathLst>
            </a:custGeom>
            <a:solidFill>
              <a:srgbClr val="00C7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" name="Google Shape;3115;p63">
              <a:extLst>
                <a:ext uri="{FF2B5EF4-FFF2-40B4-BE49-F238E27FC236}">
                  <a16:creationId xmlns:a16="http://schemas.microsoft.com/office/drawing/2014/main" id="{E776F184-6785-0D1D-04E0-E111C939960B}"/>
                </a:ext>
              </a:extLst>
            </p:cNvPr>
            <p:cNvSpPr/>
            <p:nvPr/>
          </p:nvSpPr>
          <p:spPr>
            <a:xfrm>
              <a:off x="7154969" y="2204083"/>
              <a:ext cx="16149" cy="26240"/>
            </a:xfrm>
            <a:custGeom>
              <a:avLst/>
              <a:gdLst/>
              <a:ahLst/>
              <a:cxnLst/>
              <a:rect l="l" t="t" r="r" b="b"/>
              <a:pathLst>
                <a:path w="829" h="1347" extrusionOk="0">
                  <a:moveTo>
                    <a:pt x="0" y="0"/>
                  </a:moveTo>
                  <a:cubicBezTo>
                    <a:pt x="24" y="0"/>
                    <a:pt x="71" y="24"/>
                    <a:pt x="71" y="77"/>
                  </a:cubicBezTo>
                  <a:lnTo>
                    <a:pt x="71" y="1276"/>
                  </a:lnTo>
                  <a:cubicBezTo>
                    <a:pt x="71" y="1323"/>
                    <a:pt x="24" y="1346"/>
                    <a:pt x="0" y="1346"/>
                  </a:cubicBezTo>
                  <a:lnTo>
                    <a:pt x="758" y="1346"/>
                  </a:lnTo>
                  <a:cubicBezTo>
                    <a:pt x="805" y="1346"/>
                    <a:pt x="829" y="1323"/>
                    <a:pt x="829" y="1276"/>
                  </a:cubicBezTo>
                  <a:lnTo>
                    <a:pt x="829" y="77"/>
                  </a:lnTo>
                  <a:cubicBezTo>
                    <a:pt x="829" y="24"/>
                    <a:pt x="805" y="0"/>
                    <a:pt x="758" y="0"/>
                  </a:cubicBezTo>
                  <a:close/>
                </a:path>
              </a:pathLst>
            </a:custGeom>
            <a:solidFill>
              <a:srgbClr val="00C7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3" name="Google Shape;3116;p63">
              <a:extLst>
                <a:ext uri="{FF2B5EF4-FFF2-40B4-BE49-F238E27FC236}">
                  <a16:creationId xmlns:a16="http://schemas.microsoft.com/office/drawing/2014/main" id="{2EA6D481-B93B-698F-3C87-D3130F59A535}"/>
                </a:ext>
              </a:extLst>
            </p:cNvPr>
            <p:cNvSpPr/>
            <p:nvPr/>
          </p:nvSpPr>
          <p:spPr>
            <a:xfrm>
              <a:off x="7143963" y="2302884"/>
              <a:ext cx="41025" cy="40557"/>
            </a:xfrm>
            <a:custGeom>
              <a:avLst/>
              <a:gdLst/>
              <a:ahLst/>
              <a:cxnLst/>
              <a:rect l="l" t="t" r="r" b="b"/>
              <a:pathLst>
                <a:path w="2106" h="2082" extrusionOk="0">
                  <a:moveTo>
                    <a:pt x="1053" y="1"/>
                  </a:moveTo>
                  <a:cubicBezTo>
                    <a:pt x="465" y="1"/>
                    <a:pt x="1" y="465"/>
                    <a:pt x="1" y="1030"/>
                  </a:cubicBezTo>
                  <a:cubicBezTo>
                    <a:pt x="1" y="1617"/>
                    <a:pt x="465" y="2082"/>
                    <a:pt x="1053" y="2082"/>
                  </a:cubicBezTo>
                  <a:cubicBezTo>
                    <a:pt x="1641" y="2082"/>
                    <a:pt x="2105" y="1617"/>
                    <a:pt x="2105" y="1030"/>
                  </a:cubicBezTo>
                  <a:cubicBezTo>
                    <a:pt x="2105" y="465"/>
                    <a:pt x="1641" y="1"/>
                    <a:pt x="1053" y="1"/>
                  </a:cubicBezTo>
                  <a:close/>
                </a:path>
              </a:pathLst>
            </a:custGeom>
            <a:solidFill>
              <a:srgbClr val="FFE1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4" name="Google Shape;3117;p63">
              <a:extLst>
                <a:ext uri="{FF2B5EF4-FFF2-40B4-BE49-F238E27FC236}">
                  <a16:creationId xmlns:a16="http://schemas.microsoft.com/office/drawing/2014/main" id="{66953D99-FB1B-2A4F-4A90-6742A052E815}"/>
                </a:ext>
              </a:extLst>
            </p:cNvPr>
            <p:cNvSpPr/>
            <p:nvPr/>
          </p:nvSpPr>
          <p:spPr>
            <a:xfrm>
              <a:off x="7031876" y="2198355"/>
              <a:ext cx="144970" cy="37694"/>
            </a:xfrm>
            <a:custGeom>
              <a:avLst/>
              <a:gdLst/>
              <a:ahLst/>
              <a:cxnLst/>
              <a:rect l="l" t="t" r="r" b="b"/>
              <a:pathLst>
                <a:path w="7442" h="1935" extrusionOk="0">
                  <a:moveTo>
                    <a:pt x="5337" y="565"/>
                  </a:moveTo>
                  <a:lnTo>
                    <a:pt x="5337" y="1370"/>
                  </a:lnTo>
                  <a:lnTo>
                    <a:pt x="588" y="1370"/>
                  </a:lnTo>
                  <a:lnTo>
                    <a:pt x="588" y="565"/>
                  </a:lnTo>
                  <a:close/>
                  <a:moveTo>
                    <a:pt x="6877" y="565"/>
                  </a:moveTo>
                  <a:lnTo>
                    <a:pt x="6877" y="1370"/>
                  </a:lnTo>
                  <a:lnTo>
                    <a:pt x="5902" y="1370"/>
                  </a:lnTo>
                  <a:lnTo>
                    <a:pt x="5902" y="565"/>
                  </a:lnTo>
                  <a:close/>
                  <a:moveTo>
                    <a:pt x="388" y="1"/>
                  </a:moveTo>
                  <a:cubicBezTo>
                    <a:pt x="171" y="1"/>
                    <a:pt x="0" y="171"/>
                    <a:pt x="0" y="371"/>
                  </a:cubicBezTo>
                  <a:lnTo>
                    <a:pt x="0" y="1570"/>
                  </a:lnTo>
                  <a:cubicBezTo>
                    <a:pt x="0" y="1764"/>
                    <a:pt x="171" y="1934"/>
                    <a:pt x="388" y="1934"/>
                  </a:cubicBezTo>
                  <a:lnTo>
                    <a:pt x="7077" y="1934"/>
                  </a:lnTo>
                  <a:cubicBezTo>
                    <a:pt x="7271" y="1934"/>
                    <a:pt x="7442" y="1764"/>
                    <a:pt x="7442" y="1570"/>
                  </a:cubicBezTo>
                  <a:lnTo>
                    <a:pt x="7442" y="371"/>
                  </a:lnTo>
                  <a:cubicBezTo>
                    <a:pt x="7442" y="171"/>
                    <a:pt x="7271" y="1"/>
                    <a:pt x="7077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5" name="Google Shape;3118;p63">
              <a:extLst>
                <a:ext uri="{FF2B5EF4-FFF2-40B4-BE49-F238E27FC236}">
                  <a16:creationId xmlns:a16="http://schemas.microsoft.com/office/drawing/2014/main" id="{61464A27-5D45-D52B-2C8F-BD052002AA42}"/>
                </a:ext>
              </a:extLst>
            </p:cNvPr>
            <p:cNvSpPr/>
            <p:nvPr/>
          </p:nvSpPr>
          <p:spPr>
            <a:xfrm>
              <a:off x="7204545" y="2211758"/>
              <a:ext cx="11006" cy="11006"/>
            </a:xfrm>
            <a:custGeom>
              <a:avLst/>
              <a:gdLst/>
              <a:ahLst/>
              <a:cxnLst/>
              <a:rect l="l" t="t" r="r" b="b"/>
              <a:pathLst>
                <a:path w="565" h="565" extrusionOk="0">
                  <a:moveTo>
                    <a:pt x="271" y="0"/>
                  </a:moveTo>
                  <a:cubicBezTo>
                    <a:pt x="124" y="0"/>
                    <a:pt x="0" y="124"/>
                    <a:pt x="0" y="271"/>
                  </a:cubicBezTo>
                  <a:cubicBezTo>
                    <a:pt x="0" y="441"/>
                    <a:pt x="124" y="564"/>
                    <a:pt x="271" y="564"/>
                  </a:cubicBezTo>
                  <a:cubicBezTo>
                    <a:pt x="441" y="564"/>
                    <a:pt x="564" y="441"/>
                    <a:pt x="564" y="271"/>
                  </a:cubicBezTo>
                  <a:cubicBezTo>
                    <a:pt x="564" y="124"/>
                    <a:pt x="441" y="0"/>
                    <a:pt x="271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" name="Google Shape;3119;p63">
              <a:extLst>
                <a:ext uri="{FF2B5EF4-FFF2-40B4-BE49-F238E27FC236}">
                  <a16:creationId xmlns:a16="http://schemas.microsoft.com/office/drawing/2014/main" id="{F690781B-09B9-CDE2-EE90-4C173D32A83D}"/>
                </a:ext>
              </a:extLst>
            </p:cNvPr>
            <p:cNvSpPr/>
            <p:nvPr/>
          </p:nvSpPr>
          <p:spPr>
            <a:xfrm>
              <a:off x="7229850" y="2211758"/>
              <a:ext cx="11006" cy="11006"/>
            </a:xfrm>
            <a:custGeom>
              <a:avLst/>
              <a:gdLst/>
              <a:ahLst/>
              <a:cxnLst/>
              <a:rect l="l" t="t" r="r" b="b"/>
              <a:pathLst>
                <a:path w="565" h="565" extrusionOk="0">
                  <a:moveTo>
                    <a:pt x="271" y="0"/>
                  </a:moveTo>
                  <a:cubicBezTo>
                    <a:pt x="124" y="0"/>
                    <a:pt x="0" y="124"/>
                    <a:pt x="0" y="271"/>
                  </a:cubicBezTo>
                  <a:cubicBezTo>
                    <a:pt x="0" y="441"/>
                    <a:pt x="124" y="564"/>
                    <a:pt x="271" y="564"/>
                  </a:cubicBezTo>
                  <a:cubicBezTo>
                    <a:pt x="441" y="564"/>
                    <a:pt x="564" y="441"/>
                    <a:pt x="564" y="271"/>
                  </a:cubicBezTo>
                  <a:cubicBezTo>
                    <a:pt x="564" y="124"/>
                    <a:pt x="441" y="0"/>
                    <a:pt x="271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" name="Google Shape;3120;p63">
              <a:extLst>
                <a:ext uri="{FF2B5EF4-FFF2-40B4-BE49-F238E27FC236}">
                  <a16:creationId xmlns:a16="http://schemas.microsoft.com/office/drawing/2014/main" id="{37B772EF-4056-6302-541C-E81A3C799F10}"/>
                </a:ext>
              </a:extLst>
            </p:cNvPr>
            <p:cNvSpPr/>
            <p:nvPr/>
          </p:nvSpPr>
          <p:spPr>
            <a:xfrm>
              <a:off x="7254121" y="2211621"/>
              <a:ext cx="12954" cy="11162"/>
            </a:xfrm>
            <a:custGeom>
              <a:avLst/>
              <a:gdLst/>
              <a:ahLst/>
              <a:cxnLst/>
              <a:rect l="l" t="t" r="r" b="b"/>
              <a:pathLst>
                <a:path w="665" h="573" extrusionOk="0">
                  <a:moveTo>
                    <a:pt x="320" y="1"/>
                  </a:moveTo>
                  <a:cubicBezTo>
                    <a:pt x="211" y="1"/>
                    <a:pt x="111" y="70"/>
                    <a:pt x="77" y="178"/>
                  </a:cubicBezTo>
                  <a:cubicBezTo>
                    <a:pt x="0" y="325"/>
                    <a:pt x="77" y="495"/>
                    <a:pt x="224" y="542"/>
                  </a:cubicBezTo>
                  <a:cubicBezTo>
                    <a:pt x="263" y="563"/>
                    <a:pt x="305" y="572"/>
                    <a:pt x="345" y="572"/>
                  </a:cubicBezTo>
                  <a:cubicBezTo>
                    <a:pt x="454" y="572"/>
                    <a:pt x="554" y="502"/>
                    <a:pt x="588" y="395"/>
                  </a:cubicBezTo>
                  <a:cubicBezTo>
                    <a:pt x="664" y="248"/>
                    <a:pt x="588" y="78"/>
                    <a:pt x="441" y="31"/>
                  </a:cubicBezTo>
                  <a:cubicBezTo>
                    <a:pt x="401" y="10"/>
                    <a:pt x="360" y="1"/>
                    <a:pt x="320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" name="Google Shape;3121;p63">
              <a:extLst>
                <a:ext uri="{FF2B5EF4-FFF2-40B4-BE49-F238E27FC236}">
                  <a16:creationId xmlns:a16="http://schemas.microsoft.com/office/drawing/2014/main" id="{5FC9FF15-7FD4-63D0-31E6-146F600E00C4}"/>
                </a:ext>
              </a:extLst>
            </p:cNvPr>
            <p:cNvSpPr/>
            <p:nvPr/>
          </p:nvSpPr>
          <p:spPr>
            <a:xfrm>
              <a:off x="7279874" y="2211758"/>
              <a:ext cx="11474" cy="11006"/>
            </a:xfrm>
            <a:custGeom>
              <a:avLst/>
              <a:gdLst/>
              <a:ahLst/>
              <a:cxnLst/>
              <a:rect l="l" t="t" r="r" b="b"/>
              <a:pathLst>
                <a:path w="589" h="565" extrusionOk="0">
                  <a:moveTo>
                    <a:pt x="295" y="0"/>
                  </a:moveTo>
                  <a:cubicBezTo>
                    <a:pt x="148" y="0"/>
                    <a:pt x="1" y="124"/>
                    <a:pt x="1" y="271"/>
                  </a:cubicBezTo>
                  <a:cubicBezTo>
                    <a:pt x="1" y="441"/>
                    <a:pt x="148" y="564"/>
                    <a:pt x="295" y="564"/>
                  </a:cubicBezTo>
                  <a:cubicBezTo>
                    <a:pt x="442" y="564"/>
                    <a:pt x="589" y="441"/>
                    <a:pt x="589" y="271"/>
                  </a:cubicBezTo>
                  <a:cubicBezTo>
                    <a:pt x="589" y="124"/>
                    <a:pt x="442" y="0"/>
                    <a:pt x="295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" name="Google Shape;3122;p63">
              <a:extLst>
                <a:ext uri="{FF2B5EF4-FFF2-40B4-BE49-F238E27FC236}">
                  <a16:creationId xmlns:a16="http://schemas.microsoft.com/office/drawing/2014/main" id="{88CC133A-D6FE-8AD3-45FF-B182A33CDA5E}"/>
                </a:ext>
              </a:extLst>
            </p:cNvPr>
            <p:cNvSpPr/>
            <p:nvPr/>
          </p:nvSpPr>
          <p:spPr>
            <a:xfrm>
              <a:off x="7031876" y="1992259"/>
              <a:ext cx="144970" cy="37694"/>
            </a:xfrm>
            <a:custGeom>
              <a:avLst/>
              <a:gdLst/>
              <a:ahLst/>
              <a:cxnLst/>
              <a:rect l="l" t="t" r="r" b="b"/>
              <a:pathLst>
                <a:path w="7442" h="1935" extrusionOk="0">
                  <a:moveTo>
                    <a:pt x="6877" y="588"/>
                  </a:moveTo>
                  <a:lnTo>
                    <a:pt x="6877" y="1370"/>
                  </a:lnTo>
                  <a:lnTo>
                    <a:pt x="5902" y="1370"/>
                  </a:lnTo>
                  <a:lnTo>
                    <a:pt x="5902" y="588"/>
                  </a:lnTo>
                  <a:close/>
                  <a:moveTo>
                    <a:pt x="388" y="0"/>
                  </a:moveTo>
                  <a:cubicBezTo>
                    <a:pt x="171" y="0"/>
                    <a:pt x="0" y="171"/>
                    <a:pt x="0" y="371"/>
                  </a:cubicBezTo>
                  <a:lnTo>
                    <a:pt x="0" y="1570"/>
                  </a:lnTo>
                  <a:cubicBezTo>
                    <a:pt x="0" y="1787"/>
                    <a:pt x="171" y="1934"/>
                    <a:pt x="388" y="1934"/>
                  </a:cubicBezTo>
                  <a:lnTo>
                    <a:pt x="7077" y="1934"/>
                  </a:lnTo>
                  <a:cubicBezTo>
                    <a:pt x="7271" y="1934"/>
                    <a:pt x="7442" y="1787"/>
                    <a:pt x="7442" y="1570"/>
                  </a:cubicBezTo>
                  <a:lnTo>
                    <a:pt x="7442" y="371"/>
                  </a:lnTo>
                  <a:cubicBezTo>
                    <a:pt x="7442" y="171"/>
                    <a:pt x="7271" y="0"/>
                    <a:pt x="7077" y="0"/>
                  </a:cubicBezTo>
                  <a:lnTo>
                    <a:pt x="3380" y="0"/>
                  </a:lnTo>
                  <a:cubicBezTo>
                    <a:pt x="3204" y="0"/>
                    <a:pt x="3086" y="124"/>
                    <a:pt x="3086" y="294"/>
                  </a:cubicBezTo>
                  <a:cubicBezTo>
                    <a:pt x="3086" y="441"/>
                    <a:pt x="3204" y="588"/>
                    <a:pt x="3380" y="588"/>
                  </a:cubicBezTo>
                  <a:lnTo>
                    <a:pt x="5337" y="588"/>
                  </a:lnTo>
                  <a:lnTo>
                    <a:pt x="5337" y="1370"/>
                  </a:lnTo>
                  <a:lnTo>
                    <a:pt x="588" y="1370"/>
                  </a:lnTo>
                  <a:lnTo>
                    <a:pt x="588" y="588"/>
                  </a:lnTo>
                  <a:lnTo>
                    <a:pt x="2058" y="588"/>
                  </a:lnTo>
                  <a:cubicBezTo>
                    <a:pt x="2205" y="588"/>
                    <a:pt x="2322" y="441"/>
                    <a:pt x="2322" y="294"/>
                  </a:cubicBezTo>
                  <a:cubicBezTo>
                    <a:pt x="2322" y="124"/>
                    <a:pt x="2205" y="0"/>
                    <a:pt x="2058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0" name="Google Shape;3123;p63">
              <a:extLst>
                <a:ext uri="{FF2B5EF4-FFF2-40B4-BE49-F238E27FC236}">
                  <a16:creationId xmlns:a16="http://schemas.microsoft.com/office/drawing/2014/main" id="{0D3184CC-7CD2-E671-3644-14ED7B717ACF}"/>
                </a:ext>
              </a:extLst>
            </p:cNvPr>
            <p:cNvSpPr/>
            <p:nvPr/>
          </p:nvSpPr>
          <p:spPr>
            <a:xfrm>
              <a:off x="7204545" y="2005661"/>
              <a:ext cx="11006" cy="11006"/>
            </a:xfrm>
            <a:custGeom>
              <a:avLst/>
              <a:gdLst/>
              <a:ahLst/>
              <a:cxnLst/>
              <a:rect l="l" t="t" r="r" b="b"/>
              <a:pathLst>
                <a:path w="565" h="565" extrusionOk="0">
                  <a:moveTo>
                    <a:pt x="271" y="0"/>
                  </a:moveTo>
                  <a:cubicBezTo>
                    <a:pt x="124" y="0"/>
                    <a:pt x="0" y="124"/>
                    <a:pt x="0" y="294"/>
                  </a:cubicBezTo>
                  <a:cubicBezTo>
                    <a:pt x="0" y="441"/>
                    <a:pt x="124" y="564"/>
                    <a:pt x="271" y="564"/>
                  </a:cubicBezTo>
                  <a:cubicBezTo>
                    <a:pt x="441" y="564"/>
                    <a:pt x="564" y="441"/>
                    <a:pt x="564" y="294"/>
                  </a:cubicBezTo>
                  <a:cubicBezTo>
                    <a:pt x="564" y="124"/>
                    <a:pt x="441" y="0"/>
                    <a:pt x="271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1" name="Google Shape;3124;p63">
              <a:extLst>
                <a:ext uri="{FF2B5EF4-FFF2-40B4-BE49-F238E27FC236}">
                  <a16:creationId xmlns:a16="http://schemas.microsoft.com/office/drawing/2014/main" id="{9D81FF52-4BEF-C46D-19A4-353E1FFB8AD4}"/>
                </a:ext>
              </a:extLst>
            </p:cNvPr>
            <p:cNvSpPr/>
            <p:nvPr/>
          </p:nvSpPr>
          <p:spPr>
            <a:xfrm>
              <a:off x="7229850" y="2005661"/>
              <a:ext cx="11006" cy="11006"/>
            </a:xfrm>
            <a:custGeom>
              <a:avLst/>
              <a:gdLst/>
              <a:ahLst/>
              <a:cxnLst/>
              <a:rect l="l" t="t" r="r" b="b"/>
              <a:pathLst>
                <a:path w="565" h="565" extrusionOk="0">
                  <a:moveTo>
                    <a:pt x="271" y="0"/>
                  </a:moveTo>
                  <a:cubicBezTo>
                    <a:pt x="124" y="0"/>
                    <a:pt x="0" y="124"/>
                    <a:pt x="0" y="294"/>
                  </a:cubicBezTo>
                  <a:cubicBezTo>
                    <a:pt x="0" y="441"/>
                    <a:pt x="124" y="564"/>
                    <a:pt x="271" y="564"/>
                  </a:cubicBezTo>
                  <a:cubicBezTo>
                    <a:pt x="441" y="564"/>
                    <a:pt x="564" y="441"/>
                    <a:pt x="564" y="294"/>
                  </a:cubicBezTo>
                  <a:cubicBezTo>
                    <a:pt x="564" y="124"/>
                    <a:pt x="441" y="0"/>
                    <a:pt x="271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" name="Google Shape;3125;p63">
              <a:extLst>
                <a:ext uri="{FF2B5EF4-FFF2-40B4-BE49-F238E27FC236}">
                  <a16:creationId xmlns:a16="http://schemas.microsoft.com/office/drawing/2014/main" id="{0B56261F-6A46-723F-77D5-4501A874FFD1}"/>
                </a:ext>
              </a:extLst>
            </p:cNvPr>
            <p:cNvSpPr/>
            <p:nvPr/>
          </p:nvSpPr>
          <p:spPr>
            <a:xfrm>
              <a:off x="7254569" y="2005661"/>
              <a:ext cx="11474" cy="11006"/>
            </a:xfrm>
            <a:custGeom>
              <a:avLst/>
              <a:gdLst/>
              <a:ahLst/>
              <a:cxnLst/>
              <a:rect l="l" t="t" r="r" b="b"/>
              <a:pathLst>
                <a:path w="589" h="565" extrusionOk="0">
                  <a:moveTo>
                    <a:pt x="295" y="0"/>
                  </a:moveTo>
                  <a:cubicBezTo>
                    <a:pt x="148" y="0"/>
                    <a:pt x="1" y="124"/>
                    <a:pt x="1" y="294"/>
                  </a:cubicBezTo>
                  <a:cubicBezTo>
                    <a:pt x="1" y="441"/>
                    <a:pt x="148" y="564"/>
                    <a:pt x="295" y="564"/>
                  </a:cubicBezTo>
                  <a:cubicBezTo>
                    <a:pt x="471" y="564"/>
                    <a:pt x="589" y="441"/>
                    <a:pt x="589" y="294"/>
                  </a:cubicBezTo>
                  <a:cubicBezTo>
                    <a:pt x="589" y="124"/>
                    <a:pt x="471" y="0"/>
                    <a:pt x="295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" name="Google Shape;3126;p63">
              <a:extLst>
                <a:ext uri="{FF2B5EF4-FFF2-40B4-BE49-F238E27FC236}">
                  <a16:creationId xmlns:a16="http://schemas.microsoft.com/office/drawing/2014/main" id="{FE73822A-E257-9FAA-E75C-CA1475122E4C}"/>
                </a:ext>
              </a:extLst>
            </p:cNvPr>
            <p:cNvSpPr/>
            <p:nvPr/>
          </p:nvSpPr>
          <p:spPr>
            <a:xfrm>
              <a:off x="7279874" y="2005661"/>
              <a:ext cx="11474" cy="11006"/>
            </a:xfrm>
            <a:custGeom>
              <a:avLst/>
              <a:gdLst/>
              <a:ahLst/>
              <a:cxnLst/>
              <a:rect l="l" t="t" r="r" b="b"/>
              <a:pathLst>
                <a:path w="589" h="565" extrusionOk="0">
                  <a:moveTo>
                    <a:pt x="295" y="0"/>
                  </a:moveTo>
                  <a:cubicBezTo>
                    <a:pt x="148" y="0"/>
                    <a:pt x="1" y="124"/>
                    <a:pt x="1" y="294"/>
                  </a:cubicBezTo>
                  <a:cubicBezTo>
                    <a:pt x="1" y="441"/>
                    <a:pt x="148" y="564"/>
                    <a:pt x="295" y="564"/>
                  </a:cubicBezTo>
                  <a:cubicBezTo>
                    <a:pt x="442" y="564"/>
                    <a:pt x="589" y="441"/>
                    <a:pt x="589" y="294"/>
                  </a:cubicBezTo>
                  <a:cubicBezTo>
                    <a:pt x="589" y="124"/>
                    <a:pt x="442" y="0"/>
                    <a:pt x="295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" name="Google Shape;3127;p63">
              <a:extLst>
                <a:ext uri="{FF2B5EF4-FFF2-40B4-BE49-F238E27FC236}">
                  <a16:creationId xmlns:a16="http://schemas.microsoft.com/office/drawing/2014/main" id="{623D2F97-E32E-A0AA-0E61-A99C4134BA40}"/>
                </a:ext>
              </a:extLst>
            </p:cNvPr>
            <p:cNvSpPr/>
            <p:nvPr/>
          </p:nvSpPr>
          <p:spPr>
            <a:xfrm>
              <a:off x="7031876" y="2095307"/>
              <a:ext cx="144970" cy="37694"/>
            </a:xfrm>
            <a:custGeom>
              <a:avLst/>
              <a:gdLst/>
              <a:ahLst/>
              <a:cxnLst/>
              <a:rect l="l" t="t" r="r" b="b"/>
              <a:pathLst>
                <a:path w="7442" h="1935" extrusionOk="0">
                  <a:moveTo>
                    <a:pt x="5337" y="565"/>
                  </a:moveTo>
                  <a:lnTo>
                    <a:pt x="5337" y="1370"/>
                  </a:lnTo>
                  <a:lnTo>
                    <a:pt x="588" y="1370"/>
                  </a:lnTo>
                  <a:lnTo>
                    <a:pt x="588" y="565"/>
                  </a:lnTo>
                  <a:close/>
                  <a:moveTo>
                    <a:pt x="6877" y="565"/>
                  </a:moveTo>
                  <a:lnTo>
                    <a:pt x="6877" y="1370"/>
                  </a:lnTo>
                  <a:lnTo>
                    <a:pt x="5902" y="1370"/>
                  </a:lnTo>
                  <a:lnTo>
                    <a:pt x="5902" y="565"/>
                  </a:lnTo>
                  <a:close/>
                  <a:moveTo>
                    <a:pt x="388" y="0"/>
                  </a:moveTo>
                  <a:cubicBezTo>
                    <a:pt x="171" y="0"/>
                    <a:pt x="0" y="171"/>
                    <a:pt x="0" y="371"/>
                  </a:cubicBezTo>
                  <a:lnTo>
                    <a:pt x="0" y="1570"/>
                  </a:lnTo>
                  <a:cubicBezTo>
                    <a:pt x="0" y="1764"/>
                    <a:pt x="171" y="1934"/>
                    <a:pt x="388" y="1934"/>
                  </a:cubicBezTo>
                  <a:lnTo>
                    <a:pt x="7077" y="1934"/>
                  </a:lnTo>
                  <a:cubicBezTo>
                    <a:pt x="7271" y="1934"/>
                    <a:pt x="7442" y="1764"/>
                    <a:pt x="7442" y="1570"/>
                  </a:cubicBezTo>
                  <a:lnTo>
                    <a:pt x="7442" y="371"/>
                  </a:lnTo>
                  <a:cubicBezTo>
                    <a:pt x="7442" y="171"/>
                    <a:pt x="7271" y="0"/>
                    <a:pt x="7077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" name="Google Shape;3128;p63">
              <a:extLst>
                <a:ext uri="{FF2B5EF4-FFF2-40B4-BE49-F238E27FC236}">
                  <a16:creationId xmlns:a16="http://schemas.microsoft.com/office/drawing/2014/main" id="{4DE0C282-FE06-46BB-22BB-EAE638B43707}"/>
                </a:ext>
              </a:extLst>
            </p:cNvPr>
            <p:cNvSpPr/>
            <p:nvPr/>
          </p:nvSpPr>
          <p:spPr>
            <a:xfrm>
              <a:off x="7204545" y="2108709"/>
              <a:ext cx="11006" cy="11006"/>
            </a:xfrm>
            <a:custGeom>
              <a:avLst/>
              <a:gdLst/>
              <a:ahLst/>
              <a:cxnLst/>
              <a:rect l="l" t="t" r="r" b="b"/>
              <a:pathLst>
                <a:path w="565" h="565" extrusionOk="0">
                  <a:moveTo>
                    <a:pt x="271" y="0"/>
                  </a:moveTo>
                  <a:cubicBezTo>
                    <a:pt x="124" y="0"/>
                    <a:pt x="0" y="124"/>
                    <a:pt x="0" y="294"/>
                  </a:cubicBezTo>
                  <a:cubicBezTo>
                    <a:pt x="0" y="441"/>
                    <a:pt x="124" y="564"/>
                    <a:pt x="271" y="564"/>
                  </a:cubicBezTo>
                  <a:cubicBezTo>
                    <a:pt x="441" y="564"/>
                    <a:pt x="564" y="441"/>
                    <a:pt x="564" y="294"/>
                  </a:cubicBezTo>
                  <a:cubicBezTo>
                    <a:pt x="564" y="124"/>
                    <a:pt x="441" y="0"/>
                    <a:pt x="271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" name="Google Shape;3129;p63">
              <a:extLst>
                <a:ext uri="{FF2B5EF4-FFF2-40B4-BE49-F238E27FC236}">
                  <a16:creationId xmlns:a16="http://schemas.microsoft.com/office/drawing/2014/main" id="{109621A3-87C4-7EC8-20FA-D9BFBA115456}"/>
                </a:ext>
              </a:extLst>
            </p:cNvPr>
            <p:cNvSpPr/>
            <p:nvPr/>
          </p:nvSpPr>
          <p:spPr>
            <a:xfrm>
              <a:off x="7229850" y="2108709"/>
              <a:ext cx="11006" cy="11006"/>
            </a:xfrm>
            <a:custGeom>
              <a:avLst/>
              <a:gdLst/>
              <a:ahLst/>
              <a:cxnLst/>
              <a:rect l="l" t="t" r="r" b="b"/>
              <a:pathLst>
                <a:path w="565" h="565" extrusionOk="0">
                  <a:moveTo>
                    <a:pt x="271" y="0"/>
                  </a:moveTo>
                  <a:cubicBezTo>
                    <a:pt x="124" y="0"/>
                    <a:pt x="0" y="124"/>
                    <a:pt x="0" y="294"/>
                  </a:cubicBezTo>
                  <a:cubicBezTo>
                    <a:pt x="0" y="441"/>
                    <a:pt x="124" y="564"/>
                    <a:pt x="271" y="564"/>
                  </a:cubicBezTo>
                  <a:cubicBezTo>
                    <a:pt x="441" y="564"/>
                    <a:pt x="564" y="441"/>
                    <a:pt x="564" y="294"/>
                  </a:cubicBezTo>
                  <a:cubicBezTo>
                    <a:pt x="564" y="124"/>
                    <a:pt x="441" y="0"/>
                    <a:pt x="271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7" name="Google Shape;3130;p63">
              <a:extLst>
                <a:ext uri="{FF2B5EF4-FFF2-40B4-BE49-F238E27FC236}">
                  <a16:creationId xmlns:a16="http://schemas.microsoft.com/office/drawing/2014/main" id="{1189FD46-E293-53B7-E5A2-5DAD7BD3DD7D}"/>
                </a:ext>
              </a:extLst>
            </p:cNvPr>
            <p:cNvSpPr/>
            <p:nvPr/>
          </p:nvSpPr>
          <p:spPr>
            <a:xfrm>
              <a:off x="7254569" y="2108709"/>
              <a:ext cx="11474" cy="11006"/>
            </a:xfrm>
            <a:custGeom>
              <a:avLst/>
              <a:gdLst/>
              <a:ahLst/>
              <a:cxnLst/>
              <a:rect l="l" t="t" r="r" b="b"/>
              <a:pathLst>
                <a:path w="589" h="565" extrusionOk="0">
                  <a:moveTo>
                    <a:pt x="295" y="0"/>
                  </a:moveTo>
                  <a:cubicBezTo>
                    <a:pt x="148" y="0"/>
                    <a:pt x="1" y="124"/>
                    <a:pt x="1" y="294"/>
                  </a:cubicBezTo>
                  <a:cubicBezTo>
                    <a:pt x="1" y="441"/>
                    <a:pt x="148" y="564"/>
                    <a:pt x="295" y="564"/>
                  </a:cubicBezTo>
                  <a:cubicBezTo>
                    <a:pt x="471" y="564"/>
                    <a:pt x="589" y="441"/>
                    <a:pt x="589" y="294"/>
                  </a:cubicBezTo>
                  <a:cubicBezTo>
                    <a:pt x="589" y="124"/>
                    <a:pt x="471" y="0"/>
                    <a:pt x="295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8" name="Google Shape;3131;p63">
              <a:extLst>
                <a:ext uri="{FF2B5EF4-FFF2-40B4-BE49-F238E27FC236}">
                  <a16:creationId xmlns:a16="http://schemas.microsoft.com/office/drawing/2014/main" id="{DF48B047-191B-0782-3559-1942CDE7084A}"/>
                </a:ext>
              </a:extLst>
            </p:cNvPr>
            <p:cNvSpPr/>
            <p:nvPr/>
          </p:nvSpPr>
          <p:spPr>
            <a:xfrm>
              <a:off x="7279874" y="2108709"/>
              <a:ext cx="11474" cy="11006"/>
            </a:xfrm>
            <a:custGeom>
              <a:avLst/>
              <a:gdLst/>
              <a:ahLst/>
              <a:cxnLst/>
              <a:rect l="l" t="t" r="r" b="b"/>
              <a:pathLst>
                <a:path w="589" h="565" extrusionOk="0">
                  <a:moveTo>
                    <a:pt x="295" y="0"/>
                  </a:moveTo>
                  <a:cubicBezTo>
                    <a:pt x="148" y="0"/>
                    <a:pt x="1" y="124"/>
                    <a:pt x="1" y="294"/>
                  </a:cubicBezTo>
                  <a:cubicBezTo>
                    <a:pt x="1" y="441"/>
                    <a:pt x="148" y="564"/>
                    <a:pt x="295" y="564"/>
                  </a:cubicBezTo>
                  <a:cubicBezTo>
                    <a:pt x="442" y="564"/>
                    <a:pt x="589" y="441"/>
                    <a:pt x="589" y="294"/>
                  </a:cubicBezTo>
                  <a:cubicBezTo>
                    <a:pt x="589" y="124"/>
                    <a:pt x="442" y="0"/>
                    <a:pt x="295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9" name="Google Shape;3132;p63">
              <a:extLst>
                <a:ext uri="{FF2B5EF4-FFF2-40B4-BE49-F238E27FC236}">
                  <a16:creationId xmlns:a16="http://schemas.microsoft.com/office/drawing/2014/main" id="{369CAB5B-96E4-2E5E-FACC-6395C91D604F}"/>
                </a:ext>
              </a:extLst>
            </p:cNvPr>
            <p:cNvSpPr/>
            <p:nvPr/>
          </p:nvSpPr>
          <p:spPr>
            <a:xfrm>
              <a:off x="6974625" y="1969818"/>
              <a:ext cx="379704" cy="379354"/>
            </a:xfrm>
            <a:custGeom>
              <a:avLst/>
              <a:gdLst/>
              <a:ahLst/>
              <a:cxnLst/>
              <a:rect l="l" t="t" r="r" b="b"/>
              <a:pathLst>
                <a:path w="19492" h="19474" extrusionOk="0">
                  <a:moveTo>
                    <a:pt x="18927" y="565"/>
                  </a:moveTo>
                  <a:lnTo>
                    <a:pt x="18927" y="3698"/>
                  </a:lnTo>
                  <a:lnTo>
                    <a:pt x="559" y="3698"/>
                  </a:lnTo>
                  <a:lnTo>
                    <a:pt x="559" y="565"/>
                  </a:lnTo>
                  <a:close/>
                  <a:moveTo>
                    <a:pt x="9963" y="4262"/>
                  </a:moveTo>
                  <a:lnTo>
                    <a:pt x="9963" y="5267"/>
                  </a:lnTo>
                  <a:lnTo>
                    <a:pt x="9499" y="5267"/>
                  </a:lnTo>
                  <a:lnTo>
                    <a:pt x="9499" y="4262"/>
                  </a:lnTo>
                  <a:close/>
                  <a:moveTo>
                    <a:pt x="18927" y="5855"/>
                  </a:moveTo>
                  <a:lnTo>
                    <a:pt x="18927" y="8964"/>
                  </a:lnTo>
                  <a:lnTo>
                    <a:pt x="559" y="8964"/>
                  </a:lnTo>
                  <a:lnTo>
                    <a:pt x="559" y="5855"/>
                  </a:lnTo>
                  <a:close/>
                  <a:moveTo>
                    <a:pt x="9963" y="9552"/>
                  </a:moveTo>
                  <a:lnTo>
                    <a:pt x="9963" y="10557"/>
                  </a:lnTo>
                  <a:lnTo>
                    <a:pt x="9499" y="10557"/>
                  </a:lnTo>
                  <a:lnTo>
                    <a:pt x="9499" y="9552"/>
                  </a:lnTo>
                  <a:close/>
                  <a:moveTo>
                    <a:pt x="9963" y="14842"/>
                  </a:moveTo>
                  <a:lnTo>
                    <a:pt x="9963" y="16829"/>
                  </a:lnTo>
                  <a:cubicBezTo>
                    <a:pt x="9893" y="16805"/>
                    <a:pt x="9816" y="16805"/>
                    <a:pt x="9746" y="16805"/>
                  </a:cubicBezTo>
                  <a:cubicBezTo>
                    <a:pt x="9670" y="16805"/>
                    <a:pt x="9575" y="16805"/>
                    <a:pt x="9499" y="16829"/>
                  </a:cubicBezTo>
                  <a:lnTo>
                    <a:pt x="9499" y="14842"/>
                  </a:lnTo>
                  <a:close/>
                  <a:moveTo>
                    <a:pt x="8423" y="17928"/>
                  </a:moveTo>
                  <a:cubicBezTo>
                    <a:pt x="8423" y="17981"/>
                    <a:pt x="8400" y="18051"/>
                    <a:pt x="8400" y="18128"/>
                  </a:cubicBezTo>
                  <a:cubicBezTo>
                    <a:pt x="8400" y="18198"/>
                    <a:pt x="8423" y="18275"/>
                    <a:pt x="8423" y="18345"/>
                  </a:cubicBezTo>
                  <a:lnTo>
                    <a:pt x="4015" y="18345"/>
                  </a:lnTo>
                  <a:lnTo>
                    <a:pt x="4015" y="17928"/>
                  </a:lnTo>
                  <a:close/>
                  <a:moveTo>
                    <a:pt x="15453" y="17928"/>
                  </a:moveTo>
                  <a:lnTo>
                    <a:pt x="15453" y="18345"/>
                  </a:lnTo>
                  <a:lnTo>
                    <a:pt x="11068" y="18345"/>
                  </a:lnTo>
                  <a:lnTo>
                    <a:pt x="11068" y="18128"/>
                  </a:lnTo>
                  <a:lnTo>
                    <a:pt x="11068" y="17928"/>
                  </a:lnTo>
                  <a:close/>
                  <a:moveTo>
                    <a:pt x="9746" y="17363"/>
                  </a:moveTo>
                  <a:cubicBezTo>
                    <a:pt x="10163" y="17363"/>
                    <a:pt x="10504" y="17710"/>
                    <a:pt x="10504" y="18128"/>
                  </a:cubicBezTo>
                  <a:cubicBezTo>
                    <a:pt x="10504" y="18539"/>
                    <a:pt x="10163" y="18886"/>
                    <a:pt x="9746" y="18886"/>
                  </a:cubicBezTo>
                  <a:cubicBezTo>
                    <a:pt x="9329" y="18886"/>
                    <a:pt x="8988" y="18539"/>
                    <a:pt x="8988" y="18128"/>
                  </a:cubicBezTo>
                  <a:cubicBezTo>
                    <a:pt x="8988" y="17710"/>
                    <a:pt x="9329" y="17363"/>
                    <a:pt x="9746" y="17363"/>
                  </a:cubicBezTo>
                  <a:close/>
                  <a:moveTo>
                    <a:pt x="535" y="0"/>
                  </a:moveTo>
                  <a:cubicBezTo>
                    <a:pt x="242" y="0"/>
                    <a:pt x="1" y="224"/>
                    <a:pt x="1" y="518"/>
                  </a:cubicBezTo>
                  <a:lnTo>
                    <a:pt x="1" y="3727"/>
                  </a:lnTo>
                  <a:cubicBezTo>
                    <a:pt x="1" y="4021"/>
                    <a:pt x="242" y="4262"/>
                    <a:pt x="535" y="4262"/>
                  </a:cubicBezTo>
                  <a:lnTo>
                    <a:pt x="8935" y="4262"/>
                  </a:lnTo>
                  <a:lnTo>
                    <a:pt x="8935" y="5267"/>
                  </a:lnTo>
                  <a:lnTo>
                    <a:pt x="535" y="5267"/>
                  </a:lnTo>
                  <a:cubicBezTo>
                    <a:pt x="242" y="5267"/>
                    <a:pt x="1" y="5514"/>
                    <a:pt x="1" y="5808"/>
                  </a:cubicBezTo>
                  <a:lnTo>
                    <a:pt x="1" y="9017"/>
                  </a:lnTo>
                  <a:cubicBezTo>
                    <a:pt x="1" y="9311"/>
                    <a:pt x="242" y="9552"/>
                    <a:pt x="535" y="9552"/>
                  </a:cubicBezTo>
                  <a:lnTo>
                    <a:pt x="8935" y="9552"/>
                  </a:lnTo>
                  <a:lnTo>
                    <a:pt x="8935" y="10557"/>
                  </a:lnTo>
                  <a:lnTo>
                    <a:pt x="535" y="10557"/>
                  </a:lnTo>
                  <a:cubicBezTo>
                    <a:pt x="242" y="10557"/>
                    <a:pt x="1" y="10804"/>
                    <a:pt x="1" y="11098"/>
                  </a:cubicBezTo>
                  <a:lnTo>
                    <a:pt x="1" y="14307"/>
                  </a:lnTo>
                  <a:cubicBezTo>
                    <a:pt x="1" y="14601"/>
                    <a:pt x="242" y="14842"/>
                    <a:pt x="535" y="14842"/>
                  </a:cubicBezTo>
                  <a:lnTo>
                    <a:pt x="8935" y="14842"/>
                  </a:lnTo>
                  <a:lnTo>
                    <a:pt x="8935" y="17070"/>
                  </a:lnTo>
                  <a:cubicBezTo>
                    <a:pt x="8841" y="17146"/>
                    <a:pt x="8741" y="17246"/>
                    <a:pt x="8670" y="17340"/>
                  </a:cubicBezTo>
                  <a:lnTo>
                    <a:pt x="3868" y="17340"/>
                  </a:lnTo>
                  <a:cubicBezTo>
                    <a:pt x="3645" y="17340"/>
                    <a:pt x="3451" y="17540"/>
                    <a:pt x="3451" y="17757"/>
                  </a:cubicBezTo>
                  <a:lnTo>
                    <a:pt x="3451" y="18492"/>
                  </a:lnTo>
                  <a:cubicBezTo>
                    <a:pt x="3451" y="18739"/>
                    <a:pt x="3645" y="18909"/>
                    <a:pt x="3868" y="18909"/>
                  </a:cubicBezTo>
                  <a:lnTo>
                    <a:pt x="8670" y="18909"/>
                  </a:lnTo>
                  <a:cubicBezTo>
                    <a:pt x="8911" y="19250"/>
                    <a:pt x="9305" y="19474"/>
                    <a:pt x="9746" y="19474"/>
                  </a:cubicBezTo>
                  <a:cubicBezTo>
                    <a:pt x="10187" y="19474"/>
                    <a:pt x="10581" y="19250"/>
                    <a:pt x="10822" y="18909"/>
                  </a:cubicBezTo>
                  <a:lnTo>
                    <a:pt x="15624" y="18909"/>
                  </a:lnTo>
                  <a:cubicBezTo>
                    <a:pt x="15841" y="18909"/>
                    <a:pt x="16041" y="18739"/>
                    <a:pt x="16041" y="18492"/>
                  </a:cubicBezTo>
                  <a:lnTo>
                    <a:pt x="16041" y="17757"/>
                  </a:lnTo>
                  <a:cubicBezTo>
                    <a:pt x="16041" y="17540"/>
                    <a:pt x="15841" y="17340"/>
                    <a:pt x="15624" y="17340"/>
                  </a:cubicBezTo>
                  <a:lnTo>
                    <a:pt x="10822" y="17340"/>
                  </a:lnTo>
                  <a:cubicBezTo>
                    <a:pt x="10751" y="17246"/>
                    <a:pt x="10651" y="17146"/>
                    <a:pt x="10551" y="17070"/>
                  </a:cubicBezTo>
                  <a:lnTo>
                    <a:pt x="10551" y="14842"/>
                  </a:lnTo>
                  <a:lnTo>
                    <a:pt x="18956" y="14842"/>
                  </a:lnTo>
                  <a:cubicBezTo>
                    <a:pt x="19250" y="14842"/>
                    <a:pt x="19491" y="14601"/>
                    <a:pt x="19491" y="14307"/>
                  </a:cubicBezTo>
                  <a:lnTo>
                    <a:pt x="19491" y="11098"/>
                  </a:lnTo>
                  <a:cubicBezTo>
                    <a:pt x="19491" y="10804"/>
                    <a:pt x="19250" y="10557"/>
                    <a:pt x="18956" y="10557"/>
                  </a:cubicBezTo>
                  <a:lnTo>
                    <a:pt x="15012" y="10557"/>
                  </a:lnTo>
                  <a:cubicBezTo>
                    <a:pt x="14866" y="10557"/>
                    <a:pt x="14719" y="10680"/>
                    <a:pt x="14719" y="10851"/>
                  </a:cubicBezTo>
                  <a:cubicBezTo>
                    <a:pt x="14719" y="10998"/>
                    <a:pt x="14866" y="11121"/>
                    <a:pt x="15012" y="11121"/>
                  </a:cubicBezTo>
                  <a:lnTo>
                    <a:pt x="18927" y="11121"/>
                  </a:lnTo>
                  <a:lnTo>
                    <a:pt x="18927" y="14254"/>
                  </a:lnTo>
                  <a:lnTo>
                    <a:pt x="559" y="14254"/>
                  </a:lnTo>
                  <a:lnTo>
                    <a:pt x="559" y="11121"/>
                  </a:lnTo>
                  <a:lnTo>
                    <a:pt x="13690" y="11121"/>
                  </a:lnTo>
                  <a:cubicBezTo>
                    <a:pt x="13860" y="11121"/>
                    <a:pt x="13984" y="10998"/>
                    <a:pt x="13984" y="10851"/>
                  </a:cubicBezTo>
                  <a:cubicBezTo>
                    <a:pt x="13984" y="10680"/>
                    <a:pt x="13860" y="10557"/>
                    <a:pt x="13690" y="10557"/>
                  </a:cubicBezTo>
                  <a:lnTo>
                    <a:pt x="10551" y="10557"/>
                  </a:lnTo>
                  <a:lnTo>
                    <a:pt x="10551" y="9552"/>
                  </a:lnTo>
                  <a:lnTo>
                    <a:pt x="18956" y="9552"/>
                  </a:lnTo>
                  <a:cubicBezTo>
                    <a:pt x="19250" y="9552"/>
                    <a:pt x="19491" y="9311"/>
                    <a:pt x="19491" y="9017"/>
                  </a:cubicBezTo>
                  <a:lnTo>
                    <a:pt x="19491" y="5808"/>
                  </a:lnTo>
                  <a:cubicBezTo>
                    <a:pt x="19491" y="5514"/>
                    <a:pt x="19250" y="5267"/>
                    <a:pt x="18956" y="5267"/>
                  </a:cubicBezTo>
                  <a:lnTo>
                    <a:pt x="10551" y="5267"/>
                  </a:lnTo>
                  <a:lnTo>
                    <a:pt x="10551" y="4262"/>
                  </a:lnTo>
                  <a:lnTo>
                    <a:pt x="18956" y="4262"/>
                  </a:lnTo>
                  <a:cubicBezTo>
                    <a:pt x="19250" y="4262"/>
                    <a:pt x="19491" y="4021"/>
                    <a:pt x="19491" y="3727"/>
                  </a:cubicBezTo>
                  <a:lnTo>
                    <a:pt x="19491" y="518"/>
                  </a:lnTo>
                  <a:cubicBezTo>
                    <a:pt x="19491" y="224"/>
                    <a:pt x="19250" y="0"/>
                    <a:pt x="18956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52" name="TextBox 2551">
            <a:extLst>
              <a:ext uri="{FF2B5EF4-FFF2-40B4-BE49-F238E27FC236}">
                <a16:creationId xmlns:a16="http://schemas.microsoft.com/office/drawing/2014/main" id="{4DF5D9C9-749C-546A-0EA6-89719FD048B7}"/>
              </a:ext>
            </a:extLst>
          </p:cNvPr>
          <p:cNvSpPr txBox="1"/>
          <p:nvPr/>
        </p:nvSpPr>
        <p:spPr>
          <a:xfrm>
            <a:off x="806041" y="3289320"/>
            <a:ext cx="142539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000" dirty="0"/>
              <a:t>Vector DB</a:t>
            </a:r>
          </a:p>
          <a:p>
            <a:pPr algn="ctr"/>
            <a:r>
              <a:rPr lang="en-IN" sz="2000" dirty="0"/>
              <a:t>Embedded</a:t>
            </a:r>
          </a:p>
        </p:txBody>
      </p:sp>
      <p:cxnSp>
        <p:nvCxnSpPr>
          <p:cNvPr id="2556" name="Connector: Elbow 2555">
            <a:extLst>
              <a:ext uri="{FF2B5EF4-FFF2-40B4-BE49-F238E27FC236}">
                <a16:creationId xmlns:a16="http://schemas.microsoft.com/office/drawing/2014/main" id="{2C419725-C303-CE63-6B1B-6119821930F7}"/>
              </a:ext>
            </a:extLst>
          </p:cNvPr>
          <p:cNvCxnSpPr>
            <a:cxnSpLocks/>
            <a:stCxn id="2500" idx="3"/>
            <a:endCxn id="29" idx="1"/>
          </p:cNvCxnSpPr>
          <p:nvPr/>
        </p:nvCxnSpPr>
        <p:spPr>
          <a:xfrm flipV="1">
            <a:off x="4456448" y="3639124"/>
            <a:ext cx="423952" cy="414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2" name="Google Shape;3726;p63">
            <a:extLst>
              <a:ext uri="{FF2B5EF4-FFF2-40B4-BE49-F238E27FC236}">
                <a16:creationId xmlns:a16="http://schemas.microsoft.com/office/drawing/2014/main" id="{3EDAF924-4B87-A42C-30BF-5F0C02D92A39}"/>
              </a:ext>
            </a:extLst>
          </p:cNvPr>
          <p:cNvGrpSpPr/>
          <p:nvPr/>
        </p:nvGrpSpPr>
        <p:grpSpPr>
          <a:xfrm>
            <a:off x="7369498" y="598109"/>
            <a:ext cx="344095" cy="379820"/>
            <a:chOff x="4111577" y="3480284"/>
            <a:chExt cx="344095" cy="379820"/>
          </a:xfrm>
        </p:grpSpPr>
        <p:sp>
          <p:nvSpPr>
            <p:cNvPr id="11" name="Google Shape;3727;p63">
              <a:extLst>
                <a:ext uri="{FF2B5EF4-FFF2-40B4-BE49-F238E27FC236}">
                  <a16:creationId xmlns:a16="http://schemas.microsoft.com/office/drawing/2014/main" id="{E7703C48-D264-BB27-994B-ADA0D4C25B24}"/>
                </a:ext>
              </a:extLst>
            </p:cNvPr>
            <p:cNvSpPr/>
            <p:nvPr/>
          </p:nvSpPr>
          <p:spPr>
            <a:xfrm>
              <a:off x="4136433" y="3602461"/>
              <a:ext cx="294849" cy="206118"/>
            </a:xfrm>
            <a:custGeom>
              <a:avLst/>
              <a:gdLst/>
              <a:ahLst/>
              <a:cxnLst/>
              <a:rect l="l" t="t" r="r" b="b"/>
              <a:pathLst>
                <a:path w="15136" h="10581" extrusionOk="0">
                  <a:moveTo>
                    <a:pt x="782" y="0"/>
                  </a:moveTo>
                  <a:cubicBezTo>
                    <a:pt x="341" y="0"/>
                    <a:pt x="0" y="341"/>
                    <a:pt x="0" y="758"/>
                  </a:cubicBezTo>
                  <a:lnTo>
                    <a:pt x="0" y="9816"/>
                  </a:lnTo>
                  <a:cubicBezTo>
                    <a:pt x="0" y="10233"/>
                    <a:pt x="341" y="10580"/>
                    <a:pt x="782" y="10580"/>
                  </a:cubicBezTo>
                  <a:lnTo>
                    <a:pt x="14354" y="10580"/>
                  </a:lnTo>
                  <a:cubicBezTo>
                    <a:pt x="14795" y="10580"/>
                    <a:pt x="15136" y="10233"/>
                    <a:pt x="15136" y="9816"/>
                  </a:cubicBezTo>
                  <a:lnTo>
                    <a:pt x="15136" y="758"/>
                  </a:lnTo>
                  <a:cubicBezTo>
                    <a:pt x="15136" y="341"/>
                    <a:pt x="14795" y="0"/>
                    <a:pt x="14354" y="0"/>
                  </a:cubicBez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3728;p63">
              <a:extLst>
                <a:ext uri="{FF2B5EF4-FFF2-40B4-BE49-F238E27FC236}">
                  <a16:creationId xmlns:a16="http://schemas.microsoft.com/office/drawing/2014/main" id="{E15467D5-8629-5DD8-3963-905F8FC3817A}"/>
                </a:ext>
              </a:extLst>
            </p:cNvPr>
            <p:cNvSpPr/>
            <p:nvPr/>
          </p:nvSpPr>
          <p:spPr>
            <a:xfrm>
              <a:off x="4401262" y="3602461"/>
              <a:ext cx="30019" cy="206118"/>
            </a:xfrm>
            <a:custGeom>
              <a:avLst/>
              <a:gdLst/>
              <a:ahLst/>
              <a:cxnLst/>
              <a:rect l="l" t="t" r="r" b="b"/>
              <a:pathLst>
                <a:path w="1541" h="10581" extrusionOk="0">
                  <a:moveTo>
                    <a:pt x="1" y="0"/>
                  </a:moveTo>
                  <a:cubicBezTo>
                    <a:pt x="441" y="0"/>
                    <a:pt x="782" y="341"/>
                    <a:pt x="782" y="758"/>
                  </a:cubicBezTo>
                  <a:lnTo>
                    <a:pt x="782" y="9816"/>
                  </a:lnTo>
                  <a:cubicBezTo>
                    <a:pt x="782" y="10233"/>
                    <a:pt x="441" y="10580"/>
                    <a:pt x="1" y="10580"/>
                  </a:cubicBezTo>
                  <a:lnTo>
                    <a:pt x="759" y="10580"/>
                  </a:lnTo>
                  <a:cubicBezTo>
                    <a:pt x="1200" y="10580"/>
                    <a:pt x="1541" y="10233"/>
                    <a:pt x="1541" y="9816"/>
                  </a:cubicBezTo>
                  <a:lnTo>
                    <a:pt x="1541" y="758"/>
                  </a:lnTo>
                  <a:cubicBezTo>
                    <a:pt x="1541" y="341"/>
                    <a:pt x="1200" y="0"/>
                    <a:pt x="759" y="0"/>
                  </a:cubicBezTo>
                  <a:close/>
                </a:path>
              </a:pathLst>
            </a:custGeom>
            <a:solidFill>
              <a:srgbClr val="866A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3729;p63">
              <a:extLst>
                <a:ext uri="{FF2B5EF4-FFF2-40B4-BE49-F238E27FC236}">
                  <a16:creationId xmlns:a16="http://schemas.microsoft.com/office/drawing/2014/main" id="{8DE94CD2-679B-5A3E-4A83-1104CE5357C8}"/>
                </a:ext>
              </a:extLst>
            </p:cNvPr>
            <p:cNvSpPr/>
            <p:nvPr/>
          </p:nvSpPr>
          <p:spPr>
            <a:xfrm>
              <a:off x="4157959" y="3620539"/>
              <a:ext cx="251915" cy="169827"/>
            </a:xfrm>
            <a:custGeom>
              <a:avLst/>
              <a:gdLst/>
              <a:ahLst/>
              <a:cxnLst/>
              <a:rect l="l" t="t" r="r" b="b"/>
              <a:pathLst>
                <a:path w="12932" h="8718" extrusionOk="0">
                  <a:moveTo>
                    <a:pt x="294" y="1"/>
                  </a:moveTo>
                  <a:cubicBezTo>
                    <a:pt x="147" y="1"/>
                    <a:pt x="0" y="124"/>
                    <a:pt x="0" y="295"/>
                  </a:cubicBezTo>
                  <a:lnTo>
                    <a:pt x="0" y="8424"/>
                  </a:lnTo>
                  <a:cubicBezTo>
                    <a:pt x="0" y="8594"/>
                    <a:pt x="147" y="8718"/>
                    <a:pt x="294" y="8718"/>
                  </a:cubicBezTo>
                  <a:lnTo>
                    <a:pt x="12638" y="8718"/>
                  </a:lnTo>
                  <a:cubicBezTo>
                    <a:pt x="12785" y="8718"/>
                    <a:pt x="12931" y="8594"/>
                    <a:pt x="12931" y="8424"/>
                  </a:cubicBezTo>
                  <a:lnTo>
                    <a:pt x="12931" y="295"/>
                  </a:lnTo>
                  <a:cubicBezTo>
                    <a:pt x="12931" y="124"/>
                    <a:pt x="12785" y="1"/>
                    <a:pt x="12638" y="1"/>
                  </a:cubicBezTo>
                  <a:close/>
                </a:path>
              </a:pathLst>
            </a:custGeom>
            <a:solidFill>
              <a:srgbClr val="00C7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3730;p63">
              <a:extLst>
                <a:ext uri="{FF2B5EF4-FFF2-40B4-BE49-F238E27FC236}">
                  <a16:creationId xmlns:a16="http://schemas.microsoft.com/office/drawing/2014/main" id="{CA778126-9A2F-D7D6-A78A-4F5FA5283ED8}"/>
                </a:ext>
              </a:extLst>
            </p:cNvPr>
            <p:cNvSpPr/>
            <p:nvPr/>
          </p:nvSpPr>
          <p:spPr>
            <a:xfrm>
              <a:off x="4157959" y="3659128"/>
              <a:ext cx="81543" cy="131237"/>
            </a:xfrm>
            <a:custGeom>
              <a:avLst/>
              <a:gdLst/>
              <a:ahLst/>
              <a:cxnLst/>
              <a:rect l="l" t="t" r="r" b="b"/>
              <a:pathLst>
                <a:path w="4186" h="6737" extrusionOk="0">
                  <a:moveTo>
                    <a:pt x="0" y="1"/>
                  </a:moveTo>
                  <a:lnTo>
                    <a:pt x="0" y="6443"/>
                  </a:lnTo>
                  <a:cubicBezTo>
                    <a:pt x="0" y="6613"/>
                    <a:pt x="147" y="6737"/>
                    <a:pt x="294" y="6737"/>
                  </a:cubicBezTo>
                  <a:lnTo>
                    <a:pt x="4185" y="6737"/>
                  </a:lnTo>
                  <a:lnTo>
                    <a:pt x="4185" y="1"/>
                  </a:lnTo>
                  <a:close/>
                </a:path>
              </a:pathLst>
            </a:custGeom>
            <a:solidFill>
              <a:srgbClr val="00C7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731;p63">
              <a:extLst>
                <a:ext uri="{FF2B5EF4-FFF2-40B4-BE49-F238E27FC236}">
                  <a16:creationId xmlns:a16="http://schemas.microsoft.com/office/drawing/2014/main" id="{964983BD-E112-4584-5B20-0A8644DC625B}"/>
                </a:ext>
              </a:extLst>
            </p:cNvPr>
            <p:cNvSpPr/>
            <p:nvPr/>
          </p:nvSpPr>
          <p:spPr>
            <a:xfrm>
              <a:off x="4224716" y="3659128"/>
              <a:ext cx="14785" cy="131237"/>
            </a:xfrm>
            <a:custGeom>
              <a:avLst/>
              <a:gdLst/>
              <a:ahLst/>
              <a:cxnLst/>
              <a:rect l="l" t="t" r="r" b="b"/>
              <a:pathLst>
                <a:path w="759" h="6737" extrusionOk="0">
                  <a:moveTo>
                    <a:pt x="0" y="1"/>
                  </a:moveTo>
                  <a:lnTo>
                    <a:pt x="0" y="6737"/>
                  </a:lnTo>
                  <a:lnTo>
                    <a:pt x="758" y="6737"/>
                  </a:lnTo>
                  <a:lnTo>
                    <a:pt x="758" y="1"/>
                  </a:lnTo>
                  <a:close/>
                </a:path>
              </a:pathLst>
            </a:custGeom>
            <a:solidFill>
              <a:srgbClr val="00C7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732;p63">
              <a:extLst>
                <a:ext uri="{FF2B5EF4-FFF2-40B4-BE49-F238E27FC236}">
                  <a16:creationId xmlns:a16="http://schemas.microsoft.com/office/drawing/2014/main" id="{181AB02D-D080-D677-9E9D-AC14B8A1839D}"/>
                </a:ext>
              </a:extLst>
            </p:cNvPr>
            <p:cNvSpPr/>
            <p:nvPr/>
          </p:nvSpPr>
          <p:spPr>
            <a:xfrm>
              <a:off x="4229976" y="3486011"/>
              <a:ext cx="107763" cy="62083"/>
            </a:xfrm>
            <a:custGeom>
              <a:avLst/>
              <a:gdLst/>
              <a:ahLst/>
              <a:cxnLst/>
              <a:rect l="l" t="t" r="r" b="b"/>
              <a:pathLst>
                <a:path w="5532" h="3187" extrusionOk="0">
                  <a:moveTo>
                    <a:pt x="2769" y="0"/>
                  </a:moveTo>
                  <a:cubicBezTo>
                    <a:pt x="2058" y="0"/>
                    <a:pt x="1470" y="465"/>
                    <a:pt x="1299" y="1129"/>
                  </a:cubicBezTo>
                  <a:cubicBezTo>
                    <a:pt x="1199" y="1100"/>
                    <a:pt x="1123" y="1076"/>
                    <a:pt x="1053" y="1076"/>
                  </a:cubicBezTo>
                  <a:cubicBezTo>
                    <a:pt x="465" y="1076"/>
                    <a:pt x="0" y="1570"/>
                    <a:pt x="0" y="2128"/>
                  </a:cubicBezTo>
                  <a:cubicBezTo>
                    <a:pt x="0" y="2716"/>
                    <a:pt x="465" y="3186"/>
                    <a:pt x="1053" y="3186"/>
                  </a:cubicBezTo>
                  <a:cubicBezTo>
                    <a:pt x="1370" y="3186"/>
                    <a:pt x="1664" y="3039"/>
                    <a:pt x="1858" y="2792"/>
                  </a:cubicBezTo>
                  <a:cubicBezTo>
                    <a:pt x="2105" y="2986"/>
                    <a:pt x="2422" y="3086"/>
                    <a:pt x="2769" y="3086"/>
                  </a:cubicBezTo>
                  <a:cubicBezTo>
                    <a:pt x="3110" y="3086"/>
                    <a:pt x="3427" y="2986"/>
                    <a:pt x="3674" y="2792"/>
                  </a:cubicBezTo>
                  <a:cubicBezTo>
                    <a:pt x="3868" y="3039"/>
                    <a:pt x="4162" y="3186"/>
                    <a:pt x="4479" y="3186"/>
                  </a:cubicBezTo>
                  <a:cubicBezTo>
                    <a:pt x="5067" y="3186"/>
                    <a:pt x="5531" y="2716"/>
                    <a:pt x="5531" y="2128"/>
                  </a:cubicBezTo>
                  <a:cubicBezTo>
                    <a:pt x="5531" y="1570"/>
                    <a:pt x="5067" y="1076"/>
                    <a:pt x="4479" y="1076"/>
                  </a:cubicBezTo>
                  <a:cubicBezTo>
                    <a:pt x="4409" y="1076"/>
                    <a:pt x="4332" y="1100"/>
                    <a:pt x="4238" y="1129"/>
                  </a:cubicBezTo>
                  <a:cubicBezTo>
                    <a:pt x="4062" y="465"/>
                    <a:pt x="3474" y="0"/>
                    <a:pt x="2769" y="0"/>
                  </a:cubicBez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733;p63">
              <a:extLst>
                <a:ext uri="{FF2B5EF4-FFF2-40B4-BE49-F238E27FC236}">
                  <a16:creationId xmlns:a16="http://schemas.microsoft.com/office/drawing/2014/main" id="{0E97A872-423F-0798-A576-44B1151A2C64}"/>
                </a:ext>
              </a:extLst>
            </p:cNvPr>
            <p:cNvSpPr/>
            <p:nvPr/>
          </p:nvSpPr>
          <p:spPr>
            <a:xfrm>
              <a:off x="4117304" y="3808558"/>
              <a:ext cx="333108" cy="46265"/>
            </a:xfrm>
            <a:custGeom>
              <a:avLst/>
              <a:gdLst/>
              <a:ahLst/>
              <a:cxnLst/>
              <a:rect l="l" t="t" r="r" b="b"/>
              <a:pathLst>
                <a:path w="17100" h="2375" extrusionOk="0">
                  <a:moveTo>
                    <a:pt x="441" y="0"/>
                  </a:moveTo>
                  <a:cubicBezTo>
                    <a:pt x="200" y="0"/>
                    <a:pt x="1" y="194"/>
                    <a:pt x="1" y="441"/>
                  </a:cubicBezTo>
                  <a:cubicBezTo>
                    <a:pt x="1" y="1517"/>
                    <a:pt x="859" y="2375"/>
                    <a:pt x="1940" y="2375"/>
                  </a:cubicBezTo>
                  <a:lnTo>
                    <a:pt x="15165" y="2375"/>
                  </a:lnTo>
                  <a:cubicBezTo>
                    <a:pt x="16241" y="2375"/>
                    <a:pt x="17099" y="1517"/>
                    <a:pt x="17099" y="441"/>
                  </a:cubicBezTo>
                  <a:cubicBezTo>
                    <a:pt x="17099" y="194"/>
                    <a:pt x="16899" y="0"/>
                    <a:pt x="16658" y="0"/>
                  </a:cubicBezTo>
                  <a:close/>
                </a:path>
              </a:pathLst>
            </a:custGeom>
            <a:solidFill>
              <a:srgbClr val="866A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734;p63">
              <a:extLst>
                <a:ext uri="{FF2B5EF4-FFF2-40B4-BE49-F238E27FC236}">
                  <a16:creationId xmlns:a16="http://schemas.microsoft.com/office/drawing/2014/main" id="{178C6876-1571-4B12-F266-7977D40E6E7E}"/>
                </a:ext>
              </a:extLst>
            </p:cNvPr>
            <p:cNvSpPr/>
            <p:nvPr/>
          </p:nvSpPr>
          <p:spPr>
            <a:xfrm>
              <a:off x="4393587" y="3808558"/>
              <a:ext cx="56823" cy="46265"/>
            </a:xfrm>
            <a:custGeom>
              <a:avLst/>
              <a:gdLst/>
              <a:ahLst/>
              <a:cxnLst/>
              <a:rect l="l" t="t" r="r" b="b"/>
              <a:pathLst>
                <a:path w="2917" h="2375" extrusionOk="0">
                  <a:moveTo>
                    <a:pt x="1494" y="0"/>
                  </a:moveTo>
                  <a:cubicBezTo>
                    <a:pt x="1741" y="0"/>
                    <a:pt x="1935" y="194"/>
                    <a:pt x="1935" y="441"/>
                  </a:cubicBezTo>
                  <a:cubicBezTo>
                    <a:pt x="1935" y="976"/>
                    <a:pt x="1717" y="1440"/>
                    <a:pt x="1370" y="1811"/>
                  </a:cubicBezTo>
                  <a:cubicBezTo>
                    <a:pt x="1006" y="2151"/>
                    <a:pt x="542" y="2375"/>
                    <a:pt x="1" y="2375"/>
                  </a:cubicBezTo>
                  <a:lnTo>
                    <a:pt x="982" y="2375"/>
                  </a:lnTo>
                  <a:cubicBezTo>
                    <a:pt x="1517" y="2375"/>
                    <a:pt x="1982" y="2151"/>
                    <a:pt x="2352" y="1811"/>
                  </a:cubicBezTo>
                  <a:cubicBezTo>
                    <a:pt x="2693" y="1440"/>
                    <a:pt x="2916" y="976"/>
                    <a:pt x="2916" y="441"/>
                  </a:cubicBezTo>
                  <a:cubicBezTo>
                    <a:pt x="2916" y="194"/>
                    <a:pt x="2716" y="0"/>
                    <a:pt x="2475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735;p63">
              <a:extLst>
                <a:ext uri="{FF2B5EF4-FFF2-40B4-BE49-F238E27FC236}">
                  <a16:creationId xmlns:a16="http://schemas.microsoft.com/office/drawing/2014/main" id="{9CF91032-18DD-DEE9-95B2-36300F43AEF6}"/>
                </a:ext>
              </a:extLst>
            </p:cNvPr>
            <p:cNvSpPr/>
            <p:nvPr/>
          </p:nvSpPr>
          <p:spPr>
            <a:xfrm>
              <a:off x="4157959" y="3620539"/>
              <a:ext cx="251915" cy="38609"/>
            </a:xfrm>
            <a:custGeom>
              <a:avLst/>
              <a:gdLst/>
              <a:ahLst/>
              <a:cxnLst/>
              <a:rect l="l" t="t" r="r" b="b"/>
              <a:pathLst>
                <a:path w="12932" h="1982" extrusionOk="0">
                  <a:moveTo>
                    <a:pt x="294" y="1"/>
                  </a:moveTo>
                  <a:cubicBezTo>
                    <a:pt x="147" y="1"/>
                    <a:pt x="0" y="124"/>
                    <a:pt x="0" y="295"/>
                  </a:cubicBezTo>
                  <a:lnTo>
                    <a:pt x="0" y="1982"/>
                  </a:lnTo>
                  <a:lnTo>
                    <a:pt x="12931" y="1982"/>
                  </a:lnTo>
                  <a:lnTo>
                    <a:pt x="12931" y="295"/>
                  </a:lnTo>
                  <a:cubicBezTo>
                    <a:pt x="12931" y="124"/>
                    <a:pt x="12785" y="1"/>
                    <a:pt x="12638" y="1"/>
                  </a:cubicBezTo>
                  <a:close/>
                </a:path>
              </a:pathLst>
            </a:custGeom>
            <a:solidFill>
              <a:srgbClr val="FF93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736;p63">
              <a:extLst>
                <a:ext uri="{FF2B5EF4-FFF2-40B4-BE49-F238E27FC236}">
                  <a16:creationId xmlns:a16="http://schemas.microsoft.com/office/drawing/2014/main" id="{700B972C-1332-366A-2024-04C8EE2D35FA}"/>
                </a:ext>
              </a:extLst>
            </p:cNvPr>
            <p:cNvSpPr/>
            <p:nvPr/>
          </p:nvSpPr>
          <p:spPr>
            <a:xfrm>
              <a:off x="4389243" y="3620539"/>
              <a:ext cx="20629" cy="38609"/>
            </a:xfrm>
            <a:custGeom>
              <a:avLst/>
              <a:gdLst/>
              <a:ahLst/>
              <a:cxnLst/>
              <a:rect l="l" t="t" r="r" b="b"/>
              <a:pathLst>
                <a:path w="1059" h="1982" extrusionOk="0">
                  <a:moveTo>
                    <a:pt x="0" y="1"/>
                  </a:moveTo>
                  <a:cubicBezTo>
                    <a:pt x="147" y="1"/>
                    <a:pt x="271" y="124"/>
                    <a:pt x="271" y="295"/>
                  </a:cubicBezTo>
                  <a:lnTo>
                    <a:pt x="271" y="1982"/>
                  </a:lnTo>
                  <a:lnTo>
                    <a:pt x="1058" y="1982"/>
                  </a:lnTo>
                  <a:lnTo>
                    <a:pt x="1058" y="295"/>
                  </a:lnTo>
                  <a:cubicBezTo>
                    <a:pt x="1058" y="124"/>
                    <a:pt x="912" y="1"/>
                    <a:pt x="765" y="1"/>
                  </a:cubicBezTo>
                  <a:close/>
                </a:path>
              </a:pathLst>
            </a:custGeom>
            <a:solidFill>
              <a:srgbClr val="FF61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737;p63">
              <a:extLst>
                <a:ext uri="{FF2B5EF4-FFF2-40B4-BE49-F238E27FC236}">
                  <a16:creationId xmlns:a16="http://schemas.microsoft.com/office/drawing/2014/main" id="{48520238-600C-D8A2-B42F-3B9E066D33F6}"/>
                </a:ext>
              </a:extLst>
            </p:cNvPr>
            <p:cNvSpPr/>
            <p:nvPr/>
          </p:nvSpPr>
          <p:spPr>
            <a:xfrm>
              <a:off x="4252864" y="3808558"/>
              <a:ext cx="61966" cy="20045"/>
            </a:xfrm>
            <a:custGeom>
              <a:avLst/>
              <a:gdLst/>
              <a:ahLst/>
              <a:cxnLst/>
              <a:rect l="l" t="t" r="r" b="b"/>
              <a:pathLst>
                <a:path w="3181" h="1029" extrusionOk="0">
                  <a:moveTo>
                    <a:pt x="1" y="0"/>
                  </a:moveTo>
                  <a:lnTo>
                    <a:pt x="1" y="512"/>
                  </a:lnTo>
                  <a:cubicBezTo>
                    <a:pt x="1" y="805"/>
                    <a:pt x="242" y="1029"/>
                    <a:pt x="512" y="1029"/>
                  </a:cubicBezTo>
                  <a:lnTo>
                    <a:pt x="2669" y="1029"/>
                  </a:lnTo>
                  <a:cubicBezTo>
                    <a:pt x="2940" y="1029"/>
                    <a:pt x="3181" y="805"/>
                    <a:pt x="3181" y="512"/>
                  </a:cubicBezTo>
                  <a:lnTo>
                    <a:pt x="3181" y="0"/>
                  </a:lnTo>
                  <a:close/>
                </a:path>
              </a:pathLst>
            </a:custGeom>
            <a:solidFill>
              <a:srgbClr val="356B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38;p63">
              <a:extLst>
                <a:ext uri="{FF2B5EF4-FFF2-40B4-BE49-F238E27FC236}">
                  <a16:creationId xmlns:a16="http://schemas.microsoft.com/office/drawing/2014/main" id="{8B1E8974-8ABF-3B33-88FA-67B73F66E00F}"/>
                </a:ext>
              </a:extLst>
            </p:cNvPr>
            <p:cNvSpPr/>
            <p:nvPr/>
          </p:nvSpPr>
          <p:spPr>
            <a:xfrm>
              <a:off x="4224716" y="3480284"/>
              <a:ext cx="118283" cy="73537"/>
            </a:xfrm>
            <a:custGeom>
              <a:avLst/>
              <a:gdLst/>
              <a:ahLst/>
              <a:cxnLst/>
              <a:rect l="l" t="t" r="r" b="b"/>
              <a:pathLst>
                <a:path w="6072" h="3775" extrusionOk="0">
                  <a:moveTo>
                    <a:pt x="3039" y="588"/>
                  </a:moveTo>
                  <a:cubicBezTo>
                    <a:pt x="3597" y="588"/>
                    <a:pt x="4091" y="953"/>
                    <a:pt x="4238" y="1493"/>
                  </a:cubicBezTo>
                  <a:cubicBezTo>
                    <a:pt x="4278" y="1620"/>
                    <a:pt x="4392" y="1694"/>
                    <a:pt x="4516" y="1694"/>
                  </a:cubicBezTo>
                  <a:cubicBezTo>
                    <a:pt x="4537" y="1694"/>
                    <a:pt x="4558" y="1692"/>
                    <a:pt x="4579" y="1687"/>
                  </a:cubicBezTo>
                  <a:cubicBezTo>
                    <a:pt x="4626" y="1664"/>
                    <a:pt x="4702" y="1664"/>
                    <a:pt x="4749" y="1664"/>
                  </a:cubicBezTo>
                  <a:cubicBezTo>
                    <a:pt x="5167" y="1664"/>
                    <a:pt x="5508" y="2011"/>
                    <a:pt x="5508" y="2422"/>
                  </a:cubicBezTo>
                  <a:cubicBezTo>
                    <a:pt x="5508" y="2840"/>
                    <a:pt x="5167" y="3186"/>
                    <a:pt x="4749" y="3186"/>
                  </a:cubicBezTo>
                  <a:cubicBezTo>
                    <a:pt x="4532" y="3186"/>
                    <a:pt x="4308" y="3086"/>
                    <a:pt x="4162" y="2916"/>
                  </a:cubicBezTo>
                  <a:cubicBezTo>
                    <a:pt x="4114" y="2840"/>
                    <a:pt x="4015" y="2792"/>
                    <a:pt x="3944" y="2792"/>
                  </a:cubicBezTo>
                  <a:cubicBezTo>
                    <a:pt x="3868" y="2792"/>
                    <a:pt x="3821" y="2816"/>
                    <a:pt x="3774" y="2863"/>
                  </a:cubicBezTo>
                  <a:cubicBezTo>
                    <a:pt x="3550" y="3010"/>
                    <a:pt x="3303" y="3086"/>
                    <a:pt x="3039" y="3086"/>
                  </a:cubicBezTo>
                  <a:cubicBezTo>
                    <a:pt x="2768" y="3086"/>
                    <a:pt x="2522" y="3010"/>
                    <a:pt x="2304" y="2863"/>
                  </a:cubicBezTo>
                  <a:cubicBezTo>
                    <a:pt x="2253" y="2824"/>
                    <a:pt x="2194" y="2805"/>
                    <a:pt x="2136" y="2805"/>
                  </a:cubicBezTo>
                  <a:cubicBezTo>
                    <a:pt x="2052" y="2805"/>
                    <a:pt x="1969" y="2843"/>
                    <a:pt x="1910" y="2916"/>
                  </a:cubicBezTo>
                  <a:cubicBezTo>
                    <a:pt x="1763" y="3086"/>
                    <a:pt x="1540" y="3186"/>
                    <a:pt x="1323" y="3186"/>
                  </a:cubicBezTo>
                  <a:cubicBezTo>
                    <a:pt x="905" y="3186"/>
                    <a:pt x="564" y="2840"/>
                    <a:pt x="564" y="2422"/>
                  </a:cubicBezTo>
                  <a:cubicBezTo>
                    <a:pt x="564" y="2011"/>
                    <a:pt x="905" y="1664"/>
                    <a:pt x="1323" y="1664"/>
                  </a:cubicBezTo>
                  <a:cubicBezTo>
                    <a:pt x="1370" y="1664"/>
                    <a:pt x="1446" y="1664"/>
                    <a:pt x="1493" y="1687"/>
                  </a:cubicBezTo>
                  <a:cubicBezTo>
                    <a:pt x="1514" y="1692"/>
                    <a:pt x="1535" y="1694"/>
                    <a:pt x="1555" y="1694"/>
                  </a:cubicBezTo>
                  <a:cubicBezTo>
                    <a:pt x="1680" y="1694"/>
                    <a:pt x="1794" y="1620"/>
                    <a:pt x="1834" y="1493"/>
                  </a:cubicBezTo>
                  <a:cubicBezTo>
                    <a:pt x="1981" y="953"/>
                    <a:pt x="2475" y="588"/>
                    <a:pt x="3039" y="588"/>
                  </a:cubicBezTo>
                  <a:close/>
                  <a:moveTo>
                    <a:pt x="3039" y="1"/>
                  </a:moveTo>
                  <a:cubicBezTo>
                    <a:pt x="2304" y="1"/>
                    <a:pt x="1663" y="441"/>
                    <a:pt x="1370" y="1100"/>
                  </a:cubicBezTo>
                  <a:lnTo>
                    <a:pt x="1323" y="1100"/>
                  </a:lnTo>
                  <a:cubicBezTo>
                    <a:pt x="588" y="1100"/>
                    <a:pt x="0" y="1687"/>
                    <a:pt x="0" y="2422"/>
                  </a:cubicBezTo>
                  <a:cubicBezTo>
                    <a:pt x="0" y="3157"/>
                    <a:pt x="588" y="3774"/>
                    <a:pt x="1323" y="3774"/>
                  </a:cubicBezTo>
                  <a:cubicBezTo>
                    <a:pt x="1640" y="3774"/>
                    <a:pt x="1934" y="3651"/>
                    <a:pt x="2181" y="3451"/>
                  </a:cubicBezTo>
                  <a:cubicBezTo>
                    <a:pt x="2451" y="3598"/>
                    <a:pt x="2745" y="3674"/>
                    <a:pt x="3039" y="3674"/>
                  </a:cubicBezTo>
                  <a:cubicBezTo>
                    <a:pt x="3333" y="3674"/>
                    <a:pt x="3627" y="3598"/>
                    <a:pt x="3891" y="3451"/>
                  </a:cubicBezTo>
                  <a:cubicBezTo>
                    <a:pt x="4138" y="3651"/>
                    <a:pt x="4432" y="3774"/>
                    <a:pt x="4749" y="3774"/>
                  </a:cubicBezTo>
                  <a:cubicBezTo>
                    <a:pt x="5484" y="3774"/>
                    <a:pt x="6072" y="3157"/>
                    <a:pt x="6072" y="2422"/>
                  </a:cubicBezTo>
                  <a:cubicBezTo>
                    <a:pt x="6072" y="1687"/>
                    <a:pt x="5484" y="1100"/>
                    <a:pt x="4749" y="1100"/>
                  </a:cubicBezTo>
                  <a:lnTo>
                    <a:pt x="4702" y="1100"/>
                  </a:lnTo>
                  <a:cubicBezTo>
                    <a:pt x="4408" y="441"/>
                    <a:pt x="3774" y="1"/>
                    <a:pt x="3039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739;p63">
              <a:extLst>
                <a:ext uri="{FF2B5EF4-FFF2-40B4-BE49-F238E27FC236}">
                  <a16:creationId xmlns:a16="http://schemas.microsoft.com/office/drawing/2014/main" id="{EE3FD24C-0061-0F19-05A3-A11B5DBC44A2}"/>
                </a:ext>
              </a:extLst>
            </p:cNvPr>
            <p:cNvSpPr/>
            <p:nvPr/>
          </p:nvSpPr>
          <p:spPr>
            <a:xfrm>
              <a:off x="4278169" y="3560424"/>
              <a:ext cx="11474" cy="11026"/>
            </a:xfrm>
            <a:custGeom>
              <a:avLst/>
              <a:gdLst/>
              <a:ahLst/>
              <a:cxnLst/>
              <a:rect l="l" t="t" r="r" b="b"/>
              <a:pathLst>
                <a:path w="589" h="566" extrusionOk="0">
                  <a:moveTo>
                    <a:pt x="295" y="1"/>
                  </a:moveTo>
                  <a:cubicBezTo>
                    <a:pt x="148" y="1"/>
                    <a:pt x="1" y="124"/>
                    <a:pt x="1" y="295"/>
                  </a:cubicBezTo>
                  <a:cubicBezTo>
                    <a:pt x="1" y="442"/>
                    <a:pt x="148" y="565"/>
                    <a:pt x="295" y="565"/>
                  </a:cubicBezTo>
                  <a:cubicBezTo>
                    <a:pt x="442" y="565"/>
                    <a:pt x="589" y="442"/>
                    <a:pt x="589" y="295"/>
                  </a:cubicBezTo>
                  <a:cubicBezTo>
                    <a:pt x="589" y="124"/>
                    <a:pt x="442" y="1"/>
                    <a:pt x="295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740;p63">
              <a:extLst>
                <a:ext uri="{FF2B5EF4-FFF2-40B4-BE49-F238E27FC236}">
                  <a16:creationId xmlns:a16="http://schemas.microsoft.com/office/drawing/2014/main" id="{A38FAEBE-E9E8-840B-FE63-B91A0EE05E89}"/>
                </a:ext>
              </a:extLst>
            </p:cNvPr>
            <p:cNvSpPr/>
            <p:nvPr/>
          </p:nvSpPr>
          <p:spPr>
            <a:xfrm>
              <a:off x="4278169" y="3578988"/>
              <a:ext cx="11474" cy="11454"/>
            </a:xfrm>
            <a:custGeom>
              <a:avLst/>
              <a:gdLst/>
              <a:ahLst/>
              <a:cxnLst/>
              <a:rect l="l" t="t" r="r" b="b"/>
              <a:pathLst>
                <a:path w="589" h="588" extrusionOk="0">
                  <a:moveTo>
                    <a:pt x="295" y="0"/>
                  </a:moveTo>
                  <a:cubicBezTo>
                    <a:pt x="148" y="0"/>
                    <a:pt x="1" y="147"/>
                    <a:pt x="1" y="294"/>
                  </a:cubicBezTo>
                  <a:cubicBezTo>
                    <a:pt x="1" y="441"/>
                    <a:pt x="148" y="588"/>
                    <a:pt x="295" y="588"/>
                  </a:cubicBezTo>
                  <a:cubicBezTo>
                    <a:pt x="442" y="588"/>
                    <a:pt x="589" y="441"/>
                    <a:pt x="589" y="294"/>
                  </a:cubicBezTo>
                  <a:cubicBezTo>
                    <a:pt x="589" y="147"/>
                    <a:pt x="442" y="0"/>
                    <a:pt x="295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3741;p63">
              <a:extLst>
                <a:ext uri="{FF2B5EF4-FFF2-40B4-BE49-F238E27FC236}">
                  <a16:creationId xmlns:a16="http://schemas.microsoft.com/office/drawing/2014/main" id="{88862553-CC70-DBCC-FC40-6421406114D5}"/>
                </a:ext>
              </a:extLst>
            </p:cNvPr>
            <p:cNvSpPr/>
            <p:nvPr/>
          </p:nvSpPr>
          <p:spPr>
            <a:xfrm>
              <a:off x="4111577" y="3596734"/>
              <a:ext cx="344095" cy="263370"/>
            </a:xfrm>
            <a:custGeom>
              <a:avLst/>
              <a:gdLst/>
              <a:ahLst/>
              <a:cxnLst/>
              <a:rect l="l" t="t" r="r" b="b"/>
              <a:pathLst>
                <a:path w="17664" h="13520" extrusionOk="0">
                  <a:moveTo>
                    <a:pt x="10140" y="11168"/>
                  </a:moveTo>
                  <a:lnTo>
                    <a:pt x="10140" y="11386"/>
                  </a:lnTo>
                  <a:cubicBezTo>
                    <a:pt x="10140" y="11509"/>
                    <a:pt x="10046" y="11609"/>
                    <a:pt x="9922" y="11609"/>
                  </a:cubicBezTo>
                  <a:lnTo>
                    <a:pt x="7765" y="11609"/>
                  </a:lnTo>
                  <a:cubicBezTo>
                    <a:pt x="7642" y="11609"/>
                    <a:pt x="7548" y="11509"/>
                    <a:pt x="7548" y="11386"/>
                  </a:cubicBezTo>
                  <a:lnTo>
                    <a:pt x="7548" y="11168"/>
                  </a:lnTo>
                  <a:close/>
                  <a:moveTo>
                    <a:pt x="16952" y="11168"/>
                  </a:moveTo>
                  <a:cubicBezTo>
                    <a:pt x="17023" y="11168"/>
                    <a:pt x="17099" y="11239"/>
                    <a:pt x="17099" y="11315"/>
                  </a:cubicBezTo>
                  <a:cubicBezTo>
                    <a:pt x="17099" y="12220"/>
                    <a:pt x="16365" y="12955"/>
                    <a:pt x="15459" y="12955"/>
                  </a:cubicBezTo>
                  <a:lnTo>
                    <a:pt x="2234" y="12955"/>
                  </a:lnTo>
                  <a:cubicBezTo>
                    <a:pt x="1323" y="12955"/>
                    <a:pt x="589" y="12220"/>
                    <a:pt x="589" y="11315"/>
                  </a:cubicBezTo>
                  <a:cubicBezTo>
                    <a:pt x="589" y="11239"/>
                    <a:pt x="665" y="11168"/>
                    <a:pt x="735" y="11168"/>
                  </a:cubicBezTo>
                  <a:lnTo>
                    <a:pt x="6984" y="11168"/>
                  </a:lnTo>
                  <a:lnTo>
                    <a:pt x="6984" y="11386"/>
                  </a:lnTo>
                  <a:cubicBezTo>
                    <a:pt x="6984" y="11826"/>
                    <a:pt x="7324" y="12197"/>
                    <a:pt x="7765" y="12197"/>
                  </a:cubicBezTo>
                  <a:lnTo>
                    <a:pt x="9922" y="12197"/>
                  </a:lnTo>
                  <a:cubicBezTo>
                    <a:pt x="10363" y="12197"/>
                    <a:pt x="10704" y="11826"/>
                    <a:pt x="10704" y="11386"/>
                  </a:cubicBezTo>
                  <a:lnTo>
                    <a:pt x="10704" y="11168"/>
                  </a:lnTo>
                  <a:close/>
                  <a:moveTo>
                    <a:pt x="2058" y="0"/>
                  </a:moveTo>
                  <a:cubicBezTo>
                    <a:pt x="1470" y="0"/>
                    <a:pt x="1006" y="465"/>
                    <a:pt x="1006" y="1052"/>
                  </a:cubicBezTo>
                  <a:lnTo>
                    <a:pt x="1006" y="10110"/>
                  </a:lnTo>
                  <a:cubicBezTo>
                    <a:pt x="1006" y="10286"/>
                    <a:pt x="1029" y="10457"/>
                    <a:pt x="1106" y="10604"/>
                  </a:cubicBezTo>
                  <a:lnTo>
                    <a:pt x="735" y="10604"/>
                  </a:lnTo>
                  <a:cubicBezTo>
                    <a:pt x="348" y="10604"/>
                    <a:pt x="1" y="10921"/>
                    <a:pt x="1" y="11315"/>
                  </a:cubicBezTo>
                  <a:cubicBezTo>
                    <a:pt x="1" y="12538"/>
                    <a:pt x="1006" y="13519"/>
                    <a:pt x="2234" y="13519"/>
                  </a:cubicBezTo>
                  <a:lnTo>
                    <a:pt x="15459" y="13519"/>
                  </a:lnTo>
                  <a:cubicBezTo>
                    <a:pt x="16682" y="13519"/>
                    <a:pt x="17664" y="12538"/>
                    <a:pt x="17664" y="11315"/>
                  </a:cubicBezTo>
                  <a:cubicBezTo>
                    <a:pt x="17664" y="10921"/>
                    <a:pt x="17340" y="10604"/>
                    <a:pt x="16952" y="10604"/>
                  </a:cubicBezTo>
                  <a:lnTo>
                    <a:pt x="16582" y="10604"/>
                  </a:lnTo>
                  <a:cubicBezTo>
                    <a:pt x="16658" y="10457"/>
                    <a:pt x="16682" y="10286"/>
                    <a:pt x="16682" y="10110"/>
                  </a:cubicBezTo>
                  <a:lnTo>
                    <a:pt x="16682" y="1052"/>
                  </a:lnTo>
                  <a:cubicBezTo>
                    <a:pt x="16682" y="465"/>
                    <a:pt x="16218" y="0"/>
                    <a:pt x="15630" y="0"/>
                  </a:cubicBezTo>
                  <a:lnTo>
                    <a:pt x="12885" y="0"/>
                  </a:lnTo>
                  <a:cubicBezTo>
                    <a:pt x="12738" y="0"/>
                    <a:pt x="12615" y="118"/>
                    <a:pt x="12615" y="294"/>
                  </a:cubicBezTo>
                  <a:cubicBezTo>
                    <a:pt x="12615" y="441"/>
                    <a:pt x="12738" y="559"/>
                    <a:pt x="12885" y="559"/>
                  </a:cubicBezTo>
                  <a:lnTo>
                    <a:pt x="15630" y="559"/>
                  </a:lnTo>
                  <a:cubicBezTo>
                    <a:pt x="15900" y="559"/>
                    <a:pt x="16118" y="782"/>
                    <a:pt x="16118" y="1052"/>
                  </a:cubicBezTo>
                  <a:lnTo>
                    <a:pt x="16118" y="10110"/>
                  </a:lnTo>
                  <a:cubicBezTo>
                    <a:pt x="16118" y="10380"/>
                    <a:pt x="15900" y="10604"/>
                    <a:pt x="15630" y="10604"/>
                  </a:cubicBezTo>
                  <a:lnTo>
                    <a:pt x="2058" y="10604"/>
                  </a:lnTo>
                  <a:cubicBezTo>
                    <a:pt x="1793" y="10604"/>
                    <a:pt x="1570" y="10380"/>
                    <a:pt x="1570" y="10110"/>
                  </a:cubicBezTo>
                  <a:lnTo>
                    <a:pt x="1570" y="1052"/>
                  </a:lnTo>
                  <a:cubicBezTo>
                    <a:pt x="1570" y="782"/>
                    <a:pt x="1793" y="559"/>
                    <a:pt x="2058" y="559"/>
                  </a:cubicBezTo>
                  <a:lnTo>
                    <a:pt x="11562" y="559"/>
                  </a:lnTo>
                  <a:cubicBezTo>
                    <a:pt x="11709" y="559"/>
                    <a:pt x="11856" y="441"/>
                    <a:pt x="11856" y="294"/>
                  </a:cubicBezTo>
                  <a:cubicBezTo>
                    <a:pt x="11856" y="118"/>
                    <a:pt x="11709" y="0"/>
                    <a:pt x="11562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3742;p63">
              <a:extLst>
                <a:ext uri="{FF2B5EF4-FFF2-40B4-BE49-F238E27FC236}">
                  <a16:creationId xmlns:a16="http://schemas.microsoft.com/office/drawing/2014/main" id="{C3CC5924-373F-67D2-D325-CFE5E3E013FC}"/>
                </a:ext>
              </a:extLst>
            </p:cNvPr>
            <p:cNvSpPr/>
            <p:nvPr/>
          </p:nvSpPr>
          <p:spPr>
            <a:xfrm>
              <a:off x="4187042" y="3634408"/>
              <a:ext cx="11454" cy="11006"/>
            </a:xfrm>
            <a:custGeom>
              <a:avLst/>
              <a:gdLst/>
              <a:ahLst/>
              <a:cxnLst/>
              <a:rect l="l" t="t" r="r" b="b"/>
              <a:pathLst>
                <a:path w="588" h="565" extrusionOk="0">
                  <a:moveTo>
                    <a:pt x="294" y="0"/>
                  </a:moveTo>
                  <a:cubicBezTo>
                    <a:pt x="124" y="0"/>
                    <a:pt x="0" y="123"/>
                    <a:pt x="0" y="270"/>
                  </a:cubicBezTo>
                  <a:cubicBezTo>
                    <a:pt x="0" y="441"/>
                    <a:pt x="124" y="564"/>
                    <a:pt x="294" y="564"/>
                  </a:cubicBezTo>
                  <a:cubicBezTo>
                    <a:pt x="441" y="564"/>
                    <a:pt x="588" y="441"/>
                    <a:pt x="588" y="270"/>
                  </a:cubicBezTo>
                  <a:cubicBezTo>
                    <a:pt x="588" y="123"/>
                    <a:pt x="441" y="0"/>
                    <a:pt x="294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3743;p63">
              <a:extLst>
                <a:ext uri="{FF2B5EF4-FFF2-40B4-BE49-F238E27FC236}">
                  <a16:creationId xmlns:a16="http://schemas.microsoft.com/office/drawing/2014/main" id="{D653333F-EBD1-F376-1A69-BB79BA0BD40C}"/>
                </a:ext>
              </a:extLst>
            </p:cNvPr>
            <p:cNvSpPr/>
            <p:nvPr/>
          </p:nvSpPr>
          <p:spPr>
            <a:xfrm>
              <a:off x="4208898" y="3634408"/>
              <a:ext cx="11474" cy="11006"/>
            </a:xfrm>
            <a:custGeom>
              <a:avLst/>
              <a:gdLst/>
              <a:ahLst/>
              <a:cxnLst/>
              <a:rect l="l" t="t" r="r" b="b"/>
              <a:pathLst>
                <a:path w="589" h="565" extrusionOk="0">
                  <a:moveTo>
                    <a:pt x="295" y="0"/>
                  </a:moveTo>
                  <a:cubicBezTo>
                    <a:pt x="148" y="0"/>
                    <a:pt x="1" y="123"/>
                    <a:pt x="1" y="270"/>
                  </a:cubicBezTo>
                  <a:cubicBezTo>
                    <a:pt x="1" y="441"/>
                    <a:pt x="148" y="564"/>
                    <a:pt x="295" y="564"/>
                  </a:cubicBezTo>
                  <a:cubicBezTo>
                    <a:pt x="471" y="564"/>
                    <a:pt x="589" y="441"/>
                    <a:pt x="589" y="270"/>
                  </a:cubicBezTo>
                  <a:cubicBezTo>
                    <a:pt x="589" y="123"/>
                    <a:pt x="471" y="0"/>
                    <a:pt x="295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3744;p63">
              <a:extLst>
                <a:ext uri="{FF2B5EF4-FFF2-40B4-BE49-F238E27FC236}">
                  <a16:creationId xmlns:a16="http://schemas.microsoft.com/office/drawing/2014/main" id="{152EB0FD-A9F5-B36F-6FB6-5F98B6EAE9D7}"/>
                </a:ext>
              </a:extLst>
            </p:cNvPr>
            <p:cNvSpPr/>
            <p:nvPr/>
          </p:nvSpPr>
          <p:spPr>
            <a:xfrm>
              <a:off x="4231339" y="3634408"/>
              <a:ext cx="11026" cy="11006"/>
            </a:xfrm>
            <a:custGeom>
              <a:avLst/>
              <a:gdLst/>
              <a:ahLst/>
              <a:cxnLst/>
              <a:rect l="l" t="t" r="r" b="b"/>
              <a:pathLst>
                <a:path w="566" h="565" extrusionOk="0">
                  <a:moveTo>
                    <a:pt x="271" y="0"/>
                  </a:moveTo>
                  <a:cubicBezTo>
                    <a:pt x="124" y="0"/>
                    <a:pt x="1" y="123"/>
                    <a:pt x="1" y="270"/>
                  </a:cubicBezTo>
                  <a:cubicBezTo>
                    <a:pt x="1" y="441"/>
                    <a:pt x="124" y="564"/>
                    <a:pt x="271" y="564"/>
                  </a:cubicBezTo>
                  <a:cubicBezTo>
                    <a:pt x="442" y="564"/>
                    <a:pt x="565" y="441"/>
                    <a:pt x="565" y="270"/>
                  </a:cubicBezTo>
                  <a:cubicBezTo>
                    <a:pt x="565" y="123"/>
                    <a:pt x="442" y="0"/>
                    <a:pt x="271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3745;p63">
              <a:extLst>
                <a:ext uri="{FF2B5EF4-FFF2-40B4-BE49-F238E27FC236}">
                  <a16:creationId xmlns:a16="http://schemas.microsoft.com/office/drawing/2014/main" id="{E1BC238C-F3E6-AA28-55D5-26C91DCABB13}"/>
                </a:ext>
              </a:extLst>
            </p:cNvPr>
            <p:cNvSpPr/>
            <p:nvPr/>
          </p:nvSpPr>
          <p:spPr>
            <a:xfrm>
              <a:off x="4152680" y="3614812"/>
              <a:ext cx="262337" cy="181281"/>
            </a:xfrm>
            <a:custGeom>
              <a:avLst/>
              <a:gdLst/>
              <a:ahLst/>
              <a:cxnLst/>
              <a:rect l="l" t="t" r="r" b="b"/>
              <a:pathLst>
                <a:path w="13467" h="9306" extrusionOk="0">
                  <a:moveTo>
                    <a:pt x="12909" y="589"/>
                  </a:moveTo>
                  <a:lnTo>
                    <a:pt x="12909" y="1982"/>
                  </a:lnTo>
                  <a:lnTo>
                    <a:pt x="565" y="1982"/>
                  </a:lnTo>
                  <a:lnTo>
                    <a:pt x="565" y="589"/>
                  </a:lnTo>
                  <a:close/>
                  <a:moveTo>
                    <a:pt x="12909" y="2570"/>
                  </a:moveTo>
                  <a:lnTo>
                    <a:pt x="12909" y="8718"/>
                  </a:lnTo>
                  <a:lnTo>
                    <a:pt x="4750" y="8718"/>
                  </a:lnTo>
                  <a:lnTo>
                    <a:pt x="4750" y="2570"/>
                  </a:lnTo>
                  <a:close/>
                  <a:moveTo>
                    <a:pt x="565" y="1"/>
                  </a:moveTo>
                  <a:cubicBezTo>
                    <a:pt x="242" y="1"/>
                    <a:pt x="1" y="271"/>
                    <a:pt x="1" y="589"/>
                  </a:cubicBezTo>
                  <a:lnTo>
                    <a:pt x="1" y="5068"/>
                  </a:lnTo>
                  <a:cubicBezTo>
                    <a:pt x="1" y="5244"/>
                    <a:pt x="124" y="5362"/>
                    <a:pt x="271" y="5362"/>
                  </a:cubicBezTo>
                  <a:cubicBezTo>
                    <a:pt x="442" y="5362"/>
                    <a:pt x="565" y="5244"/>
                    <a:pt x="565" y="5068"/>
                  </a:cubicBezTo>
                  <a:lnTo>
                    <a:pt x="565" y="2570"/>
                  </a:lnTo>
                  <a:lnTo>
                    <a:pt x="4186" y="2570"/>
                  </a:lnTo>
                  <a:lnTo>
                    <a:pt x="4186" y="8718"/>
                  </a:lnTo>
                  <a:lnTo>
                    <a:pt x="565" y="8718"/>
                  </a:lnTo>
                  <a:lnTo>
                    <a:pt x="565" y="6390"/>
                  </a:lnTo>
                  <a:cubicBezTo>
                    <a:pt x="565" y="6243"/>
                    <a:pt x="442" y="6096"/>
                    <a:pt x="271" y="6096"/>
                  </a:cubicBezTo>
                  <a:cubicBezTo>
                    <a:pt x="124" y="6096"/>
                    <a:pt x="1" y="6243"/>
                    <a:pt x="1" y="6390"/>
                  </a:cubicBezTo>
                  <a:lnTo>
                    <a:pt x="1" y="8718"/>
                  </a:lnTo>
                  <a:cubicBezTo>
                    <a:pt x="1" y="9035"/>
                    <a:pt x="242" y="9306"/>
                    <a:pt x="565" y="9306"/>
                  </a:cubicBezTo>
                  <a:lnTo>
                    <a:pt x="12909" y="9306"/>
                  </a:lnTo>
                  <a:cubicBezTo>
                    <a:pt x="13226" y="9306"/>
                    <a:pt x="13467" y="9035"/>
                    <a:pt x="13467" y="8718"/>
                  </a:cubicBezTo>
                  <a:lnTo>
                    <a:pt x="13467" y="589"/>
                  </a:lnTo>
                  <a:cubicBezTo>
                    <a:pt x="13467" y="271"/>
                    <a:pt x="13226" y="1"/>
                    <a:pt x="12909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3746;p63">
              <a:extLst>
                <a:ext uri="{FF2B5EF4-FFF2-40B4-BE49-F238E27FC236}">
                  <a16:creationId xmlns:a16="http://schemas.microsoft.com/office/drawing/2014/main" id="{11D7B4B5-91BD-7C5F-0F4B-54F9C7232E5D}"/>
                </a:ext>
              </a:extLst>
            </p:cNvPr>
            <p:cNvSpPr/>
            <p:nvPr/>
          </p:nvSpPr>
          <p:spPr>
            <a:xfrm>
              <a:off x="4175588" y="3679738"/>
              <a:ext cx="46733" cy="10909"/>
            </a:xfrm>
            <a:custGeom>
              <a:avLst/>
              <a:gdLst/>
              <a:ahLst/>
              <a:cxnLst/>
              <a:rect l="l" t="t" r="r" b="b"/>
              <a:pathLst>
                <a:path w="2399" h="560" extrusionOk="0">
                  <a:moveTo>
                    <a:pt x="294" y="1"/>
                  </a:moveTo>
                  <a:cubicBezTo>
                    <a:pt x="124" y="1"/>
                    <a:pt x="0" y="118"/>
                    <a:pt x="0" y="265"/>
                  </a:cubicBezTo>
                  <a:cubicBezTo>
                    <a:pt x="0" y="442"/>
                    <a:pt x="124" y="559"/>
                    <a:pt x="294" y="559"/>
                  </a:cubicBezTo>
                  <a:lnTo>
                    <a:pt x="2105" y="559"/>
                  </a:lnTo>
                  <a:cubicBezTo>
                    <a:pt x="2252" y="559"/>
                    <a:pt x="2399" y="442"/>
                    <a:pt x="2399" y="265"/>
                  </a:cubicBezTo>
                  <a:cubicBezTo>
                    <a:pt x="2399" y="118"/>
                    <a:pt x="2252" y="1"/>
                    <a:pt x="2105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3747;p63">
              <a:extLst>
                <a:ext uri="{FF2B5EF4-FFF2-40B4-BE49-F238E27FC236}">
                  <a16:creationId xmlns:a16="http://schemas.microsoft.com/office/drawing/2014/main" id="{68FFEF3F-0829-6D34-2194-A4AA4E07024C}"/>
                </a:ext>
              </a:extLst>
            </p:cNvPr>
            <p:cNvSpPr/>
            <p:nvPr/>
          </p:nvSpPr>
          <p:spPr>
            <a:xfrm>
              <a:off x="4175588" y="3705958"/>
              <a:ext cx="29103" cy="11474"/>
            </a:xfrm>
            <a:custGeom>
              <a:avLst/>
              <a:gdLst/>
              <a:ahLst/>
              <a:cxnLst/>
              <a:rect l="l" t="t" r="r" b="b"/>
              <a:pathLst>
                <a:path w="1494" h="589" extrusionOk="0">
                  <a:moveTo>
                    <a:pt x="294" y="1"/>
                  </a:moveTo>
                  <a:cubicBezTo>
                    <a:pt x="124" y="1"/>
                    <a:pt x="0" y="124"/>
                    <a:pt x="0" y="295"/>
                  </a:cubicBezTo>
                  <a:cubicBezTo>
                    <a:pt x="0" y="442"/>
                    <a:pt x="124" y="588"/>
                    <a:pt x="294" y="588"/>
                  </a:cubicBezTo>
                  <a:lnTo>
                    <a:pt x="1200" y="588"/>
                  </a:lnTo>
                  <a:cubicBezTo>
                    <a:pt x="1346" y="588"/>
                    <a:pt x="1493" y="442"/>
                    <a:pt x="1493" y="295"/>
                  </a:cubicBezTo>
                  <a:cubicBezTo>
                    <a:pt x="1493" y="124"/>
                    <a:pt x="1346" y="1"/>
                    <a:pt x="1200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3748;p63">
              <a:extLst>
                <a:ext uri="{FF2B5EF4-FFF2-40B4-BE49-F238E27FC236}">
                  <a16:creationId xmlns:a16="http://schemas.microsoft.com/office/drawing/2014/main" id="{28EC748E-BD0A-4234-9608-0D58706E256B}"/>
                </a:ext>
              </a:extLst>
            </p:cNvPr>
            <p:cNvSpPr/>
            <p:nvPr/>
          </p:nvSpPr>
          <p:spPr>
            <a:xfrm>
              <a:off x="4175588" y="3732645"/>
              <a:ext cx="46733" cy="11006"/>
            </a:xfrm>
            <a:custGeom>
              <a:avLst/>
              <a:gdLst/>
              <a:ahLst/>
              <a:cxnLst/>
              <a:rect l="l" t="t" r="r" b="b"/>
              <a:pathLst>
                <a:path w="2399" h="565" extrusionOk="0">
                  <a:moveTo>
                    <a:pt x="294" y="0"/>
                  </a:moveTo>
                  <a:cubicBezTo>
                    <a:pt x="124" y="0"/>
                    <a:pt x="0" y="124"/>
                    <a:pt x="0" y="271"/>
                  </a:cubicBezTo>
                  <a:cubicBezTo>
                    <a:pt x="0" y="441"/>
                    <a:pt x="124" y="564"/>
                    <a:pt x="294" y="564"/>
                  </a:cubicBezTo>
                  <a:lnTo>
                    <a:pt x="2105" y="564"/>
                  </a:lnTo>
                  <a:cubicBezTo>
                    <a:pt x="2252" y="564"/>
                    <a:pt x="2399" y="441"/>
                    <a:pt x="2399" y="271"/>
                  </a:cubicBezTo>
                  <a:cubicBezTo>
                    <a:pt x="2399" y="124"/>
                    <a:pt x="2252" y="0"/>
                    <a:pt x="2105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3749;p63">
              <a:extLst>
                <a:ext uri="{FF2B5EF4-FFF2-40B4-BE49-F238E27FC236}">
                  <a16:creationId xmlns:a16="http://schemas.microsoft.com/office/drawing/2014/main" id="{DB148278-C06C-6781-DF9D-0A6F10ADE78E}"/>
                </a:ext>
              </a:extLst>
            </p:cNvPr>
            <p:cNvSpPr/>
            <p:nvPr/>
          </p:nvSpPr>
          <p:spPr>
            <a:xfrm>
              <a:off x="4175588" y="3758865"/>
              <a:ext cx="29103" cy="11006"/>
            </a:xfrm>
            <a:custGeom>
              <a:avLst/>
              <a:gdLst/>
              <a:ahLst/>
              <a:cxnLst/>
              <a:rect l="l" t="t" r="r" b="b"/>
              <a:pathLst>
                <a:path w="1494" h="565" extrusionOk="0">
                  <a:moveTo>
                    <a:pt x="294" y="0"/>
                  </a:moveTo>
                  <a:cubicBezTo>
                    <a:pt x="124" y="0"/>
                    <a:pt x="0" y="124"/>
                    <a:pt x="0" y="294"/>
                  </a:cubicBezTo>
                  <a:cubicBezTo>
                    <a:pt x="0" y="441"/>
                    <a:pt x="124" y="565"/>
                    <a:pt x="294" y="565"/>
                  </a:cubicBezTo>
                  <a:lnTo>
                    <a:pt x="1200" y="565"/>
                  </a:lnTo>
                  <a:cubicBezTo>
                    <a:pt x="1346" y="565"/>
                    <a:pt x="1493" y="441"/>
                    <a:pt x="1493" y="294"/>
                  </a:cubicBezTo>
                  <a:cubicBezTo>
                    <a:pt x="1493" y="124"/>
                    <a:pt x="1346" y="0"/>
                    <a:pt x="1200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1536609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6">
          <a:extLst>
            <a:ext uri="{FF2B5EF4-FFF2-40B4-BE49-F238E27FC236}">
              <a16:creationId xmlns:a16="http://schemas.microsoft.com/office/drawing/2014/main" id="{44D1E5A0-7EE3-8E2E-CD9D-2E6FE6AE9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" name="Google Shape;2447;p53">
            <a:extLst>
              <a:ext uri="{FF2B5EF4-FFF2-40B4-BE49-F238E27FC236}">
                <a16:creationId xmlns:a16="http://schemas.microsoft.com/office/drawing/2014/main" id="{1817E79B-666C-D78A-1950-7CFF75DD48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Answer Generation Process</a:t>
            </a:r>
            <a:endParaRPr dirty="0"/>
          </a:p>
        </p:txBody>
      </p:sp>
      <p:sp>
        <p:nvSpPr>
          <p:cNvPr id="3" name="Google Shape;1374;p39">
            <a:extLst>
              <a:ext uri="{FF2B5EF4-FFF2-40B4-BE49-F238E27FC236}">
                <a16:creationId xmlns:a16="http://schemas.microsoft.com/office/drawing/2014/main" id="{AA505EDD-AABE-C44F-A0D2-7B3E9860E816}"/>
              </a:ext>
            </a:extLst>
          </p:cNvPr>
          <p:cNvSpPr/>
          <p:nvPr/>
        </p:nvSpPr>
        <p:spPr>
          <a:xfrm>
            <a:off x="4263600" y="1267270"/>
            <a:ext cx="616800" cy="616800"/>
          </a:xfrm>
          <a:prstGeom prst="ellipse">
            <a:avLst/>
          </a:prstGeom>
          <a:solidFill>
            <a:srgbClr val="AEE2F4">
              <a:alpha val="30820"/>
            </a:srgbClr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4" name="Google Shape;13793;p79">
            <a:extLst>
              <a:ext uri="{FF2B5EF4-FFF2-40B4-BE49-F238E27FC236}">
                <a16:creationId xmlns:a16="http://schemas.microsoft.com/office/drawing/2014/main" id="{BC696752-D093-EFBE-BE13-A6A33AB8D9EF}"/>
              </a:ext>
            </a:extLst>
          </p:cNvPr>
          <p:cNvGrpSpPr/>
          <p:nvPr/>
        </p:nvGrpSpPr>
        <p:grpSpPr>
          <a:xfrm>
            <a:off x="4386147" y="1367883"/>
            <a:ext cx="394010" cy="380980"/>
            <a:chOff x="3985322" y="3387403"/>
            <a:chExt cx="358682" cy="346386"/>
          </a:xfrm>
        </p:grpSpPr>
        <p:sp>
          <p:nvSpPr>
            <p:cNvPr id="5" name="Google Shape;13794;p79">
              <a:extLst>
                <a:ext uri="{FF2B5EF4-FFF2-40B4-BE49-F238E27FC236}">
                  <a16:creationId xmlns:a16="http://schemas.microsoft.com/office/drawing/2014/main" id="{D4377BBD-AA4C-80C7-5569-9D451977BEE9}"/>
                </a:ext>
              </a:extLst>
            </p:cNvPr>
            <p:cNvSpPr/>
            <p:nvPr/>
          </p:nvSpPr>
          <p:spPr>
            <a:xfrm>
              <a:off x="4049319" y="3512906"/>
              <a:ext cx="33270" cy="33244"/>
            </a:xfrm>
            <a:custGeom>
              <a:avLst/>
              <a:gdLst/>
              <a:ahLst/>
              <a:cxnLst/>
              <a:rect l="l" t="t" r="r" b="b"/>
              <a:pathLst>
                <a:path w="1269" h="1268" extrusionOk="0">
                  <a:moveTo>
                    <a:pt x="635" y="0"/>
                  </a:moveTo>
                  <a:cubicBezTo>
                    <a:pt x="283" y="0"/>
                    <a:pt x="1" y="286"/>
                    <a:pt x="1" y="634"/>
                  </a:cubicBezTo>
                  <a:cubicBezTo>
                    <a:pt x="1" y="985"/>
                    <a:pt x="283" y="1268"/>
                    <a:pt x="635" y="1268"/>
                  </a:cubicBezTo>
                  <a:cubicBezTo>
                    <a:pt x="986" y="1268"/>
                    <a:pt x="1268" y="985"/>
                    <a:pt x="1268" y="634"/>
                  </a:cubicBezTo>
                  <a:cubicBezTo>
                    <a:pt x="1268" y="286"/>
                    <a:pt x="986" y="0"/>
                    <a:pt x="635" y="0"/>
                  </a:cubicBezTo>
                  <a:close/>
                </a:path>
              </a:pathLst>
            </a:custGeom>
            <a:solidFill>
              <a:srgbClr val="E0E6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3795;p79">
              <a:extLst>
                <a:ext uri="{FF2B5EF4-FFF2-40B4-BE49-F238E27FC236}">
                  <a16:creationId xmlns:a16="http://schemas.microsoft.com/office/drawing/2014/main" id="{52E94EA1-FFDF-77E2-0B81-A5ADDE8604A9}"/>
                </a:ext>
              </a:extLst>
            </p:cNvPr>
            <p:cNvSpPr/>
            <p:nvPr/>
          </p:nvSpPr>
          <p:spPr>
            <a:xfrm>
              <a:off x="4156444" y="3512906"/>
              <a:ext cx="33244" cy="33244"/>
            </a:xfrm>
            <a:custGeom>
              <a:avLst/>
              <a:gdLst/>
              <a:ahLst/>
              <a:cxnLst/>
              <a:rect l="l" t="t" r="r" b="b"/>
              <a:pathLst>
                <a:path w="1268" h="1268" extrusionOk="0">
                  <a:moveTo>
                    <a:pt x="634" y="0"/>
                  </a:moveTo>
                  <a:cubicBezTo>
                    <a:pt x="283" y="0"/>
                    <a:pt x="0" y="286"/>
                    <a:pt x="0" y="634"/>
                  </a:cubicBezTo>
                  <a:cubicBezTo>
                    <a:pt x="0" y="985"/>
                    <a:pt x="283" y="1268"/>
                    <a:pt x="634" y="1268"/>
                  </a:cubicBezTo>
                  <a:cubicBezTo>
                    <a:pt x="985" y="1268"/>
                    <a:pt x="1268" y="985"/>
                    <a:pt x="1268" y="634"/>
                  </a:cubicBezTo>
                  <a:cubicBezTo>
                    <a:pt x="1268" y="286"/>
                    <a:pt x="985" y="0"/>
                    <a:pt x="634" y="0"/>
                  </a:cubicBezTo>
                  <a:close/>
                </a:path>
              </a:pathLst>
            </a:custGeom>
            <a:solidFill>
              <a:srgbClr val="E0E6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3796;p79">
              <a:extLst>
                <a:ext uri="{FF2B5EF4-FFF2-40B4-BE49-F238E27FC236}">
                  <a16:creationId xmlns:a16="http://schemas.microsoft.com/office/drawing/2014/main" id="{BDD897A8-4907-921B-7CF9-538368C7646D}"/>
                </a:ext>
              </a:extLst>
            </p:cNvPr>
            <p:cNvSpPr/>
            <p:nvPr/>
          </p:nvSpPr>
          <p:spPr>
            <a:xfrm>
              <a:off x="4199152" y="3392620"/>
              <a:ext cx="143593" cy="149728"/>
            </a:xfrm>
            <a:custGeom>
              <a:avLst/>
              <a:gdLst/>
              <a:ahLst/>
              <a:cxnLst/>
              <a:rect l="l" t="t" r="r" b="b"/>
              <a:pathLst>
                <a:path w="5477" h="5711" extrusionOk="0">
                  <a:moveTo>
                    <a:pt x="2754" y="1"/>
                  </a:moveTo>
                  <a:cubicBezTo>
                    <a:pt x="2719" y="1"/>
                    <a:pt x="2684" y="1"/>
                    <a:pt x="2648" y="3"/>
                  </a:cubicBezTo>
                  <a:cubicBezTo>
                    <a:pt x="1678" y="43"/>
                    <a:pt x="809" y="622"/>
                    <a:pt x="407" y="1506"/>
                  </a:cubicBezTo>
                  <a:cubicBezTo>
                    <a:pt x="1" y="2390"/>
                    <a:pt x="128" y="3425"/>
                    <a:pt x="729" y="4186"/>
                  </a:cubicBezTo>
                  <a:lnTo>
                    <a:pt x="660" y="5711"/>
                  </a:lnTo>
                  <a:lnTo>
                    <a:pt x="2044" y="5066"/>
                  </a:lnTo>
                  <a:cubicBezTo>
                    <a:pt x="2277" y="5132"/>
                    <a:pt x="2514" y="5164"/>
                    <a:pt x="2748" y="5164"/>
                  </a:cubicBezTo>
                  <a:cubicBezTo>
                    <a:pt x="3594" y="5164"/>
                    <a:pt x="4406" y="4748"/>
                    <a:pt x="4894" y="4019"/>
                  </a:cubicBezTo>
                  <a:cubicBezTo>
                    <a:pt x="5437" y="3212"/>
                    <a:pt x="5477" y="2169"/>
                    <a:pt x="5003" y="1321"/>
                  </a:cubicBezTo>
                  <a:cubicBezTo>
                    <a:pt x="4545" y="505"/>
                    <a:pt x="3685" y="1"/>
                    <a:pt x="2754" y="1"/>
                  </a:cubicBezTo>
                  <a:close/>
                </a:path>
              </a:pathLst>
            </a:custGeom>
            <a:solidFill>
              <a:srgbClr val="BFCC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3797;p79">
              <a:extLst>
                <a:ext uri="{FF2B5EF4-FFF2-40B4-BE49-F238E27FC236}">
                  <a16:creationId xmlns:a16="http://schemas.microsoft.com/office/drawing/2014/main" id="{263475E9-DD4A-B5FE-6C4D-52910F32BD9E}"/>
                </a:ext>
              </a:extLst>
            </p:cNvPr>
            <p:cNvSpPr/>
            <p:nvPr/>
          </p:nvSpPr>
          <p:spPr>
            <a:xfrm>
              <a:off x="4094230" y="3561802"/>
              <a:ext cx="50547" cy="91080"/>
            </a:xfrm>
            <a:custGeom>
              <a:avLst/>
              <a:gdLst/>
              <a:ahLst/>
              <a:cxnLst/>
              <a:rect l="l" t="t" r="r" b="b"/>
              <a:pathLst>
                <a:path w="1928" h="3474" extrusionOk="0">
                  <a:moveTo>
                    <a:pt x="1" y="0"/>
                  </a:moveTo>
                  <a:lnTo>
                    <a:pt x="1" y="2644"/>
                  </a:lnTo>
                  <a:lnTo>
                    <a:pt x="964" y="3473"/>
                  </a:lnTo>
                  <a:lnTo>
                    <a:pt x="968" y="3473"/>
                  </a:lnTo>
                  <a:lnTo>
                    <a:pt x="1928" y="2644"/>
                  </a:lnTo>
                  <a:lnTo>
                    <a:pt x="1928" y="0"/>
                  </a:lnTo>
                  <a:close/>
                </a:path>
              </a:pathLst>
            </a:custGeom>
            <a:solidFill>
              <a:srgbClr val="E0E6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3798;p79">
              <a:extLst>
                <a:ext uri="{FF2B5EF4-FFF2-40B4-BE49-F238E27FC236}">
                  <a16:creationId xmlns:a16="http://schemas.microsoft.com/office/drawing/2014/main" id="{047E9285-4DD3-D154-F523-5FC941DCFB26}"/>
                </a:ext>
              </a:extLst>
            </p:cNvPr>
            <p:cNvSpPr/>
            <p:nvPr/>
          </p:nvSpPr>
          <p:spPr>
            <a:xfrm>
              <a:off x="3990645" y="3618379"/>
              <a:ext cx="257718" cy="110166"/>
            </a:xfrm>
            <a:custGeom>
              <a:avLst/>
              <a:gdLst/>
              <a:ahLst/>
              <a:cxnLst/>
              <a:rect l="l" t="t" r="r" b="b"/>
              <a:pathLst>
                <a:path w="9830" h="4202" extrusionOk="0">
                  <a:moveTo>
                    <a:pt x="3952" y="1"/>
                  </a:moveTo>
                  <a:lnTo>
                    <a:pt x="1761" y="703"/>
                  </a:lnTo>
                  <a:cubicBezTo>
                    <a:pt x="714" y="1037"/>
                    <a:pt x="1" y="2014"/>
                    <a:pt x="1" y="3115"/>
                  </a:cubicBezTo>
                  <a:lnTo>
                    <a:pt x="1" y="4202"/>
                  </a:lnTo>
                  <a:lnTo>
                    <a:pt x="9830" y="4202"/>
                  </a:lnTo>
                  <a:lnTo>
                    <a:pt x="9830" y="3115"/>
                  </a:lnTo>
                  <a:cubicBezTo>
                    <a:pt x="9830" y="2014"/>
                    <a:pt x="9120" y="1037"/>
                    <a:pt x="8070" y="703"/>
                  </a:cubicBezTo>
                  <a:lnTo>
                    <a:pt x="5879" y="1"/>
                  </a:lnTo>
                  <a:lnTo>
                    <a:pt x="4915" y="674"/>
                  </a:lnTo>
                  <a:lnTo>
                    <a:pt x="3952" y="1"/>
                  </a:lnTo>
                  <a:close/>
                </a:path>
              </a:pathLst>
            </a:custGeom>
            <a:solidFill>
              <a:srgbClr val="D6DF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3799;p79">
              <a:extLst>
                <a:ext uri="{FF2B5EF4-FFF2-40B4-BE49-F238E27FC236}">
                  <a16:creationId xmlns:a16="http://schemas.microsoft.com/office/drawing/2014/main" id="{9C715298-A1DD-D824-6F7A-FCACC09E3FDC}"/>
                </a:ext>
              </a:extLst>
            </p:cNvPr>
            <p:cNvSpPr/>
            <p:nvPr/>
          </p:nvSpPr>
          <p:spPr>
            <a:xfrm>
              <a:off x="4065941" y="3443115"/>
              <a:ext cx="107125" cy="147185"/>
            </a:xfrm>
            <a:custGeom>
              <a:avLst/>
              <a:gdLst/>
              <a:ahLst/>
              <a:cxnLst/>
              <a:rect l="l" t="t" r="r" b="b"/>
              <a:pathLst>
                <a:path w="4086" h="5614" extrusionOk="0">
                  <a:moveTo>
                    <a:pt x="1594" y="0"/>
                  </a:moveTo>
                  <a:cubicBezTo>
                    <a:pt x="1533" y="0"/>
                    <a:pt x="1471" y="4"/>
                    <a:pt x="1410" y="11"/>
                  </a:cubicBezTo>
                  <a:cubicBezTo>
                    <a:pt x="606" y="105"/>
                    <a:pt x="1" y="782"/>
                    <a:pt x="1" y="1594"/>
                  </a:cubicBezTo>
                  <a:lnTo>
                    <a:pt x="1" y="3220"/>
                  </a:lnTo>
                  <a:cubicBezTo>
                    <a:pt x="1" y="4067"/>
                    <a:pt x="450" y="4853"/>
                    <a:pt x="1185" y="5288"/>
                  </a:cubicBezTo>
                  <a:lnTo>
                    <a:pt x="1482" y="5462"/>
                  </a:lnTo>
                  <a:cubicBezTo>
                    <a:pt x="1656" y="5563"/>
                    <a:pt x="1850" y="5614"/>
                    <a:pt x="2043" y="5614"/>
                  </a:cubicBezTo>
                  <a:cubicBezTo>
                    <a:pt x="2236" y="5614"/>
                    <a:pt x="2429" y="5563"/>
                    <a:pt x="2601" y="5462"/>
                  </a:cubicBezTo>
                  <a:lnTo>
                    <a:pt x="2905" y="5284"/>
                  </a:lnTo>
                  <a:cubicBezTo>
                    <a:pt x="3637" y="4853"/>
                    <a:pt x="4086" y="4067"/>
                    <a:pt x="4086" y="3216"/>
                  </a:cubicBezTo>
                  <a:lnTo>
                    <a:pt x="4086" y="1594"/>
                  </a:lnTo>
                  <a:cubicBezTo>
                    <a:pt x="4086" y="714"/>
                    <a:pt x="3372" y="0"/>
                    <a:pt x="2492" y="0"/>
                  </a:cubicBezTo>
                  <a:close/>
                </a:path>
              </a:pathLst>
            </a:custGeom>
            <a:solidFill>
              <a:srgbClr val="9EB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800;p79">
              <a:extLst>
                <a:ext uri="{FF2B5EF4-FFF2-40B4-BE49-F238E27FC236}">
                  <a16:creationId xmlns:a16="http://schemas.microsoft.com/office/drawing/2014/main" id="{A2127B33-8F07-7F46-CCEE-9BF7E01EC213}"/>
                </a:ext>
              </a:extLst>
            </p:cNvPr>
            <p:cNvSpPr/>
            <p:nvPr/>
          </p:nvSpPr>
          <p:spPr>
            <a:xfrm>
              <a:off x="4065941" y="3443377"/>
              <a:ext cx="36967" cy="48371"/>
            </a:xfrm>
            <a:custGeom>
              <a:avLst/>
              <a:gdLst/>
              <a:ahLst/>
              <a:cxnLst/>
              <a:rect l="l" t="t" r="r" b="b"/>
              <a:pathLst>
                <a:path w="1410" h="1845" extrusionOk="0">
                  <a:moveTo>
                    <a:pt x="1410" y="1"/>
                  </a:moveTo>
                  <a:cubicBezTo>
                    <a:pt x="606" y="95"/>
                    <a:pt x="1" y="776"/>
                    <a:pt x="1" y="1584"/>
                  </a:cubicBezTo>
                  <a:lnTo>
                    <a:pt x="1" y="1844"/>
                  </a:lnTo>
                  <a:cubicBezTo>
                    <a:pt x="1" y="1844"/>
                    <a:pt x="1033" y="1529"/>
                    <a:pt x="1410" y="1"/>
                  </a:cubicBezTo>
                  <a:close/>
                </a:path>
              </a:pathLst>
            </a:custGeom>
            <a:solidFill>
              <a:srgbClr val="E5EB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3801;p79">
              <a:extLst>
                <a:ext uri="{FF2B5EF4-FFF2-40B4-BE49-F238E27FC236}">
                  <a16:creationId xmlns:a16="http://schemas.microsoft.com/office/drawing/2014/main" id="{AB3CBF8A-DD29-C598-8B9F-57144414FCC1}"/>
                </a:ext>
              </a:extLst>
            </p:cNvPr>
            <p:cNvSpPr/>
            <p:nvPr/>
          </p:nvSpPr>
          <p:spPr>
            <a:xfrm>
              <a:off x="4102882" y="3443115"/>
              <a:ext cx="70184" cy="69791"/>
            </a:xfrm>
            <a:custGeom>
              <a:avLst/>
              <a:gdLst/>
              <a:ahLst/>
              <a:cxnLst/>
              <a:rect l="l" t="t" r="r" b="b"/>
              <a:pathLst>
                <a:path w="2677" h="2662" extrusionOk="0">
                  <a:moveTo>
                    <a:pt x="185" y="0"/>
                  </a:moveTo>
                  <a:cubicBezTo>
                    <a:pt x="124" y="0"/>
                    <a:pt x="62" y="4"/>
                    <a:pt x="1" y="11"/>
                  </a:cubicBezTo>
                  <a:cubicBezTo>
                    <a:pt x="1" y="11"/>
                    <a:pt x="279" y="2662"/>
                    <a:pt x="2677" y="2662"/>
                  </a:cubicBezTo>
                  <a:lnTo>
                    <a:pt x="2677" y="1594"/>
                  </a:lnTo>
                  <a:cubicBezTo>
                    <a:pt x="2677" y="714"/>
                    <a:pt x="1963" y="0"/>
                    <a:pt x="1083" y="0"/>
                  </a:cubicBezTo>
                  <a:close/>
                </a:path>
              </a:pathLst>
            </a:custGeom>
            <a:solidFill>
              <a:srgbClr val="E5EB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3802;p79">
              <a:extLst>
                <a:ext uri="{FF2B5EF4-FFF2-40B4-BE49-F238E27FC236}">
                  <a16:creationId xmlns:a16="http://schemas.microsoft.com/office/drawing/2014/main" id="{17DAFA83-DBE4-0ED0-2426-20764F3DE3BB}"/>
                </a:ext>
              </a:extLst>
            </p:cNvPr>
            <p:cNvSpPr/>
            <p:nvPr/>
          </p:nvSpPr>
          <p:spPr>
            <a:xfrm>
              <a:off x="4101545" y="3636129"/>
              <a:ext cx="36023" cy="92417"/>
            </a:xfrm>
            <a:custGeom>
              <a:avLst/>
              <a:gdLst/>
              <a:ahLst/>
              <a:cxnLst/>
              <a:rect l="l" t="t" r="r" b="b"/>
              <a:pathLst>
                <a:path w="1374" h="3525" extrusionOk="0">
                  <a:moveTo>
                    <a:pt x="1" y="1"/>
                  </a:moveTo>
                  <a:lnTo>
                    <a:pt x="1" y="830"/>
                  </a:lnTo>
                  <a:lnTo>
                    <a:pt x="222" y="1424"/>
                  </a:lnTo>
                  <a:lnTo>
                    <a:pt x="1" y="3525"/>
                  </a:lnTo>
                  <a:lnTo>
                    <a:pt x="1373" y="3525"/>
                  </a:lnTo>
                  <a:lnTo>
                    <a:pt x="1153" y="1424"/>
                  </a:lnTo>
                  <a:lnTo>
                    <a:pt x="1373" y="830"/>
                  </a:lnTo>
                  <a:lnTo>
                    <a:pt x="1373" y="1"/>
                  </a:lnTo>
                  <a:close/>
                </a:path>
              </a:pathLst>
            </a:custGeom>
            <a:solidFill>
              <a:srgbClr val="E6EB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3803;p79">
              <a:extLst>
                <a:ext uri="{FF2B5EF4-FFF2-40B4-BE49-F238E27FC236}">
                  <a16:creationId xmlns:a16="http://schemas.microsoft.com/office/drawing/2014/main" id="{2ACEA88E-315D-37B4-E2B4-B9EB8213E246}"/>
                </a:ext>
              </a:extLst>
            </p:cNvPr>
            <p:cNvSpPr/>
            <p:nvPr/>
          </p:nvSpPr>
          <p:spPr>
            <a:xfrm>
              <a:off x="4094230" y="3618379"/>
              <a:ext cx="25379" cy="47690"/>
            </a:xfrm>
            <a:custGeom>
              <a:avLst/>
              <a:gdLst/>
              <a:ahLst/>
              <a:cxnLst/>
              <a:rect l="l" t="t" r="r" b="b"/>
              <a:pathLst>
                <a:path w="968" h="1819" extrusionOk="0">
                  <a:moveTo>
                    <a:pt x="1" y="1"/>
                  </a:moveTo>
                  <a:lnTo>
                    <a:pt x="1" y="1819"/>
                  </a:lnTo>
                  <a:lnTo>
                    <a:pt x="968" y="67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8BA3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3804;p79">
              <a:extLst>
                <a:ext uri="{FF2B5EF4-FFF2-40B4-BE49-F238E27FC236}">
                  <a16:creationId xmlns:a16="http://schemas.microsoft.com/office/drawing/2014/main" id="{E899D8A1-5786-6168-C8F1-7F8DFA9473A5}"/>
                </a:ext>
              </a:extLst>
            </p:cNvPr>
            <p:cNvSpPr/>
            <p:nvPr/>
          </p:nvSpPr>
          <p:spPr>
            <a:xfrm>
              <a:off x="4119504" y="3618379"/>
              <a:ext cx="25274" cy="47690"/>
            </a:xfrm>
            <a:custGeom>
              <a:avLst/>
              <a:gdLst/>
              <a:ahLst/>
              <a:cxnLst/>
              <a:rect l="l" t="t" r="r" b="b"/>
              <a:pathLst>
                <a:path w="964" h="1819" extrusionOk="0">
                  <a:moveTo>
                    <a:pt x="964" y="1"/>
                  </a:moveTo>
                  <a:lnTo>
                    <a:pt x="0" y="678"/>
                  </a:lnTo>
                  <a:lnTo>
                    <a:pt x="964" y="1819"/>
                  </a:lnTo>
                  <a:lnTo>
                    <a:pt x="964" y="1"/>
                  </a:lnTo>
                  <a:close/>
                </a:path>
              </a:pathLst>
            </a:custGeom>
            <a:solidFill>
              <a:srgbClr val="8BA3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3805;p79">
              <a:extLst>
                <a:ext uri="{FF2B5EF4-FFF2-40B4-BE49-F238E27FC236}">
                  <a16:creationId xmlns:a16="http://schemas.microsoft.com/office/drawing/2014/main" id="{0F6C9D0F-8E34-62F9-4C03-3B0B82FE71C7}"/>
                </a:ext>
              </a:extLst>
            </p:cNvPr>
            <p:cNvSpPr/>
            <p:nvPr/>
          </p:nvSpPr>
          <p:spPr>
            <a:xfrm>
              <a:off x="3990645" y="3618379"/>
              <a:ext cx="103612" cy="110166"/>
            </a:xfrm>
            <a:custGeom>
              <a:avLst/>
              <a:gdLst/>
              <a:ahLst/>
              <a:cxnLst/>
              <a:rect l="l" t="t" r="r" b="b"/>
              <a:pathLst>
                <a:path w="3952" h="4202" extrusionOk="0">
                  <a:moveTo>
                    <a:pt x="3952" y="1"/>
                  </a:moveTo>
                  <a:lnTo>
                    <a:pt x="2500" y="464"/>
                  </a:lnTo>
                  <a:lnTo>
                    <a:pt x="1761" y="703"/>
                  </a:lnTo>
                  <a:cubicBezTo>
                    <a:pt x="714" y="1037"/>
                    <a:pt x="1" y="2014"/>
                    <a:pt x="1" y="3115"/>
                  </a:cubicBezTo>
                  <a:lnTo>
                    <a:pt x="1" y="4202"/>
                  </a:lnTo>
                  <a:lnTo>
                    <a:pt x="3952" y="4202"/>
                  </a:lnTo>
                  <a:lnTo>
                    <a:pt x="3952" y="1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3806;p79">
              <a:extLst>
                <a:ext uri="{FF2B5EF4-FFF2-40B4-BE49-F238E27FC236}">
                  <a16:creationId xmlns:a16="http://schemas.microsoft.com/office/drawing/2014/main" id="{87E8D412-46B0-3002-E413-E25EB7981D27}"/>
                </a:ext>
              </a:extLst>
            </p:cNvPr>
            <p:cNvSpPr/>
            <p:nvPr/>
          </p:nvSpPr>
          <p:spPr>
            <a:xfrm>
              <a:off x="3990645" y="3630544"/>
              <a:ext cx="65544" cy="98001"/>
            </a:xfrm>
            <a:custGeom>
              <a:avLst/>
              <a:gdLst/>
              <a:ahLst/>
              <a:cxnLst/>
              <a:rect l="l" t="t" r="r" b="b"/>
              <a:pathLst>
                <a:path w="2500" h="3738" extrusionOk="0">
                  <a:moveTo>
                    <a:pt x="2500" y="0"/>
                  </a:moveTo>
                  <a:lnTo>
                    <a:pt x="1761" y="239"/>
                  </a:lnTo>
                  <a:cubicBezTo>
                    <a:pt x="714" y="576"/>
                    <a:pt x="1" y="1550"/>
                    <a:pt x="1" y="2651"/>
                  </a:cubicBezTo>
                  <a:lnTo>
                    <a:pt x="1" y="3738"/>
                  </a:lnTo>
                  <a:lnTo>
                    <a:pt x="580" y="3738"/>
                  </a:lnTo>
                  <a:lnTo>
                    <a:pt x="580" y="2651"/>
                  </a:lnTo>
                  <a:cubicBezTo>
                    <a:pt x="580" y="1550"/>
                    <a:pt x="1127" y="576"/>
                    <a:pt x="1931" y="239"/>
                  </a:cubicBezTo>
                  <a:lnTo>
                    <a:pt x="2500" y="0"/>
                  </a:lnTo>
                  <a:close/>
                </a:path>
              </a:pathLst>
            </a:custGeom>
            <a:solidFill>
              <a:srgbClr val="D6DF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3807;p79">
              <a:extLst>
                <a:ext uri="{FF2B5EF4-FFF2-40B4-BE49-F238E27FC236}">
                  <a16:creationId xmlns:a16="http://schemas.microsoft.com/office/drawing/2014/main" id="{F179F21F-2715-6B6C-4862-BF7082CDA044}"/>
                </a:ext>
              </a:extLst>
            </p:cNvPr>
            <p:cNvSpPr/>
            <p:nvPr/>
          </p:nvSpPr>
          <p:spPr>
            <a:xfrm>
              <a:off x="4144751" y="3618379"/>
              <a:ext cx="103612" cy="110166"/>
            </a:xfrm>
            <a:custGeom>
              <a:avLst/>
              <a:gdLst/>
              <a:ahLst/>
              <a:cxnLst/>
              <a:rect l="l" t="t" r="r" b="b"/>
              <a:pathLst>
                <a:path w="3952" h="4202" extrusionOk="0">
                  <a:moveTo>
                    <a:pt x="1" y="1"/>
                  </a:moveTo>
                  <a:lnTo>
                    <a:pt x="1" y="4202"/>
                  </a:lnTo>
                  <a:lnTo>
                    <a:pt x="3952" y="4202"/>
                  </a:lnTo>
                  <a:lnTo>
                    <a:pt x="3952" y="3115"/>
                  </a:lnTo>
                  <a:cubicBezTo>
                    <a:pt x="3952" y="2014"/>
                    <a:pt x="3239" y="1040"/>
                    <a:pt x="2192" y="703"/>
                  </a:cubicBezTo>
                  <a:lnTo>
                    <a:pt x="1453" y="46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3808;p79">
              <a:extLst>
                <a:ext uri="{FF2B5EF4-FFF2-40B4-BE49-F238E27FC236}">
                  <a16:creationId xmlns:a16="http://schemas.microsoft.com/office/drawing/2014/main" id="{0C2F2280-1C85-63A8-E020-41EF773E5383}"/>
                </a:ext>
              </a:extLst>
            </p:cNvPr>
            <p:cNvSpPr/>
            <p:nvPr/>
          </p:nvSpPr>
          <p:spPr>
            <a:xfrm>
              <a:off x="4182845" y="3630544"/>
              <a:ext cx="65518" cy="98001"/>
            </a:xfrm>
            <a:custGeom>
              <a:avLst/>
              <a:gdLst/>
              <a:ahLst/>
              <a:cxnLst/>
              <a:rect l="l" t="t" r="r" b="b"/>
              <a:pathLst>
                <a:path w="2499" h="3738" extrusionOk="0">
                  <a:moveTo>
                    <a:pt x="0" y="0"/>
                  </a:moveTo>
                  <a:lnTo>
                    <a:pt x="569" y="239"/>
                  </a:lnTo>
                  <a:cubicBezTo>
                    <a:pt x="1373" y="573"/>
                    <a:pt x="1920" y="1550"/>
                    <a:pt x="1920" y="2651"/>
                  </a:cubicBezTo>
                  <a:lnTo>
                    <a:pt x="1920" y="3738"/>
                  </a:lnTo>
                  <a:lnTo>
                    <a:pt x="2499" y="3738"/>
                  </a:lnTo>
                  <a:lnTo>
                    <a:pt x="2499" y="2651"/>
                  </a:lnTo>
                  <a:cubicBezTo>
                    <a:pt x="2499" y="1550"/>
                    <a:pt x="1789" y="573"/>
                    <a:pt x="739" y="23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6DF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3809;p79">
              <a:extLst>
                <a:ext uri="{FF2B5EF4-FFF2-40B4-BE49-F238E27FC236}">
                  <a16:creationId xmlns:a16="http://schemas.microsoft.com/office/drawing/2014/main" id="{325D5873-CF60-A1CC-75D5-0CAA0B527475}"/>
                </a:ext>
              </a:extLst>
            </p:cNvPr>
            <p:cNvSpPr/>
            <p:nvPr/>
          </p:nvSpPr>
          <p:spPr>
            <a:xfrm>
              <a:off x="4184838" y="3387403"/>
              <a:ext cx="159166" cy="160110"/>
            </a:xfrm>
            <a:custGeom>
              <a:avLst/>
              <a:gdLst/>
              <a:ahLst/>
              <a:cxnLst/>
              <a:rect l="l" t="t" r="r" b="b"/>
              <a:pathLst>
                <a:path w="6071" h="6107" extrusionOk="0">
                  <a:moveTo>
                    <a:pt x="3295" y="0"/>
                  </a:moveTo>
                  <a:cubicBezTo>
                    <a:pt x="2920" y="0"/>
                    <a:pt x="2536" y="77"/>
                    <a:pt x="2166" y="242"/>
                  </a:cubicBezTo>
                  <a:cubicBezTo>
                    <a:pt x="536" y="970"/>
                    <a:pt x="0" y="3020"/>
                    <a:pt x="1072" y="4450"/>
                  </a:cubicBezTo>
                  <a:lnTo>
                    <a:pt x="1007" y="5899"/>
                  </a:lnTo>
                  <a:cubicBezTo>
                    <a:pt x="1001" y="6017"/>
                    <a:pt x="1098" y="6107"/>
                    <a:pt x="1205" y="6107"/>
                  </a:cubicBezTo>
                  <a:cubicBezTo>
                    <a:pt x="1233" y="6107"/>
                    <a:pt x="1262" y="6101"/>
                    <a:pt x="1289" y="6087"/>
                  </a:cubicBezTo>
                  <a:lnTo>
                    <a:pt x="2604" y="5472"/>
                  </a:lnTo>
                  <a:cubicBezTo>
                    <a:pt x="2838" y="5531"/>
                    <a:pt x="3071" y="5560"/>
                    <a:pt x="3300" y="5560"/>
                  </a:cubicBezTo>
                  <a:cubicBezTo>
                    <a:pt x="4676" y="5560"/>
                    <a:pt x="5895" y="4530"/>
                    <a:pt x="6059" y="3092"/>
                  </a:cubicBezTo>
                  <a:cubicBezTo>
                    <a:pt x="6070" y="2983"/>
                    <a:pt x="5990" y="2889"/>
                    <a:pt x="5882" y="2875"/>
                  </a:cubicBezTo>
                  <a:cubicBezTo>
                    <a:pt x="5875" y="2874"/>
                    <a:pt x="5868" y="2874"/>
                    <a:pt x="5861" y="2874"/>
                  </a:cubicBezTo>
                  <a:cubicBezTo>
                    <a:pt x="5761" y="2874"/>
                    <a:pt x="5674" y="2947"/>
                    <a:pt x="5661" y="3052"/>
                  </a:cubicBezTo>
                  <a:cubicBezTo>
                    <a:pt x="5520" y="4286"/>
                    <a:pt x="4471" y="5165"/>
                    <a:pt x="3297" y="5165"/>
                  </a:cubicBezTo>
                  <a:cubicBezTo>
                    <a:pt x="3082" y="5165"/>
                    <a:pt x="2863" y="5135"/>
                    <a:pt x="2644" y="5073"/>
                  </a:cubicBezTo>
                  <a:cubicBezTo>
                    <a:pt x="2625" y="5067"/>
                    <a:pt x="2606" y="5064"/>
                    <a:pt x="2586" y="5064"/>
                  </a:cubicBezTo>
                  <a:cubicBezTo>
                    <a:pt x="2557" y="5064"/>
                    <a:pt x="2529" y="5071"/>
                    <a:pt x="2503" y="5084"/>
                  </a:cubicBezTo>
                  <a:lnTo>
                    <a:pt x="1423" y="5587"/>
                  </a:lnTo>
                  <a:lnTo>
                    <a:pt x="1478" y="4396"/>
                  </a:lnTo>
                  <a:cubicBezTo>
                    <a:pt x="1478" y="4345"/>
                    <a:pt x="1463" y="4298"/>
                    <a:pt x="1431" y="4262"/>
                  </a:cubicBezTo>
                  <a:cubicBezTo>
                    <a:pt x="475" y="3052"/>
                    <a:pt x="902" y="1270"/>
                    <a:pt x="2300" y="626"/>
                  </a:cubicBezTo>
                  <a:cubicBezTo>
                    <a:pt x="2626" y="474"/>
                    <a:pt x="2966" y="404"/>
                    <a:pt x="3298" y="404"/>
                  </a:cubicBezTo>
                  <a:cubicBezTo>
                    <a:pt x="4388" y="404"/>
                    <a:pt x="5401" y="1163"/>
                    <a:pt x="5628" y="2321"/>
                  </a:cubicBezTo>
                  <a:cubicBezTo>
                    <a:pt x="5653" y="2431"/>
                    <a:pt x="5737" y="2480"/>
                    <a:pt x="5822" y="2480"/>
                  </a:cubicBezTo>
                  <a:cubicBezTo>
                    <a:pt x="5936" y="2480"/>
                    <a:pt x="6050" y="2392"/>
                    <a:pt x="6023" y="2245"/>
                  </a:cubicBezTo>
                  <a:cubicBezTo>
                    <a:pt x="5757" y="890"/>
                    <a:pt x="4572" y="0"/>
                    <a:pt x="329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3810;p79">
              <a:extLst>
                <a:ext uri="{FF2B5EF4-FFF2-40B4-BE49-F238E27FC236}">
                  <a16:creationId xmlns:a16="http://schemas.microsoft.com/office/drawing/2014/main" id="{4E4BCC21-69A2-0340-9B5C-9C3B60D09C0D}"/>
                </a:ext>
              </a:extLst>
            </p:cNvPr>
            <p:cNvSpPr/>
            <p:nvPr/>
          </p:nvSpPr>
          <p:spPr>
            <a:xfrm>
              <a:off x="4108020" y="3511491"/>
              <a:ext cx="23753" cy="36180"/>
            </a:xfrm>
            <a:custGeom>
              <a:avLst/>
              <a:gdLst/>
              <a:ahLst/>
              <a:cxnLst/>
              <a:rect l="l" t="t" r="r" b="b"/>
              <a:pathLst>
                <a:path w="906" h="1380" extrusionOk="0">
                  <a:moveTo>
                    <a:pt x="203" y="1"/>
                  </a:moveTo>
                  <a:cubicBezTo>
                    <a:pt x="103" y="1"/>
                    <a:pt x="4" y="67"/>
                    <a:pt x="4" y="199"/>
                  </a:cubicBezTo>
                  <a:lnTo>
                    <a:pt x="4" y="1180"/>
                  </a:lnTo>
                  <a:cubicBezTo>
                    <a:pt x="0" y="1293"/>
                    <a:pt x="91" y="1380"/>
                    <a:pt x="203" y="1380"/>
                  </a:cubicBezTo>
                  <a:lnTo>
                    <a:pt x="638" y="1380"/>
                  </a:lnTo>
                  <a:cubicBezTo>
                    <a:pt x="906" y="1380"/>
                    <a:pt x="906" y="981"/>
                    <a:pt x="638" y="981"/>
                  </a:cubicBezTo>
                  <a:lnTo>
                    <a:pt x="402" y="981"/>
                  </a:lnTo>
                  <a:lnTo>
                    <a:pt x="402" y="199"/>
                  </a:lnTo>
                  <a:cubicBezTo>
                    <a:pt x="402" y="67"/>
                    <a:pt x="303" y="1"/>
                    <a:pt x="203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3811;p79">
              <a:extLst>
                <a:ext uri="{FF2B5EF4-FFF2-40B4-BE49-F238E27FC236}">
                  <a16:creationId xmlns:a16="http://schemas.microsoft.com/office/drawing/2014/main" id="{08D77D3F-E8C0-96FE-489A-716A50C28DDA}"/>
                </a:ext>
              </a:extLst>
            </p:cNvPr>
            <p:cNvSpPr/>
            <p:nvPr/>
          </p:nvSpPr>
          <p:spPr>
            <a:xfrm>
              <a:off x="3985322" y="3437793"/>
              <a:ext cx="268284" cy="295996"/>
            </a:xfrm>
            <a:custGeom>
              <a:avLst/>
              <a:gdLst/>
              <a:ahLst/>
              <a:cxnLst/>
              <a:rect l="l" t="t" r="r" b="b"/>
              <a:pathLst>
                <a:path w="10233" h="11290" extrusionOk="0">
                  <a:moveTo>
                    <a:pt x="4195" y="486"/>
                  </a:moveTo>
                  <a:lnTo>
                    <a:pt x="4195" y="486"/>
                  </a:lnTo>
                  <a:cubicBezTo>
                    <a:pt x="3941" y="1206"/>
                    <a:pt x="3539" y="1565"/>
                    <a:pt x="3278" y="1731"/>
                  </a:cubicBezTo>
                  <a:cubicBezTo>
                    <a:pt x="3304" y="1170"/>
                    <a:pt x="3662" y="677"/>
                    <a:pt x="4195" y="486"/>
                  </a:cubicBezTo>
                  <a:close/>
                  <a:moveTo>
                    <a:pt x="5567" y="402"/>
                  </a:moveTo>
                  <a:cubicBezTo>
                    <a:pt x="6339" y="402"/>
                    <a:pt x="6962" y="1025"/>
                    <a:pt x="6962" y="1797"/>
                  </a:cubicBezTo>
                  <a:lnTo>
                    <a:pt x="6962" y="2655"/>
                  </a:lnTo>
                  <a:cubicBezTo>
                    <a:pt x="5310" y="2539"/>
                    <a:pt x="4839" y="1000"/>
                    <a:pt x="4720" y="402"/>
                  </a:cubicBezTo>
                  <a:close/>
                  <a:moveTo>
                    <a:pt x="2873" y="3115"/>
                  </a:moveTo>
                  <a:lnTo>
                    <a:pt x="2873" y="3423"/>
                  </a:lnTo>
                  <a:cubicBezTo>
                    <a:pt x="2873" y="3586"/>
                    <a:pt x="2891" y="3745"/>
                    <a:pt x="2920" y="3904"/>
                  </a:cubicBezTo>
                  <a:cubicBezTo>
                    <a:pt x="2753" y="3839"/>
                    <a:pt x="2641" y="3680"/>
                    <a:pt x="2641" y="3499"/>
                  </a:cubicBezTo>
                  <a:cubicBezTo>
                    <a:pt x="2641" y="3339"/>
                    <a:pt x="2732" y="3191"/>
                    <a:pt x="2873" y="3115"/>
                  </a:cubicBezTo>
                  <a:close/>
                  <a:moveTo>
                    <a:pt x="7360" y="3115"/>
                  </a:moveTo>
                  <a:cubicBezTo>
                    <a:pt x="7505" y="3187"/>
                    <a:pt x="7596" y="3339"/>
                    <a:pt x="7596" y="3499"/>
                  </a:cubicBezTo>
                  <a:cubicBezTo>
                    <a:pt x="7596" y="3676"/>
                    <a:pt x="7483" y="3839"/>
                    <a:pt x="7317" y="3904"/>
                  </a:cubicBezTo>
                  <a:cubicBezTo>
                    <a:pt x="7346" y="3745"/>
                    <a:pt x="7360" y="3582"/>
                    <a:pt x="7360" y="3419"/>
                  </a:cubicBezTo>
                  <a:lnTo>
                    <a:pt x="7360" y="3115"/>
                  </a:lnTo>
                  <a:close/>
                  <a:moveTo>
                    <a:pt x="4445" y="935"/>
                  </a:moveTo>
                  <a:cubicBezTo>
                    <a:pt x="4542" y="1246"/>
                    <a:pt x="4680" y="1543"/>
                    <a:pt x="4854" y="1818"/>
                  </a:cubicBezTo>
                  <a:cubicBezTo>
                    <a:pt x="5343" y="2579"/>
                    <a:pt x="6067" y="3006"/>
                    <a:pt x="6958" y="3061"/>
                  </a:cubicBezTo>
                  <a:lnTo>
                    <a:pt x="6958" y="3423"/>
                  </a:lnTo>
                  <a:cubicBezTo>
                    <a:pt x="6958" y="4201"/>
                    <a:pt x="6545" y="4922"/>
                    <a:pt x="5875" y="5317"/>
                  </a:cubicBezTo>
                  <a:lnTo>
                    <a:pt x="5575" y="5494"/>
                  </a:lnTo>
                  <a:cubicBezTo>
                    <a:pt x="5433" y="5578"/>
                    <a:pt x="5275" y="5619"/>
                    <a:pt x="5117" y="5619"/>
                  </a:cubicBezTo>
                  <a:cubicBezTo>
                    <a:pt x="4958" y="5619"/>
                    <a:pt x="4800" y="5578"/>
                    <a:pt x="4658" y="5494"/>
                  </a:cubicBezTo>
                  <a:lnTo>
                    <a:pt x="4358" y="5317"/>
                  </a:lnTo>
                  <a:cubicBezTo>
                    <a:pt x="3688" y="4922"/>
                    <a:pt x="3278" y="4201"/>
                    <a:pt x="3275" y="3423"/>
                  </a:cubicBezTo>
                  <a:lnTo>
                    <a:pt x="3275" y="2869"/>
                  </a:lnTo>
                  <a:lnTo>
                    <a:pt x="3275" y="2865"/>
                  </a:lnTo>
                  <a:lnTo>
                    <a:pt x="3275" y="2188"/>
                  </a:lnTo>
                  <a:cubicBezTo>
                    <a:pt x="3532" y="2068"/>
                    <a:pt x="4075" y="1731"/>
                    <a:pt x="4445" y="935"/>
                  </a:cubicBezTo>
                  <a:close/>
                  <a:moveTo>
                    <a:pt x="5883" y="5777"/>
                  </a:moveTo>
                  <a:lnTo>
                    <a:pt x="5883" y="6784"/>
                  </a:lnTo>
                  <a:lnTo>
                    <a:pt x="5850" y="6805"/>
                  </a:lnTo>
                  <a:lnTo>
                    <a:pt x="5118" y="7316"/>
                  </a:lnTo>
                  <a:lnTo>
                    <a:pt x="4354" y="6784"/>
                  </a:lnTo>
                  <a:lnTo>
                    <a:pt x="4354" y="5780"/>
                  </a:lnTo>
                  <a:lnTo>
                    <a:pt x="4456" y="5838"/>
                  </a:lnTo>
                  <a:cubicBezTo>
                    <a:pt x="4660" y="5958"/>
                    <a:pt x="4889" y="6018"/>
                    <a:pt x="5118" y="6018"/>
                  </a:cubicBezTo>
                  <a:cubicBezTo>
                    <a:pt x="5347" y="6018"/>
                    <a:pt x="5576" y="5958"/>
                    <a:pt x="5781" y="5838"/>
                  </a:cubicBezTo>
                  <a:lnTo>
                    <a:pt x="5883" y="5777"/>
                  </a:lnTo>
                  <a:close/>
                  <a:moveTo>
                    <a:pt x="4354" y="7273"/>
                  </a:moveTo>
                  <a:lnTo>
                    <a:pt x="4825" y="7602"/>
                  </a:lnTo>
                  <a:lnTo>
                    <a:pt x="4354" y="8156"/>
                  </a:lnTo>
                  <a:lnTo>
                    <a:pt x="4354" y="7374"/>
                  </a:lnTo>
                  <a:lnTo>
                    <a:pt x="4354" y="7273"/>
                  </a:lnTo>
                  <a:close/>
                  <a:moveTo>
                    <a:pt x="5883" y="7273"/>
                  </a:moveTo>
                  <a:lnTo>
                    <a:pt x="5883" y="7374"/>
                  </a:lnTo>
                  <a:lnTo>
                    <a:pt x="5883" y="8156"/>
                  </a:lnTo>
                  <a:lnTo>
                    <a:pt x="5412" y="7602"/>
                  </a:lnTo>
                  <a:lnTo>
                    <a:pt x="5883" y="7273"/>
                  </a:lnTo>
                  <a:close/>
                  <a:moveTo>
                    <a:pt x="5879" y="8772"/>
                  </a:moveTo>
                  <a:lnTo>
                    <a:pt x="5883" y="8779"/>
                  </a:lnTo>
                  <a:lnTo>
                    <a:pt x="5883" y="9891"/>
                  </a:lnTo>
                  <a:lnTo>
                    <a:pt x="5792" y="9011"/>
                  </a:lnTo>
                  <a:lnTo>
                    <a:pt x="5879" y="8772"/>
                  </a:lnTo>
                  <a:close/>
                  <a:moveTo>
                    <a:pt x="4361" y="8772"/>
                  </a:moveTo>
                  <a:lnTo>
                    <a:pt x="4452" y="9011"/>
                  </a:lnTo>
                  <a:lnTo>
                    <a:pt x="4354" y="9920"/>
                  </a:lnTo>
                  <a:lnTo>
                    <a:pt x="4354" y="8779"/>
                  </a:lnTo>
                  <a:lnTo>
                    <a:pt x="4361" y="8772"/>
                  </a:lnTo>
                  <a:close/>
                  <a:moveTo>
                    <a:pt x="5118" y="7877"/>
                  </a:moveTo>
                  <a:lnTo>
                    <a:pt x="5582" y="8424"/>
                  </a:lnTo>
                  <a:lnTo>
                    <a:pt x="5397" y="8917"/>
                  </a:lnTo>
                  <a:cubicBezTo>
                    <a:pt x="5386" y="8946"/>
                    <a:pt x="5383" y="8978"/>
                    <a:pt x="5386" y="9011"/>
                  </a:cubicBezTo>
                  <a:lnTo>
                    <a:pt x="5386" y="9007"/>
                  </a:lnTo>
                  <a:lnTo>
                    <a:pt x="5586" y="10887"/>
                  </a:lnTo>
                  <a:lnTo>
                    <a:pt x="4658" y="10887"/>
                  </a:lnTo>
                  <a:lnTo>
                    <a:pt x="4854" y="9007"/>
                  </a:lnTo>
                  <a:cubicBezTo>
                    <a:pt x="4858" y="8978"/>
                    <a:pt x="4854" y="8946"/>
                    <a:pt x="4843" y="8917"/>
                  </a:cubicBezTo>
                  <a:lnTo>
                    <a:pt x="4658" y="8421"/>
                  </a:lnTo>
                  <a:lnTo>
                    <a:pt x="5118" y="7877"/>
                  </a:lnTo>
                  <a:close/>
                  <a:moveTo>
                    <a:pt x="4669" y="0"/>
                  </a:moveTo>
                  <a:cubicBezTo>
                    <a:pt x="4600" y="0"/>
                    <a:pt x="4528" y="4"/>
                    <a:pt x="4459" y="15"/>
                  </a:cubicBezTo>
                  <a:cubicBezTo>
                    <a:pt x="3557" y="120"/>
                    <a:pt x="2876" y="884"/>
                    <a:pt x="2876" y="1797"/>
                  </a:cubicBezTo>
                  <a:lnTo>
                    <a:pt x="2876" y="2688"/>
                  </a:lnTo>
                  <a:cubicBezTo>
                    <a:pt x="2474" y="2789"/>
                    <a:pt x="2206" y="3169"/>
                    <a:pt x="2246" y="3582"/>
                  </a:cubicBezTo>
                  <a:cubicBezTo>
                    <a:pt x="2290" y="3995"/>
                    <a:pt x="2627" y="4314"/>
                    <a:pt x="3043" y="4332"/>
                  </a:cubicBezTo>
                  <a:cubicBezTo>
                    <a:pt x="3224" y="4813"/>
                    <a:pt x="3539" y="5226"/>
                    <a:pt x="3956" y="5527"/>
                  </a:cubicBezTo>
                  <a:lnTo>
                    <a:pt x="3956" y="6740"/>
                  </a:lnTo>
                  <a:lnTo>
                    <a:pt x="1902" y="7399"/>
                  </a:lnTo>
                  <a:cubicBezTo>
                    <a:pt x="769" y="7758"/>
                    <a:pt x="1" y="8812"/>
                    <a:pt x="1" y="10000"/>
                  </a:cubicBezTo>
                  <a:lnTo>
                    <a:pt x="1" y="11086"/>
                  </a:lnTo>
                  <a:cubicBezTo>
                    <a:pt x="1" y="11199"/>
                    <a:pt x="91" y="11289"/>
                    <a:pt x="204" y="11289"/>
                  </a:cubicBezTo>
                  <a:lnTo>
                    <a:pt x="2163" y="11289"/>
                  </a:lnTo>
                  <a:cubicBezTo>
                    <a:pt x="2431" y="11289"/>
                    <a:pt x="2431" y="10887"/>
                    <a:pt x="2163" y="10887"/>
                  </a:cubicBezTo>
                  <a:lnTo>
                    <a:pt x="403" y="10887"/>
                  </a:lnTo>
                  <a:lnTo>
                    <a:pt x="403" y="10003"/>
                  </a:lnTo>
                  <a:cubicBezTo>
                    <a:pt x="403" y="9782"/>
                    <a:pt x="435" y="9565"/>
                    <a:pt x="493" y="9355"/>
                  </a:cubicBezTo>
                  <a:cubicBezTo>
                    <a:pt x="511" y="9297"/>
                    <a:pt x="530" y="9239"/>
                    <a:pt x="551" y="9181"/>
                  </a:cubicBezTo>
                  <a:cubicBezTo>
                    <a:pt x="573" y="9127"/>
                    <a:pt x="595" y="9069"/>
                    <a:pt x="620" y="9015"/>
                  </a:cubicBezTo>
                  <a:cubicBezTo>
                    <a:pt x="895" y="8424"/>
                    <a:pt x="1406" y="7975"/>
                    <a:pt x="2025" y="7780"/>
                  </a:cubicBezTo>
                  <a:lnTo>
                    <a:pt x="3188" y="7407"/>
                  </a:lnTo>
                  <a:lnTo>
                    <a:pt x="3952" y="7160"/>
                  </a:lnTo>
                  <a:lnTo>
                    <a:pt x="3952" y="10887"/>
                  </a:lnTo>
                  <a:lnTo>
                    <a:pt x="2953" y="10887"/>
                  </a:lnTo>
                  <a:cubicBezTo>
                    <a:pt x="2688" y="10887"/>
                    <a:pt x="2688" y="11289"/>
                    <a:pt x="2953" y="11289"/>
                  </a:cubicBezTo>
                  <a:lnTo>
                    <a:pt x="10033" y="11289"/>
                  </a:lnTo>
                  <a:cubicBezTo>
                    <a:pt x="10145" y="11289"/>
                    <a:pt x="10232" y="11199"/>
                    <a:pt x="10232" y="11086"/>
                  </a:cubicBezTo>
                  <a:lnTo>
                    <a:pt x="10232" y="10000"/>
                  </a:lnTo>
                  <a:cubicBezTo>
                    <a:pt x="10232" y="9323"/>
                    <a:pt x="9982" y="8671"/>
                    <a:pt x="9530" y="8167"/>
                  </a:cubicBezTo>
                  <a:cubicBezTo>
                    <a:pt x="9489" y="8125"/>
                    <a:pt x="9435" y="8103"/>
                    <a:pt x="9381" y="8103"/>
                  </a:cubicBezTo>
                  <a:cubicBezTo>
                    <a:pt x="9333" y="8103"/>
                    <a:pt x="9285" y="8121"/>
                    <a:pt x="9247" y="8156"/>
                  </a:cubicBezTo>
                  <a:cubicBezTo>
                    <a:pt x="9164" y="8229"/>
                    <a:pt x="9157" y="8356"/>
                    <a:pt x="9233" y="8439"/>
                  </a:cubicBezTo>
                  <a:cubicBezTo>
                    <a:pt x="9620" y="8866"/>
                    <a:pt x="9834" y="9424"/>
                    <a:pt x="9834" y="10003"/>
                  </a:cubicBezTo>
                  <a:lnTo>
                    <a:pt x="9834" y="10887"/>
                  </a:lnTo>
                  <a:lnTo>
                    <a:pt x="6285" y="10887"/>
                  </a:lnTo>
                  <a:lnTo>
                    <a:pt x="6285" y="7164"/>
                  </a:lnTo>
                  <a:lnTo>
                    <a:pt x="8211" y="7780"/>
                  </a:lnTo>
                  <a:cubicBezTo>
                    <a:pt x="8367" y="7830"/>
                    <a:pt x="8519" y="7899"/>
                    <a:pt x="8664" y="7979"/>
                  </a:cubicBezTo>
                  <a:cubicBezTo>
                    <a:pt x="8702" y="8002"/>
                    <a:pt x="8739" y="8012"/>
                    <a:pt x="8773" y="8012"/>
                  </a:cubicBezTo>
                  <a:cubicBezTo>
                    <a:pt x="8952" y="8012"/>
                    <a:pt x="9067" y="7740"/>
                    <a:pt x="8863" y="7631"/>
                  </a:cubicBezTo>
                  <a:cubicBezTo>
                    <a:pt x="8693" y="7537"/>
                    <a:pt x="8519" y="7457"/>
                    <a:pt x="8334" y="7399"/>
                  </a:cubicBezTo>
                  <a:lnTo>
                    <a:pt x="6285" y="6740"/>
                  </a:lnTo>
                  <a:lnTo>
                    <a:pt x="6285" y="5531"/>
                  </a:lnTo>
                  <a:cubicBezTo>
                    <a:pt x="6697" y="5230"/>
                    <a:pt x="7016" y="4813"/>
                    <a:pt x="7197" y="4335"/>
                  </a:cubicBezTo>
                  <a:cubicBezTo>
                    <a:pt x="7610" y="4317"/>
                    <a:pt x="7951" y="3999"/>
                    <a:pt x="7990" y="3586"/>
                  </a:cubicBezTo>
                  <a:cubicBezTo>
                    <a:pt x="8034" y="3173"/>
                    <a:pt x="7766" y="2789"/>
                    <a:pt x="7360" y="2691"/>
                  </a:cubicBezTo>
                  <a:lnTo>
                    <a:pt x="7360" y="1797"/>
                  </a:lnTo>
                  <a:cubicBezTo>
                    <a:pt x="7360" y="804"/>
                    <a:pt x="6560" y="4"/>
                    <a:pt x="556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3812;p79">
              <a:extLst>
                <a:ext uri="{FF2B5EF4-FFF2-40B4-BE49-F238E27FC236}">
                  <a16:creationId xmlns:a16="http://schemas.microsoft.com/office/drawing/2014/main" id="{DEF8047A-FBFF-52C9-14D1-372A883D272D}"/>
                </a:ext>
              </a:extLst>
            </p:cNvPr>
            <p:cNvSpPr/>
            <p:nvPr/>
          </p:nvSpPr>
          <p:spPr>
            <a:xfrm>
              <a:off x="4250250" y="3417711"/>
              <a:ext cx="43809" cy="63289"/>
            </a:xfrm>
            <a:custGeom>
              <a:avLst/>
              <a:gdLst/>
              <a:ahLst/>
              <a:cxnLst/>
              <a:rect l="l" t="t" r="r" b="b"/>
              <a:pathLst>
                <a:path w="1671" h="2414" extrusionOk="0">
                  <a:moveTo>
                    <a:pt x="829" y="1"/>
                  </a:moveTo>
                  <a:cubicBezTo>
                    <a:pt x="504" y="1"/>
                    <a:pt x="205" y="191"/>
                    <a:pt x="69" y="495"/>
                  </a:cubicBezTo>
                  <a:cubicBezTo>
                    <a:pt x="1" y="651"/>
                    <a:pt x="130" y="775"/>
                    <a:pt x="260" y="775"/>
                  </a:cubicBezTo>
                  <a:cubicBezTo>
                    <a:pt x="328" y="775"/>
                    <a:pt x="396" y="740"/>
                    <a:pt x="435" y="658"/>
                  </a:cubicBezTo>
                  <a:cubicBezTo>
                    <a:pt x="507" y="488"/>
                    <a:pt x="669" y="395"/>
                    <a:pt x="833" y="395"/>
                  </a:cubicBezTo>
                  <a:cubicBezTo>
                    <a:pt x="949" y="395"/>
                    <a:pt x="1065" y="441"/>
                    <a:pt x="1152" y="538"/>
                  </a:cubicBezTo>
                  <a:cubicBezTo>
                    <a:pt x="1362" y="773"/>
                    <a:pt x="1257" y="1147"/>
                    <a:pt x="957" y="1237"/>
                  </a:cubicBezTo>
                  <a:cubicBezTo>
                    <a:pt x="670" y="1328"/>
                    <a:pt x="489" y="1418"/>
                    <a:pt x="489" y="1599"/>
                  </a:cubicBezTo>
                  <a:lnTo>
                    <a:pt x="489" y="2215"/>
                  </a:lnTo>
                  <a:cubicBezTo>
                    <a:pt x="489" y="2347"/>
                    <a:pt x="590" y="2413"/>
                    <a:pt x="690" y="2413"/>
                  </a:cubicBezTo>
                  <a:cubicBezTo>
                    <a:pt x="791" y="2413"/>
                    <a:pt x="891" y="2347"/>
                    <a:pt x="891" y="2215"/>
                  </a:cubicBezTo>
                  <a:lnTo>
                    <a:pt x="891" y="1690"/>
                  </a:lnTo>
                  <a:cubicBezTo>
                    <a:pt x="953" y="1664"/>
                    <a:pt x="1015" y="1639"/>
                    <a:pt x="1076" y="1621"/>
                  </a:cubicBezTo>
                  <a:cubicBezTo>
                    <a:pt x="1261" y="1563"/>
                    <a:pt x="1420" y="1443"/>
                    <a:pt x="1529" y="1284"/>
                  </a:cubicBezTo>
                  <a:cubicBezTo>
                    <a:pt x="1627" y="1128"/>
                    <a:pt x="1670" y="951"/>
                    <a:pt x="1659" y="770"/>
                  </a:cubicBezTo>
                  <a:cubicBezTo>
                    <a:pt x="1630" y="390"/>
                    <a:pt x="1344" y="78"/>
                    <a:pt x="971" y="13"/>
                  </a:cubicBezTo>
                  <a:cubicBezTo>
                    <a:pt x="923" y="5"/>
                    <a:pt x="876" y="1"/>
                    <a:pt x="82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3813;p79">
              <a:extLst>
                <a:ext uri="{FF2B5EF4-FFF2-40B4-BE49-F238E27FC236}">
                  <a16:creationId xmlns:a16="http://schemas.microsoft.com/office/drawing/2014/main" id="{473EED42-75A3-A842-3890-450DC6C592FB}"/>
                </a:ext>
              </a:extLst>
            </p:cNvPr>
            <p:cNvSpPr/>
            <p:nvPr/>
          </p:nvSpPr>
          <p:spPr>
            <a:xfrm>
              <a:off x="4261655" y="3486112"/>
              <a:ext cx="16438" cy="14105"/>
            </a:xfrm>
            <a:custGeom>
              <a:avLst/>
              <a:gdLst/>
              <a:ahLst/>
              <a:cxnLst/>
              <a:rect l="l" t="t" r="r" b="b"/>
              <a:pathLst>
                <a:path w="627" h="538" extrusionOk="0">
                  <a:moveTo>
                    <a:pt x="268" y="1"/>
                  </a:moveTo>
                  <a:cubicBezTo>
                    <a:pt x="120" y="1"/>
                    <a:pt x="0" y="120"/>
                    <a:pt x="0" y="269"/>
                  </a:cubicBezTo>
                  <a:cubicBezTo>
                    <a:pt x="0" y="430"/>
                    <a:pt x="132" y="537"/>
                    <a:pt x="269" y="537"/>
                  </a:cubicBezTo>
                  <a:cubicBezTo>
                    <a:pt x="335" y="537"/>
                    <a:pt x="402" y="512"/>
                    <a:pt x="456" y="457"/>
                  </a:cubicBezTo>
                  <a:cubicBezTo>
                    <a:pt x="627" y="290"/>
                    <a:pt x="507" y="1"/>
                    <a:pt x="268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" name="Google Shape;2449;p53">
            <a:extLst>
              <a:ext uri="{FF2B5EF4-FFF2-40B4-BE49-F238E27FC236}">
                <a16:creationId xmlns:a16="http://schemas.microsoft.com/office/drawing/2014/main" id="{EBEAA804-6481-A056-B697-F385899CAC98}"/>
              </a:ext>
            </a:extLst>
          </p:cNvPr>
          <p:cNvSpPr txBox="1"/>
          <p:nvPr/>
        </p:nvSpPr>
        <p:spPr>
          <a:xfrm>
            <a:off x="4880400" y="2950602"/>
            <a:ext cx="2142146" cy="1377044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PROMPT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+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[User Query: …] +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[Context: …]</a:t>
            </a:r>
            <a:endParaRPr sz="11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0" name="Google Shape;2460;p53">
            <a:extLst>
              <a:ext uri="{FF2B5EF4-FFF2-40B4-BE49-F238E27FC236}">
                <a16:creationId xmlns:a16="http://schemas.microsoft.com/office/drawing/2014/main" id="{2B014BDD-5E1D-B380-A3BC-6E1017FFDB9A}"/>
              </a:ext>
            </a:extLst>
          </p:cNvPr>
          <p:cNvCxnSpPr>
            <a:cxnSpLocks/>
            <a:stCxn id="29" idx="3"/>
            <a:endCxn id="38" idx="2"/>
          </p:cNvCxnSpPr>
          <p:nvPr/>
        </p:nvCxnSpPr>
        <p:spPr>
          <a:xfrm flipV="1">
            <a:off x="7022546" y="2859937"/>
            <a:ext cx="519000" cy="779187"/>
          </a:xfrm>
          <a:prstGeom prst="bentConnector3">
            <a:avLst>
              <a:gd name="adj1" fmla="val 50000"/>
            </a:avLst>
          </a:prstGeom>
          <a:ln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8" name="Speech Bubble: Oval 37">
            <a:extLst>
              <a:ext uri="{FF2B5EF4-FFF2-40B4-BE49-F238E27FC236}">
                <a16:creationId xmlns:a16="http://schemas.microsoft.com/office/drawing/2014/main" id="{A406E74E-9269-A933-327C-A50E760AC975}"/>
              </a:ext>
            </a:extLst>
          </p:cNvPr>
          <p:cNvSpPr/>
          <p:nvPr/>
        </p:nvSpPr>
        <p:spPr>
          <a:xfrm>
            <a:off x="7541546" y="2446722"/>
            <a:ext cx="1152292" cy="826430"/>
          </a:xfrm>
          <a:prstGeom prst="wedgeEllipse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LLM</a:t>
            </a:r>
          </a:p>
        </p:txBody>
      </p:sp>
      <p:cxnSp>
        <p:nvCxnSpPr>
          <p:cNvPr id="39" name="Google Shape;2460;p53">
            <a:extLst>
              <a:ext uri="{FF2B5EF4-FFF2-40B4-BE49-F238E27FC236}">
                <a16:creationId xmlns:a16="http://schemas.microsoft.com/office/drawing/2014/main" id="{A776F13E-C04C-143D-CF1D-5D681542B904}"/>
              </a:ext>
            </a:extLst>
          </p:cNvPr>
          <p:cNvCxnSpPr>
            <a:cxnSpLocks/>
            <a:stCxn id="38" idx="0"/>
            <a:endCxn id="48" idx="3"/>
          </p:cNvCxnSpPr>
          <p:nvPr/>
        </p:nvCxnSpPr>
        <p:spPr>
          <a:xfrm rot="16200000" flipV="1">
            <a:off x="7395472" y="1724502"/>
            <a:ext cx="868294" cy="576146"/>
          </a:xfrm>
          <a:prstGeom prst="bentConnector2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4AB26D71-D032-229B-D463-B1820BD4D9A1}"/>
              </a:ext>
            </a:extLst>
          </p:cNvPr>
          <p:cNvSpPr txBox="1"/>
          <p:nvPr/>
        </p:nvSpPr>
        <p:spPr>
          <a:xfrm>
            <a:off x="6550569" y="1424539"/>
            <a:ext cx="9909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tx2">
                    <a:lumMod val="75000"/>
                  </a:schemeClr>
                </a:solidFill>
              </a:rPr>
              <a:t>Response</a:t>
            </a:r>
          </a:p>
        </p:txBody>
      </p: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2EC78308-2650-4546-DBD6-FCC9F8E3B0A7}"/>
              </a:ext>
            </a:extLst>
          </p:cNvPr>
          <p:cNvCxnSpPr>
            <a:cxnSpLocks/>
            <a:stCxn id="48" idx="1"/>
            <a:endCxn id="3" idx="6"/>
          </p:cNvCxnSpPr>
          <p:nvPr/>
        </p:nvCxnSpPr>
        <p:spPr>
          <a:xfrm rot="10800000">
            <a:off x="4880401" y="1575670"/>
            <a:ext cx="1670169" cy="275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3" name="Connector: Elbow 62">
            <a:extLst>
              <a:ext uri="{FF2B5EF4-FFF2-40B4-BE49-F238E27FC236}">
                <a16:creationId xmlns:a16="http://schemas.microsoft.com/office/drawing/2014/main" id="{378E78CB-77FD-16C1-1837-6D0ED5023FBE}"/>
              </a:ext>
            </a:extLst>
          </p:cNvPr>
          <p:cNvCxnSpPr>
            <a:cxnSpLocks/>
            <a:stCxn id="2435" idx="3"/>
            <a:endCxn id="29" idx="0"/>
          </p:cNvCxnSpPr>
          <p:nvPr/>
        </p:nvCxnSpPr>
        <p:spPr>
          <a:xfrm>
            <a:off x="5529954" y="2511770"/>
            <a:ext cx="421519" cy="438832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435" name="TextBox 2434">
            <a:extLst>
              <a:ext uri="{FF2B5EF4-FFF2-40B4-BE49-F238E27FC236}">
                <a16:creationId xmlns:a16="http://schemas.microsoft.com/office/drawing/2014/main" id="{22BCE5C1-22A5-2E97-A163-EA5EE21E193F}"/>
              </a:ext>
            </a:extLst>
          </p:cNvPr>
          <p:cNvSpPr txBox="1"/>
          <p:nvPr/>
        </p:nvSpPr>
        <p:spPr>
          <a:xfrm>
            <a:off x="3614045" y="2357881"/>
            <a:ext cx="19159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tx2">
                    <a:lumMod val="75000"/>
                  </a:schemeClr>
                </a:solidFill>
              </a:rPr>
              <a:t>User Query: Question</a:t>
            </a:r>
          </a:p>
        </p:txBody>
      </p:sp>
      <p:cxnSp>
        <p:nvCxnSpPr>
          <p:cNvPr id="2488" name="Connector: Elbow 2487">
            <a:extLst>
              <a:ext uri="{FF2B5EF4-FFF2-40B4-BE49-F238E27FC236}">
                <a16:creationId xmlns:a16="http://schemas.microsoft.com/office/drawing/2014/main" id="{29EB44D9-1BA3-70BB-3A0B-3CB8750FC839}"/>
              </a:ext>
            </a:extLst>
          </p:cNvPr>
          <p:cNvCxnSpPr>
            <a:cxnSpLocks/>
            <a:stCxn id="2435" idx="1"/>
            <a:endCxn id="2506" idx="0"/>
          </p:cNvCxnSpPr>
          <p:nvPr/>
        </p:nvCxnSpPr>
        <p:spPr>
          <a:xfrm rot="10800000" flipV="1">
            <a:off x="1979059" y="2511770"/>
            <a:ext cx="1634986" cy="438832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491" name="Connector: Elbow 2490">
            <a:extLst>
              <a:ext uri="{FF2B5EF4-FFF2-40B4-BE49-F238E27FC236}">
                <a16:creationId xmlns:a16="http://schemas.microsoft.com/office/drawing/2014/main" id="{8EE590D2-4A79-A525-D924-E521EA3E197D}"/>
              </a:ext>
            </a:extLst>
          </p:cNvPr>
          <p:cNvCxnSpPr>
            <a:cxnSpLocks/>
            <a:stCxn id="3" idx="4"/>
            <a:endCxn id="2435" idx="0"/>
          </p:cNvCxnSpPr>
          <p:nvPr/>
        </p:nvCxnSpPr>
        <p:spPr>
          <a:xfrm rot="5400000">
            <a:off x="4335095" y="2120975"/>
            <a:ext cx="473811" cy="12700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495" name="Connector: Elbow 2494">
            <a:extLst>
              <a:ext uri="{FF2B5EF4-FFF2-40B4-BE49-F238E27FC236}">
                <a16:creationId xmlns:a16="http://schemas.microsoft.com/office/drawing/2014/main" id="{093B43AC-D41A-D2D3-9F7E-6296E52E1793}"/>
              </a:ext>
            </a:extLst>
          </p:cNvPr>
          <p:cNvCxnSpPr>
            <a:cxnSpLocks/>
            <a:stCxn id="2506" idx="3"/>
            <a:endCxn id="2500" idx="1"/>
          </p:cNvCxnSpPr>
          <p:nvPr/>
        </p:nvCxnSpPr>
        <p:spPr>
          <a:xfrm>
            <a:off x="3150224" y="3643263"/>
            <a:ext cx="395397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500" name="TextBox 2499">
            <a:extLst>
              <a:ext uri="{FF2B5EF4-FFF2-40B4-BE49-F238E27FC236}">
                <a16:creationId xmlns:a16="http://schemas.microsoft.com/office/drawing/2014/main" id="{EB027A01-FEBF-F611-7083-A9E77943475F}"/>
              </a:ext>
            </a:extLst>
          </p:cNvPr>
          <p:cNvSpPr txBox="1"/>
          <p:nvPr/>
        </p:nvSpPr>
        <p:spPr>
          <a:xfrm>
            <a:off x="3545621" y="3489375"/>
            <a:ext cx="9108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tx2">
                    <a:lumMod val="75000"/>
                  </a:schemeClr>
                </a:solidFill>
              </a:rPr>
              <a:t>Retriever</a:t>
            </a:r>
          </a:p>
        </p:txBody>
      </p:sp>
      <p:sp>
        <p:nvSpPr>
          <p:cNvPr id="2506" name="Rectangle: Rounded Corners 2505">
            <a:extLst>
              <a:ext uri="{FF2B5EF4-FFF2-40B4-BE49-F238E27FC236}">
                <a16:creationId xmlns:a16="http://schemas.microsoft.com/office/drawing/2014/main" id="{C35A4A56-BBAD-5429-D526-7ABA78E0EF9D}"/>
              </a:ext>
            </a:extLst>
          </p:cNvPr>
          <p:cNvSpPr/>
          <p:nvPr/>
        </p:nvSpPr>
        <p:spPr>
          <a:xfrm>
            <a:off x="807893" y="2950602"/>
            <a:ext cx="2342331" cy="138532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2510" name="Google Shape;3093;p63">
            <a:extLst>
              <a:ext uri="{FF2B5EF4-FFF2-40B4-BE49-F238E27FC236}">
                <a16:creationId xmlns:a16="http://schemas.microsoft.com/office/drawing/2014/main" id="{A09D610F-5320-B46D-5CCD-2EB0D5CE5C2B}"/>
              </a:ext>
            </a:extLst>
          </p:cNvPr>
          <p:cNvGrpSpPr/>
          <p:nvPr/>
        </p:nvGrpSpPr>
        <p:grpSpPr>
          <a:xfrm>
            <a:off x="2237607" y="3180225"/>
            <a:ext cx="818923" cy="1002593"/>
            <a:chOff x="6974625" y="1969818"/>
            <a:chExt cx="379704" cy="379354"/>
          </a:xfrm>
        </p:grpSpPr>
        <p:sp>
          <p:nvSpPr>
            <p:cNvPr id="2511" name="Google Shape;3094;p63">
              <a:extLst>
                <a:ext uri="{FF2B5EF4-FFF2-40B4-BE49-F238E27FC236}">
                  <a16:creationId xmlns:a16="http://schemas.microsoft.com/office/drawing/2014/main" id="{25550366-302C-775B-9146-AB575222C4DF}"/>
                </a:ext>
              </a:extLst>
            </p:cNvPr>
            <p:cNvSpPr/>
            <p:nvPr/>
          </p:nvSpPr>
          <p:spPr>
            <a:xfrm>
              <a:off x="7047557" y="2313306"/>
              <a:ext cx="233838" cy="19597"/>
            </a:xfrm>
            <a:custGeom>
              <a:avLst/>
              <a:gdLst/>
              <a:ahLst/>
              <a:cxnLst/>
              <a:rect l="l" t="t" r="r" b="b"/>
              <a:pathLst>
                <a:path w="12004" h="1006" extrusionOk="0">
                  <a:moveTo>
                    <a:pt x="124" y="1"/>
                  </a:moveTo>
                  <a:cubicBezTo>
                    <a:pt x="48" y="1"/>
                    <a:pt x="1" y="54"/>
                    <a:pt x="1" y="124"/>
                  </a:cubicBezTo>
                  <a:lnTo>
                    <a:pt x="1" y="859"/>
                  </a:lnTo>
                  <a:cubicBezTo>
                    <a:pt x="1" y="935"/>
                    <a:pt x="48" y="1006"/>
                    <a:pt x="124" y="1006"/>
                  </a:cubicBezTo>
                  <a:lnTo>
                    <a:pt x="11880" y="1006"/>
                  </a:lnTo>
                  <a:cubicBezTo>
                    <a:pt x="11950" y="1006"/>
                    <a:pt x="12003" y="935"/>
                    <a:pt x="12003" y="859"/>
                  </a:cubicBezTo>
                  <a:lnTo>
                    <a:pt x="12003" y="124"/>
                  </a:lnTo>
                  <a:cubicBezTo>
                    <a:pt x="12003" y="54"/>
                    <a:pt x="11950" y="1"/>
                    <a:pt x="11880" y="1"/>
                  </a:cubicBezTo>
                  <a:close/>
                </a:path>
              </a:pathLst>
            </a:custGeom>
            <a:solidFill>
              <a:srgbClr val="FF93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" name="Google Shape;3095;p63">
              <a:extLst>
                <a:ext uri="{FF2B5EF4-FFF2-40B4-BE49-F238E27FC236}">
                  <a16:creationId xmlns:a16="http://schemas.microsoft.com/office/drawing/2014/main" id="{E813EDB3-AD44-218D-F041-C6EF582EC223}"/>
                </a:ext>
              </a:extLst>
            </p:cNvPr>
            <p:cNvSpPr/>
            <p:nvPr/>
          </p:nvSpPr>
          <p:spPr>
            <a:xfrm>
              <a:off x="7266588" y="2313306"/>
              <a:ext cx="14805" cy="19597"/>
            </a:xfrm>
            <a:custGeom>
              <a:avLst/>
              <a:gdLst/>
              <a:ahLst/>
              <a:cxnLst/>
              <a:rect l="l" t="t" r="r" b="b"/>
              <a:pathLst>
                <a:path w="760" h="1006" extrusionOk="0">
                  <a:moveTo>
                    <a:pt x="1" y="1"/>
                  </a:moveTo>
                  <a:lnTo>
                    <a:pt x="1" y="1006"/>
                  </a:lnTo>
                  <a:lnTo>
                    <a:pt x="636" y="1006"/>
                  </a:lnTo>
                  <a:cubicBezTo>
                    <a:pt x="706" y="1006"/>
                    <a:pt x="759" y="935"/>
                    <a:pt x="759" y="859"/>
                  </a:cubicBezTo>
                  <a:lnTo>
                    <a:pt x="759" y="124"/>
                  </a:lnTo>
                  <a:cubicBezTo>
                    <a:pt x="759" y="54"/>
                    <a:pt x="706" y="1"/>
                    <a:pt x="636" y="1"/>
                  </a:cubicBezTo>
                  <a:close/>
                </a:path>
              </a:pathLst>
            </a:custGeom>
            <a:solidFill>
              <a:srgbClr val="FF61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3" name="Google Shape;3096;p63">
              <a:extLst>
                <a:ext uri="{FF2B5EF4-FFF2-40B4-BE49-F238E27FC236}">
                  <a16:creationId xmlns:a16="http://schemas.microsoft.com/office/drawing/2014/main" id="{96B5A3F8-0B69-D718-A763-F43F6D00D661}"/>
                </a:ext>
              </a:extLst>
            </p:cNvPr>
            <p:cNvSpPr/>
            <p:nvPr/>
          </p:nvSpPr>
          <p:spPr>
            <a:xfrm>
              <a:off x="7154385" y="2047095"/>
              <a:ext cx="20064" cy="31051"/>
            </a:xfrm>
            <a:custGeom>
              <a:avLst/>
              <a:gdLst/>
              <a:ahLst/>
              <a:cxnLst/>
              <a:rect l="l" t="t" r="r" b="b"/>
              <a:pathLst>
                <a:path w="1030" h="1594" extrusionOk="0">
                  <a:moveTo>
                    <a:pt x="1" y="1"/>
                  </a:moveTo>
                  <a:lnTo>
                    <a:pt x="1" y="1594"/>
                  </a:lnTo>
                  <a:lnTo>
                    <a:pt x="1029" y="1594"/>
                  </a:lnTo>
                  <a:lnTo>
                    <a:pt x="1029" y="1"/>
                  </a:lnTo>
                  <a:close/>
                </a:path>
              </a:pathLst>
            </a:custGeom>
            <a:solidFill>
              <a:srgbClr val="FF93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4" name="Google Shape;3097;p63">
              <a:extLst>
                <a:ext uri="{FF2B5EF4-FFF2-40B4-BE49-F238E27FC236}">
                  <a16:creationId xmlns:a16="http://schemas.microsoft.com/office/drawing/2014/main" id="{8CF28CDF-4D5B-100E-C898-1ECBE6FD8487}"/>
                </a:ext>
              </a:extLst>
            </p:cNvPr>
            <p:cNvSpPr/>
            <p:nvPr/>
          </p:nvSpPr>
          <p:spPr>
            <a:xfrm>
              <a:off x="7154385" y="2150143"/>
              <a:ext cx="20064" cy="31051"/>
            </a:xfrm>
            <a:custGeom>
              <a:avLst/>
              <a:gdLst/>
              <a:ahLst/>
              <a:cxnLst/>
              <a:rect l="l" t="t" r="r" b="b"/>
              <a:pathLst>
                <a:path w="1030" h="1594" extrusionOk="0">
                  <a:moveTo>
                    <a:pt x="1" y="1"/>
                  </a:moveTo>
                  <a:lnTo>
                    <a:pt x="1" y="1594"/>
                  </a:lnTo>
                  <a:lnTo>
                    <a:pt x="1029" y="1594"/>
                  </a:lnTo>
                  <a:lnTo>
                    <a:pt x="1029" y="1"/>
                  </a:lnTo>
                  <a:close/>
                </a:path>
              </a:pathLst>
            </a:custGeom>
            <a:solidFill>
              <a:srgbClr val="FF93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5" name="Google Shape;3098;p63">
              <a:extLst>
                <a:ext uri="{FF2B5EF4-FFF2-40B4-BE49-F238E27FC236}">
                  <a16:creationId xmlns:a16="http://schemas.microsoft.com/office/drawing/2014/main" id="{A884C804-5977-EB14-DAE0-DC4F98D87521}"/>
                </a:ext>
              </a:extLst>
            </p:cNvPr>
            <p:cNvSpPr/>
            <p:nvPr/>
          </p:nvSpPr>
          <p:spPr>
            <a:xfrm>
              <a:off x="7154385" y="2253191"/>
              <a:ext cx="20064" cy="60135"/>
            </a:xfrm>
            <a:custGeom>
              <a:avLst/>
              <a:gdLst/>
              <a:ahLst/>
              <a:cxnLst/>
              <a:rect l="l" t="t" r="r" b="b"/>
              <a:pathLst>
                <a:path w="1030" h="3087" extrusionOk="0">
                  <a:moveTo>
                    <a:pt x="1" y="1"/>
                  </a:moveTo>
                  <a:lnTo>
                    <a:pt x="1" y="3087"/>
                  </a:lnTo>
                  <a:lnTo>
                    <a:pt x="1029" y="3087"/>
                  </a:lnTo>
                  <a:lnTo>
                    <a:pt x="1029" y="1"/>
                  </a:lnTo>
                  <a:close/>
                </a:path>
              </a:pathLst>
            </a:custGeom>
            <a:solidFill>
              <a:srgbClr val="FF93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6" name="Google Shape;3099;p63">
              <a:extLst>
                <a:ext uri="{FF2B5EF4-FFF2-40B4-BE49-F238E27FC236}">
                  <a16:creationId xmlns:a16="http://schemas.microsoft.com/office/drawing/2014/main" id="{B0466514-3290-EEEC-4C28-E7B72866F1BB}"/>
                </a:ext>
              </a:extLst>
            </p:cNvPr>
            <p:cNvSpPr/>
            <p:nvPr/>
          </p:nvSpPr>
          <p:spPr>
            <a:xfrm>
              <a:off x="7164456" y="2047095"/>
              <a:ext cx="9993" cy="31051"/>
            </a:xfrm>
            <a:custGeom>
              <a:avLst/>
              <a:gdLst/>
              <a:ahLst/>
              <a:cxnLst/>
              <a:rect l="l" t="t" r="r" b="b"/>
              <a:pathLst>
                <a:path w="513" h="1594" extrusionOk="0">
                  <a:moveTo>
                    <a:pt x="1" y="1"/>
                  </a:moveTo>
                  <a:lnTo>
                    <a:pt x="1" y="1594"/>
                  </a:lnTo>
                  <a:lnTo>
                    <a:pt x="512" y="1594"/>
                  </a:lnTo>
                  <a:lnTo>
                    <a:pt x="512" y="1"/>
                  </a:lnTo>
                  <a:close/>
                </a:path>
              </a:pathLst>
            </a:custGeom>
            <a:solidFill>
              <a:srgbClr val="FF61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7" name="Google Shape;3100;p63">
              <a:extLst>
                <a:ext uri="{FF2B5EF4-FFF2-40B4-BE49-F238E27FC236}">
                  <a16:creationId xmlns:a16="http://schemas.microsoft.com/office/drawing/2014/main" id="{A05A685D-D6CB-2DFF-CCB1-F8EB3A4A5507}"/>
                </a:ext>
              </a:extLst>
            </p:cNvPr>
            <p:cNvSpPr/>
            <p:nvPr/>
          </p:nvSpPr>
          <p:spPr>
            <a:xfrm>
              <a:off x="7164456" y="2150143"/>
              <a:ext cx="9993" cy="31051"/>
            </a:xfrm>
            <a:custGeom>
              <a:avLst/>
              <a:gdLst/>
              <a:ahLst/>
              <a:cxnLst/>
              <a:rect l="l" t="t" r="r" b="b"/>
              <a:pathLst>
                <a:path w="513" h="1594" extrusionOk="0">
                  <a:moveTo>
                    <a:pt x="1" y="1"/>
                  </a:moveTo>
                  <a:lnTo>
                    <a:pt x="1" y="1594"/>
                  </a:lnTo>
                  <a:lnTo>
                    <a:pt x="512" y="1594"/>
                  </a:lnTo>
                  <a:lnTo>
                    <a:pt x="512" y="1"/>
                  </a:lnTo>
                  <a:close/>
                </a:path>
              </a:pathLst>
            </a:custGeom>
            <a:solidFill>
              <a:srgbClr val="FF61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8" name="Google Shape;3101;p63">
              <a:extLst>
                <a:ext uri="{FF2B5EF4-FFF2-40B4-BE49-F238E27FC236}">
                  <a16:creationId xmlns:a16="http://schemas.microsoft.com/office/drawing/2014/main" id="{7E2DE2CD-2BA5-753F-F2BD-51C800F28BBD}"/>
                </a:ext>
              </a:extLst>
            </p:cNvPr>
            <p:cNvSpPr/>
            <p:nvPr/>
          </p:nvSpPr>
          <p:spPr>
            <a:xfrm>
              <a:off x="7164456" y="2253191"/>
              <a:ext cx="9993" cy="60135"/>
            </a:xfrm>
            <a:custGeom>
              <a:avLst/>
              <a:gdLst/>
              <a:ahLst/>
              <a:cxnLst/>
              <a:rect l="l" t="t" r="r" b="b"/>
              <a:pathLst>
                <a:path w="513" h="3087" extrusionOk="0">
                  <a:moveTo>
                    <a:pt x="1" y="1"/>
                  </a:moveTo>
                  <a:lnTo>
                    <a:pt x="1" y="3087"/>
                  </a:lnTo>
                  <a:lnTo>
                    <a:pt x="512" y="3087"/>
                  </a:lnTo>
                  <a:lnTo>
                    <a:pt x="512" y="1"/>
                  </a:lnTo>
                  <a:close/>
                </a:path>
              </a:pathLst>
            </a:custGeom>
            <a:solidFill>
              <a:srgbClr val="FF61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9" name="Google Shape;3102;p63">
              <a:extLst>
                <a:ext uri="{FF2B5EF4-FFF2-40B4-BE49-F238E27FC236}">
                  <a16:creationId xmlns:a16="http://schemas.microsoft.com/office/drawing/2014/main" id="{A0938748-65F2-6576-D950-B6C114AFB06E}"/>
                </a:ext>
              </a:extLst>
            </p:cNvPr>
            <p:cNvSpPr/>
            <p:nvPr/>
          </p:nvSpPr>
          <p:spPr>
            <a:xfrm>
              <a:off x="6980352" y="2078126"/>
              <a:ext cx="368250" cy="72037"/>
            </a:xfrm>
            <a:custGeom>
              <a:avLst/>
              <a:gdLst/>
              <a:ahLst/>
              <a:cxnLst/>
              <a:rect l="l" t="t" r="r" b="b"/>
              <a:pathLst>
                <a:path w="18904" h="3698" extrusionOk="0">
                  <a:moveTo>
                    <a:pt x="241" y="1"/>
                  </a:moveTo>
                  <a:cubicBezTo>
                    <a:pt x="94" y="1"/>
                    <a:pt x="0" y="101"/>
                    <a:pt x="0" y="248"/>
                  </a:cubicBezTo>
                  <a:lnTo>
                    <a:pt x="0" y="3457"/>
                  </a:lnTo>
                  <a:cubicBezTo>
                    <a:pt x="0" y="3604"/>
                    <a:pt x="94" y="3698"/>
                    <a:pt x="241" y="3698"/>
                  </a:cubicBezTo>
                  <a:lnTo>
                    <a:pt x="18662" y="3698"/>
                  </a:lnTo>
                  <a:cubicBezTo>
                    <a:pt x="18809" y="3698"/>
                    <a:pt x="18903" y="3604"/>
                    <a:pt x="18903" y="3457"/>
                  </a:cubicBezTo>
                  <a:lnTo>
                    <a:pt x="18903" y="248"/>
                  </a:lnTo>
                  <a:cubicBezTo>
                    <a:pt x="18903" y="101"/>
                    <a:pt x="18809" y="1"/>
                    <a:pt x="18662" y="1"/>
                  </a:cubicBezTo>
                  <a:close/>
                </a:path>
              </a:pathLst>
            </a:custGeom>
            <a:solidFill>
              <a:srgbClr val="356B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0" name="Google Shape;3103;p63">
              <a:extLst>
                <a:ext uri="{FF2B5EF4-FFF2-40B4-BE49-F238E27FC236}">
                  <a16:creationId xmlns:a16="http://schemas.microsoft.com/office/drawing/2014/main" id="{F343332E-8E90-172A-43F9-0296D541B8ED}"/>
                </a:ext>
              </a:extLst>
            </p:cNvPr>
            <p:cNvSpPr/>
            <p:nvPr/>
          </p:nvSpPr>
          <p:spPr>
            <a:xfrm>
              <a:off x="6980352" y="1975078"/>
              <a:ext cx="368250" cy="72037"/>
            </a:xfrm>
            <a:custGeom>
              <a:avLst/>
              <a:gdLst/>
              <a:ahLst/>
              <a:cxnLst/>
              <a:rect l="l" t="t" r="r" b="b"/>
              <a:pathLst>
                <a:path w="18904" h="3698" extrusionOk="0">
                  <a:moveTo>
                    <a:pt x="241" y="1"/>
                  </a:moveTo>
                  <a:cubicBezTo>
                    <a:pt x="94" y="1"/>
                    <a:pt x="0" y="124"/>
                    <a:pt x="0" y="248"/>
                  </a:cubicBezTo>
                  <a:lnTo>
                    <a:pt x="0" y="3457"/>
                  </a:lnTo>
                  <a:cubicBezTo>
                    <a:pt x="0" y="3604"/>
                    <a:pt x="94" y="3698"/>
                    <a:pt x="241" y="3698"/>
                  </a:cubicBezTo>
                  <a:lnTo>
                    <a:pt x="18662" y="3698"/>
                  </a:lnTo>
                  <a:cubicBezTo>
                    <a:pt x="18809" y="3698"/>
                    <a:pt x="18903" y="3604"/>
                    <a:pt x="18903" y="3457"/>
                  </a:cubicBezTo>
                  <a:lnTo>
                    <a:pt x="18903" y="248"/>
                  </a:lnTo>
                  <a:cubicBezTo>
                    <a:pt x="18903" y="124"/>
                    <a:pt x="18809" y="1"/>
                    <a:pt x="18662" y="1"/>
                  </a:cubicBezTo>
                  <a:close/>
                </a:path>
              </a:pathLst>
            </a:custGeom>
            <a:solidFill>
              <a:srgbClr val="866A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1" name="Google Shape;3104;p63">
              <a:extLst>
                <a:ext uri="{FF2B5EF4-FFF2-40B4-BE49-F238E27FC236}">
                  <a16:creationId xmlns:a16="http://schemas.microsoft.com/office/drawing/2014/main" id="{FA6C0087-0FDA-19CC-14A5-48EBA0423D38}"/>
                </a:ext>
              </a:extLst>
            </p:cNvPr>
            <p:cNvSpPr/>
            <p:nvPr/>
          </p:nvSpPr>
          <p:spPr>
            <a:xfrm>
              <a:off x="6980352" y="2181174"/>
              <a:ext cx="368250" cy="72037"/>
            </a:xfrm>
            <a:custGeom>
              <a:avLst/>
              <a:gdLst/>
              <a:ahLst/>
              <a:cxnLst/>
              <a:rect l="l" t="t" r="r" b="b"/>
              <a:pathLst>
                <a:path w="18904" h="3698" extrusionOk="0">
                  <a:moveTo>
                    <a:pt x="241" y="1"/>
                  </a:moveTo>
                  <a:cubicBezTo>
                    <a:pt x="94" y="1"/>
                    <a:pt x="0" y="101"/>
                    <a:pt x="0" y="248"/>
                  </a:cubicBezTo>
                  <a:lnTo>
                    <a:pt x="0" y="3457"/>
                  </a:lnTo>
                  <a:cubicBezTo>
                    <a:pt x="0" y="3575"/>
                    <a:pt x="94" y="3698"/>
                    <a:pt x="241" y="3698"/>
                  </a:cubicBezTo>
                  <a:lnTo>
                    <a:pt x="18662" y="3698"/>
                  </a:lnTo>
                  <a:cubicBezTo>
                    <a:pt x="18809" y="3698"/>
                    <a:pt x="18903" y="3575"/>
                    <a:pt x="18903" y="3457"/>
                  </a:cubicBezTo>
                  <a:lnTo>
                    <a:pt x="18903" y="248"/>
                  </a:lnTo>
                  <a:cubicBezTo>
                    <a:pt x="18903" y="101"/>
                    <a:pt x="18809" y="1"/>
                    <a:pt x="18662" y="1"/>
                  </a:cubicBezTo>
                  <a:close/>
                </a:path>
              </a:pathLst>
            </a:custGeom>
            <a:solidFill>
              <a:srgbClr val="866A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2" name="Google Shape;3105;p63">
              <a:extLst>
                <a:ext uri="{FF2B5EF4-FFF2-40B4-BE49-F238E27FC236}">
                  <a16:creationId xmlns:a16="http://schemas.microsoft.com/office/drawing/2014/main" id="{58CFC902-5B8E-51F5-2B33-969407827946}"/>
                </a:ext>
              </a:extLst>
            </p:cNvPr>
            <p:cNvSpPr/>
            <p:nvPr/>
          </p:nvSpPr>
          <p:spPr>
            <a:xfrm>
              <a:off x="7329002" y="1975078"/>
              <a:ext cx="19597" cy="72037"/>
            </a:xfrm>
            <a:custGeom>
              <a:avLst/>
              <a:gdLst/>
              <a:ahLst/>
              <a:cxnLst/>
              <a:rect l="l" t="t" r="r" b="b"/>
              <a:pathLst>
                <a:path w="1006" h="3698" extrusionOk="0">
                  <a:moveTo>
                    <a:pt x="0" y="1"/>
                  </a:moveTo>
                  <a:cubicBezTo>
                    <a:pt x="147" y="1"/>
                    <a:pt x="247" y="124"/>
                    <a:pt x="247" y="248"/>
                  </a:cubicBezTo>
                  <a:lnTo>
                    <a:pt x="247" y="3457"/>
                  </a:lnTo>
                  <a:cubicBezTo>
                    <a:pt x="247" y="3604"/>
                    <a:pt x="147" y="3698"/>
                    <a:pt x="0" y="3698"/>
                  </a:cubicBezTo>
                  <a:lnTo>
                    <a:pt x="764" y="3698"/>
                  </a:lnTo>
                  <a:cubicBezTo>
                    <a:pt x="911" y="3698"/>
                    <a:pt x="1005" y="3604"/>
                    <a:pt x="1005" y="3457"/>
                  </a:cubicBezTo>
                  <a:lnTo>
                    <a:pt x="1005" y="248"/>
                  </a:lnTo>
                  <a:cubicBezTo>
                    <a:pt x="1005" y="124"/>
                    <a:pt x="911" y="1"/>
                    <a:pt x="764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3" name="Google Shape;3106;p63">
              <a:extLst>
                <a:ext uri="{FF2B5EF4-FFF2-40B4-BE49-F238E27FC236}">
                  <a16:creationId xmlns:a16="http://schemas.microsoft.com/office/drawing/2014/main" id="{B3DFC4E1-765C-2222-B45B-FA9B1D2E7839}"/>
                </a:ext>
              </a:extLst>
            </p:cNvPr>
            <p:cNvSpPr/>
            <p:nvPr/>
          </p:nvSpPr>
          <p:spPr>
            <a:xfrm>
              <a:off x="7329002" y="2181174"/>
              <a:ext cx="19597" cy="72037"/>
            </a:xfrm>
            <a:custGeom>
              <a:avLst/>
              <a:gdLst/>
              <a:ahLst/>
              <a:cxnLst/>
              <a:rect l="l" t="t" r="r" b="b"/>
              <a:pathLst>
                <a:path w="1006" h="3698" extrusionOk="0">
                  <a:moveTo>
                    <a:pt x="0" y="1"/>
                  </a:moveTo>
                  <a:cubicBezTo>
                    <a:pt x="147" y="1"/>
                    <a:pt x="247" y="101"/>
                    <a:pt x="247" y="248"/>
                  </a:cubicBezTo>
                  <a:lnTo>
                    <a:pt x="247" y="3457"/>
                  </a:lnTo>
                  <a:cubicBezTo>
                    <a:pt x="247" y="3575"/>
                    <a:pt x="147" y="3698"/>
                    <a:pt x="0" y="3698"/>
                  </a:cubicBezTo>
                  <a:lnTo>
                    <a:pt x="764" y="3698"/>
                  </a:lnTo>
                  <a:cubicBezTo>
                    <a:pt x="911" y="3698"/>
                    <a:pt x="1005" y="3575"/>
                    <a:pt x="1005" y="3457"/>
                  </a:cubicBezTo>
                  <a:lnTo>
                    <a:pt x="1005" y="248"/>
                  </a:lnTo>
                  <a:cubicBezTo>
                    <a:pt x="1005" y="101"/>
                    <a:pt x="911" y="1"/>
                    <a:pt x="764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4" name="Google Shape;3107;p63">
              <a:extLst>
                <a:ext uri="{FF2B5EF4-FFF2-40B4-BE49-F238E27FC236}">
                  <a16:creationId xmlns:a16="http://schemas.microsoft.com/office/drawing/2014/main" id="{D8EA9599-1E00-166C-552B-A2307AB3E70F}"/>
                </a:ext>
              </a:extLst>
            </p:cNvPr>
            <p:cNvSpPr/>
            <p:nvPr/>
          </p:nvSpPr>
          <p:spPr>
            <a:xfrm>
              <a:off x="7037603" y="1997986"/>
              <a:ext cx="133516" cy="26688"/>
            </a:xfrm>
            <a:custGeom>
              <a:avLst/>
              <a:gdLst/>
              <a:ahLst/>
              <a:cxnLst/>
              <a:rect l="l" t="t" r="r" b="b"/>
              <a:pathLst>
                <a:path w="6854" h="1370" extrusionOk="0">
                  <a:moveTo>
                    <a:pt x="94" y="0"/>
                  </a:moveTo>
                  <a:cubicBezTo>
                    <a:pt x="47" y="0"/>
                    <a:pt x="0" y="24"/>
                    <a:pt x="0" y="77"/>
                  </a:cubicBezTo>
                  <a:lnTo>
                    <a:pt x="0" y="1276"/>
                  </a:lnTo>
                  <a:cubicBezTo>
                    <a:pt x="0" y="1323"/>
                    <a:pt x="47" y="1370"/>
                    <a:pt x="94" y="1370"/>
                  </a:cubicBezTo>
                  <a:lnTo>
                    <a:pt x="6783" y="1370"/>
                  </a:lnTo>
                  <a:cubicBezTo>
                    <a:pt x="6830" y="1370"/>
                    <a:pt x="6854" y="1323"/>
                    <a:pt x="6854" y="1276"/>
                  </a:cubicBezTo>
                  <a:lnTo>
                    <a:pt x="6854" y="77"/>
                  </a:lnTo>
                  <a:cubicBezTo>
                    <a:pt x="6854" y="24"/>
                    <a:pt x="6830" y="0"/>
                    <a:pt x="6783" y="0"/>
                  </a:cubicBezTo>
                  <a:close/>
                </a:path>
              </a:pathLst>
            </a:custGeom>
            <a:solidFill>
              <a:srgbClr val="FFE1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5" name="Google Shape;3108;p63">
              <a:extLst>
                <a:ext uri="{FF2B5EF4-FFF2-40B4-BE49-F238E27FC236}">
                  <a16:creationId xmlns:a16="http://schemas.microsoft.com/office/drawing/2014/main" id="{775A2838-6294-95AD-A05E-D4960BD64771}"/>
                </a:ext>
              </a:extLst>
            </p:cNvPr>
            <p:cNvSpPr/>
            <p:nvPr/>
          </p:nvSpPr>
          <p:spPr>
            <a:xfrm>
              <a:off x="7141567" y="1997986"/>
              <a:ext cx="29551" cy="26688"/>
            </a:xfrm>
            <a:custGeom>
              <a:avLst/>
              <a:gdLst/>
              <a:ahLst/>
              <a:cxnLst/>
              <a:rect l="l" t="t" r="r" b="b"/>
              <a:pathLst>
                <a:path w="1517" h="1370" extrusionOk="0">
                  <a:moveTo>
                    <a:pt x="0" y="0"/>
                  </a:moveTo>
                  <a:lnTo>
                    <a:pt x="0" y="1370"/>
                  </a:lnTo>
                  <a:lnTo>
                    <a:pt x="1446" y="1370"/>
                  </a:lnTo>
                  <a:cubicBezTo>
                    <a:pt x="1493" y="1370"/>
                    <a:pt x="1517" y="1323"/>
                    <a:pt x="1517" y="1276"/>
                  </a:cubicBezTo>
                  <a:lnTo>
                    <a:pt x="1517" y="77"/>
                  </a:lnTo>
                  <a:cubicBezTo>
                    <a:pt x="1517" y="24"/>
                    <a:pt x="1493" y="0"/>
                    <a:pt x="1446" y="0"/>
                  </a:cubicBezTo>
                  <a:close/>
                </a:path>
              </a:pathLst>
            </a:custGeom>
            <a:solidFill>
              <a:srgbClr val="00C7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" name="Google Shape;3109;p63">
              <a:extLst>
                <a:ext uri="{FF2B5EF4-FFF2-40B4-BE49-F238E27FC236}">
                  <a16:creationId xmlns:a16="http://schemas.microsoft.com/office/drawing/2014/main" id="{68A5DBA9-1077-8362-A7C1-3CDE9E5F6B48}"/>
                </a:ext>
              </a:extLst>
            </p:cNvPr>
            <p:cNvSpPr/>
            <p:nvPr/>
          </p:nvSpPr>
          <p:spPr>
            <a:xfrm>
              <a:off x="7154969" y="1997986"/>
              <a:ext cx="16149" cy="26688"/>
            </a:xfrm>
            <a:custGeom>
              <a:avLst/>
              <a:gdLst/>
              <a:ahLst/>
              <a:cxnLst/>
              <a:rect l="l" t="t" r="r" b="b"/>
              <a:pathLst>
                <a:path w="829" h="1370" extrusionOk="0">
                  <a:moveTo>
                    <a:pt x="0" y="0"/>
                  </a:moveTo>
                  <a:cubicBezTo>
                    <a:pt x="24" y="0"/>
                    <a:pt x="71" y="24"/>
                    <a:pt x="71" y="77"/>
                  </a:cubicBezTo>
                  <a:lnTo>
                    <a:pt x="71" y="1276"/>
                  </a:lnTo>
                  <a:cubicBezTo>
                    <a:pt x="71" y="1323"/>
                    <a:pt x="24" y="1370"/>
                    <a:pt x="0" y="1370"/>
                  </a:cubicBezTo>
                  <a:lnTo>
                    <a:pt x="758" y="1370"/>
                  </a:lnTo>
                  <a:cubicBezTo>
                    <a:pt x="805" y="1370"/>
                    <a:pt x="829" y="1323"/>
                    <a:pt x="829" y="1276"/>
                  </a:cubicBezTo>
                  <a:lnTo>
                    <a:pt x="829" y="77"/>
                  </a:lnTo>
                  <a:cubicBezTo>
                    <a:pt x="829" y="24"/>
                    <a:pt x="805" y="0"/>
                    <a:pt x="758" y="0"/>
                  </a:cubicBezTo>
                  <a:close/>
                </a:path>
              </a:pathLst>
            </a:custGeom>
            <a:solidFill>
              <a:srgbClr val="00C7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" name="Google Shape;3110;p63">
              <a:extLst>
                <a:ext uri="{FF2B5EF4-FFF2-40B4-BE49-F238E27FC236}">
                  <a16:creationId xmlns:a16="http://schemas.microsoft.com/office/drawing/2014/main" id="{9CC54F5C-9745-401B-33D8-CC087C3E08B4}"/>
                </a:ext>
              </a:extLst>
            </p:cNvPr>
            <p:cNvSpPr/>
            <p:nvPr/>
          </p:nvSpPr>
          <p:spPr>
            <a:xfrm>
              <a:off x="7037603" y="2101034"/>
              <a:ext cx="133516" cy="26240"/>
            </a:xfrm>
            <a:custGeom>
              <a:avLst/>
              <a:gdLst/>
              <a:ahLst/>
              <a:cxnLst/>
              <a:rect l="l" t="t" r="r" b="b"/>
              <a:pathLst>
                <a:path w="6854" h="1347" extrusionOk="0">
                  <a:moveTo>
                    <a:pt x="94" y="0"/>
                  </a:moveTo>
                  <a:cubicBezTo>
                    <a:pt x="47" y="0"/>
                    <a:pt x="0" y="24"/>
                    <a:pt x="0" y="77"/>
                  </a:cubicBezTo>
                  <a:lnTo>
                    <a:pt x="0" y="1276"/>
                  </a:lnTo>
                  <a:cubicBezTo>
                    <a:pt x="0" y="1323"/>
                    <a:pt x="47" y="1346"/>
                    <a:pt x="94" y="1346"/>
                  </a:cubicBezTo>
                  <a:lnTo>
                    <a:pt x="6783" y="1346"/>
                  </a:lnTo>
                  <a:cubicBezTo>
                    <a:pt x="6830" y="1346"/>
                    <a:pt x="6854" y="1323"/>
                    <a:pt x="6854" y="1276"/>
                  </a:cubicBezTo>
                  <a:lnTo>
                    <a:pt x="6854" y="77"/>
                  </a:lnTo>
                  <a:cubicBezTo>
                    <a:pt x="6854" y="24"/>
                    <a:pt x="6830" y="0"/>
                    <a:pt x="6783" y="0"/>
                  </a:cubicBezTo>
                  <a:close/>
                </a:path>
              </a:pathLst>
            </a:custGeom>
            <a:solidFill>
              <a:srgbClr val="FFE1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" name="Google Shape;3111;p63">
              <a:extLst>
                <a:ext uri="{FF2B5EF4-FFF2-40B4-BE49-F238E27FC236}">
                  <a16:creationId xmlns:a16="http://schemas.microsoft.com/office/drawing/2014/main" id="{5A2BA11D-31BF-6123-F719-86B379D495BC}"/>
                </a:ext>
              </a:extLst>
            </p:cNvPr>
            <p:cNvSpPr/>
            <p:nvPr/>
          </p:nvSpPr>
          <p:spPr>
            <a:xfrm>
              <a:off x="7141567" y="2101034"/>
              <a:ext cx="29551" cy="26240"/>
            </a:xfrm>
            <a:custGeom>
              <a:avLst/>
              <a:gdLst/>
              <a:ahLst/>
              <a:cxnLst/>
              <a:rect l="l" t="t" r="r" b="b"/>
              <a:pathLst>
                <a:path w="1517" h="1347" extrusionOk="0">
                  <a:moveTo>
                    <a:pt x="0" y="0"/>
                  </a:moveTo>
                  <a:lnTo>
                    <a:pt x="0" y="1346"/>
                  </a:lnTo>
                  <a:lnTo>
                    <a:pt x="1446" y="1346"/>
                  </a:lnTo>
                  <a:cubicBezTo>
                    <a:pt x="1493" y="1346"/>
                    <a:pt x="1517" y="1323"/>
                    <a:pt x="1517" y="1276"/>
                  </a:cubicBezTo>
                  <a:lnTo>
                    <a:pt x="1517" y="77"/>
                  </a:lnTo>
                  <a:cubicBezTo>
                    <a:pt x="1517" y="24"/>
                    <a:pt x="1493" y="0"/>
                    <a:pt x="1446" y="0"/>
                  </a:cubicBezTo>
                  <a:close/>
                </a:path>
              </a:pathLst>
            </a:custGeom>
            <a:solidFill>
              <a:srgbClr val="00C7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" name="Google Shape;3112;p63">
              <a:extLst>
                <a:ext uri="{FF2B5EF4-FFF2-40B4-BE49-F238E27FC236}">
                  <a16:creationId xmlns:a16="http://schemas.microsoft.com/office/drawing/2014/main" id="{261276F4-1100-2BCC-AC9C-30E47873910B}"/>
                </a:ext>
              </a:extLst>
            </p:cNvPr>
            <p:cNvSpPr/>
            <p:nvPr/>
          </p:nvSpPr>
          <p:spPr>
            <a:xfrm>
              <a:off x="7154969" y="2101034"/>
              <a:ext cx="16149" cy="26240"/>
            </a:xfrm>
            <a:custGeom>
              <a:avLst/>
              <a:gdLst/>
              <a:ahLst/>
              <a:cxnLst/>
              <a:rect l="l" t="t" r="r" b="b"/>
              <a:pathLst>
                <a:path w="829" h="1347" extrusionOk="0">
                  <a:moveTo>
                    <a:pt x="0" y="0"/>
                  </a:moveTo>
                  <a:cubicBezTo>
                    <a:pt x="24" y="0"/>
                    <a:pt x="71" y="24"/>
                    <a:pt x="71" y="77"/>
                  </a:cubicBezTo>
                  <a:lnTo>
                    <a:pt x="71" y="1276"/>
                  </a:lnTo>
                  <a:cubicBezTo>
                    <a:pt x="71" y="1323"/>
                    <a:pt x="24" y="1346"/>
                    <a:pt x="0" y="1346"/>
                  </a:cubicBezTo>
                  <a:lnTo>
                    <a:pt x="758" y="1346"/>
                  </a:lnTo>
                  <a:cubicBezTo>
                    <a:pt x="805" y="1346"/>
                    <a:pt x="829" y="1323"/>
                    <a:pt x="829" y="1276"/>
                  </a:cubicBezTo>
                  <a:lnTo>
                    <a:pt x="829" y="77"/>
                  </a:lnTo>
                  <a:cubicBezTo>
                    <a:pt x="829" y="24"/>
                    <a:pt x="805" y="0"/>
                    <a:pt x="758" y="0"/>
                  </a:cubicBezTo>
                  <a:close/>
                </a:path>
              </a:pathLst>
            </a:custGeom>
            <a:solidFill>
              <a:srgbClr val="00C7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0" name="Google Shape;3113;p63">
              <a:extLst>
                <a:ext uri="{FF2B5EF4-FFF2-40B4-BE49-F238E27FC236}">
                  <a16:creationId xmlns:a16="http://schemas.microsoft.com/office/drawing/2014/main" id="{725C2705-69F2-C54F-97CB-4ED055EA0645}"/>
                </a:ext>
              </a:extLst>
            </p:cNvPr>
            <p:cNvSpPr/>
            <p:nvPr/>
          </p:nvSpPr>
          <p:spPr>
            <a:xfrm>
              <a:off x="7037603" y="2204083"/>
              <a:ext cx="133516" cy="26240"/>
            </a:xfrm>
            <a:custGeom>
              <a:avLst/>
              <a:gdLst/>
              <a:ahLst/>
              <a:cxnLst/>
              <a:rect l="l" t="t" r="r" b="b"/>
              <a:pathLst>
                <a:path w="6854" h="1347" extrusionOk="0">
                  <a:moveTo>
                    <a:pt x="94" y="0"/>
                  </a:moveTo>
                  <a:cubicBezTo>
                    <a:pt x="47" y="0"/>
                    <a:pt x="0" y="24"/>
                    <a:pt x="0" y="77"/>
                  </a:cubicBezTo>
                  <a:lnTo>
                    <a:pt x="0" y="1276"/>
                  </a:lnTo>
                  <a:cubicBezTo>
                    <a:pt x="0" y="1323"/>
                    <a:pt x="47" y="1346"/>
                    <a:pt x="94" y="1346"/>
                  </a:cubicBezTo>
                  <a:lnTo>
                    <a:pt x="6783" y="1346"/>
                  </a:lnTo>
                  <a:cubicBezTo>
                    <a:pt x="6830" y="1346"/>
                    <a:pt x="6854" y="1323"/>
                    <a:pt x="6854" y="1276"/>
                  </a:cubicBezTo>
                  <a:lnTo>
                    <a:pt x="6854" y="77"/>
                  </a:lnTo>
                  <a:cubicBezTo>
                    <a:pt x="6854" y="24"/>
                    <a:pt x="6830" y="0"/>
                    <a:pt x="6783" y="0"/>
                  </a:cubicBezTo>
                  <a:close/>
                </a:path>
              </a:pathLst>
            </a:custGeom>
            <a:solidFill>
              <a:srgbClr val="FFE1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1" name="Google Shape;3114;p63">
              <a:extLst>
                <a:ext uri="{FF2B5EF4-FFF2-40B4-BE49-F238E27FC236}">
                  <a16:creationId xmlns:a16="http://schemas.microsoft.com/office/drawing/2014/main" id="{1C3F64F1-25A9-8827-2DF4-2F0534C903FD}"/>
                </a:ext>
              </a:extLst>
            </p:cNvPr>
            <p:cNvSpPr/>
            <p:nvPr/>
          </p:nvSpPr>
          <p:spPr>
            <a:xfrm>
              <a:off x="7141567" y="2204083"/>
              <a:ext cx="29551" cy="26240"/>
            </a:xfrm>
            <a:custGeom>
              <a:avLst/>
              <a:gdLst/>
              <a:ahLst/>
              <a:cxnLst/>
              <a:rect l="l" t="t" r="r" b="b"/>
              <a:pathLst>
                <a:path w="1517" h="1347" extrusionOk="0">
                  <a:moveTo>
                    <a:pt x="0" y="0"/>
                  </a:moveTo>
                  <a:lnTo>
                    <a:pt x="0" y="1346"/>
                  </a:lnTo>
                  <a:lnTo>
                    <a:pt x="1446" y="1346"/>
                  </a:lnTo>
                  <a:cubicBezTo>
                    <a:pt x="1493" y="1346"/>
                    <a:pt x="1517" y="1323"/>
                    <a:pt x="1517" y="1276"/>
                  </a:cubicBezTo>
                  <a:lnTo>
                    <a:pt x="1517" y="77"/>
                  </a:lnTo>
                  <a:cubicBezTo>
                    <a:pt x="1517" y="24"/>
                    <a:pt x="1493" y="0"/>
                    <a:pt x="1446" y="0"/>
                  </a:cubicBezTo>
                  <a:close/>
                </a:path>
              </a:pathLst>
            </a:custGeom>
            <a:solidFill>
              <a:srgbClr val="00C7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" name="Google Shape;3115;p63">
              <a:extLst>
                <a:ext uri="{FF2B5EF4-FFF2-40B4-BE49-F238E27FC236}">
                  <a16:creationId xmlns:a16="http://schemas.microsoft.com/office/drawing/2014/main" id="{E604C49B-5274-D81D-F371-87955234870D}"/>
                </a:ext>
              </a:extLst>
            </p:cNvPr>
            <p:cNvSpPr/>
            <p:nvPr/>
          </p:nvSpPr>
          <p:spPr>
            <a:xfrm>
              <a:off x="7154969" y="2204083"/>
              <a:ext cx="16149" cy="26240"/>
            </a:xfrm>
            <a:custGeom>
              <a:avLst/>
              <a:gdLst/>
              <a:ahLst/>
              <a:cxnLst/>
              <a:rect l="l" t="t" r="r" b="b"/>
              <a:pathLst>
                <a:path w="829" h="1347" extrusionOk="0">
                  <a:moveTo>
                    <a:pt x="0" y="0"/>
                  </a:moveTo>
                  <a:cubicBezTo>
                    <a:pt x="24" y="0"/>
                    <a:pt x="71" y="24"/>
                    <a:pt x="71" y="77"/>
                  </a:cubicBezTo>
                  <a:lnTo>
                    <a:pt x="71" y="1276"/>
                  </a:lnTo>
                  <a:cubicBezTo>
                    <a:pt x="71" y="1323"/>
                    <a:pt x="24" y="1346"/>
                    <a:pt x="0" y="1346"/>
                  </a:cubicBezTo>
                  <a:lnTo>
                    <a:pt x="758" y="1346"/>
                  </a:lnTo>
                  <a:cubicBezTo>
                    <a:pt x="805" y="1346"/>
                    <a:pt x="829" y="1323"/>
                    <a:pt x="829" y="1276"/>
                  </a:cubicBezTo>
                  <a:lnTo>
                    <a:pt x="829" y="77"/>
                  </a:lnTo>
                  <a:cubicBezTo>
                    <a:pt x="829" y="24"/>
                    <a:pt x="805" y="0"/>
                    <a:pt x="758" y="0"/>
                  </a:cubicBezTo>
                  <a:close/>
                </a:path>
              </a:pathLst>
            </a:custGeom>
            <a:solidFill>
              <a:srgbClr val="00C7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3" name="Google Shape;3116;p63">
              <a:extLst>
                <a:ext uri="{FF2B5EF4-FFF2-40B4-BE49-F238E27FC236}">
                  <a16:creationId xmlns:a16="http://schemas.microsoft.com/office/drawing/2014/main" id="{C786A700-0038-FA52-9D74-BBBF545EEA9D}"/>
                </a:ext>
              </a:extLst>
            </p:cNvPr>
            <p:cNvSpPr/>
            <p:nvPr/>
          </p:nvSpPr>
          <p:spPr>
            <a:xfrm>
              <a:off x="7143963" y="2302884"/>
              <a:ext cx="41025" cy="40557"/>
            </a:xfrm>
            <a:custGeom>
              <a:avLst/>
              <a:gdLst/>
              <a:ahLst/>
              <a:cxnLst/>
              <a:rect l="l" t="t" r="r" b="b"/>
              <a:pathLst>
                <a:path w="2106" h="2082" extrusionOk="0">
                  <a:moveTo>
                    <a:pt x="1053" y="1"/>
                  </a:moveTo>
                  <a:cubicBezTo>
                    <a:pt x="465" y="1"/>
                    <a:pt x="1" y="465"/>
                    <a:pt x="1" y="1030"/>
                  </a:cubicBezTo>
                  <a:cubicBezTo>
                    <a:pt x="1" y="1617"/>
                    <a:pt x="465" y="2082"/>
                    <a:pt x="1053" y="2082"/>
                  </a:cubicBezTo>
                  <a:cubicBezTo>
                    <a:pt x="1641" y="2082"/>
                    <a:pt x="2105" y="1617"/>
                    <a:pt x="2105" y="1030"/>
                  </a:cubicBezTo>
                  <a:cubicBezTo>
                    <a:pt x="2105" y="465"/>
                    <a:pt x="1641" y="1"/>
                    <a:pt x="1053" y="1"/>
                  </a:cubicBezTo>
                  <a:close/>
                </a:path>
              </a:pathLst>
            </a:custGeom>
            <a:solidFill>
              <a:srgbClr val="FFE1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4" name="Google Shape;3117;p63">
              <a:extLst>
                <a:ext uri="{FF2B5EF4-FFF2-40B4-BE49-F238E27FC236}">
                  <a16:creationId xmlns:a16="http://schemas.microsoft.com/office/drawing/2014/main" id="{258EFC95-13FA-74F9-7713-612B78D96700}"/>
                </a:ext>
              </a:extLst>
            </p:cNvPr>
            <p:cNvSpPr/>
            <p:nvPr/>
          </p:nvSpPr>
          <p:spPr>
            <a:xfrm>
              <a:off x="7031876" y="2198355"/>
              <a:ext cx="144970" cy="37694"/>
            </a:xfrm>
            <a:custGeom>
              <a:avLst/>
              <a:gdLst/>
              <a:ahLst/>
              <a:cxnLst/>
              <a:rect l="l" t="t" r="r" b="b"/>
              <a:pathLst>
                <a:path w="7442" h="1935" extrusionOk="0">
                  <a:moveTo>
                    <a:pt x="5337" y="565"/>
                  </a:moveTo>
                  <a:lnTo>
                    <a:pt x="5337" y="1370"/>
                  </a:lnTo>
                  <a:lnTo>
                    <a:pt x="588" y="1370"/>
                  </a:lnTo>
                  <a:lnTo>
                    <a:pt x="588" y="565"/>
                  </a:lnTo>
                  <a:close/>
                  <a:moveTo>
                    <a:pt x="6877" y="565"/>
                  </a:moveTo>
                  <a:lnTo>
                    <a:pt x="6877" y="1370"/>
                  </a:lnTo>
                  <a:lnTo>
                    <a:pt x="5902" y="1370"/>
                  </a:lnTo>
                  <a:lnTo>
                    <a:pt x="5902" y="565"/>
                  </a:lnTo>
                  <a:close/>
                  <a:moveTo>
                    <a:pt x="388" y="1"/>
                  </a:moveTo>
                  <a:cubicBezTo>
                    <a:pt x="171" y="1"/>
                    <a:pt x="0" y="171"/>
                    <a:pt x="0" y="371"/>
                  </a:cubicBezTo>
                  <a:lnTo>
                    <a:pt x="0" y="1570"/>
                  </a:lnTo>
                  <a:cubicBezTo>
                    <a:pt x="0" y="1764"/>
                    <a:pt x="171" y="1934"/>
                    <a:pt x="388" y="1934"/>
                  </a:cubicBezTo>
                  <a:lnTo>
                    <a:pt x="7077" y="1934"/>
                  </a:lnTo>
                  <a:cubicBezTo>
                    <a:pt x="7271" y="1934"/>
                    <a:pt x="7442" y="1764"/>
                    <a:pt x="7442" y="1570"/>
                  </a:cubicBezTo>
                  <a:lnTo>
                    <a:pt x="7442" y="371"/>
                  </a:lnTo>
                  <a:cubicBezTo>
                    <a:pt x="7442" y="171"/>
                    <a:pt x="7271" y="1"/>
                    <a:pt x="7077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5" name="Google Shape;3118;p63">
              <a:extLst>
                <a:ext uri="{FF2B5EF4-FFF2-40B4-BE49-F238E27FC236}">
                  <a16:creationId xmlns:a16="http://schemas.microsoft.com/office/drawing/2014/main" id="{9BD2F642-2E6D-44B5-9B30-FFF21125D0A4}"/>
                </a:ext>
              </a:extLst>
            </p:cNvPr>
            <p:cNvSpPr/>
            <p:nvPr/>
          </p:nvSpPr>
          <p:spPr>
            <a:xfrm>
              <a:off x="7204545" y="2211758"/>
              <a:ext cx="11006" cy="11006"/>
            </a:xfrm>
            <a:custGeom>
              <a:avLst/>
              <a:gdLst/>
              <a:ahLst/>
              <a:cxnLst/>
              <a:rect l="l" t="t" r="r" b="b"/>
              <a:pathLst>
                <a:path w="565" h="565" extrusionOk="0">
                  <a:moveTo>
                    <a:pt x="271" y="0"/>
                  </a:moveTo>
                  <a:cubicBezTo>
                    <a:pt x="124" y="0"/>
                    <a:pt x="0" y="124"/>
                    <a:pt x="0" y="271"/>
                  </a:cubicBezTo>
                  <a:cubicBezTo>
                    <a:pt x="0" y="441"/>
                    <a:pt x="124" y="564"/>
                    <a:pt x="271" y="564"/>
                  </a:cubicBezTo>
                  <a:cubicBezTo>
                    <a:pt x="441" y="564"/>
                    <a:pt x="564" y="441"/>
                    <a:pt x="564" y="271"/>
                  </a:cubicBezTo>
                  <a:cubicBezTo>
                    <a:pt x="564" y="124"/>
                    <a:pt x="441" y="0"/>
                    <a:pt x="271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" name="Google Shape;3119;p63">
              <a:extLst>
                <a:ext uri="{FF2B5EF4-FFF2-40B4-BE49-F238E27FC236}">
                  <a16:creationId xmlns:a16="http://schemas.microsoft.com/office/drawing/2014/main" id="{53F1A117-CC8C-4F33-ACAF-89652F461FBC}"/>
                </a:ext>
              </a:extLst>
            </p:cNvPr>
            <p:cNvSpPr/>
            <p:nvPr/>
          </p:nvSpPr>
          <p:spPr>
            <a:xfrm>
              <a:off x="7229850" y="2211758"/>
              <a:ext cx="11006" cy="11006"/>
            </a:xfrm>
            <a:custGeom>
              <a:avLst/>
              <a:gdLst/>
              <a:ahLst/>
              <a:cxnLst/>
              <a:rect l="l" t="t" r="r" b="b"/>
              <a:pathLst>
                <a:path w="565" h="565" extrusionOk="0">
                  <a:moveTo>
                    <a:pt x="271" y="0"/>
                  </a:moveTo>
                  <a:cubicBezTo>
                    <a:pt x="124" y="0"/>
                    <a:pt x="0" y="124"/>
                    <a:pt x="0" y="271"/>
                  </a:cubicBezTo>
                  <a:cubicBezTo>
                    <a:pt x="0" y="441"/>
                    <a:pt x="124" y="564"/>
                    <a:pt x="271" y="564"/>
                  </a:cubicBezTo>
                  <a:cubicBezTo>
                    <a:pt x="441" y="564"/>
                    <a:pt x="564" y="441"/>
                    <a:pt x="564" y="271"/>
                  </a:cubicBezTo>
                  <a:cubicBezTo>
                    <a:pt x="564" y="124"/>
                    <a:pt x="441" y="0"/>
                    <a:pt x="271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" name="Google Shape;3120;p63">
              <a:extLst>
                <a:ext uri="{FF2B5EF4-FFF2-40B4-BE49-F238E27FC236}">
                  <a16:creationId xmlns:a16="http://schemas.microsoft.com/office/drawing/2014/main" id="{D547C906-6021-AC31-E6E4-471424CBBD1E}"/>
                </a:ext>
              </a:extLst>
            </p:cNvPr>
            <p:cNvSpPr/>
            <p:nvPr/>
          </p:nvSpPr>
          <p:spPr>
            <a:xfrm>
              <a:off x="7254121" y="2211621"/>
              <a:ext cx="12954" cy="11162"/>
            </a:xfrm>
            <a:custGeom>
              <a:avLst/>
              <a:gdLst/>
              <a:ahLst/>
              <a:cxnLst/>
              <a:rect l="l" t="t" r="r" b="b"/>
              <a:pathLst>
                <a:path w="665" h="573" extrusionOk="0">
                  <a:moveTo>
                    <a:pt x="320" y="1"/>
                  </a:moveTo>
                  <a:cubicBezTo>
                    <a:pt x="211" y="1"/>
                    <a:pt x="111" y="70"/>
                    <a:pt x="77" y="178"/>
                  </a:cubicBezTo>
                  <a:cubicBezTo>
                    <a:pt x="0" y="325"/>
                    <a:pt x="77" y="495"/>
                    <a:pt x="224" y="542"/>
                  </a:cubicBezTo>
                  <a:cubicBezTo>
                    <a:pt x="263" y="563"/>
                    <a:pt x="305" y="572"/>
                    <a:pt x="345" y="572"/>
                  </a:cubicBezTo>
                  <a:cubicBezTo>
                    <a:pt x="454" y="572"/>
                    <a:pt x="554" y="502"/>
                    <a:pt x="588" y="395"/>
                  </a:cubicBezTo>
                  <a:cubicBezTo>
                    <a:pt x="664" y="248"/>
                    <a:pt x="588" y="78"/>
                    <a:pt x="441" y="31"/>
                  </a:cubicBezTo>
                  <a:cubicBezTo>
                    <a:pt x="401" y="10"/>
                    <a:pt x="360" y="1"/>
                    <a:pt x="320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" name="Google Shape;3121;p63">
              <a:extLst>
                <a:ext uri="{FF2B5EF4-FFF2-40B4-BE49-F238E27FC236}">
                  <a16:creationId xmlns:a16="http://schemas.microsoft.com/office/drawing/2014/main" id="{4AC28415-1649-1397-DCE2-C5C83EC7B1B3}"/>
                </a:ext>
              </a:extLst>
            </p:cNvPr>
            <p:cNvSpPr/>
            <p:nvPr/>
          </p:nvSpPr>
          <p:spPr>
            <a:xfrm>
              <a:off x="7279874" y="2211758"/>
              <a:ext cx="11474" cy="11006"/>
            </a:xfrm>
            <a:custGeom>
              <a:avLst/>
              <a:gdLst/>
              <a:ahLst/>
              <a:cxnLst/>
              <a:rect l="l" t="t" r="r" b="b"/>
              <a:pathLst>
                <a:path w="589" h="565" extrusionOk="0">
                  <a:moveTo>
                    <a:pt x="295" y="0"/>
                  </a:moveTo>
                  <a:cubicBezTo>
                    <a:pt x="148" y="0"/>
                    <a:pt x="1" y="124"/>
                    <a:pt x="1" y="271"/>
                  </a:cubicBezTo>
                  <a:cubicBezTo>
                    <a:pt x="1" y="441"/>
                    <a:pt x="148" y="564"/>
                    <a:pt x="295" y="564"/>
                  </a:cubicBezTo>
                  <a:cubicBezTo>
                    <a:pt x="442" y="564"/>
                    <a:pt x="589" y="441"/>
                    <a:pt x="589" y="271"/>
                  </a:cubicBezTo>
                  <a:cubicBezTo>
                    <a:pt x="589" y="124"/>
                    <a:pt x="442" y="0"/>
                    <a:pt x="295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" name="Google Shape;3122;p63">
              <a:extLst>
                <a:ext uri="{FF2B5EF4-FFF2-40B4-BE49-F238E27FC236}">
                  <a16:creationId xmlns:a16="http://schemas.microsoft.com/office/drawing/2014/main" id="{926177D6-BD59-2B08-105C-C28CA7E99B43}"/>
                </a:ext>
              </a:extLst>
            </p:cNvPr>
            <p:cNvSpPr/>
            <p:nvPr/>
          </p:nvSpPr>
          <p:spPr>
            <a:xfrm>
              <a:off x="7031876" y="1992259"/>
              <a:ext cx="144970" cy="37694"/>
            </a:xfrm>
            <a:custGeom>
              <a:avLst/>
              <a:gdLst/>
              <a:ahLst/>
              <a:cxnLst/>
              <a:rect l="l" t="t" r="r" b="b"/>
              <a:pathLst>
                <a:path w="7442" h="1935" extrusionOk="0">
                  <a:moveTo>
                    <a:pt x="6877" y="588"/>
                  </a:moveTo>
                  <a:lnTo>
                    <a:pt x="6877" y="1370"/>
                  </a:lnTo>
                  <a:lnTo>
                    <a:pt x="5902" y="1370"/>
                  </a:lnTo>
                  <a:lnTo>
                    <a:pt x="5902" y="588"/>
                  </a:lnTo>
                  <a:close/>
                  <a:moveTo>
                    <a:pt x="388" y="0"/>
                  </a:moveTo>
                  <a:cubicBezTo>
                    <a:pt x="171" y="0"/>
                    <a:pt x="0" y="171"/>
                    <a:pt x="0" y="371"/>
                  </a:cubicBezTo>
                  <a:lnTo>
                    <a:pt x="0" y="1570"/>
                  </a:lnTo>
                  <a:cubicBezTo>
                    <a:pt x="0" y="1787"/>
                    <a:pt x="171" y="1934"/>
                    <a:pt x="388" y="1934"/>
                  </a:cubicBezTo>
                  <a:lnTo>
                    <a:pt x="7077" y="1934"/>
                  </a:lnTo>
                  <a:cubicBezTo>
                    <a:pt x="7271" y="1934"/>
                    <a:pt x="7442" y="1787"/>
                    <a:pt x="7442" y="1570"/>
                  </a:cubicBezTo>
                  <a:lnTo>
                    <a:pt x="7442" y="371"/>
                  </a:lnTo>
                  <a:cubicBezTo>
                    <a:pt x="7442" y="171"/>
                    <a:pt x="7271" y="0"/>
                    <a:pt x="7077" y="0"/>
                  </a:cubicBezTo>
                  <a:lnTo>
                    <a:pt x="3380" y="0"/>
                  </a:lnTo>
                  <a:cubicBezTo>
                    <a:pt x="3204" y="0"/>
                    <a:pt x="3086" y="124"/>
                    <a:pt x="3086" y="294"/>
                  </a:cubicBezTo>
                  <a:cubicBezTo>
                    <a:pt x="3086" y="441"/>
                    <a:pt x="3204" y="588"/>
                    <a:pt x="3380" y="588"/>
                  </a:cubicBezTo>
                  <a:lnTo>
                    <a:pt x="5337" y="588"/>
                  </a:lnTo>
                  <a:lnTo>
                    <a:pt x="5337" y="1370"/>
                  </a:lnTo>
                  <a:lnTo>
                    <a:pt x="588" y="1370"/>
                  </a:lnTo>
                  <a:lnTo>
                    <a:pt x="588" y="588"/>
                  </a:lnTo>
                  <a:lnTo>
                    <a:pt x="2058" y="588"/>
                  </a:lnTo>
                  <a:cubicBezTo>
                    <a:pt x="2205" y="588"/>
                    <a:pt x="2322" y="441"/>
                    <a:pt x="2322" y="294"/>
                  </a:cubicBezTo>
                  <a:cubicBezTo>
                    <a:pt x="2322" y="124"/>
                    <a:pt x="2205" y="0"/>
                    <a:pt x="2058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0" name="Google Shape;3123;p63">
              <a:extLst>
                <a:ext uri="{FF2B5EF4-FFF2-40B4-BE49-F238E27FC236}">
                  <a16:creationId xmlns:a16="http://schemas.microsoft.com/office/drawing/2014/main" id="{966826E3-A761-1C5A-26FF-F362DE8D6178}"/>
                </a:ext>
              </a:extLst>
            </p:cNvPr>
            <p:cNvSpPr/>
            <p:nvPr/>
          </p:nvSpPr>
          <p:spPr>
            <a:xfrm>
              <a:off x="7204545" y="2005661"/>
              <a:ext cx="11006" cy="11006"/>
            </a:xfrm>
            <a:custGeom>
              <a:avLst/>
              <a:gdLst/>
              <a:ahLst/>
              <a:cxnLst/>
              <a:rect l="l" t="t" r="r" b="b"/>
              <a:pathLst>
                <a:path w="565" h="565" extrusionOk="0">
                  <a:moveTo>
                    <a:pt x="271" y="0"/>
                  </a:moveTo>
                  <a:cubicBezTo>
                    <a:pt x="124" y="0"/>
                    <a:pt x="0" y="124"/>
                    <a:pt x="0" y="294"/>
                  </a:cubicBezTo>
                  <a:cubicBezTo>
                    <a:pt x="0" y="441"/>
                    <a:pt x="124" y="564"/>
                    <a:pt x="271" y="564"/>
                  </a:cubicBezTo>
                  <a:cubicBezTo>
                    <a:pt x="441" y="564"/>
                    <a:pt x="564" y="441"/>
                    <a:pt x="564" y="294"/>
                  </a:cubicBezTo>
                  <a:cubicBezTo>
                    <a:pt x="564" y="124"/>
                    <a:pt x="441" y="0"/>
                    <a:pt x="271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1" name="Google Shape;3124;p63">
              <a:extLst>
                <a:ext uri="{FF2B5EF4-FFF2-40B4-BE49-F238E27FC236}">
                  <a16:creationId xmlns:a16="http://schemas.microsoft.com/office/drawing/2014/main" id="{D62975B5-8560-F0F7-5B12-62FCBC91CBA1}"/>
                </a:ext>
              </a:extLst>
            </p:cNvPr>
            <p:cNvSpPr/>
            <p:nvPr/>
          </p:nvSpPr>
          <p:spPr>
            <a:xfrm>
              <a:off x="7229850" y="2005661"/>
              <a:ext cx="11006" cy="11006"/>
            </a:xfrm>
            <a:custGeom>
              <a:avLst/>
              <a:gdLst/>
              <a:ahLst/>
              <a:cxnLst/>
              <a:rect l="l" t="t" r="r" b="b"/>
              <a:pathLst>
                <a:path w="565" h="565" extrusionOk="0">
                  <a:moveTo>
                    <a:pt x="271" y="0"/>
                  </a:moveTo>
                  <a:cubicBezTo>
                    <a:pt x="124" y="0"/>
                    <a:pt x="0" y="124"/>
                    <a:pt x="0" y="294"/>
                  </a:cubicBezTo>
                  <a:cubicBezTo>
                    <a:pt x="0" y="441"/>
                    <a:pt x="124" y="564"/>
                    <a:pt x="271" y="564"/>
                  </a:cubicBezTo>
                  <a:cubicBezTo>
                    <a:pt x="441" y="564"/>
                    <a:pt x="564" y="441"/>
                    <a:pt x="564" y="294"/>
                  </a:cubicBezTo>
                  <a:cubicBezTo>
                    <a:pt x="564" y="124"/>
                    <a:pt x="441" y="0"/>
                    <a:pt x="271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" name="Google Shape;3125;p63">
              <a:extLst>
                <a:ext uri="{FF2B5EF4-FFF2-40B4-BE49-F238E27FC236}">
                  <a16:creationId xmlns:a16="http://schemas.microsoft.com/office/drawing/2014/main" id="{5766D9DC-2647-F01D-4256-146A7CDE74EE}"/>
                </a:ext>
              </a:extLst>
            </p:cNvPr>
            <p:cNvSpPr/>
            <p:nvPr/>
          </p:nvSpPr>
          <p:spPr>
            <a:xfrm>
              <a:off x="7254569" y="2005661"/>
              <a:ext cx="11474" cy="11006"/>
            </a:xfrm>
            <a:custGeom>
              <a:avLst/>
              <a:gdLst/>
              <a:ahLst/>
              <a:cxnLst/>
              <a:rect l="l" t="t" r="r" b="b"/>
              <a:pathLst>
                <a:path w="589" h="565" extrusionOk="0">
                  <a:moveTo>
                    <a:pt x="295" y="0"/>
                  </a:moveTo>
                  <a:cubicBezTo>
                    <a:pt x="148" y="0"/>
                    <a:pt x="1" y="124"/>
                    <a:pt x="1" y="294"/>
                  </a:cubicBezTo>
                  <a:cubicBezTo>
                    <a:pt x="1" y="441"/>
                    <a:pt x="148" y="564"/>
                    <a:pt x="295" y="564"/>
                  </a:cubicBezTo>
                  <a:cubicBezTo>
                    <a:pt x="471" y="564"/>
                    <a:pt x="589" y="441"/>
                    <a:pt x="589" y="294"/>
                  </a:cubicBezTo>
                  <a:cubicBezTo>
                    <a:pt x="589" y="124"/>
                    <a:pt x="471" y="0"/>
                    <a:pt x="295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" name="Google Shape;3126;p63">
              <a:extLst>
                <a:ext uri="{FF2B5EF4-FFF2-40B4-BE49-F238E27FC236}">
                  <a16:creationId xmlns:a16="http://schemas.microsoft.com/office/drawing/2014/main" id="{9CF99CB1-78E4-AF7E-A651-2AA05D4EC63C}"/>
                </a:ext>
              </a:extLst>
            </p:cNvPr>
            <p:cNvSpPr/>
            <p:nvPr/>
          </p:nvSpPr>
          <p:spPr>
            <a:xfrm>
              <a:off x="7279874" y="2005661"/>
              <a:ext cx="11474" cy="11006"/>
            </a:xfrm>
            <a:custGeom>
              <a:avLst/>
              <a:gdLst/>
              <a:ahLst/>
              <a:cxnLst/>
              <a:rect l="l" t="t" r="r" b="b"/>
              <a:pathLst>
                <a:path w="589" h="565" extrusionOk="0">
                  <a:moveTo>
                    <a:pt x="295" y="0"/>
                  </a:moveTo>
                  <a:cubicBezTo>
                    <a:pt x="148" y="0"/>
                    <a:pt x="1" y="124"/>
                    <a:pt x="1" y="294"/>
                  </a:cubicBezTo>
                  <a:cubicBezTo>
                    <a:pt x="1" y="441"/>
                    <a:pt x="148" y="564"/>
                    <a:pt x="295" y="564"/>
                  </a:cubicBezTo>
                  <a:cubicBezTo>
                    <a:pt x="442" y="564"/>
                    <a:pt x="589" y="441"/>
                    <a:pt x="589" y="294"/>
                  </a:cubicBezTo>
                  <a:cubicBezTo>
                    <a:pt x="589" y="124"/>
                    <a:pt x="442" y="0"/>
                    <a:pt x="295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" name="Google Shape;3127;p63">
              <a:extLst>
                <a:ext uri="{FF2B5EF4-FFF2-40B4-BE49-F238E27FC236}">
                  <a16:creationId xmlns:a16="http://schemas.microsoft.com/office/drawing/2014/main" id="{E45D52C4-D98F-03F9-7A05-FFF0C14CF938}"/>
                </a:ext>
              </a:extLst>
            </p:cNvPr>
            <p:cNvSpPr/>
            <p:nvPr/>
          </p:nvSpPr>
          <p:spPr>
            <a:xfrm>
              <a:off x="7031876" y="2095307"/>
              <a:ext cx="144970" cy="37694"/>
            </a:xfrm>
            <a:custGeom>
              <a:avLst/>
              <a:gdLst/>
              <a:ahLst/>
              <a:cxnLst/>
              <a:rect l="l" t="t" r="r" b="b"/>
              <a:pathLst>
                <a:path w="7442" h="1935" extrusionOk="0">
                  <a:moveTo>
                    <a:pt x="5337" y="565"/>
                  </a:moveTo>
                  <a:lnTo>
                    <a:pt x="5337" y="1370"/>
                  </a:lnTo>
                  <a:lnTo>
                    <a:pt x="588" y="1370"/>
                  </a:lnTo>
                  <a:lnTo>
                    <a:pt x="588" y="565"/>
                  </a:lnTo>
                  <a:close/>
                  <a:moveTo>
                    <a:pt x="6877" y="565"/>
                  </a:moveTo>
                  <a:lnTo>
                    <a:pt x="6877" y="1370"/>
                  </a:lnTo>
                  <a:lnTo>
                    <a:pt x="5902" y="1370"/>
                  </a:lnTo>
                  <a:lnTo>
                    <a:pt x="5902" y="565"/>
                  </a:lnTo>
                  <a:close/>
                  <a:moveTo>
                    <a:pt x="388" y="0"/>
                  </a:moveTo>
                  <a:cubicBezTo>
                    <a:pt x="171" y="0"/>
                    <a:pt x="0" y="171"/>
                    <a:pt x="0" y="371"/>
                  </a:cubicBezTo>
                  <a:lnTo>
                    <a:pt x="0" y="1570"/>
                  </a:lnTo>
                  <a:cubicBezTo>
                    <a:pt x="0" y="1764"/>
                    <a:pt x="171" y="1934"/>
                    <a:pt x="388" y="1934"/>
                  </a:cubicBezTo>
                  <a:lnTo>
                    <a:pt x="7077" y="1934"/>
                  </a:lnTo>
                  <a:cubicBezTo>
                    <a:pt x="7271" y="1934"/>
                    <a:pt x="7442" y="1764"/>
                    <a:pt x="7442" y="1570"/>
                  </a:cubicBezTo>
                  <a:lnTo>
                    <a:pt x="7442" y="371"/>
                  </a:lnTo>
                  <a:cubicBezTo>
                    <a:pt x="7442" y="171"/>
                    <a:pt x="7271" y="0"/>
                    <a:pt x="7077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" name="Google Shape;3128;p63">
              <a:extLst>
                <a:ext uri="{FF2B5EF4-FFF2-40B4-BE49-F238E27FC236}">
                  <a16:creationId xmlns:a16="http://schemas.microsoft.com/office/drawing/2014/main" id="{7AD41408-D5B3-677E-2E53-38E9FCE10930}"/>
                </a:ext>
              </a:extLst>
            </p:cNvPr>
            <p:cNvSpPr/>
            <p:nvPr/>
          </p:nvSpPr>
          <p:spPr>
            <a:xfrm>
              <a:off x="7204545" y="2108709"/>
              <a:ext cx="11006" cy="11006"/>
            </a:xfrm>
            <a:custGeom>
              <a:avLst/>
              <a:gdLst/>
              <a:ahLst/>
              <a:cxnLst/>
              <a:rect l="l" t="t" r="r" b="b"/>
              <a:pathLst>
                <a:path w="565" h="565" extrusionOk="0">
                  <a:moveTo>
                    <a:pt x="271" y="0"/>
                  </a:moveTo>
                  <a:cubicBezTo>
                    <a:pt x="124" y="0"/>
                    <a:pt x="0" y="124"/>
                    <a:pt x="0" y="294"/>
                  </a:cubicBezTo>
                  <a:cubicBezTo>
                    <a:pt x="0" y="441"/>
                    <a:pt x="124" y="564"/>
                    <a:pt x="271" y="564"/>
                  </a:cubicBezTo>
                  <a:cubicBezTo>
                    <a:pt x="441" y="564"/>
                    <a:pt x="564" y="441"/>
                    <a:pt x="564" y="294"/>
                  </a:cubicBezTo>
                  <a:cubicBezTo>
                    <a:pt x="564" y="124"/>
                    <a:pt x="441" y="0"/>
                    <a:pt x="271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" name="Google Shape;3129;p63">
              <a:extLst>
                <a:ext uri="{FF2B5EF4-FFF2-40B4-BE49-F238E27FC236}">
                  <a16:creationId xmlns:a16="http://schemas.microsoft.com/office/drawing/2014/main" id="{36840EC5-6AC6-59DC-CD77-7425115BDE6E}"/>
                </a:ext>
              </a:extLst>
            </p:cNvPr>
            <p:cNvSpPr/>
            <p:nvPr/>
          </p:nvSpPr>
          <p:spPr>
            <a:xfrm>
              <a:off x="7229850" y="2108709"/>
              <a:ext cx="11006" cy="11006"/>
            </a:xfrm>
            <a:custGeom>
              <a:avLst/>
              <a:gdLst/>
              <a:ahLst/>
              <a:cxnLst/>
              <a:rect l="l" t="t" r="r" b="b"/>
              <a:pathLst>
                <a:path w="565" h="565" extrusionOk="0">
                  <a:moveTo>
                    <a:pt x="271" y="0"/>
                  </a:moveTo>
                  <a:cubicBezTo>
                    <a:pt x="124" y="0"/>
                    <a:pt x="0" y="124"/>
                    <a:pt x="0" y="294"/>
                  </a:cubicBezTo>
                  <a:cubicBezTo>
                    <a:pt x="0" y="441"/>
                    <a:pt x="124" y="564"/>
                    <a:pt x="271" y="564"/>
                  </a:cubicBezTo>
                  <a:cubicBezTo>
                    <a:pt x="441" y="564"/>
                    <a:pt x="564" y="441"/>
                    <a:pt x="564" y="294"/>
                  </a:cubicBezTo>
                  <a:cubicBezTo>
                    <a:pt x="564" y="124"/>
                    <a:pt x="441" y="0"/>
                    <a:pt x="271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7" name="Google Shape;3130;p63">
              <a:extLst>
                <a:ext uri="{FF2B5EF4-FFF2-40B4-BE49-F238E27FC236}">
                  <a16:creationId xmlns:a16="http://schemas.microsoft.com/office/drawing/2014/main" id="{380ED50F-96B5-D2E8-A328-613A423D9421}"/>
                </a:ext>
              </a:extLst>
            </p:cNvPr>
            <p:cNvSpPr/>
            <p:nvPr/>
          </p:nvSpPr>
          <p:spPr>
            <a:xfrm>
              <a:off x="7254569" y="2108709"/>
              <a:ext cx="11474" cy="11006"/>
            </a:xfrm>
            <a:custGeom>
              <a:avLst/>
              <a:gdLst/>
              <a:ahLst/>
              <a:cxnLst/>
              <a:rect l="l" t="t" r="r" b="b"/>
              <a:pathLst>
                <a:path w="589" h="565" extrusionOk="0">
                  <a:moveTo>
                    <a:pt x="295" y="0"/>
                  </a:moveTo>
                  <a:cubicBezTo>
                    <a:pt x="148" y="0"/>
                    <a:pt x="1" y="124"/>
                    <a:pt x="1" y="294"/>
                  </a:cubicBezTo>
                  <a:cubicBezTo>
                    <a:pt x="1" y="441"/>
                    <a:pt x="148" y="564"/>
                    <a:pt x="295" y="564"/>
                  </a:cubicBezTo>
                  <a:cubicBezTo>
                    <a:pt x="471" y="564"/>
                    <a:pt x="589" y="441"/>
                    <a:pt x="589" y="294"/>
                  </a:cubicBezTo>
                  <a:cubicBezTo>
                    <a:pt x="589" y="124"/>
                    <a:pt x="471" y="0"/>
                    <a:pt x="295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8" name="Google Shape;3131;p63">
              <a:extLst>
                <a:ext uri="{FF2B5EF4-FFF2-40B4-BE49-F238E27FC236}">
                  <a16:creationId xmlns:a16="http://schemas.microsoft.com/office/drawing/2014/main" id="{3FCDF72B-0E16-4E52-3620-7B35E05050C0}"/>
                </a:ext>
              </a:extLst>
            </p:cNvPr>
            <p:cNvSpPr/>
            <p:nvPr/>
          </p:nvSpPr>
          <p:spPr>
            <a:xfrm>
              <a:off x="7279874" y="2108709"/>
              <a:ext cx="11474" cy="11006"/>
            </a:xfrm>
            <a:custGeom>
              <a:avLst/>
              <a:gdLst/>
              <a:ahLst/>
              <a:cxnLst/>
              <a:rect l="l" t="t" r="r" b="b"/>
              <a:pathLst>
                <a:path w="589" h="565" extrusionOk="0">
                  <a:moveTo>
                    <a:pt x="295" y="0"/>
                  </a:moveTo>
                  <a:cubicBezTo>
                    <a:pt x="148" y="0"/>
                    <a:pt x="1" y="124"/>
                    <a:pt x="1" y="294"/>
                  </a:cubicBezTo>
                  <a:cubicBezTo>
                    <a:pt x="1" y="441"/>
                    <a:pt x="148" y="564"/>
                    <a:pt x="295" y="564"/>
                  </a:cubicBezTo>
                  <a:cubicBezTo>
                    <a:pt x="442" y="564"/>
                    <a:pt x="589" y="441"/>
                    <a:pt x="589" y="294"/>
                  </a:cubicBezTo>
                  <a:cubicBezTo>
                    <a:pt x="589" y="124"/>
                    <a:pt x="442" y="0"/>
                    <a:pt x="295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9" name="Google Shape;3132;p63">
              <a:extLst>
                <a:ext uri="{FF2B5EF4-FFF2-40B4-BE49-F238E27FC236}">
                  <a16:creationId xmlns:a16="http://schemas.microsoft.com/office/drawing/2014/main" id="{D7574504-0647-3B53-F569-6B3B98D5EAEC}"/>
                </a:ext>
              </a:extLst>
            </p:cNvPr>
            <p:cNvSpPr/>
            <p:nvPr/>
          </p:nvSpPr>
          <p:spPr>
            <a:xfrm>
              <a:off x="6974625" y="1969818"/>
              <a:ext cx="379704" cy="379354"/>
            </a:xfrm>
            <a:custGeom>
              <a:avLst/>
              <a:gdLst/>
              <a:ahLst/>
              <a:cxnLst/>
              <a:rect l="l" t="t" r="r" b="b"/>
              <a:pathLst>
                <a:path w="19492" h="19474" extrusionOk="0">
                  <a:moveTo>
                    <a:pt x="18927" y="565"/>
                  </a:moveTo>
                  <a:lnTo>
                    <a:pt x="18927" y="3698"/>
                  </a:lnTo>
                  <a:lnTo>
                    <a:pt x="559" y="3698"/>
                  </a:lnTo>
                  <a:lnTo>
                    <a:pt x="559" y="565"/>
                  </a:lnTo>
                  <a:close/>
                  <a:moveTo>
                    <a:pt x="9963" y="4262"/>
                  </a:moveTo>
                  <a:lnTo>
                    <a:pt x="9963" y="5267"/>
                  </a:lnTo>
                  <a:lnTo>
                    <a:pt x="9499" y="5267"/>
                  </a:lnTo>
                  <a:lnTo>
                    <a:pt x="9499" y="4262"/>
                  </a:lnTo>
                  <a:close/>
                  <a:moveTo>
                    <a:pt x="18927" y="5855"/>
                  </a:moveTo>
                  <a:lnTo>
                    <a:pt x="18927" y="8964"/>
                  </a:lnTo>
                  <a:lnTo>
                    <a:pt x="559" y="8964"/>
                  </a:lnTo>
                  <a:lnTo>
                    <a:pt x="559" y="5855"/>
                  </a:lnTo>
                  <a:close/>
                  <a:moveTo>
                    <a:pt x="9963" y="9552"/>
                  </a:moveTo>
                  <a:lnTo>
                    <a:pt x="9963" y="10557"/>
                  </a:lnTo>
                  <a:lnTo>
                    <a:pt x="9499" y="10557"/>
                  </a:lnTo>
                  <a:lnTo>
                    <a:pt x="9499" y="9552"/>
                  </a:lnTo>
                  <a:close/>
                  <a:moveTo>
                    <a:pt x="9963" y="14842"/>
                  </a:moveTo>
                  <a:lnTo>
                    <a:pt x="9963" y="16829"/>
                  </a:lnTo>
                  <a:cubicBezTo>
                    <a:pt x="9893" y="16805"/>
                    <a:pt x="9816" y="16805"/>
                    <a:pt x="9746" y="16805"/>
                  </a:cubicBezTo>
                  <a:cubicBezTo>
                    <a:pt x="9670" y="16805"/>
                    <a:pt x="9575" y="16805"/>
                    <a:pt x="9499" y="16829"/>
                  </a:cubicBezTo>
                  <a:lnTo>
                    <a:pt x="9499" y="14842"/>
                  </a:lnTo>
                  <a:close/>
                  <a:moveTo>
                    <a:pt x="8423" y="17928"/>
                  </a:moveTo>
                  <a:cubicBezTo>
                    <a:pt x="8423" y="17981"/>
                    <a:pt x="8400" y="18051"/>
                    <a:pt x="8400" y="18128"/>
                  </a:cubicBezTo>
                  <a:cubicBezTo>
                    <a:pt x="8400" y="18198"/>
                    <a:pt x="8423" y="18275"/>
                    <a:pt x="8423" y="18345"/>
                  </a:cubicBezTo>
                  <a:lnTo>
                    <a:pt x="4015" y="18345"/>
                  </a:lnTo>
                  <a:lnTo>
                    <a:pt x="4015" y="17928"/>
                  </a:lnTo>
                  <a:close/>
                  <a:moveTo>
                    <a:pt x="15453" y="17928"/>
                  </a:moveTo>
                  <a:lnTo>
                    <a:pt x="15453" y="18345"/>
                  </a:lnTo>
                  <a:lnTo>
                    <a:pt x="11068" y="18345"/>
                  </a:lnTo>
                  <a:lnTo>
                    <a:pt x="11068" y="18128"/>
                  </a:lnTo>
                  <a:lnTo>
                    <a:pt x="11068" y="17928"/>
                  </a:lnTo>
                  <a:close/>
                  <a:moveTo>
                    <a:pt x="9746" y="17363"/>
                  </a:moveTo>
                  <a:cubicBezTo>
                    <a:pt x="10163" y="17363"/>
                    <a:pt x="10504" y="17710"/>
                    <a:pt x="10504" y="18128"/>
                  </a:cubicBezTo>
                  <a:cubicBezTo>
                    <a:pt x="10504" y="18539"/>
                    <a:pt x="10163" y="18886"/>
                    <a:pt x="9746" y="18886"/>
                  </a:cubicBezTo>
                  <a:cubicBezTo>
                    <a:pt x="9329" y="18886"/>
                    <a:pt x="8988" y="18539"/>
                    <a:pt x="8988" y="18128"/>
                  </a:cubicBezTo>
                  <a:cubicBezTo>
                    <a:pt x="8988" y="17710"/>
                    <a:pt x="9329" y="17363"/>
                    <a:pt x="9746" y="17363"/>
                  </a:cubicBezTo>
                  <a:close/>
                  <a:moveTo>
                    <a:pt x="535" y="0"/>
                  </a:moveTo>
                  <a:cubicBezTo>
                    <a:pt x="242" y="0"/>
                    <a:pt x="1" y="224"/>
                    <a:pt x="1" y="518"/>
                  </a:cubicBezTo>
                  <a:lnTo>
                    <a:pt x="1" y="3727"/>
                  </a:lnTo>
                  <a:cubicBezTo>
                    <a:pt x="1" y="4021"/>
                    <a:pt x="242" y="4262"/>
                    <a:pt x="535" y="4262"/>
                  </a:cubicBezTo>
                  <a:lnTo>
                    <a:pt x="8935" y="4262"/>
                  </a:lnTo>
                  <a:lnTo>
                    <a:pt x="8935" y="5267"/>
                  </a:lnTo>
                  <a:lnTo>
                    <a:pt x="535" y="5267"/>
                  </a:lnTo>
                  <a:cubicBezTo>
                    <a:pt x="242" y="5267"/>
                    <a:pt x="1" y="5514"/>
                    <a:pt x="1" y="5808"/>
                  </a:cubicBezTo>
                  <a:lnTo>
                    <a:pt x="1" y="9017"/>
                  </a:lnTo>
                  <a:cubicBezTo>
                    <a:pt x="1" y="9311"/>
                    <a:pt x="242" y="9552"/>
                    <a:pt x="535" y="9552"/>
                  </a:cubicBezTo>
                  <a:lnTo>
                    <a:pt x="8935" y="9552"/>
                  </a:lnTo>
                  <a:lnTo>
                    <a:pt x="8935" y="10557"/>
                  </a:lnTo>
                  <a:lnTo>
                    <a:pt x="535" y="10557"/>
                  </a:lnTo>
                  <a:cubicBezTo>
                    <a:pt x="242" y="10557"/>
                    <a:pt x="1" y="10804"/>
                    <a:pt x="1" y="11098"/>
                  </a:cubicBezTo>
                  <a:lnTo>
                    <a:pt x="1" y="14307"/>
                  </a:lnTo>
                  <a:cubicBezTo>
                    <a:pt x="1" y="14601"/>
                    <a:pt x="242" y="14842"/>
                    <a:pt x="535" y="14842"/>
                  </a:cubicBezTo>
                  <a:lnTo>
                    <a:pt x="8935" y="14842"/>
                  </a:lnTo>
                  <a:lnTo>
                    <a:pt x="8935" y="17070"/>
                  </a:lnTo>
                  <a:cubicBezTo>
                    <a:pt x="8841" y="17146"/>
                    <a:pt x="8741" y="17246"/>
                    <a:pt x="8670" y="17340"/>
                  </a:cubicBezTo>
                  <a:lnTo>
                    <a:pt x="3868" y="17340"/>
                  </a:lnTo>
                  <a:cubicBezTo>
                    <a:pt x="3645" y="17340"/>
                    <a:pt x="3451" y="17540"/>
                    <a:pt x="3451" y="17757"/>
                  </a:cubicBezTo>
                  <a:lnTo>
                    <a:pt x="3451" y="18492"/>
                  </a:lnTo>
                  <a:cubicBezTo>
                    <a:pt x="3451" y="18739"/>
                    <a:pt x="3645" y="18909"/>
                    <a:pt x="3868" y="18909"/>
                  </a:cubicBezTo>
                  <a:lnTo>
                    <a:pt x="8670" y="18909"/>
                  </a:lnTo>
                  <a:cubicBezTo>
                    <a:pt x="8911" y="19250"/>
                    <a:pt x="9305" y="19474"/>
                    <a:pt x="9746" y="19474"/>
                  </a:cubicBezTo>
                  <a:cubicBezTo>
                    <a:pt x="10187" y="19474"/>
                    <a:pt x="10581" y="19250"/>
                    <a:pt x="10822" y="18909"/>
                  </a:cubicBezTo>
                  <a:lnTo>
                    <a:pt x="15624" y="18909"/>
                  </a:lnTo>
                  <a:cubicBezTo>
                    <a:pt x="15841" y="18909"/>
                    <a:pt x="16041" y="18739"/>
                    <a:pt x="16041" y="18492"/>
                  </a:cubicBezTo>
                  <a:lnTo>
                    <a:pt x="16041" y="17757"/>
                  </a:lnTo>
                  <a:cubicBezTo>
                    <a:pt x="16041" y="17540"/>
                    <a:pt x="15841" y="17340"/>
                    <a:pt x="15624" y="17340"/>
                  </a:cubicBezTo>
                  <a:lnTo>
                    <a:pt x="10822" y="17340"/>
                  </a:lnTo>
                  <a:cubicBezTo>
                    <a:pt x="10751" y="17246"/>
                    <a:pt x="10651" y="17146"/>
                    <a:pt x="10551" y="17070"/>
                  </a:cubicBezTo>
                  <a:lnTo>
                    <a:pt x="10551" y="14842"/>
                  </a:lnTo>
                  <a:lnTo>
                    <a:pt x="18956" y="14842"/>
                  </a:lnTo>
                  <a:cubicBezTo>
                    <a:pt x="19250" y="14842"/>
                    <a:pt x="19491" y="14601"/>
                    <a:pt x="19491" y="14307"/>
                  </a:cubicBezTo>
                  <a:lnTo>
                    <a:pt x="19491" y="11098"/>
                  </a:lnTo>
                  <a:cubicBezTo>
                    <a:pt x="19491" y="10804"/>
                    <a:pt x="19250" y="10557"/>
                    <a:pt x="18956" y="10557"/>
                  </a:cubicBezTo>
                  <a:lnTo>
                    <a:pt x="15012" y="10557"/>
                  </a:lnTo>
                  <a:cubicBezTo>
                    <a:pt x="14866" y="10557"/>
                    <a:pt x="14719" y="10680"/>
                    <a:pt x="14719" y="10851"/>
                  </a:cubicBezTo>
                  <a:cubicBezTo>
                    <a:pt x="14719" y="10998"/>
                    <a:pt x="14866" y="11121"/>
                    <a:pt x="15012" y="11121"/>
                  </a:cubicBezTo>
                  <a:lnTo>
                    <a:pt x="18927" y="11121"/>
                  </a:lnTo>
                  <a:lnTo>
                    <a:pt x="18927" y="14254"/>
                  </a:lnTo>
                  <a:lnTo>
                    <a:pt x="559" y="14254"/>
                  </a:lnTo>
                  <a:lnTo>
                    <a:pt x="559" y="11121"/>
                  </a:lnTo>
                  <a:lnTo>
                    <a:pt x="13690" y="11121"/>
                  </a:lnTo>
                  <a:cubicBezTo>
                    <a:pt x="13860" y="11121"/>
                    <a:pt x="13984" y="10998"/>
                    <a:pt x="13984" y="10851"/>
                  </a:cubicBezTo>
                  <a:cubicBezTo>
                    <a:pt x="13984" y="10680"/>
                    <a:pt x="13860" y="10557"/>
                    <a:pt x="13690" y="10557"/>
                  </a:cubicBezTo>
                  <a:lnTo>
                    <a:pt x="10551" y="10557"/>
                  </a:lnTo>
                  <a:lnTo>
                    <a:pt x="10551" y="9552"/>
                  </a:lnTo>
                  <a:lnTo>
                    <a:pt x="18956" y="9552"/>
                  </a:lnTo>
                  <a:cubicBezTo>
                    <a:pt x="19250" y="9552"/>
                    <a:pt x="19491" y="9311"/>
                    <a:pt x="19491" y="9017"/>
                  </a:cubicBezTo>
                  <a:lnTo>
                    <a:pt x="19491" y="5808"/>
                  </a:lnTo>
                  <a:cubicBezTo>
                    <a:pt x="19491" y="5514"/>
                    <a:pt x="19250" y="5267"/>
                    <a:pt x="18956" y="5267"/>
                  </a:cubicBezTo>
                  <a:lnTo>
                    <a:pt x="10551" y="5267"/>
                  </a:lnTo>
                  <a:lnTo>
                    <a:pt x="10551" y="4262"/>
                  </a:lnTo>
                  <a:lnTo>
                    <a:pt x="18956" y="4262"/>
                  </a:lnTo>
                  <a:cubicBezTo>
                    <a:pt x="19250" y="4262"/>
                    <a:pt x="19491" y="4021"/>
                    <a:pt x="19491" y="3727"/>
                  </a:cubicBezTo>
                  <a:lnTo>
                    <a:pt x="19491" y="518"/>
                  </a:lnTo>
                  <a:cubicBezTo>
                    <a:pt x="19491" y="224"/>
                    <a:pt x="19250" y="0"/>
                    <a:pt x="18956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52" name="TextBox 2551">
            <a:extLst>
              <a:ext uri="{FF2B5EF4-FFF2-40B4-BE49-F238E27FC236}">
                <a16:creationId xmlns:a16="http://schemas.microsoft.com/office/drawing/2014/main" id="{52EFB70E-3164-D481-7FF8-1A6570F175A2}"/>
              </a:ext>
            </a:extLst>
          </p:cNvPr>
          <p:cNvSpPr txBox="1"/>
          <p:nvPr/>
        </p:nvSpPr>
        <p:spPr>
          <a:xfrm>
            <a:off x="806041" y="3289320"/>
            <a:ext cx="142539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000" dirty="0"/>
              <a:t>Vector DB</a:t>
            </a:r>
          </a:p>
          <a:p>
            <a:pPr algn="ctr"/>
            <a:r>
              <a:rPr lang="en-IN" sz="2000" dirty="0"/>
              <a:t>Embedded</a:t>
            </a:r>
          </a:p>
        </p:txBody>
      </p:sp>
      <p:cxnSp>
        <p:nvCxnSpPr>
          <p:cNvPr id="2556" name="Connector: Elbow 2555">
            <a:extLst>
              <a:ext uri="{FF2B5EF4-FFF2-40B4-BE49-F238E27FC236}">
                <a16:creationId xmlns:a16="http://schemas.microsoft.com/office/drawing/2014/main" id="{C505E2E4-DB73-9161-348E-757C85B727F3}"/>
              </a:ext>
            </a:extLst>
          </p:cNvPr>
          <p:cNvCxnSpPr>
            <a:cxnSpLocks/>
            <a:stCxn id="2500" idx="3"/>
            <a:endCxn id="29" idx="1"/>
          </p:cNvCxnSpPr>
          <p:nvPr/>
        </p:nvCxnSpPr>
        <p:spPr>
          <a:xfrm flipV="1">
            <a:off x="4456448" y="3639124"/>
            <a:ext cx="423952" cy="414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2" name="Google Shape;3726;p63">
            <a:extLst>
              <a:ext uri="{FF2B5EF4-FFF2-40B4-BE49-F238E27FC236}">
                <a16:creationId xmlns:a16="http://schemas.microsoft.com/office/drawing/2014/main" id="{7302B881-253C-46DA-8B61-0059A78A32F6}"/>
              </a:ext>
            </a:extLst>
          </p:cNvPr>
          <p:cNvGrpSpPr/>
          <p:nvPr/>
        </p:nvGrpSpPr>
        <p:grpSpPr>
          <a:xfrm>
            <a:off x="7369498" y="598109"/>
            <a:ext cx="344095" cy="379820"/>
            <a:chOff x="4111577" y="3480284"/>
            <a:chExt cx="344095" cy="379820"/>
          </a:xfrm>
        </p:grpSpPr>
        <p:sp>
          <p:nvSpPr>
            <p:cNvPr id="11" name="Google Shape;3727;p63">
              <a:extLst>
                <a:ext uri="{FF2B5EF4-FFF2-40B4-BE49-F238E27FC236}">
                  <a16:creationId xmlns:a16="http://schemas.microsoft.com/office/drawing/2014/main" id="{1F43FFC9-F1FB-29B2-AADF-0BF2A3639316}"/>
                </a:ext>
              </a:extLst>
            </p:cNvPr>
            <p:cNvSpPr/>
            <p:nvPr/>
          </p:nvSpPr>
          <p:spPr>
            <a:xfrm>
              <a:off x="4136433" y="3602461"/>
              <a:ext cx="294849" cy="206118"/>
            </a:xfrm>
            <a:custGeom>
              <a:avLst/>
              <a:gdLst/>
              <a:ahLst/>
              <a:cxnLst/>
              <a:rect l="l" t="t" r="r" b="b"/>
              <a:pathLst>
                <a:path w="15136" h="10581" extrusionOk="0">
                  <a:moveTo>
                    <a:pt x="782" y="0"/>
                  </a:moveTo>
                  <a:cubicBezTo>
                    <a:pt x="341" y="0"/>
                    <a:pt x="0" y="341"/>
                    <a:pt x="0" y="758"/>
                  </a:cubicBezTo>
                  <a:lnTo>
                    <a:pt x="0" y="9816"/>
                  </a:lnTo>
                  <a:cubicBezTo>
                    <a:pt x="0" y="10233"/>
                    <a:pt x="341" y="10580"/>
                    <a:pt x="782" y="10580"/>
                  </a:cubicBezTo>
                  <a:lnTo>
                    <a:pt x="14354" y="10580"/>
                  </a:lnTo>
                  <a:cubicBezTo>
                    <a:pt x="14795" y="10580"/>
                    <a:pt x="15136" y="10233"/>
                    <a:pt x="15136" y="9816"/>
                  </a:cubicBezTo>
                  <a:lnTo>
                    <a:pt x="15136" y="758"/>
                  </a:lnTo>
                  <a:cubicBezTo>
                    <a:pt x="15136" y="341"/>
                    <a:pt x="14795" y="0"/>
                    <a:pt x="14354" y="0"/>
                  </a:cubicBez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3728;p63">
              <a:extLst>
                <a:ext uri="{FF2B5EF4-FFF2-40B4-BE49-F238E27FC236}">
                  <a16:creationId xmlns:a16="http://schemas.microsoft.com/office/drawing/2014/main" id="{D3FCD06C-646C-2367-C4CE-9BDDCC3B614C}"/>
                </a:ext>
              </a:extLst>
            </p:cNvPr>
            <p:cNvSpPr/>
            <p:nvPr/>
          </p:nvSpPr>
          <p:spPr>
            <a:xfrm>
              <a:off x="4401262" y="3602461"/>
              <a:ext cx="30019" cy="206118"/>
            </a:xfrm>
            <a:custGeom>
              <a:avLst/>
              <a:gdLst/>
              <a:ahLst/>
              <a:cxnLst/>
              <a:rect l="l" t="t" r="r" b="b"/>
              <a:pathLst>
                <a:path w="1541" h="10581" extrusionOk="0">
                  <a:moveTo>
                    <a:pt x="1" y="0"/>
                  </a:moveTo>
                  <a:cubicBezTo>
                    <a:pt x="441" y="0"/>
                    <a:pt x="782" y="341"/>
                    <a:pt x="782" y="758"/>
                  </a:cubicBezTo>
                  <a:lnTo>
                    <a:pt x="782" y="9816"/>
                  </a:lnTo>
                  <a:cubicBezTo>
                    <a:pt x="782" y="10233"/>
                    <a:pt x="441" y="10580"/>
                    <a:pt x="1" y="10580"/>
                  </a:cubicBezTo>
                  <a:lnTo>
                    <a:pt x="759" y="10580"/>
                  </a:lnTo>
                  <a:cubicBezTo>
                    <a:pt x="1200" y="10580"/>
                    <a:pt x="1541" y="10233"/>
                    <a:pt x="1541" y="9816"/>
                  </a:cubicBezTo>
                  <a:lnTo>
                    <a:pt x="1541" y="758"/>
                  </a:lnTo>
                  <a:cubicBezTo>
                    <a:pt x="1541" y="341"/>
                    <a:pt x="1200" y="0"/>
                    <a:pt x="759" y="0"/>
                  </a:cubicBezTo>
                  <a:close/>
                </a:path>
              </a:pathLst>
            </a:custGeom>
            <a:solidFill>
              <a:srgbClr val="866A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3729;p63">
              <a:extLst>
                <a:ext uri="{FF2B5EF4-FFF2-40B4-BE49-F238E27FC236}">
                  <a16:creationId xmlns:a16="http://schemas.microsoft.com/office/drawing/2014/main" id="{681DA273-2EC1-62C7-C717-500E2F442D2B}"/>
                </a:ext>
              </a:extLst>
            </p:cNvPr>
            <p:cNvSpPr/>
            <p:nvPr/>
          </p:nvSpPr>
          <p:spPr>
            <a:xfrm>
              <a:off x="4157959" y="3620539"/>
              <a:ext cx="251915" cy="169827"/>
            </a:xfrm>
            <a:custGeom>
              <a:avLst/>
              <a:gdLst/>
              <a:ahLst/>
              <a:cxnLst/>
              <a:rect l="l" t="t" r="r" b="b"/>
              <a:pathLst>
                <a:path w="12932" h="8718" extrusionOk="0">
                  <a:moveTo>
                    <a:pt x="294" y="1"/>
                  </a:moveTo>
                  <a:cubicBezTo>
                    <a:pt x="147" y="1"/>
                    <a:pt x="0" y="124"/>
                    <a:pt x="0" y="295"/>
                  </a:cubicBezTo>
                  <a:lnTo>
                    <a:pt x="0" y="8424"/>
                  </a:lnTo>
                  <a:cubicBezTo>
                    <a:pt x="0" y="8594"/>
                    <a:pt x="147" y="8718"/>
                    <a:pt x="294" y="8718"/>
                  </a:cubicBezTo>
                  <a:lnTo>
                    <a:pt x="12638" y="8718"/>
                  </a:lnTo>
                  <a:cubicBezTo>
                    <a:pt x="12785" y="8718"/>
                    <a:pt x="12931" y="8594"/>
                    <a:pt x="12931" y="8424"/>
                  </a:cubicBezTo>
                  <a:lnTo>
                    <a:pt x="12931" y="295"/>
                  </a:lnTo>
                  <a:cubicBezTo>
                    <a:pt x="12931" y="124"/>
                    <a:pt x="12785" y="1"/>
                    <a:pt x="12638" y="1"/>
                  </a:cubicBezTo>
                  <a:close/>
                </a:path>
              </a:pathLst>
            </a:custGeom>
            <a:solidFill>
              <a:srgbClr val="00C7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3730;p63">
              <a:extLst>
                <a:ext uri="{FF2B5EF4-FFF2-40B4-BE49-F238E27FC236}">
                  <a16:creationId xmlns:a16="http://schemas.microsoft.com/office/drawing/2014/main" id="{5CE3BB92-43EA-3CDF-28A6-F8130133D4E9}"/>
                </a:ext>
              </a:extLst>
            </p:cNvPr>
            <p:cNvSpPr/>
            <p:nvPr/>
          </p:nvSpPr>
          <p:spPr>
            <a:xfrm>
              <a:off x="4157959" y="3659128"/>
              <a:ext cx="81543" cy="131237"/>
            </a:xfrm>
            <a:custGeom>
              <a:avLst/>
              <a:gdLst/>
              <a:ahLst/>
              <a:cxnLst/>
              <a:rect l="l" t="t" r="r" b="b"/>
              <a:pathLst>
                <a:path w="4186" h="6737" extrusionOk="0">
                  <a:moveTo>
                    <a:pt x="0" y="1"/>
                  </a:moveTo>
                  <a:lnTo>
                    <a:pt x="0" y="6443"/>
                  </a:lnTo>
                  <a:cubicBezTo>
                    <a:pt x="0" y="6613"/>
                    <a:pt x="147" y="6737"/>
                    <a:pt x="294" y="6737"/>
                  </a:cubicBezTo>
                  <a:lnTo>
                    <a:pt x="4185" y="6737"/>
                  </a:lnTo>
                  <a:lnTo>
                    <a:pt x="4185" y="1"/>
                  </a:lnTo>
                  <a:close/>
                </a:path>
              </a:pathLst>
            </a:custGeom>
            <a:solidFill>
              <a:srgbClr val="00C7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731;p63">
              <a:extLst>
                <a:ext uri="{FF2B5EF4-FFF2-40B4-BE49-F238E27FC236}">
                  <a16:creationId xmlns:a16="http://schemas.microsoft.com/office/drawing/2014/main" id="{5D121D69-A043-9282-AC47-70641B4F0CB8}"/>
                </a:ext>
              </a:extLst>
            </p:cNvPr>
            <p:cNvSpPr/>
            <p:nvPr/>
          </p:nvSpPr>
          <p:spPr>
            <a:xfrm>
              <a:off x="4224716" y="3659128"/>
              <a:ext cx="14785" cy="131237"/>
            </a:xfrm>
            <a:custGeom>
              <a:avLst/>
              <a:gdLst/>
              <a:ahLst/>
              <a:cxnLst/>
              <a:rect l="l" t="t" r="r" b="b"/>
              <a:pathLst>
                <a:path w="759" h="6737" extrusionOk="0">
                  <a:moveTo>
                    <a:pt x="0" y="1"/>
                  </a:moveTo>
                  <a:lnTo>
                    <a:pt x="0" y="6737"/>
                  </a:lnTo>
                  <a:lnTo>
                    <a:pt x="758" y="6737"/>
                  </a:lnTo>
                  <a:lnTo>
                    <a:pt x="758" y="1"/>
                  </a:lnTo>
                  <a:close/>
                </a:path>
              </a:pathLst>
            </a:custGeom>
            <a:solidFill>
              <a:srgbClr val="00C7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732;p63">
              <a:extLst>
                <a:ext uri="{FF2B5EF4-FFF2-40B4-BE49-F238E27FC236}">
                  <a16:creationId xmlns:a16="http://schemas.microsoft.com/office/drawing/2014/main" id="{A6090811-102F-D502-C043-B15C9B342B12}"/>
                </a:ext>
              </a:extLst>
            </p:cNvPr>
            <p:cNvSpPr/>
            <p:nvPr/>
          </p:nvSpPr>
          <p:spPr>
            <a:xfrm>
              <a:off x="4229976" y="3486011"/>
              <a:ext cx="107763" cy="62083"/>
            </a:xfrm>
            <a:custGeom>
              <a:avLst/>
              <a:gdLst/>
              <a:ahLst/>
              <a:cxnLst/>
              <a:rect l="l" t="t" r="r" b="b"/>
              <a:pathLst>
                <a:path w="5532" h="3187" extrusionOk="0">
                  <a:moveTo>
                    <a:pt x="2769" y="0"/>
                  </a:moveTo>
                  <a:cubicBezTo>
                    <a:pt x="2058" y="0"/>
                    <a:pt x="1470" y="465"/>
                    <a:pt x="1299" y="1129"/>
                  </a:cubicBezTo>
                  <a:cubicBezTo>
                    <a:pt x="1199" y="1100"/>
                    <a:pt x="1123" y="1076"/>
                    <a:pt x="1053" y="1076"/>
                  </a:cubicBezTo>
                  <a:cubicBezTo>
                    <a:pt x="465" y="1076"/>
                    <a:pt x="0" y="1570"/>
                    <a:pt x="0" y="2128"/>
                  </a:cubicBezTo>
                  <a:cubicBezTo>
                    <a:pt x="0" y="2716"/>
                    <a:pt x="465" y="3186"/>
                    <a:pt x="1053" y="3186"/>
                  </a:cubicBezTo>
                  <a:cubicBezTo>
                    <a:pt x="1370" y="3186"/>
                    <a:pt x="1664" y="3039"/>
                    <a:pt x="1858" y="2792"/>
                  </a:cubicBezTo>
                  <a:cubicBezTo>
                    <a:pt x="2105" y="2986"/>
                    <a:pt x="2422" y="3086"/>
                    <a:pt x="2769" y="3086"/>
                  </a:cubicBezTo>
                  <a:cubicBezTo>
                    <a:pt x="3110" y="3086"/>
                    <a:pt x="3427" y="2986"/>
                    <a:pt x="3674" y="2792"/>
                  </a:cubicBezTo>
                  <a:cubicBezTo>
                    <a:pt x="3868" y="3039"/>
                    <a:pt x="4162" y="3186"/>
                    <a:pt x="4479" y="3186"/>
                  </a:cubicBezTo>
                  <a:cubicBezTo>
                    <a:pt x="5067" y="3186"/>
                    <a:pt x="5531" y="2716"/>
                    <a:pt x="5531" y="2128"/>
                  </a:cubicBezTo>
                  <a:cubicBezTo>
                    <a:pt x="5531" y="1570"/>
                    <a:pt x="5067" y="1076"/>
                    <a:pt x="4479" y="1076"/>
                  </a:cubicBezTo>
                  <a:cubicBezTo>
                    <a:pt x="4409" y="1076"/>
                    <a:pt x="4332" y="1100"/>
                    <a:pt x="4238" y="1129"/>
                  </a:cubicBezTo>
                  <a:cubicBezTo>
                    <a:pt x="4062" y="465"/>
                    <a:pt x="3474" y="0"/>
                    <a:pt x="2769" y="0"/>
                  </a:cubicBez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733;p63">
              <a:extLst>
                <a:ext uri="{FF2B5EF4-FFF2-40B4-BE49-F238E27FC236}">
                  <a16:creationId xmlns:a16="http://schemas.microsoft.com/office/drawing/2014/main" id="{DCA3E12F-C796-DC49-175D-C67B19B359EB}"/>
                </a:ext>
              </a:extLst>
            </p:cNvPr>
            <p:cNvSpPr/>
            <p:nvPr/>
          </p:nvSpPr>
          <p:spPr>
            <a:xfrm>
              <a:off x="4117304" y="3808558"/>
              <a:ext cx="333108" cy="46265"/>
            </a:xfrm>
            <a:custGeom>
              <a:avLst/>
              <a:gdLst/>
              <a:ahLst/>
              <a:cxnLst/>
              <a:rect l="l" t="t" r="r" b="b"/>
              <a:pathLst>
                <a:path w="17100" h="2375" extrusionOk="0">
                  <a:moveTo>
                    <a:pt x="441" y="0"/>
                  </a:moveTo>
                  <a:cubicBezTo>
                    <a:pt x="200" y="0"/>
                    <a:pt x="1" y="194"/>
                    <a:pt x="1" y="441"/>
                  </a:cubicBezTo>
                  <a:cubicBezTo>
                    <a:pt x="1" y="1517"/>
                    <a:pt x="859" y="2375"/>
                    <a:pt x="1940" y="2375"/>
                  </a:cubicBezTo>
                  <a:lnTo>
                    <a:pt x="15165" y="2375"/>
                  </a:lnTo>
                  <a:cubicBezTo>
                    <a:pt x="16241" y="2375"/>
                    <a:pt x="17099" y="1517"/>
                    <a:pt x="17099" y="441"/>
                  </a:cubicBezTo>
                  <a:cubicBezTo>
                    <a:pt x="17099" y="194"/>
                    <a:pt x="16899" y="0"/>
                    <a:pt x="16658" y="0"/>
                  </a:cubicBezTo>
                  <a:close/>
                </a:path>
              </a:pathLst>
            </a:custGeom>
            <a:solidFill>
              <a:srgbClr val="866A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734;p63">
              <a:extLst>
                <a:ext uri="{FF2B5EF4-FFF2-40B4-BE49-F238E27FC236}">
                  <a16:creationId xmlns:a16="http://schemas.microsoft.com/office/drawing/2014/main" id="{F87B1198-82A0-7D6C-6005-9F28370885C6}"/>
                </a:ext>
              </a:extLst>
            </p:cNvPr>
            <p:cNvSpPr/>
            <p:nvPr/>
          </p:nvSpPr>
          <p:spPr>
            <a:xfrm>
              <a:off x="4393587" y="3808558"/>
              <a:ext cx="56823" cy="46265"/>
            </a:xfrm>
            <a:custGeom>
              <a:avLst/>
              <a:gdLst/>
              <a:ahLst/>
              <a:cxnLst/>
              <a:rect l="l" t="t" r="r" b="b"/>
              <a:pathLst>
                <a:path w="2917" h="2375" extrusionOk="0">
                  <a:moveTo>
                    <a:pt x="1494" y="0"/>
                  </a:moveTo>
                  <a:cubicBezTo>
                    <a:pt x="1741" y="0"/>
                    <a:pt x="1935" y="194"/>
                    <a:pt x="1935" y="441"/>
                  </a:cubicBezTo>
                  <a:cubicBezTo>
                    <a:pt x="1935" y="976"/>
                    <a:pt x="1717" y="1440"/>
                    <a:pt x="1370" y="1811"/>
                  </a:cubicBezTo>
                  <a:cubicBezTo>
                    <a:pt x="1006" y="2151"/>
                    <a:pt x="542" y="2375"/>
                    <a:pt x="1" y="2375"/>
                  </a:cubicBezTo>
                  <a:lnTo>
                    <a:pt x="982" y="2375"/>
                  </a:lnTo>
                  <a:cubicBezTo>
                    <a:pt x="1517" y="2375"/>
                    <a:pt x="1982" y="2151"/>
                    <a:pt x="2352" y="1811"/>
                  </a:cubicBezTo>
                  <a:cubicBezTo>
                    <a:pt x="2693" y="1440"/>
                    <a:pt x="2916" y="976"/>
                    <a:pt x="2916" y="441"/>
                  </a:cubicBezTo>
                  <a:cubicBezTo>
                    <a:pt x="2916" y="194"/>
                    <a:pt x="2716" y="0"/>
                    <a:pt x="2475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735;p63">
              <a:extLst>
                <a:ext uri="{FF2B5EF4-FFF2-40B4-BE49-F238E27FC236}">
                  <a16:creationId xmlns:a16="http://schemas.microsoft.com/office/drawing/2014/main" id="{3EF0585F-3EF4-6288-BAEA-48A1F7CF13E4}"/>
                </a:ext>
              </a:extLst>
            </p:cNvPr>
            <p:cNvSpPr/>
            <p:nvPr/>
          </p:nvSpPr>
          <p:spPr>
            <a:xfrm>
              <a:off x="4157959" y="3620539"/>
              <a:ext cx="251915" cy="38609"/>
            </a:xfrm>
            <a:custGeom>
              <a:avLst/>
              <a:gdLst/>
              <a:ahLst/>
              <a:cxnLst/>
              <a:rect l="l" t="t" r="r" b="b"/>
              <a:pathLst>
                <a:path w="12932" h="1982" extrusionOk="0">
                  <a:moveTo>
                    <a:pt x="294" y="1"/>
                  </a:moveTo>
                  <a:cubicBezTo>
                    <a:pt x="147" y="1"/>
                    <a:pt x="0" y="124"/>
                    <a:pt x="0" y="295"/>
                  </a:cubicBezTo>
                  <a:lnTo>
                    <a:pt x="0" y="1982"/>
                  </a:lnTo>
                  <a:lnTo>
                    <a:pt x="12931" y="1982"/>
                  </a:lnTo>
                  <a:lnTo>
                    <a:pt x="12931" y="295"/>
                  </a:lnTo>
                  <a:cubicBezTo>
                    <a:pt x="12931" y="124"/>
                    <a:pt x="12785" y="1"/>
                    <a:pt x="12638" y="1"/>
                  </a:cubicBezTo>
                  <a:close/>
                </a:path>
              </a:pathLst>
            </a:custGeom>
            <a:solidFill>
              <a:srgbClr val="FF93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736;p63">
              <a:extLst>
                <a:ext uri="{FF2B5EF4-FFF2-40B4-BE49-F238E27FC236}">
                  <a16:creationId xmlns:a16="http://schemas.microsoft.com/office/drawing/2014/main" id="{62CCA362-3D68-4D70-BE08-179A846386FC}"/>
                </a:ext>
              </a:extLst>
            </p:cNvPr>
            <p:cNvSpPr/>
            <p:nvPr/>
          </p:nvSpPr>
          <p:spPr>
            <a:xfrm>
              <a:off x="4389243" y="3620539"/>
              <a:ext cx="20629" cy="38609"/>
            </a:xfrm>
            <a:custGeom>
              <a:avLst/>
              <a:gdLst/>
              <a:ahLst/>
              <a:cxnLst/>
              <a:rect l="l" t="t" r="r" b="b"/>
              <a:pathLst>
                <a:path w="1059" h="1982" extrusionOk="0">
                  <a:moveTo>
                    <a:pt x="0" y="1"/>
                  </a:moveTo>
                  <a:cubicBezTo>
                    <a:pt x="147" y="1"/>
                    <a:pt x="271" y="124"/>
                    <a:pt x="271" y="295"/>
                  </a:cubicBezTo>
                  <a:lnTo>
                    <a:pt x="271" y="1982"/>
                  </a:lnTo>
                  <a:lnTo>
                    <a:pt x="1058" y="1982"/>
                  </a:lnTo>
                  <a:lnTo>
                    <a:pt x="1058" y="295"/>
                  </a:lnTo>
                  <a:cubicBezTo>
                    <a:pt x="1058" y="124"/>
                    <a:pt x="912" y="1"/>
                    <a:pt x="765" y="1"/>
                  </a:cubicBezTo>
                  <a:close/>
                </a:path>
              </a:pathLst>
            </a:custGeom>
            <a:solidFill>
              <a:srgbClr val="FF61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37;p63">
              <a:extLst>
                <a:ext uri="{FF2B5EF4-FFF2-40B4-BE49-F238E27FC236}">
                  <a16:creationId xmlns:a16="http://schemas.microsoft.com/office/drawing/2014/main" id="{B173FF3A-B324-76D6-3776-727FE3586C25}"/>
                </a:ext>
              </a:extLst>
            </p:cNvPr>
            <p:cNvSpPr/>
            <p:nvPr/>
          </p:nvSpPr>
          <p:spPr>
            <a:xfrm>
              <a:off x="4252864" y="3808558"/>
              <a:ext cx="61966" cy="20045"/>
            </a:xfrm>
            <a:custGeom>
              <a:avLst/>
              <a:gdLst/>
              <a:ahLst/>
              <a:cxnLst/>
              <a:rect l="l" t="t" r="r" b="b"/>
              <a:pathLst>
                <a:path w="3181" h="1029" extrusionOk="0">
                  <a:moveTo>
                    <a:pt x="1" y="0"/>
                  </a:moveTo>
                  <a:lnTo>
                    <a:pt x="1" y="512"/>
                  </a:lnTo>
                  <a:cubicBezTo>
                    <a:pt x="1" y="805"/>
                    <a:pt x="242" y="1029"/>
                    <a:pt x="512" y="1029"/>
                  </a:cubicBezTo>
                  <a:lnTo>
                    <a:pt x="2669" y="1029"/>
                  </a:lnTo>
                  <a:cubicBezTo>
                    <a:pt x="2940" y="1029"/>
                    <a:pt x="3181" y="805"/>
                    <a:pt x="3181" y="512"/>
                  </a:cubicBezTo>
                  <a:lnTo>
                    <a:pt x="3181" y="0"/>
                  </a:lnTo>
                  <a:close/>
                </a:path>
              </a:pathLst>
            </a:custGeom>
            <a:solidFill>
              <a:srgbClr val="356B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3738;p63">
              <a:extLst>
                <a:ext uri="{FF2B5EF4-FFF2-40B4-BE49-F238E27FC236}">
                  <a16:creationId xmlns:a16="http://schemas.microsoft.com/office/drawing/2014/main" id="{DC22F110-7474-90ED-19A4-000C98A83541}"/>
                </a:ext>
              </a:extLst>
            </p:cNvPr>
            <p:cNvSpPr/>
            <p:nvPr/>
          </p:nvSpPr>
          <p:spPr>
            <a:xfrm>
              <a:off x="4224716" y="3480284"/>
              <a:ext cx="118283" cy="73537"/>
            </a:xfrm>
            <a:custGeom>
              <a:avLst/>
              <a:gdLst/>
              <a:ahLst/>
              <a:cxnLst/>
              <a:rect l="l" t="t" r="r" b="b"/>
              <a:pathLst>
                <a:path w="6072" h="3775" extrusionOk="0">
                  <a:moveTo>
                    <a:pt x="3039" y="588"/>
                  </a:moveTo>
                  <a:cubicBezTo>
                    <a:pt x="3597" y="588"/>
                    <a:pt x="4091" y="953"/>
                    <a:pt x="4238" y="1493"/>
                  </a:cubicBezTo>
                  <a:cubicBezTo>
                    <a:pt x="4278" y="1620"/>
                    <a:pt x="4392" y="1694"/>
                    <a:pt x="4516" y="1694"/>
                  </a:cubicBezTo>
                  <a:cubicBezTo>
                    <a:pt x="4537" y="1694"/>
                    <a:pt x="4558" y="1692"/>
                    <a:pt x="4579" y="1687"/>
                  </a:cubicBezTo>
                  <a:cubicBezTo>
                    <a:pt x="4626" y="1664"/>
                    <a:pt x="4702" y="1664"/>
                    <a:pt x="4749" y="1664"/>
                  </a:cubicBezTo>
                  <a:cubicBezTo>
                    <a:pt x="5167" y="1664"/>
                    <a:pt x="5508" y="2011"/>
                    <a:pt x="5508" y="2422"/>
                  </a:cubicBezTo>
                  <a:cubicBezTo>
                    <a:pt x="5508" y="2840"/>
                    <a:pt x="5167" y="3186"/>
                    <a:pt x="4749" y="3186"/>
                  </a:cubicBezTo>
                  <a:cubicBezTo>
                    <a:pt x="4532" y="3186"/>
                    <a:pt x="4308" y="3086"/>
                    <a:pt x="4162" y="2916"/>
                  </a:cubicBezTo>
                  <a:cubicBezTo>
                    <a:pt x="4114" y="2840"/>
                    <a:pt x="4015" y="2792"/>
                    <a:pt x="3944" y="2792"/>
                  </a:cubicBezTo>
                  <a:cubicBezTo>
                    <a:pt x="3868" y="2792"/>
                    <a:pt x="3821" y="2816"/>
                    <a:pt x="3774" y="2863"/>
                  </a:cubicBezTo>
                  <a:cubicBezTo>
                    <a:pt x="3550" y="3010"/>
                    <a:pt x="3303" y="3086"/>
                    <a:pt x="3039" y="3086"/>
                  </a:cubicBezTo>
                  <a:cubicBezTo>
                    <a:pt x="2768" y="3086"/>
                    <a:pt x="2522" y="3010"/>
                    <a:pt x="2304" y="2863"/>
                  </a:cubicBezTo>
                  <a:cubicBezTo>
                    <a:pt x="2253" y="2824"/>
                    <a:pt x="2194" y="2805"/>
                    <a:pt x="2136" y="2805"/>
                  </a:cubicBezTo>
                  <a:cubicBezTo>
                    <a:pt x="2052" y="2805"/>
                    <a:pt x="1969" y="2843"/>
                    <a:pt x="1910" y="2916"/>
                  </a:cubicBezTo>
                  <a:cubicBezTo>
                    <a:pt x="1763" y="3086"/>
                    <a:pt x="1540" y="3186"/>
                    <a:pt x="1323" y="3186"/>
                  </a:cubicBezTo>
                  <a:cubicBezTo>
                    <a:pt x="905" y="3186"/>
                    <a:pt x="564" y="2840"/>
                    <a:pt x="564" y="2422"/>
                  </a:cubicBezTo>
                  <a:cubicBezTo>
                    <a:pt x="564" y="2011"/>
                    <a:pt x="905" y="1664"/>
                    <a:pt x="1323" y="1664"/>
                  </a:cubicBezTo>
                  <a:cubicBezTo>
                    <a:pt x="1370" y="1664"/>
                    <a:pt x="1446" y="1664"/>
                    <a:pt x="1493" y="1687"/>
                  </a:cubicBezTo>
                  <a:cubicBezTo>
                    <a:pt x="1514" y="1692"/>
                    <a:pt x="1535" y="1694"/>
                    <a:pt x="1555" y="1694"/>
                  </a:cubicBezTo>
                  <a:cubicBezTo>
                    <a:pt x="1680" y="1694"/>
                    <a:pt x="1794" y="1620"/>
                    <a:pt x="1834" y="1493"/>
                  </a:cubicBezTo>
                  <a:cubicBezTo>
                    <a:pt x="1981" y="953"/>
                    <a:pt x="2475" y="588"/>
                    <a:pt x="3039" y="588"/>
                  </a:cubicBezTo>
                  <a:close/>
                  <a:moveTo>
                    <a:pt x="3039" y="1"/>
                  </a:moveTo>
                  <a:cubicBezTo>
                    <a:pt x="2304" y="1"/>
                    <a:pt x="1663" y="441"/>
                    <a:pt x="1370" y="1100"/>
                  </a:cubicBezTo>
                  <a:lnTo>
                    <a:pt x="1323" y="1100"/>
                  </a:lnTo>
                  <a:cubicBezTo>
                    <a:pt x="588" y="1100"/>
                    <a:pt x="0" y="1687"/>
                    <a:pt x="0" y="2422"/>
                  </a:cubicBezTo>
                  <a:cubicBezTo>
                    <a:pt x="0" y="3157"/>
                    <a:pt x="588" y="3774"/>
                    <a:pt x="1323" y="3774"/>
                  </a:cubicBezTo>
                  <a:cubicBezTo>
                    <a:pt x="1640" y="3774"/>
                    <a:pt x="1934" y="3651"/>
                    <a:pt x="2181" y="3451"/>
                  </a:cubicBezTo>
                  <a:cubicBezTo>
                    <a:pt x="2451" y="3598"/>
                    <a:pt x="2745" y="3674"/>
                    <a:pt x="3039" y="3674"/>
                  </a:cubicBezTo>
                  <a:cubicBezTo>
                    <a:pt x="3333" y="3674"/>
                    <a:pt x="3627" y="3598"/>
                    <a:pt x="3891" y="3451"/>
                  </a:cubicBezTo>
                  <a:cubicBezTo>
                    <a:pt x="4138" y="3651"/>
                    <a:pt x="4432" y="3774"/>
                    <a:pt x="4749" y="3774"/>
                  </a:cubicBezTo>
                  <a:cubicBezTo>
                    <a:pt x="5484" y="3774"/>
                    <a:pt x="6072" y="3157"/>
                    <a:pt x="6072" y="2422"/>
                  </a:cubicBezTo>
                  <a:cubicBezTo>
                    <a:pt x="6072" y="1687"/>
                    <a:pt x="5484" y="1100"/>
                    <a:pt x="4749" y="1100"/>
                  </a:cubicBezTo>
                  <a:lnTo>
                    <a:pt x="4702" y="1100"/>
                  </a:lnTo>
                  <a:cubicBezTo>
                    <a:pt x="4408" y="441"/>
                    <a:pt x="3774" y="1"/>
                    <a:pt x="3039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3739;p63">
              <a:extLst>
                <a:ext uri="{FF2B5EF4-FFF2-40B4-BE49-F238E27FC236}">
                  <a16:creationId xmlns:a16="http://schemas.microsoft.com/office/drawing/2014/main" id="{704AFBED-7400-D97C-2F43-74A7EAF0318D}"/>
                </a:ext>
              </a:extLst>
            </p:cNvPr>
            <p:cNvSpPr/>
            <p:nvPr/>
          </p:nvSpPr>
          <p:spPr>
            <a:xfrm>
              <a:off x="4278169" y="3560424"/>
              <a:ext cx="11474" cy="11026"/>
            </a:xfrm>
            <a:custGeom>
              <a:avLst/>
              <a:gdLst/>
              <a:ahLst/>
              <a:cxnLst/>
              <a:rect l="l" t="t" r="r" b="b"/>
              <a:pathLst>
                <a:path w="589" h="566" extrusionOk="0">
                  <a:moveTo>
                    <a:pt x="295" y="1"/>
                  </a:moveTo>
                  <a:cubicBezTo>
                    <a:pt x="148" y="1"/>
                    <a:pt x="1" y="124"/>
                    <a:pt x="1" y="295"/>
                  </a:cubicBezTo>
                  <a:cubicBezTo>
                    <a:pt x="1" y="442"/>
                    <a:pt x="148" y="565"/>
                    <a:pt x="295" y="565"/>
                  </a:cubicBezTo>
                  <a:cubicBezTo>
                    <a:pt x="442" y="565"/>
                    <a:pt x="589" y="442"/>
                    <a:pt x="589" y="295"/>
                  </a:cubicBezTo>
                  <a:cubicBezTo>
                    <a:pt x="589" y="124"/>
                    <a:pt x="442" y="1"/>
                    <a:pt x="295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3740;p63">
              <a:extLst>
                <a:ext uri="{FF2B5EF4-FFF2-40B4-BE49-F238E27FC236}">
                  <a16:creationId xmlns:a16="http://schemas.microsoft.com/office/drawing/2014/main" id="{F1BECB93-7C7F-56B0-2AEA-22272887E4A0}"/>
                </a:ext>
              </a:extLst>
            </p:cNvPr>
            <p:cNvSpPr/>
            <p:nvPr/>
          </p:nvSpPr>
          <p:spPr>
            <a:xfrm>
              <a:off x="4278169" y="3578988"/>
              <a:ext cx="11474" cy="11454"/>
            </a:xfrm>
            <a:custGeom>
              <a:avLst/>
              <a:gdLst/>
              <a:ahLst/>
              <a:cxnLst/>
              <a:rect l="l" t="t" r="r" b="b"/>
              <a:pathLst>
                <a:path w="589" h="588" extrusionOk="0">
                  <a:moveTo>
                    <a:pt x="295" y="0"/>
                  </a:moveTo>
                  <a:cubicBezTo>
                    <a:pt x="148" y="0"/>
                    <a:pt x="1" y="147"/>
                    <a:pt x="1" y="294"/>
                  </a:cubicBezTo>
                  <a:cubicBezTo>
                    <a:pt x="1" y="441"/>
                    <a:pt x="148" y="588"/>
                    <a:pt x="295" y="588"/>
                  </a:cubicBezTo>
                  <a:cubicBezTo>
                    <a:pt x="442" y="588"/>
                    <a:pt x="589" y="441"/>
                    <a:pt x="589" y="294"/>
                  </a:cubicBezTo>
                  <a:cubicBezTo>
                    <a:pt x="589" y="147"/>
                    <a:pt x="442" y="0"/>
                    <a:pt x="295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3741;p63">
              <a:extLst>
                <a:ext uri="{FF2B5EF4-FFF2-40B4-BE49-F238E27FC236}">
                  <a16:creationId xmlns:a16="http://schemas.microsoft.com/office/drawing/2014/main" id="{09344208-1869-27AD-4FE3-C034B6FAAE54}"/>
                </a:ext>
              </a:extLst>
            </p:cNvPr>
            <p:cNvSpPr/>
            <p:nvPr/>
          </p:nvSpPr>
          <p:spPr>
            <a:xfrm>
              <a:off x="4111577" y="3596734"/>
              <a:ext cx="344095" cy="263370"/>
            </a:xfrm>
            <a:custGeom>
              <a:avLst/>
              <a:gdLst/>
              <a:ahLst/>
              <a:cxnLst/>
              <a:rect l="l" t="t" r="r" b="b"/>
              <a:pathLst>
                <a:path w="17664" h="13520" extrusionOk="0">
                  <a:moveTo>
                    <a:pt x="10140" y="11168"/>
                  </a:moveTo>
                  <a:lnTo>
                    <a:pt x="10140" y="11386"/>
                  </a:lnTo>
                  <a:cubicBezTo>
                    <a:pt x="10140" y="11509"/>
                    <a:pt x="10046" y="11609"/>
                    <a:pt x="9922" y="11609"/>
                  </a:cubicBezTo>
                  <a:lnTo>
                    <a:pt x="7765" y="11609"/>
                  </a:lnTo>
                  <a:cubicBezTo>
                    <a:pt x="7642" y="11609"/>
                    <a:pt x="7548" y="11509"/>
                    <a:pt x="7548" y="11386"/>
                  </a:cubicBezTo>
                  <a:lnTo>
                    <a:pt x="7548" y="11168"/>
                  </a:lnTo>
                  <a:close/>
                  <a:moveTo>
                    <a:pt x="16952" y="11168"/>
                  </a:moveTo>
                  <a:cubicBezTo>
                    <a:pt x="17023" y="11168"/>
                    <a:pt x="17099" y="11239"/>
                    <a:pt x="17099" y="11315"/>
                  </a:cubicBezTo>
                  <a:cubicBezTo>
                    <a:pt x="17099" y="12220"/>
                    <a:pt x="16365" y="12955"/>
                    <a:pt x="15459" y="12955"/>
                  </a:cubicBezTo>
                  <a:lnTo>
                    <a:pt x="2234" y="12955"/>
                  </a:lnTo>
                  <a:cubicBezTo>
                    <a:pt x="1323" y="12955"/>
                    <a:pt x="589" y="12220"/>
                    <a:pt x="589" y="11315"/>
                  </a:cubicBezTo>
                  <a:cubicBezTo>
                    <a:pt x="589" y="11239"/>
                    <a:pt x="665" y="11168"/>
                    <a:pt x="735" y="11168"/>
                  </a:cubicBezTo>
                  <a:lnTo>
                    <a:pt x="6984" y="11168"/>
                  </a:lnTo>
                  <a:lnTo>
                    <a:pt x="6984" y="11386"/>
                  </a:lnTo>
                  <a:cubicBezTo>
                    <a:pt x="6984" y="11826"/>
                    <a:pt x="7324" y="12197"/>
                    <a:pt x="7765" y="12197"/>
                  </a:cubicBezTo>
                  <a:lnTo>
                    <a:pt x="9922" y="12197"/>
                  </a:lnTo>
                  <a:cubicBezTo>
                    <a:pt x="10363" y="12197"/>
                    <a:pt x="10704" y="11826"/>
                    <a:pt x="10704" y="11386"/>
                  </a:cubicBezTo>
                  <a:lnTo>
                    <a:pt x="10704" y="11168"/>
                  </a:lnTo>
                  <a:close/>
                  <a:moveTo>
                    <a:pt x="2058" y="0"/>
                  </a:moveTo>
                  <a:cubicBezTo>
                    <a:pt x="1470" y="0"/>
                    <a:pt x="1006" y="465"/>
                    <a:pt x="1006" y="1052"/>
                  </a:cubicBezTo>
                  <a:lnTo>
                    <a:pt x="1006" y="10110"/>
                  </a:lnTo>
                  <a:cubicBezTo>
                    <a:pt x="1006" y="10286"/>
                    <a:pt x="1029" y="10457"/>
                    <a:pt x="1106" y="10604"/>
                  </a:cubicBezTo>
                  <a:lnTo>
                    <a:pt x="735" y="10604"/>
                  </a:lnTo>
                  <a:cubicBezTo>
                    <a:pt x="348" y="10604"/>
                    <a:pt x="1" y="10921"/>
                    <a:pt x="1" y="11315"/>
                  </a:cubicBezTo>
                  <a:cubicBezTo>
                    <a:pt x="1" y="12538"/>
                    <a:pt x="1006" y="13519"/>
                    <a:pt x="2234" y="13519"/>
                  </a:cubicBezTo>
                  <a:lnTo>
                    <a:pt x="15459" y="13519"/>
                  </a:lnTo>
                  <a:cubicBezTo>
                    <a:pt x="16682" y="13519"/>
                    <a:pt x="17664" y="12538"/>
                    <a:pt x="17664" y="11315"/>
                  </a:cubicBezTo>
                  <a:cubicBezTo>
                    <a:pt x="17664" y="10921"/>
                    <a:pt x="17340" y="10604"/>
                    <a:pt x="16952" y="10604"/>
                  </a:cubicBezTo>
                  <a:lnTo>
                    <a:pt x="16582" y="10604"/>
                  </a:lnTo>
                  <a:cubicBezTo>
                    <a:pt x="16658" y="10457"/>
                    <a:pt x="16682" y="10286"/>
                    <a:pt x="16682" y="10110"/>
                  </a:cubicBezTo>
                  <a:lnTo>
                    <a:pt x="16682" y="1052"/>
                  </a:lnTo>
                  <a:cubicBezTo>
                    <a:pt x="16682" y="465"/>
                    <a:pt x="16218" y="0"/>
                    <a:pt x="15630" y="0"/>
                  </a:cubicBezTo>
                  <a:lnTo>
                    <a:pt x="12885" y="0"/>
                  </a:lnTo>
                  <a:cubicBezTo>
                    <a:pt x="12738" y="0"/>
                    <a:pt x="12615" y="118"/>
                    <a:pt x="12615" y="294"/>
                  </a:cubicBezTo>
                  <a:cubicBezTo>
                    <a:pt x="12615" y="441"/>
                    <a:pt x="12738" y="559"/>
                    <a:pt x="12885" y="559"/>
                  </a:cubicBezTo>
                  <a:lnTo>
                    <a:pt x="15630" y="559"/>
                  </a:lnTo>
                  <a:cubicBezTo>
                    <a:pt x="15900" y="559"/>
                    <a:pt x="16118" y="782"/>
                    <a:pt x="16118" y="1052"/>
                  </a:cubicBezTo>
                  <a:lnTo>
                    <a:pt x="16118" y="10110"/>
                  </a:lnTo>
                  <a:cubicBezTo>
                    <a:pt x="16118" y="10380"/>
                    <a:pt x="15900" y="10604"/>
                    <a:pt x="15630" y="10604"/>
                  </a:cubicBezTo>
                  <a:lnTo>
                    <a:pt x="2058" y="10604"/>
                  </a:lnTo>
                  <a:cubicBezTo>
                    <a:pt x="1793" y="10604"/>
                    <a:pt x="1570" y="10380"/>
                    <a:pt x="1570" y="10110"/>
                  </a:cubicBezTo>
                  <a:lnTo>
                    <a:pt x="1570" y="1052"/>
                  </a:lnTo>
                  <a:cubicBezTo>
                    <a:pt x="1570" y="782"/>
                    <a:pt x="1793" y="559"/>
                    <a:pt x="2058" y="559"/>
                  </a:cubicBezTo>
                  <a:lnTo>
                    <a:pt x="11562" y="559"/>
                  </a:lnTo>
                  <a:cubicBezTo>
                    <a:pt x="11709" y="559"/>
                    <a:pt x="11856" y="441"/>
                    <a:pt x="11856" y="294"/>
                  </a:cubicBezTo>
                  <a:cubicBezTo>
                    <a:pt x="11856" y="118"/>
                    <a:pt x="11709" y="0"/>
                    <a:pt x="11562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3742;p63">
              <a:extLst>
                <a:ext uri="{FF2B5EF4-FFF2-40B4-BE49-F238E27FC236}">
                  <a16:creationId xmlns:a16="http://schemas.microsoft.com/office/drawing/2014/main" id="{F30B4A3E-AC4A-BCA2-ABAF-EB472B5FE965}"/>
                </a:ext>
              </a:extLst>
            </p:cNvPr>
            <p:cNvSpPr/>
            <p:nvPr/>
          </p:nvSpPr>
          <p:spPr>
            <a:xfrm>
              <a:off x="4187042" y="3634408"/>
              <a:ext cx="11454" cy="11006"/>
            </a:xfrm>
            <a:custGeom>
              <a:avLst/>
              <a:gdLst/>
              <a:ahLst/>
              <a:cxnLst/>
              <a:rect l="l" t="t" r="r" b="b"/>
              <a:pathLst>
                <a:path w="588" h="565" extrusionOk="0">
                  <a:moveTo>
                    <a:pt x="294" y="0"/>
                  </a:moveTo>
                  <a:cubicBezTo>
                    <a:pt x="124" y="0"/>
                    <a:pt x="0" y="123"/>
                    <a:pt x="0" y="270"/>
                  </a:cubicBezTo>
                  <a:cubicBezTo>
                    <a:pt x="0" y="441"/>
                    <a:pt x="124" y="564"/>
                    <a:pt x="294" y="564"/>
                  </a:cubicBezTo>
                  <a:cubicBezTo>
                    <a:pt x="441" y="564"/>
                    <a:pt x="588" y="441"/>
                    <a:pt x="588" y="270"/>
                  </a:cubicBezTo>
                  <a:cubicBezTo>
                    <a:pt x="588" y="123"/>
                    <a:pt x="441" y="0"/>
                    <a:pt x="294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3743;p63">
              <a:extLst>
                <a:ext uri="{FF2B5EF4-FFF2-40B4-BE49-F238E27FC236}">
                  <a16:creationId xmlns:a16="http://schemas.microsoft.com/office/drawing/2014/main" id="{8B102A41-1CA2-7348-9175-11108E8FF070}"/>
                </a:ext>
              </a:extLst>
            </p:cNvPr>
            <p:cNvSpPr/>
            <p:nvPr/>
          </p:nvSpPr>
          <p:spPr>
            <a:xfrm>
              <a:off x="4208898" y="3634408"/>
              <a:ext cx="11474" cy="11006"/>
            </a:xfrm>
            <a:custGeom>
              <a:avLst/>
              <a:gdLst/>
              <a:ahLst/>
              <a:cxnLst/>
              <a:rect l="l" t="t" r="r" b="b"/>
              <a:pathLst>
                <a:path w="589" h="565" extrusionOk="0">
                  <a:moveTo>
                    <a:pt x="295" y="0"/>
                  </a:moveTo>
                  <a:cubicBezTo>
                    <a:pt x="148" y="0"/>
                    <a:pt x="1" y="123"/>
                    <a:pt x="1" y="270"/>
                  </a:cubicBezTo>
                  <a:cubicBezTo>
                    <a:pt x="1" y="441"/>
                    <a:pt x="148" y="564"/>
                    <a:pt x="295" y="564"/>
                  </a:cubicBezTo>
                  <a:cubicBezTo>
                    <a:pt x="471" y="564"/>
                    <a:pt x="589" y="441"/>
                    <a:pt x="589" y="270"/>
                  </a:cubicBezTo>
                  <a:cubicBezTo>
                    <a:pt x="589" y="123"/>
                    <a:pt x="471" y="0"/>
                    <a:pt x="295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3744;p63">
              <a:extLst>
                <a:ext uri="{FF2B5EF4-FFF2-40B4-BE49-F238E27FC236}">
                  <a16:creationId xmlns:a16="http://schemas.microsoft.com/office/drawing/2014/main" id="{C0DF13DF-558D-A492-5036-FC8FCC384C9B}"/>
                </a:ext>
              </a:extLst>
            </p:cNvPr>
            <p:cNvSpPr/>
            <p:nvPr/>
          </p:nvSpPr>
          <p:spPr>
            <a:xfrm>
              <a:off x="4231339" y="3634408"/>
              <a:ext cx="11026" cy="11006"/>
            </a:xfrm>
            <a:custGeom>
              <a:avLst/>
              <a:gdLst/>
              <a:ahLst/>
              <a:cxnLst/>
              <a:rect l="l" t="t" r="r" b="b"/>
              <a:pathLst>
                <a:path w="566" h="565" extrusionOk="0">
                  <a:moveTo>
                    <a:pt x="271" y="0"/>
                  </a:moveTo>
                  <a:cubicBezTo>
                    <a:pt x="124" y="0"/>
                    <a:pt x="1" y="123"/>
                    <a:pt x="1" y="270"/>
                  </a:cubicBezTo>
                  <a:cubicBezTo>
                    <a:pt x="1" y="441"/>
                    <a:pt x="124" y="564"/>
                    <a:pt x="271" y="564"/>
                  </a:cubicBezTo>
                  <a:cubicBezTo>
                    <a:pt x="442" y="564"/>
                    <a:pt x="565" y="441"/>
                    <a:pt x="565" y="270"/>
                  </a:cubicBezTo>
                  <a:cubicBezTo>
                    <a:pt x="565" y="123"/>
                    <a:pt x="442" y="0"/>
                    <a:pt x="271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3745;p63">
              <a:extLst>
                <a:ext uri="{FF2B5EF4-FFF2-40B4-BE49-F238E27FC236}">
                  <a16:creationId xmlns:a16="http://schemas.microsoft.com/office/drawing/2014/main" id="{A7F34149-6E76-FFC7-4AE0-6A8A42319256}"/>
                </a:ext>
              </a:extLst>
            </p:cNvPr>
            <p:cNvSpPr/>
            <p:nvPr/>
          </p:nvSpPr>
          <p:spPr>
            <a:xfrm>
              <a:off x="4152680" y="3614812"/>
              <a:ext cx="262337" cy="181281"/>
            </a:xfrm>
            <a:custGeom>
              <a:avLst/>
              <a:gdLst/>
              <a:ahLst/>
              <a:cxnLst/>
              <a:rect l="l" t="t" r="r" b="b"/>
              <a:pathLst>
                <a:path w="13467" h="9306" extrusionOk="0">
                  <a:moveTo>
                    <a:pt x="12909" y="589"/>
                  </a:moveTo>
                  <a:lnTo>
                    <a:pt x="12909" y="1982"/>
                  </a:lnTo>
                  <a:lnTo>
                    <a:pt x="565" y="1982"/>
                  </a:lnTo>
                  <a:lnTo>
                    <a:pt x="565" y="589"/>
                  </a:lnTo>
                  <a:close/>
                  <a:moveTo>
                    <a:pt x="12909" y="2570"/>
                  </a:moveTo>
                  <a:lnTo>
                    <a:pt x="12909" y="8718"/>
                  </a:lnTo>
                  <a:lnTo>
                    <a:pt x="4750" y="8718"/>
                  </a:lnTo>
                  <a:lnTo>
                    <a:pt x="4750" y="2570"/>
                  </a:lnTo>
                  <a:close/>
                  <a:moveTo>
                    <a:pt x="565" y="1"/>
                  </a:moveTo>
                  <a:cubicBezTo>
                    <a:pt x="242" y="1"/>
                    <a:pt x="1" y="271"/>
                    <a:pt x="1" y="589"/>
                  </a:cubicBezTo>
                  <a:lnTo>
                    <a:pt x="1" y="5068"/>
                  </a:lnTo>
                  <a:cubicBezTo>
                    <a:pt x="1" y="5244"/>
                    <a:pt x="124" y="5362"/>
                    <a:pt x="271" y="5362"/>
                  </a:cubicBezTo>
                  <a:cubicBezTo>
                    <a:pt x="442" y="5362"/>
                    <a:pt x="565" y="5244"/>
                    <a:pt x="565" y="5068"/>
                  </a:cubicBezTo>
                  <a:lnTo>
                    <a:pt x="565" y="2570"/>
                  </a:lnTo>
                  <a:lnTo>
                    <a:pt x="4186" y="2570"/>
                  </a:lnTo>
                  <a:lnTo>
                    <a:pt x="4186" y="8718"/>
                  </a:lnTo>
                  <a:lnTo>
                    <a:pt x="565" y="8718"/>
                  </a:lnTo>
                  <a:lnTo>
                    <a:pt x="565" y="6390"/>
                  </a:lnTo>
                  <a:cubicBezTo>
                    <a:pt x="565" y="6243"/>
                    <a:pt x="442" y="6096"/>
                    <a:pt x="271" y="6096"/>
                  </a:cubicBezTo>
                  <a:cubicBezTo>
                    <a:pt x="124" y="6096"/>
                    <a:pt x="1" y="6243"/>
                    <a:pt x="1" y="6390"/>
                  </a:cubicBezTo>
                  <a:lnTo>
                    <a:pt x="1" y="8718"/>
                  </a:lnTo>
                  <a:cubicBezTo>
                    <a:pt x="1" y="9035"/>
                    <a:pt x="242" y="9306"/>
                    <a:pt x="565" y="9306"/>
                  </a:cubicBezTo>
                  <a:lnTo>
                    <a:pt x="12909" y="9306"/>
                  </a:lnTo>
                  <a:cubicBezTo>
                    <a:pt x="13226" y="9306"/>
                    <a:pt x="13467" y="9035"/>
                    <a:pt x="13467" y="8718"/>
                  </a:cubicBezTo>
                  <a:lnTo>
                    <a:pt x="13467" y="589"/>
                  </a:lnTo>
                  <a:cubicBezTo>
                    <a:pt x="13467" y="271"/>
                    <a:pt x="13226" y="1"/>
                    <a:pt x="12909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3746;p63">
              <a:extLst>
                <a:ext uri="{FF2B5EF4-FFF2-40B4-BE49-F238E27FC236}">
                  <a16:creationId xmlns:a16="http://schemas.microsoft.com/office/drawing/2014/main" id="{DD10034E-9CBA-55BF-EEC8-A3D9397CB647}"/>
                </a:ext>
              </a:extLst>
            </p:cNvPr>
            <p:cNvSpPr/>
            <p:nvPr/>
          </p:nvSpPr>
          <p:spPr>
            <a:xfrm>
              <a:off x="4175588" y="3679738"/>
              <a:ext cx="46733" cy="10909"/>
            </a:xfrm>
            <a:custGeom>
              <a:avLst/>
              <a:gdLst/>
              <a:ahLst/>
              <a:cxnLst/>
              <a:rect l="l" t="t" r="r" b="b"/>
              <a:pathLst>
                <a:path w="2399" h="560" extrusionOk="0">
                  <a:moveTo>
                    <a:pt x="294" y="1"/>
                  </a:moveTo>
                  <a:cubicBezTo>
                    <a:pt x="124" y="1"/>
                    <a:pt x="0" y="118"/>
                    <a:pt x="0" y="265"/>
                  </a:cubicBezTo>
                  <a:cubicBezTo>
                    <a:pt x="0" y="442"/>
                    <a:pt x="124" y="559"/>
                    <a:pt x="294" y="559"/>
                  </a:cubicBezTo>
                  <a:lnTo>
                    <a:pt x="2105" y="559"/>
                  </a:lnTo>
                  <a:cubicBezTo>
                    <a:pt x="2252" y="559"/>
                    <a:pt x="2399" y="442"/>
                    <a:pt x="2399" y="265"/>
                  </a:cubicBezTo>
                  <a:cubicBezTo>
                    <a:pt x="2399" y="118"/>
                    <a:pt x="2252" y="1"/>
                    <a:pt x="2105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3747;p63">
              <a:extLst>
                <a:ext uri="{FF2B5EF4-FFF2-40B4-BE49-F238E27FC236}">
                  <a16:creationId xmlns:a16="http://schemas.microsoft.com/office/drawing/2014/main" id="{F279B849-DE20-A27C-9921-F200345ECF82}"/>
                </a:ext>
              </a:extLst>
            </p:cNvPr>
            <p:cNvSpPr/>
            <p:nvPr/>
          </p:nvSpPr>
          <p:spPr>
            <a:xfrm>
              <a:off x="4175588" y="3705958"/>
              <a:ext cx="29103" cy="11474"/>
            </a:xfrm>
            <a:custGeom>
              <a:avLst/>
              <a:gdLst/>
              <a:ahLst/>
              <a:cxnLst/>
              <a:rect l="l" t="t" r="r" b="b"/>
              <a:pathLst>
                <a:path w="1494" h="589" extrusionOk="0">
                  <a:moveTo>
                    <a:pt x="294" y="1"/>
                  </a:moveTo>
                  <a:cubicBezTo>
                    <a:pt x="124" y="1"/>
                    <a:pt x="0" y="124"/>
                    <a:pt x="0" y="295"/>
                  </a:cubicBezTo>
                  <a:cubicBezTo>
                    <a:pt x="0" y="442"/>
                    <a:pt x="124" y="588"/>
                    <a:pt x="294" y="588"/>
                  </a:cubicBezTo>
                  <a:lnTo>
                    <a:pt x="1200" y="588"/>
                  </a:lnTo>
                  <a:cubicBezTo>
                    <a:pt x="1346" y="588"/>
                    <a:pt x="1493" y="442"/>
                    <a:pt x="1493" y="295"/>
                  </a:cubicBezTo>
                  <a:cubicBezTo>
                    <a:pt x="1493" y="124"/>
                    <a:pt x="1346" y="1"/>
                    <a:pt x="1200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3748;p63">
              <a:extLst>
                <a:ext uri="{FF2B5EF4-FFF2-40B4-BE49-F238E27FC236}">
                  <a16:creationId xmlns:a16="http://schemas.microsoft.com/office/drawing/2014/main" id="{98CB3C56-6F86-D932-9251-A08296BC6AC8}"/>
                </a:ext>
              </a:extLst>
            </p:cNvPr>
            <p:cNvSpPr/>
            <p:nvPr/>
          </p:nvSpPr>
          <p:spPr>
            <a:xfrm>
              <a:off x="4175588" y="3732645"/>
              <a:ext cx="46733" cy="11006"/>
            </a:xfrm>
            <a:custGeom>
              <a:avLst/>
              <a:gdLst/>
              <a:ahLst/>
              <a:cxnLst/>
              <a:rect l="l" t="t" r="r" b="b"/>
              <a:pathLst>
                <a:path w="2399" h="565" extrusionOk="0">
                  <a:moveTo>
                    <a:pt x="294" y="0"/>
                  </a:moveTo>
                  <a:cubicBezTo>
                    <a:pt x="124" y="0"/>
                    <a:pt x="0" y="124"/>
                    <a:pt x="0" y="271"/>
                  </a:cubicBezTo>
                  <a:cubicBezTo>
                    <a:pt x="0" y="441"/>
                    <a:pt x="124" y="564"/>
                    <a:pt x="294" y="564"/>
                  </a:cubicBezTo>
                  <a:lnTo>
                    <a:pt x="2105" y="564"/>
                  </a:lnTo>
                  <a:cubicBezTo>
                    <a:pt x="2252" y="564"/>
                    <a:pt x="2399" y="441"/>
                    <a:pt x="2399" y="271"/>
                  </a:cubicBezTo>
                  <a:cubicBezTo>
                    <a:pt x="2399" y="124"/>
                    <a:pt x="2252" y="0"/>
                    <a:pt x="2105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3749;p63">
              <a:extLst>
                <a:ext uri="{FF2B5EF4-FFF2-40B4-BE49-F238E27FC236}">
                  <a16:creationId xmlns:a16="http://schemas.microsoft.com/office/drawing/2014/main" id="{76BE8A63-79BA-0799-998E-15F4467FCE0C}"/>
                </a:ext>
              </a:extLst>
            </p:cNvPr>
            <p:cNvSpPr/>
            <p:nvPr/>
          </p:nvSpPr>
          <p:spPr>
            <a:xfrm>
              <a:off x="4175588" y="3758865"/>
              <a:ext cx="29103" cy="11006"/>
            </a:xfrm>
            <a:custGeom>
              <a:avLst/>
              <a:gdLst/>
              <a:ahLst/>
              <a:cxnLst/>
              <a:rect l="l" t="t" r="r" b="b"/>
              <a:pathLst>
                <a:path w="1494" h="565" extrusionOk="0">
                  <a:moveTo>
                    <a:pt x="294" y="0"/>
                  </a:moveTo>
                  <a:cubicBezTo>
                    <a:pt x="124" y="0"/>
                    <a:pt x="0" y="124"/>
                    <a:pt x="0" y="294"/>
                  </a:cubicBezTo>
                  <a:cubicBezTo>
                    <a:pt x="0" y="441"/>
                    <a:pt x="124" y="565"/>
                    <a:pt x="294" y="565"/>
                  </a:cubicBezTo>
                  <a:lnTo>
                    <a:pt x="1200" y="565"/>
                  </a:lnTo>
                  <a:cubicBezTo>
                    <a:pt x="1346" y="565"/>
                    <a:pt x="1493" y="441"/>
                    <a:pt x="1493" y="294"/>
                  </a:cubicBezTo>
                  <a:cubicBezTo>
                    <a:pt x="1493" y="124"/>
                    <a:pt x="1346" y="0"/>
                    <a:pt x="1200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9410549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8" name="Google Shape;2818;p61"/>
          <p:cNvSpPr txBox="1">
            <a:spLocks noGrp="1"/>
          </p:cNvSpPr>
          <p:nvPr>
            <p:ph type="title"/>
          </p:nvPr>
        </p:nvSpPr>
        <p:spPr>
          <a:xfrm>
            <a:off x="720000" y="1965575"/>
            <a:ext cx="3785100" cy="62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LIVE DEMO</a:t>
            </a:r>
            <a:endParaRPr dirty="0"/>
          </a:p>
        </p:txBody>
      </p:sp>
      <p:sp>
        <p:nvSpPr>
          <p:cNvPr id="2819" name="Google Shape;2819;p61"/>
          <p:cNvSpPr txBox="1">
            <a:spLocks noGrp="1"/>
          </p:cNvSpPr>
          <p:nvPr>
            <p:ph type="subTitle" idx="1"/>
          </p:nvPr>
        </p:nvSpPr>
        <p:spPr>
          <a:xfrm>
            <a:off x="720000" y="2639855"/>
            <a:ext cx="3785100" cy="8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We are using Gemini API key, and Gemini 2.5 model.</a:t>
            </a:r>
            <a:endParaRPr dirty="0"/>
          </a:p>
        </p:txBody>
      </p:sp>
      <p:grpSp>
        <p:nvGrpSpPr>
          <p:cNvPr id="2820" name="Google Shape;2820;p61"/>
          <p:cNvGrpSpPr/>
          <p:nvPr/>
        </p:nvGrpSpPr>
        <p:grpSpPr>
          <a:xfrm>
            <a:off x="4792505" y="1359457"/>
            <a:ext cx="3432984" cy="2776768"/>
            <a:chOff x="4792505" y="1359457"/>
            <a:chExt cx="3432984" cy="2776768"/>
          </a:xfrm>
        </p:grpSpPr>
        <p:sp>
          <p:nvSpPr>
            <p:cNvPr id="2821" name="Google Shape;2821;p61"/>
            <p:cNvSpPr/>
            <p:nvPr/>
          </p:nvSpPr>
          <p:spPr>
            <a:xfrm>
              <a:off x="5433500" y="3678425"/>
              <a:ext cx="2151000" cy="457800"/>
            </a:xfrm>
            <a:prstGeom prst="ellipse">
              <a:avLst/>
            </a:prstGeom>
            <a:solidFill>
              <a:srgbClr val="3E285A">
                <a:alpha val="138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822" name="Google Shape;2822;p61"/>
            <p:cNvGrpSpPr/>
            <p:nvPr/>
          </p:nvGrpSpPr>
          <p:grpSpPr>
            <a:xfrm>
              <a:off x="4792505" y="1359457"/>
              <a:ext cx="3432984" cy="2496295"/>
              <a:chOff x="331763" y="414153"/>
              <a:chExt cx="6903246" cy="5019697"/>
            </a:xfrm>
          </p:grpSpPr>
          <p:sp>
            <p:nvSpPr>
              <p:cNvPr id="2823" name="Google Shape;2823;p61"/>
              <p:cNvSpPr/>
              <p:nvPr/>
            </p:nvSpPr>
            <p:spPr>
              <a:xfrm>
                <a:off x="2953125" y="4725150"/>
                <a:ext cx="1660725" cy="708700"/>
              </a:xfrm>
              <a:custGeom>
                <a:avLst/>
                <a:gdLst/>
                <a:ahLst/>
                <a:cxnLst/>
                <a:rect l="l" t="t" r="r" b="b"/>
                <a:pathLst>
                  <a:path w="66429" h="28348" extrusionOk="0">
                    <a:moveTo>
                      <a:pt x="6889" y="1"/>
                    </a:moveTo>
                    <a:lnTo>
                      <a:pt x="1" y="28347"/>
                    </a:lnTo>
                    <a:lnTo>
                      <a:pt x="66429" y="28347"/>
                    </a:lnTo>
                    <a:lnTo>
                      <a:pt x="59475" y="1"/>
                    </a:lnTo>
                    <a:lnTo>
                      <a:pt x="33182" y="464"/>
                    </a:lnTo>
                    <a:lnTo>
                      <a:pt x="6889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4" name="Google Shape;2824;p61"/>
              <p:cNvSpPr/>
              <p:nvPr/>
            </p:nvSpPr>
            <p:spPr>
              <a:xfrm>
                <a:off x="331763" y="414153"/>
                <a:ext cx="6903246" cy="4353879"/>
              </a:xfrm>
              <a:custGeom>
                <a:avLst/>
                <a:gdLst/>
                <a:ahLst/>
                <a:cxnLst/>
                <a:rect l="l" t="t" r="r" b="b"/>
                <a:pathLst>
                  <a:path w="248162" h="181204" extrusionOk="0">
                    <a:moveTo>
                      <a:pt x="4636" y="0"/>
                    </a:moveTo>
                    <a:cubicBezTo>
                      <a:pt x="2053" y="0"/>
                      <a:pt x="0" y="2053"/>
                      <a:pt x="0" y="4636"/>
                    </a:cubicBezTo>
                    <a:lnTo>
                      <a:pt x="0" y="176634"/>
                    </a:lnTo>
                    <a:cubicBezTo>
                      <a:pt x="0" y="179151"/>
                      <a:pt x="2053" y="181204"/>
                      <a:pt x="4636" y="181204"/>
                    </a:cubicBezTo>
                    <a:lnTo>
                      <a:pt x="243526" y="181204"/>
                    </a:lnTo>
                    <a:cubicBezTo>
                      <a:pt x="246109" y="181204"/>
                      <a:pt x="248162" y="179151"/>
                      <a:pt x="248162" y="176634"/>
                    </a:cubicBezTo>
                    <a:lnTo>
                      <a:pt x="248162" y="4636"/>
                    </a:lnTo>
                    <a:cubicBezTo>
                      <a:pt x="248162" y="2053"/>
                      <a:pt x="246109" y="0"/>
                      <a:pt x="24352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5" name="Google Shape;2825;p61"/>
              <p:cNvSpPr/>
              <p:nvPr/>
            </p:nvSpPr>
            <p:spPr>
              <a:xfrm>
                <a:off x="2772650" y="5206975"/>
                <a:ext cx="2020025" cy="226875"/>
              </a:xfrm>
              <a:custGeom>
                <a:avLst/>
                <a:gdLst/>
                <a:ahLst/>
                <a:cxnLst/>
                <a:rect l="l" t="t" r="r" b="b"/>
                <a:pathLst>
                  <a:path w="80801" h="9075" extrusionOk="0">
                    <a:moveTo>
                      <a:pt x="4571" y="1"/>
                    </a:moveTo>
                    <a:cubicBezTo>
                      <a:pt x="2054" y="1"/>
                      <a:pt x="1" y="2054"/>
                      <a:pt x="1" y="4570"/>
                    </a:cubicBezTo>
                    <a:cubicBezTo>
                      <a:pt x="1" y="7021"/>
                      <a:pt x="2054" y="9074"/>
                      <a:pt x="4571" y="9074"/>
                    </a:cubicBezTo>
                    <a:lnTo>
                      <a:pt x="76297" y="9074"/>
                    </a:lnTo>
                    <a:cubicBezTo>
                      <a:pt x="78814" y="9074"/>
                      <a:pt x="80801" y="7021"/>
                      <a:pt x="80801" y="4570"/>
                    </a:cubicBezTo>
                    <a:cubicBezTo>
                      <a:pt x="80801" y="2054"/>
                      <a:pt x="78814" y="1"/>
                      <a:pt x="7629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" name="Slide Zoom 2">
                <a:extLst>
                  <a:ext uri="{FF2B5EF4-FFF2-40B4-BE49-F238E27FC236}">
                    <a16:creationId xmlns:a16="http://schemas.microsoft.com/office/drawing/2014/main" id="{0A62B584-2F51-1CCC-BC10-107F9AE9FA7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22554054"/>
                  </p:ext>
                </p:extLst>
              </p:nvPr>
            </p:nvGraphicFramePr>
            <p:xfrm>
              <a:off x="4908153" y="1568548"/>
              <a:ext cx="3224158" cy="1813589"/>
            </p:xfrm>
            <a:graphic>
              <a:graphicData uri="http://schemas.microsoft.com/office/powerpoint/2016/slidezoom">
                <pslz:sldZm>
                  <pslz:sldZmObj sldId="256" cId="0">
                    <pslz:zmPr id="{C9BE9FAF-D8BD-4F02-8B32-21360A99373B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224158" cy="1813589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" name="Slide Zoom 2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0A62B584-2F51-1CCC-BC10-107F9AE9FA7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908153" y="1568548"/>
                <a:ext cx="3224158" cy="1813589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8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8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8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18" grpId="0"/>
      <p:bldP spid="2819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7" name="Google Shape;2607;p58"/>
          <p:cNvSpPr txBox="1">
            <a:spLocks noGrp="1"/>
          </p:cNvSpPr>
          <p:nvPr>
            <p:ph type="title"/>
          </p:nvPr>
        </p:nvSpPr>
        <p:spPr>
          <a:xfrm>
            <a:off x="608488" y="59713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we saw!</a:t>
            </a:r>
            <a:endParaRPr dirty="0"/>
          </a:p>
        </p:txBody>
      </p:sp>
      <p:sp>
        <p:nvSpPr>
          <p:cNvPr id="2608" name="Google Shape;2608;p58"/>
          <p:cNvSpPr/>
          <p:nvPr/>
        </p:nvSpPr>
        <p:spPr>
          <a:xfrm>
            <a:off x="720025" y="1984060"/>
            <a:ext cx="2178000" cy="86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Defination of RAG and why need RAG and how it is useful.</a:t>
            </a:r>
            <a:endParaRPr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11" name="Google Shape;2611;p58"/>
          <p:cNvSpPr/>
          <p:nvPr/>
        </p:nvSpPr>
        <p:spPr>
          <a:xfrm>
            <a:off x="720018" y="1639247"/>
            <a:ext cx="2178000" cy="3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What is RAG?</a:t>
            </a:r>
            <a:endParaRPr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619" name="Google Shape;2619;p58"/>
          <p:cNvGrpSpPr/>
          <p:nvPr/>
        </p:nvGrpSpPr>
        <p:grpSpPr>
          <a:xfrm>
            <a:off x="7357272" y="1541721"/>
            <a:ext cx="948658" cy="2651740"/>
            <a:chOff x="7357272" y="1541721"/>
            <a:chExt cx="948658" cy="2651740"/>
          </a:xfrm>
        </p:grpSpPr>
        <p:grpSp>
          <p:nvGrpSpPr>
            <p:cNvPr id="2620" name="Google Shape;2620;p58"/>
            <p:cNvGrpSpPr/>
            <p:nvPr/>
          </p:nvGrpSpPr>
          <p:grpSpPr>
            <a:xfrm>
              <a:off x="7418753" y="1541721"/>
              <a:ext cx="825701" cy="825712"/>
              <a:chOff x="3295675" y="450448"/>
              <a:chExt cx="1414599" cy="1414617"/>
            </a:xfrm>
          </p:grpSpPr>
          <p:sp>
            <p:nvSpPr>
              <p:cNvPr id="2621" name="Google Shape;2621;p58"/>
              <p:cNvSpPr/>
              <p:nvPr/>
            </p:nvSpPr>
            <p:spPr>
              <a:xfrm>
                <a:off x="3307550" y="458365"/>
                <a:ext cx="1394996" cy="1398784"/>
              </a:xfrm>
              <a:custGeom>
                <a:avLst/>
                <a:gdLst/>
                <a:ahLst/>
                <a:cxnLst/>
                <a:rect l="l" t="t" r="r" b="b"/>
                <a:pathLst>
                  <a:path w="7401" h="7421" extrusionOk="0">
                    <a:moveTo>
                      <a:pt x="3692" y="0"/>
                    </a:moveTo>
                    <a:cubicBezTo>
                      <a:pt x="1660" y="0"/>
                      <a:pt x="0" y="1660"/>
                      <a:pt x="0" y="3713"/>
                    </a:cubicBezTo>
                    <a:cubicBezTo>
                      <a:pt x="0" y="5761"/>
                      <a:pt x="1660" y="7421"/>
                      <a:pt x="3692" y="7421"/>
                    </a:cubicBezTo>
                    <a:cubicBezTo>
                      <a:pt x="5740" y="7421"/>
                      <a:pt x="7400" y="5761"/>
                      <a:pt x="7400" y="3713"/>
                    </a:cubicBezTo>
                    <a:cubicBezTo>
                      <a:pt x="7400" y="1660"/>
                      <a:pt x="5740" y="0"/>
                      <a:pt x="369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2" name="Google Shape;2622;p58"/>
              <p:cNvSpPr/>
              <p:nvPr/>
            </p:nvSpPr>
            <p:spPr>
              <a:xfrm>
                <a:off x="3295675" y="450448"/>
                <a:ext cx="1414599" cy="1414617"/>
              </a:xfrm>
              <a:custGeom>
                <a:avLst/>
                <a:gdLst/>
                <a:ahLst/>
                <a:cxnLst/>
                <a:rect l="l" t="t" r="r" b="b"/>
                <a:pathLst>
                  <a:path w="7505" h="7505" extrusionOk="0">
                    <a:moveTo>
                      <a:pt x="3755" y="110"/>
                    </a:moveTo>
                    <a:cubicBezTo>
                      <a:pt x="5782" y="110"/>
                      <a:pt x="7395" y="1744"/>
                      <a:pt x="7395" y="3755"/>
                    </a:cubicBezTo>
                    <a:cubicBezTo>
                      <a:pt x="7395" y="5761"/>
                      <a:pt x="5782" y="7395"/>
                      <a:pt x="3755" y="7395"/>
                    </a:cubicBezTo>
                    <a:cubicBezTo>
                      <a:pt x="1744" y="7395"/>
                      <a:pt x="110" y="5761"/>
                      <a:pt x="110" y="3755"/>
                    </a:cubicBezTo>
                    <a:cubicBezTo>
                      <a:pt x="110" y="1744"/>
                      <a:pt x="1744" y="110"/>
                      <a:pt x="3755" y="110"/>
                    </a:cubicBezTo>
                    <a:close/>
                    <a:moveTo>
                      <a:pt x="3755" y="0"/>
                    </a:moveTo>
                    <a:cubicBezTo>
                      <a:pt x="1682" y="0"/>
                      <a:pt x="1" y="1681"/>
                      <a:pt x="1" y="3755"/>
                    </a:cubicBezTo>
                    <a:cubicBezTo>
                      <a:pt x="1" y="5824"/>
                      <a:pt x="1682" y="7505"/>
                      <a:pt x="3755" y="7505"/>
                    </a:cubicBezTo>
                    <a:cubicBezTo>
                      <a:pt x="5824" y="7505"/>
                      <a:pt x="7505" y="5824"/>
                      <a:pt x="7505" y="3755"/>
                    </a:cubicBezTo>
                    <a:cubicBezTo>
                      <a:pt x="7505" y="1681"/>
                      <a:pt x="5824" y="0"/>
                      <a:pt x="3755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3" name="Google Shape;2623;p58"/>
              <p:cNvSpPr/>
              <p:nvPr/>
            </p:nvSpPr>
            <p:spPr>
              <a:xfrm>
                <a:off x="3369750" y="507749"/>
                <a:ext cx="666492" cy="1298696"/>
              </a:xfrm>
              <a:custGeom>
                <a:avLst/>
                <a:gdLst/>
                <a:ahLst/>
                <a:cxnLst/>
                <a:rect l="l" t="t" r="r" b="b"/>
                <a:pathLst>
                  <a:path w="3536" h="6890" extrusionOk="0">
                    <a:moveTo>
                      <a:pt x="2027" y="0"/>
                    </a:moveTo>
                    <a:cubicBezTo>
                      <a:pt x="2027" y="0"/>
                      <a:pt x="1922" y="47"/>
                      <a:pt x="1723" y="131"/>
                    </a:cubicBezTo>
                    <a:cubicBezTo>
                      <a:pt x="1529" y="241"/>
                      <a:pt x="1241" y="414"/>
                      <a:pt x="1137" y="503"/>
                    </a:cubicBezTo>
                    <a:cubicBezTo>
                      <a:pt x="1048" y="571"/>
                      <a:pt x="634" y="917"/>
                      <a:pt x="545" y="1068"/>
                    </a:cubicBezTo>
                    <a:cubicBezTo>
                      <a:pt x="435" y="1199"/>
                      <a:pt x="262" y="1487"/>
                      <a:pt x="262" y="1508"/>
                    </a:cubicBezTo>
                    <a:cubicBezTo>
                      <a:pt x="241" y="1550"/>
                      <a:pt x="194" y="1618"/>
                      <a:pt x="173" y="1681"/>
                    </a:cubicBezTo>
                    <a:cubicBezTo>
                      <a:pt x="131" y="1723"/>
                      <a:pt x="110" y="1791"/>
                      <a:pt x="89" y="1880"/>
                    </a:cubicBezTo>
                    <a:cubicBezTo>
                      <a:pt x="42" y="1943"/>
                      <a:pt x="63" y="1964"/>
                      <a:pt x="42" y="2053"/>
                    </a:cubicBezTo>
                    <a:cubicBezTo>
                      <a:pt x="21" y="2142"/>
                      <a:pt x="0" y="2184"/>
                      <a:pt x="21" y="2205"/>
                    </a:cubicBezTo>
                    <a:cubicBezTo>
                      <a:pt x="24" y="2208"/>
                      <a:pt x="27" y="2209"/>
                      <a:pt x="29" y="2209"/>
                    </a:cubicBezTo>
                    <a:cubicBezTo>
                      <a:pt x="42" y="2209"/>
                      <a:pt x="42" y="2160"/>
                      <a:pt x="42" y="2142"/>
                    </a:cubicBezTo>
                    <a:cubicBezTo>
                      <a:pt x="42" y="2095"/>
                      <a:pt x="63" y="2032"/>
                      <a:pt x="89" y="1985"/>
                    </a:cubicBezTo>
                    <a:cubicBezTo>
                      <a:pt x="110" y="1922"/>
                      <a:pt x="131" y="1854"/>
                      <a:pt x="152" y="1791"/>
                    </a:cubicBezTo>
                    <a:cubicBezTo>
                      <a:pt x="173" y="1749"/>
                      <a:pt x="220" y="1618"/>
                      <a:pt x="220" y="1618"/>
                    </a:cubicBezTo>
                    <a:lnTo>
                      <a:pt x="241" y="1639"/>
                    </a:lnTo>
                    <a:cubicBezTo>
                      <a:pt x="241" y="1639"/>
                      <a:pt x="241" y="1681"/>
                      <a:pt x="194" y="1770"/>
                    </a:cubicBezTo>
                    <a:cubicBezTo>
                      <a:pt x="152" y="1833"/>
                      <a:pt x="152" y="1880"/>
                      <a:pt x="131" y="1964"/>
                    </a:cubicBezTo>
                    <a:cubicBezTo>
                      <a:pt x="110" y="2053"/>
                      <a:pt x="89" y="2142"/>
                      <a:pt x="63" y="2226"/>
                    </a:cubicBezTo>
                    <a:cubicBezTo>
                      <a:pt x="21" y="2315"/>
                      <a:pt x="42" y="2378"/>
                      <a:pt x="42" y="2488"/>
                    </a:cubicBezTo>
                    <a:cubicBezTo>
                      <a:pt x="21" y="2577"/>
                      <a:pt x="89" y="2666"/>
                      <a:pt x="152" y="2749"/>
                    </a:cubicBezTo>
                    <a:cubicBezTo>
                      <a:pt x="220" y="2859"/>
                      <a:pt x="262" y="2880"/>
                      <a:pt x="325" y="2969"/>
                    </a:cubicBezTo>
                    <a:cubicBezTo>
                      <a:pt x="372" y="3032"/>
                      <a:pt x="482" y="3210"/>
                      <a:pt x="456" y="3273"/>
                    </a:cubicBezTo>
                    <a:cubicBezTo>
                      <a:pt x="435" y="3341"/>
                      <a:pt x="566" y="3341"/>
                      <a:pt x="587" y="3404"/>
                    </a:cubicBezTo>
                    <a:cubicBezTo>
                      <a:pt x="613" y="3472"/>
                      <a:pt x="634" y="3493"/>
                      <a:pt x="676" y="3514"/>
                    </a:cubicBezTo>
                    <a:cubicBezTo>
                      <a:pt x="680" y="3518"/>
                      <a:pt x="683" y="3520"/>
                      <a:pt x="685" y="3520"/>
                    </a:cubicBezTo>
                    <a:cubicBezTo>
                      <a:pt x="696" y="3520"/>
                      <a:pt x="693" y="3485"/>
                      <a:pt x="676" y="3451"/>
                    </a:cubicBezTo>
                    <a:cubicBezTo>
                      <a:pt x="676" y="3431"/>
                      <a:pt x="688" y="3420"/>
                      <a:pt x="703" y="3420"/>
                    </a:cubicBezTo>
                    <a:cubicBezTo>
                      <a:pt x="725" y="3420"/>
                      <a:pt x="753" y="3442"/>
                      <a:pt x="765" y="3493"/>
                    </a:cubicBezTo>
                    <a:cubicBezTo>
                      <a:pt x="786" y="3556"/>
                      <a:pt x="807" y="3582"/>
                      <a:pt x="807" y="3666"/>
                    </a:cubicBezTo>
                    <a:cubicBezTo>
                      <a:pt x="786" y="3776"/>
                      <a:pt x="807" y="3797"/>
                      <a:pt x="744" y="3907"/>
                    </a:cubicBezTo>
                    <a:cubicBezTo>
                      <a:pt x="676" y="3996"/>
                      <a:pt x="676" y="3996"/>
                      <a:pt x="676" y="4106"/>
                    </a:cubicBezTo>
                    <a:cubicBezTo>
                      <a:pt x="676" y="4211"/>
                      <a:pt x="655" y="4169"/>
                      <a:pt x="634" y="4279"/>
                    </a:cubicBezTo>
                    <a:cubicBezTo>
                      <a:pt x="587" y="4389"/>
                      <a:pt x="697" y="4451"/>
                      <a:pt x="765" y="4582"/>
                    </a:cubicBezTo>
                    <a:cubicBezTo>
                      <a:pt x="807" y="4734"/>
                      <a:pt x="875" y="4823"/>
                      <a:pt x="917" y="4933"/>
                    </a:cubicBezTo>
                    <a:cubicBezTo>
                      <a:pt x="980" y="5043"/>
                      <a:pt x="1048" y="5043"/>
                      <a:pt x="1137" y="5127"/>
                    </a:cubicBezTo>
                    <a:cubicBezTo>
                      <a:pt x="1241" y="5195"/>
                      <a:pt x="1330" y="5258"/>
                      <a:pt x="1330" y="5347"/>
                    </a:cubicBezTo>
                    <a:cubicBezTo>
                      <a:pt x="1351" y="5457"/>
                      <a:pt x="1372" y="5478"/>
                      <a:pt x="1372" y="5609"/>
                    </a:cubicBezTo>
                    <a:cubicBezTo>
                      <a:pt x="1372" y="5761"/>
                      <a:pt x="1482" y="5850"/>
                      <a:pt x="1503" y="6023"/>
                    </a:cubicBezTo>
                    <a:cubicBezTo>
                      <a:pt x="1550" y="6174"/>
                      <a:pt x="1571" y="6201"/>
                      <a:pt x="1613" y="6305"/>
                    </a:cubicBezTo>
                    <a:cubicBezTo>
                      <a:pt x="1660" y="6394"/>
                      <a:pt x="1702" y="6415"/>
                      <a:pt x="1791" y="6546"/>
                    </a:cubicBezTo>
                    <a:cubicBezTo>
                      <a:pt x="1854" y="6677"/>
                      <a:pt x="1875" y="6656"/>
                      <a:pt x="1964" y="6724"/>
                    </a:cubicBezTo>
                    <a:cubicBezTo>
                      <a:pt x="2053" y="6808"/>
                      <a:pt x="2137" y="6829"/>
                      <a:pt x="2247" y="6876"/>
                    </a:cubicBezTo>
                    <a:cubicBezTo>
                      <a:pt x="2272" y="6886"/>
                      <a:pt x="2290" y="6890"/>
                      <a:pt x="2300" y="6890"/>
                    </a:cubicBezTo>
                    <a:cubicBezTo>
                      <a:pt x="2335" y="6890"/>
                      <a:pt x="2294" y="6844"/>
                      <a:pt x="2226" y="6808"/>
                    </a:cubicBezTo>
                    <a:cubicBezTo>
                      <a:pt x="2158" y="6787"/>
                      <a:pt x="2158" y="6787"/>
                      <a:pt x="2116" y="6677"/>
                    </a:cubicBezTo>
                    <a:cubicBezTo>
                      <a:pt x="2074" y="6567"/>
                      <a:pt x="2053" y="6546"/>
                      <a:pt x="2053" y="6483"/>
                    </a:cubicBezTo>
                    <a:cubicBezTo>
                      <a:pt x="2053" y="6436"/>
                      <a:pt x="2116" y="6462"/>
                      <a:pt x="2205" y="6394"/>
                    </a:cubicBezTo>
                    <a:cubicBezTo>
                      <a:pt x="2289" y="6332"/>
                      <a:pt x="2247" y="6332"/>
                      <a:pt x="2336" y="6243"/>
                    </a:cubicBezTo>
                    <a:cubicBezTo>
                      <a:pt x="2420" y="6153"/>
                      <a:pt x="2619" y="5892"/>
                      <a:pt x="2640" y="5850"/>
                    </a:cubicBezTo>
                    <a:cubicBezTo>
                      <a:pt x="2661" y="5808"/>
                      <a:pt x="2682" y="5782"/>
                      <a:pt x="2771" y="5740"/>
                    </a:cubicBezTo>
                    <a:cubicBezTo>
                      <a:pt x="2881" y="5677"/>
                      <a:pt x="2970" y="5698"/>
                      <a:pt x="3053" y="5630"/>
                    </a:cubicBezTo>
                    <a:cubicBezTo>
                      <a:pt x="3142" y="5567"/>
                      <a:pt x="3184" y="5478"/>
                      <a:pt x="3205" y="5305"/>
                    </a:cubicBezTo>
                    <a:cubicBezTo>
                      <a:pt x="3231" y="5127"/>
                      <a:pt x="3231" y="5153"/>
                      <a:pt x="3273" y="5085"/>
                    </a:cubicBezTo>
                    <a:cubicBezTo>
                      <a:pt x="3336" y="4996"/>
                      <a:pt x="3467" y="4912"/>
                      <a:pt x="3493" y="4844"/>
                    </a:cubicBezTo>
                    <a:cubicBezTo>
                      <a:pt x="3535" y="4760"/>
                      <a:pt x="3514" y="4650"/>
                      <a:pt x="3404" y="4561"/>
                    </a:cubicBezTo>
                    <a:cubicBezTo>
                      <a:pt x="3294" y="4499"/>
                      <a:pt x="3252" y="4520"/>
                      <a:pt x="2991" y="4410"/>
                    </a:cubicBezTo>
                    <a:cubicBezTo>
                      <a:pt x="2729" y="4321"/>
                      <a:pt x="2619" y="4300"/>
                      <a:pt x="2509" y="4211"/>
                    </a:cubicBezTo>
                    <a:cubicBezTo>
                      <a:pt x="2420" y="4127"/>
                      <a:pt x="2467" y="4038"/>
                      <a:pt x="2336" y="3907"/>
                    </a:cubicBezTo>
                    <a:cubicBezTo>
                      <a:pt x="2184" y="3755"/>
                      <a:pt x="2137" y="3797"/>
                      <a:pt x="1964" y="3687"/>
                    </a:cubicBezTo>
                    <a:cubicBezTo>
                      <a:pt x="1791" y="3582"/>
                      <a:pt x="1660" y="3493"/>
                      <a:pt x="1503" y="3425"/>
                    </a:cubicBezTo>
                    <a:cubicBezTo>
                      <a:pt x="1417" y="3383"/>
                      <a:pt x="1374" y="3378"/>
                      <a:pt x="1344" y="3378"/>
                    </a:cubicBezTo>
                    <a:cubicBezTo>
                      <a:pt x="1334" y="3378"/>
                      <a:pt x="1326" y="3378"/>
                      <a:pt x="1318" y="3378"/>
                    </a:cubicBezTo>
                    <a:cubicBezTo>
                      <a:pt x="1303" y="3378"/>
                      <a:pt x="1289" y="3376"/>
                      <a:pt x="1268" y="3362"/>
                    </a:cubicBezTo>
                    <a:cubicBezTo>
                      <a:pt x="1200" y="3320"/>
                      <a:pt x="1158" y="3273"/>
                      <a:pt x="1048" y="3273"/>
                    </a:cubicBezTo>
                    <a:cubicBezTo>
                      <a:pt x="938" y="3273"/>
                      <a:pt x="980" y="3320"/>
                      <a:pt x="938" y="3362"/>
                    </a:cubicBezTo>
                    <a:cubicBezTo>
                      <a:pt x="896" y="3425"/>
                      <a:pt x="896" y="3425"/>
                      <a:pt x="849" y="3472"/>
                    </a:cubicBezTo>
                    <a:cubicBezTo>
                      <a:pt x="841" y="3480"/>
                      <a:pt x="836" y="3483"/>
                      <a:pt x="833" y="3483"/>
                    </a:cubicBezTo>
                    <a:cubicBezTo>
                      <a:pt x="820" y="3483"/>
                      <a:pt x="845" y="3421"/>
                      <a:pt x="828" y="3404"/>
                    </a:cubicBezTo>
                    <a:cubicBezTo>
                      <a:pt x="828" y="3380"/>
                      <a:pt x="813" y="3369"/>
                      <a:pt x="784" y="3369"/>
                    </a:cubicBezTo>
                    <a:cubicBezTo>
                      <a:pt x="762" y="3369"/>
                      <a:pt x="734" y="3374"/>
                      <a:pt x="697" y="3383"/>
                    </a:cubicBezTo>
                    <a:cubicBezTo>
                      <a:pt x="678" y="3389"/>
                      <a:pt x="667" y="3392"/>
                      <a:pt x="659" y="3392"/>
                    </a:cubicBezTo>
                    <a:cubicBezTo>
                      <a:pt x="641" y="3392"/>
                      <a:pt x="643" y="3377"/>
                      <a:pt x="613" y="3362"/>
                    </a:cubicBezTo>
                    <a:cubicBezTo>
                      <a:pt x="587" y="3341"/>
                      <a:pt x="587" y="3320"/>
                      <a:pt x="566" y="3252"/>
                    </a:cubicBezTo>
                    <a:cubicBezTo>
                      <a:pt x="566" y="3189"/>
                      <a:pt x="613" y="3121"/>
                      <a:pt x="613" y="3058"/>
                    </a:cubicBezTo>
                    <a:cubicBezTo>
                      <a:pt x="634" y="3011"/>
                      <a:pt x="613" y="2948"/>
                      <a:pt x="587" y="2880"/>
                    </a:cubicBezTo>
                    <a:cubicBezTo>
                      <a:pt x="578" y="2853"/>
                      <a:pt x="569" y="2846"/>
                      <a:pt x="558" y="2846"/>
                    </a:cubicBezTo>
                    <a:cubicBezTo>
                      <a:pt x="544" y="2846"/>
                      <a:pt x="527" y="2859"/>
                      <a:pt x="503" y="2859"/>
                    </a:cubicBezTo>
                    <a:cubicBezTo>
                      <a:pt x="456" y="2859"/>
                      <a:pt x="456" y="2839"/>
                      <a:pt x="435" y="2797"/>
                    </a:cubicBezTo>
                    <a:cubicBezTo>
                      <a:pt x="414" y="2770"/>
                      <a:pt x="482" y="2770"/>
                      <a:pt x="503" y="2687"/>
                    </a:cubicBezTo>
                    <a:cubicBezTo>
                      <a:pt x="545" y="2598"/>
                      <a:pt x="566" y="2598"/>
                      <a:pt x="587" y="2535"/>
                    </a:cubicBezTo>
                    <a:cubicBezTo>
                      <a:pt x="587" y="2488"/>
                      <a:pt x="545" y="2488"/>
                      <a:pt x="503" y="2488"/>
                    </a:cubicBezTo>
                    <a:cubicBezTo>
                      <a:pt x="435" y="2488"/>
                      <a:pt x="456" y="2509"/>
                      <a:pt x="435" y="2598"/>
                    </a:cubicBezTo>
                    <a:cubicBezTo>
                      <a:pt x="414" y="2653"/>
                      <a:pt x="404" y="2663"/>
                      <a:pt x="390" y="2663"/>
                    </a:cubicBezTo>
                    <a:cubicBezTo>
                      <a:pt x="381" y="2663"/>
                      <a:pt x="372" y="2659"/>
                      <a:pt x="357" y="2659"/>
                    </a:cubicBezTo>
                    <a:cubicBezTo>
                      <a:pt x="349" y="2659"/>
                      <a:pt x="338" y="2661"/>
                      <a:pt x="325" y="2666"/>
                    </a:cubicBezTo>
                    <a:cubicBezTo>
                      <a:pt x="262" y="2666"/>
                      <a:pt x="283" y="2666"/>
                      <a:pt x="241" y="2619"/>
                    </a:cubicBezTo>
                    <a:cubicBezTo>
                      <a:pt x="220" y="2598"/>
                      <a:pt x="220" y="2509"/>
                      <a:pt x="220" y="2446"/>
                    </a:cubicBezTo>
                    <a:cubicBezTo>
                      <a:pt x="220" y="2378"/>
                      <a:pt x="283" y="2273"/>
                      <a:pt x="304" y="2163"/>
                    </a:cubicBezTo>
                    <a:cubicBezTo>
                      <a:pt x="325" y="2053"/>
                      <a:pt x="393" y="2032"/>
                      <a:pt x="456" y="1985"/>
                    </a:cubicBezTo>
                    <a:cubicBezTo>
                      <a:pt x="506" y="1954"/>
                      <a:pt x="519" y="1935"/>
                      <a:pt x="547" y="1935"/>
                    </a:cubicBezTo>
                    <a:cubicBezTo>
                      <a:pt x="558" y="1935"/>
                      <a:pt x="570" y="1937"/>
                      <a:pt x="587" y="1943"/>
                    </a:cubicBezTo>
                    <a:cubicBezTo>
                      <a:pt x="634" y="1943"/>
                      <a:pt x="613" y="1964"/>
                      <a:pt x="655" y="1985"/>
                    </a:cubicBezTo>
                    <a:cubicBezTo>
                      <a:pt x="662" y="1989"/>
                      <a:pt x="667" y="1991"/>
                      <a:pt x="671" y="1991"/>
                    </a:cubicBezTo>
                    <a:cubicBezTo>
                      <a:pt x="689" y="1991"/>
                      <a:pt x="688" y="1960"/>
                      <a:pt x="721" y="1960"/>
                    </a:cubicBezTo>
                    <a:cubicBezTo>
                      <a:pt x="727" y="1960"/>
                      <a:pt x="735" y="1961"/>
                      <a:pt x="744" y="1964"/>
                    </a:cubicBezTo>
                    <a:cubicBezTo>
                      <a:pt x="786" y="1964"/>
                      <a:pt x="765" y="1985"/>
                      <a:pt x="828" y="1985"/>
                    </a:cubicBezTo>
                    <a:cubicBezTo>
                      <a:pt x="896" y="2011"/>
                      <a:pt x="896" y="2011"/>
                      <a:pt x="896" y="2032"/>
                    </a:cubicBezTo>
                    <a:cubicBezTo>
                      <a:pt x="917" y="2053"/>
                      <a:pt x="875" y="2116"/>
                      <a:pt x="849" y="2163"/>
                    </a:cubicBezTo>
                    <a:lnTo>
                      <a:pt x="849" y="2273"/>
                    </a:lnTo>
                    <a:cubicBezTo>
                      <a:pt x="865" y="2313"/>
                      <a:pt x="880" y="2327"/>
                      <a:pt x="893" y="2327"/>
                    </a:cubicBezTo>
                    <a:cubicBezTo>
                      <a:pt x="901" y="2327"/>
                      <a:pt x="909" y="2322"/>
                      <a:pt x="917" y="2315"/>
                    </a:cubicBezTo>
                    <a:cubicBezTo>
                      <a:pt x="959" y="2273"/>
                      <a:pt x="1006" y="2184"/>
                      <a:pt x="980" y="2116"/>
                    </a:cubicBezTo>
                    <a:cubicBezTo>
                      <a:pt x="980" y="2053"/>
                      <a:pt x="1006" y="2011"/>
                      <a:pt x="1027" y="1922"/>
                    </a:cubicBezTo>
                    <a:cubicBezTo>
                      <a:pt x="1069" y="1854"/>
                      <a:pt x="1090" y="1880"/>
                      <a:pt x="1158" y="1833"/>
                    </a:cubicBezTo>
                    <a:cubicBezTo>
                      <a:pt x="1241" y="1791"/>
                      <a:pt x="1351" y="1681"/>
                      <a:pt x="1419" y="1592"/>
                    </a:cubicBezTo>
                    <a:cubicBezTo>
                      <a:pt x="1482" y="1508"/>
                      <a:pt x="1503" y="1508"/>
                      <a:pt x="1571" y="1419"/>
                    </a:cubicBezTo>
                    <a:cubicBezTo>
                      <a:pt x="1634" y="1356"/>
                      <a:pt x="1702" y="1330"/>
                      <a:pt x="1791" y="1267"/>
                    </a:cubicBezTo>
                    <a:cubicBezTo>
                      <a:pt x="1896" y="1226"/>
                      <a:pt x="1943" y="1178"/>
                      <a:pt x="2053" y="1178"/>
                    </a:cubicBezTo>
                    <a:cubicBezTo>
                      <a:pt x="2073" y="1174"/>
                      <a:pt x="2084" y="1173"/>
                      <a:pt x="2089" y="1173"/>
                    </a:cubicBezTo>
                    <a:cubicBezTo>
                      <a:pt x="2111" y="1173"/>
                      <a:pt x="2015" y="1204"/>
                      <a:pt x="1964" y="1226"/>
                    </a:cubicBezTo>
                    <a:cubicBezTo>
                      <a:pt x="1922" y="1226"/>
                      <a:pt x="1943" y="1267"/>
                      <a:pt x="1985" y="1288"/>
                    </a:cubicBezTo>
                    <a:cubicBezTo>
                      <a:pt x="2027" y="1288"/>
                      <a:pt x="2053" y="1267"/>
                      <a:pt x="2137" y="1199"/>
                    </a:cubicBezTo>
                    <a:cubicBezTo>
                      <a:pt x="2181" y="1178"/>
                      <a:pt x="2204" y="1173"/>
                      <a:pt x="2220" y="1173"/>
                    </a:cubicBezTo>
                    <a:cubicBezTo>
                      <a:pt x="2236" y="1173"/>
                      <a:pt x="2247" y="1178"/>
                      <a:pt x="2268" y="1178"/>
                    </a:cubicBezTo>
                    <a:cubicBezTo>
                      <a:pt x="2315" y="1157"/>
                      <a:pt x="2268" y="1137"/>
                      <a:pt x="2226" y="1116"/>
                    </a:cubicBezTo>
                    <a:lnTo>
                      <a:pt x="2116" y="1116"/>
                    </a:lnTo>
                    <a:cubicBezTo>
                      <a:pt x="2074" y="1095"/>
                      <a:pt x="2095" y="1068"/>
                      <a:pt x="2137" y="1047"/>
                    </a:cubicBezTo>
                    <a:cubicBezTo>
                      <a:pt x="2184" y="1006"/>
                      <a:pt x="2205" y="1006"/>
                      <a:pt x="2184" y="964"/>
                    </a:cubicBezTo>
                    <a:cubicBezTo>
                      <a:pt x="2179" y="958"/>
                      <a:pt x="2172" y="956"/>
                      <a:pt x="2164" y="956"/>
                    </a:cubicBezTo>
                    <a:cubicBezTo>
                      <a:pt x="2132" y="956"/>
                      <a:pt x="2077" y="993"/>
                      <a:pt x="2006" y="1027"/>
                    </a:cubicBezTo>
                    <a:cubicBezTo>
                      <a:pt x="1971" y="1035"/>
                      <a:pt x="1951" y="1040"/>
                      <a:pt x="1942" y="1040"/>
                    </a:cubicBezTo>
                    <a:cubicBezTo>
                      <a:pt x="1929" y="1040"/>
                      <a:pt x="1940" y="1030"/>
                      <a:pt x="1964" y="1006"/>
                    </a:cubicBezTo>
                    <a:cubicBezTo>
                      <a:pt x="2006" y="964"/>
                      <a:pt x="2053" y="964"/>
                      <a:pt x="2116" y="938"/>
                    </a:cubicBezTo>
                    <a:cubicBezTo>
                      <a:pt x="2137" y="925"/>
                      <a:pt x="2155" y="920"/>
                      <a:pt x="2172" y="920"/>
                    </a:cubicBezTo>
                    <a:cubicBezTo>
                      <a:pt x="2210" y="920"/>
                      <a:pt x="2239" y="946"/>
                      <a:pt x="2268" y="964"/>
                    </a:cubicBezTo>
                    <a:cubicBezTo>
                      <a:pt x="2336" y="964"/>
                      <a:pt x="2357" y="938"/>
                      <a:pt x="2420" y="896"/>
                    </a:cubicBezTo>
                    <a:cubicBezTo>
                      <a:pt x="2467" y="875"/>
                      <a:pt x="2551" y="896"/>
                      <a:pt x="2598" y="854"/>
                    </a:cubicBezTo>
                    <a:cubicBezTo>
                      <a:pt x="2619" y="833"/>
                      <a:pt x="2598" y="807"/>
                      <a:pt x="2551" y="744"/>
                    </a:cubicBezTo>
                    <a:cubicBezTo>
                      <a:pt x="2488" y="676"/>
                      <a:pt x="2488" y="702"/>
                      <a:pt x="2467" y="655"/>
                    </a:cubicBezTo>
                    <a:cubicBezTo>
                      <a:pt x="2446" y="634"/>
                      <a:pt x="2488" y="592"/>
                      <a:pt x="2488" y="545"/>
                    </a:cubicBezTo>
                    <a:cubicBezTo>
                      <a:pt x="2488" y="505"/>
                      <a:pt x="2488" y="490"/>
                      <a:pt x="2470" y="490"/>
                    </a:cubicBezTo>
                    <a:cubicBezTo>
                      <a:pt x="2460" y="490"/>
                      <a:pt x="2445" y="495"/>
                      <a:pt x="2420" y="503"/>
                    </a:cubicBezTo>
                    <a:cubicBezTo>
                      <a:pt x="2378" y="503"/>
                      <a:pt x="2399" y="524"/>
                      <a:pt x="2357" y="545"/>
                    </a:cubicBezTo>
                    <a:cubicBezTo>
                      <a:pt x="2348" y="550"/>
                      <a:pt x="2340" y="552"/>
                      <a:pt x="2333" y="552"/>
                    </a:cubicBezTo>
                    <a:cubicBezTo>
                      <a:pt x="2305" y="552"/>
                      <a:pt x="2289" y="519"/>
                      <a:pt x="2289" y="503"/>
                    </a:cubicBezTo>
                    <a:cubicBezTo>
                      <a:pt x="2268" y="482"/>
                      <a:pt x="2336" y="461"/>
                      <a:pt x="2315" y="440"/>
                    </a:cubicBezTo>
                    <a:cubicBezTo>
                      <a:pt x="2289" y="393"/>
                      <a:pt x="2289" y="372"/>
                      <a:pt x="2226" y="372"/>
                    </a:cubicBezTo>
                    <a:cubicBezTo>
                      <a:pt x="2215" y="366"/>
                      <a:pt x="2208" y="364"/>
                      <a:pt x="2203" y="364"/>
                    </a:cubicBezTo>
                    <a:cubicBezTo>
                      <a:pt x="2190" y="364"/>
                      <a:pt x="2192" y="383"/>
                      <a:pt x="2158" y="414"/>
                    </a:cubicBezTo>
                    <a:cubicBezTo>
                      <a:pt x="2116" y="482"/>
                      <a:pt x="2116" y="461"/>
                      <a:pt x="2095" y="482"/>
                    </a:cubicBezTo>
                    <a:cubicBezTo>
                      <a:pt x="2053" y="482"/>
                      <a:pt x="2053" y="503"/>
                      <a:pt x="2027" y="545"/>
                    </a:cubicBezTo>
                    <a:cubicBezTo>
                      <a:pt x="2027" y="592"/>
                      <a:pt x="2027" y="571"/>
                      <a:pt x="2006" y="613"/>
                    </a:cubicBezTo>
                    <a:cubicBezTo>
                      <a:pt x="1964" y="655"/>
                      <a:pt x="1943" y="655"/>
                      <a:pt x="1896" y="655"/>
                    </a:cubicBezTo>
                    <a:cubicBezTo>
                      <a:pt x="1854" y="676"/>
                      <a:pt x="1875" y="655"/>
                      <a:pt x="1833" y="702"/>
                    </a:cubicBezTo>
                    <a:cubicBezTo>
                      <a:pt x="1812" y="744"/>
                      <a:pt x="1833" y="765"/>
                      <a:pt x="1791" y="807"/>
                    </a:cubicBezTo>
                    <a:cubicBezTo>
                      <a:pt x="1758" y="825"/>
                      <a:pt x="1737" y="841"/>
                      <a:pt x="1721" y="841"/>
                    </a:cubicBezTo>
                    <a:cubicBezTo>
                      <a:pt x="1714" y="841"/>
                      <a:pt x="1708" y="839"/>
                      <a:pt x="1702" y="833"/>
                    </a:cubicBezTo>
                    <a:cubicBezTo>
                      <a:pt x="1702" y="833"/>
                      <a:pt x="1681" y="786"/>
                      <a:pt x="1702" y="744"/>
                    </a:cubicBezTo>
                    <a:cubicBezTo>
                      <a:pt x="1744" y="676"/>
                      <a:pt x="1791" y="655"/>
                      <a:pt x="1765" y="634"/>
                    </a:cubicBezTo>
                    <a:cubicBezTo>
                      <a:pt x="1744" y="613"/>
                      <a:pt x="1723" y="592"/>
                      <a:pt x="1681" y="571"/>
                    </a:cubicBezTo>
                    <a:cubicBezTo>
                      <a:pt x="1634" y="524"/>
                      <a:pt x="1660" y="482"/>
                      <a:pt x="1702" y="414"/>
                    </a:cubicBezTo>
                    <a:cubicBezTo>
                      <a:pt x="1744" y="372"/>
                      <a:pt x="1854" y="330"/>
                      <a:pt x="1922" y="309"/>
                    </a:cubicBezTo>
                    <a:cubicBezTo>
                      <a:pt x="1985" y="283"/>
                      <a:pt x="2074" y="283"/>
                      <a:pt x="2137" y="241"/>
                    </a:cubicBezTo>
                    <a:cubicBezTo>
                      <a:pt x="2205" y="220"/>
                      <a:pt x="2158" y="220"/>
                      <a:pt x="2205" y="199"/>
                    </a:cubicBezTo>
                    <a:cubicBezTo>
                      <a:pt x="2268" y="199"/>
                      <a:pt x="2289" y="199"/>
                      <a:pt x="2336" y="178"/>
                    </a:cubicBezTo>
                    <a:cubicBezTo>
                      <a:pt x="2378" y="178"/>
                      <a:pt x="2399" y="131"/>
                      <a:pt x="2399" y="110"/>
                    </a:cubicBezTo>
                    <a:cubicBezTo>
                      <a:pt x="2399" y="97"/>
                      <a:pt x="2395" y="92"/>
                      <a:pt x="2388" y="92"/>
                    </a:cubicBezTo>
                    <a:cubicBezTo>
                      <a:pt x="2373" y="92"/>
                      <a:pt x="2344" y="117"/>
                      <a:pt x="2315" y="131"/>
                    </a:cubicBezTo>
                    <a:cubicBezTo>
                      <a:pt x="2288" y="158"/>
                      <a:pt x="2270" y="170"/>
                      <a:pt x="2255" y="170"/>
                    </a:cubicBezTo>
                    <a:cubicBezTo>
                      <a:pt x="2244" y="170"/>
                      <a:pt x="2235" y="163"/>
                      <a:pt x="2226" y="152"/>
                    </a:cubicBezTo>
                    <a:cubicBezTo>
                      <a:pt x="2205" y="152"/>
                      <a:pt x="2268" y="110"/>
                      <a:pt x="2289" y="89"/>
                    </a:cubicBezTo>
                    <a:cubicBezTo>
                      <a:pt x="2315" y="89"/>
                      <a:pt x="2336" y="47"/>
                      <a:pt x="2336" y="21"/>
                    </a:cubicBezTo>
                    <a:cubicBezTo>
                      <a:pt x="2332" y="18"/>
                      <a:pt x="2329" y="16"/>
                      <a:pt x="2325" y="16"/>
                    </a:cubicBezTo>
                    <a:cubicBezTo>
                      <a:pt x="2306" y="16"/>
                      <a:pt x="2282" y="54"/>
                      <a:pt x="2247" y="89"/>
                    </a:cubicBezTo>
                    <a:cubicBezTo>
                      <a:pt x="2184" y="131"/>
                      <a:pt x="2184" y="131"/>
                      <a:pt x="2116" y="131"/>
                    </a:cubicBezTo>
                    <a:cubicBezTo>
                      <a:pt x="2074" y="131"/>
                      <a:pt x="2074" y="110"/>
                      <a:pt x="2027" y="110"/>
                    </a:cubicBezTo>
                    <a:cubicBezTo>
                      <a:pt x="1985" y="110"/>
                      <a:pt x="1985" y="89"/>
                      <a:pt x="2027" y="68"/>
                    </a:cubicBezTo>
                    <a:cubicBezTo>
                      <a:pt x="2095" y="47"/>
                      <a:pt x="2095" y="0"/>
                      <a:pt x="202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4" name="Google Shape;2624;p58"/>
              <p:cNvSpPr/>
              <p:nvPr/>
            </p:nvSpPr>
            <p:spPr>
              <a:xfrm>
                <a:off x="3361834" y="499832"/>
                <a:ext cx="686283" cy="1316037"/>
              </a:xfrm>
              <a:custGeom>
                <a:avLst/>
                <a:gdLst/>
                <a:ahLst/>
                <a:cxnLst/>
                <a:rect l="l" t="t" r="r" b="b"/>
                <a:pathLst>
                  <a:path w="3641" h="6982" extrusionOk="0">
                    <a:moveTo>
                      <a:pt x="980" y="2158"/>
                    </a:moveTo>
                    <a:cubicBezTo>
                      <a:pt x="980" y="2184"/>
                      <a:pt x="980" y="2226"/>
                      <a:pt x="959" y="2247"/>
                    </a:cubicBezTo>
                    <a:lnTo>
                      <a:pt x="959" y="2268"/>
                    </a:lnTo>
                    <a:lnTo>
                      <a:pt x="938" y="2247"/>
                    </a:lnTo>
                    <a:lnTo>
                      <a:pt x="959" y="2226"/>
                    </a:lnTo>
                    <a:cubicBezTo>
                      <a:pt x="959" y="2205"/>
                      <a:pt x="959" y="2184"/>
                      <a:pt x="980" y="2158"/>
                    </a:cubicBezTo>
                    <a:close/>
                    <a:moveTo>
                      <a:pt x="566" y="2598"/>
                    </a:moveTo>
                    <a:cubicBezTo>
                      <a:pt x="545" y="2619"/>
                      <a:pt x="545" y="2639"/>
                      <a:pt x="499" y="2706"/>
                    </a:cubicBezTo>
                    <a:lnTo>
                      <a:pt x="499" y="2706"/>
                    </a:lnTo>
                    <a:cubicBezTo>
                      <a:pt x="501" y="2691"/>
                      <a:pt x="507" y="2675"/>
                      <a:pt x="524" y="2661"/>
                    </a:cubicBezTo>
                    <a:cubicBezTo>
                      <a:pt x="545" y="2619"/>
                      <a:pt x="545" y="2598"/>
                      <a:pt x="545" y="2598"/>
                    </a:cubicBezTo>
                    <a:close/>
                    <a:moveTo>
                      <a:pt x="1985" y="131"/>
                    </a:moveTo>
                    <a:cubicBezTo>
                      <a:pt x="1985" y="152"/>
                      <a:pt x="1985" y="173"/>
                      <a:pt x="2006" y="194"/>
                    </a:cubicBezTo>
                    <a:cubicBezTo>
                      <a:pt x="2027" y="220"/>
                      <a:pt x="2048" y="220"/>
                      <a:pt x="2069" y="220"/>
                    </a:cubicBezTo>
                    <a:lnTo>
                      <a:pt x="2179" y="220"/>
                    </a:lnTo>
                    <a:lnTo>
                      <a:pt x="2179" y="241"/>
                    </a:lnTo>
                    <a:lnTo>
                      <a:pt x="2158" y="241"/>
                    </a:lnTo>
                    <a:cubicBezTo>
                      <a:pt x="2137" y="262"/>
                      <a:pt x="2095" y="262"/>
                      <a:pt x="2069" y="262"/>
                    </a:cubicBezTo>
                    <a:cubicBezTo>
                      <a:pt x="2027" y="283"/>
                      <a:pt x="1985" y="283"/>
                      <a:pt x="1938" y="283"/>
                    </a:cubicBezTo>
                    <a:cubicBezTo>
                      <a:pt x="1917" y="304"/>
                      <a:pt x="1854" y="325"/>
                      <a:pt x="1807" y="351"/>
                    </a:cubicBezTo>
                    <a:cubicBezTo>
                      <a:pt x="1765" y="372"/>
                      <a:pt x="1723" y="393"/>
                      <a:pt x="1702" y="435"/>
                    </a:cubicBezTo>
                    <a:cubicBezTo>
                      <a:pt x="1676" y="456"/>
                      <a:pt x="1655" y="503"/>
                      <a:pt x="1655" y="524"/>
                    </a:cubicBezTo>
                    <a:cubicBezTo>
                      <a:pt x="1634" y="545"/>
                      <a:pt x="1634" y="566"/>
                      <a:pt x="1655" y="587"/>
                    </a:cubicBezTo>
                    <a:cubicBezTo>
                      <a:pt x="1655" y="613"/>
                      <a:pt x="1676" y="634"/>
                      <a:pt x="1702" y="655"/>
                    </a:cubicBezTo>
                    <a:cubicBezTo>
                      <a:pt x="1723" y="676"/>
                      <a:pt x="1744" y="676"/>
                      <a:pt x="1744" y="697"/>
                    </a:cubicBezTo>
                    <a:cubicBezTo>
                      <a:pt x="1744" y="697"/>
                      <a:pt x="1723" y="718"/>
                      <a:pt x="1702" y="744"/>
                    </a:cubicBezTo>
                    <a:cubicBezTo>
                      <a:pt x="1676" y="786"/>
                      <a:pt x="1676" y="807"/>
                      <a:pt x="1676" y="849"/>
                    </a:cubicBezTo>
                    <a:cubicBezTo>
                      <a:pt x="1676" y="875"/>
                      <a:pt x="1702" y="896"/>
                      <a:pt x="1723" y="917"/>
                    </a:cubicBezTo>
                    <a:cubicBezTo>
                      <a:pt x="1723" y="938"/>
                      <a:pt x="1744" y="938"/>
                      <a:pt x="1765" y="938"/>
                    </a:cubicBezTo>
                    <a:lnTo>
                      <a:pt x="1807" y="938"/>
                    </a:lnTo>
                    <a:cubicBezTo>
                      <a:pt x="1833" y="917"/>
                      <a:pt x="1854" y="896"/>
                      <a:pt x="1875" y="875"/>
                    </a:cubicBezTo>
                    <a:cubicBezTo>
                      <a:pt x="1896" y="849"/>
                      <a:pt x="1896" y="828"/>
                      <a:pt x="1917" y="807"/>
                    </a:cubicBezTo>
                    <a:cubicBezTo>
                      <a:pt x="1917" y="807"/>
                      <a:pt x="1917" y="786"/>
                      <a:pt x="1938" y="765"/>
                    </a:cubicBezTo>
                    <a:lnTo>
                      <a:pt x="1964" y="765"/>
                    </a:lnTo>
                    <a:cubicBezTo>
                      <a:pt x="1964" y="744"/>
                      <a:pt x="1985" y="744"/>
                      <a:pt x="2006" y="744"/>
                    </a:cubicBezTo>
                    <a:cubicBezTo>
                      <a:pt x="2027" y="718"/>
                      <a:pt x="2048" y="718"/>
                      <a:pt x="2069" y="676"/>
                    </a:cubicBezTo>
                    <a:cubicBezTo>
                      <a:pt x="2116" y="655"/>
                      <a:pt x="2116" y="655"/>
                      <a:pt x="2137" y="613"/>
                    </a:cubicBezTo>
                    <a:lnTo>
                      <a:pt x="2137" y="566"/>
                    </a:lnTo>
                    <a:cubicBezTo>
                      <a:pt x="2158" y="566"/>
                      <a:pt x="2179" y="566"/>
                      <a:pt x="2200" y="545"/>
                    </a:cubicBezTo>
                    <a:cubicBezTo>
                      <a:pt x="2226" y="545"/>
                      <a:pt x="2226" y="524"/>
                      <a:pt x="2247" y="503"/>
                    </a:cubicBezTo>
                    <a:cubicBezTo>
                      <a:pt x="2268" y="482"/>
                      <a:pt x="2268" y="482"/>
                      <a:pt x="2268" y="456"/>
                    </a:cubicBezTo>
                    <a:lnTo>
                      <a:pt x="2289" y="482"/>
                    </a:lnTo>
                    <a:lnTo>
                      <a:pt x="2289" y="503"/>
                    </a:lnTo>
                    <a:cubicBezTo>
                      <a:pt x="2268" y="524"/>
                      <a:pt x="2268" y="566"/>
                      <a:pt x="2289" y="587"/>
                    </a:cubicBezTo>
                    <a:cubicBezTo>
                      <a:pt x="2289" y="587"/>
                      <a:pt x="2289" y="613"/>
                      <a:pt x="2310" y="634"/>
                    </a:cubicBezTo>
                    <a:cubicBezTo>
                      <a:pt x="2310" y="634"/>
                      <a:pt x="2331" y="655"/>
                      <a:pt x="2357" y="655"/>
                    </a:cubicBezTo>
                    <a:cubicBezTo>
                      <a:pt x="2378" y="655"/>
                      <a:pt x="2399" y="655"/>
                      <a:pt x="2399" y="634"/>
                    </a:cubicBezTo>
                    <a:cubicBezTo>
                      <a:pt x="2441" y="634"/>
                      <a:pt x="2462" y="613"/>
                      <a:pt x="2462" y="587"/>
                    </a:cubicBezTo>
                    <a:lnTo>
                      <a:pt x="2462" y="634"/>
                    </a:lnTo>
                    <a:cubicBezTo>
                      <a:pt x="2462" y="655"/>
                      <a:pt x="2441" y="655"/>
                      <a:pt x="2441" y="676"/>
                    </a:cubicBezTo>
                    <a:cubicBezTo>
                      <a:pt x="2441" y="697"/>
                      <a:pt x="2462" y="718"/>
                      <a:pt x="2462" y="744"/>
                    </a:cubicBezTo>
                    <a:cubicBezTo>
                      <a:pt x="2488" y="765"/>
                      <a:pt x="2509" y="765"/>
                      <a:pt x="2509" y="786"/>
                    </a:cubicBezTo>
                    <a:cubicBezTo>
                      <a:pt x="2509" y="786"/>
                      <a:pt x="2530" y="786"/>
                      <a:pt x="2551" y="807"/>
                    </a:cubicBezTo>
                    <a:cubicBezTo>
                      <a:pt x="2572" y="849"/>
                      <a:pt x="2572" y="849"/>
                      <a:pt x="2572" y="875"/>
                    </a:cubicBezTo>
                    <a:lnTo>
                      <a:pt x="2551" y="875"/>
                    </a:lnTo>
                    <a:cubicBezTo>
                      <a:pt x="2509" y="875"/>
                      <a:pt x="2462" y="875"/>
                      <a:pt x="2420" y="896"/>
                    </a:cubicBezTo>
                    <a:cubicBezTo>
                      <a:pt x="2399" y="917"/>
                      <a:pt x="2378" y="938"/>
                      <a:pt x="2378" y="938"/>
                    </a:cubicBezTo>
                    <a:cubicBezTo>
                      <a:pt x="2367" y="948"/>
                      <a:pt x="2362" y="953"/>
                      <a:pt x="2356" y="953"/>
                    </a:cubicBezTo>
                    <a:cubicBezTo>
                      <a:pt x="2350" y="953"/>
                      <a:pt x="2344" y="948"/>
                      <a:pt x="2331" y="938"/>
                    </a:cubicBezTo>
                    <a:cubicBezTo>
                      <a:pt x="2310" y="938"/>
                      <a:pt x="2289" y="917"/>
                      <a:pt x="2247" y="917"/>
                    </a:cubicBezTo>
                    <a:cubicBezTo>
                      <a:pt x="2226" y="917"/>
                      <a:pt x="2179" y="917"/>
                      <a:pt x="2137" y="938"/>
                    </a:cubicBezTo>
                    <a:cubicBezTo>
                      <a:pt x="2095" y="938"/>
                      <a:pt x="2069" y="938"/>
                      <a:pt x="2048" y="959"/>
                    </a:cubicBezTo>
                    <a:cubicBezTo>
                      <a:pt x="2027" y="959"/>
                      <a:pt x="2006" y="980"/>
                      <a:pt x="1985" y="1006"/>
                    </a:cubicBezTo>
                    <a:cubicBezTo>
                      <a:pt x="1964" y="1006"/>
                      <a:pt x="1964" y="1027"/>
                      <a:pt x="1938" y="1027"/>
                    </a:cubicBezTo>
                    <a:lnTo>
                      <a:pt x="1938" y="1048"/>
                    </a:lnTo>
                    <a:cubicBezTo>
                      <a:pt x="1938" y="1048"/>
                      <a:pt x="1917" y="1048"/>
                      <a:pt x="1917" y="1069"/>
                    </a:cubicBezTo>
                    <a:lnTo>
                      <a:pt x="1917" y="1089"/>
                    </a:lnTo>
                    <a:lnTo>
                      <a:pt x="1938" y="1110"/>
                    </a:lnTo>
                    <a:lnTo>
                      <a:pt x="1964" y="1137"/>
                    </a:lnTo>
                    <a:lnTo>
                      <a:pt x="2006" y="1137"/>
                    </a:lnTo>
                    <a:cubicBezTo>
                      <a:pt x="2027" y="1137"/>
                      <a:pt x="2027" y="1110"/>
                      <a:pt x="2069" y="1110"/>
                    </a:cubicBezTo>
                    <a:lnTo>
                      <a:pt x="2095" y="1089"/>
                    </a:lnTo>
                    <a:lnTo>
                      <a:pt x="2095" y="1110"/>
                    </a:lnTo>
                    <a:cubicBezTo>
                      <a:pt x="2069" y="1110"/>
                      <a:pt x="2069" y="1137"/>
                      <a:pt x="2095" y="1158"/>
                    </a:cubicBezTo>
                    <a:cubicBezTo>
                      <a:pt x="1964" y="1179"/>
                      <a:pt x="1917" y="1199"/>
                      <a:pt x="1807" y="1268"/>
                    </a:cubicBezTo>
                    <a:cubicBezTo>
                      <a:pt x="1723" y="1330"/>
                      <a:pt x="1655" y="1351"/>
                      <a:pt x="1571" y="1440"/>
                    </a:cubicBezTo>
                    <a:cubicBezTo>
                      <a:pt x="1503" y="1503"/>
                      <a:pt x="1482" y="1529"/>
                      <a:pt x="1414" y="1613"/>
                    </a:cubicBezTo>
                    <a:cubicBezTo>
                      <a:pt x="1352" y="1681"/>
                      <a:pt x="1242" y="1791"/>
                      <a:pt x="1179" y="1833"/>
                    </a:cubicBezTo>
                    <a:cubicBezTo>
                      <a:pt x="1153" y="1854"/>
                      <a:pt x="1132" y="1854"/>
                      <a:pt x="1111" y="1854"/>
                    </a:cubicBezTo>
                    <a:cubicBezTo>
                      <a:pt x="1069" y="1875"/>
                      <a:pt x="1048" y="1922"/>
                      <a:pt x="1022" y="1964"/>
                    </a:cubicBezTo>
                    <a:cubicBezTo>
                      <a:pt x="1010" y="1987"/>
                      <a:pt x="999" y="2017"/>
                      <a:pt x="991" y="2051"/>
                    </a:cubicBezTo>
                    <a:lnTo>
                      <a:pt x="991" y="2051"/>
                    </a:lnTo>
                    <a:cubicBezTo>
                      <a:pt x="980" y="2044"/>
                      <a:pt x="980" y="2027"/>
                      <a:pt x="980" y="2027"/>
                    </a:cubicBezTo>
                    <a:lnTo>
                      <a:pt x="959" y="2006"/>
                    </a:lnTo>
                    <a:cubicBezTo>
                      <a:pt x="938" y="1985"/>
                      <a:pt x="917" y="1985"/>
                      <a:pt x="870" y="1985"/>
                    </a:cubicBezTo>
                    <a:lnTo>
                      <a:pt x="849" y="1985"/>
                    </a:lnTo>
                    <a:cubicBezTo>
                      <a:pt x="849" y="1985"/>
                      <a:pt x="828" y="1964"/>
                      <a:pt x="786" y="1943"/>
                    </a:cubicBezTo>
                    <a:cubicBezTo>
                      <a:pt x="760" y="1943"/>
                      <a:pt x="739" y="1943"/>
                      <a:pt x="718" y="1964"/>
                    </a:cubicBezTo>
                    <a:lnTo>
                      <a:pt x="697" y="1985"/>
                    </a:lnTo>
                    <a:lnTo>
                      <a:pt x="697" y="1964"/>
                    </a:lnTo>
                    <a:cubicBezTo>
                      <a:pt x="697" y="1964"/>
                      <a:pt x="655" y="1922"/>
                      <a:pt x="629" y="1922"/>
                    </a:cubicBezTo>
                    <a:cubicBezTo>
                      <a:pt x="608" y="1922"/>
                      <a:pt x="566" y="1922"/>
                      <a:pt x="545" y="1943"/>
                    </a:cubicBezTo>
                    <a:cubicBezTo>
                      <a:pt x="524" y="1943"/>
                      <a:pt x="498" y="1964"/>
                      <a:pt x="456" y="1985"/>
                    </a:cubicBezTo>
                    <a:cubicBezTo>
                      <a:pt x="393" y="2027"/>
                      <a:pt x="325" y="2074"/>
                      <a:pt x="304" y="2184"/>
                    </a:cubicBezTo>
                    <a:cubicBezTo>
                      <a:pt x="262" y="2289"/>
                      <a:pt x="215" y="2399"/>
                      <a:pt x="215" y="2488"/>
                    </a:cubicBezTo>
                    <a:lnTo>
                      <a:pt x="215" y="2598"/>
                    </a:lnTo>
                    <a:cubicBezTo>
                      <a:pt x="215" y="2640"/>
                      <a:pt x="215" y="2682"/>
                      <a:pt x="262" y="2708"/>
                    </a:cubicBezTo>
                    <a:cubicBezTo>
                      <a:pt x="262" y="2708"/>
                      <a:pt x="262" y="2729"/>
                      <a:pt x="283" y="2750"/>
                    </a:cubicBezTo>
                    <a:lnTo>
                      <a:pt x="456" y="2750"/>
                    </a:lnTo>
                    <a:cubicBezTo>
                      <a:pt x="477" y="2750"/>
                      <a:pt x="477" y="2729"/>
                      <a:pt x="477" y="2729"/>
                    </a:cubicBezTo>
                    <a:lnTo>
                      <a:pt x="477" y="2729"/>
                    </a:lnTo>
                    <a:cubicBezTo>
                      <a:pt x="477" y="2750"/>
                      <a:pt x="477" y="2750"/>
                      <a:pt x="456" y="2750"/>
                    </a:cubicBezTo>
                    <a:cubicBezTo>
                      <a:pt x="456" y="2771"/>
                      <a:pt x="435" y="2771"/>
                      <a:pt x="435" y="2791"/>
                    </a:cubicBezTo>
                    <a:cubicBezTo>
                      <a:pt x="414" y="2812"/>
                      <a:pt x="435" y="2860"/>
                      <a:pt x="435" y="2860"/>
                    </a:cubicBezTo>
                    <a:cubicBezTo>
                      <a:pt x="435" y="2881"/>
                      <a:pt x="456" y="2901"/>
                      <a:pt x="456" y="2922"/>
                    </a:cubicBezTo>
                    <a:cubicBezTo>
                      <a:pt x="477" y="2943"/>
                      <a:pt x="524" y="2970"/>
                      <a:pt x="545" y="2970"/>
                    </a:cubicBezTo>
                    <a:cubicBezTo>
                      <a:pt x="566" y="2970"/>
                      <a:pt x="566" y="2943"/>
                      <a:pt x="587" y="2943"/>
                    </a:cubicBezTo>
                    <a:cubicBezTo>
                      <a:pt x="608" y="3011"/>
                      <a:pt x="629" y="3053"/>
                      <a:pt x="608" y="3100"/>
                    </a:cubicBezTo>
                    <a:cubicBezTo>
                      <a:pt x="587" y="3142"/>
                      <a:pt x="545" y="3205"/>
                      <a:pt x="566" y="3294"/>
                    </a:cubicBezTo>
                    <a:lnTo>
                      <a:pt x="566" y="3336"/>
                    </a:lnTo>
                    <a:cubicBezTo>
                      <a:pt x="566" y="3315"/>
                      <a:pt x="545" y="3315"/>
                      <a:pt x="545" y="3315"/>
                    </a:cubicBezTo>
                    <a:cubicBezTo>
                      <a:pt x="566" y="3252"/>
                      <a:pt x="524" y="3205"/>
                      <a:pt x="498" y="3142"/>
                    </a:cubicBezTo>
                    <a:cubicBezTo>
                      <a:pt x="477" y="3074"/>
                      <a:pt x="435" y="3011"/>
                      <a:pt x="414" y="2970"/>
                    </a:cubicBezTo>
                    <a:cubicBezTo>
                      <a:pt x="346" y="2901"/>
                      <a:pt x="304" y="2860"/>
                      <a:pt x="236" y="2771"/>
                    </a:cubicBezTo>
                    <a:cubicBezTo>
                      <a:pt x="173" y="2661"/>
                      <a:pt x="131" y="2598"/>
                      <a:pt x="131" y="2530"/>
                    </a:cubicBezTo>
                    <a:cubicBezTo>
                      <a:pt x="131" y="2420"/>
                      <a:pt x="131" y="2357"/>
                      <a:pt x="152" y="2289"/>
                    </a:cubicBezTo>
                    <a:cubicBezTo>
                      <a:pt x="194" y="2184"/>
                      <a:pt x="194" y="2095"/>
                      <a:pt x="215" y="2027"/>
                    </a:cubicBezTo>
                    <a:cubicBezTo>
                      <a:pt x="236" y="1922"/>
                      <a:pt x="236" y="1896"/>
                      <a:pt x="283" y="1833"/>
                    </a:cubicBezTo>
                    <a:cubicBezTo>
                      <a:pt x="325" y="1744"/>
                      <a:pt x="325" y="1681"/>
                      <a:pt x="325" y="1681"/>
                    </a:cubicBezTo>
                    <a:lnTo>
                      <a:pt x="325" y="1660"/>
                    </a:lnTo>
                    <a:lnTo>
                      <a:pt x="304" y="1660"/>
                    </a:lnTo>
                    <a:cubicBezTo>
                      <a:pt x="325" y="1613"/>
                      <a:pt x="325" y="1592"/>
                      <a:pt x="346" y="1571"/>
                    </a:cubicBezTo>
                    <a:cubicBezTo>
                      <a:pt x="346" y="1571"/>
                      <a:pt x="393" y="1482"/>
                      <a:pt x="456" y="1398"/>
                    </a:cubicBezTo>
                    <a:cubicBezTo>
                      <a:pt x="498" y="1309"/>
                      <a:pt x="587" y="1199"/>
                      <a:pt x="629" y="1137"/>
                    </a:cubicBezTo>
                    <a:cubicBezTo>
                      <a:pt x="655" y="1069"/>
                      <a:pt x="786" y="938"/>
                      <a:pt x="917" y="828"/>
                    </a:cubicBezTo>
                    <a:cubicBezTo>
                      <a:pt x="1048" y="718"/>
                      <a:pt x="1179" y="613"/>
                      <a:pt x="1221" y="587"/>
                    </a:cubicBezTo>
                    <a:cubicBezTo>
                      <a:pt x="1310" y="503"/>
                      <a:pt x="1592" y="325"/>
                      <a:pt x="1786" y="241"/>
                    </a:cubicBezTo>
                    <a:cubicBezTo>
                      <a:pt x="1917" y="173"/>
                      <a:pt x="1938" y="152"/>
                      <a:pt x="1985" y="131"/>
                    </a:cubicBezTo>
                    <a:close/>
                    <a:moveTo>
                      <a:pt x="1090" y="3383"/>
                    </a:moveTo>
                    <a:cubicBezTo>
                      <a:pt x="1179" y="3383"/>
                      <a:pt x="1221" y="3404"/>
                      <a:pt x="1262" y="3446"/>
                    </a:cubicBezTo>
                    <a:cubicBezTo>
                      <a:pt x="1310" y="3467"/>
                      <a:pt x="1352" y="3467"/>
                      <a:pt x="1393" y="3467"/>
                    </a:cubicBezTo>
                    <a:cubicBezTo>
                      <a:pt x="1414" y="3467"/>
                      <a:pt x="1441" y="3467"/>
                      <a:pt x="1524" y="3514"/>
                    </a:cubicBezTo>
                    <a:cubicBezTo>
                      <a:pt x="1676" y="3577"/>
                      <a:pt x="1807" y="3666"/>
                      <a:pt x="1985" y="3776"/>
                    </a:cubicBezTo>
                    <a:cubicBezTo>
                      <a:pt x="2069" y="3818"/>
                      <a:pt x="2137" y="3839"/>
                      <a:pt x="2179" y="3860"/>
                    </a:cubicBezTo>
                    <a:cubicBezTo>
                      <a:pt x="2226" y="3886"/>
                      <a:pt x="2268" y="3907"/>
                      <a:pt x="2331" y="3970"/>
                    </a:cubicBezTo>
                    <a:cubicBezTo>
                      <a:pt x="2399" y="4038"/>
                      <a:pt x="2420" y="4080"/>
                      <a:pt x="2420" y="4148"/>
                    </a:cubicBezTo>
                    <a:cubicBezTo>
                      <a:pt x="2441" y="4190"/>
                      <a:pt x="2462" y="4253"/>
                      <a:pt x="2530" y="4300"/>
                    </a:cubicBezTo>
                    <a:cubicBezTo>
                      <a:pt x="2640" y="4384"/>
                      <a:pt x="2750" y="4410"/>
                      <a:pt x="3012" y="4514"/>
                    </a:cubicBezTo>
                    <a:cubicBezTo>
                      <a:pt x="3143" y="4562"/>
                      <a:pt x="3226" y="4583"/>
                      <a:pt x="3294" y="4583"/>
                    </a:cubicBezTo>
                    <a:cubicBezTo>
                      <a:pt x="3336" y="4603"/>
                      <a:pt x="3357" y="4624"/>
                      <a:pt x="3425" y="4645"/>
                    </a:cubicBezTo>
                    <a:cubicBezTo>
                      <a:pt x="3509" y="4713"/>
                      <a:pt x="3509" y="4802"/>
                      <a:pt x="3488" y="4865"/>
                    </a:cubicBezTo>
                    <a:cubicBezTo>
                      <a:pt x="3467" y="4886"/>
                      <a:pt x="3446" y="4907"/>
                      <a:pt x="3404" y="4954"/>
                    </a:cubicBezTo>
                    <a:cubicBezTo>
                      <a:pt x="3357" y="4996"/>
                      <a:pt x="3315" y="5038"/>
                      <a:pt x="3273" y="5085"/>
                    </a:cubicBezTo>
                    <a:cubicBezTo>
                      <a:pt x="3247" y="5127"/>
                      <a:pt x="3226" y="5148"/>
                      <a:pt x="3226" y="5169"/>
                    </a:cubicBezTo>
                    <a:cubicBezTo>
                      <a:pt x="3205" y="5216"/>
                      <a:pt x="3205" y="5258"/>
                      <a:pt x="3184" y="5347"/>
                    </a:cubicBezTo>
                    <a:cubicBezTo>
                      <a:pt x="3184" y="5499"/>
                      <a:pt x="3143" y="5562"/>
                      <a:pt x="3053" y="5630"/>
                    </a:cubicBezTo>
                    <a:cubicBezTo>
                      <a:pt x="3033" y="5672"/>
                      <a:pt x="2985" y="5672"/>
                      <a:pt x="2944" y="5672"/>
                    </a:cubicBezTo>
                    <a:cubicBezTo>
                      <a:pt x="2902" y="5693"/>
                      <a:pt x="2854" y="5693"/>
                      <a:pt x="2792" y="5719"/>
                    </a:cubicBezTo>
                    <a:cubicBezTo>
                      <a:pt x="2750" y="5761"/>
                      <a:pt x="2703" y="5782"/>
                      <a:pt x="2682" y="5803"/>
                    </a:cubicBezTo>
                    <a:cubicBezTo>
                      <a:pt x="2661" y="5824"/>
                      <a:pt x="2661" y="5850"/>
                      <a:pt x="2640" y="5871"/>
                    </a:cubicBezTo>
                    <a:cubicBezTo>
                      <a:pt x="2640" y="5871"/>
                      <a:pt x="2619" y="5913"/>
                      <a:pt x="2593" y="5934"/>
                    </a:cubicBezTo>
                    <a:cubicBezTo>
                      <a:pt x="2572" y="5955"/>
                      <a:pt x="2551" y="6002"/>
                      <a:pt x="2530" y="6044"/>
                    </a:cubicBezTo>
                    <a:cubicBezTo>
                      <a:pt x="2462" y="6112"/>
                      <a:pt x="2399" y="6195"/>
                      <a:pt x="2357" y="6243"/>
                    </a:cubicBezTo>
                    <a:cubicBezTo>
                      <a:pt x="2289" y="6305"/>
                      <a:pt x="2289" y="6326"/>
                      <a:pt x="2268" y="6347"/>
                    </a:cubicBezTo>
                    <a:cubicBezTo>
                      <a:pt x="2268" y="6374"/>
                      <a:pt x="2268" y="6374"/>
                      <a:pt x="2226" y="6394"/>
                    </a:cubicBezTo>
                    <a:cubicBezTo>
                      <a:pt x="2179" y="6415"/>
                      <a:pt x="2158" y="6415"/>
                      <a:pt x="2116" y="6436"/>
                    </a:cubicBezTo>
                    <a:cubicBezTo>
                      <a:pt x="2116" y="6436"/>
                      <a:pt x="2095" y="6436"/>
                      <a:pt x="2069" y="6457"/>
                    </a:cubicBezTo>
                    <a:cubicBezTo>
                      <a:pt x="2048" y="6478"/>
                      <a:pt x="2048" y="6504"/>
                      <a:pt x="2048" y="6525"/>
                    </a:cubicBezTo>
                    <a:cubicBezTo>
                      <a:pt x="2027" y="6567"/>
                      <a:pt x="2048" y="6588"/>
                      <a:pt x="2048" y="6635"/>
                    </a:cubicBezTo>
                    <a:cubicBezTo>
                      <a:pt x="2069" y="6656"/>
                      <a:pt x="2095" y="6698"/>
                      <a:pt x="2116" y="6740"/>
                    </a:cubicBezTo>
                    <a:cubicBezTo>
                      <a:pt x="2116" y="6766"/>
                      <a:pt x="2116" y="6766"/>
                      <a:pt x="2137" y="6787"/>
                    </a:cubicBezTo>
                    <a:cubicBezTo>
                      <a:pt x="2095" y="6766"/>
                      <a:pt x="2069" y="6766"/>
                      <a:pt x="2048" y="6740"/>
                    </a:cubicBezTo>
                    <a:cubicBezTo>
                      <a:pt x="2006" y="6698"/>
                      <a:pt x="1964" y="6677"/>
                      <a:pt x="1938" y="6656"/>
                    </a:cubicBezTo>
                    <a:cubicBezTo>
                      <a:pt x="1917" y="6656"/>
                      <a:pt x="1896" y="6635"/>
                      <a:pt x="1875" y="6567"/>
                    </a:cubicBezTo>
                    <a:cubicBezTo>
                      <a:pt x="1833" y="6504"/>
                      <a:pt x="1786" y="6457"/>
                      <a:pt x="1765" y="6415"/>
                    </a:cubicBezTo>
                    <a:cubicBezTo>
                      <a:pt x="1744" y="6394"/>
                      <a:pt x="1723" y="6374"/>
                      <a:pt x="1702" y="6326"/>
                    </a:cubicBezTo>
                    <a:cubicBezTo>
                      <a:pt x="1676" y="6264"/>
                      <a:pt x="1655" y="6243"/>
                      <a:pt x="1655" y="6195"/>
                    </a:cubicBezTo>
                    <a:cubicBezTo>
                      <a:pt x="1634" y="6154"/>
                      <a:pt x="1613" y="6112"/>
                      <a:pt x="1613" y="6044"/>
                    </a:cubicBezTo>
                    <a:cubicBezTo>
                      <a:pt x="1592" y="5955"/>
                      <a:pt x="1545" y="5892"/>
                      <a:pt x="1524" y="5824"/>
                    </a:cubicBezTo>
                    <a:cubicBezTo>
                      <a:pt x="1503" y="5782"/>
                      <a:pt x="1482" y="5719"/>
                      <a:pt x="1482" y="5651"/>
                    </a:cubicBezTo>
                    <a:cubicBezTo>
                      <a:pt x="1482" y="5588"/>
                      <a:pt x="1461" y="5541"/>
                      <a:pt x="1461" y="5499"/>
                    </a:cubicBezTo>
                    <a:cubicBezTo>
                      <a:pt x="1441" y="5457"/>
                      <a:pt x="1441" y="5431"/>
                      <a:pt x="1441" y="5389"/>
                    </a:cubicBezTo>
                    <a:cubicBezTo>
                      <a:pt x="1414" y="5326"/>
                      <a:pt x="1393" y="5279"/>
                      <a:pt x="1352" y="5237"/>
                    </a:cubicBezTo>
                    <a:cubicBezTo>
                      <a:pt x="1310" y="5195"/>
                      <a:pt x="1262" y="5169"/>
                      <a:pt x="1221" y="5127"/>
                    </a:cubicBezTo>
                    <a:cubicBezTo>
                      <a:pt x="1179" y="5085"/>
                      <a:pt x="1132" y="5064"/>
                      <a:pt x="1090" y="5038"/>
                    </a:cubicBezTo>
                    <a:cubicBezTo>
                      <a:pt x="1048" y="5017"/>
                      <a:pt x="1022" y="4996"/>
                      <a:pt x="1022" y="4954"/>
                    </a:cubicBezTo>
                    <a:cubicBezTo>
                      <a:pt x="959" y="4844"/>
                      <a:pt x="891" y="4755"/>
                      <a:pt x="849" y="4603"/>
                    </a:cubicBezTo>
                    <a:cubicBezTo>
                      <a:pt x="828" y="4541"/>
                      <a:pt x="786" y="4473"/>
                      <a:pt x="739" y="4431"/>
                    </a:cubicBezTo>
                    <a:cubicBezTo>
                      <a:pt x="718" y="4384"/>
                      <a:pt x="718" y="4384"/>
                      <a:pt x="718" y="4342"/>
                    </a:cubicBezTo>
                    <a:cubicBezTo>
                      <a:pt x="739" y="4279"/>
                      <a:pt x="739" y="4279"/>
                      <a:pt x="760" y="4253"/>
                    </a:cubicBezTo>
                    <a:lnTo>
                      <a:pt x="760" y="4148"/>
                    </a:lnTo>
                    <a:cubicBezTo>
                      <a:pt x="760" y="4080"/>
                      <a:pt x="760" y="4080"/>
                      <a:pt x="786" y="4059"/>
                    </a:cubicBezTo>
                    <a:cubicBezTo>
                      <a:pt x="786" y="4059"/>
                      <a:pt x="807" y="4017"/>
                      <a:pt x="828" y="3970"/>
                    </a:cubicBezTo>
                    <a:cubicBezTo>
                      <a:pt x="891" y="3860"/>
                      <a:pt x="891" y="3818"/>
                      <a:pt x="891" y="3729"/>
                    </a:cubicBezTo>
                    <a:cubicBezTo>
                      <a:pt x="891" y="3645"/>
                      <a:pt x="891" y="3598"/>
                      <a:pt x="870" y="3556"/>
                    </a:cubicBezTo>
                    <a:lnTo>
                      <a:pt x="917" y="3556"/>
                    </a:lnTo>
                    <a:cubicBezTo>
                      <a:pt x="980" y="3514"/>
                      <a:pt x="980" y="3493"/>
                      <a:pt x="1022" y="3446"/>
                    </a:cubicBezTo>
                    <a:cubicBezTo>
                      <a:pt x="1048" y="3404"/>
                      <a:pt x="1048" y="3383"/>
                      <a:pt x="1069" y="3383"/>
                    </a:cubicBezTo>
                    <a:close/>
                    <a:moveTo>
                      <a:pt x="2048" y="0"/>
                    </a:moveTo>
                    <a:cubicBezTo>
                      <a:pt x="2048" y="0"/>
                      <a:pt x="1938" y="42"/>
                      <a:pt x="1744" y="131"/>
                    </a:cubicBezTo>
                    <a:cubicBezTo>
                      <a:pt x="1524" y="241"/>
                      <a:pt x="1242" y="414"/>
                      <a:pt x="1153" y="503"/>
                    </a:cubicBezTo>
                    <a:cubicBezTo>
                      <a:pt x="1090" y="524"/>
                      <a:pt x="980" y="634"/>
                      <a:pt x="849" y="744"/>
                    </a:cubicBezTo>
                    <a:cubicBezTo>
                      <a:pt x="718" y="875"/>
                      <a:pt x="587" y="980"/>
                      <a:pt x="545" y="1069"/>
                    </a:cubicBezTo>
                    <a:cubicBezTo>
                      <a:pt x="498" y="1158"/>
                      <a:pt x="414" y="1241"/>
                      <a:pt x="367" y="1330"/>
                    </a:cubicBezTo>
                    <a:cubicBezTo>
                      <a:pt x="304" y="1440"/>
                      <a:pt x="262" y="1503"/>
                      <a:pt x="236" y="1529"/>
                    </a:cubicBezTo>
                    <a:cubicBezTo>
                      <a:pt x="236" y="1550"/>
                      <a:pt x="215" y="1571"/>
                      <a:pt x="215" y="1613"/>
                    </a:cubicBezTo>
                    <a:cubicBezTo>
                      <a:pt x="194" y="1634"/>
                      <a:pt x="173" y="1681"/>
                      <a:pt x="173" y="1702"/>
                    </a:cubicBezTo>
                    <a:cubicBezTo>
                      <a:pt x="131" y="1744"/>
                      <a:pt x="105" y="1812"/>
                      <a:pt x="63" y="1896"/>
                    </a:cubicBezTo>
                    <a:cubicBezTo>
                      <a:pt x="42" y="1943"/>
                      <a:pt x="42" y="1964"/>
                      <a:pt x="42" y="1985"/>
                    </a:cubicBezTo>
                    <a:cubicBezTo>
                      <a:pt x="42" y="2027"/>
                      <a:pt x="42" y="2027"/>
                      <a:pt x="21" y="2074"/>
                    </a:cubicBezTo>
                    <a:cubicBezTo>
                      <a:pt x="21" y="2116"/>
                      <a:pt x="0" y="2158"/>
                      <a:pt x="0" y="2184"/>
                    </a:cubicBezTo>
                    <a:cubicBezTo>
                      <a:pt x="0" y="2226"/>
                      <a:pt x="0" y="2247"/>
                      <a:pt x="21" y="2268"/>
                    </a:cubicBezTo>
                    <a:lnTo>
                      <a:pt x="42" y="2289"/>
                    </a:lnTo>
                    <a:cubicBezTo>
                      <a:pt x="21" y="2378"/>
                      <a:pt x="21" y="2446"/>
                      <a:pt x="21" y="2509"/>
                    </a:cubicBezTo>
                    <a:cubicBezTo>
                      <a:pt x="21" y="2640"/>
                      <a:pt x="84" y="2729"/>
                      <a:pt x="152" y="2839"/>
                    </a:cubicBezTo>
                    <a:cubicBezTo>
                      <a:pt x="236" y="2922"/>
                      <a:pt x="262" y="2970"/>
                      <a:pt x="325" y="3032"/>
                    </a:cubicBezTo>
                    <a:cubicBezTo>
                      <a:pt x="346" y="3074"/>
                      <a:pt x="393" y="3121"/>
                      <a:pt x="414" y="3184"/>
                    </a:cubicBezTo>
                    <a:cubicBezTo>
                      <a:pt x="435" y="3231"/>
                      <a:pt x="456" y="3294"/>
                      <a:pt x="456" y="3294"/>
                    </a:cubicBezTo>
                    <a:cubicBezTo>
                      <a:pt x="435" y="3336"/>
                      <a:pt x="456" y="3362"/>
                      <a:pt x="477" y="3383"/>
                    </a:cubicBezTo>
                    <a:cubicBezTo>
                      <a:pt x="477" y="3404"/>
                      <a:pt x="498" y="3425"/>
                      <a:pt x="524" y="3425"/>
                    </a:cubicBezTo>
                    <a:cubicBezTo>
                      <a:pt x="545" y="3446"/>
                      <a:pt x="566" y="3467"/>
                      <a:pt x="587" y="3467"/>
                    </a:cubicBezTo>
                    <a:cubicBezTo>
                      <a:pt x="608" y="3535"/>
                      <a:pt x="629" y="3556"/>
                      <a:pt x="676" y="3598"/>
                    </a:cubicBezTo>
                    <a:cubicBezTo>
                      <a:pt x="697" y="3598"/>
                      <a:pt x="697" y="3624"/>
                      <a:pt x="739" y="3624"/>
                    </a:cubicBezTo>
                    <a:cubicBezTo>
                      <a:pt x="760" y="3624"/>
                      <a:pt x="760" y="3598"/>
                      <a:pt x="760" y="3598"/>
                    </a:cubicBezTo>
                    <a:cubicBezTo>
                      <a:pt x="786" y="3624"/>
                      <a:pt x="786" y="3645"/>
                      <a:pt x="786" y="3708"/>
                    </a:cubicBezTo>
                    <a:cubicBezTo>
                      <a:pt x="786" y="3818"/>
                      <a:pt x="786" y="3818"/>
                      <a:pt x="739" y="3928"/>
                    </a:cubicBezTo>
                    <a:cubicBezTo>
                      <a:pt x="718" y="3970"/>
                      <a:pt x="697" y="3991"/>
                      <a:pt x="676" y="4017"/>
                    </a:cubicBezTo>
                    <a:cubicBezTo>
                      <a:pt x="655" y="4059"/>
                      <a:pt x="655" y="4080"/>
                      <a:pt x="655" y="4148"/>
                    </a:cubicBezTo>
                    <a:lnTo>
                      <a:pt x="655" y="4211"/>
                    </a:lnTo>
                    <a:cubicBezTo>
                      <a:pt x="655" y="4232"/>
                      <a:pt x="629" y="4253"/>
                      <a:pt x="608" y="4300"/>
                    </a:cubicBezTo>
                    <a:cubicBezTo>
                      <a:pt x="587" y="4384"/>
                      <a:pt x="629" y="4452"/>
                      <a:pt x="655" y="4493"/>
                    </a:cubicBezTo>
                    <a:cubicBezTo>
                      <a:pt x="697" y="4541"/>
                      <a:pt x="718" y="4583"/>
                      <a:pt x="760" y="4645"/>
                    </a:cubicBezTo>
                    <a:cubicBezTo>
                      <a:pt x="807" y="4802"/>
                      <a:pt x="870" y="4886"/>
                      <a:pt x="917" y="4996"/>
                    </a:cubicBezTo>
                    <a:cubicBezTo>
                      <a:pt x="938" y="5064"/>
                      <a:pt x="980" y="5106"/>
                      <a:pt x="1022" y="5127"/>
                    </a:cubicBezTo>
                    <a:cubicBezTo>
                      <a:pt x="1069" y="5148"/>
                      <a:pt x="1111" y="5169"/>
                      <a:pt x="1153" y="5216"/>
                    </a:cubicBezTo>
                    <a:cubicBezTo>
                      <a:pt x="1200" y="5258"/>
                      <a:pt x="1242" y="5279"/>
                      <a:pt x="1283" y="5300"/>
                    </a:cubicBezTo>
                    <a:cubicBezTo>
                      <a:pt x="1310" y="5347"/>
                      <a:pt x="1331" y="5368"/>
                      <a:pt x="1331" y="5410"/>
                    </a:cubicBezTo>
                    <a:cubicBezTo>
                      <a:pt x="1331" y="5457"/>
                      <a:pt x="1352" y="5499"/>
                      <a:pt x="1352" y="5520"/>
                    </a:cubicBezTo>
                    <a:cubicBezTo>
                      <a:pt x="1372" y="5562"/>
                      <a:pt x="1372" y="5588"/>
                      <a:pt x="1372" y="5651"/>
                    </a:cubicBezTo>
                    <a:cubicBezTo>
                      <a:pt x="1372" y="5740"/>
                      <a:pt x="1393" y="5803"/>
                      <a:pt x="1441" y="5871"/>
                    </a:cubicBezTo>
                    <a:cubicBezTo>
                      <a:pt x="1461" y="5934"/>
                      <a:pt x="1482" y="6002"/>
                      <a:pt x="1503" y="6065"/>
                    </a:cubicBezTo>
                    <a:cubicBezTo>
                      <a:pt x="1503" y="6154"/>
                      <a:pt x="1524" y="6195"/>
                      <a:pt x="1545" y="6243"/>
                    </a:cubicBezTo>
                    <a:cubicBezTo>
                      <a:pt x="1571" y="6285"/>
                      <a:pt x="1592" y="6305"/>
                      <a:pt x="1613" y="6347"/>
                    </a:cubicBezTo>
                    <a:cubicBezTo>
                      <a:pt x="1634" y="6415"/>
                      <a:pt x="1655" y="6457"/>
                      <a:pt x="1676" y="6478"/>
                    </a:cubicBezTo>
                    <a:cubicBezTo>
                      <a:pt x="1723" y="6525"/>
                      <a:pt x="1744" y="6546"/>
                      <a:pt x="1786" y="6609"/>
                    </a:cubicBezTo>
                    <a:cubicBezTo>
                      <a:pt x="1807" y="6698"/>
                      <a:pt x="1854" y="6719"/>
                      <a:pt x="1875" y="6740"/>
                    </a:cubicBezTo>
                    <a:cubicBezTo>
                      <a:pt x="1917" y="6766"/>
                      <a:pt x="1938" y="6787"/>
                      <a:pt x="1964" y="6808"/>
                    </a:cubicBezTo>
                    <a:cubicBezTo>
                      <a:pt x="2048" y="6897"/>
                      <a:pt x="2179" y="6939"/>
                      <a:pt x="2268" y="6960"/>
                    </a:cubicBezTo>
                    <a:cubicBezTo>
                      <a:pt x="2310" y="6981"/>
                      <a:pt x="2331" y="6981"/>
                      <a:pt x="2357" y="6981"/>
                    </a:cubicBezTo>
                    <a:cubicBezTo>
                      <a:pt x="2378" y="6981"/>
                      <a:pt x="2399" y="6960"/>
                      <a:pt x="2399" y="6939"/>
                    </a:cubicBezTo>
                    <a:cubicBezTo>
                      <a:pt x="2420" y="6918"/>
                      <a:pt x="2399" y="6897"/>
                      <a:pt x="2399" y="6871"/>
                    </a:cubicBezTo>
                    <a:cubicBezTo>
                      <a:pt x="2378" y="6850"/>
                      <a:pt x="2378" y="6850"/>
                      <a:pt x="2357" y="6829"/>
                    </a:cubicBezTo>
                    <a:cubicBezTo>
                      <a:pt x="2331" y="6829"/>
                      <a:pt x="2310" y="6808"/>
                      <a:pt x="2289" y="6808"/>
                    </a:cubicBezTo>
                    <a:cubicBezTo>
                      <a:pt x="2268" y="6787"/>
                      <a:pt x="2247" y="6787"/>
                      <a:pt x="2247" y="6787"/>
                    </a:cubicBezTo>
                    <a:cubicBezTo>
                      <a:pt x="2247" y="6787"/>
                      <a:pt x="2226" y="6740"/>
                      <a:pt x="2200" y="6698"/>
                    </a:cubicBezTo>
                    <a:cubicBezTo>
                      <a:pt x="2179" y="6656"/>
                      <a:pt x="2158" y="6609"/>
                      <a:pt x="2158" y="6588"/>
                    </a:cubicBezTo>
                    <a:cubicBezTo>
                      <a:pt x="2137" y="6567"/>
                      <a:pt x="2137" y="6567"/>
                      <a:pt x="2137" y="6546"/>
                    </a:cubicBezTo>
                    <a:lnTo>
                      <a:pt x="2158" y="6546"/>
                    </a:lnTo>
                    <a:cubicBezTo>
                      <a:pt x="2179" y="6525"/>
                      <a:pt x="2226" y="6525"/>
                      <a:pt x="2268" y="6478"/>
                    </a:cubicBezTo>
                    <a:cubicBezTo>
                      <a:pt x="2331" y="6457"/>
                      <a:pt x="2357" y="6436"/>
                      <a:pt x="2357" y="6394"/>
                    </a:cubicBezTo>
                    <a:cubicBezTo>
                      <a:pt x="2378" y="6374"/>
                      <a:pt x="2378" y="6374"/>
                      <a:pt x="2420" y="6326"/>
                    </a:cubicBezTo>
                    <a:cubicBezTo>
                      <a:pt x="2462" y="6264"/>
                      <a:pt x="2551" y="6175"/>
                      <a:pt x="2593" y="6112"/>
                    </a:cubicBezTo>
                    <a:cubicBezTo>
                      <a:pt x="2640" y="6065"/>
                      <a:pt x="2661" y="6023"/>
                      <a:pt x="2682" y="6002"/>
                    </a:cubicBezTo>
                    <a:cubicBezTo>
                      <a:pt x="2703" y="5955"/>
                      <a:pt x="2724" y="5934"/>
                      <a:pt x="2724" y="5913"/>
                    </a:cubicBezTo>
                    <a:cubicBezTo>
                      <a:pt x="2750" y="5913"/>
                      <a:pt x="2750" y="5892"/>
                      <a:pt x="2771" y="5871"/>
                    </a:cubicBezTo>
                    <a:lnTo>
                      <a:pt x="2854" y="5824"/>
                    </a:lnTo>
                    <a:cubicBezTo>
                      <a:pt x="2881" y="5803"/>
                      <a:pt x="2923" y="5782"/>
                      <a:pt x="2964" y="5782"/>
                    </a:cubicBezTo>
                    <a:cubicBezTo>
                      <a:pt x="3012" y="5782"/>
                      <a:pt x="3074" y="5761"/>
                      <a:pt x="3116" y="5719"/>
                    </a:cubicBezTo>
                    <a:cubicBezTo>
                      <a:pt x="3226" y="5630"/>
                      <a:pt x="3273" y="5520"/>
                      <a:pt x="3294" y="5347"/>
                    </a:cubicBezTo>
                    <a:cubicBezTo>
                      <a:pt x="3315" y="5258"/>
                      <a:pt x="3315" y="5237"/>
                      <a:pt x="3315" y="5216"/>
                    </a:cubicBezTo>
                    <a:cubicBezTo>
                      <a:pt x="3315" y="5216"/>
                      <a:pt x="3336" y="5195"/>
                      <a:pt x="3357" y="5148"/>
                    </a:cubicBezTo>
                    <a:cubicBezTo>
                      <a:pt x="3404" y="5127"/>
                      <a:pt x="3446" y="5085"/>
                      <a:pt x="3488" y="5038"/>
                    </a:cubicBezTo>
                    <a:cubicBezTo>
                      <a:pt x="3509" y="4996"/>
                      <a:pt x="3556" y="4954"/>
                      <a:pt x="3577" y="4907"/>
                    </a:cubicBezTo>
                    <a:cubicBezTo>
                      <a:pt x="3640" y="4802"/>
                      <a:pt x="3598" y="4672"/>
                      <a:pt x="3467" y="4562"/>
                    </a:cubicBezTo>
                    <a:cubicBezTo>
                      <a:pt x="3425" y="4541"/>
                      <a:pt x="3378" y="4514"/>
                      <a:pt x="3315" y="4493"/>
                    </a:cubicBezTo>
                    <a:cubicBezTo>
                      <a:pt x="3247" y="4473"/>
                      <a:pt x="3184" y="4452"/>
                      <a:pt x="3053" y="4410"/>
                    </a:cubicBezTo>
                    <a:cubicBezTo>
                      <a:pt x="2792" y="4321"/>
                      <a:pt x="2682" y="4300"/>
                      <a:pt x="2593" y="4211"/>
                    </a:cubicBezTo>
                    <a:cubicBezTo>
                      <a:pt x="2551" y="4190"/>
                      <a:pt x="2551" y="4148"/>
                      <a:pt x="2530" y="4101"/>
                    </a:cubicBezTo>
                    <a:cubicBezTo>
                      <a:pt x="2509" y="4059"/>
                      <a:pt x="2488" y="3970"/>
                      <a:pt x="2420" y="3907"/>
                    </a:cubicBezTo>
                    <a:cubicBezTo>
                      <a:pt x="2331" y="3818"/>
                      <a:pt x="2289" y="3797"/>
                      <a:pt x="2226" y="3776"/>
                    </a:cubicBezTo>
                    <a:cubicBezTo>
                      <a:pt x="2179" y="3755"/>
                      <a:pt x="2116" y="3729"/>
                      <a:pt x="2048" y="3687"/>
                    </a:cubicBezTo>
                    <a:cubicBezTo>
                      <a:pt x="1875" y="3577"/>
                      <a:pt x="1744" y="3493"/>
                      <a:pt x="1571" y="3404"/>
                    </a:cubicBezTo>
                    <a:cubicBezTo>
                      <a:pt x="1482" y="3383"/>
                      <a:pt x="1414" y="3362"/>
                      <a:pt x="1393" y="3362"/>
                    </a:cubicBezTo>
                    <a:cubicBezTo>
                      <a:pt x="1365" y="3362"/>
                      <a:pt x="1356" y="3372"/>
                      <a:pt x="1347" y="3372"/>
                    </a:cubicBezTo>
                    <a:cubicBezTo>
                      <a:pt x="1342" y="3372"/>
                      <a:pt x="1338" y="3369"/>
                      <a:pt x="1331" y="3362"/>
                    </a:cubicBezTo>
                    <a:cubicBezTo>
                      <a:pt x="1262" y="3315"/>
                      <a:pt x="1200" y="3273"/>
                      <a:pt x="1090" y="3273"/>
                    </a:cubicBezTo>
                    <a:lnTo>
                      <a:pt x="1022" y="3273"/>
                    </a:lnTo>
                    <a:cubicBezTo>
                      <a:pt x="1001" y="3273"/>
                      <a:pt x="980" y="3315"/>
                      <a:pt x="959" y="3315"/>
                    </a:cubicBezTo>
                    <a:cubicBezTo>
                      <a:pt x="959" y="3362"/>
                      <a:pt x="959" y="3362"/>
                      <a:pt x="938" y="3383"/>
                    </a:cubicBezTo>
                    <a:cubicBezTo>
                      <a:pt x="938" y="3404"/>
                      <a:pt x="917" y="3404"/>
                      <a:pt x="917" y="3404"/>
                    </a:cubicBezTo>
                    <a:cubicBezTo>
                      <a:pt x="917" y="3404"/>
                      <a:pt x="917" y="3383"/>
                      <a:pt x="891" y="3383"/>
                    </a:cubicBezTo>
                    <a:cubicBezTo>
                      <a:pt x="870" y="3362"/>
                      <a:pt x="849" y="3362"/>
                      <a:pt x="849" y="3362"/>
                    </a:cubicBezTo>
                    <a:lnTo>
                      <a:pt x="739" y="3362"/>
                    </a:lnTo>
                    <a:lnTo>
                      <a:pt x="718" y="3383"/>
                    </a:lnTo>
                    <a:cubicBezTo>
                      <a:pt x="718" y="3383"/>
                      <a:pt x="697" y="3362"/>
                      <a:pt x="676" y="3362"/>
                    </a:cubicBezTo>
                    <a:lnTo>
                      <a:pt x="676" y="3273"/>
                    </a:lnTo>
                    <a:cubicBezTo>
                      <a:pt x="676" y="3231"/>
                      <a:pt x="697" y="3184"/>
                      <a:pt x="718" y="3121"/>
                    </a:cubicBezTo>
                    <a:cubicBezTo>
                      <a:pt x="739" y="3032"/>
                      <a:pt x="697" y="2970"/>
                      <a:pt x="676" y="2901"/>
                    </a:cubicBezTo>
                    <a:cubicBezTo>
                      <a:pt x="676" y="2901"/>
                      <a:pt x="676" y="2881"/>
                      <a:pt x="655" y="2860"/>
                    </a:cubicBezTo>
                    <a:cubicBezTo>
                      <a:pt x="629" y="2839"/>
                      <a:pt x="608" y="2839"/>
                      <a:pt x="587" y="2839"/>
                    </a:cubicBezTo>
                    <a:cubicBezTo>
                      <a:pt x="566" y="2860"/>
                      <a:pt x="566" y="2860"/>
                      <a:pt x="545" y="2860"/>
                    </a:cubicBezTo>
                    <a:lnTo>
                      <a:pt x="545" y="2839"/>
                    </a:lnTo>
                    <a:cubicBezTo>
                      <a:pt x="545" y="2812"/>
                      <a:pt x="587" y="2791"/>
                      <a:pt x="608" y="2750"/>
                    </a:cubicBezTo>
                    <a:cubicBezTo>
                      <a:pt x="629" y="2682"/>
                      <a:pt x="655" y="2640"/>
                      <a:pt x="676" y="2598"/>
                    </a:cubicBezTo>
                    <a:lnTo>
                      <a:pt x="676" y="2530"/>
                    </a:lnTo>
                    <a:cubicBezTo>
                      <a:pt x="655" y="2509"/>
                      <a:pt x="629" y="2488"/>
                      <a:pt x="608" y="2488"/>
                    </a:cubicBezTo>
                    <a:lnTo>
                      <a:pt x="477" y="2488"/>
                    </a:lnTo>
                    <a:cubicBezTo>
                      <a:pt x="456" y="2488"/>
                      <a:pt x="456" y="2530"/>
                      <a:pt x="435" y="2530"/>
                    </a:cubicBezTo>
                    <a:cubicBezTo>
                      <a:pt x="435" y="2551"/>
                      <a:pt x="435" y="2577"/>
                      <a:pt x="414" y="2619"/>
                    </a:cubicBezTo>
                    <a:lnTo>
                      <a:pt x="414" y="2640"/>
                    </a:lnTo>
                    <a:lnTo>
                      <a:pt x="346" y="2640"/>
                    </a:lnTo>
                    <a:lnTo>
                      <a:pt x="325" y="2619"/>
                    </a:lnTo>
                    <a:lnTo>
                      <a:pt x="325" y="2598"/>
                    </a:lnTo>
                    <a:lnTo>
                      <a:pt x="325" y="2488"/>
                    </a:lnTo>
                    <a:cubicBezTo>
                      <a:pt x="325" y="2446"/>
                      <a:pt x="367" y="2336"/>
                      <a:pt x="393" y="2226"/>
                    </a:cubicBezTo>
                    <a:cubicBezTo>
                      <a:pt x="414" y="2116"/>
                      <a:pt x="456" y="2116"/>
                      <a:pt x="524" y="2074"/>
                    </a:cubicBezTo>
                    <a:cubicBezTo>
                      <a:pt x="566" y="2053"/>
                      <a:pt x="566" y="2027"/>
                      <a:pt x="587" y="2027"/>
                    </a:cubicBezTo>
                    <a:lnTo>
                      <a:pt x="608" y="2027"/>
                    </a:lnTo>
                    <a:cubicBezTo>
                      <a:pt x="608" y="2027"/>
                      <a:pt x="629" y="2074"/>
                      <a:pt x="676" y="2074"/>
                    </a:cubicBezTo>
                    <a:cubicBezTo>
                      <a:pt x="686" y="2085"/>
                      <a:pt x="697" y="2090"/>
                      <a:pt x="707" y="2090"/>
                    </a:cubicBezTo>
                    <a:cubicBezTo>
                      <a:pt x="718" y="2090"/>
                      <a:pt x="728" y="2085"/>
                      <a:pt x="739" y="2074"/>
                    </a:cubicBezTo>
                    <a:cubicBezTo>
                      <a:pt x="760" y="2074"/>
                      <a:pt x="760" y="2053"/>
                      <a:pt x="786" y="2053"/>
                    </a:cubicBezTo>
                    <a:lnTo>
                      <a:pt x="786" y="2074"/>
                    </a:lnTo>
                    <a:lnTo>
                      <a:pt x="828" y="2074"/>
                    </a:lnTo>
                    <a:cubicBezTo>
                      <a:pt x="828" y="2095"/>
                      <a:pt x="849" y="2095"/>
                      <a:pt x="870" y="2095"/>
                    </a:cubicBezTo>
                    <a:lnTo>
                      <a:pt x="891" y="2095"/>
                    </a:lnTo>
                    <a:lnTo>
                      <a:pt x="891" y="2116"/>
                    </a:lnTo>
                    <a:cubicBezTo>
                      <a:pt x="870" y="2116"/>
                      <a:pt x="870" y="2158"/>
                      <a:pt x="849" y="2184"/>
                    </a:cubicBezTo>
                    <a:lnTo>
                      <a:pt x="849" y="2247"/>
                    </a:lnTo>
                    <a:lnTo>
                      <a:pt x="849" y="2336"/>
                    </a:lnTo>
                    <a:cubicBezTo>
                      <a:pt x="849" y="2357"/>
                      <a:pt x="849" y="2357"/>
                      <a:pt x="870" y="2378"/>
                    </a:cubicBezTo>
                    <a:cubicBezTo>
                      <a:pt x="870" y="2399"/>
                      <a:pt x="891" y="2420"/>
                      <a:pt x="917" y="2420"/>
                    </a:cubicBezTo>
                    <a:lnTo>
                      <a:pt x="959" y="2420"/>
                    </a:lnTo>
                    <a:cubicBezTo>
                      <a:pt x="980" y="2399"/>
                      <a:pt x="1001" y="2399"/>
                      <a:pt x="1001" y="2399"/>
                    </a:cubicBezTo>
                    <a:cubicBezTo>
                      <a:pt x="1048" y="2357"/>
                      <a:pt x="1048" y="2336"/>
                      <a:pt x="1069" y="2289"/>
                    </a:cubicBezTo>
                    <a:cubicBezTo>
                      <a:pt x="1090" y="2247"/>
                      <a:pt x="1090" y="2205"/>
                      <a:pt x="1090" y="2158"/>
                    </a:cubicBezTo>
                    <a:cubicBezTo>
                      <a:pt x="1090" y="2095"/>
                      <a:pt x="1090" y="2074"/>
                      <a:pt x="1132" y="1985"/>
                    </a:cubicBezTo>
                    <a:cubicBezTo>
                      <a:pt x="1132" y="1964"/>
                      <a:pt x="1132" y="1964"/>
                      <a:pt x="1153" y="1964"/>
                    </a:cubicBezTo>
                    <a:cubicBezTo>
                      <a:pt x="1153" y="1964"/>
                      <a:pt x="1200" y="1943"/>
                      <a:pt x="1242" y="1922"/>
                    </a:cubicBezTo>
                    <a:cubicBezTo>
                      <a:pt x="1331" y="1875"/>
                      <a:pt x="1441" y="1744"/>
                      <a:pt x="1503" y="1681"/>
                    </a:cubicBezTo>
                    <a:cubicBezTo>
                      <a:pt x="1571" y="1592"/>
                      <a:pt x="1592" y="1571"/>
                      <a:pt x="1655" y="1503"/>
                    </a:cubicBezTo>
                    <a:cubicBezTo>
                      <a:pt x="1723" y="1440"/>
                      <a:pt x="1765" y="1419"/>
                      <a:pt x="1875" y="1351"/>
                    </a:cubicBezTo>
                    <a:cubicBezTo>
                      <a:pt x="1896" y="1330"/>
                      <a:pt x="1917" y="1330"/>
                      <a:pt x="1964" y="1330"/>
                    </a:cubicBezTo>
                    <a:cubicBezTo>
                      <a:pt x="1964" y="1351"/>
                      <a:pt x="1985" y="1372"/>
                      <a:pt x="2006" y="1372"/>
                    </a:cubicBezTo>
                    <a:lnTo>
                      <a:pt x="2069" y="1372"/>
                    </a:lnTo>
                    <a:cubicBezTo>
                      <a:pt x="2095" y="1372"/>
                      <a:pt x="2095" y="1351"/>
                      <a:pt x="2116" y="1351"/>
                    </a:cubicBezTo>
                    <a:cubicBezTo>
                      <a:pt x="2137" y="1330"/>
                      <a:pt x="2158" y="1330"/>
                      <a:pt x="2200" y="1309"/>
                    </a:cubicBezTo>
                    <a:cubicBezTo>
                      <a:pt x="2247" y="1288"/>
                      <a:pt x="2268" y="1268"/>
                      <a:pt x="2268" y="1268"/>
                    </a:cubicBezTo>
                    <a:lnTo>
                      <a:pt x="2331" y="1268"/>
                    </a:lnTo>
                    <a:cubicBezTo>
                      <a:pt x="2331" y="1268"/>
                      <a:pt x="2357" y="1268"/>
                      <a:pt x="2378" y="1220"/>
                    </a:cubicBezTo>
                    <a:cubicBezTo>
                      <a:pt x="2399" y="1220"/>
                      <a:pt x="2399" y="1199"/>
                      <a:pt x="2378" y="1179"/>
                    </a:cubicBezTo>
                    <a:lnTo>
                      <a:pt x="2378" y="1158"/>
                    </a:lnTo>
                    <a:cubicBezTo>
                      <a:pt x="2331" y="1137"/>
                      <a:pt x="2310" y="1110"/>
                      <a:pt x="2289" y="1110"/>
                    </a:cubicBezTo>
                    <a:lnTo>
                      <a:pt x="2247" y="1110"/>
                    </a:lnTo>
                    <a:cubicBezTo>
                      <a:pt x="2247" y="1089"/>
                      <a:pt x="2268" y="1089"/>
                      <a:pt x="2268" y="1089"/>
                    </a:cubicBezTo>
                    <a:cubicBezTo>
                      <a:pt x="2268" y="1069"/>
                      <a:pt x="2289" y="1048"/>
                      <a:pt x="2289" y="1048"/>
                    </a:cubicBezTo>
                    <a:lnTo>
                      <a:pt x="2420" y="1048"/>
                    </a:lnTo>
                    <a:cubicBezTo>
                      <a:pt x="2441" y="1027"/>
                      <a:pt x="2462" y="1006"/>
                      <a:pt x="2488" y="980"/>
                    </a:cubicBezTo>
                    <a:lnTo>
                      <a:pt x="2551" y="980"/>
                    </a:lnTo>
                    <a:cubicBezTo>
                      <a:pt x="2572" y="980"/>
                      <a:pt x="2593" y="980"/>
                      <a:pt x="2619" y="959"/>
                    </a:cubicBezTo>
                    <a:cubicBezTo>
                      <a:pt x="2640" y="959"/>
                      <a:pt x="2661" y="959"/>
                      <a:pt x="2682" y="938"/>
                    </a:cubicBezTo>
                    <a:lnTo>
                      <a:pt x="2682" y="896"/>
                    </a:lnTo>
                    <a:cubicBezTo>
                      <a:pt x="2703" y="875"/>
                      <a:pt x="2682" y="849"/>
                      <a:pt x="2682" y="828"/>
                    </a:cubicBezTo>
                    <a:cubicBezTo>
                      <a:pt x="2682" y="807"/>
                      <a:pt x="2661" y="786"/>
                      <a:pt x="2640" y="744"/>
                    </a:cubicBezTo>
                    <a:cubicBezTo>
                      <a:pt x="2593" y="718"/>
                      <a:pt x="2593" y="697"/>
                      <a:pt x="2572" y="676"/>
                    </a:cubicBezTo>
                    <a:lnTo>
                      <a:pt x="2551" y="676"/>
                    </a:lnTo>
                    <a:cubicBezTo>
                      <a:pt x="2572" y="655"/>
                      <a:pt x="2572" y="634"/>
                      <a:pt x="2593" y="587"/>
                    </a:cubicBezTo>
                    <a:lnTo>
                      <a:pt x="2593" y="545"/>
                    </a:lnTo>
                    <a:cubicBezTo>
                      <a:pt x="2572" y="524"/>
                      <a:pt x="2572" y="503"/>
                      <a:pt x="2551" y="482"/>
                    </a:cubicBezTo>
                    <a:lnTo>
                      <a:pt x="2462" y="482"/>
                    </a:lnTo>
                    <a:cubicBezTo>
                      <a:pt x="2420" y="503"/>
                      <a:pt x="2420" y="503"/>
                      <a:pt x="2399" y="524"/>
                    </a:cubicBezTo>
                    <a:cubicBezTo>
                      <a:pt x="2420" y="503"/>
                      <a:pt x="2399" y="456"/>
                      <a:pt x="2399" y="435"/>
                    </a:cubicBezTo>
                    <a:cubicBezTo>
                      <a:pt x="2378" y="435"/>
                      <a:pt x="2378" y="414"/>
                      <a:pt x="2357" y="393"/>
                    </a:cubicBezTo>
                    <a:cubicBezTo>
                      <a:pt x="2357" y="372"/>
                      <a:pt x="2331" y="372"/>
                      <a:pt x="2289" y="351"/>
                    </a:cubicBezTo>
                    <a:lnTo>
                      <a:pt x="2247" y="351"/>
                    </a:lnTo>
                    <a:cubicBezTo>
                      <a:pt x="2226" y="351"/>
                      <a:pt x="2226" y="351"/>
                      <a:pt x="2200" y="372"/>
                    </a:cubicBezTo>
                    <a:cubicBezTo>
                      <a:pt x="2200" y="372"/>
                      <a:pt x="2179" y="372"/>
                      <a:pt x="2179" y="393"/>
                    </a:cubicBezTo>
                    <a:cubicBezTo>
                      <a:pt x="2179" y="414"/>
                      <a:pt x="2179" y="414"/>
                      <a:pt x="2158" y="435"/>
                    </a:cubicBezTo>
                    <a:lnTo>
                      <a:pt x="2137" y="456"/>
                    </a:lnTo>
                    <a:lnTo>
                      <a:pt x="2116" y="482"/>
                    </a:lnTo>
                    <a:lnTo>
                      <a:pt x="2069" y="482"/>
                    </a:lnTo>
                    <a:lnTo>
                      <a:pt x="2048" y="503"/>
                    </a:lnTo>
                    <a:cubicBezTo>
                      <a:pt x="2027" y="524"/>
                      <a:pt x="2027" y="545"/>
                      <a:pt x="2027" y="566"/>
                    </a:cubicBezTo>
                    <a:cubicBezTo>
                      <a:pt x="2006" y="613"/>
                      <a:pt x="2027" y="587"/>
                      <a:pt x="2006" y="613"/>
                    </a:cubicBezTo>
                    <a:lnTo>
                      <a:pt x="1985" y="634"/>
                    </a:lnTo>
                    <a:cubicBezTo>
                      <a:pt x="1964" y="634"/>
                      <a:pt x="1938" y="655"/>
                      <a:pt x="1917" y="655"/>
                    </a:cubicBezTo>
                    <a:lnTo>
                      <a:pt x="1896" y="655"/>
                    </a:lnTo>
                    <a:lnTo>
                      <a:pt x="1875" y="676"/>
                    </a:lnTo>
                    <a:cubicBezTo>
                      <a:pt x="1854" y="676"/>
                      <a:pt x="1854" y="676"/>
                      <a:pt x="1854" y="697"/>
                    </a:cubicBezTo>
                    <a:lnTo>
                      <a:pt x="1854" y="655"/>
                    </a:lnTo>
                    <a:cubicBezTo>
                      <a:pt x="1833" y="634"/>
                      <a:pt x="1807" y="587"/>
                      <a:pt x="1744" y="566"/>
                    </a:cubicBezTo>
                    <a:lnTo>
                      <a:pt x="1744" y="545"/>
                    </a:lnTo>
                    <a:cubicBezTo>
                      <a:pt x="1744" y="545"/>
                      <a:pt x="1765" y="524"/>
                      <a:pt x="1786" y="503"/>
                    </a:cubicBezTo>
                    <a:cubicBezTo>
                      <a:pt x="1786" y="482"/>
                      <a:pt x="1833" y="456"/>
                      <a:pt x="1875" y="435"/>
                    </a:cubicBezTo>
                    <a:cubicBezTo>
                      <a:pt x="1896" y="414"/>
                      <a:pt x="1938" y="414"/>
                      <a:pt x="1985" y="393"/>
                    </a:cubicBezTo>
                    <a:cubicBezTo>
                      <a:pt x="2006" y="393"/>
                      <a:pt x="2027" y="372"/>
                      <a:pt x="2069" y="372"/>
                    </a:cubicBezTo>
                    <a:cubicBezTo>
                      <a:pt x="2116" y="372"/>
                      <a:pt x="2158" y="372"/>
                      <a:pt x="2200" y="351"/>
                    </a:cubicBezTo>
                    <a:cubicBezTo>
                      <a:pt x="2226" y="325"/>
                      <a:pt x="2247" y="325"/>
                      <a:pt x="2247" y="304"/>
                    </a:cubicBezTo>
                    <a:lnTo>
                      <a:pt x="2268" y="304"/>
                    </a:lnTo>
                    <a:cubicBezTo>
                      <a:pt x="2310" y="304"/>
                      <a:pt x="2357" y="304"/>
                      <a:pt x="2399" y="283"/>
                    </a:cubicBezTo>
                    <a:cubicBezTo>
                      <a:pt x="2420" y="262"/>
                      <a:pt x="2441" y="241"/>
                      <a:pt x="2462" y="220"/>
                    </a:cubicBezTo>
                    <a:cubicBezTo>
                      <a:pt x="2488" y="194"/>
                      <a:pt x="2509" y="173"/>
                      <a:pt x="2488" y="131"/>
                    </a:cubicBezTo>
                    <a:lnTo>
                      <a:pt x="2488" y="110"/>
                    </a:lnTo>
                    <a:cubicBezTo>
                      <a:pt x="2462" y="89"/>
                      <a:pt x="2462" y="89"/>
                      <a:pt x="2441" y="89"/>
                    </a:cubicBezTo>
                    <a:lnTo>
                      <a:pt x="2420" y="89"/>
                    </a:lnTo>
                    <a:lnTo>
                      <a:pt x="2420" y="42"/>
                    </a:lnTo>
                    <a:cubicBezTo>
                      <a:pt x="2405" y="27"/>
                      <a:pt x="2390" y="12"/>
                      <a:pt x="2375" y="12"/>
                    </a:cubicBezTo>
                    <a:cubicBezTo>
                      <a:pt x="2369" y="12"/>
                      <a:pt x="2363" y="15"/>
                      <a:pt x="2357" y="21"/>
                    </a:cubicBezTo>
                    <a:cubicBezTo>
                      <a:pt x="2331" y="21"/>
                      <a:pt x="2310" y="21"/>
                      <a:pt x="2310" y="42"/>
                    </a:cubicBezTo>
                    <a:cubicBezTo>
                      <a:pt x="2289" y="42"/>
                      <a:pt x="2268" y="63"/>
                      <a:pt x="2247" y="89"/>
                    </a:cubicBezTo>
                    <a:cubicBezTo>
                      <a:pt x="2226" y="110"/>
                      <a:pt x="2200" y="110"/>
                      <a:pt x="2200" y="110"/>
                    </a:cubicBezTo>
                    <a:lnTo>
                      <a:pt x="2137" y="110"/>
                    </a:lnTo>
                    <a:cubicBezTo>
                      <a:pt x="2158" y="110"/>
                      <a:pt x="2158" y="89"/>
                      <a:pt x="2158" y="63"/>
                    </a:cubicBezTo>
                    <a:cubicBezTo>
                      <a:pt x="2158" y="42"/>
                      <a:pt x="2137" y="0"/>
                      <a:pt x="2116" y="0"/>
                    </a:cubicBezTo>
                    <a:lnTo>
                      <a:pt x="2069" y="0"/>
                    </a:lnTo>
                    <a:lnTo>
                      <a:pt x="2069" y="42"/>
                    </a:lnTo>
                    <a:lnTo>
                      <a:pt x="2048" y="42"/>
                    </a:lnTo>
                    <a:lnTo>
                      <a:pt x="2048" y="0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5" name="Google Shape;2625;p58"/>
              <p:cNvSpPr/>
              <p:nvPr/>
            </p:nvSpPr>
            <p:spPr>
              <a:xfrm>
                <a:off x="3912594" y="475140"/>
                <a:ext cx="152298" cy="132508"/>
              </a:xfrm>
              <a:custGeom>
                <a:avLst/>
                <a:gdLst/>
                <a:ahLst/>
                <a:cxnLst/>
                <a:rect l="l" t="t" r="r" b="b"/>
                <a:pathLst>
                  <a:path w="808" h="703" extrusionOk="0">
                    <a:moveTo>
                      <a:pt x="545" y="0"/>
                    </a:moveTo>
                    <a:cubicBezTo>
                      <a:pt x="435" y="21"/>
                      <a:pt x="435" y="21"/>
                      <a:pt x="351" y="21"/>
                    </a:cubicBezTo>
                    <a:cubicBezTo>
                      <a:pt x="262" y="21"/>
                      <a:pt x="152" y="42"/>
                      <a:pt x="152" y="42"/>
                    </a:cubicBezTo>
                    <a:cubicBezTo>
                      <a:pt x="111" y="63"/>
                      <a:pt x="90" y="89"/>
                      <a:pt x="63" y="110"/>
                    </a:cubicBezTo>
                    <a:cubicBezTo>
                      <a:pt x="22" y="152"/>
                      <a:pt x="1" y="131"/>
                      <a:pt x="63" y="152"/>
                    </a:cubicBezTo>
                    <a:cubicBezTo>
                      <a:pt x="131" y="173"/>
                      <a:pt x="173" y="152"/>
                      <a:pt x="131" y="220"/>
                    </a:cubicBezTo>
                    <a:cubicBezTo>
                      <a:pt x="90" y="304"/>
                      <a:pt x="63" y="262"/>
                      <a:pt x="90" y="325"/>
                    </a:cubicBezTo>
                    <a:cubicBezTo>
                      <a:pt x="90" y="393"/>
                      <a:pt x="90" y="372"/>
                      <a:pt x="63" y="435"/>
                    </a:cubicBezTo>
                    <a:cubicBezTo>
                      <a:pt x="42" y="524"/>
                      <a:pt x="22" y="503"/>
                      <a:pt x="63" y="545"/>
                    </a:cubicBezTo>
                    <a:cubicBezTo>
                      <a:pt x="111" y="587"/>
                      <a:pt x="63" y="587"/>
                      <a:pt x="131" y="634"/>
                    </a:cubicBezTo>
                    <a:cubicBezTo>
                      <a:pt x="194" y="655"/>
                      <a:pt x="194" y="655"/>
                      <a:pt x="241" y="676"/>
                    </a:cubicBezTo>
                    <a:cubicBezTo>
                      <a:pt x="258" y="692"/>
                      <a:pt x="261" y="702"/>
                      <a:pt x="263" y="702"/>
                    </a:cubicBezTo>
                    <a:cubicBezTo>
                      <a:pt x="267" y="702"/>
                      <a:pt x="266" y="677"/>
                      <a:pt x="304" y="613"/>
                    </a:cubicBezTo>
                    <a:cubicBezTo>
                      <a:pt x="372" y="524"/>
                      <a:pt x="325" y="524"/>
                      <a:pt x="435" y="482"/>
                    </a:cubicBezTo>
                    <a:cubicBezTo>
                      <a:pt x="545" y="435"/>
                      <a:pt x="587" y="393"/>
                      <a:pt x="676" y="372"/>
                    </a:cubicBezTo>
                    <a:cubicBezTo>
                      <a:pt x="786" y="351"/>
                      <a:pt x="786" y="372"/>
                      <a:pt x="786" y="304"/>
                    </a:cubicBezTo>
                    <a:cubicBezTo>
                      <a:pt x="786" y="262"/>
                      <a:pt x="807" y="241"/>
                      <a:pt x="765" y="173"/>
                    </a:cubicBezTo>
                    <a:cubicBezTo>
                      <a:pt x="718" y="110"/>
                      <a:pt x="744" y="110"/>
                      <a:pt x="697" y="63"/>
                    </a:cubicBezTo>
                    <a:cubicBezTo>
                      <a:pt x="634" y="21"/>
                      <a:pt x="634" y="0"/>
                      <a:pt x="54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6" name="Google Shape;2626;p58"/>
              <p:cNvSpPr/>
              <p:nvPr/>
            </p:nvSpPr>
            <p:spPr>
              <a:xfrm>
                <a:off x="3908636" y="467224"/>
                <a:ext cx="163984" cy="152111"/>
              </a:xfrm>
              <a:custGeom>
                <a:avLst/>
                <a:gdLst/>
                <a:ahLst/>
                <a:cxnLst/>
                <a:rect l="l" t="t" r="r" b="b"/>
                <a:pathLst>
                  <a:path w="870" h="807" extrusionOk="0">
                    <a:moveTo>
                      <a:pt x="634" y="105"/>
                    </a:moveTo>
                    <a:cubicBezTo>
                      <a:pt x="655" y="105"/>
                      <a:pt x="655" y="105"/>
                      <a:pt x="676" y="152"/>
                    </a:cubicBezTo>
                    <a:lnTo>
                      <a:pt x="697" y="173"/>
                    </a:lnTo>
                    <a:cubicBezTo>
                      <a:pt x="718" y="194"/>
                      <a:pt x="718" y="215"/>
                      <a:pt x="739" y="236"/>
                    </a:cubicBezTo>
                    <a:lnTo>
                      <a:pt x="765" y="283"/>
                    </a:lnTo>
                    <a:lnTo>
                      <a:pt x="765" y="346"/>
                    </a:lnTo>
                    <a:cubicBezTo>
                      <a:pt x="765" y="346"/>
                      <a:pt x="739" y="346"/>
                      <a:pt x="697" y="367"/>
                    </a:cubicBezTo>
                    <a:cubicBezTo>
                      <a:pt x="587" y="393"/>
                      <a:pt x="545" y="414"/>
                      <a:pt x="435" y="477"/>
                    </a:cubicBezTo>
                    <a:cubicBezTo>
                      <a:pt x="414" y="477"/>
                      <a:pt x="393" y="498"/>
                      <a:pt x="372" y="498"/>
                    </a:cubicBezTo>
                    <a:cubicBezTo>
                      <a:pt x="372" y="524"/>
                      <a:pt x="346" y="524"/>
                      <a:pt x="346" y="545"/>
                    </a:cubicBezTo>
                    <a:cubicBezTo>
                      <a:pt x="325" y="566"/>
                      <a:pt x="325" y="587"/>
                      <a:pt x="283" y="629"/>
                    </a:cubicBezTo>
                    <a:cubicBezTo>
                      <a:pt x="283" y="655"/>
                      <a:pt x="283" y="655"/>
                      <a:pt x="262" y="676"/>
                    </a:cubicBezTo>
                    <a:cubicBezTo>
                      <a:pt x="262" y="655"/>
                      <a:pt x="242" y="655"/>
                      <a:pt x="242" y="655"/>
                    </a:cubicBezTo>
                    <a:cubicBezTo>
                      <a:pt x="215" y="629"/>
                      <a:pt x="194" y="629"/>
                      <a:pt x="173" y="608"/>
                    </a:cubicBezTo>
                    <a:lnTo>
                      <a:pt x="152" y="608"/>
                    </a:lnTo>
                    <a:cubicBezTo>
                      <a:pt x="152" y="587"/>
                      <a:pt x="152" y="566"/>
                      <a:pt x="132" y="566"/>
                    </a:cubicBezTo>
                    <a:lnTo>
                      <a:pt x="111" y="545"/>
                    </a:lnTo>
                    <a:cubicBezTo>
                      <a:pt x="132" y="545"/>
                      <a:pt x="132" y="545"/>
                      <a:pt x="132" y="498"/>
                    </a:cubicBezTo>
                    <a:cubicBezTo>
                      <a:pt x="152" y="477"/>
                      <a:pt x="152" y="456"/>
                      <a:pt x="152" y="435"/>
                    </a:cubicBezTo>
                    <a:lnTo>
                      <a:pt x="152" y="393"/>
                    </a:lnTo>
                    <a:lnTo>
                      <a:pt x="152" y="367"/>
                    </a:lnTo>
                    <a:lnTo>
                      <a:pt x="152" y="346"/>
                    </a:lnTo>
                    <a:lnTo>
                      <a:pt x="194" y="304"/>
                    </a:lnTo>
                    <a:cubicBezTo>
                      <a:pt x="194" y="283"/>
                      <a:pt x="215" y="262"/>
                      <a:pt x="215" y="236"/>
                    </a:cubicBezTo>
                    <a:lnTo>
                      <a:pt x="215" y="194"/>
                    </a:lnTo>
                    <a:cubicBezTo>
                      <a:pt x="194" y="173"/>
                      <a:pt x="173" y="173"/>
                      <a:pt x="173" y="173"/>
                    </a:cubicBezTo>
                    <a:lnTo>
                      <a:pt x="152" y="152"/>
                    </a:lnTo>
                    <a:cubicBezTo>
                      <a:pt x="173" y="152"/>
                      <a:pt x="194" y="152"/>
                      <a:pt x="194" y="131"/>
                    </a:cubicBezTo>
                    <a:cubicBezTo>
                      <a:pt x="215" y="131"/>
                      <a:pt x="304" y="105"/>
                      <a:pt x="372" y="105"/>
                    </a:cubicBezTo>
                    <a:close/>
                    <a:moveTo>
                      <a:pt x="372" y="0"/>
                    </a:moveTo>
                    <a:cubicBezTo>
                      <a:pt x="283" y="21"/>
                      <a:pt x="173" y="21"/>
                      <a:pt x="173" y="21"/>
                    </a:cubicBezTo>
                    <a:lnTo>
                      <a:pt x="152" y="42"/>
                    </a:lnTo>
                    <a:cubicBezTo>
                      <a:pt x="111" y="63"/>
                      <a:pt x="84" y="84"/>
                      <a:pt x="43" y="105"/>
                    </a:cubicBezTo>
                    <a:lnTo>
                      <a:pt x="22" y="131"/>
                    </a:lnTo>
                    <a:lnTo>
                      <a:pt x="1" y="152"/>
                    </a:lnTo>
                    <a:lnTo>
                      <a:pt x="1" y="173"/>
                    </a:lnTo>
                    <a:lnTo>
                      <a:pt x="1" y="194"/>
                    </a:lnTo>
                    <a:lnTo>
                      <a:pt x="1" y="215"/>
                    </a:lnTo>
                    <a:lnTo>
                      <a:pt x="22" y="215"/>
                    </a:lnTo>
                    <a:lnTo>
                      <a:pt x="43" y="236"/>
                    </a:lnTo>
                    <a:lnTo>
                      <a:pt x="63" y="236"/>
                    </a:lnTo>
                    <a:cubicBezTo>
                      <a:pt x="63" y="262"/>
                      <a:pt x="84" y="262"/>
                      <a:pt x="84" y="262"/>
                    </a:cubicBezTo>
                    <a:lnTo>
                      <a:pt x="63" y="283"/>
                    </a:lnTo>
                    <a:cubicBezTo>
                      <a:pt x="43" y="304"/>
                      <a:pt x="43" y="325"/>
                      <a:pt x="43" y="346"/>
                    </a:cubicBezTo>
                    <a:lnTo>
                      <a:pt x="43" y="393"/>
                    </a:lnTo>
                    <a:lnTo>
                      <a:pt x="43" y="414"/>
                    </a:lnTo>
                    <a:lnTo>
                      <a:pt x="43" y="477"/>
                    </a:lnTo>
                    <a:cubicBezTo>
                      <a:pt x="22" y="498"/>
                      <a:pt x="1" y="524"/>
                      <a:pt x="1" y="545"/>
                    </a:cubicBezTo>
                    <a:cubicBezTo>
                      <a:pt x="1" y="566"/>
                      <a:pt x="22" y="587"/>
                      <a:pt x="22" y="608"/>
                    </a:cubicBezTo>
                    <a:cubicBezTo>
                      <a:pt x="43" y="608"/>
                      <a:pt x="43" y="608"/>
                      <a:pt x="63" y="629"/>
                    </a:cubicBezTo>
                    <a:cubicBezTo>
                      <a:pt x="63" y="655"/>
                      <a:pt x="63" y="676"/>
                      <a:pt x="84" y="697"/>
                    </a:cubicBezTo>
                    <a:cubicBezTo>
                      <a:pt x="84" y="697"/>
                      <a:pt x="111" y="718"/>
                      <a:pt x="132" y="718"/>
                    </a:cubicBezTo>
                    <a:cubicBezTo>
                      <a:pt x="173" y="739"/>
                      <a:pt x="173" y="739"/>
                      <a:pt x="194" y="739"/>
                    </a:cubicBezTo>
                    <a:lnTo>
                      <a:pt x="215" y="760"/>
                    </a:lnTo>
                    <a:cubicBezTo>
                      <a:pt x="242" y="760"/>
                      <a:pt x="242" y="786"/>
                      <a:pt x="242" y="786"/>
                    </a:cubicBezTo>
                    <a:lnTo>
                      <a:pt x="262" y="786"/>
                    </a:lnTo>
                    <a:lnTo>
                      <a:pt x="262" y="807"/>
                    </a:lnTo>
                    <a:lnTo>
                      <a:pt x="283" y="807"/>
                    </a:lnTo>
                    <a:lnTo>
                      <a:pt x="304" y="786"/>
                    </a:lnTo>
                    <a:lnTo>
                      <a:pt x="325" y="760"/>
                    </a:lnTo>
                    <a:cubicBezTo>
                      <a:pt x="346" y="760"/>
                      <a:pt x="346" y="760"/>
                      <a:pt x="346" y="739"/>
                    </a:cubicBezTo>
                    <a:cubicBezTo>
                      <a:pt x="346" y="739"/>
                      <a:pt x="372" y="718"/>
                      <a:pt x="372" y="697"/>
                    </a:cubicBezTo>
                    <a:cubicBezTo>
                      <a:pt x="414" y="629"/>
                      <a:pt x="414" y="608"/>
                      <a:pt x="435" y="608"/>
                    </a:cubicBezTo>
                    <a:lnTo>
                      <a:pt x="435" y="587"/>
                    </a:lnTo>
                    <a:cubicBezTo>
                      <a:pt x="435" y="587"/>
                      <a:pt x="456" y="587"/>
                      <a:pt x="477" y="566"/>
                    </a:cubicBezTo>
                    <a:cubicBezTo>
                      <a:pt x="587" y="524"/>
                      <a:pt x="634" y="477"/>
                      <a:pt x="718" y="456"/>
                    </a:cubicBezTo>
                    <a:cubicBezTo>
                      <a:pt x="765" y="456"/>
                      <a:pt x="786" y="456"/>
                      <a:pt x="807" y="435"/>
                    </a:cubicBezTo>
                    <a:cubicBezTo>
                      <a:pt x="828" y="435"/>
                      <a:pt x="849" y="414"/>
                      <a:pt x="849" y="393"/>
                    </a:cubicBezTo>
                    <a:cubicBezTo>
                      <a:pt x="870" y="393"/>
                      <a:pt x="870" y="367"/>
                      <a:pt x="870" y="346"/>
                    </a:cubicBezTo>
                    <a:lnTo>
                      <a:pt x="870" y="283"/>
                    </a:lnTo>
                    <a:cubicBezTo>
                      <a:pt x="870" y="262"/>
                      <a:pt x="870" y="215"/>
                      <a:pt x="828" y="194"/>
                    </a:cubicBezTo>
                    <a:cubicBezTo>
                      <a:pt x="807" y="152"/>
                      <a:pt x="807" y="152"/>
                      <a:pt x="807" y="131"/>
                    </a:cubicBezTo>
                    <a:cubicBezTo>
                      <a:pt x="786" y="105"/>
                      <a:pt x="786" y="84"/>
                      <a:pt x="739" y="63"/>
                    </a:cubicBezTo>
                    <a:cubicBezTo>
                      <a:pt x="718" y="42"/>
                      <a:pt x="697" y="21"/>
                      <a:pt x="676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7" name="Google Shape;2627;p58"/>
              <p:cNvSpPr/>
              <p:nvPr/>
            </p:nvSpPr>
            <p:spPr>
              <a:xfrm>
                <a:off x="4195890" y="602370"/>
                <a:ext cx="94998" cy="85197"/>
              </a:xfrm>
              <a:custGeom>
                <a:avLst/>
                <a:gdLst/>
                <a:ahLst/>
                <a:cxnLst/>
                <a:rect l="l" t="t" r="r" b="b"/>
                <a:pathLst>
                  <a:path w="504" h="452" extrusionOk="0">
                    <a:moveTo>
                      <a:pt x="48" y="1"/>
                    </a:moveTo>
                    <a:cubicBezTo>
                      <a:pt x="27" y="22"/>
                      <a:pt x="27" y="22"/>
                      <a:pt x="48" y="69"/>
                    </a:cubicBezTo>
                    <a:cubicBezTo>
                      <a:pt x="48" y="111"/>
                      <a:pt x="69" y="111"/>
                      <a:pt x="111" y="132"/>
                    </a:cubicBezTo>
                    <a:cubicBezTo>
                      <a:pt x="158" y="174"/>
                      <a:pt x="158" y="174"/>
                      <a:pt x="200" y="200"/>
                    </a:cubicBezTo>
                    <a:cubicBezTo>
                      <a:pt x="241" y="221"/>
                      <a:pt x="241" y="221"/>
                      <a:pt x="241" y="242"/>
                    </a:cubicBezTo>
                    <a:cubicBezTo>
                      <a:pt x="252" y="252"/>
                      <a:pt x="252" y="257"/>
                      <a:pt x="244" y="257"/>
                    </a:cubicBezTo>
                    <a:cubicBezTo>
                      <a:pt x="236" y="257"/>
                      <a:pt x="221" y="252"/>
                      <a:pt x="200" y="242"/>
                    </a:cubicBezTo>
                    <a:cubicBezTo>
                      <a:pt x="158" y="242"/>
                      <a:pt x="158" y="221"/>
                      <a:pt x="131" y="200"/>
                    </a:cubicBezTo>
                    <a:cubicBezTo>
                      <a:pt x="111" y="187"/>
                      <a:pt x="100" y="180"/>
                      <a:pt x="90" y="180"/>
                    </a:cubicBezTo>
                    <a:cubicBezTo>
                      <a:pt x="79" y="180"/>
                      <a:pt x="69" y="187"/>
                      <a:pt x="48" y="200"/>
                    </a:cubicBezTo>
                    <a:cubicBezTo>
                      <a:pt x="1" y="200"/>
                      <a:pt x="27" y="200"/>
                      <a:pt x="27" y="263"/>
                    </a:cubicBezTo>
                    <a:cubicBezTo>
                      <a:pt x="1" y="331"/>
                      <a:pt x="48" y="352"/>
                      <a:pt x="90" y="373"/>
                    </a:cubicBezTo>
                    <a:cubicBezTo>
                      <a:pt x="99" y="376"/>
                      <a:pt x="107" y="377"/>
                      <a:pt x="114" y="377"/>
                    </a:cubicBezTo>
                    <a:cubicBezTo>
                      <a:pt x="152" y="377"/>
                      <a:pt x="141" y="331"/>
                      <a:pt x="200" y="331"/>
                    </a:cubicBezTo>
                    <a:cubicBezTo>
                      <a:pt x="289" y="331"/>
                      <a:pt x="241" y="331"/>
                      <a:pt x="289" y="352"/>
                    </a:cubicBezTo>
                    <a:cubicBezTo>
                      <a:pt x="330" y="373"/>
                      <a:pt x="289" y="373"/>
                      <a:pt x="330" y="436"/>
                    </a:cubicBezTo>
                    <a:cubicBezTo>
                      <a:pt x="336" y="447"/>
                      <a:pt x="339" y="451"/>
                      <a:pt x="343" y="451"/>
                    </a:cubicBezTo>
                    <a:cubicBezTo>
                      <a:pt x="354" y="451"/>
                      <a:pt x="361" y="405"/>
                      <a:pt x="393" y="373"/>
                    </a:cubicBezTo>
                    <a:cubicBezTo>
                      <a:pt x="427" y="362"/>
                      <a:pt x="444" y="362"/>
                      <a:pt x="456" y="362"/>
                    </a:cubicBezTo>
                    <a:cubicBezTo>
                      <a:pt x="467" y="362"/>
                      <a:pt x="472" y="362"/>
                      <a:pt x="482" y="352"/>
                    </a:cubicBezTo>
                    <a:cubicBezTo>
                      <a:pt x="503" y="331"/>
                      <a:pt x="461" y="305"/>
                      <a:pt x="420" y="263"/>
                    </a:cubicBezTo>
                    <a:cubicBezTo>
                      <a:pt x="351" y="242"/>
                      <a:pt x="351" y="221"/>
                      <a:pt x="289" y="200"/>
                    </a:cubicBezTo>
                    <a:cubicBezTo>
                      <a:pt x="221" y="153"/>
                      <a:pt x="221" y="132"/>
                      <a:pt x="179" y="111"/>
                    </a:cubicBezTo>
                    <a:cubicBezTo>
                      <a:pt x="158" y="69"/>
                      <a:pt x="158" y="43"/>
                      <a:pt x="111" y="43"/>
                    </a:cubicBezTo>
                    <a:cubicBezTo>
                      <a:pt x="111" y="43"/>
                      <a:pt x="69" y="1"/>
                      <a:pt x="4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8" name="Google Shape;2628;p58"/>
              <p:cNvSpPr/>
              <p:nvPr/>
            </p:nvSpPr>
            <p:spPr>
              <a:xfrm>
                <a:off x="4187974" y="594453"/>
                <a:ext cx="111773" cy="102916"/>
              </a:xfrm>
              <a:custGeom>
                <a:avLst/>
                <a:gdLst/>
                <a:ahLst/>
                <a:cxnLst/>
                <a:rect l="l" t="t" r="r" b="b"/>
                <a:pathLst>
                  <a:path w="593" h="546" extrusionOk="0">
                    <a:moveTo>
                      <a:pt x="153" y="43"/>
                    </a:moveTo>
                    <a:lnTo>
                      <a:pt x="153" y="111"/>
                    </a:lnTo>
                    <a:lnTo>
                      <a:pt x="132" y="111"/>
                    </a:lnTo>
                    <a:lnTo>
                      <a:pt x="153" y="43"/>
                    </a:lnTo>
                    <a:close/>
                    <a:moveTo>
                      <a:pt x="132" y="263"/>
                    </a:moveTo>
                    <a:lnTo>
                      <a:pt x="132" y="284"/>
                    </a:lnTo>
                    <a:cubicBezTo>
                      <a:pt x="153" y="284"/>
                      <a:pt x="153" y="284"/>
                      <a:pt x="173" y="305"/>
                    </a:cubicBezTo>
                    <a:cubicBezTo>
                      <a:pt x="173" y="305"/>
                      <a:pt x="200" y="326"/>
                      <a:pt x="221" y="326"/>
                    </a:cubicBezTo>
                    <a:cubicBezTo>
                      <a:pt x="200" y="347"/>
                      <a:pt x="173" y="347"/>
                      <a:pt x="153" y="347"/>
                    </a:cubicBezTo>
                    <a:cubicBezTo>
                      <a:pt x="132" y="347"/>
                      <a:pt x="111" y="326"/>
                      <a:pt x="111" y="326"/>
                    </a:cubicBezTo>
                    <a:lnTo>
                      <a:pt x="111" y="305"/>
                    </a:lnTo>
                    <a:lnTo>
                      <a:pt x="111" y="284"/>
                    </a:lnTo>
                    <a:lnTo>
                      <a:pt x="132" y="263"/>
                    </a:lnTo>
                    <a:close/>
                    <a:moveTo>
                      <a:pt x="352" y="305"/>
                    </a:moveTo>
                    <a:cubicBezTo>
                      <a:pt x="372" y="326"/>
                      <a:pt x="393" y="326"/>
                      <a:pt x="435" y="347"/>
                    </a:cubicBezTo>
                    <a:lnTo>
                      <a:pt x="435" y="373"/>
                    </a:lnTo>
                    <a:lnTo>
                      <a:pt x="414" y="373"/>
                    </a:lnTo>
                    <a:lnTo>
                      <a:pt x="393" y="394"/>
                    </a:lnTo>
                    <a:lnTo>
                      <a:pt x="393" y="373"/>
                    </a:lnTo>
                    <a:cubicBezTo>
                      <a:pt x="393" y="347"/>
                      <a:pt x="372" y="347"/>
                      <a:pt x="352" y="326"/>
                    </a:cubicBezTo>
                    <a:lnTo>
                      <a:pt x="352" y="305"/>
                    </a:lnTo>
                    <a:close/>
                    <a:moveTo>
                      <a:pt x="69" y="1"/>
                    </a:moveTo>
                    <a:cubicBezTo>
                      <a:pt x="43" y="1"/>
                      <a:pt x="43" y="22"/>
                      <a:pt x="22" y="43"/>
                    </a:cubicBezTo>
                    <a:lnTo>
                      <a:pt x="22" y="85"/>
                    </a:lnTo>
                    <a:lnTo>
                      <a:pt x="22" y="132"/>
                    </a:lnTo>
                    <a:cubicBezTo>
                      <a:pt x="43" y="153"/>
                      <a:pt x="69" y="174"/>
                      <a:pt x="69" y="174"/>
                    </a:cubicBezTo>
                    <a:cubicBezTo>
                      <a:pt x="69" y="195"/>
                      <a:pt x="43" y="195"/>
                      <a:pt x="43" y="195"/>
                    </a:cubicBezTo>
                    <a:cubicBezTo>
                      <a:pt x="43" y="195"/>
                      <a:pt x="22" y="216"/>
                      <a:pt x="22" y="242"/>
                    </a:cubicBezTo>
                    <a:cubicBezTo>
                      <a:pt x="1" y="263"/>
                      <a:pt x="1" y="263"/>
                      <a:pt x="1" y="305"/>
                    </a:cubicBezTo>
                    <a:cubicBezTo>
                      <a:pt x="1" y="347"/>
                      <a:pt x="1" y="394"/>
                      <a:pt x="43" y="415"/>
                    </a:cubicBezTo>
                    <a:cubicBezTo>
                      <a:pt x="69" y="436"/>
                      <a:pt x="90" y="436"/>
                      <a:pt x="111" y="457"/>
                    </a:cubicBezTo>
                    <a:lnTo>
                      <a:pt x="173" y="457"/>
                    </a:lnTo>
                    <a:cubicBezTo>
                      <a:pt x="200" y="457"/>
                      <a:pt x="221" y="436"/>
                      <a:pt x="221" y="436"/>
                    </a:cubicBezTo>
                    <a:lnTo>
                      <a:pt x="242" y="436"/>
                    </a:lnTo>
                    <a:cubicBezTo>
                      <a:pt x="263" y="425"/>
                      <a:pt x="278" y="420"/>
                      <a:pt x="286" y="417"/>
                    </a:cubicBezTo>
                    <a:lnTo>
                      <a:pt x="286" y="417"/>
                    </a:lnTo>
                    <a:lnTo>
                      <a:pt x="304" y="436"/>
                    </a:lnTo>
                    <a:lnTo>
                      <a:pt x="304" y="504"/>
                    </a:lnTo>
                    <a:cubicBezTo>
                      <a:pt x="331" y="504"/>
                      <a:pt x="331" y="525"/>
                      <a:pt x="331" y="525"/>
                    </a:cubicBezTo>
                    <a:cubicBezTo>
                      <a:pt x="331" y="525"/>
                      <a:pt x="352" y="546"/>
                      <a:pt x="372" y="546"/>
                    </a:cubicBezTo>
                    <a:cubicBezTo>
                      <a:pt x="393" y="546"/>
                      <a:pt x="414" y="546"/>
                      <a:pt x="414" y="525"/>
                    </a:cubicBezTo>
                    <a:cubicBezTo>
                      <a:pt x="435" y="525"/>
                      <a:pt x="435" y="525"/>
                      <a:pt x="435" y="504"/>
                    </a:cubicBezTo>
                    <a:cubicBezTo>
                      <a:pt x="462" y="478"/>
                      <a:pt x="462" y="478"/>
                      <a:pt x="482" y="457"/>
                    </a:cubicBezTo>
                    <a:lnTo>
                      <a:pt x="524" y="457"/>
                    </a:lnTo>
                    <a:cubicBezTo>
                      <a:pt x="545" y="436"/>
                      <a:pt x="545" y="436"/>
                      <a:pt x="566" y="415"/>
                    </a:cubicBezTo>
                    <a:cubicBezTo>
                      <a:pt x="566" y="415"/>
                      <a:pt x="592" y="394"/>
                      <a:pt x="566" y="373"/>
                    </a:cubicBezTo>
                    <a:cubicBezTo>
                      <a:pt x="566" y="347"/>
                      <a:pt x="566" y="326"/>
                      <a:pt x="545" y="326"/>
                    </a:cubicBezTo>
                    <a:cubicBezTo>
                      <a:pt x="524" y="284"/>
                      <a:pt x="503" y="284"/>
                      <a:pt x="482" y="263"/>
                    </a:cubicBezTo>
                    <a:cubicBezTo>
                      <a:pt x="414" y="242"/>
                      <a:pt x="414" y="216"/>
                      <a:pt x="352" y="174"/>
                    </a:cubicBezTo>
                    <a:cubicBezTo>
                      <a:pt x="331" y="174"/>
                      <a:pt x="304" y="153"/>
                      <a:pt x="304" y="153"/>
                    </a:cubicBezTo>
                    <a:cubicBezTo>
                      <a:pt x="304" y="153"/>
                      <a:pt x="283" y="132"/>
                      <a:pt x="263" y="111"/>
                    </a:cubicBezTo>
                    <a:cubicBezTo>
                      <a:pt x="242" y="85"/>
                      <a:pt x="242" y="85"/>
                      <a:pt x="242" y="64"/>
                    </a:cubicBezTo>
                    <a:cubicBezTo>
                      <a:pt x="242" y="64"/>
                      <a:pt x="221" y="43"/>
                      <a:pt x="200" y="43"/>
                    </a:cubicBezTo>
                    <a:lnTo>
                      <a:pt x="173" y="43"/>
                    </a:lnTo>
                    <a:cubicBezTo>
                      <a:pt x="173" y="22"/>
                      <a:pt x="173" y="22"/>
                      <a:pt x="153" y="22"/>
                    </a:cubicBezTo>
                    <a:cubicBezTo>
                      <a:pt x="153" y="22"/>
                      <a:pt x="132" y="1"/>
                      <a:pt x="111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9" name="Google Shape;2629;p58"/>
              <p:cNvSpPr/>
              <p:nvPr/>
            </p:nvSpPr>
            <p:spPr>
              <a:xfrm>
                <a:off x="4208707" y="516608"/>
                <a:ext cx="493837" cy="1098520"/>
              </a:xfrm>
              <a:custGeom>
                <a:avLst/>
                <a:gdLst/>
                <a:ahLst/>
                <a:cxnLst/>
                <a:rect l="l" t="t" r="r" b="b"/>
                <a:pathLst>
                  <a:path w="2620" h="5828" extrusionOk="0">
                    <a:moveTo>
                      <a:pt x="1441" y="828"/>
                    </a:moveTo>
                    <a:cubicBezTo>
                      <a:pt x="1483" y="870"/>
                      <a:pt x="1483" y="917"/>
                      <a:pt x="1530" y="959"/>
                    </a:cubicBezTo>
                    <a:cubicBezTo>
                      <a:pt x="1572" y="1000"/>
                      <a:pt x="1572" y="1000"/>
                      <a:pt x="1614" y="1021"/>
                    </a:cubicBezTo>
                    <a:cubicBezTo>
                      <a:pt x="1661" y="1069"/>
                      <a:pt x="1682" y="1090"/>
                      <a:pt x="1682" y="1090"/>
                    </a:cubicBezTo>
                    <a:cubicBezTo>
                      <a:pt x="1682" y="1090"/>
                      <a:pt x="1672" y="1080"/>
                      <a:pt x="1652" y="1080"/>
                    </a:cubicBezTo>
                    <a:cubicBezTo>
                      <a:pt x="1642" y="1080"/>
                      <a:pt x="1629" y="1083"/>
                      <a:pt x="1614" y="1090"/>
                    </a:cubicBezTo>
                    <a:cubicBezTo>
                      <a:pt x="1551" y="1110"/>
                      <a:pt x="1572" y="1110"/>
                      <a:pt x="1551" y="1152"/>
                    </a:cubicBezTo>
                    <a:cubicBezTo>
                      <a:pt x="1530" y="1179"/>
                      <a:pt x="1504" y="1179"/>
                      <a:pt x="1530" y="1199"/>
                    </a:cubicBezTo>
                    <a:cubicBezTo>
                      <a:pt x="1551" y="1241"/>
                      <a:pt x="1593" y="1330"/>
                      <a:pt x="1614" y="1351"/>
                    </a:cubicBezTo>
                    <a:cubicBezTo>
                      <a:pt x="1635" y="1393"/>
                      <a:pt x="1724" y="1393"/>
                      <a:pt x="1745" y="1414"/>
                    </a:cubicBezTo>
                    <a:cubicBezTo>
                      <a:pt x="1765" y="1414"/>
                      <a:pt x="1765" y="1414"/>
                      <a:pt x="1792" y="1393"/>
                    </a:cubicBezTo>
                    <a:cubicBezTo>
                      <a:pt x="1792" y="1351"/>
                      <a:pt x="1813" y="1309"/>
                      <a:pt x="1813" y="1309"/>
                    </a:cubicBezTo>
                    <a:cubicBezTo>
                      <a:pt x="1834" y="1330"/>
                      <a:pt x="1834" y="1372"/>
                      <a:pt x="1855" y="1440"/>
                    </a:cubicBezTo>
                    <a:cubicBezTo>
                      <a:pt x="1875" y="1524"/>
                      <a:pt x="1896" y="1545"/>
                      <a:pt x="1944" y="1571"/>
                    </a:cubicBezTo>
                    <a:cubicBezTo>
                      <a:pt x="1985" y="1613"/>
                      <a:pt x="1985" y="1634"/>
                      <a:pt x="1944" y="1655"/>
                    </a:cubicBezTo>
                    <a:cubicBezTo>
                      <a:pt x="1923" y="1676"/>
                      <a:pt x="1875" y="1655"/>
                      <a:pt x="1923" y="1702"/>
                    </a:cubicBezTo>
                    <a:cubicBezTo>
                      <a:pt x="1935" y="1727"/>
                      <a:pt x="1924" y="1737"/>
                      <a:pt x="1904" y="1737"/>
                    </a:cubicBezTo>
                    <a:cubicBezTo>
                      <a:pt x="1890" y="1737"/>
                      <a:pt x="1872" y="1732"/>
                      <a:pt x="1855" y="1723"/>
                    </a:cubicBezTo>
                    <a:cubicBezTo>
                      <a:pt x="1834" y="1702"/>
                      <a:pt x="1765" y="1676"/>
                      <a:pt x="1724" y="1676"/>
                    </a:cubicBezTo>
                    <a:cubicBezTo>
                      <a:pt x="1682" y="1676"/>
                      <a:pt x="1635" y="1702"/>
                      <a:pt x="1682" y="1765"/>
                    </a:cubicBezTo>
                    <a:cubicBezTo>
                      <a:pt x="1695" y="1808"/>
                      <a:pt x="1683" y="1832"/>
                      <a:pt x="1661" y="1832"/>
                    </a:cubicBezTo>
                    <a:cubicBezTo>
                      <a:pt x="1647" y="1832"/>
                      <a:pt x="1631" y="1824"/>
                      <a:pt x="1614" y="1807"/>
                    </a:cubicBezTo>
                    <a:cubicBezTo>
                      <a:pt x="1572" y="1786"/>
                      <a:pt x="1551" y="1786"/>
                      <a:pt x="1504" y="1765"/>
                    </a:cubicBezTo>
                    <a:cubicBezTo>
                      <a:pt x="1441" y="1744"/>
                      <a:pt x="1420" y="1765"/>
                      <a:pt x="1352" y="1723"/>
                    </a:cubicBezTo>
                    <a:cubicBezTo>
                      <a:pt x="1310" y="1655"/>
                      <a:pt x="1289" y="1655"/>
                      <a:pt x="1268" y="1613"/>
                    </a:cubicBezTo>
                    <a:cubicBezTo>
                      <a:pt x="1221" y="1571"/>
                      <a:pt x="1242" y="1524"/>
                      <a:pt x="1179" y="1524"/>
                    </a:cubicBezTo>
                    <a:cubicBezTo>
                      <a:pt x="1111" y="1524"/>
                      <a:pt x="1048" y="1545"/>
                      <a:pt x="1006" y="1571"/>
                    </a:cubicBezTo>
                    <a:cubicBezTo>
                      <a:pt x="959" y="1592"/>
                      <a:pt x="849" y="1634"/>
                      <a:pt x="807" y="1655"/>
                    </a:cubicBezTo>
                    <a:cubicBezTo>
                      <a:pt x="773" y="1672"/>
                      <a:pt x="720" y="1707"/>
                      <a:pt x="691" y="1707"/>
                    </a:cubicBezTo>
                    <a:cubicBezTo>
                      <a:pt x="685" y="1707"/>
                      <a:pt x="680" y="1706"/>
                      <a:pt x="676" y="1702"/>
                    </a:cubicBezTo>
                    <a:cubicBezTo>
                      <a:pt x="655" y="1702"/>
                      <a:pt x="613" y="1676"/>
                      <a:pt x="587" y="1676"/>
                    </a:cubicBezTo>
                    <a:cubicBezTo>
                      <a:pt x="613" y="1676"/>
                      <a:pt x="613" y="1676"/>
                      <a:pt x="634" y="1655"/>
                    </a:cubicBezTo>
                    <a:cubicBezTo>
                      <a:pt x="676" y="1613"/>
                      <a:pt x="697" y="1634"/>
                      <a:pt x="744" y="1613"/>
                    </a:cubicBezTo>
                    <a:cubicBezTo>
                      <a:pt x="786" y="1592"/>
                      <a:pt x="786" y="1571"/>
                      <a:pt x="786" y="1524"/>
                    </a:cubicBezTo>
                    <a:cubicBezTo>
                      <a:pt x="765" y="1461"/>
                      <a:pt x="676" y="1440"/>
                      <a:pt x="718" y="1393"/>
                    </a:cubicBezTo>
                    <a:cubicBezTo>
                      <a:pt x="726" y="1381"/>
                      <a:pt x="733" y="1378"/>
                      <a:pt x="740" y="1378"/>
                    </a:cubicBezTo>
                    <a:cubicBezTo>
                      <a:pt x="748" y="1378"/>
                      <a:pt x="755" y="1381"/>
                      <a:pt x="761" y="1381"/>
                    </a:cubicBezTo>
                    <a:cubicBezTo>
                      <a:pt x="770" y="1381"/>
                      <a:pt x="778" y="1376"/>
                      <a:pt x="786" y="1351"/>
                    </a:cubicBezTo>
                    <a:cubicBezTo>
                      <a:pt x="807" y="1283"/>
                      <a:pt x="828" y="1309"/>
                      <a:pt x="786" y="1262"/>
                    </a:cubicBezTo>
                    <a:cubicBezTo>
                      <a:pt x="744" y="1199"/>
                      <a:pt x="676" y="1199"/>
                      <a:pt x="744" y="1199"/>
                    </a:cubicBezTo>
                    <a:cubicBezTo>
                      <a:pt x="776" y="1199"/>
                      <a:pt x="786" y="1205"/>
                      <a:pt x="794" y="1205"/>
                    </a:cubicBezTo>
                    <a:cubicBezTo>
                      <a:pt x="802" y="1205"/>
                      <a:pt x="807" y="1199"/>
                      <a:pt x="828" y="1179"/>
                    </a:cubicBezTo>
                    <a:cubicBezTo>
                      <a:pt x="861" y="1160"/>
                      <a:pt x="838" y="1135"/>
                      <a:pt x="844" y="1135"/>
                    </a:cubicBezTo>
                    <a:cubicBezTo>
                      <a:pt x="846" y="1135"/>
                      <a:pt x="854" y="1140"/>
                      <a:pt x="875" y="1152"/>
                    </a:cubicBezTo>
                    <a:cubicBezTo>
                      <a:pt x="959" y="1179"/>
                      <a:pt x="896" y="1179"/>
                      <a:pt x="980" y="1199"/>
                    </a:cubicBezTo>
                    <a:cubicBezTo>
                      <a:pt x="1048" y="1220"/>
                      <a:pt x="1027" y="1199"/>
                      <a:pt x="1111" y="1241"/>
                    </a:cubicBezTo>
                    <a:cubicBezTo>
                      <a:pt x="1200" y="1262"/>
                      <a:pt x="1200" y="1283"/>
                      <a:pt x="1268" y="1309"/>
                    </a:cubicBezTo>
                    <a:cubicBezTo>
                      <a:pt x="1310" y="1351"/>
                      <a:pt x="1310" y="1393"/>
                      <a:pt x="1289" y="1414"/>
                    </a:cubicBezTo>
                    <a:cubicBezTo>
                      <a:pt x="1289" y="1440"/>
                      <a:pt x="1221" y="1440"/>
                      <a:pt x="1268" y="1482"/>
                    </a:cubicBezTo>
                    <a:cubicBezTo>
                      <a:pt x="1311" y="1497"/>
                      <a:pt x="1334" y="1533"/>
                      <a:pt x="1351" y="1533"/>
                    </a:cubicBezTo>
                    <a:cubicBezTo>
                      <a:pt x="1359" y="1533"/>
                      <a:pt x="1366" y="1525"/>
                      <a:pt x="1373" y="1503"/>
                    </a:cubicBezTo>
                    <a:cubicBezTo>
                      <a:pt x="1373" y="1440"/>
                      <a:pt x="1352" y="1440"/>
                      <a:pt x="1352" y="1372"/>
                    </a:cubicBezTo>
                    <a:cubicBezTo>
                      <a:pt x="1352" y="1309"/>
                      <a:pt x="1420" y="1309"/>
                      <a:pt x="1352" y="1262"/>
                    </a:cubicBezTo>
                    <a:cubicBezTo>
                      <a:pt x="1268" y="1199"/>
                      <a:pt x="1268" y="1241"/>
                      <a:pt x="1200" y="1199"/>
                    </a:cubicBezTo>
                    <a:cubicBezTo>
                      <a:pt x="1111" y="1152"/>
                      <a:pt x="1090" y="1131"/>
                      <a:pt x="1027" y="1110"/>
                    </a:cubicBezTo>
                    <a:cubicBezTo>
                      <a:pt x="980" y="1069"/>
                      <a:pt x="938" y="1048"/>
                      <a:pt x="959" y="1021"/>
                    </a:cubicBezTo>
                    <a:cubicBezTo>
                      <a:pt x="959" y="1013"/>
                      <a:pt x="962" y="1008"/>
                      <a:pt x="969" y="1008"/>
                    </a:cubicBezTo>
                    <a:cubicBezTo>
                      <a:pt x="980" y="1008"/>
                      <a:pt x="999" y="1019"/>
                      <a:pt x="1027" y="1048"/>
                    </a:cubicBezTo>
                    <a:cubicBezTo>
                      <a:pt x="1069" y="1069"/>
                      <a:pt x="1027" y="1090"/>
                      <a:pt x="1111" y="1131"/>
                    </a:cubicBezTo>
                    <a:cubicBezTo>
                      <a:pt x="1179" y="1152"/>
                      <a:pt x="1179" y="1152"/>
                      <a:pt x="1242" y="1179"/>
                    </a:cubicBezTo>
                    <a:cubicBezTo>
                      <a:pt x="1289" y="1199"/>
                      <a:pt x="1310" y="1199"/>
                      <a:pt x="1331" y="1241"/>
                    </a:cubicBezTo>
                    <a:cubicBezTo>
                      <a:pt x="1373" y="1262"/>
                      <a:pt x="1399" y="1283"/>
                      <a:pt x="1420" y="1309"/>
                    </a:cubicBezTo>
                    <a:cubicBezTo>
                      <a:pt x="1462" y="1351"/>
                      <a:pt x="1483" y="1372"/>
                      <a:pt x="1504" y="1393"/>
                    </a:cubicBezTo>
                    <a:cubicBezTo>
                      <a:pt x="1525" y="1411"/>
                      <a:pt x="1543" y="1446"/>
                      <a:pt x="1561" y="1446"/>
                    </a:cubicBezTo>
                    <a:cubicBezTo>
                      <a:pt x="1564" y="1446"/>
                      <a:pt x="1568" y="1444"/>
                      <a:pt x="1572" y="1440"/>
                    </a:cubicBezTo>
                    <a:cubicBezTo>
                      <a:pt x="1572" y="1414"/>
                      <a:pt x="1551" y="1393"/>
                      <a:pt x="1530" y="1351"/>
                    </a:cubicBezTo>
                    <a:cubicBezTo>
                      <a:pt x="1504" y="1330"/>
                      <a:pt x="1462" y="1283"/>
                      <a:pt x="1462" y="1262"/>
                    </a:cubicBezTo>
                    <a:cubicBezTo>
                      <a:pt x="1462" y="1241"/>
                      <a:pt x="1420" y="1199"/>
                      <a:pt x="1441" y="1179"/>
                    </a:cubicBezTo>
                    <a:cubicBezTo>
                      <a:pt x="1457" y="1179"/>
                      <a:pt x="1470" y="1182"/>
                      <a:pt x="1478" y="1182"/>
                    </a:cubicBezTo>
                    <a:cubicBezTo>
                      <a:pt x="1493" y="1182"/>
                      <a:pt x="1496" y="1174"/>
                      <a:pt x="1483" y="1131"/>
                    </a:cubicBezTo>
                    <a:cubicBezTo>
                      <a:pt x="1462" y="1069"/>
                      <a:pt x="1373" y="1021"/>
                      <a:pt x="1373" y="959"/>
                    </a:cubicBezTo>
                    <a:cubicBezTo>
                      <a:pt x="1373" y="917"/>
                      <a:pt x="1331" y="891"/>
                      <a:pt x="1399" y="870"/>
                    </a:cubicBezTo>
                    <a:cubicBezTo>
                      <a:pt x="1441" y="870"/>
                      <a:pt x="1399" y="828"/>
                      <a:pt x="1420" y="828"/>
                    </a:cubicBezTo>
                    <a:close/>
                    <a:moveTo>
                      <a:pt x="2074" y="1807"/>
                    </a:moveTo>
                    <a:cubicBezTo>
                      <a:pt x="2116" y="1854"/>
                      <a:pt x="2158" y="1964"/>
                      <a:pt x="2205" y="2048"/>
                    </a:cubicBezTo>
                    <a:cubicBezTo>
                      <a:pt x="2158" y="1985"/>
                      <a:pt x="2137" y="1964"/>
                      <a:pt x="2095" y="1896"/>
                    </a:cubicBezTo>
                    <a:cubicBezTo>
                      <a:pt x="2074" y="1854"/>
                      <a:pt x="2054" y="1807"/>
                      <a:pt x="2054" y="1807"/>
                    </a:cubicBezTo>
                    <a:close/>
                    <a:moveTo>
                      <a:pt x="352" y="0"/>
                    </a:moveTo>
                    <a:cubicBezTo>
                      <a:pt x="352" y="42"/>
                      <a:pt x="372" y="42"/>
                      <a:pt x="435" y="84"/>
                    </a:cubicBezTo>
                    <a:cubicBezTo>
                      <a:pt x="476" y="125"/>
                      <a:pt x="482" y="177"/>
                      <a:pt x="452" y="177"/>
                    </a:cubicBezTo>
                    <a:cubicBezTo>
                      <a:pt x="447" y="177"/>
                      <a:pt x="442" y="176"/>
                      <a:pt x="435" y="173"/>
                    </a:cubicBezTo>
                    <a:cubicBezTo>
                      <a:pt x="414" y="152"/>
                      <a:pt x="372" y="131"/>
                      <a:pt x="325" y="84"/>
                    </a:cubicBezTo>
                    <a:cubicBezTo>
                      <a:pt x="304" y="42"/>
                      <a:pt x="325" y="42"/>
                      <a:pt x="262" y="42"/>
                    </a:cubicBezTo>
                    <a:cubicBezTo>
                      <a:pt x="173" y="42"/>
                      <a:pt x="132" y="42"/>
                      <a:pt x="90" y="21"/>
                    </a:cubicBezTo>
                    <a:cubicBezTo>
                      <a:pt x="43" y="21"/>
                      <a:pt x="1" y="63"/>
                      <a:pt x="43" y="105"/>
                    </a:cubicBezTo>
                    <a:cubicBezTo>
                      <a:pt x="90" y="152"/>
                      <a:pt x="132" y="152"/>
                      <a:pt x="111" y="215"/>
                    </a:cubicBezTo>
                    <a:cubicBezTo>
                      <a:pt x="111" y="283"/>
                      <a:pt x="43" y="283"/>
                      <a:pt x="111" y="325"/>
                    </a:cubicBezTo>
                    <a:cubicBezTo>
                      <a:pt x="173" y="346"/>
                      <a:pt x="173" y="367"/>
                      <a:pt x="221" y="414"/>
                    </a:cubicBezTo>
                    <a:cubicBezTo>
                      <a:pt x="265" y="444"/>
                      <a:pt x="289" y="473"/>
                      <a:pt x="306" y="473"/>
                    </a:cubicBezTo>
                    <a:cubicBezTo>
                      <a:pt x="313" y="473"/>
                      <a:pt x="319" y="468"/>
                      <a:pt x="325" y="456"/>
                    </a:cubicBezTo>
                    <a:cubicBezTo>
                      <a:pt x="361" y="440"/>
                      <a:pt x="343" y="398"/>
                      <a:pt x="361" y="398"/>
                    </a:cubicBezTo>
                    <a:cubicBezTo>
                      <a:pt x="367" y="398"/>
                      <a:pt x="377" y="402"/>
                      <a:pt x="393" y="414"/>
                    </a:cubicBezTo>
                    <a:cubicBezTo>
                      <a:pt x="456" y="456"/>
                      <a:pt x="456" y="456"/>
                      <a:pt x="503" y="498"/>
                    </a:cubicBezTo>
                    <a:cubicBezTo>
                      <a:pt x="524" y="566"/>
                      <a:pt x="503" y="566"/>
                      <a:pt x="545" y="566"/>
                    </a:cubicBezTo>
                    <a:cubicBezTo>
                      <a:pt x="562" y="566"/>
                      <a:pt x="580" y="569"/>
                      <a:pt x="593" y="569"/>
                    </a:cubicBezTo>
                    <a:cubicBezTo>
                      <a:pt x="614" y="569"/>
                      <a:pt x="626" y="562"/>
                      <a:pt x="613" y="524"/>
                    </a:cubicBezTo>
                    <a:cubicBezTo>
                      <a:pt x="613" y="456"/>
                      <a:pt x="566" y="435"/>
                      <a:pt x="524" y="414"/>
                    </a:cubicBezTo>
                    <a:cubicBezTo>
                      <a:pt x="482" y="367"/>
                      <a:pt x="482" y="325"/>
                      <a:pt x="435" y="325"/>
                    </a:cubicBezTo>
                    <a:cubicBezTo>
                      <a:pt x="372" y="304"/>
                      <a:pt x="372" y="304"/>
                      <a:pt x="352" y="262"/>
                    </a:cubicBezTo>
                    <a:cubicBezTo>
                      <a:pt x="304" y="194"/>
                      <a:pt x="262" y="194"/>
                      <a:pt x="262" y="173"/>
                    </a:cubicBezTo>
                    <a:cubicBezTo>
                      <a:pt x="271" y="164"/>
                      <a:pt x="276" y="159"/>
                      <a:pt x="282" y="159"/>
                    </a:cubicBezTo>
                    <a:cubicBezTo>
                      <a:pt x="291" y="159"/>
                      <a:pt x="301" y="169"/>
                      <a:pt x="325" y="194"/>
                    </a:cubicBezTo>
                    <a:cubicBezTo>
                      <a:pt x="393" y="236"/>
                      <a:pt x="372" y="262"/>
                      <a:pt x="435" y="304"/>
                    </a:cubicBezTo>
                    <a:cubicBezTo>
                      <a:pt x="502" y="320"/>
                      <a:pt x="519" y="362"/>
                      <a:pt x="541" y="362"/>
                    </a:cubicBezTo>
                    <a:cubicBezTo>
                      <a:pt x="548" y="362"/>
                      <a:pt x="556" y="358"/>
                      <a:pt x="566" y="346"/>
                    </a:cubicBezTo>
                    <a:cubicBezTo>
                      <a:pt x="613" y="304"/>
                      <a:pt x="587" y="304"/>
                      <a:pt x="613" y="283"/>
                    </a:cubicBezTo>
                    <a:cubicBezTo>
                      <a:pt x="655" y="283"/>
                      <a:pt x="613" y="236"/>
                      <a:pt x="634" y="236"/>
                    </a:cubicBezTo>
                    <a:cubicBezTo>
                      <a:pt x="676" y="262"/>
                      <a:pt x="697" y="304"/>
                      <a:pt x="676" y="325"/>
                    </a:cubicBezTo>
                    <a:cubicBezTo>
                      <a:pt x="655" y="346"/>
                      <a:pt x="613" y="325"/>
                      <a:pt x="634" y="367"/>
                    </a:cubicBezTo>
                    <a:cubicBezTo>
                      <a:pt x="655" y="414"/>
                      <a:pt x="655" y="393"/>
                      <a:pt x="697" y="435"/>
                    </a:cubicBezTo>
                    <a:cubicBezTo>
                      <a:pt x="744" y="477"/>
                      <a:pt x="676" y="477"/>
                      <a:pt x="718" y="524"/>
                    </a:cubicBezTo>
                    <a:cubicBezTo>
                      <a:pt x="765" y="566"/>
                      <a:pt x="786" y="545"/>
                      <a:pt x="786" y="566"/>
                    </a:cubicBezTo>
                    <a:cubicBezTo>
                      <a:pt x="786" y="608"/>
                      <a:pt x="786" y="608"/>
                      <a:pt x="718" y="608"/>
                    </a:cubicBezTo>
                    <a:cubicBezTo>
                      <a:pt x="682" y="596"/>
                      <a:pt x="653" y="584"/>
                      <a:pt x="629" y="584"/>
                    </a:cubicBezTo>
                    <a:cubicBezTo>
                      <a:pt x="612" y="584"/>
                      <a:pt x="598" y="590"/>
                      <a:pt x="587" y="608"/>
                    </a:cubicBezTo>
                    <a:cubicBezTo>
                      <a:pt x="575" y="620"/>
                      <a:pt x="570" y="634"/>
                      <a:pt x="559" y="634"/>
                    </a:cubicBezTo>
                    <a:cubicBezTo>
                      <a:pt x="552" y="634"/>
                      <a:pt x="542" y="627"/>
                      <a:pt x="524" y="608"/>
                    </a:cubicBezTo>
                    <a:cubicBezTo>
                      <a:pt x="503" y="566"/>
                      <a:pt x="482" y="524"/>
                      <a:pt x="456" y="498"/>
                    </a:cubicBezTo>
                    <a:cubicBezTo>
                      <a:pt x="444" y="486"/>
                      <a:pt x="425" y="474"/>
                      <a:pt x="415" y="474"/>
                    </a:cubicBezTo>
                    <a:cubicBezTo>
                      <a:pt x="408" y="474"/>
                      <a:pt x="406" y="480"/>
                      <a:pt x="414" y="498"/>
                    </a:cubicBezTo>
                    <a:cubicBezTo>
                      <a:pt x="435" y="545"/>
                      <a:pt x="414" y="545"/>
                      <a:pt x="456" y="587"/>
                    </a:cubicBezTo>
                    <a:cubicBezTo>
                      <a:pt x="503" y="608"/>
                      <a:pt x="545" y="629"/>
                      <a:pt x="545" y="655"/>
                    </a:cubicBezTo>
                    <a:cubicBezTo>
                      <a:pt x="541" y="659"/>
                      <a:pt x="537" y="661"/>
                      <a:pt x="534" y="661"/>
                    </a:cubicBezTo>
                    <a:cubicBezTo>
                      <a:pt x="530" y="661"/>
                      <a:pt x="527" y="658"/>
                      <a:pt x="524" y="658"/>
                    </a:cubicBezTo>
                    <a:cubicBezTo>
                      <a:pt x="519" y="658"/>
                      <a:pt x="513" y="664"/>
                      <a:pt x="503" y="697"/>
                    </a:cubicBezTo>
                    <a:cubicBezTo>
                      <a:pt x="482" y="760"/>
                      <a:pt x="482" y="760"/>
                      <a:pt x="482" y="786"/>
                    </a:cubicBezTo>
                    <a:cubicBezTo>
                      <a:pt x="482" y="828"/>
                      <a:pt x="482" y="807"/>
                      <a:pt x="456" y="849"/>
                    </a:cubicBezTo>
                    <a:cubicBezTo>
                      <a:pt x="435" y="870"/>
                      <a:pt x="482" y="849"/>
                      <a:pt x="414" y="891"/>
                    </a:cubicBezTo>
                    <a:cubicBezTo>
                      <a:pt x="372" y="959"/>
                      <a:pt x="372" y="917"/>
                      <a:pt x="325" y="959"/>
                    </a:cubicBezTo>
                    <a:cubicBezTo>
                      <a:pt x="304" y="980"/>
                      <a:pt x="283" y="1000"/>
                      <a:pt x="352" y="1021"/>
                    </a:cubicBezTo>
                    <a:cubicBezTo>
                      <a:pt x="375" y="1029"/>
                      <a:pt x="390" y="1030"/>
                      <a:pt x="401" y="1030"/>
                    </a:cubicBezTo>
                    <a:cubicBezTo>
                      <a:pt x="409" y="1030"/>
                      <a:pt x="415" y="1029"/>
                      <a:pt x="420" y="1029"/>
                    </a:cubicBezTo>
                    <a:cubicBezTo>
                      <a:pt x="430" y="1029"/>
                      <a:pt x="435" y="1035"/>
                      <a:pt x="456" y="1069"/>
                    </a:cubicBezTo>
                    <a:cubicBezTo>
                      <a:pt x="503" y="1110"/>
                      <a:pt x="482" y="1110"/>
                      <a:pt x="503" y="1152"/>
                    </a:cubicBezTo>
                    <a:cubicBezTo>
                      <a:pt x="524" y="1179"/>
                      <a:pt x="545" y="1179"/>
                      <a:pt x="545" y="1220"/>
                    </a:cubicBezTo>
                    <a:cubicBezTo>
                      <a:pt x="545" y="1241"/>
                      <a:pt x="524" y="1241"/>
                      <a:pt x="456" y="1262"/>
                    </a:cubicBezTo>
                    <a:cubicBezTo>
                      <a:pt x="406" y="1262"/>
                      <a:pt x="369" y="1236"/>
                      <a:pt x="332" y="1236"/>
                    </a:cubicBezTo>
                    <a:cubicBezTo>
                      <a:pt x="323" y="1236"/>
                      <a:pt x="314" y="1237"/>
                      <a:pt x="304" y="1241"/>
                    </a:cubicBezTo>
                    <a:cubicBezTo>
                      <a:pt x="283" y="1262"/>
                      <a:pt x="242" y="1283"/>
                      <a:pt x="283" y="1330"/>
                    </a:cubicBezTo>
                    <a:cubicBezTo>
                      <a:pt x="325" y="1372"/>
                      <a:pt x="352" y="1372"/>
                      <a:pt x="352" y="1440"/>
                    </a:cubicBezTo>
                    <a:cubicBezTo>
                      <a:pt x="325" y="1482"/>
                      <a:pt x="352" y="1482"/>
                      <a:pt x="304" y="1524"/>
                    </a:cubicBezTo>
                    <a:cubicBezTo>
                      <a:pt x="262" y="1545"/>
                      <a:pt x="242" y="1545"/>
                      <a:pt x="262" y="1592"/>
                    </a:cubicBezTo>
                    <a:cubicBezTo>
                      <a:pt x="304" y="1613"/>
                      <a:pt x="325" y="1613"/>
                      <a:pt x="393" y="1634"/>
                    </a:cubicBezTo>
                    <a:cubicBezTo>
                      <a:pt x="435" y="1655"/>
                      <a:pt x="482" y="1676"/>
                      <a:pt x="524" y="1676"/>
                    </a:cubicBezTo>
                    <a:lnTo>
                      <a:pt x="566" y="1676"/>
                    </a:lnTo>
                    <a:lnTo>
                      <a:pt x="566" y="1702"/>
                    </a:lnTo>
                    <a:cubicBezTo>
                      <a:pt x="545" y="1723"/>
                      <a:pt x="566" y="1765"/>
                      <a:pt x="524" y="1807"/>
                    </a:cubicBezTo>
                    <a:cubicBezTo>
                      <a:pt x="503" y="1875"/>
                      <a:pt x="456" y="1854"/>
                      <a:pt x="435" y="1875"/>
                    </a:cubicBezTo>
                    <a:cubicBezTo>
                      <a:pt x="435" y="1917"/>
                      <a:pt x="414" y="1917"/>
                      <a:pt x="435" y="1985"/>
                    </a:cubicBezTo>
                    <a:cubicBezTo>
                      <a:pt x="456" y="2027"/>
                      <a:pt x="456" y="2048"/>
                      <a:pt x="414" y="2116"/>
                    </a:cubicBezTo>
                    <a:cubicBezTo>
                      <a:pt x="372" y="2179"/>
                      <a:pt x="352" y="2268"/>
                      <a:pt x="304" y="2357"/>
                    </a:cubicBezTo>
                    <a:cubicBezTo>
                      <a:pt x="262" y="2420"/>
                      <a:pt x="242" y="2488"/>
                      <a:pt x="242" y="2572"/>
                    </a:cubicBezTo>
                    <a:cubicBezTo>
                      <a:pt x="221" y="2682"/>
                      <a:pt x="262" y="2854"/>
                      <a:pt x="262" y="2943"/>
                    </a:cubicBezTo>
                    <a:cubicBezTo>
                      <a:pt x="242" y="3032"/>
                      <a:pt x="242" y="2985"/>
                      <a:pt x="242" y="3095"/>
                    </a:cubicBezTo>
                    <a:cubicBezTo>
                      <a:pt x="221" y="3184"/>
                      <a:pt x="173" y="3184"/>
                      <a:pt x="242" y="3247"/>
                    </a:cubicBezTo>
                    <a:cubicBezTo>
                      <a:pt x="304" y="3336"/>
                      <a:pt x="372" y="3404"/>
                      <a:pt x="435" y="3446"/>
                    </a:cubicBezTo>
                    <a:cubicBezTo>
                      <a:pt x="503" y="3509"/>
                      <a:pt x="524" y="3577"/>
                      <a:pt x="587" y="3619"/>
                    </a:cubicBezTo>
                    <a:cubicBezTo>
                      <a:pt x="655" y="3666"/>
                      <a:pt x="718" y="3708"/>
                      <a:pt x="786" y="3729"/>
                    </a:cubicBezTo>
                    <a:cubicBezTo>
                      <a:pt x="816" y="3744"/>
                      <a:pt x="824" y="3759"/>
                      <a:pt x="851" y="3759"/>
                    </a:cubicBezTo>
                    <a:cubicBezTo>
                      <a:pt x="862" y="3759"/>
                      <a:pt x="876" y="3756"/>
                      <a:pt x="896" y="3750"/>
                    </a:cubicBezTo>
                    <a:cubicBezTo>
                      <a:pt x="959" y="3750"/>
                      <a:pt x="959" y="3750"/>
                      <a:pt x="1048" y="3729"/>
                    </a:cubicBezTo>
                    <a:cubicBezTo>
                      <a:pt x="1158" y="3708"/>
                      <a:pt x="1111" y="3708"/>
                      <a:pt x="1221" y="3687"/>
                    </a:cubicBezTo>
                    <a:cubicBezTo>
                      <a:pt x="1310" y="3666"/>
                      <a:pt x="1310" y="3666"/>
                      <a:pt x="1373" y="3619"/>
                    </a:cubicBezTo>
                    <a:cubicBezTo>
                      <a:pt x="1399" y="3584"/>
                      <a:pt x="1417" y="3569"/>
                      <a:pt x="1435" y="3569"/>
                    </a:cubicBezTo>
                    <a:cubicBezTo>
                      <a:pt x="1449" y="3569"/>
                      <a:pt x="1464" y="3579"/>
                      <a:pt x="1483" y="3598"/>
                    </a:cubicBezTo>
                    <a:cubicBezTo>
                      <a:pt x="1522" y="3633"/>
                      <a:pt x="1510" y="3671"/>
                      <a:pt x="1544" y="3671"/>
                    </a:cubicBezTo>
                    <a:cubicBezTo>
                      <a:pt x="1551" y="3671"/>
                      <a:pt x="1560" y="3670"/>
                      <a:pt x="1572" y="3666"/>
                    </a:cubicBezTo>
                    <a:cubicBezTo>
                      <a:pt x="1623" y="3666"/>
                      <a:pt x="1604" y="3635"/>
                      <a:pt x="1633" y="3635"/>
                    </a:cubicBezTo>
                    <a:cubicBezTo>
                      <a:pt x="1640" y="3635"/>
                      <a:pt x="1648" y="3636"/>
                      <a:pt x="1661" y="3640"/>
                    </a:cubicBezTo>
                    <a:cubicBezTo>
                      <a:pt x="1745" y="3666"/>
                      <a:pt x="1765" y="3687"/>
                      <a:pt x="1745" y="3771"/>
                    </a:cubicBezTo>
                    <a:cubicBezTo>
                      <a:pt x="1724" y="3860"/>
                      <a:pt x="1682" y="3970"/>
                      <a:pt x="1703" y="4033"/>
                    </a:cubicBezTo>
                    <a:cubicBezTo>
                      <a:pt x="1724" y="4101"/>
                      <a:pt x="1745" y="4122"/>
                      <a:pt x="1765" y="4211"/>
                    </a:cubicBezTo>
                    <a:cubicBezTo>
                      <a:pt x="1792" y="4295"/>
                      <a:pt x="1792" y="4342"/>
                      <a:pt x="1765" y="4425"/>
                    </a:cubicBezTo>
                    <a:cubicBezTo>
                      <a:pt x="1765" y="4494"/>
                      <a:pt x="1765" y="4535"/>
                      <a:pt x="1745" y="4603"/>
                    </a:cubicBezTo>
                    <a:cubicBezTo>
                      <a:pt x="1745" y="4687"/>
                      <a:pt x="1745" y="4645"/>
                      <a:pt x="1703" y="4776"/>
                    </a:cubicBezTo>
                    <a:cubicBezTo>
                      <a:pt x="1682" y="4907"/>
                      <a:pt x="1635" y="4907"/>
                      <a:pt x="1661" y="5017"/>
                    </a:cubicBezTo>
                    <a:cubicBezTo>
                      <a:pt x="1661" y="5106"/>
                      <a:pt x="1614" y="5127"/>
                      <a:pt x="1635" y="5211"/>
                    </a:cubicBezTo>
                    <a:cubicBezTo>
                      <a:pt x="1635" y="5321"/>
                      <a:pt x="1614" y="5368"/>
                      <a:pt x="1593" y="5452"/>
                    </a:cubicBezTo>
                    <a:cubicBezTo>
                      <a:pt x="1551" y="5520"/>
                      <a:pt x="1572" y="5541"/>
                      <a:pt x="1551" y="5604"/>
                    </a:cubicBezTo>
                    <a:cubicBezTo>
                      <a:pt x="1551" y="5672"/>
                      <a:pt x="1530" y="5714"/>
                      <a:pt x="1504" y="5735"/>
                    </a:cubicBezTo>
                    <a:cubicBezTo>
                      <a:pt x="1486" y="5775"/>
                      <a:pt x="1467" y="5828"/>
                      <a:pt x="1507" y="5828"/>
                    </a:cubicBezTo>
                    <a:cubicBezTo>
                      <a:pt x="1513" y="5828"/>
                      <a:pt x="1521" y="5827"/>
                      <a:pt x="1530" y="5824"/>
                    </a:cubicBezTo>
                    <a:cubicBezTo>
                      <a:pt x="1572" y="5803"/>
                      <a:pt x="1745" y="5672"/>
                      <a:pt x="1834" y="5562"/>
                    </a:cubicBezTo>
                    <a:cubicBezTo>
                      <a:pt x="1923" y="5473"/>
                      <a:pt x="2095" y="5148"/>
                      <a:pt x="2184" y="5017"/>
                    </a:cubicBezTo>
                    <a:cubicBezTo>
                      <a:pt x="2289" y="4865"/>
                      <a:pt x="2420" y="4452"/>
                      <a:pt x="2467" y="4321"/>
                    </a:cubicBezTo>
                    <a:cubicBezTo>
                      <a:pt x="2509" y="4190"/>
                      <a:pt x="2551" y="3619"/>
                      <a:pt x="2577" y="3467"/>
                    </a:cubicBezTo>
                    <a:cubicBezTo>
                      <a:pt x="2619" y="3294"/>
                      <a:pt x="2577" y="2901"/>
                      <a:pt x="2551" y="2812"/>
                    </a:cubicBezTo>
                    <a:cubicBezTo>
                      <a:pt x="2551" y="2723"/>
                      <a:pt x="2467" y="2682"/>
                      <a:pt x="2446" y="2619"/>
                    </a:cubicBezTo>
                    <a:cubicBezTo>
                      <a:pt x="2420" y="2551"/>
                      <a:pt x="2378" y="2509"/>
                      <a:pt x="2357" y="2420"/>
                    </a:cubicBezTo>
                    <a:lnTo>
                      <a:pt x="2357" y="2357"/>
                    </a:lnTo>
                    <a:cubicBezTo>
                      <a:pt x="2399" y="2462"/>
                      <a:pt x="2420" y="2462"/>
                      <a:pt x="2488" y="2551"/>
                    </a:cubicBezTo>
                    <a:cubicBezTo>
                      <a:pt x="2509" y="2572"/>
                      <a:pt x="2509" y="2572"/>
                      <a:pt x="2530" y="2593"/>
                    </a:cubicBezTo>
                    <a:cubicBezTo>
                      <a:pt x="2268" y="1440"/>
                      <a:pt x="1462" y="456"/>
                      <a:pt x="37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0" name="Google Shape;2630;p58"/>
              <p:cNvSpPr/>
              <p:nvPr/>
            </p:nvSpPr>
            <p:spPr>
              <a:xfrm>
                <a:off x="4204749" y="507749"/>
                <a:ext cx="501754" cy="1118311"/>
              </a:xfrm>
              <a:custGeom>
                <a:avLst/>
                <a:gdLst/>
                <a:ahLst/>
                <a:cxnLst/>
                <a:rect l="l" t="t" r="r" b="b"/>
                <a:pathLst>
                  <a:path w="2662" h="5933" extrusionOk="0">
                    <a:moveTo>
                      <a:pt x="545" y="199"/>
                    </a:moveTo>
                    <a:cubicBezTo>
                      <a:pt x="566" y="220"/>
                      <a:pt x="587" y="220"/>
                      <a:pt x="634" y="241"/>
                    </a:cubicBezTo>
                    <a:lnTo>
                      <a:pt x="608" y="262"/>
                    </a:lnTo>
                    <a:lnTo>
                      <a:pt x="587" y="283"/>
                    </a:lnTo>
                    <a:cubicBezTo>
                      <a:pt x="566" y="309"/>
                      <a:pt x="566" y="330"/>
                      <a:pt x="566" y="330"/>
                    </a:cubicBezTo>
                    <a:lnTo>
                      <a:pt x="545" y="351"/>
                    </a:lnTo>
                    <a:cubicBezTo>
                      <a:pt x="545" y="330"/>
                      <a:pt x="524" y="309"/>
                      <a:pt x="477" y="283"/>
                    </a:cubicBezTo>
                    <a:lnTo>
                      <a:pt x="456" y="283"/>
                    </a:lnTo>
                    <a:cubicBezTo>
                      <a:pt x="477" y="283"/>
                      <a:pt x="503" y="283"/>
                      <a:pt x="503" y="262"/>
                    </a:cubicBezTo>
                    <a:cubicBezTo>
                      <a:pt x="545" y="241"/>
                      <a:pt x="545" y="220"/>
                      <a:pt x="545" y="199"/>
                    </a:cubicBezTo>
                    <a:close/>
                    <a:moveTo>
                      <a:pt x="435" y="414"/>
                    </a:moveTo>
                    <a:cubicBezTo>
                      <a:pt x="452" y="414"/>
                      <a:pt x="455" y="414"/>
                      <a:pt x="456" y="427"/>
                    </a:cubicBezTo>
                    <a:lnTo>
                      <a:pt x="456" y="427"/>
                    </a:lnTo>
                    <a:cubicBezTo>
                      <a:pt x="450" y="423"/>
                      <a:pt x="443" y="418"/>
                      <a:pt x="435" y="414"/>
                    </a:cubicBezTo>
                    <a:close/>
                    <a:moveTo>
                      <a:pt x="304" y="131"/>
                    </a:moveTo>
                    <a:lnTo>
                      <a:pt x="304" y="152"/>
                    </a:lnTo>
                    <a:lnTo>
                      <a:pt x="263" y="152"/>
                    </a:lnTo>
                    <a:cubicBezTo>
                      <a:pt x="242" y="178"/>
                      <a:pt x="242" y="178"/>
                      <a:pt x="242" y="199"/>
                    </a:cubicBezTo>
                    <a:lnTo>
                      <a:pt x="242" y="262"/>
                    </a:lnTo>
                    <a:cubicBezTo>
                      <a:pt x="263" y="283"/>
                      <a:pt x="263" y="283"/>
                      <a:pt x="283" y="283"/>
                    </a:cubicBezTo>
                    <a:cubicBezTo>
                      <a:pt x="283" y="309"/>
                      <a:pt x="304" y="309"/>
                      <a:pt x="325" y="330"/>
                    </a:cubicBezTo>
                    <a:cubicBezTo>
                      <a:pt x="346" y="351"/>
                      <a:pt x="346" y="372"/>
                      <a:pt x="373" y="393"/>
                    </a:cubicBezTo>
                    <a:cubicBezTo>
                      <a:pt x="346" y="393"/>
                      <a:pt x="346" y="414"/>
                      <a:pt x="325" y="414"/>
                    </a:cubicBezTo>
                    <a:lnTo>
                      <a:pt x="325" y="440"/>
                    </a:lnTo>
                    <a:cubicBezTo>
                      <a:pt x="304" y="440"/>
                      <a:pt x="304" y="440"/>
                      <a:pt x="283" y="414"/>
                    </a:cubicBezTo>
                    <a:cubicBezTo>
                      <a:pt x="215" y="372"/>
                      <a:pt x="215" y="351"/>
                      <a:pt x="174" y="330"/>
                    </a:cubicBezTo>
                    <a:cubicBezTo>
                      <a:pt x="174" y="309"/>
                      <a:pt x="174" y="309"/>
                      <a:pt x="194" y="283"/>
                    </a:cubicBezTo>
                    <a:cubicBezTo>
                      <a:pt x="194" y="241"/>
                      <a:pt x="174" y="199"/>
                      <a:pt x="174" y="178"/>
                    </a:cubicBezTo>
                    <a:cubicBezTo>
                      <a:pt x="153" y="152"/>
                      <a:pt x="132" y="131"/>
                      <a:pt x="111" y="131"/>
                    </a:cubicBezTo>
                    <a:close/>
                    <a:moveTo>
                      <a:pt x="494" y="460"/>
                    </a:moveTo>
                    <a:lnTo>
                      <a:pt x="494" y="460"/>
                    </a:lnTo>
                    <a:cubicBezTo>
                      <a:pt x="500" y="467"/>
                      <a:pt x="503" y="474"/>
                      <a:pt x="503" y="482"/>
                    </a:cubicBezTo>
                    <a:cubicBezTo>
                      <a:pt x="503" y="475"/>
                      <a:pt x="500" y="467"/>
                      <a:pt x="494" y="460"/>
                    </a:cubicBezTo>
                    <a:close/>
                    <a:moveTo>
                      <a:pt x="1462" y="964"/>
                    </a:moveTo>
                    <a:cubicBezTo>
                      <a:pt x="1462" y="985"/>
                      <a:pt x="1483" y="1027"/>
                      <a:pt x="1525" y="1047"/>
                    </a:cubicBezTo>
                    <a:cubicBezTo>
                      <a:pt x="1551" y="1068"/>
                      <a:pt x="1572" y="1095"/>
                      <a:pt x="1593" y="1095"/>
                    </a:cubicBezTo>
                    <a:cubicBezTo>
                      <a:pt x="1572" y="1116"/>
                      <a:pt x="1551" y="1116"/>
                      <a:pt x="1551" y="1137"/>
                    </a:cubicBezTo>
                    <a:cubicBezTo>
                      <a:pt x="1525" y="1095"/>
                      <a:pt x="1504" y="1068"/>
                      <a:pt x="1483" y="1047"/>
                    </a:cubicBezTo>
                    <a:cubicBezTo>
                      <a:pt x="1462" y="1047"/>
                      <a:pt x="1462" y="1027"/>
                      <a:pt x="1441" y="1027"/>
                    </a:cubicBezTo>
                    <a:cubicBezTo>
                      <a:pt x="1462" y="985"/>
                      <a:pt x="1441" y="985"/>
                      <a:pt x="1441" y="964"/>
                    </a:cubicBezTo>
                    <a:close/>
                    <a:moveTo>
                      <a:pt x="1310" y="1330"/>
                    </a:moveTo>
                    <a:lnTo>
                      <a:pt x="1331" y="1356"/>
                    </a:lnTo>
                    <a:lnTo>
                      <a:pt x="1352" y="1356"/>
                    </a:lnTo>
                    <a:cubicBezTo>
                      <a:pt x="1331" y="1356"/>
                      <a:pt x="1331" y="1377"/>
                      <a:pt x="1331" y="1377"/>
                    </a:cubicBezTo>
                    <a:cubicBezTo>
                      <a:pt x="1331" y="1377"/>
                      <a:pt x="1331" y="1356"/>
                      <a:pt x="1310" y="1330"/>
                    </a:cubicBezTo>
                    <a:close/>
                    <a:moveTo>
                      <a:pt x="1745" y="1116"/>
                    </a:moveTo>
                    <a:cubicBezTo>
                      <a:pt x="1786" y="1178"/>
                      <a:pt x="1813" y="1246"/>
                      <a:pt x="1876" y="1309"/>
                    </a:cubicBezTo>
                    <a:lnTo>
                      <a:pt x="1834" y="1309"/>
                    </a:lnTo>
                    <a:cubicBezTo>
                      <a:pt x="1813" y="1309"/>
                      <a:pt x="1786" y="1309"/>
                      <a:pt x="1786" y="1330"/>
                    </a:cubicBezTo>
                    <a:cubicBezTo>
                      <a:pt x="1766" y="1330"/>
                      <a:pt x="1766" y="1356"/>
                      <a:pt x="1766" y="1356"/>
                    </a:cubicBezTo>
                    <a:lnTo>
                      <a:pt x="1766" y="1398"/>
                    </a:lnTo>
                    <a:cubicBezTo>
                      <a:pt x="1745" y="1398"/>
                      <a:pt x="1724" y="1398"/>
                      <a:pt x="1724" y="1377"/>
                    </a:cubicBezTo>
                    <a:lnTo>
                      <a:pt x="1682" y="1377"/>
                    </a:lnTo>
                    <a:cubicBezTo>
                      <a:pt x="1682" y="1377"/>
                      <a:pt x="1656" y="1330"/>
                      <a:pt x="1635" y="1309"/>
                    </a:cubicBezTo>
                    <a:cubicBezTo>
                      <a:pt x="1635" y="1288"/>
                      <a:pt x="1614" y="1267"/>
                      <a:pt x="1593" y="1246"/>
                    </a:cubicBezTo>
                    <a:lnTo>
                      <a:pt x="1614" y="1226"/>
                    </a:lnTo>
                    <a:cubicBezTo>
                      <a:pt x="1635" y="1199"/>
                      <a:pt x="1635" y="1178"/>
                      <a:pt x="1635" y="1178"/>
                    </a:cubicBezTo>
                    <a:lnTo>
                      <a:pt x="1682" y="1178"/>
                    </a:lnTo>
                    <a:lnTo>
                      <a:pt x="1745" y="1116"/>
                    </a:lnTo>
                    <a:close/>
                    <a:moveTo>
                      <a:pt x="896" y="1246"/>
                    </a:moveTo>
                    <a:cubicBezTo>
                      <a:pt x="917" y="1267"/>
                      <a:pt x="917" y="1267"/>
                      <a:pt x="917" y="1288"/>
                    </a:cubicBezTo>
                    <a:cubicBezTo>
                      <a:pt x="938" y="1288"/>
                      <a:pt x="959" y="1288"/>
                      <a:pt x="980" y="1309"/>
                    </a:cubicBezTo>
                    <a:lnTo>
                      <a:pt x="1069" y="1309"/>
                    </a:lnTo>
                    <a:cubicBezTo>
                      <a:pt x="1069" y="1309"/>
                      <a:pt x="1090" y="1309"/>
                      <a:pt x="1132" y="1330"/>
                    </a:cubicBezTo>
                    <a:cubicBezTo>
                      <a:pt x="1200" y="1356"/>
                      <a:pt x="1200" y="1356"/>
                      <a:pt x="1242" y="1398"/>
                    </a:cubicBezTo>
                    <a:cubicBezTo>
                      <a:pt x="1263" y="1419"/>
                      <a:pt x="1263" y="1440"/>
                      <a:pt x="1263" y="1440"/>
                    </a:cubicBezTo>
                    <a:lnTo>
                      <a:pt x="1242" y="1440"/>
                    </a:lnTo>
                    <a:cubicBezTo>
                      <a:pt x="1242" y="1461"/>
                      <a:pt x="1242" y="1461"/>
                      <a:pt x="1221" y="1461"/>
                    </a:cubicBezTo>
                    <a:lnTo>
                      <a:pt x="1221" y="1529"/>
                    </a:lnTo>
                    <a:lnTo>
                      <a:pt x="1200" y="1508"/>
                    </a:lnTo>
                    <a:cubicBezTo>
                      <a:pt x="1111" y="1529"/>
                      <a:pt x="1048" y="1529"/>
                      <a:pt x="980" y="1571"/>
                    </a:cubicBezTo>
                    <a:cubicBezTo>
                      <a:pt x="980" y="1571"/>
                      <a:pt x="938" y="1592"/>
                      <a:pt x="917" y="1618"/>
                    </a:cubicBezTo>
                    <a:cubicBezTo>
                      <a:pt x="896" y="1618"/>
                      <a:pt x="870" y="1639"/>
                      <a:pt x="849" y="1639"/>
                    </a:cubicBezTo>
                    <a:lnTo>
                      <a:pt x="849" y="1550"/>
                    </a:lnTo>
                    <a:cubicBezTo>
                      <a:pt x="849" y="1508"/>
                      <a:pt x="807" y="1487"/>
                      <a:pt x="786" y="1461"/>
                    </a:cubicBezTo>
                    <a:lnTo>
                      <a:pt x="807" y="1461"/>
                    </a:lnTo>
                    <a:cubicBezTo>
                      <a:pt x="828" y="1461"/>
                      <a:pt x="849" y="1440"/>
                      <a:pt x="849" y="1419"/>
                    </a:cubicBezTo>
                    <a:lnTo>
                      <a:pt x="870" y="1398"/>
                    </a:lnTo>
                    <a:cubicBezTo>
                      <a:pt x="870" y="1398"/>
                      <a:pt x="870" y="1377"/>
                      <a:pt x="896" y="1356"/>
                    </a:cubicBezTo>
                    <a:cubicBezTo>
                      <a:pt x="896" y="1356"/>
                      <a:pt x="896" y="1309"/>
                      <a:pt x="870" y="1309"/>
                    </a:cubicBezTo>
                    <a:lnTo>
                      <a:pt x="870" y="1288"/>
                    </a:lnTo>
                    <a:lnTo>
                      <a:pt x="870" y="1267"/>
                    </a:lnTo>
                    <a:cubicBezTo>
                      <a:pt x="896" y="1267"/>
                      <a:pt x="896" y="1267"/>
                      <a:pt x="896" y="1246"/>
                    </a:cubicBezTo>
                    <a:close/>
                    <a:moveTo>
                      <a:pt x="765" y="330"/>
                    </a:moveTo>
                    <a:cubicBezTo>
                      <a:pt x="1001" y="461"/>
                      <a:pt x="1221" y="634"/>
                      <a:pt x="1420" y="807"/>
                    </a:cubicBezTo>
                    <a:lnTo>
                      <a:pt x="1420" y="833"/>
                    </a:lnTo>
                    <a:lnTo>
                      <a:pt x="1394" y="833"/>
                    </a:lnTo>
                    <a:lnTo>
                      <a:pt x="1373" y="854"/>
                    </a:lnTo>
                    <a:lnTo>
                      <a:pt x="1373" y="875"/>
                    </a:lnTo>
                    <a:lnTo>
                      <a:pt x="1352" y="896"/>
                    </a:lnTo>
                    <a:cubicBezTo>
                      <a:pt x="1331" y="917"/>
                      <a:pt x="1331" y="938"/>
                      <a:pt x="1331" y="964"/>
                    </a:cubicBezTo>
                    <a:cubicBezTo>
                      <a:pt x="1331" y="985"/>
                      <a:pt x="1352" y="1006"/>
                      <a:pt x="1352" y="1006"/>
                    </a:cubicBezTo>
                    <a:cubicBezTo>
                      <a:pt x="1331" y="1027"/>
                      <a:pt x="1352" y="1068"/>
                      <a:pt x="1352" y="1068"/>
                    </a:cubicBezTo>
                    <a:cubicBezTo>
                      <a:pt x="1373" y="1095"/>
                      <a:pt x="1394" y="1116"/>
                      <a:pt x="1394" y="1137"/>
                    </a:cubicBezTo>
                    <a:lnTo>
                      <a:pt x="1441" y="1178"/>
                    </a:lnTo>
                    <a:cubicBezTo>
                      <a:pt x="1420" y="1199"/>
                      <a:pt x="1394" y="1226"/>
                      <a:pt x="1394" y="1246"/>
                    </a:cubicBezTo>
                    <a:cubicBezTo>
                      <a:pt x="1352" y="1199"/>
                      <a:pt x="1331" y="1199"/>
                      <a:pt x="1289" y="1178"/>
                    </a:cubicBezTo>
                    <a:lnTo>
                      <a:pt x="1158" y="1137"/>
                    </a:lnTo>
                    <a:cubicBezTo>
                      <a:pt x="1111" y="1116"/>
                      <a:pt x="1111" y="1116"/>
                      <a:pt x="1111" y="1095"/>
                    </a:cubicBezTo>
                    <a:cubicBezTo>
                      <a:pt x="1111" y="1095"/>
                      <a:pt x="1090" y="1068"/>
                      <a:pt x="1069" y="1047"/>
                    </a:cubicBezTo>
                    <a:cubicBezTo>
                      <a:pt x="1048" y="1027"/>
                      <a:pt x="1027" y="1006"/>
                      <a:pt x="1001" y="1006"/>
                    </a:cubicBezTo>
                    <a:cubicBezTo>
                      <a:pt x="980" y="1006"/>
                      <a:pt x="959" y="1006"/>
                      <a:pt x="959" y="1027"/>
                    </a:cubicBezTo>
                    <a:cubicBezTo>
                      <a:pt x="938" y="1027"/>
                      <a:pt x="938" y="1047"/>
                      <a:pt x="938" y="1047"/>
                    </a:cubicBezTo>
                    <a:cubicBezTo>
                      <a:pt x="917" y="1068"/>
                      <a:pt x="917" y="1116"/>
                      <a:pt x="938" y="1116"/>
                    </a:cubicBezTo>
                    <a:cubicBezTo>
                      <a:pt x="938" y="1137"/>
                      <a:pt x="959" y="1157"/>
                      <a:pt x="959" y="1157"/>
                    </a:cubicBezTo>
                    <a:cubicBezTo>
                      <a:pt x="980" y="1157"/>
                      <a:pt x="1001" y="1178"/>
                      <a:pt x="1027" y="1199"/>
                    </a:cubicBezTo>
                    <a:lnTo>
                      <a:pt x="980" y="1199"/>
                    </a:lnTo>
                    <a:lnTo>
                      <a:pt x="980" y="1178"/>
                    </a:lnTo>
                    <a:cubicBezTo>
                      <a:pt x="959" y="1157"/>
                      <a:pt x="938" y="1157"/>
                      <a:pt x="917" y="1137"/>
                    </a:cubicBezTo>
                    <a:lnTo>
                      <a:pt x="849" y="1137"/>
                    </a:lnTo>
                    <a:lnTo>
                      <a:pt x="828" y="1157"/>
                    </a:lnTo>
                    <a:cubicBezTo>
                      <a:pt x="807" y="1178"/>
                      <a:pt x="828" y="1178"/>
                      <a:pt x="828" y="1178"/>
                    </a:cubicBezTo>
                    <a:lnTo>
                      <a:pt x="807" y="1199"/>
                    </a:lnTo>
                    <a:lnTo>
                      <a:pt x="718" y="1199"/>
                    </a:lnTo>
                    <a:lnTo>
                      <a:pt x="697" y="1226"/>
                    </a:lnTo>
                    <a:lnTo>
                      <a:pt x="676" y="1246"/>
                    </a:lnTo>
                    <a:lnTo>
                      <a:pt x="697" y="1267"/>
                    </a:lnTo>
                    <a:lnTo>
                      <a:pt x="697" y="1288"/>
                    </a:lnTo>
                    <a:lnTo>
                      <a:pt x="718" y="1288"/>
                    </a:lnTo>
                    <a:lnTo>
                      <a:pt x="718" y="1309"/>
                    </a:lnTo>
                    <a:cubicBezTo>
                      <a:pt x="739" y="1309"/>
                      <a:pt x="765" y="1330"/>
                      <a:pt x="765" y="1330"/>
                    </a:cubicBezTo>
                    <a:lnTo>
                      <a:pt x="786" y="1356"/>
                    </a:lnTo>
                    <a:cubicBezTo>
                      <a:pt x="765" y="1356"/>
                      <a:pt x="765" y="1356"/>
                      <a:pt x="765" y="1377"/>
                    </a:cubicBezTo>
                    <a:lnTo>
                      <a:pt x="739" y="1377"/>
                    </a:lnTo>
                    <a:cubicBezTo>
                      <a:pt x="718" y="1377"/>
                      <a:pt x="697" y="1398"/>
                      <a:pt x="697" y="1398"/>
                    </a:cubicBezTo>
                    <a:cubicBezTo>
                      <a:pt x="676" y="1419"/>
                      <a:pt x="676" y="1461"/>
                      <a:pt x="676" y="1487"/>
                    </a:cubicBezTo>
                    <a:cubicBezTo>
                      <a:pt x="697" y="1508"/>
                      <a:pt x="697" y="1529"/>
                      <a:pt x="718" y="1529"/>
                    </a:cubicBezTo>
                    <a:cubicBezTo>
                      <a:pt x="739" y="1550"/>
                      <a:pt x="739" y="1571"/>
                      <a:pt x="739" y="1571"/>
                    </a:cubicBezTo>
                    <a:cubicBezTo>
                      <a:pt x="765" y="1592"/>
                      <a:pt x="739" y="1592"/>
                      <a:pt x="765" y="1592"/>
                    </a:cubicBezTo>
                    <a:cubicBezTo>
                      <a:pt x="765" y="1592"/>
                      <a:pt x="739" y="1592"/>
                      <a:pt x="718" y="1618"/>
                    </a:cubicBezTo>
                    <a:lnTo>
                      <a:pt x="676" y="1618"/>
                    </a:lnTo>
                    <a:cubicBezTo>
                      <a:pt x="676" y="1639"/>
                      <a:pt x="634" y="1639"/>
                      <a:pt x="608" y="1660"/>
                    </a:cubicBezTo>
                    <a:cubicBezTo>
                      <a:pt x="608" y="1681"/>
                      <a:pt x="587" y="1681"/>
                      <a:pt x="587" y="1681"/>
                    </a:cubicBezTo>
                    <a:lnTo>
                      <a:pt x="545" y="1681"/>
                    </a:lnTo>
                    <a:cubicBezTo>
                      <a:pt x="503" y="1660"/>
                      <a:pt x="477" y="1660"/>
                      <a:pt x="435" y="1639"/>
                    </a:cubicBezTo>
                    <a:cubicBezTo>
                      <a:pt x="393" y="1618"/>
                      <a:pt x="373" y="1618"/>
                      <a:pt x="373" y="1618"/>
                    </a:cubicBezTo>
                    <a:cubicBezTo>
                      <a:pt x="393" y="1592"/>
                      <a:pt x="393" y="1571"/>
                      <a:pt x="414" y="1550"/>
                    </a:cubicBezTo>
                    <a:lnTo>
                      <a:pt x="414" y="1487"/>
                    </a:lnTo>
                    <a:lnTo>
                      <a:pt x="414" y="1419"/>
                    </a:lnTo>
                    <a:lnTo>
                      <a:pt x="393" y="1398"/>
                    </a:lnTo>
                    <a:cubicBezTo>
                      <a:pt x="373" y="1377"/>
                      <a:pt x="346" y="1377"/>
                      <a:pt x="346" y="1356"/>
                    </a:cubicBezTo>
                    <a:lnTo>
                      <a:pt x="373" y="1330"/>
                    </a:lnTo>
                    <a:cubicBezTo>
                      <a:pt x="393" y="1356"/>
                      <a:pt x="435" y="1356"/>
                      <a:pt x="477" y="1356"/>
                    </a:cubicBezTo>
                    <a:lnTo>
                      <a:pt x="566" y="1356"/>
                    </a:lnTo>
                    <a:cubicBezTo>
                      <a:pt x="587" y="1330"/>
                      <a:pt x="587" y="1330"/>
                      <a:pt x="608" y="1309"/>
                    </a:cubicBezTo>
                    <a:lnTo>
                      <a:pt x="608" y="1267"/>
                    </a:lnTo>
                    <a:cubicBezTo>
                      <a:pt x="608" y="1246"/>
                      <a:pt x="608" y="1226"/>
                      <a:pt x="587" y="1199"/>
                    </a:cubicBezTo>
                    <a:cubicBezTo>
                      <a:pt x="587" y="1178"/>
                      <a:pt x="587" y="1178"/>
                      <a:pt x="566" y="1157"/>
                    </a:cubicBezTo>
                    <a:cubicBezTo>
                      <a:pt x="566" y="1137"/>
                      <a:pt x="566" y="1137"/>
                      <a:pt x="524" y="1068"/>
                    </a:cubicBezTo>
                    <a:cubicBezTo>
                      <a:pt x="524" y="1068"/>
                      <a:pt x="503" y="1047"/>
                      <a:pt x="503" y="1027"/>
                    </a:cubicBezTo>
                    <a:lnTo>
                      <a:pt x="414" y="1027"/>
                    </a:lnTo>
                    <a:cubicBezTo>
                      <a:pt x="435" y="1006"/>
                      <a:pt x="456" y="1006"/>
                      <a:pt x="477" y="985"/>
                    </a:cubicBezTo>
                    <a:lnTo>
                      <a:pt x="503" y="964"/>
                    </a:lnTo>
                    <a:lnTo>
                      <a:pt x="524" y="938"/>
                    </a:lnTo>
                    <a:lnTo>
                      <a:pt x="524" y="917"/>
                    </a:lnTo>
                    <a:lnTo>
                      <a:pt x="545" y="896"/>
                    </a:lnTo>
                    <a:cubicBezTo>
                      <a:pt x="545" y="896"/>
                      <a:pt x="566" y="875"/>
                      <a:pt x="566" y="854"/>
                    </a:cubicBezTo>
                    <a:lnTo>
                      <a:pt x="566" y="833"/>
                    </a:lnTo>
                    <a:cubicBezTo>
                      <a:pt x="566" y="786"/>
                      <a:pt x="545" y="807"/>
                      <a:pt x="566" y="765"/>
                    </a:cubicBezTo>
                    <a:lnTo>
                      <a:pt x="587" y="744"/>
                    </a:lnTo>
                    <a:lnTo>
                      <a:pt x="608" y="723"/>
                    </a:lnTo>
                    <a:cubicBezTo>
                      <a:pt x="634" y="723"/>
                      <a:pt x="634" y="702"/>
                      <a:pt x="634" y="702"/>
                    </a:cubicBezTo>
                    <a:lnTo>
                      <a:pt x="655" y="676"/>
                    </a:lnTo>
                    <a:cubicBezTo>
                      <a:pt x="676" y="702"/>
                      <a:pt x="697" y="702"/>
                      <a:pt x="739" y="702"/>
                    </a:cubicBezTo>
                    <a:lnTo>
                      <a:pt x="828" y="702"/>
                    </a:lnTo>
                    <a:cubicBezTo>
                      <a:pt x="849" y="676"/>
                      <a:pt x="849" y="655"/>
                      <a:pt x="849" y="655"/>
                    </a:cubicBezTo>
                    <a:lnTo>
                      <a:pt x="849" y="634"/>
                    </a:lnTo>
                    <a:cubicBezTo>
                      <a:pt x="849" y="613"/>
                      <a:pt x="849" y="592"/>
                      <a:pt x="828" y="571"/>
                    </a:cubicBezTo>
                    <a:cubicBezTo>
                      <a:pt x="828" y="545"/>
                      <a:pt x="807" y="545"/>
                      <a:pt x="807" y="545"/>
                    </a:cubicBezTo>
                    <a:cubicBezTo>
                      <a:pt x="786" y="545"/>
                      <a:pt x="786" y="545"/>
                      <a:pt x="786" y="524"/>
                    </a:cubicBezTo>
                    <a:lnTo>
                      <a:pt x="786" y="503"/>
                    </a:lnTo>
                    <a:cubicBezTo>
                      <a:pt x="786" y="482"/>
                      <a:pt x="765" y="461"/>
                      <a:pt x="739" y="440"/>
                    </a:cubicBezTo>
                    <a:cubicBezTo>
                      <a:pt x="739" y="414"/>
                      <a:pt x="718" y="414"/>
                      <a:pt x="718" y="414"/>
                    </a:cubicBezTo>
                    <a:lnTo>
                      <a:pt x="739" y="414"/>
                    </a:lnTo>
                    <a:cubicBezTo>
                      <a:pt x="765" y="393"/>
                      <a:pt x="765" y="372"/>
                      <a:pt x="765" y="351"/>
                    </a:cubicBezTo>
                    <a:lnTo>
                      <a:pt x="765" y="330"/>
                    </a:lnTo>
                    <a:close/>
                    <a:moveTo>
                      <a:pt x="1441" y="1419"/>
                    </a:moveTo>
                    <a:cubicBezTo>
                      <a:pt x="1462" y="1440"/>
                      <a:pt x="1483" y="1461"/>
                      <a:pt x="1504" y="1487"/>
                    </a:cubicBezTo>
                    <a:lnTo>
                      <a:pt x="1525" y="1508"/>
                    </a:lnTo>
                    <a:cubicBezTo>
                      <a:pt x="1525" y="1529"/>
                      <a:pt x="1525" y="1529"/>
                      <a:pt x="1572" y="1529"/>
                    </a:cubicBezTo>
                    <a:cubicBezTo>
                      <a:pt x="1572" y="1540"/>
                      <a:pt x="1577" y="1545"/>
                      <a:pt x="1585" y="1545"/>
                    </a:cubicBezTo>
                    <a:cubicBezTo>
                      <a:pt x="1593" y="1545"/>
                      <a:pt x="1603" y="1540"/>
                      <a:pt x="1614" y="1529"/>
                    </a:cubicBezTo>
                    <a:cubicBezTo>
                      <a:pt x="1635" y="1508"/>
                      <a:pt x="1635" y="1508"/>
                      <a:pt x="1635" y="1487"/>
                    </a:cubicBezTo>
                    <a:lnTo>
                      <a:pt x="1635" y="1461"/>
                    </a:lnTo>
                    <a:cubicBezTo>
                      <a:pt x="1656" y="1461"/>
                      <a:pt x="1682" y="1487"/>
                      <a:pt x="1682" y="1487"/>
                    </a:cubicBezTo>
                    <a:cubicBezTo>
                      <a:pt x="1724" y="1487"/>
                      <a:pt x="1745" y="1508"/>
                      <a:pt x="1745" y="1508"/>
                    </a:cubicBezTo>
                    <a:lnTo>
                      <a:pt x="1766" y="1508"/>
                    </a:lnTo>
                    <a:cubicBezTo>
                      <a:pt x="1766" y="1508"/>
                      <a:pt x="1775" y="1518"/>
                      <a:pt x="1789" y="1518"/>
                    </a:cubicBezTo>
                    <a:cubicBezTo>
                      <a:pt x="1796" y="1518"/>
                      <a:pt x="1804" y="1515"/>
                      <a:pt x="1813" y="1508"/>
                    </a:cubicBezTo>
                    <a:lnTo>
                      <a:pt x="1834" y="1508"/>
                    </a:lnTo>
                    <a:cubicBezTo>
                      <a:pt x="1834" y="1550"/>
                      <a:pt x="1855" y="1571"/>
                      <a:pt x="1855" y="1592"/>
                    </a:cubicBezTo>
                    <a:cubicBezTo>
                      <a:pt x="1876" y="1618"/>
                      <a:pt x="1896" y="1639"/>
                      <a:pt x="1917" y="1660"/>
                    </a:cubicBezTo>
                    <a:lnTo>
                      <a:pt x="1896" y="1681"/>
                    </a:lnTo>
                    <a:cubicBezTo>
                      <a:pt x="1896" y="1681"/>
                      <a:pt x="1896" y="1702"/>
                      <a:pt x="1876" y="1702"/>
                    </a:cubicBezTo>
                    <a:cubicBezTo>
                      <a:pt x="1834" y="1681"/>
                      <a:pt x="1786" y="1660"/>
                      <a:pt x="1745" y="1660"/>
                    </a:cubicBezTo>
                    <a:cubicBezTo>
                      <a:pt x="1703" y="1660"/>
                      <a:pt x="1682" y="1681"/>
                      <a:pt x="1656" y="1702"/>
                    </a:cubicBezTo>
                    <a:cubicBezTo>
                      <a:pt x="1635" y="1749"/>
                      <a:pt x="1635" y="1770"/>
                      <a:pt x="1635" y="1812"/>
                    </a:cubicBezTo>
                    <a:cubicBezTo>
                      <a:pt x="1614" y="1791"/>
                      <a:pt x="1593" y="1791"/>
                      <a:pt x="1551" y="1770"/>
                    </a:cubicBezTo>
                    <a:cubicBezTo>
                      <a:pt x="1504" y="1749"/>
                      <a:pt x="1483" y="1749"/>
                      <a:pt x="1462" y="1749"/>
                    </a:cubicBezTo>
                    <a:cubicBezTo>
                      <a:pt x="1462" y="1749"/>
                      <a:pt x="1441" y="1749"/>
                      <a:pt x="1420" y="1723"/>
                    </a:cubicBezTo>
                    <a:cubicBezTo>
                      <a:pt x="1373" y="1660"/>
                      <a:pt x="1352" y="1660"/>
                      <a:pt x="1331" y="1618"/>
                    </a:cubicBezTo>
                    <a:lnTo>
                      <a:pt x="1331" y="1618"/>
                    </a:lnTo>
                    <a:lnTo>
                      <a:pt x="1352" y="1639"/>
                    </a:lnTo>
                    <a:cubicBezTo>
                      <a:pt x="1373" y="1639"/>
                      <a:pt x="1394" y="1639"/>
                      <a:pt x="1420" y="1618"/>
                    </a:cubicBezTo>
                    <a:cubicBezTo>
                      <a:pt x="1441" y="1592"/>
                      <a:pt x="1441" y="1571"/>
                      <a:pt x="1441" y="1550"/>
                    </a:cubicBezTo>
                    <a:lnTo>
                      <a:pt x="1441" y="1487"/>
                    </a:lnTo>
                    <a:lnTo>
                      <a:pt x="1441" y="1419"/>
                    </a:lnTo>
                    <a:close/>
                    <a:moveTo>
                      <a:pt x="2075" y="1791"/>
                    </a:moveTo>
                    <a:lnTo>
                      <a:pt x="2048" y="1812"/>
                    </a:lnTo>
                    <a:lnTo>
                      <a:pt x="2027" y="1812"/>
                    </a:lnTo>
                    <a:lnTo>
                      <a:pt x="2027" y="1833"/>
                    </a:lnTo>
                    <a:lnTo>
                      <a:pt x="2027" y="1854"/>
                    </a:lnTo>
                    <a:lnTo>
                      <a:pt x="2027" y="1880"/>
                    </a:lnTo>
                    <a:cubicBezTo>
                      <a:pt x="2027" y="1880"/>
                      <a:pt x="2027" y="1901"/>
                      <a:pt x="2048" y="1901"/>
                    </a:cubicBezTo>
                    <a:cubicBezTo>
                      <a:pt x="2048" y="1922"/>
                      <a:pt x="2075" y="1964"/>
                      <a:pt x="2075" y="1985"/>
                    </a:cubicBezTo>
                    <a:cubicBezTo>
                      <a:pt x="2116" y="2032"/>
                      <a:pt x="2137" y="2053"/>
                      <a:pt x="2179" y="2116"/>
                    </a:cubicBezTo>
                    <a:cubicBezTo>
                      <a:pt x="2179" y="2142"/>
                      <a:pt x="2179" y="2142"/>
                      <a:pt x="2205" y="2163"/>
                    </a:cubicBezTo>
                    <a:lnTo>
                      <a:pt x="2289" y="2116"/>
                    </a:lnTo>
                    <a:lnTo>
                      <a:pt x="2289" y="2095"/>
                    </a:lnTo>
                    <a:cubicBezTo>
                      <a:pt x="2268" y="2095"/>
                      <a:pt x="2268" y="2074"/>
                      <a:pt x="2268" y="2074"/>
                    </a:cubicBezTo>
                    <a:cubicBezTo>
                      <a:pt x="2247" y="2032"/>
                      <a:pt x="2226" y="1985"/>
                      <a:pt x="2205" y="1943"/>
                    </a:cubicBezTo>
                    <a:cubicBezTo>
                      <a:pt x="2179" y="1901"/>
                      <a:pt x="2158" y="1854"/>
                      <a:pt x="2137" y="1812"/>
                    </a:cubicBezTo>
                    <a:lnTo>
                      <a:pt x="2116" y="1812"/>
                    </a:lnTo>
                    <a:cubicBezTo>
                      <a:pt x="2116" y="1812"/>
                      <a:pt x="2095" y="1791"/>
                      <a:pt x="2075" y="1791"/>
                    </a:cubicBezTo>
                    <a:close/>
                    <a:moveTo>
                      <a:pt x="1896" y="1377"/>
                    </a:moveTo>
                    <a:cubicBezTo>
                      <a:pt x="2116" y="1681"/>
                      <a:pt x="2289" y="2032"/>
                      <a:pt x="2399" y="2378"/>
                    </a:cubicBezTo>
                    <a:lnTo>
                      <a:pt x="2310" y="2425"/>
                    </a:lnTo>
                    <a:cubicBezTo>
                      <a:pt x="2310" y="2446"/>
                      <a:pt x="2336" y="2446"/>
                      <a:pt x="2336" y="2467"/>
                    </a:cubicBezTo>
                    <a:cubicBezTo>
                      <a:pt x="2357" y="2577"/>
                      <a:pt x="2399" y="2619"/>
                      <a:pt x="2420" y="2687"/>
                    </a:cubicBezTo>
                    <a:cubicBezTo>
                      <a:pt x="2441" y="2729"/>
                      <a:pt x="2467" y="2749"/>
                      <a:pt x="2488" y="2770"/>
                    </a:cubicBezTo>
                    <a:cubicBezTo>
                      <a:pt x="2509" y="2818"/>
                      <a:pt x="2530" y="2839"/>
                      <a:pt x="2530" y="2859"/>
                    </a:cubicBezTo>
                    <a:cubicBezTo>
                      <a:pt x="2530" y="2901"/>
                      <a:pt x="2551" y="3032"/>
                      <a:pt x="2551" y="3163"/>
                    </a:cubicBezTo>
                    <a:lnTo>
                      <a:pt x="2551" y="3493"/>
                    </a:lnTo>
                    <a:cubicBezTo>
                      <a:pt x="2530" y="3582"/>
                      <a:pt x="2509" y="3776"/>
                      <a:pt x="2509" y="3949"/>
                    </a:cubicBezTo>
                    <a:cubicBezTo>
                      <a:pt x="2488" y="4038"/>
                      <a:pt x="2488" y="4127"/>
                      <a:pt x="2467" y="4190"/>
                    </a:cubicBezTo>
                    <a:cubicBezTo>
                      <a:pt x="2467" y="4258"/>
                      <a:pt x="2441" y="4321"/>
                      <a:pt x="2441" y="4342"/>
                    </a:cubicBezTo>
                    <a:cubicBezTo>
                      <a:pt x="2399" y="4410"/>
                      <a:pt x="2357" y="4541"/>
                      <a:pt x="2310" y="4692"/>
                    </a:cubicBezTo>
                    <a:cubicBezTo>
                      <a:pt x="2268" y="4823"/>
                      <a:pt x="2205" y="4975"/>
                      <a:pt x="2179" y="5022"/>
                    </a:cubicBezTo>
                    <a:cubicBezTo>
                      <a:pt x="2116" y="5085"/>
                      <a:pt x="2048" y="5216"/>
                      <a:pt x="1985" y="5326"/>
                    </a:cubicBezTo>
                    <a:cubicBezTo>
                      <a:pt x="1917" y="5436"/>
                      <a:pt x="1855" y="5546"/>
                      <a:pt x="1813" y="5588"/>
                    </a:cubicBezTo>
                    <a:cubicBezTo>
                      <a:pt x="1766" y="5630"/>
                      <a:pt x="1703" y="5698"/>
                      <a:pt x="1656" y="5740"/>
                    </a:cubicBezTo>
                    <a:cubicBezTo>
                      <a:pt x="1614" y="5761"/>
                      <a:pt x="1614" y="5761"/>
                      <a:pt x="1572" y="5782"/>
                    </a:cubicBezTo>
                    <a:cubicBezTo>
                      <a:pt x="1593" y="5761"/>
                      <a:pt x="1614" y="5719"/>
                      <a:pt x="1635" y="5677"/>
                    </a:cubicBezTo>
                    <a:cubicBezTo>
                      <a:pt x="1635" y="5588"/>
                      <a:pt x="1635" y="5588"/>
                      <a:pt x="1656" y="5499"/>
                    </a:cubicBezTo>
                    <a:cubicBezTo>
                      <a:pt x="1682" y="5436"/>
                      <a:pt x="1703" y="5368"/>
                      <a:pt x="1703" y="5258"/>
                    </a:cubicBezTo>
                    <a:lnTo>
                      <a:pt x="1703" y="5174"/>
                    </a:lnTo>
                    <a:cubicBezTo>
                      <a:pt x="1724" y="5153"/>
                      <a:pt x="1724" y="5106"/>
                      <a:pt x="1724" y="5064"/>
                    </a:cubicBezTo>
                    <a:cubicBezTo>
                      <a:pt x="1724" y="5022"/>
                      <a:pt x="1724" y="4996"/>
                      <a:pt x="1745" y="4975"/>
                    </a:cubicBezTo>
                    <a:cubicBezTo>
                      <a:pt x="1745" y="4933"/>
                      <a:pt x="1766" y="4891"/>
                      <a:pt x="1786" y="4823"/>
                    </a:cubicBezTo>
                    <a:cubicBezTo>
                      <a:pt x="1786" y="4760"/>
                      <a:pt x="1813" y="4760"/>
                      <a:pt x="1813" y="4734"/>
                    </a:cubicBezTo>
                    <a:cubicBezTo>
                      <a:pt x="1813" y="4734"/>
                      <a:pt x="1813" y="4713"/>
                      <a:pt x="1834" y="4671"/>
                    </a:cubicBezTo>
                    <a:cubicBezTo>
                      <a:pt x="1834" y="4582"/>
                      <a:pt x="1855" y="4561"/>
                      <a:pt x="1855" y="4472"/>
                    </a:cubicBezTo>
                    <a:cubicBezTo>
                      <a:pt x="1855" y="4410"/>
                      <a:pt x="1876" y="4342"/>
                      <a:pt x="1855" y="4258"/>
                    </a:cubicBezTo>
                    <a:cubicBezTo>
                      <a:pt x="1813" y="4148"/>
                      <a:pt x="1786" y="4127"/>
                      <a:pt x="1786" y="4059"/>
                    </a:cubicBezTo>
                    <a:cubicBezTo>
                      <a:pt x="1766" y="4059"/>
                      <a:pt x="1786" y="4017"/>
                      <a:pt x="1786" y="3975"/>
                    </a:cubicBezTo>
                    <a:cubicBezTo>
                      <a:pt x="1786" y="3928"/>
                      <a:pt x="1813" y="3886"/>
                      <a:pt x="1813" y="3844"/>
                    </a:cubicBezTo>
                    <a:cubicBezTo>
                      <a:pt x="1834" y="3776"/>
                      <a:pt x="1834" y="3734"/>
                      <a:pt x="1813" y="3713"/>
                    </a:cubicBezTo>
                    <a:cubicBezTo>
                      <a:pt x="1786" y="3666"/>
                      <a:pt x="1745" y="3645"/>
                      <a:pt x="1703" y="3624"/>
                    </a:cubicBezTo>
                    <a:lnTo>
                      <a:pt x="1635" y="3624"/>
                    </a:lnTo>
                    <a:cubicBezTo>
                      <a:pt x="1614" y="3645"/>
                      <a:pt x="1593" y="3645"/>
                      <a:pt x="1593" y="3666"/>
                    </a:cubicBezTo>
                    <a:lnTo>
                      <a:pt x="1572" y="3666"/>
                    </a:lnTo>
                    <a:cubicBezTo>
                      <a:pt x="1572" y="3666"/>
                      <a:pt x="1572" y="3624"/>
                      <a:pt x="1551" y="3603"/>
                    </a:cubicBezTo>
                    <a:cubicBezTo>
                      <a:pt x="1504" y="3582"/>
                      <a:pt x="1483" y="3556"/>
                      <a:pt x="1441" y="3556"/>
                    </a:cubicBezTo>
                    <a:cubicBezTo>
                      <a:pt x="1394" y="3582"/>
                      <a:pt x="1373" y="3603"/>
                      <a:pt x="1352" y="3624"/>
                    </a:cubicBezTo>
                    <a:cubicBezTo>
                      <a:pt x="1331" y="3645"/>
                      <a:pt x="1331" y="3645"/>
                      <a:pt x="1310" y="3666"/>
                    </a:cubicBezTo>
                    <a:cubicBezTo>
                      <a:pt x="1310" y="3666"/>
                      <a:pt x="1289" y="3666"/>
                      <a:pt x="1221" y="3687"/>
                    </a:cubicBezTo>
                    <a:cubicBezTo>
                      <a:pt x="1111" y="3713"/>
                      <a:pt x="1158" y="3687"/>
                      <a:pt x="1069" y="3734"/>
                    </a:cubicBezTo>
                    <a:cubicBezTo>
                      <a:pt x="1014" y="3744"/>
                      <a:pt x="992" y="3744"/>
                      <a:pt x="975" y="3744"/>
                    </a:cubicBezTo>
                    <a:cubicBezTo>
                      <a:pt x="959" y="3744"/>
                      <a:pt x="949" y="3744"/>
                      <a:pt x="917" y="3755"/>
                    </a:cubicBezTo>
                    <a:lnTo>
                      <a:pt x="870" y="3755"/>
                    </a:lnTo>
                    <a:cubicBezTo>
                      <a:pt x="870" y="3755"/>
                      <a:pt x="849" y="3734"/>
                      <a:pt x="807" y="3713"/>
                    </a:cubicBezTo>
                    <a:cubicBezTo>
                      <a:pt x="765" y="3713"/>
                      <a:pt x="718" y="3666"/>
                      <a:pt x="655" y="3624"/>
                    </a:cubicBezTo>
                    <a:cubicBezTo>
                      <a:pt x="587" y="3582"/>
                      <a:pt x="566" y="3514"/>
                      <a:pt x="503" y="3451"/>
                    </a:cubicBezTo>
                    <a:cubicBezTo>
                      <a:pt x="435" y="3404"/>
                      <a:pt x="373" y="3341"/>
                      <a:pt x="304" y="3273"/>
                    </a:cubicBezTo>
                    <a:cubicBezTo>
                      <a:pt x="304" y="3252"/>
                      <a:pt x="283" y="3231"/>
                      <a:pt x="283" y="3231"/>
                    </a:cubicBezTo>
                    <a:cubicBezTo>
                      <a:pt x="283" y="3231"/>
                      <a:pt x="304" y="3189"/>
                      <a:pt x="304" y="3142"/>
                    </a:cubicBezTo>
                    <a:cubicBezTo>
                      <a:pt x="304" y="3079"/>
                      <a:pt x="304" y="3079"/>
                      <a:pt x="325" y="3079"/>
                    </a:cubicBezTo>
                    <a:lnTo>
                      <a:pt x="325" y="2990"/>
                    </a:lnTo>
                    <a:lnTo>
                      <a:pt x="325" y="2797"/>
                    </a:lnTo>
                    <a:cubicBezTo>
                      <a:pt x="304" y="2729"/>
                      <a:pt x="304" y="2666"/>
                      <a:pt x="304" y="2619"/>
                    </a:cubicBezTo>
                    <a:cubicBezTo>
                      <a:pt x="304" y="2535"/>
                      <a:pt x="325" y="2488"/>
                      <a:pt x="373" y="2425"/>
                    </a:cubicBezTo>
                    <a:cubicBezTo>
                      <a:pt x="414" y="2336"/>
                      <a:pt x="456" y="2247"/>
                      <a:pt x="477" y="2184"/>
                    </a:cubicBezTo>
                    <a:cubicBezTo>
                      <a:pt x="503" y="2142"/>
                      <a:pt x="524" y="2116"/>
                      <a:pt x="524" y="2095"/>
                    </a:cubicBezTo>
                    <a:cubicBezTo>
                      <a:pt x="524" y="2074"/>
                      <a:pt x="524" y="2032"/>
                      <a:pt x="503" y="2011"/>
                    </a:cubicBezTo>
                    <a:cubicBezTo>
                      <a:pt x="503" y="1964"/>
                      <a:pt x="503" y="1985"/>
                      <a:pt x="524" y="1964"/>
                    </a:cubicBezTo>
                    <a:lnTo>
                      <a:pt x="524" y="1943"/>
                    </a:lnTo>
                    <a:cubicBezTo>
                      <a:pt x="545" y="1943"/>
                      <a:pt x="566" y="1922"/>
                      <a:pt x="587" y="1901"/>
                    </a:cubicBezTo>
                    <a:cubicBezTo>
                      <a:pt x="608" y="1854"/>
                      <a:pt x="634" y="1812"/>
                      <a:pt x="634" y="1791"/>
                    </a:cubicBezTo>
                    <a:lnTo>
                      <a:pt x="676" y="1791"/>
                    </a:lnTo>
                    <a:cubicBezTo>
                      <a:pt x="690" y="1798"/>
                      <a:pt x="702" y="1800"/>
                      <a:pt x="712" y="1800"/>
                    </a:cubicBezTo>
                    <a:cubicBezTo>
                      <a:pt x="733" y="1800"/>
                      <a:pt x="748" y="1791"/>
                      <a:pt x="765" y="1791"/>
                    </a:cubicBezTo>
                    <a:cubicBezTo>
                      <a:pt x="807" y="1770"/>
                      <a:pt x="828" y="1770"/>
                      <a:pt x="849" y="1749"/>
                    </a:cubicBezTo>
                    <a:cubicBezTo>
                      <a:pt x="870" y="1749"/>
                      <a:pt x="896" y="1723"/>
                      <a:pt x="938" y="1702"/>
                    </a:cubicBezTo>
                    <a:cubicBezTo>
                      <a:pt x="980" y="1702"/>
                      <a:pt x="1027" y="1681"/>
                      <a:pt x="1048" y="1660"/>
                    </a:cubicBezTo>
                    <a:cubicBezTo>
                      <a:pt x="1069" y="1639"/>
                      <a:pt x="1132" y="1618"/>
                      <a:pt x="1200" y="1618"/>
                    </a:cubicBezTo>
                    <a:cubicBezTo>
                      <a:pt x="1200" y="1639"/>
                      <a:pt x="1221" y="1660"/>
                      <a:pt x="1242" y="1681"/>
                    </a:cubicBezTo>
                    <a:cubicBezTo>
                      <a:pt x="1263" y="1723"/>
                      <a:pt x="1289" y="1749"/>
                      <a:pt x="1352" y="1791"/>
                    </a:cubicBezTo>
                    <a:cubicBezTo>
                      <a:pt x="1373" y="1833"/>
                      <a:pt x="1420" y="1833"/>
                      <a:pt x="1441" y="1854"/>
                    </a:cubicBezTo>
                    <a:cubicBezTo>
                      <a:pt x="1462" y="1854"/>
                      <a:pt x="1483" y="1854"/>
                      <a:pt x="1504" y="1880"/>
                    </a:cubicBezTo>
                    <a:cubicBezTo>
                      <a:pt x="1572" y="1880"/>
                      <a:pt x="1572" y="1880"/>
                      <a:pt x="1593" y="1901"/>
                    </a:cubicBezTo>
                    <a:cubicBezTo>
                      <a:pt x="1622" y="1916"/>
                      <a:pt x="1655" y="1931"/>
                      <a:pt x="1686" y="1931"/>
                    </a:cubicBezTo>
                    <a:cubicBezTo>
                      <a:pt x="1699" y="1931"/>
                      <a:pt x="1711" y="1928"/>
                      <a:pt x="1724" y="1922"/>
                    </a:cubicBezTo>
                    <a:cubicBezTo>
                      <a:pt x="1745" y="1901"/>
                      <a:pt x="1745" y="1880"/>
                      <a:pt x="1745" y="1854"/>
                    </a:cubicBezTo>
                    <a:lnTo>
                      <a:pt x="1745" y="1791"/>
                    </a:lnTo>
                    <a:cubicBezTo>
                      <a:pt x="1724" y="1770"/>
                      <a:pt x="1745" y="1770"/>
                      <a:pt x="1745" y="1770"/>
                    </a:cubicBezTo>
                    <a:cubicBezTo>
                      <a:pt x="1766" y="1770"/>
                      <a:pt x="1834" y="1791"/>
                      <a:pt x="1855" y="1812"/>
                    </a:cubicBezTo>
                    <a:cubicBezTo>
                      <a:pt x="1876" y="1833"/>
                      <a:pt x="1896" y="1833"/>
                      <a:pt x="1944" y="1833"/>
                    </a:cubicBezTo>
                    <a:cubicBezTo>
                      <a:pt x="1965" y="1833"/>
                      <a:pt x="1985" y="1812"/>
                      <a:pt x="1985" y="1770"/>
                    </a:cubicBezTo>
                    <a:lnTo>
                      <a:pt x="1985" y="1749"/>
                    </a:lnTo>
                    <a:lnTo>
                      <a:pt x="2006" y="1749"/>
                    </a:lnTo>
                    <a:lnTo>
                      <a:pt x="2027" y="1723"/>
                    </a:lnTo>
                    <a:cubicBezTo>
                      <a:pt x="2048" y="1702"/>
                      <a:pt x="2048" y="1681"/>
                      <a:pt x="2048" y="1660"/>
                    </a:cubicBezTo>
                    <a:cubicBezTo>
                      <a:pt x="2048" y="1618"/>
                      <a:pt x="2006" y="1592"/>
                      <a:pt x="1985" y="1571"/>
                    </a:cubicBezTo>
                    <a:cubicBezTo>
                      <a:pt x="1965" y="1571"/>
                      <a:pt x="1965" y="1550"/>
                      <a:pt x="1965" y="1550"/>
                    </a:cubicBezTo>
                    <a:cubicBezTo>
                      <a:pt x="1944" y="1529"/>
                      <a:pt x="1944" y="1508"/>
                      <a:pt x="1917" y="1461"/>
                    </a:cubicBezTo>
                    <a:cubicBezTo>
                      <a:pt x="1917" y="1440"/>
                      <a:pt x="1917" y="1419"/>
                      <a:pt x="1896" y="1398"/>
                    </a:cubicBezTo>
                    <a:lnTo>
                      <a:pt x="1896" y="1377"/>
                    </a:lnTo>
                    <a:close/>
                    <a:moveTo>
                      <a:pt x="346" y="0"/>
                    </a:moveTo>
                    <a:lnTo>
                      <a:pt x="346" y="21"/>
                    </a:lnTo>
                    <a:lnTo>
                      <a:pt x="132" y="21"/>
                    </a:lnTo>
                    <a:cubicBezTo>
                      <a:pt x="119" y="16"/>
                      <a:pt x="107" y="13"/>
                      <a:pt x="96" y="13"/>
                    </a:cubicBezTo>
                    <a:cubicBezTo>
                      <a:pt x="64" y="13"/>
                      <a:pt x="37" y="33"/>
                      <a:pt x="22" y="68"/>
                    </a:cubicBezTo>
                    <a:cubicBezTo>
                      <a:pt x="1" y="68"/>
                      <a:pt x="1" y="110"/>
                      <a:pt x="1" y="131"/>
                    </a:cubicBezTo>
                    <a:cubicBezTo>
                      <a:pt x="1" y="152"/>
                      <a:pt x="22" y="178"/>
                      <a:pt x="22" y="199"/>
                    </a:cubicBezTo>
                    <a:cubicBezTo>
                      <a:pt x="64" y="220"/>
                      <a:pt x="84" y="241"/>
                      <a:pt x="84" y="241"/>
                    </a:cubicBezTo>
                    <a:lnTo>
                      <a:pt x="84" y="262"/>
                    </a:lnTo>
                    <a:cubicBezTo>
                      <a:pt x="84" y="272"/>
                      <a:pt x="79" y="272"/>
                      <a:pt x="74" y="272"/>
                    </a:cubicBezTo>
                    <a:cubicBezTo>
                      <a:pt x="69" y="272"/>
                      <a:pt x="64" y="272"/>
                      <a:pt x="64" y="283"/>
                    </a:cubicBezTo>
                    <a:cubicBezTo>
                      <a:pt x="64" y="309"/>
                      <a:pt x="43" y="309"/>
                      <a:pt x="43" y="330"/>
                    </a:cubicBezTo>
                    <a:cubicBezTo>
                      <a:pt x="43" y="330"/>
                      <a:pt x="43" y="351"/>
                      <a:pt x="64" y="372"/>
                    </a:cubicBezTo>
                    <a:cubicBezTo>
                      <a:pt x="64" y="393"/>
                      <a:pt x="84" y="393"/>
                      <a:pt x="111" y="393"/>
                    </a:cubicBezTo>
                    <a:cubicBezTo>
                      <a:pt x="153" y="440"/>
                      <a:pt x="153" y="461"/>
                      <a:pt x="215" y="503"/>
                    </a:cubicBezTo>
                    <a:cubicBezTo>
                      <a:pt x="242" y="524"/>
                      <a:pt x="263" y="524"/>
                      <a:pt x="283" y="545"/>
                    </a:cubicBezTo>
                    <a:cubicBezTo>
                      <a:pt x="283" y="571"/>
                      <a:pt x="304" y="571"/>
                      <a:pt x="325" y="571"/>
                    </a:cubicBezTo>
                    <a:cubicBezTo>
                      <a:pt x="346" y="571"/>
                      <a:pt x="373" y="571"/>
                      <a:pt x="373" y="545"/>
                    </a:cubicBezTo>
                    <a:lnTo>
                      <a:pt x="393" y="571"/>
                    </a:lnTo>
                    <a:lnTo>
                      <a:pt x="393" y="613"/>
                    </a:lnTo>
                    <a:cubicBezTo>
                      <a:pt x="414" y="634"/>
                      <a:pt x="414" y="655"/>
                      <a:pt x="456" y="676"/>
                    </a:cubicBezTo>
                    <a:cubicBezTo>
                      <a:pt x="477" y="676"/>
                      <a:pt x="477" y="676"/>
                      <a:pt x="477" y="702"/>
                    </a:cubicBezTo>
                    <a:lnTo>
                      <a:pt x="477" y="723"/>
                    </a:lnTo>
                    <a:cubicBezTo>
                      <a:pt x="456" y="786"/>
                      <a:pt x="456" y="807"/>
                      <a:pt x="456" y="833"/>
                    </a:cubicBezTo>
                    <a:lnTo>
                      <a:pt x="456" y="854"/>
                    </a:lnTo>
                    <a:lnTo>
                      <a:pt x="435" y="854"/>
                    </a:lnTo>
                    <a:cubicBezTo>
                      <a:pt x="435" y="875"/>
                      <a:pt x="414" y="875"/>
                      <a:pt x="414" y="896"/>
                    </a:cubicBezTo>
                    <a:lnTo>
                      <a:pt x="414" y="917"/>
                    </a:lnTo>
                    <a:lnTo>
                      <a:pt x="373" y="917"/>
                    </a:lnTo>
                    <a:cubicBezTo>
                      <a:pt x="373" y="938"/>
                      <a:pt x="346" y="938"/>
                      <a:pt x="304" y="964"/>
                    </a:cubicBezTo>
                    <a:cubicBezTo>
                      <a:pt x="304" y="964"/>
                      <a:pt x="304" y="985"/>
                      <a:pt x="283" y="985"/>
                    </a:cubicBezTo>
                    <a:cubicBezTo>
                      <a:pt x="283" y="1006"/>
                      <a:pt x="263" y="1027"/>
                      <a:pt x="263" y="1047"/>
                    </a:cubicBezTo>
                    <a:cubicBezTo>
                      <a:pt x="283" y="1068"/>
                      <a:pt x="304" y="1095"/>
                      <a:pt x="304" y="1095"/>
                    </a:cubicBezTo>
                    <a:cubicBezTo>
                      <a:pt x="325" y="1116"/>
                      <a:pt x="346" y="1116"/>
                      <a:pt x="373" y="1116"/>
                    </a:cubicBezTo>
                    <a:cubicBezTo>
                      <a:pt x="393" y="1137"/>
                      <a:pt x="414" y="1137"/>
                      <a:pt x="435" y="1137"/>
                    </a:cubicBezTo>
                    <a:cubicBezTo>
                      <a:pt x="456" y="1178"/>
                      <a:pt x="456" y="1178"/>
                      <a:pt x="477" y="1226"/>
                    </a:cubicBezTo>
                    <a:lnTo>
                      <a:pt x="503" y="1246"/>
                    </a:lnTo>
                    <a:lnTo>
                      <a:pt x="414" y="1246"/>
                    </a:lnTo>
                    <a:cubicBezTo>
                      <a:pt x="393" y="1226"/>
                      <a:pt x="393" y="1226"/>
                      <a:pt x="373" y="1226"/>
                    </a:cubicBezTo>
                    <a:cubicBezTo>
                      <a:pt x="346" y="1226"/>
                      <a:pt x="325" y="1246"/>
                      <a:pt x="304" y="1246"/>
                    </a:cubicBezTo>
                    <a:cubicBezTo>
                      <a:pt x="283" y="1267"/>
                      <a:pt x="263" y="1267"/>
                      <a:pt x="242" y="1309"/>
                    </a:cubicBezTo>
                    <a:cubicBezTo>
                      <a:pt x="242" y="1309"/>
                      <a:pt x="215" y="1356"/>
                      <a:pt x="242" y="1377"/>
                    </a:cubicBezTo>
                    <a:cubicBezTo>
                      <a:pt x="242" y="1398"/>
                      <a:pt x="242" y="1398"/>
                      <a:pt x="263" y="1419"/>
                    </a:cubicBezTo>
                    <a:cubicBezTo>
                      <a:pt x="283" y="1440"/>
                      <a:pt x="304" y="1461"/>
                      <a:pt x="304" y="1461"/>
                    </a:cubicBezTo>
                    <a:lnTo>
                      <a:pt x="304" y="1508"/>
                    </a:lnTo>
                    <a:lnTo>
                      <a:pt x="283" y="1529"/>
                    </a:lnTo>
                    <a:cubicBezTo>
                      <a:pt x="283" y="1550"/>
                      <a:pt x="263" y="1550"/>
                      <a:pt x="242" y="1571"/>
                    </a:cubicBezTo>
                    <a:lnTo>
                      <a:pt x="242" y="1592"/>
                    </a:lnTo>
                    <a:cubicBezTo>
                      <a:pt x="215" y="1592"/>
                      <a:pt x="215" y="1618"/>
                      <a:pt x="215" y="1639"/>
                    </a:cubicBezTo>
                    <a:cubicBezTo>
                      <a:pt x="242" y="1660"/>
                      <a:pt x="242" y="1660"/>
                      <a:pt x="263" y="1681"/>
                    </a:cubicBezTo>
                    <a:cubicBezTo>
                      <a:pt x="283" y="1702"/>
                      <a:pt x="304" y="1702"/>
                      <a:pt x="325" y="1702"/>
                    </a:cubicBezTo>
                    <a:cubicBezTo>
                      <a:pt x="346" y="1723"/>
                      <a:pt x="373" y="1723"/>
                      <a:pt x="393" y="1723"/>
                    </a:cubicBezTo>
                    <a:cubicBezTo>
                      <a:pt x="435" y="1749"/>
                      <a:pt x="477" y="1770"/>
                      <a:pt x="524" y="1770"/>
                    </a:cubicBezTo>
                    <a:lnTo>
                      <a:pt x="524" y="1791"/>
                    </a:lnTo>
                    <a:cubicBezTo>
                      <a:pt x="524" y="1812"/>
                      <a:pt x="524" y="1812"/>
                      <a:pt x="503" y="1833"/>
                    </a:cubicBezTo>
                    <a:cubicBezTo>
                      <a:pt x="503" y="1854"/>
                      <a:pt x="503" y="1854"/>
                      <a:pt x="477" y="1854"/>
                    </a:cubicBezTo>
                    <a:cubicBezTo>
                      <a:pt x="477" y="1854"/>
                      <a:pt x="456" y="1854"/>
                      <a:pt x="456" y="1880"/>
                    </a:cubicBezTo>
                    <a:cubicBezTo>
                      <a:pt x="435" y="1880"/>
                      <a:pt x="414" y="1901"/>
                      <a:pt x="414" y="1922"/>
                    </a:cubicBezTo>
                    <a:cubicBezTo>
                      <a:pt x="414" y="1943"/>
                      <a:pt x="393" y="1985"/>
                      <a:pt x="414" y="2032"/>
                    </a:cubicBezTo>
                    <a:lnTo>
                      <a:pt x="414" y="2074"/>
                    </a:lnTo>
                    <a:cubicBezTo>
                      <a:pt x="414" y="2095"/>
                      <a:pt x="414" y="2095"/>
                      <a:pt x="393" y="2142"/>
                    </a:cubicBezTo>
                    <a:cubicBezTo>
                      <a:pt x="346" y="2205"/>
                      <a:pt x="304" y="2294"/>
                      <a:pt x="283" y="2378"/>
                    </a:cubicBezTo>
                    <a:cubicBezTo>
                      <a:pt x="242" y="2446"/>
                      <a:pt x="215" y="2509"/>
                      <a:pt x="194" y="2619"/>
                    </a:cubicBezTo>
                    <a:cubicBezTo>
                      <a:pt x="194" y="2687"/>
                      <a:pt x="194" y="2749"/>
                      <a:pt x="215" y="2818"/>
                    </a:cubicBezTo>
                    <a:lnTo>
                      <a:pt x="215" y="2990"/>
                    </a:lnTo>
                    <a:lnTo>
                      <a:pt x="215" y="3032"/>
                    </a:lnTo>
                    <a:cubicBezTo>
                      <a:pt x="215" y="3058"/>
                      <a:pt x="194" y="3079"/>
                      <a:pt x="194" y="3121"/>
                    </a:cubicBezTo>
                    <a:cubicBezTo>
                      <a:pt x="194" y="3163"/>
                      <a:pt x="194" y="3189"/>
                      <a:pt x="174" y="3210"/>
                    </a:cubicBezTo>
                    <a:cubicBezTo>
                      <a:pt x="174" y="3231"/>
                      <a:pt x="174" y="3252"/>
                      <a:pt x="194" y="3273"/>
                    </a:cubicBezTo>
                    <a:cubicBezTo>
                      <a:pt x="194" y="3294"/>
                      <a:pt x="215" y="3320"/>
                      <a:pt x="215" y="3341"/>
                    </a:cubicBezTo>
                    <a:lnTo>
                      <a:pt x="414" y="3535"/>
                    </a:lnTo>
                    <a:cubicBezTo>
                      <a:pt x="477" y="3582"/>
                      <a:pt x="524" y="3645"/>
                      <a:pt x="587" y="3713"/>
                    </a:cubicBezTo>
                    <a:cubicBezTo>
                      <a:pt x="655" y="3755"/>
                      <a:pt x="718" y="3797"/>
                      <a:pt x="786" y="3818"/>
                    </a:cubicBezTo>
                    <a:cubicBezTo>
                      <a:pt x="807" y="3818"/>
                      <a:pt x="807" y="3844"/>
                      <a:pt x="828" y="3844"/>
                    </a:cubicBezTo>
                    <a:cubicBezTo>
                      <a:pt x="849" y="3865"/>
                      <a:pt x="896" y="3865"/>
                      <a:pt x="938" y="3865"/>
                    </a:cubicBezTo>
                    <a:cubicBezTo>
                      <a:pt x="980" y="3844"/>
                      <a:pt x="980" y="3865"/>
                      <a:pt x="1090" y="3818"/>
                    </a:cubicBezTo>
                    <a:cubicBezTo>
                      <a:pt x="1179" y="3797"/>
                      <a:pt x="1158" y="3818"/>
                      <a:pt x="1242" y="3776"/>
                    </a:cubicBezTo>
                    <a:cubicBezTo>
                      <a:pt x="1310" y="3776"/>
                      <a:pt x="1331" y="3776"/>
                      <a:pt x="1352" y="3755"/>
                    </a:cubicBezTo>
                    <a:cubicBezTo>
                      <a:pt x="1373" y="3734"/>
                      <a:pt x="1394" y="3734"/>
                      <a:pt x="1420" y="3687"/>
                    </a:cubicBezTo>
                    <a:cubicBezTo>
                      <a:pt x="1441" y="3666"/>
                      <a:pt x="1462" y="3666"/>
                      <a:pt x="1462" y="3666"/>
                    </a:cubicBezTo>
                    <a:cubicBezTo>
                      <a:pt x="1483" y="3687"/>
                      <a:pt x="1483" y="3687"/>
                      <a:pt x="1483" y="3713"/>
                    </a:cubicBezTo>
                    <a:cubicBezTo>
                      <a:pt x="1483" y="3734"/>
                      <a:pt x="1504" y="3755"/>
                      <a:pt x="1525" y="3755"/>
                    </a:cubicBezTo>
                    <a:cubicBezTo>
                      <a:pt x="1551" y="3776"/>
                      <a:pt x="1572" y="3776"/>
                      <a:pt x="1593" y="3776"/>
                    </a:cubicBezTo>
                    <a:cubicBezTo>
                      <a:pt x="1614" y="3776"/>
                      <a:pt x="1635" y="3776"/>
                      <a:pt x="1656" y="3755"/>
                    </a:cubicBezTo>
                    <a:cubicBezTo>
                      <a:pt x="1656" y="3755"/>
                      <a:pt x="1656" y="3734"/>
                      <a:pt x="1682" y="3734"/>
                    </a:cubicBezTo>
                    <a:cubicBezTo>
                      <a:pt x="1703" y="3734"/>
                      <a:pt x="1724" y="3755"/>
                      <a:pt x="1724" y="3755"/>
                    </a:cubicBezTo>
                    <a:lnTo>
                      <a:pt x="1724" y="3818"/>
                    </a:lnTo>
                    <a:cubicBezTo>
                      <a:pt x="1703" y="3865"/>
                      <a:pt x="1703" y="3907"/>
                      <a:pt x="1682" y="3949"/>
                    </a:cubicBezTo>
                    <a:cubicBezTo>
                      <a:pt x="1682" y="3996"/>
                      <a:pt x="1656" y="4038"/>
                      <a:pt x="1682" y="4106"/>
                    </a:cubicBezTo>
                    <a:cubicBezTo>
                      <a:pt x="1703" y="4169"/>
                      <a:pt x="1724" y="4190"/>
                      <a:pt x="1745" y="4279"/>
                    </a:cubicBezTo>
                    <a:cubicBezTo>
                      <a:pt x="1766" y="4368"/>
                      <a:pt x="1745" y="4389"/>
                      <a:pt x="1745" y="4472"/>
                    </a:cubicBezTo>
                    <a:cubicBezTo>
                      <a:pt x="1745" y="4541"/>
                      <a:pt x="1724" y="4561"/>
                      <a:pt x="1724" y="4650"/>
                    </a:cubicBezTo>
                    <a:cubicBezTo>
                      <a:pt x="1724" y="4692"/>
                      <a:pt x="1724" y="4671"/>
                      <a:pt x="1703" y="4692"/>
                    </a:cubicBezTo>
                    <a:cubicBezTo>
                      <a:pt x="1703" y="4713"/>
                      <a:pt x="1703" y="4734"/>
                      <a:pt x="1682" y="4802"/>
                    </a:cubicBezTo>
                    <a:cubicBezTo>
                      <a:pt x="1656" y="4865"/>
                      <a:pt x="1656" y="4891"/>
                      <a:pt x="1635" y="4933"/>
                    </a:cubicBezTo>
                    <a:cubicBezTo>
                      <a:pt x="1635" y="4954"/>
                      <a:pt x="1614" y="4996"/>
                      <a:pt x="1614" y="5064"/>
                    </a:cubicBezTo>
                    <a:lnTo>
                      <a:pt x="1614" y="5153"/>
                    </a:lnTo>
                    <a:cubicBezTo>
                      <a:pt x="1593" y="5174"/>
                      <a:pt x="1593" y="5216"/>
                      <a:pt x="1593" y="5258"/>
                    </a:cubicBezTo>
                    <a:cubicBezTo>
                      <a:pt x="1614" y="5368"/>
                      <a:pt x="1593" y="5389"/>
                      <a:pt x="1551" y="5478"/>
                    </a:cubicBezTo>
                    <a:cubicBezTo>
                      <a:pt x="1525" y="5567"/>
                      <a:pt x="1525" y="5588"/>
                      <a:pt x="1525" y="5651"/>
                    </a:cubicBezTo>
                    <a:cubicBezTo>
                      <a:pt x="1504" y="5719"/>
                      <a:pt x="1504" y="5719"/>
                      <a:pt x="1483" y="5761"/>
                    </a:cubicBezTo>
                    <a:cubicBezTo>
                      <a:pt x="1462" y="5782"/>
                      <a:pt x="1441" y="5808"/>
                      <a:pt x="1441" y="5850"/>
                    </a:cubicBezTo>
                    <a:cubicBezTo>
                      <a:pt x="1441" y="5871"/>
                      <a:pt x="1441" y="5892"/>
                      <a:pt x="1483" y="5913"/>
                    </a:cubicBezTo>
                    <a:cubicBezTo>
                      <a:pt x="1493" y="5926"/>
                      <a:pt x="1504" y="5932"/>
                      <a:pt x="1515" y="5932"/>
                    </a:cubicBezTo>
                    <a:cubicBezTo>
                      <a:pt x="1526" y="5932"/>
                      <a:pt x="1538" y="5926"/>
                      <a:pt x="1551" y="5913"/>
                    </a:cubicBezTo>
                    <a:cubicBezTo>
                      <a:pt x="1614" y="5913"/>
                      <a:pt x="1656" y="5871"/>
                      <a:pt x="1724" y="5829"/>
                    </a:cubicBezTo>
                    <a:cubicBezTo>
                      <a:pt x="1786" y="5761"/>
                      <a:pt x="1855" y="5698"/>
                      <a:pt x="1896" y="5651"/>
                    </a:cubicBezTo>
                    <a:cubicBezTo>
                      <a:pt x="1944" y="5588"/>
                      <a:pt x="2006" y="5478"/>
                      <a:pt x="2075" y="5368"/>
                    </a:cubicBezTo>
                    <a:cubicBezTo>
                      <a:pt x="2137" y="5258"/>
                      <a:pt x="2205" y="5153"/>
                      <a:pt x="2247" y="5085"/>
                    </a:cubicBezTo>
                    <a:cubicBezTo>
                      <a:pt x="2310" y="4996"/>
                      <a:pt x="2357" y="4865"/>
                      <a:pt x="2420" y="4713"/>
                    </a:cubicBezTo>
                    <a:cubicBezTo>
                      <a:pt x="2467" y="4582"/>
                      <a:pt x="2509" y="4451"/>
                      <a:pt x="2530" y="4389"/>
                    </a:cubicBezTo>
                    <a:cubicBezTo>
                      <a:pt x="2551" y="4342"/>
                      <a:pt x="2551" y="4279"/>
                      <a:pt x="2572" y="4211"/>
                    </a:cubicBezTo>
                    <a:cubicBezTo>
                      <a:pt x="2572" y="4127"/>
                      <a:pt x="2598" y="4038"/>
                      <a:pt x="2598" y="3949"/>
                    </a:cubicBezTo>
                    <a:cubicBezTo>
                      <a:pt x="2619" y="3776"/>
                      <a:pt x="2640" y="3603"/>
                      <a:pt x="2661" y="3514"/>
                    </a:cubicBezTo>
                    <a:lnTo>
                      <a:pt x="2661" y="3142"/>
                    </a:lnTo>
                    <a:cubicBezTo>
                      <a:pt x="2640" y="3011"/>
                      <a:pt x="2640" y="2901"/>
                      <a:pt x="2640" y="2839"/>
                    </a:cubicBezTo>
                    <a:cubicBezTo>
                      <a:pt x="2619" y="2797"/>
                      <a:pt x="2598" y="2749"/>
                      <a:pt x="2572" y="2708"/>
                    </a:cubicBezTo>
                    <a:cubicBezTo>
                      <a:pt x="2551" y="2687"/>
                      <a:pt x="2530" y="2666"/>
                      <a:pt x="2530" y="2666"/>
                    </a:cubicBezTo>
                    <a:lnTo>
                      <a:pt x="2598" y="2619"/>
                    </a:lnTo>
                    <a:cubicBezTo>
                      <a:pt x="2336" y="1440"/>
                      <a:pt x="1525" y="482"/>
                      <a:pt x="414" y="0"/>
                    </a:cubicBezTo>
                    <a:lnTo>
                      <a:pt x="393" y="47"/>
                    </a:lnTo>
                    <a:lnTo>
                      <a:pt x="373" y="0"/>
                    </a:lnTo>
                    <a:lnTo>
                      <a:pt x="373" y="47"/>
                    </a:lnTo>
                    <a:lnTo>
                      <a:pt x="346" y="0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31" name="Google Shape;2631;p58"/>
            <p:cNvGrpSpPr/>
            <p:nvPr/>
          </p:nvGrpSpPr>
          <p:grpSpPr>
            <a:xfrm>
              <a:off x="7357272" y="2467844"/>
              <a:ext cx="948658" cy="1725618"/>
              <a:chOff x="3427051" y="2433574"/>
              <a:chExt cx="1345423" cy="2447337"/>
            </a:xfrm>
          </p:grpSpPr>
          <p:sp>
            <p:nvSpPr>
              <p:cNvPr id="2632" name="Google Shape;2632;p58"/>
              <p:cNvSpPr/>
              <p:nvPr/>
            </p:nvSpPr>
            <p:spPr>
              <a:xfrm>
                <a:off x="3435910" y="2972651"/>
                <a:ext cx="1249861" cy="1501511"/>
              </a:xfrm>
              <a:custGeom>
                <a:avLst/>
                <a:gdLst/>
                <a:ahLst/>
                <a:cxnLst/>
                <a:rect l="l" t="t" r="r" b="b"/>
                <a:pathLst>
                  <a:path w="6631" h="7966" extrusionOk="0">
                    <a:moveTo>
                      <a:pt x="173" y="0"/>
                    </a:moveTo>
                    <a:cubicBezTo>
                      <a:pt x="63" y="0"/>
                      <a:pt x="0" y="84"/>
                      <a:pt x="0" y="173"/>
                    </a:cubicBezTo>
                    <a:lnTo>
                      <a:pt x="0" y="7787"/>
                    </a:lnTo>
                    <a:cubicBezTo>
                      <a:pt x="0" y="7876"/>
                      <a:pt x="63" y="7966"/>
                      <a:pt x="173" y="7966"/>
                    </a:cubicBezTo>
                    <a:lnTo>
                      <a:pt x="6457" y="7966"/>
                    </a:lnTo>
                    <a:cubicBezTo>
                      <a:pt x="6567" y="7966"/>
                      <a:pt x="6630" y="7876"/>
                      <a:pt x="6630" y="7787"/>
                    </a:cubicBezTo>
                    <a:lnTo>
                      <a:pt x="6630" y="173"/>
                    </a:lnTo>
                    <a:cubicBezTo>
                      <a:pt x="6630" y="84"/>
                      <a:pt x="6567" y="0"/>
                      <a:pt x="645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3" name="Google Shape;2633;p58"/>
              <p:cNvSpPr/>
              <p:nvPr/>
            </p:nvSpPr>
            <p:spPr>
              <a:xfrm>
                <a:off x="3427051" y="2963792"/>
                <a:ext cx="1271537" cy="1518287"/>
              </a:xfrm>
              <a:custGeom>
                <a:avLst/>
                <a:gdLst/>
                <a:ahLst/>
                <a:cxnLst/>
                <a:rect l="l" t="t" r="r" b="b"/>
                <a:pathLst>
                  <a:path w="6746" h="8055" extrusionOk="0">
                    <a:moveTo>
                      <a:pt x="6504" y="110"/>
                    </a:moveTo>
                    <a:cubicBezTo>
                      <a:pt x="6567" y="110"/>
                      <a:pt x="6635" y="157"/>
                      <a:pt x="6635" y="220"/>
                    </a:cubicBezTo>
                    <a:lnTo>
                      <a:pt x="6635" y="7834"/>
                    </a:lnTo>
                    <a:cubicBezTo>
                      <a:pt x="6635" y="7903"/>
                      <a:pt x="6567" y="7944"/>
                      <a:pt x="6504" y="7944"/>
                    </a:cubicBezTo>
                    <a:lnTo>
                      <a:pt x="220" y="7944"/>
                    </a:lnTo>
                    <a:cubicBezTo>
                      <a:pt x="152" y="7944"/>
                      <a:pt x="89" y="7903"/>
                      <a:pt x="89" y="7834"/>
                    </a:cubicBezTo>
                    <a:lnTo>
                      <a:pt x="89" y="220"/>
                    </a:lnTo>
                    <a:cubicBezTo>
                      <a:pt x="89" y="157"/>
                      <a:pt x="152" y="110"/>
                      <a:pt x="220" y="110"/>
                    </a:cubicBezTo>
                    <a:close/>
                    <a:moveTo>
                      <a:pt x="220" y="0"/>
                    </a:moveTo>
                    <a:cubicBezTo>
                      <a:pt x="89" y="0"/>
                      <a:pt x="0" y="89"/>
                      <a:pt x="0" y="220"/>
                    </a:cubicBezTo>
                    <a:lnTo>
                      <a:pt x="0" y="7834"/>
                    </a:lnTo>
                    <a:cubicBezTo>
                      <a:pt x="0" y="7965"/>
                      <a:pt x="89" y="8054"/>
                      <a:pt x="220" y="8054"/>
                    </a:cubicBezTo>
                    <a:lnTo>
                      <a:pt x="6504" y="8054"/>
                    </a:lnTo>
                    <a:cubicBezTo>
                      <a:pt x="6635" y="8054"/>
                      <a:pt x="6745" y="7965"/>
                      <a:pt x="6745" y="7834"/>
                    </a:cubicBezTo>
                    <a:lnTo>
                      <a:pt x="6745" y="220"/>
                    </a:lnTo>
                    <a:cubicBezTo>
                      <a:pt x="6745" y="89"/>
                      <a:pt x="6635" y="0"/>
                      <a:pt x="6504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4" name="Google Shape;2634;p58"/>
              <p:cNvSpPr/>
              <p:nvPr/>
            </p:nvSpPr>
            <p:spPr>
              <a:xfrm>
                <a:off x="3538447" y="3042581"/>
                <a:ext cx="1044598" cy="304223"/>
              </a:xfrm>
              <a:custGeom>
                <a:avLst/>
                <a:gdLst/>
                <a:ahLst/>
                <a:cxnLst/>
                <a:rect l="l" t="t" r="r" b="b"/>
                <a:pathLst>
                  <a:path w="5542" h="1614" extrusionOk="0">
                    <a:moveTo>
                      <a:pt x="174" y="1"/>
                    </a:moveTo>
                    <a:cubicBezTo>
                      <a:pt x="85" y="1"/>
                      <a:pt x="1" y="85"/>
                      <a:pt x="1" y="174"/>
                    </a:cubicBezTo>
                    <a:lnTo>
                      <a:pt x="1" y="1441"/>
                    </a:lnTo>
                    <a:cubicBezTo>
                      <a:pt x="1" y="1525"/>
                      <a:pt x="85" y="1614"/>
                      <a:pt x="174" y="1614"/>
                    </a:cubicBezTo>
                    <a:lnTo>
                      <a:pt x="5390" y="1614"/>
                    </a:lnTo>
                    <a:cubicBezTo>
                      <a:pt x="5479" y="1614"/>
                      <a:pt x="5541" y="1525"/>
                      <a:pt x="5541" y="1441"/>
                    </a:cubicBezTo>
                    <a:lnTo>
                      <a:pt x="5541" y="174"/>
                    </a:lnTo>
                    <a:cubicBezTo>
                      <a:pt x="5541" y="85"/>
                      <a:pt x="5479" y="1"/>
                      <a:pt x="539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5" name="Google Shape;2635;p58"/>
              <p:cNvSpPr/>
              <p:nvPr/>
            </p:nvSpPr>
            <p:spPr>
              <a:xfrm>
                <a:off x="3529588" y="3033722"/>
                <a:ext cx="1066274" cy="320998"/>
              </a:xfrm>
              <a:custGeom>
                <a:avLst/>
                <a:gdLst/>
                <a:ahLst/>
                <a:cxnLst/>
                <a:rect l="l" t="t" r="r" b="b"/>
                <a:pathLst>
                  <a:path w="5657" h="1703" extrusionOk="0">
                    <a:moveTo>
                      <a:pt x="5437" y="111"/>
                    </a:moveTo>
                    <a:cubicBezTo>
                      <a:pt x="5499" y="111"/>
                      <a:pt x="5547" y="153"/>
                      <a:pt x="5547" y="221"/>
                    </a:cubicBezTo>
                    <a:lnTo>
                      <a:pt x="5547" y="1488"/>
                    </a:lnTo>
                    <a:cubicBezTo>
                      <a:pt x="5547" y="1551"/>
                      <a:pt x="5499" y="1593"/>
                      <a:pt x="5437" y="1593"/>
                    </a:cubicBezTo>
                    <a:lnTo>
                      <a:pt x="221" y="1593"/>
                    </a:lnTo>
                    <a:cubicBezTo>
                      <a:pt x="158" y="1593"/>
                      <a:pt x="111" y="1551"/>
                      <a:pt x="111" y="1488"/>
                    </a:cubicBezTo>
                    <a:lnTo>
                      <a:pt x="111" y="221"/>
                    </a:lnTo>
                    <a:cubicBezTo>
                      <a:pt x="111" y="153"/>
                      <a:pt x="158" y="111"/>
                      <a:pt x="221" y="111"/>
                    </a:cubicBezTo>
                    <a:close/>
                    <a:moveTo>
                      <a:pt x="221" y="1"/>
                    </a:moveTo>
                    <a:cubicBezTo>
                      <a:pt x="111" y="1"/>
                      <a:pt x="1" y="90"/>
                      <a:pt x="1" y="221"/>
                    </a:cubicBezTo>
                    <a:lnTo>
                      <a:pt x="1" y="1488"/>
                    </a:lnTo>
                    <a:cubicBezTo>
                      <a:pt x="1" y="1593"/>
                      <a:pt x="111" y="1703"/>
                      <a:pt x="221" y="1703"/>
                    </a:cubicBezTo>
                    <a:lnTo>
                      <a:pt x="5437" y="1703"/>
                    </a:lnTo>
                    <a:cubicBezTo>
                      <a:pt x="5547" y="1703"/>
                      <a:pt x="5657" y="1593"/>
                      <a:pt x="5657" y="1488"/>
                    </a:cubicBezTo>
                    <a:lnTo>
                      <a:pt x="5657" y="221"/>
                    </a:lnTo>
                    <a:cubicBezTo>
                      <a:pt x="5657" y="90"/>
                      <a:pt x="5547" y="1"/>
                      <a:pt x="5437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6" name="Google Shape;2636;p58"/>
              <p:cNvSpPr/>
              <p:nvPr/>
            </p:nvSpPr>
            <p:spPr>
              <a:xfrm>
                <a:off x="3538447" y="3388080"/>
                <a:ext cx="1044598" cy="304223"/>
              </a:xfrm>
              <a:custGeom>
                <a:avLst/>
                <a:gdLst/>
                <a:ahLst/>
                <a:cxnLst/>
                <a:rect l="l" t="t" r="r" b="b"/>
                <a:pathLst>
                  <a:path w="5542" h="1614" extrusionOk="0">
                    <a:moveTo>
                      <a:pt x="174" y="1"/>
                    </a:moveTo>
                    <a:cubicBezTo>
                      <a:pt x="85" y="1"/>
                      <a:pt x="1" y="85"/>
                      <a:pt x="1" y="174"/>
                    </a:cubicBezTo>
                    <a:lnTo>
                      <a:pt x="1" y="1441"/>
                    </a:lnTo>
                    <a:cubicBezTo>
                      <a:pt x="1" y="1525"/>
                      <a:pt x="85" y="1614"/>
                      <a:pt x="174" y="1614"/>
                    </a:cubicBezTo>
                    <a:lnTo>
                      <a:pt x="5390" y="1614"/>
                    </a:lnTo>
                    <a:cubicBezTo>
                      <a:pt x="5479" y="1614"/>
                      <a:pt x="5541" y="1525"/>
                      <a:pt x="5541" y="1441"/>
                    </a:cubicBezTo>
                    <a:lnTo>
                      <a:pt x="5541" y="174"/>
                    </a:lnTo>
                    <a:cubicBezTo>
                      <a:pt x="5541" y="85"/>
                      <a:pt x="5479" y="1"/>
                      <a:pt x="539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7" name="Google Shape;2637;p58"/>
              <p:cNvSpPr/>
              <p:nvPr/>
            </p:nvSpPr>
            <p:spPr>
              <a:xfrm>
                <a:off x="3529588" y="3379221"/>
                <a:ext cx="1066274" cy="320998"/>
              </a:xfrm>
              <a:custGeom>
                <a:avLst/>
                <a:gdLst/>
                <a:ahLst/>
                <a:cxnLst/>
                <a:rect l="l" t="t" r="r" b="b"/>
                <a:pathLst>
                  <a:path w="5657" h="1703" extrusionOk="0">
                    <a:moveTo>
                      <a:pt x="5437" y="111"/>
                    </a:moveTo>
                    <a:cubicBezTo>
                      <a:pt x="5499" y="111"/>
                      <a:pt x="5547" y="153"/>
                      <a:pt x="5547" y="221"/>
                    </a:cubicBezTo>
                    <a:lnTo>
                      <a:pt x="5547" y="1488"/>
                    </a:lnTo>
                    <a:cubicBezTo>
                      <a:pt x="5547" y="1551"/>
                      <a:pt x="5499" y="1593"/>
                      <a:pt x="5437" y="1593"/>
                    </a:cubicBezTo>
                    <a:lnTo>
                      <a:pt x="221" y="1593"/>
                    </a:lnTo>
                    <a:cubicBezTo>
                      <a:pt x="158" y="1593"/>
                      <a:pt x="111" y="1551"/>
                      <a:pt x="111" y="1488"/>
                    </a:cubicBezTo>
                    <a:lnTo>
                      <a:pt x="111" y="221"/>
                    </a:lnTo>
                    <a:cubicBezTo>
                      <a:pt x="111" y="153"/>
                      <a:pt x="158" y="111"/>
                      <a:pt x="221" y="111"/>
                    </a:cubicBezTo>
                    <a:close/>
                    <a:moveTo>
                      <a:pt x="221" y="1"/>
                    </a:moveTo>
                    <a:cubicBezTo>
                      <a:pt x="111" y="1"/>
                      <a:pt x="1" y="90"/>
                      <a:pt x="1" y="221"/>
                    </a:cubicBezTo>
                    <a:lnTo>
                      <a:pt x="1" y="1488"/>
                    </a:lnTo>
                    <a:cubicBezTo>
                      <a:pt x="1" y="1619"/>
                      <a:pt x="111" y="1703"/>
                      <a:pt x="221" y="1703"/>
                    </a:cubicBezTo>
                    <a:lnTo>
                      <a:pt x="5437" y="1703"/>
                    </a:lnTo>
                    <a:cubicBezTo>
                      <a:pt x="5547" y="1703"/>
                      <a:pt x="5657" y="1619"/>
                      <a:pt x="5657" y="1488"/>
                    </a:cubicBezTo>
                    <a:lnTo>
                      <a:pt x="5657" y="221"/>
                    </a:lnTo>
                    <a:cubicBezTo>
                      <a:pt x="5657" y="90"/>
                      <a:pt x="5547" y="1"/>
                      <a:pt x="5437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8" name="Google Shape;2638;p58"/>
              <p:cNvSpPr/>
              <p:nvPr/>
            </p:nvSpPr>
            <p:spPr>
              <a:xfrm>
                <a:off x="3538447" y="3758271"/>
                <a:ext cx="1044598" cy="300265"/>
              </a:xfrm>
              <a:custGeom>
                <a:avLst/>
                <a:gdLst/>
                <a:ahLst/>
                <a:cxnLst/>
                <a:rect l="l" t="t" r="r" b="b"/>
                <a:pathLst>
                  <a:path w="5542" h="1593" extrusionOk="0">
                    <a:moveTo>
                      <a:pt x="174" y="1"/>
                    </a:moveTo>
                    <a:cubicBezTo>
                      <a:pt x="85" y="1"/>
                      <a:pt x="1" y="64"/>
                      <a:pt x="1" y="153"/>
                    </a:cubicBezTo>
                    <a:lnTo>
                      <a:pt x="1" y="1415"/>
                    </a:lnTo>
                    <a:cubicBezTo>
                      <a:pt x="1" y="1525"/>
                      <a:pt x="85" y="1593"/>
                      <a:pt x="174" y="1593"/>
                    </a:cubicBezTo>
                    <a:lnTo>
                      <a:pt x="5390" y="1593"/>
                    </a:lnTo>
                    <a:cubicBezTo>
                      <a:pt x="5479" y="1593"/>
                      <a:pt x="5541" y="1525"/>
                      <a:pt x="5541" y="1415"/>
                    </a:cubicBezTo>
                    <a:lnTo>
                      <a:pt x="5541" y="153"/>
                    </a:lnTo>
                    <a:cubicBezTo>
                      <a:pt x="5541" y="64"/>
                      <a:pt x="5479" y="1"/>
                      <a:pt x="539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9" name="Google Shape;2639;p58"/>
              <p:cNvSpPr/>
              <p:nvPr/>
            </p:nvSpPr>
            <p:spPr>
              <a:xfrm>
                <a:off x="3529588" y="3745454"/>
                <a:ext cx="1066274" cy="324957"/>
              </a:xfrm>
              <a:custGeom>
                <a:avLst/>
                <a:gdLst/>
                <a:ahLst/>
                <a:cxnLst/>
                <a:rect l="l" t="t" r="r" b="b"/>
                <a:pathLst>
                  <a:path w="5657" h="1724" extrusionOk="0">
                    <a:moveTo>
                      <a:pt x="5437" y="111"/>
                    </a:moveTo>
                    <a:cubicBezTo>
                      <a:pt x="5499" y="111"/>
                      <a:pt x="5547" y="153"/>
                      <a:pt x="5547" y="221"/>
                    </a:cubicBezTo>
                    <a:lnTo>
                      <a:pt x="5547" y="1483"/>
                    </a:lnTo>
                    <a:cubicBezTo>
                      <a:pt x="5547" y="1551"/>
                      <a:pt x="5499" y="1614"/>
                      <a:pt x="5437" y="1614"/>
                    </a:cubicBezTo>
                    <a:lnTo>
                      <a:pt x="221" y="1614"/>
                    </a:lnTo>
                    <a:cubicBezTo>
                      <a:pt x="158" y="1614"/>
                      <a:pt x="111" y="1551"/>
                      <a:pt x="111" y="1483"/>
                    </a:cubicBezTo>
                    <a:lnTo>
                      <a:pt x="111" y="221"/>
                    </a:lnTo>
                    <a:cubicBezTo>
                      <a:pt x="111" y="153"/>
                      <a:pt x="158" y="111"/>
                      <a:pt x="221" y="111"/>
                    </a:cubicBezTo>
                    <a:close/>
                    <a:moveTo>
                      <a:pt x="221" y="1"/>
                    </a:moveTo>
                    <a:cubicBezTo>
                      <a:pt x="111" y="1"/>
                      <a:pt x="1" y="111"/>
                      <a:pt x="1" y="221"/>
                    </a:cubicBezTo>
                    <a:lnTo>
                      <a:pt x="1" y="1483"/>
                    </a:lnTo>
                    <a:cubicBezTo>
                      <a:pt x="1" y="1614"/>
                      <a:pt x="111" y="1724"/>
                      <a:pt x="221" y="1724"/>
                    </a:cubicBezTo>
                    <a:lnTo>
                      <a:pt x="5437" y="1724"/>
                    </a:lnTo>
                    <a:cubicBezTo>
                      <a:pt x="5547" y="1724"/>
                      <a:pt x="5657" y="1614"/>
                      <a:pt x="5657" y="1483"/>
                    </a:cubicBezTo>
                    <a:lnTo>
                      <a:pt x="5657" y="221"/>
                    </a:lnTo>
                    <a:cubicBezTo>
                      <a:pt x="5657" y="111"/>
                      <a:pt x="5547" y="1"/>
                      <a:pt x="5437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0" name="Google Shape;2640;p58"/>
              <p:cNvSpPr/>
              <p:nvPr/>
            </p:nvSpPr>
            <p:spPr>
              <a:xfrm>
                <a:off x="3538447" y="4119604"/>
                <a:ext cx="1044598" cy="300265"/>
              </a:xfrm>
              <a:custGeom>
                <a:avLst/>
                <a:gdLst/>
                <a:ahLst/>
                <a:cxnLst/>
                <a:rect l="l" t="t" r="r" b="b"/>
                <a:pathLst>
                  <a:path w="5542" h="1593" extrusionOk="0">
                    <a:moveTo>
                      <a:pt x="174" y="0"/>
                    </a:moveTo>
                    <a:cubicBezTo>
                      <a:pt x="85" y="0"/>
                      <a:pt x="1" y="69"/>
                      <a:pt x="1" y="179"/>
                    </a:cubicBezTo>
                    <a:lnTo>
                      <a:pt x="1" y="1441"/>
                    </a:lnTo>
                    <a:cubicBezTo>
                      <a:pt x="1" y="1530"/>
                      <a:pt x="85" y="1592"/>
                      <a:pt x="174" y="1592"/>
                    </a:cubicBezTo>
                    <a:lnTo>
                      <a:pt x="5390" y="1592"/>
                    </a:lnTo>
                    <a:cubicBezTo>
                      <a:pt x="5479" y="1592"/>
                      <a:pt x="5541" y="1530"/>
                      <a:pt x="5541" y="1441"/>
                    </a:cubicBezTo>
                    <a:lnTo>
                      <a:pt x="5541" y="179"/>
                    </a:lnTo>
                    <a:cubicBezTo>
                      <a:pt x="5541" y="69"/>
                      <a:pt x="5479" y="0"/>
                      <a:pt x="539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1" name="Google Shape;2641;p58"/>
              <p:cNvSpPr/>
              <p:nvPr/>
            </p:nvSpPr>
            <p:spPr>
              <a:xfrm>
                <a:off x="3529588" y="4107729"/>
                <a:ext cx="1066274" cy="324957"/>
              </a:xfrm>
              <a:custGeom>
                <a:avLst/>
                <a:gdLst/>
                <a:ahLst/>
                <a:cxnLst/>
                <a:rect l="l" t="t" r="r" b="b"/>
                <a:pathLst>
                  <a:path w="5657" h="1724" extrusionOk="0">
                    <a:moveTo>
                      <a:pt x="5437" y="111"/>
                    </a:moveTo>
                    <a:cubicBezTo>
                      <a:pt x="5499" y="111"/>
                      <a:pt x="5547" y="173"/>
                      <a:pt x="5547" y="242"/>
                    </a:cubicBezTo>
                    <a:lnTo>
                      <a:pt x="5547" y="1504"/>
                    </a:lnTo>
                    <a:cubicBezTo>
                      <a:pt x="5547" y="1572"/>
                      <a:pt x="5499" y="1614"/>
                      <a:pt x="5437" y="1614"/>
                    </a:cubicBezTo>
                    <a:lnTo>
                      <a:pt x="221" y="1614"/>
                    </a:lnTo>
                    <a:cubicBezTo>
                      <a:pt x="158" y="1614"/>
                      <a:pt x="111" y="1572"/>
                      <a:pt x="111" y="1504"/>
                    </a:cubicBezTo>
                    <a:lnTo>
                      <a:pt x="111" y="242"/>
                    </a:lnTo>
                    <a:cubicBezTo>
                      <a:pt x="111" y="173"/>
                      <a:pt x="158" y="111"/>
                      <a:pt x="221" y="111"/>
                    </a:cubicBezTo>
                    <a:close/>
                    <a:moveTo>
                      <a:pt x="221" y="1"/>
                    </a:moveTo>
                    <a:cubicBezTo>
                      <a:pt x="111" y="1"/>
                      <a:pt x="1" y="111"/>
                      <a:pt x="1" y="242"/>
                    </a:cubicBezTo>
                    <a:lnTo>
                      <a:pt x="1" y="1504"/>
                    </a:lnTo>
                    <a:cubicBezTo>
                      <a:pt x="1" y="1614"/>
                      <a:pt x="111" y="1724"/>
                      <a:pt x="221" y="1724"/>
                    </a:cubicBezTo>
                    <a:lnTo>
                      <a:pt x="5437" y="1724"/>
                    </a:lnTo>
                    <a:cubicBezTo>
                      <a:pt x="5547" y="1724"/>
                      <a:pt x="5657" y="1614"/>
                      <a:pt x="5657" y="1504"/>
                    </a:cubicBezTo>
                    <a:lnTo>
                      <a:pt x="5657" y="242"/>
                    </a:lnTo>
                    <a:cubicBezTo>
                      <a:pt x="5657" y="111"/>
                      <a:pt x="5547" y="1"/>
                      <a:pt x="5437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2" name="Google Shape;2642;p58"/>
              <p:cNvSpPr/>
              <p:nvPr/>
            </p:nvSpPr>
            <p:spPr>
              <a:xfrm>
                <a:off x="3764631" y="3280642"/>
                <a:ext cx="45425" cy="193579"/>
              </a:xfrm>
              <a:custGeom>
                <a:avLst/>
                <a:gdLst/>
                <a:ahLst/>
                <a:cxnLst/>
                <a:rect l="l" t="t" r="r" b="b"/>
                <a:pathLst>
                  <a:path w="241" h="1027" extrusionOk="0">
                    <a:moveTo>
                      <a:pt x="131" y="0"/>
                    </a:moveTo>
                    <a:cubicBezTo>
                      <a:pt x="42" y="0"/>
                      <a:pt x="0" y="47"/>
                      <a:pt x="0" y="131"/>
                    </a:cubicBezTo>
                    <a:lnTo>
                      <a:pt x="0" y="896"/>
                    </a:lnTo>
                    <a:cubicBezTo>
                      <a:pt x="0" y="985"/>
                      <a:pt x="42" y="1027"/>
                      <a:pt x="131" y="1027"/>
                    </a:cubicBezTo>
                    <a:cubicBezTo>
                      <a:pt x="194" y="1027"/>
                      <a:pt x="241" y="985"/>
                      <a:pt x="241" y="896"/>
                    </a:cubicBezTo>
                    <a:lnTo>
                      <a:pt x="241" y="131"/>
                    </a:lnTo>
                    <a:cubicBezTo>
                      <a:pt x="241" y="47"/>
                      <a:pt x="194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3" name="Google Shape;2643;p58"/>
              <p:cNvSpPr/>
              <p:nvPr/>
            </p:nvSpPr>
            <p:spPr>
              <a:xfrm>
                <a:off x="3749163" y="3268767"/>
                <a:ext cx="70306" cy="218271"/>
              </a:xfrm>
              <a:custGeom>
                <a:avLst/>
                <a:gdLst/>
                <a:ahLst/>
                <a:cxnLst/>
                <a:rect l="l" t="t" r="r" b="b"/>
                <a:pathLst>
                  <a:path w="373" h="1158" extrusionOk="0">
                    <a:moveTo>
                      <a:pt x="200" y="110"/>
                    </a:moveTo>
                    <a:cubicBezTo>
                      <a:pt x="242" y="110"/>
                      <a:pt x="263" y="152"/>
                      <a:pt x="263" y="194"/>
                    </a:cubicBezTo>
                    <a:lnTo>
                      <a:pt x="263" y="959"/>
                    </a:lnTo>
                    <a:cubicBezTo>
                      <a:pt x="263" y="1000"/>
                      <a:pt x="242" y="1048"/>
                      <a:pt x="200" y="1048"/>
                    </a:cubicBezTo>
                    <a:cubicBezTo>
                      <a:pt x="158" y="1048"/>
                      <a:pt x="111" y="1000"/>
                      <a:pt x="111" y="959"/>
                    </a:cubicBezTo>
                    <a:lnTo>
                      <a:pt x="111" y="194"/>
                    </a:lnTo>
                    <a:cubicBezTo>
                      <a:pt x="111" y="152"/>
                      <a:pt x="158" y="110"/>
                      <a:pt x="200" y="110"/>
                    </a:cubicBezTo>
                    <a:close/>
                    <a:moveTo>
                      <a:pt x="200" y="0"/>
                    </a:moveTo>
                    <a:cubicBezTo>
                      <a:pt x="90" y="0"/>
                      <a:pt x="1" y="84"/>
                      <a:pt x="1" y="194"/>
                    </a:cubicBezTo>
                    <a:lnTo>
                      <a:pt x="1" y="959"/>
                    </a:lnTo>
                    <a:cubicBezTo>
                      <a:pt x="1" y="1069"/>
                      <a:pt x="90" y="1158"/>
                      <a:pt x="200" y="1158"/>
                    </a:cubicBezTo>
                    <a:cubicBezTo>
                      <a:pt x="289" y="1158"/>
                      <a:pt x="373" y="1069"/>
                      <a:pt x="373" y="959"/>
                    </a:cubicBezTo>
                    <a:lnTo>
                      <a:pt x="373" y="194"/>
                    </a:lnTo>
                    <a:cubicBezTo>
                      <a:pt x="373" y="84"/>
                      <a:pt x="289" y="0"/>
                      <a:pt x="200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4" name="Google Shape;2644;p58"/>
              <p:cNvSpPr/>
              <p:nvPr/>
            </p:nvSpPr>
            <p:spPr>
              <a:xfrm>
                <a:off x="3764631" y="3626141"/>
                <a:ext cx="45425" cy="193579"/>
              </a:xfrm>
              <a:custGeom>
                <a:avLst/>
                <a:gdLst/>
                <a:ahLst/>
                <a:cxnLst/>
                <a:rect l="l" t="t" r="r" b="b"/>
                <a:pathLst>
                  <a:path w="241" h="1027" extrusionOk="0">
                    <a:moveTo>
                      <a:pt x="131" y="0"/>
                    </a:moveTo>
                    <a:cubicBezTo>
                      <a:pt x="42" y="0"/>
                      <a:pt x="0" y="68"/>
                      <a:pt x="0" y="131"/>
                    </a:cubicBezTo>
                    <a:lnTo>
                      <a:pt x="0" y="896"/>
                    </a:lnTo>
                    <a:cubicBezTo>
                      <a:pt x="0" y="985"/>
                      <a:pt x="42" y="1026"/>
                      <a:pt x="131" y="1026"/>
                    </a:cubicBezTo>
                    <a:cubicBezTo>
                      <a:pt x="194" y="1026"/>
                      <a:pt x="241" y="985"/>
                      <a:pt x="241" y="896"/>
                    </a:cubicBezTo>
                    <a:lnTo>
                      <a:pt x="241" y="131"/>
                    </a:lnTo>
                    <a:cubicBezTo>
                      <a:pt x="241" y="68"/>
                      <a:pt x="194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5" name="Google Shape;2645;p58"/>
              <p:cNvSpPr/>
              <p:nvPr/>
            </p:nvSpPr>
            <p:spPr>
              <a:xfrm>
                <a:off x="3749163" y="3618224"/>
                <a:ext cx="70306" cy="214313"/>
              </a:xfrm>
              <a:custGeom>
                <a:avLst/>
                <a:gdLst/>
                <a:ahLst/>
                <a:cxnLst/>
                <a:rect l="l" t="t" r="r" b="b"/>
                <a:pathLst>
                  <a:path w="373" h="1137" extrusionOk="0">
                    <a:moveTo>
                      <a:pt x="200" y="89"/>
                    </a:moveTo>
                    <a:cubicBezTo>
                      <a:pt x="242" y="89"/>
                      <a:pt x="263" y="131"/>
                      <a:pt x="263" y="173"/>
                    </a:cubicBezTo>
                    <a:lnTo>
                      <a:pt x="263" y="938"/>
                    </a:lnTo>
                    <a:cubicBezTo>
                      <a:pt x="263" y="979"/>
                      <a:pt x="242" y="1027"/>
                      <a:pt x="200" y="1027"/>
                    </a:cubicBezTo>
                    <a:cubicBezTo>
                      <a:pt x="158" y="1027"/>
                      <a:pt x="111" y="979"/>
                      <a:pt x="111" y="938"/>
                    </a:cubicBezTo>
                    <a:lnTo>
                      <a:pt x="111" y="173"/>
                    </a:lnTo>
                    <a:cubicBezTo>
                      <a:pt x="111" y="131"/>
                      <a:pt x="158" y="89"/>
                      <a:pt x="200" y="89"/>
                    </a:cubicBezTo>
                    <a:close/>
                    <a:moveTo>
                      <a:pt x="200" y="0"/>
                    </a:moveTo>
                    <a:cubicBezTo>
                      <a:pt x="90" y="0"/>
                      <a:pt x="1" y="63"/>
                      <a:pt x="1" y="173"/>
                    </a:cubicBezTo>
                    <a:lnTo>
                      <a:pt x="1" y="938"/>
                    </a:lnTo>
                    <a:cubicBezTo>
                      <a:pt x="1" y="1047"/>
                      <a:pt x="90" y="1137"/>
                      <a:pt x="200" y="1137"/>
                    </a:cubicBezTo>
                    <a:cubicBezTo>
                      <a:pt x="289" y="1137"/>
                      <a:pt x="373" y="1047"/>
                      <a:pt x="373" y="938"/>
                    </a:cubicBezTo>
                    <a:lnTo>
                      <a:pt x="373" y="173"/>
                    </a:lnTo>
                    <a:cubicBezTo>
                      <a:pt x="373" y="63"/>
                      <a:pt x="289" y="0"/>
                      <a:pt x="200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6" name="Google Shape;2646;p58"/>
              <p:cNvSpPr/>
              <p:nvPr/>
            </p:nvSpPr>
            <p:spPr>
              <a:xfrm>
                <a:off x="3764631" y="3992186"/>
                <a:ext cx="45425" cy="197726"/>
              </a:xfrm>
              <a:custGeom>
                <a:avLst/>
                <a:gdLst/>
                <a:ahLst/>
                <a:cxnLst/>
                <a:rect l="l" t="t" r="r" b="b"/>
                <a:pathLst>
                  <a:path w="241" h="1049" extrusionOk="0">
                    <a:moveTo>
                      <a:pt x="131" y="1"/>
                    </a:moveTo>
                    <a:cubicBezTo>
                      <a:pt x="42" y="1"/>
                      <a:pt x="0" y="69"/>
                      <a:pt x="0" y="132"/>
                    </a:cubicBezTo>
                    <a:lnTo>
                      <a:pt x="0" y="917"/>
                    </a:lnTo>
                    <a:cubicBezTo>
                      <a:pt x="0" y="985"/>
                      <a:pt x="42" y="1048"/>
                      <a:pt x="131" y="1048"/>
                    </a:cubicBezTo>
                    <a:cubicBezTo>
                      <a:pt x="194" y="1048"/>
                      <a:pt x="241" y="985"/>
                      <a:pt x="241" y="917"/>
                    </a:cubicBezTo>
                    <a:lnTo>
                      <a:pt x="241" y="132"/>
                    </a:lnTo>
                    <a:cubicBezTo>
                      <a:pt x="241" y="69"/>
                      <a:pt x="194" y="1"/>
                      <a:pt x="13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7" name="Google Shape;2647;p58"/>
              <p:cNvSpPr/>
              <p:nvPr/>
            </p:nvSpPr>
            <p:spPr>
              <a:xfrm>
                <a:off x="3749163" y="3984458"/>
                <a:ext cx="70306" cy="213371"/>
              </a:xfrm>
              <a:custGeom>
                <a:avLst/>
                <a:gdLst/>
                <a:ahLst/>
                <a:cxnLst/>
                <a:rect l="l" t="t" r="r" b="b"/>
                <a:pathLst>
                  <a:path w="373" h="1132" extrusionOk="0">
                    <a:moveTo>
                      <a:pt x="200" y="110"/>
                    </a:moveTo>
                    <a:cubicBezTo>
                      <a:pt x="242" y="110"/>
                      <a:pt x="263" y="131"/>
                      <a:pt x="263" y="173"/>
                    </a:cubicBezTo>
                    <a:lnTo>
                      <a:pt x="263" y="958"/>
                    </a:lnTo>
                    <a:cubicBezTo>
                      <a:pt x="263" y="1000"/>
                      <a:pt x="242" y="1026"/>
                      <a:pt x="200" y="1026"/>
                    </a:cubicBezTo>
                    <a:cubicBezTo>
                      <a:pt x="158" y="1026"/>
                      <a:pt x="111" y="1000"/>
                      <a:pt x="111" y="958"/>
                    </a:cubicBezTo>
                    <a:lnTo>
                      <a:pt x="111" y="173"/>
                    </a:lnTo>
                    <a:cubicBezTo>
                      <a:pt x="111" y="131"/>
                      <a:pt x="158" y="110"/>
                      <a:pt x="200" y="110"/>
                    </a:cubicBezTo>
                    <a:close/>
                    <a:moveTo>
                      <a:pt x="200" y="0"/>
                    </a:moveTo>
                    <a:cubicBezTo>
                      <a:pt x="90" y="0"/>
                      <a:pt x="1" y="84"/>
                      <a:pt x="1" y="173"/>
                    </a:cubicBezTo>
                    <a:lnTo>
                      <a:pt x="1" y="958"/>
                    </a:lnTo>
                    <a:cubicBezTo>
                      <a:pt x="1" y="1047"/>
                      <a:pt x="90" y="1131"/>
                      <a:pt x="200" y="1131"/>
                    </a:cubicBezTo>
                    <a:cubicBezTo>
                      <a:pt x="289" y="1131"/>
                      <a:pt x="373" y="1047"/>
                      <a:pt x="373" y="958"/>
                    </a:cubicBezTo>
                    <a:lnTo>
                      <a:pt x="373" y="173"/>
                    </a:lnTo>
                    <a:cubicBezTo>
                      <a:pt x="373" y="84"/>
                      <a:pt x="289" y="0"/>
                      <a:pt x="200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8" name="Google Shape;2648;p58"/>
              <p:cNvSpPr/>
              <p:nvPr/>
            </p:nvSpPr>
            <p:spPr>
              <a:xfrm>
                <a:off x="3863210" y="3280642"/>
                <a:ext cx="45614" cy="193579"/>
              </a:xfrm>
              <a:custGeom>
                <a:avLst/>
                <a:gdLst/>
                <a:ahLst/>
                <a:cxnLst/>
                <a:rect l="l" t="t" r="r" b="b"/>
                <a:pathLst>
                  <a:path w="242" h="1027" extrusionOk="0">
                    <a:moveTo>
                      <a:pt x="132" y="0"/>
                    </a:moveTo>
                    <a:cubicBezTo>
                      <a:pt x="43" y="0"/>
                      <a:pt x="1" y="47"/>
                      <a:pt x="1" y="131"/>
                    </a:cubicBezTo>
                    <a:lnTo>
                      <a:pt x="1" y="896"/>
                    </a:lnTo>
                    <a:cubicBezTo>
                      <a:pt x="1" y="985"/>
                      <a:pt x="43" y="1027"/>
                      <a:pt x="132" y="1027"/>
                    </a:cubicBezTo>
                    <a:cubicBezTo>
                      <a:pt x="194" y="1027"/>
                      <a:pt x="242" y="985"/>
                      <a:pt x="242" y="896"/>
                    </a:cubicBezTo>
                    <a:lnTo>
                      <a:pt x="242" y="131"/>
                    </a:lnTo>
                    <a:cubicBezTo>
                      <a:pt x="242" y="47"/>
                      <a:pt x="194" y="0"/>
                      <a:pt x="13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9" name="Google Shape;2649;p58"/>
              <p:cNvSpPr/>
              <p:nvPr/>
            </p:nvSpPr>
            <p:spPr>
              <a:xfrm>
                <a:off x="3847930" y="3268767"/>
                <a:ext cx="70306" cy="218271"/>
              </a:xfrm>
              <a:custGeom>
                <a:avLst/>
                <a:gdLst/>
                <a:ahLst/>
                <a:cxnLst/>
                <a:rect l="l" t="t" r="r" b="b"/>
                <a:pathLst>
                  <a:path w="373" h="1158" extrusionOk="0">
                    <a:moveTo>
                      <a:pt x="200" y="110"/>
                    </a:moveTo>
                    <a:cubicBezTo>
                      <a:pt x="221" y="110"/>
                      <a:pt x="262" y="152"/>
                      <a:pt x="262" y="194"/>
                    </a:cubicBezTo>
                    <a:lnTo>
                      <a:pt x="262" y="959"/>
                    </a:lnTo>
                    <a:cubicBezTo>
                      <a:pt x="262" y="1000"/>
                      <a:pt x="221" y="1048"/>
                      <a:pt x="200" y="1048"/>
                    </a:cubicBezTo>
                    <a:cubicBezTo>
                      <a:pt x="158" y="1048"/>
                      <a:pt x="111" y="1000"/>
                      <a:pt x="111" y="959"/>
                    </a:cubicBezTo>
                    <a:lnTo>
                      <a:pt x="111" y="194"/>
                    </a:lnTo>
                    <a:cubicBezTo>
                      <a:pt x="111" y="152"/>
                      <a:pt x="158" y="110"/>
                      <a:pt x="200" y="110"/>
                    </a:cubicBezTo>
                    <a:close/>
                    <a:moveTo>
                      <a:pt x="200" y="0"/>
                    </a:moveTo>
                    <a:cubicBezTo>
                      <a:pt x="90" y="0"/>
                      <a:pt x="1" y="84"/>
                      <a:pt x="1" y="194"/>
                    </a:cubicBezTo>
                    <a:lnTo>
                      <a:pt x="1" y="959"/>
                    </a:lnTo>
                    <a:cubicBezTo>
                      <a:pt x="1" y="1069"/>
                      <a:pt x="90" y="1158"/>
                      <a:pt x="200" y="1158"/>
                    </a:cubicBezTo>
                    <a:cubicBezTo>
                      <a:pt x="289" y="1158"/>
                      <a:pt x="372" y="1069"/>
                      <a:pt x="372" y="959"/>
                    </a:cubicBezTo>
                    <a:lnTo>
                      <a:pt x="372" y="194"/>
                    </a:lnTo>
                    <a:cubicBezTo>
                      <a:pt x="372" y="84"/>
                      <a:pt x="289" y="0"/>
                      <a:pt x="200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0" name="Google Shape;2650;p58"/>
              <p:cNvSpPr/>
              <p:nvPr/>
            </p:nvSpPr>
            <p:spPr>
              <a:xfrm>
                <a:off x="3863210" y="3626141"/>
                <a:ext cx="45614" cy="193579"/>
              </a:xfrm>
              <a:custGeom>
                <a:avLst/>
                <a:gdLst/>
                <a:ahLst/>
                <a:cxnLst/>
                <a:rect l="l" t="t" r="r" b="b"/>
                <a:pathLst>
                  <a:path w="242" h="1027" extrusionOk="0">
                    <a:moveTo>
                      <a:pt x="132" y="0"/>
                    </a:moveTo>
                    <a:cubicBezTo>
                      <a:pt x="43" y="0"/>
                      <a:pt x="1" y="68"/>
                      <a:pt x="1" y="131"/>
                    </a:cubicBezTo>
                    <a:lnTo>
                      <a:pt x="1" y="896"/>
                    </a:lnTo>
                    <a:cubicBezTo>
                      <a:pt x="1" y="985"/>
                      <a:pt x="43" y="1026"/>
                      <a:pt x="132" y="1026"/>
                    </a:cubicBezTo>
                    <a:cubicBezTo>
                      <a:pt x="194" y="1026"/>
                      <a:pt x="242" y="985"/>
                      <a:pt x="242" y="896"/>
                    </a:cubicBezTo>
                    <a:lnTo>
                      <a:pt x="242" y="131"/>
                    </a:lnTo>
                    <a:cubicBezTo>
                      <a:pt x="242" y="68"/>
                      <a:pt x="194" y="0"/>
                      <a:pt x="13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1" name="Google Shape;2651;p58"/>
              <p:cNvSpPr/>
              <p:nvPr/>
            </p:nvSpPr>
            <p:spPr>
              <a:xfrm>
                <a:off x="3847930" y="3618224"/>
                <a:ext cx="70306" cy="214313"/>
              </a:xfrm>
              <a:custGeom>
                <a:avLst/>
                <a:gdLst/>
                <a:ahLst/>
                <a:cxnLst/>
                <a:rect l="l" t="t" r="r" b="b"/>
                <a:pathLst>
                  <a:path w="373" h="1137" extrusionOk="0">
                    <a:moveTo>
                      <a:pt x="200" y="89"/>
                    </a:moveTo>
                    <a:cubicBezTo>
                      <a:pt x="221" y="89"/>
                      <a:pt x="262" y="131"/>
                      <a:pt x="262" y="173"/>
                    </a:cubicBezTo>
                    <a:lnTo>
                      <a:pt x="262" y="938"/>
                    </a:lnTo>
                    <a:cubicBezTo>
                      <a:pt x="262" y="979"/>
                      <a:pt x="221" y="1027"/>
                      <a:pt x="200" y="1027"/>
                    </a:cubicBezTo>
                    <a:cubicBezTo>
                      <a:pt x="158" y="1027"/>
                      <a:pt x="111" y="979"/>
                      <a:pt x="111" y="938"/>
                    </a:cubicBezTo>
                    <a:lnTo>
                      <a:pt x="111" y="173"/>
                    </a:lnTo>
                    <a:cubicBezTo>
                      <a:pt x="111" y="131"/>
                      <a:pt x="158" y="89"/>
                      <a:pt x="200" y="89"/>
                    </a:cubicBezTo>
                    <a:close/>
                    <a:moveTo>
                      <a:pt x="200" y="0"/>
                    </a:moveTo>
                    <a:cubicBezTo>
                      <a:pt x="90" y="0"/>
                      <a:pt x="1" y="63"/>
                      <a:pt x="1" y="173"/>
                    </a:cubicBezTo>
                    <a:lnTo>
                      <a:pt x="1" y="938"/>
                    </a:lnTo>
                    <a:cubicBezTo>
                      <a:pt x="1" y="1047"/>
                      <a:pt x="90" y="1137"/>
                      <a:pt x="200" y="1137"/>
                    </a:cubicBezTo>
                    <a:cubicBezTo>
                      <a:pt x="289" y="1137"/>
                      <a:pt x="372" y="1047"/>
                      <a:pt x="372" y="938"/>
                    </a:cubicBezTo>
                    <a:lnTo>
                      <a:pt x="372" y="173"/>
                    </a:lnTo>
                    <a:cubicBezTo>
                      <a:pt x="372" y="63"/>
                      <a:pt x="289" y="0"/>
                      <a:pt x="200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2" name="Google Shape;2652;p58"/>
              <p:cNvSpPr/>
              <p:nvPr/>
            </p:nvSpPr>
            <p:spPr>
              <a:xfrm>
                <a:off x="3863210" y="3992186"/>
                <a:ext cx="45614" cy="197726"/>
              </a:xfrm>
              <a:custGeom>
                <a:avLst/>
                <a:gdLst/>
                <a:ahLst/>
                <a:cxnLst/>
                <a:rect l="l" t="t" r="r" b="b"/>
                <a:pathLst>
                  <a:path w="242" h="1049" extrusionOk="0">
                    <a:moveTo>
                      <a:pt x="132" y="1"/>
                    </a:moveTo>
                    <a:cubicBezTo>
                      <a:pt x="43" y="1"/>
                      <a:pt x="1" y="69"/>
                      <a:pt x="1" y="132"/>
                    </a:cubicBezTo>
                    <a:lnTo>
                      <a:pt x="1" y="917"/>
                    </a:lnTo>
                    <a:cubicBezTo>
                      <a:pt x="1" y="985"/>
                      <a:pt x="43" y="1048"/>
                      <a:pt x="132" y="1048"/>
                    </a:cubicBezTo>
                    <a:cubicBezTo>
                      <a:pt x="194" y="1048"/>
                      <a:pt x="242" y="985"/>
                      <a:pt x="242" y="917"/>
                    </a:cubicBezTo>
                    <a:lnTo>
                      <a:pt x="242" y="132"/>
                    </a:lnTo>
                    <a:cubicBezTo>
                      <a:pt x="242" y="69"/>
                      <a:pt x="194" y="1"/>
                      <a:pt x="13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3" name="Google Shape;2653;p58"/>
              <p:cNvSpPr/>
              <p:nvPr/>
            </p:nvSpPr>
            <p:spPr>
              <a:xfrm>
                <a:off x="3847930" y="3984458"/>
                <a:ext cx="70306" cy="213371"/>
              </a:xfrm>
              <a:custGeom>
                <a:avLst/>
                <a:gdLst/>
                <a:ahLst/>
                <a:cxnLst/>
                <a:rect l="l" t="t" r="r" b="b"/>
                <a:pathLst>
                  <a:path w="373" h="1132" extrusionOk="0">
                    <a:moveTo>
                      <a:pt x="200" y="110"/>
                    </a:moveTo>
                    <a:cubicBezTo>
                      <a:pt x="221" y="110"/>
                      <a:pt x="262" y="131"/>
                      <a:pt x="262" y="173"/>
                    </a:cubicBezTo>
                    <a:lnTo>
                      <a:pt x="262" y="958"/>
                    </a:lnTo>
                    <a:cubicBezTo>
                      <a:pt x="262" y="1000"/>
                      <a:pt x="221" y="1026"/>
                      <a:pt x="200" y="1026"/>
                    </a:cubicBezTo>
                    <a:cubicBezTo>
                      <a:pt x="158" y="1026"/>
                      <a:pt x="111" y="1000"/>
                      <a:pt x="111" y="958"/>
                    </a:cubicBezTo>
                    <a:lnTo>
                      <a:pt x="111" y="173"/>
                    </a:lnTo>
                    <a:cubicBezTo>
                      <a:pt x="111" y="131"/>
                      <a:pt x="158" y="110"/>
                      <a:pt x="200" y="110"/>
                    </a:cubicBezTo>
                    <a:close/>
                    <a:moveTo>
                      <a:pt x="200" y="0"/>
                    </a:moveTo>
                    <a:cubicBezTo>
                      <a:pt x="90" y="0"/>
                      <a:pt x="1" y="84"/>
                      <a:pt x="1" y="173"/>
                    </a:cubicBezTo>
                    <a:lnTo>
                      <a:pt x="1" y="958"/>
                    </a:lnTo>
                    <a:cubicBezTo>
                      <a:pt x="1" y="1047"/>
                      <a:pt x="90" y="1131"/>
                      <a:pt x="200" y="1131"/>
                    </a:cubicBezTo>
                    <a:cubicBezTo>
                      <a:pt x="289" y="1131"/>
                      <a:pt x="372" y="1047"/>
                      <a:pt x="372" y="958"/>
                    </a:cubicBezTo>
                    <a:lnTo>
                      <a:pt x="372" y="173"/>
                    </a:lnTo>
                    <a:cubicBezTo>
                      <a:pt x="372" y="84"/>
                      <a:pt x="289" y="0"/>
                      <a:pt x="200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4" name="Google Shape;2654;p58"/>
              <p:cNvSpPr/>
              <p:nvPr/>
            </p:nvSpPr>
            <p:spPr>
              <a:xfrm>
                <a:off x="3954061" y="3062372"/>
                <a:ext cx="98956" cy="267656"/>
              </a:xfrm>
              <a:custGeom>
                <a:avLst/>
                <a:gdLst/>
                <a:ahLst/>
                <a:cxnLst/>
                <a:rect l="l" t="t" r="r" b="b"/>
                <a:pathLst>
                  <a:path w="525" h="1420" extrusionOk="0">
                    <a:moveTo>
                      <a:pt x="131" y="1"/>
                    </a:moveTo>
                    <a:cubicBezTo>
                      <a:pt x="63" y="1"/>
                      <a:pt x="1" y="69"/>
                      <a:pt x="1" y="132"/>
                    </a:cubicBezTo>
                    <a:lnTo>
                      <a:pt x="1" y="1289"/>
                    </a:lnTo>
                    <a:cubicBezTo>
                      <a:pt x="1" y="1357"/>
                      <a:pt x="63" y="1420"/>
                      <a:pt x="131" y="1420"/>
                    </a:cubicBezTo>
                    <a:lnTo>
                      <a:pt x="393" y="1420"/>
                    </a:lnTo>
                    <a:cubicBezTo>
                      <a:pt x="477" y="1420"/>
                      <a:pt x="524" y="1357"/>
                      <a:pt x="524" y="1289"/>
                    </a:cubicBezTo>
                    <a:lnTo>
                      <a:pt x="524" y="132"/>
                    </a:lnTo>
                    <a:cubicBezTo>
                      <a:pt x="524" y="69"/>
                      <a:pt x="477" y="1"/>
                      <a:pt x="39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5" name="Google Shape;2655;p58"/>
              <p:cNvSpPr/>
              <p:nvPr/>
            </p:nvSpPr>
            <p:spPr>
              <a:xfrm>
                <a:off x="3941244" y="3054455"/>
                <a:ext cx="123648" cy="284620"/>
              </a:xfrm>
              <a:custGeom>
                <a:avLst/>
                <a:gdLst/>
                <a:ahLst/>
                <a:cxnLst/>
                <a:rect l="l" t="t" r="r" b="b"/>
                <a:pathLst>
                  <a:path w="656" h="1510" extrusionOk="0">
                    <a:moveTo>
                      <a:pt x="461" y="111"/>
                    </a:moveTo>
                    <a:cubicBezTo>
                      <a:pt x="503" y="111"/>
                      <a:pt x="545" y="132"/>
                      <a:pt x="545" y="174"/>
                    </a:cubicBezTo>
                    <a:lnTo>
                      <a:pt x="545" y="1331"/>
                    </a:lnTo>
                    <a:cubicBezTo>
                      <a:pt x="545" y="1378"/>
                      <a:pt x="503" y="1399"/>
                      <a:pt x="461" y="1399"/>
                    </a:cubicBezTo>
                    <a:lnTo>
                      <a:pt x="199" y="1399"/>
                    </a:lnTo>
                    <a:cubicBezTo>
                      <a:pt x="152" y="1399"/>
                      <a:pt x="110" y="1378"/>
                      <a:pt x="110" y="1331"/>
                    </a:cubicBezTo>
                    <a:lnTo>
                      <a:pt x="110" y="174"/>
                    </a:lnTo>
                    <a:cubicBezTo>
                      <a:pt x="110" y="132"/>
                      <a:pt x="152" y="111"/>
                      <a:pt x="199" y="111"/>
                    </a:cubicBezTo>
                    <a:close/>
                    <a:moveTo>
                      <a:pt x="199" y="1"/>
                    </a:moveTo>
                    <a:cubicBezTo>
                      <a:pt x="89" y="1"/>
                      <a:pt x="0" y="90"/>
                      <a:pt x="0" y="174"/>
                    </a:cubicBezTo>
                    <a:lnTo>
                      <a:pt x="0" y="1331"/>
                    </a:lnTo>
                    <a:cubicBezTo>
                      <a:pt x="0" y="1420"/>
                      <a:pt x="89" y="1509"/>
                      <a:pt x="199" y="1509"/>
                    </a:cubicBezTo>
                    <a:lnTo>
                      <a:pt x="461" y="1509"/>
                    </a:lnTo>
                    <a:cubicBezTo>
                      <a:pt x="566" y="1509"/>
                      <a:pt x="655" y="1420"/>
                      <a:pt x="655" y="1331"/>
                    </a:cubicBezTo>
                    <a:lnTo>
                      <a:pt x="655" y="174"/>
                    </a:lnTo>
                    <a:cubicBezTo>
                      <a:pt x="655" y="90"/>
                      <a:pt x="566" y="1"/>
                      <a:pt x="461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6" name="Google Shape;2656;p58"/>
              <p:cNvSpPr/>
              <p:nvPr/>
            </p:nvSpPr>
            <p:spPr>
              <a:xfrm>
                <a:off x="3954061" y="3412772"/>
                <a:ext cx="98956" cy="262755"/>
              </a:xfrm>
              <a:custGeom>
                <a:avLst/>
                <a:gdLst/>
                <a:ahLst/>
                <a:cxnLst/>
                <a:rect l="l" t="t" r="r" b="b"/>
                <a:pathLst>
                  <a:path w="525" h="1394" extrusionOk="0">
                    <a:moveTo>
                      <a:pt x="131" y="1"/>
                    </a:moveTo>
                    <a:cubicBezTo>
                      <a:pt x="63" y="1"/>
                      <a:pt x="1" y="43"/>
                      <a:pt x="1" y="106"/>
                    </a:cubicBezTo>
                    <a:lnTo>
                      <a:pt x="1" y="1263"/>
                    </a:lnTo>
                    <a:cubicBezTo>
                      <a:pt x="1" y="1331"/>
                      <a:pt x="63" y="1394"/>
                      <a:pt x="131" y="1394"/>
                    </a:cubicBezTo>
                    <a:lnTo>
                      <a:pt x="393" y="1394"/>
                    </a:lnTo>
                    <a:cubicBezTo>
                      <a:pt x="477" y="1394"/>
                      <a:pt x="524" y="1331"/>
                      <a:pt x="524" y="1263"/>
                    </a:cubicBezTo>
                    <a:lnTo>
                      <a:pt x="524" y="106"/>
                    </a:lnTo>
                    <a:cubicBezTo>
                      <a:pt x="524" y="43"/>
                      <a:pt x="477" y="1"/>
                      <a:pt x="39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7" name="Google Shape;2657;p58"/>
              <p:cNvSpPr/>
              <p:nvPr/>
            </p:nvSpPr>
            <p:spPr>
              <a:xfrm>
                <a:off x="3941244" y="3399955"/>
                <a:ext cx="123648" cy="284431"/>
              </a:xfrm>
              <a:custGeom>
                <a:avLst/>
                <a:gdLst/>
                <a:ahLst/>
                <a:cxnLst/>
                <a:rect l="l" t="t" r="r" b="b"/>
                <a:pathLst>
                  <a:path w="656" h="1509" extrusionOk="0">
                    <a:moveTo>
                      <a:pt x="461" y="111"/>
                    </a:moveTo>
                    <a:cubicBezTo>
                      <a:pt x="503" y="111"/>
                      <a:pt x="545" y="132"/>
                      <a:pt x="545" y="174"/>
                    </a:cubicBezTo>
                    <a:lnTo>
                      <a:pt x="545" y="1331"/>
                    </a:lnTo>
                    <a:cubicBezTo>
                      <a:pt x="545" y="1378"/>
                      <a:pt x="503" y="1399"/>
                      <a:pt x="461" y="1399"/>
                    </a:cubicBezTo>
                    <a:lnTo>
                      <a:pt x="199" y="1399"/>
                    </a:lnTo>
                    <a:cubicBezTo>
                      <a:pt x="152" y="1399"/>
                      <a:pt x="110" y="1378"/>
                      <a:pt x="110" y="1331"/>
                    </a:cubicBezTo>
                    <a:lnTo>
                      <a:pt x="110" y="174"/>
                    </a:lnTo>
                    <a:cubicBezTo>
                      <a:pt x="110" y="132"/>
                      <a:pt x="152" y="111"/>
                      <a:pt x="199" y="111"/>
                    </a:cubicBezTo>
                    <a:close/>
                    <a:moveTo>
                      <a:pt x="199" y="1"/>
                    </a:moveTo>
                    <a:cubicBezTo>
                      <a:pt x="89" y="1"/>
                      <a:pt x="0" y="90"/>
                      <a:pt x="0" y="174"/>
                    </a:cubicBezTo>
                    <a:lnTo>
                      <a:pt x="0" y="1331"/>
                    </a:lnTo>
                    <a:cubicBezTo>
                      <a:pt x="0" y="1441"/>
                      <a:pt x="89" y="1509"/>
                      <a:pt x="199" y="1509"/>
                    </a:cubicBezTo>
                    <a:lnTo>
                      <a:pt x="461" y="1509"/>
                    </a:lnTo>
                    <a:cubicBezTo>
                      <a:pt x="566" y="1509"/>
                      <a:pt x="655" y="1441"/>
                      <a:pt x="655" y="1331"/>
                    </a:cubicBezTo>
                    <a:lnTo>
                      <a:pt x="655" y="174"/>
                    </a:lnTo>
                    <a:cubicBezTo>
                      <a:pt x="655" y="90"/>
                      <a:pt x="566" y="1"/>
                      <a:pt x="461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8" name="Google Shape;2658;p58"/>
              <p:cNvSpPr/>
              <p:nvPr/>
            </p:nvSpPr>
            <p:spPr>
              <a:xfrm>
                <a:off x="3954061" y="3778063"/>
                <a:ext cx="98956" cy="263698"/>
              </a:xfrm>
              <a:custGeom>
                <a:avLst/>
                <a:gdLst/>
                <a:ahLst/>
                <a:cxnLst/>
                <a:rect l="l" t="t" r="r" b="b"/>
                <a:pathLst>
                  <a:path w="525" h="1399" extrusionOk="0">
                    <a:moveTo>
                      <a:pt x="131" y="0"/>
                    </a:moveTo>
                    <a:cubicBezTo>
                      <a:pt x="63" y="0"/>
                      <a:pt x="1" y="48"/>
                      <a:pt x="1" y="131"/>
                    </a:cubicBezTo>
                    <a:lnTo>
                      <a:pt x="1" y="1268"/>
                    </a:lnTo>
                    <a:cubicBezTo>
                      <a:pt x="1" y="1357"/>
                      <a:pt x="63" y="1399"/>
                      <a:pt x="131" y="1399"/>
                    </a:cubicBezTo>
                    <a:lnTo>
                      <a:pt x="393" y="1399"/>
                    </a:lnTo>
                    <a:cubicBezTo>
                      <a:pt x="477" y="1399"/>
                      <a:pt x="524" y="1357"/>
                      <a:pt x="524" y="1268"/>
                    </a:cubicBezTo>
                    <a:lnTo>
                      <a:pt x="524" y="131"/>
                    </a:lnTo>
                    <a:cubicBezTo>
                      <a:pt x="524" y="48"/>
                      <a:pt x="477" y="0"/>
                      <a:pt x="39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9" name="Google Shape;2659;p58"/>
              <p:cNvSpPr/>
              <p:nvPr/>
            </p:nvSpPr>
            <p:spPr>
              <a:xfrm>
                <a:off x="3941244" y="3766188"/>
                <a:ext cx="123648" cy="288390"/>
              </a:xfrm>
              <a:custGeom>
                <a:avLst/>
                <a:gdLst/>
                <a:ahLst/>
                <a:cxnLst/>
                <a:rect l="l" t="t" r="r" b="b"/>
                <a:pathLst>
                  <a:path w="656" h="1530" extrusionOk="0">
                    <a:moveTo>
                      <a:pt x="461" y="111"/>
                    </a:moveTo>
                    <a:cubicBezTo>
                      <a:pt x="503" y="111"/>
                      <a:pt x="545" y="153"/>
                      <a:pt x="545" y="194"/>
                    </a:cubicBezTo>
                    <a:lnTo>
                      <a:pt x="545" y="1331"/>
                    </a:lnTo>
                    <a:cubicBezTo>
                      <a:pt x="545" y="1373"/>
                      <a:pt x="503" y="1420"/>
                      <a:pt x="461" y="1420"/>
                    </a:cubicBezTo>
                    <a:lnTo>
                      <a:pt x="199" y="1420"/>
                    </a:lnTo>
                    <a:cubicBezTo>
                      <a:pt x="152" y="1420"/>
                      <a:pt x="110" y="1373"/>
                      <a:pt x="110" y="1331"/>
                    </a:cubicBezTo>
                    <a:lnTo>
                      <a:pt x="110" y="194"/>
                    </a:lnTo>
                    <a:cubicBezTo>
                      <a:pt x="110" y="153"/>
                      <a:pt x="152" y="111"/>
                      <a:pt x="199" y="111"/>
                    </a:cubicBezTo>
                    <a:close/>
                    <a:moveTo>
                      <a:pt x="199" y="1"/>
                    </a:moveTo>
                    <a:cubicBezTo>
                      <a:pt x="89" y="1"/>
                      <a:pt x="0" y="90"/>
                      <a:pt x="0" y="194"/>
                    </a:cubicBezTo>
                    <a:lnTo>
                      <a:pt x="0" y="1331"/>
                    </a:lnTo>
                    <a:cubicBezTo>
                      <a:pt x="0" y="1441"/>
                      <a:pt x="89" y="1530"/>
                      <a:pt x="199" y="1530"/>
                    </a:cubicBezTo>
                    <a:lnTo>
                      <a:pt x="461" y="1530"/>
                    </a:lnTo>
                    <a:cubicBezTo>
                      <a:pt x="566" y="1530"/>
                      <a:pt x="655" y="1441"/>
                      <a:pt x="655" y="1331"/>
                    </a:cubicBezTo>
                    <a:lnTo>
                      <a:pt x="655" y="194"/>
                    </a:lnTo>
                    <a:cubicBezTo>
                      <a:pt x="655" y="90"/>
                      <a:pt x="566" y="1"/>
                      <a:pt x="461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0" name="Google Shape;2660;p58"/>
              <p:cNvSpPr/>
              <p:nvPr/>
            </p:nvSpPr>
            <p:spPr>
              <a:xfrm>
                <a:off x="3954061" y="4140338"/>
                <a:ext cx="98956" cy="263698"/>
              </a:xfrm>
              <a:custGeom>
                <a:avLst/>
                <a:gdLst/>
                <a:ahLst/>
                <a:cxnLst/>
                <a:rect l="l" t="t" r="r" b="b"/>
                <a:pathLst>
                  <a:path w="525" h="1399" extrusionOk="0">
                    <a:moveTo>
                      <a:pt x="131" y="0"/>
                    </a:moveTo>
                    <a:cubicBezTo>
                      <a:pt x="63" y="0"/>
                      <a:pt x="1" y="69"/>
                      <a:pt x="1" y="131"/>
                    </a:cubicBezTo>
                    <a:lnTo>
                      <a:pt x="1" y="1289"/>
                    </a:lnTo>
                    <a:cubicBezTo>
                      <a:pt x="1" y="1352"/>
                      <a:pt x="63" y="1399"/>
                      <a:pt x="131" y="1399"/>
                    </a:cubicBezTo>
                    <a:lnTo>
                      <a:pt x="393" y="1399"/>
                    </a:lnTo>
                    <a:cubicBezTo>
                      <a:pt x="477" y="1399"/>
                      <a:pt x="524" y="1352"/>
                      <a:pt x="524" y="1289"/>
                    </a:cubicBezTo>
                    <a:lnTo>
                      <a:pt x="524" y="131"/>
                    </a:lnTo>
                    <a:cubicBezTo>
                      <a:pt x="524" y="69"/>
                      <a:pt x="477" y="0"/>
                      <a:pt x="39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1" name="Google Shape;2661;p58"/>
              <p:cNvSpPr/>
              <p:nvPr/>
            </p:nvSpPr>
            <p:spPr>
              <a:xfrm>
                <a:off x="3941244" y="4132421"/>
                <a:ext cx="123648" cy="283489"/>
              </a:xfrm>
              <a:custGeom>
                <a:avLst/>
                <a:gdLst/>
                <a:ahLst/>
                <a:cxnLst/>
                <a:rect l="l" t="t" r="r" b="b"/>
                <a:pathLst>
                  <a:path w="656" h="1504" extrusionOk="0">
                    <a:moveTo>
                      <a:pt x="461" y="111"/>
                    </a:moveTo>
                    <a:cubicBezTo>
                      <a:pt x="503" y="111"/>
                      <a:pt x="545" y="131"/>
                      <a:pt x="545" y="173"/>
                    </a:cubicBezTo>
                    <a:lnTo>
                      <a:pt x="545" y="1331"/>
                    </a:lnTo>
                    <a:cubicBezTo>
                      <a:pt x="545" y="1373"/>
                      <a:pt x="503" y="1394"/>
                      <a:pt x="461" y="1394"/>
                    </a:cubicBezTo>
                    <a:lnTo>
                      <a:pt x="199" y="1394"/>
                    </a:lnTo>
                    <a:cubicBezTo>
                      <a:pt x="152" y="1394"/>
                      <a:pt x="110" y="1373"/>
                      <a:pt x="110" y="1331"/>
                    </a:cubicBezTo>
                    <a:lnTo>
                      <a:pt x="110" y="173"/>
                    </a:lnTo>
                    <a:cubicBezTo>
                      <a:pt x="110" y="131"/>
                      <a:pt x="152" y="111"/>
                      <a:pt x="199" y="111"/>
                    </a:cubicBezTo>
                    <a:close/>
                    <a:moveTo>
                      <a:pt x="199" y="1"/>
                    </a:moveTo>
                    <a:cubicBezTo>
                      <a:pt x="89" y="1"/>
                      <a:pt x="0" y="63"/>
                      <a:pt x="0" y="173"/>
                    </a:cubicBezTo>
                    <a:lnTo>
                      <a:pt x="0" y="1331"/>
                    </a:lnTo>
                    <a:cubicBezTo>
                      <a:pt x="0" y="1420"/>
                      <a:pt x="89" y="1504"/>
                      <a:pt x="199" y="1504"/>
                    </a:cubicBezTo>
                    <a:lnTo>
                      <a:pt x="461" y="1504"/>
                    </a:lnTo>
                    <a:cubicBezTo>
                      <a:pt x="566" y="1504"/>
                      <a:pt x="655" y="1420"/>
                      <a:pt x="655" y="1331"/>
                    </a:cubicBezTo>
                    <a:lnTo>
                      <a:pt x="655" y="173"/>
                    </a:lnTo>
                    <a:cubicBezTo>
                      <a:pt x="655" y="63"/>
                      <a:pt x="566" y="1"/>
                      <a:pt x="461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2" name="Google Shape;2662;p58"/>
              <p:cNvSpPr/>
              <p:nvPr/>
            </p:nvSpPr>
            <p:spPr>
              <a:xfrm>
                <a:off x="4081478" y="3062372"/>
                <a:ext cx="98767" cy="267656"/>
              </a:xfrm>
              <a:custGeom>
                <a:avLst/>
                <a:gdLst/>
                <a:ahLst/>
                <a:cxnLst/>
                <a:rect l="l" t="t" r="r" b="b"/>
                <a:pathLst>
                  <a:path w="524" h="1420" extrusionOk="0">
                    <a:moveTo>
                      <a:pt x="131" y="1"/>
                    </a:moveTo>
                    <a:cubicBezTo>
                      <a:pt x="63" y="1"/>
                      <a:pt x="0" y="69"/>
                      <a:pt x="0" y="132"/>
                    </a:cubicBezTo>
                    <a:lnTo>
                      <a:pt x="0" y="1289"/>
                    </a:lnTo>
                    <a:cubicBezTo>
                      <a:pt x="0" y="1357"/>
                      <a:pt x="63" y="1420"/>
                      <a:pt x="131" y="1420"/>
                    </a:cubicBezTo>
                    <a:lnTo>
                      <a:pt x="414" y="1420"/>
                    </a:lnTo>
                    <a:cubicBezTo>
                      <a:pt x="477" y="1420"/>
                      <a:pt x="524" y="1357"/>
                      <a:pt x="524" y="1289"/>
                    </a:cubicBezTo>
                    <a:lnTo>
                      <a:pt x="524" y="132"/>
                    </a:lnTo>
                    <a:cubicBezTo>
                      <a:pt x="524" y="69"/>
                      <a:pt x="477" y="1"/>
                      <a:pt x="41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3" name="Google Shape;2663;p58"/>
              <p:cNvSpPr/>
              <p:nvPr/>
            </p:nvSpPr>
            <p:spPr>
              <a:xfrm>
                <a:off x="4072431" y="3054455"/>
                <a:ext cx="119690" cy="284620"/>
              </a:xfrm>
              <a:custGeom>
                <a:avLst/>
                <a:gdLst/>
                <a:ahLst/>
                <a:cxnLst/>
                <a:rect l="l" t="t" r="r" b="b"/>
                <a:pathLst>
                  <a:path w="635" h="1510" extrusionOk="0">
                    <a:moveTo>
                      <a:pt x="462" y="111"/>
                    </a:moveTo>
                    <a:cubicBezTo>
                      <a:pt x="483" y="111"/>
                      <a:pt x="525" y="132"/>
                      <a:pt x="525" y="174"/>
                    </a:cubicBezTo>
                    <a:lnTo>
                      <a:pt x="525" y="1331"/>
                    </a:lnTo>
                    <a:cubicBezTo>
                      <a:pt x="525" y="1378"/>
                      <a:pt x="483" y="1399"/>
                      <a:pt x="462" y="1399"/>
                    </a:cubicBezTo>
                    <a:lnTo>
                      <a:pt x="179" y="1399"/>
                    </a:lnTo>
                    <a:cubicBezTo>
                      <a:pt x="132" y="1399"/>
                      <a:pt x="111" y="1378"/>
                      <a:pt x="111" y="1331"/>
                    </a:cubicBezTo>
                    <a:lnTo>
                      <a:pt x="111" y="174"/>
                    </a:lnTo>
                    <a:cubicBezTo>
                      <a:pt x="111" y="132"/>
                      <a:pt x="132" y="111"/>
                      <a:pt x="179" y="111"/>
                    </a:cubicBezTo>
                    <a:close/>
                    <a:moveTo>
                      <a:pt x="179" y="1"/>
                    </a:moveTo>
                    <a:cubicBezTo>
                      <a:pt x="69" y="1"/>
                      <a:pt x="1" y="90"/>
                      <a:pt x="1" y="174"/>
                    </a:cubicBezTo>
                    <a:lnTo>
                      <a:pt x="1" y="1331"/>
                    </a:lnTo>
                    <a:cubicBezTo>
                      <a:pt x="1" y="1420"/>
                      <a:pt x="69" y="1509"/>
                      <a:pt x="179" y="1509"/>
                    </a:cubicBezTo>
                    <a:lnTo>
                      <a:pt x="462" y="1509"/>
                    </a:lnTo>
                    <a:cubicBezTo>
                      <a:pt x="551" y="1509"/>
                      <a:pt x="635" y="1420"/>
                      <a:pt x="635" y="1331"/>
                    </a:cubicBezTo>
                    <a:lnTo>
                      <a:pt x="635" y="174"/>
                    </a:lnTo>
                    <a:cubicBezTo>
                      <a:pt x="635" y="90"/>
                      <a:pt x="551" y="1"/>
                      <a:pt x="462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4" name="Google Shape;2664;p58"/>
              <p:cNvSpPr/>
              <p:nvPr/>
            </p:nvSpPr>
            <p:spPr>
              <a:xfrm>
                <a:off x="4081478" y="3412772"/>
                <a:ext cx="98767" cy="262755"/>
              </a:xfrm>
              <a:custGeom>
                <a:avLst/>
                <a:gdLst/>
                <a:ahLst/>
                <a:cxnLst/>
                <a:rect l="l" t="t" r="r" b="b"/>
                <a:pathLst>
                  <a:path w="524" h="1394" extrusionOk="0">
                    <a:moveTo>
                      <a:pt x="131" y="1"/>
                    </a:moveTo>
                    <a:cubicBezTo>
                      <a:pt x="63" y="1"/>
                      <a:pt x="0" y="43"/>
                      <a:pt x="0" y="106"/>
                    </a:cubicBezTo>
                    <a:lnTo>
                      <a:pt x="0" y="1263"/>
                    </a:lnTo>
                    <a:cubicBezTo>
                      <a:pt x="0" y="1331"/>
                      <a:pt x="63" y="1394"/>
                      <a:pt x="131" y="1394"/>
                    </a:cubicBezTo>
                    <a:lnTo>
                      <a:pt x="414" y="1394"/>
                    </a:lnTo>
                    <a:cubicBezTo>
                      <a:pt x="477" y="1394"/>
                      <a:pt x="524" y="1331"/>
                      <a:pt x="524" y="1263"/>
                    </a:cubicBezTo>
                    <a:lnTo>
                      <a:pt x="524" y="106"/>
                    </a:lnTo>
                    <a:cubicBezTo>
                      <a:pt x="524" y="43"/>
                      <a:pt x="477" y="1"/>
                      <a:pt x="41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5" name="Google Shape;2665;p58"/>
              <p:cNvSpPr/>
              <p:nvPr/>
            </p:nvSpPr>
            <p:spPr>
              <a:xfrm>
                <a:off x="4072431" y="3399955"/>
                <a:ext cx="119690" cy="284431"/>
              </a:xfrm>
              <a:custGeom>
                <a:avLst/>
                <a:gdLst/>
                <a:ahLst/>
                <a:cxnLst/>
                <a:rect l="l" t="t" r="r" b="b"/>
                <a:pathLst>
                  <a:path w="635" h="1509" extrusionOk="0">
                    <a:moveTo>
                      <a:pt x="462" y="111"/>
                    </a:moveTo>
                    <a:cubicBezTo>
                      <a:pt x="483" y="111"/>
                      <a:pt x="525" y="132"/>
                      <a:pt x="525" y="174"/>
                    </a:cubicBezTo>
                    <a:lnTo>
                      <a:pt x="525" y="1331"/>
                    </a:lnTo>
                    <a:cubicBezTo>
                      <a:pt x="525" y="1378"/>
                      <a:pt x="483" y="1399"/>
                      <a:pt x="462" y="1399"/>
                    </a:cubicBezTo>
                    <a:lnTo>
                      <a:pt x="179" y="1399"/>
                    </a:lnTo>
                    <a:cubicBezTo>
                      <a:pt x="132" y="1399"/>
                      <a:pt x="111" y="1378"/>
                      <a:pt x="111" y="1331"/>
                    </a:cubicBezTo>
                    <a:lnTo>
                      <a:pt x="111" y="174"/>
                    </a:lnTo>
                    <a:cubicBezTo>
                      <a:pt x="111" y="132"/>
                      <a:pt x="132" y="111"/>
                      <a:pt x="179" y="111"/>
                    </a:cubicBezTo>
                    <a:close/>
                    <a:moveTo>
                      <a:pt x="179" y="1"/>
                    </a:moveTo>
                    <a:cubicBezTo>
                      <a:pt x="69" y="1"/>
                      <a:pt x="1" y="90"/>
                      <a:pt x="1" y="174"/>
                    </a:cubicBezTo>
                    <a:lnTo>
                      <a:pt x="1" y="1331"/>
                    </a:lnTo>
                    <a:cubicBezTo>
                      <a:pt x="1" y="1441"/>
                      <a:pt x="69" y="1509"/>
                      <a:pt x="179" y="1509"/>
                    </a:cubicBezTo>
                    <a:lnTo>
                      <a:pt x="462" y="1509"/>
                    </a:lnTo>
                    <a:cubicBezTo>
                      <a:pt x="551" y="1509"/>
                      <a:pt x="635" y="1441"/>
                      <a:pt x="635" y="1331"/>
                    </a:cubicBezTo>
                    <a:lnTo>
                      <a:pt x="635" y="174"/>
                    </a:lnTo>
                    <a:cubicBezTo>
                      <a:pt x="635" y="90"/>
                      <a:pt x="551" y="1"/>
                      <a:pt x="462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6" name="Google Shape;2666;p58"/>
              <p:cNvSpPr/>
              <p:nvPr/>
            </p:nvSpPr>
            <p:spPr>
              <a:xfrm>
                <a:off x="4081478" y="3778063"/>
                <a:ext cx="98767" cy="263698"/>
              </a:xfrm>
              <a:custGeom>
                <a:avLst/>
                <a:gdLst/>
                <a:ahLst/>
                <a:cxnLst/>
                <a:rect l="l" t="t" r="r" b="b"/>
                <a:pathLst>
                  <a:path w="524" h="1399" extrusionOk="0">
                    <a:moveTo>
                      <a:pt x="131" y="0"/>
                    </a:moveTo>
                    <a:cubicBezTo>
                      <a:pt x="63" y="0"/>
                      <a:pt x="0" y="48"/>
                      <a:pt x="0" y="131"/>
                    </a:cubicBezTo>
                    <a:lnTo>
                      <a:pt x="0" y="1268"/>
                    </a:lnTo>
                    <a:cubicBezTo>
                      <a:pt x="0" y="1357"/>
                      <a:pt x="63" y="1399"/>
                      <a:pt x="131" y="1399"/>
                    </a:cubicBezTo>
                    <a:lnTo>
                      <a:pt x="414" y="1399"/>
                    </a:lnTo>
                    <a:cubicBezTo>
                      <a:pt x="477" y="1399"/>
                      <a:pt x="524" y="1357"/>
                      <a:pt x="524" y="1268"/>
                    </a:cubicBezTo>
                    <a:lnTo>
                      <a:pt x="524" y="131"/>
                    </a:lnTo>
                    <a:cubicBezTo>
                      <a:pt x="524" y="48"/>
                      <a:pt x="477" y="0"/>
                      <a:pt x="41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7" name="Google Shape;2667;p58"/>
              <p:cNvSpPr/>
              <p:nvPr/>
            </p:nvSpPr>
            <p:spPr>
              <a:xfrm>
                <a:off x="4072431" y="3766188"/>
                <a:ext cx="119690" cy="288390"/>
              </a:xfrm>
              <a:custGeom>
                <a:avLst/>
                <a:gdLst/>
                <a:ahLst/>
                <a:cxnLst/>
                <a:rect l="l" t="t" r="r" b="b"/>
                <a:pathLst>
                  <a:path w="635" h="1530" extrusionOk="0">
                    <a:moveTo>
                      <a:pt x="462" y="111"/>
                    </a:moveTo>
                    <a:cubicBezTo>
                      <a:pt x="483" y="111"/>
                      <a:pt x="525" y="153"/>
                      <a:pt x="525" y="194"/>
                    </a:cubicBezTo>
                    <a:lnTo>
                      <a:pt x="525" y="1331"/>
                    </a:lnTo>
                    <a:cubicBezTo>
                      <a:pt x="525" y="1373"/>
                      <a:pt x="483" y="1420"/>
                      <a:pt x="462" y="1420"/>
                    </a:cubicBezTo>
                    <a:lnTo>
                      <a:pt x="179" y="1420"/>
                    </a:lnTo>
                    <a:cubicBezTo>
                      <a:pt x="132" y="1420"/>
                      <a:pt x="111" y="1373"/>
                      <a:pt x="111" y="1331"/>
                    </a:cubicBezTo>
                    <a:lnTo>
                      <a:pt x="111" y="194"/>
                    </a:lnTo>
                    <a:cubicBezTo>
                      <a:pt x="111" y="153"/>
                      <a:pt x="132" y="111"/>
                      <a:pt x="179" y="111"/>
                    </a:cubicBezTo>
                    <a:close/>
                    <a:moveTo>
                      <a:pt x="179" y="1"/>
                    </a:moveTo>
                    <a:cubicBezTo>
                      <a:pt x="69" y="1"/>
                      <a:pt x="1" y="90"/>
                      <a:pt x="1" y="194"/>
                    </a:cubicBezTo>
                    <a:lnTo>
                      <a:pt x="1" y="1331"/>
                    </a:lnTo>
                    <a:cubicBezTo>
                      <a:pt x="1" y="1441"/>
                      <a:pt x="69" y="1530"/>
                      <a:pt x="179" y="1530"/>
                    </a:cubicBezTo>
                    <a:lnTo>
                      <a:pt x="462" y="1530"/>
                    </a:lnTo>
                    <a:cubicBezTo>
                      <a:pt x="551" y="1530"/>
                      <a:pt x="635" y="1441"/>
                      <a:pt x="635" y="1331"/>
                    </a:cubicBezTo>
                    <a:lnTo>
                      <a:pt x="635" y="194"/>
                    </a:lnTo>
                    <a:cubicBezTo>
                      <a:pt x="635" y="90"/>
                      <a:pt x="551" y="1"/>
                      <a:pt x="462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8" name="Google Shape;2668;p58"/>
              <p:cNvSpPr/>
              <p:nvPr/>
            </p:nvSpPr>
            <p:spPr>
              <a:xfrm>
                <a:off x="4081478" y="4140338"/>
                <a:ext cx="98767" cy="263698"/>
              </a:xfrm>
              <a:custGeom>
                <a:avLst/>
                <a:gdLst/>
                <a:ahLst/>
                <a:cxnLst/>
                <a:rect l="l" t="t" r="r" b="b"/>
                <a:pathLst>
                  <a:path w="524" h="1399" extrusionOk="0">
                    <a:moveTo>
                      <a:pt x="131" y="0"/>
                    </a:moveTo>
                    <a:cubicBezTo>
                      <a:pt x="63" y="0"/>
                      <a:pt x="0" y="69"/>
                      <a:pt x="0" y="131"/>
                    </a:cubicBezTo>
                    <a:lnTo>
                      <a:pt x="0" y="1289"/>
                    </a:lnTo>
                    <a:cubicBezTo>
                      <a:pt x="0" y="1352"/>
                      <a:pt x="63" y="1399"/>
                      <a:pt x="131" y="1399"/>
                    </a:cubicBezTo>
                    <a:lnTo>
                      <a:pt x="414" y="1399"/>
                    </a:lnTo>
                    <a:cubicBezTo>
                      <a:pt x="477" y="1399"/>
                      <a:pt x="524" y="1352"/>
                      <a:pt x="524" y="1289"/>
                    </a:cubicBezTo>
                    <a:lnTo>
                      <a:pt x="524" y="131"/>
                    </a:lnTo>
                    <a:cubicBezTo>
                      <a:pt x="524" y="69"/>
                      <a:pt x="477" y="0"/>
                      <a:pt x="41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9" name="Google Shape;2669;p58"/>
              <p:cNvSpPr/>
              <p:nvPr/>
            </p:nvSpPr>
            <p:spPr>
              <a:xfrm>
                <a:off x="4072431" y="4132421"/>
                <a:ext cx="119690" cy="28348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1504" extrusionOk="0">
                    <a:moveTo>
                      <a:pt x="462" y="111"/>
                    </a:moveTo>
                    <a:cubicBezTo>
                      <a:pt x="483" y="111"/>
                      <a:pt x="525" y="131"/>
                      <a:pt x="525" y="173"/>
                    </a:cubicBezTo>
                    <a:lnTo>
                      <a:pt x="525" y="1331"/>
                    </a:lnTo>
                    <a:cubicBezTo>
                      <a:pt x="525" y="1373"/>
                      <a:pt x="483" y="1394"/>
                      <a:pt x="462" y="1394"/>
                    </a:cubicBezTo>
                    <a:lnTo>
                      <a:pt x="179" y="1394"/>
                    </a:lnTo>
                    <a:cubicBezTo>
                      <a:pt x="132" y="1394"/>
                      <a:pt x="111" y="1373"/>
                      <a:pt x="111" y="1331"/>
                    </a:cubicBezTo>
                    <a:lnTo>
                      <a:pt x="111" y="173"/>
                    </a:lnTo>
                    <a:cubicBezTo>
                      <a:pt x="111" y="131"/>
                      <a:pt x="132" y="111"/>
                      <a:pt x="179" y="111"/>
                    </a:cubicBezTo>
                    <a:close/>
                    <a:moveTo>
                      <a:pt x="179" y="1"/>
                    </a:moveTo>
                    <a:cubicBezTo>
                      <a:pt x="69" y="1"/>
                      <a:pt x="1" y="63"/>
                      <a:pt x="1" y="173"/>
                    </a:cubicBezTo>
                    <a:lnTo>
                      <a:pt x="1" y="1331"/>
                    </a:lnTo>
                    <a:cubicBezTo>
                      <a:pt x="1" y="1420"/>
                      <a:pt x="69" y="1504"/>
                      <a:pt x="179" y="1504"/>
                    </a:cubicBezTo>
                    <a:lnTo>
                      <a:pt x="462" y="1504"/>
                    </a:lnTo>
                    <a:cubicBezTo>
                      <a:pt x="551" y="1504"/>
                      <a:pt x="635" y="1420"/>
                      <a:pt x="635" y="1331"/>
                    </a:cubicBezTo>
                    <a:lnTo>
                      <a:pt x="635" y="173"/>
                    </a:lnTo>
                    <a:cubicBezTo>
                      <a:pt x="635" y="63"/>
                      <a:pt x="551" y="1"/>
                      <a:pt x="462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0" name="Google Shape;2670;p58"/>
              <p:cNvSpPr/>
              <p:nvPr/>
            </p:nvSpPr>
            <p:spPr>
              <a:xfrm>
                <a:off x="4208707" y="3062372"/>
                <a:ext cx="102914" cy="267656"/>
              </a:xfrm>
              <a:custGeom>
                <a:avLst/>
                <a:gdLst/>
                <a:ahLst/>
                <a:cxnLst/>
                <a:rect l="l" t="t" r="r" b="b"/>
                <a:pathLst>
                  <a:path w="546" h="1420" extrusionOk="0">
                    <a:moveTo>
                      <a:pt x="132" y="1"/>
                    </a:moveTo>
                    <a:cubicBezTo>
                      <a:pt x="63" y="1"/>
                      <a:pt x="1" y="69"/>
                      <a:pt x="1" y="132"/>
                    </a:cubicBezTo>
                    <a:lnTo>
                      <a:pt x="1" y="1289"/>
                    </a:lnTo>
                    <a:cubicBezTo>
                      <a:pt x="1" y="1357"/>
                      <a:pt x="63" y="1420"/>
                      <a:pt x="132" y="1420"/>
                    </a:cubicBezTo>
                    <a:lnTo>
                      <a:pt x="414" y="1420"/>
                    </a:lnTo>
                    <a:cubicBezTo>
                      <a:pt x="482" y="1420"/>
                      <a:pt x="545" y="1357"/>
                      <a:pt x="545" y="1289"/>
                    </a:cubicBezTo>
                    <a:lnTo>
                      <a:pt x="545" y="132"/>
                    </a:lnTo>
                    <a:cubicBezTo>
                      <a:pt x="545" y="69"/>
                      <a:pt x="482" y="1"/>
                      <a:pt x="41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1" name="Google Shape;2671;p58"/>
              <p:cNvSpPr/>
              <p:nvPr/>
            </p:nvSpPr>
            <p:spPr>
              <a:xfrm>
                <a:off x="4200791" y="3054455"/>
                <a:ext cx="118747" cy="284620"/>
              </a:xfrm>
              <a:custGeom>
                <a:avLst/>
                <a:gdLst/>
                <a:ahLst/>
                <a:cxnLst/>
                <a:rect l="l" t="t" r="r" b="b"/>
                <a:pathLst>
                  <a:path w="630" h="1510" extrusionOk="0">
                    <a:moveTo>
                      <a:pt x="456" y="111"/>
                    </a:moveTo>
                    <a:cubicBezTo>
                      <a:pt x="498" y="111"/>
                      <a:pt x="524" y="132"/>
                      <a:pt x="524" y="174"/>
                    </a:cubicBezTo>
                    <a:lnTo>
                      <a:pt x="524" y="1331"/>
                    </a:lnTo>
                    <a:cubicBezTo>
                      <a:pt x="524" y="1378"/>
                      <a:pt x="498" y="1399"/>
                      <a:pt x="456" y="1399"/>
                    </a:cubicBezTo>
                    <a:lnTo>
                      <a:pt x="174" y="1399"/>
                    </a:lnTo>
                    <a:cubicBezTo>
                      <a:pt x="132" y="1399"/>
                      <a:pt x="105" y="1378"/>
                      <a:pt x="105" y="1331"/>
                    </a:cubicBezTo>
                    <a:lnTo>
                      <a:pt x="105" y="174"/>
                    </a:lnTo>
                    <a:cubicBezTo>
                      <a:pt x="105" y="132"/>
                      <a:pt x="132" y="111"/>
                      <a:pt x="174" y="111"/>
                    </a:cubicBezTo>
                    <a:close/>
                    <a:moveTo>
                      <a:pt x="174" y="1"/>
                    </a:moveTo>
                    <a:cubicBezTo>
                      <a:pt x="85" y="1"/>
                      <a:pt x="1" y="90"/>
                      <a:pt x="1" y="174"/>
                    </a:cubicBezTo>
                    <a:lnTo>
                      <a:pt x="1" y="1331"/>
                    </a:lnTo>
                    <a:cubicBezTo>
                      <a:pt x="1" y="1420"/>
                      <a:pt x="85" y="1509"/>
                      <a:pt x="174" y="1509"/>
                    </a:cubicBezTo>
                    <a:lnTo>
                      <a:pt x="456" y="1509"/>
                    </a:lnTo>
                    <a:cubicBezTo>
                      <a:pt x="545" y="1509"/>
                      <a:pt x="629" y="1420"/>
                      <a:pt x="629" y="1331"/>
                    </a:cubicBezTo>
                    <a:lnTo>
                      <a:pt x="629" y="174"/>
                    </a:lnTo>
                    <a:cubicBezTo>
                      <a:pt x="629" y="90"/>
                      <a:pt x="545" y="1"/>
                      <a:pt x="456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2" name="Google Shape;2672;p58"/>
              <p:cNvSpPr/>
              <p:nvPr/>
            </p:nvSpPr>
            <p:spPr>
              <a:xfrm>
                <a:off x="4208707" y="3412772"/>
                <a:ext cx="102914" cy="262755"/>
              </a:xfrm>
              <a:custGeom>
                <a:avLst/>
                <a:gdLst/>
                <a:ahLst/>
                <a:cxnLst/>
                <a:rect l="l" t="t" r="r" b="b"/>
                <a:pathLst>
                  <a:path w="546" h="1394" extrusionOk="0">
                    <a:moveTo>
                      <a:pt x="132" y="1"/>
                    </a:moveTo>
                    <a:cubicBezTo>
                      <a:pt x="63" y="1"/>
                      <a:pt x="1" y="43"/>
                      <a:pt x="1" y="106"/>
                    </a:cubicBezTo>
                    <a:lnTo>
                      <a:pt x="1" y="1263"/>
                    </a:lnTo>
                    <a:cubicBezTo>
                      <a:pt x="1" y="1331"/>
                      <a:pt x="63" y="1394"/>
                      <a:pt x="132" y="1394"/>
                    </a:cubicBezTo>
                    <a:lnTo>
                      <a:pt x="414" y="1394"/>
                    </a:lnTo>
                    <a:cubicBezTo>
                      <a:pt x="482" y="1394"/>
                      <a:pt x="545" y="1331"/>
                      <a:pt x="545" y="1263"/>
                    </a:cubicBezTo>
                    <a:lnTo>
                      <a:pt x="545" y="106"/>
                    </a:lnTo>
                    <a:cubicBezTo>
                      <a:pt x="545" y="43"/>
                      <a:pt x="482" y="1"/>
                      <a:pt x="41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3" name="Google Shape;2673;p58"/>
              <p:cNvSpPr/>
              <p:nvPr/>
            </p:nvSpPr>
            <p:spPr>
              <a:xfrm>
                <a:off x="4200791" y="3399955"/>
                <a:ext cx="118747" cy="284431"/>
              </a:xfrm>
              <a:custGeom>
                <a:avLst/>
                <a:gdLst/>
                <a:ahLst/>
                <a:cxnLst/>
                <a:rect l="l" t="t" r="r" b="b"/>
                <a:pathLst>
                  <a:path w="630" h="1509" extrusionOk="0">
                    <a:moveTo>
                      <a:pt x="456" y="111"/>
                    </a:moveTo>
                    <a:cubicBezTo>
                      <a:pt x="498" y="111"/>
                      <a:pt x="524" y="132"/>
                      <a:pt x="524" y="174"/>
                    </a:cubicBezTo>
                    <a:lnTo>
                      <a:pt x="524" y="1331"/>
                    </a:lnTo>
                    <a:cubicBezTo>
                      <a:pt x="524" y="1378"/>
                      <a:pt x="498" y="1399"/>
                      <a:pt x="456" y="1399"/>
                    </a:cubicBezTo>
                    <a:lnTo>
                      <a:pt x="174" y="1399"/>
                    </a:lnTo>
                    <a:cubicBezTo>
                      <a:pt x="132" y="1399"/>
                      <a:pt x="105" y="1378"/>
                      <a:pt x="105" y="1331"/>
                    </a:cubicBezTo>
                    <a:lnTo>
                      <a:pt x="105" y="174"/>
                    </a:lnTo>
                    <a:cubicBezTo>
                      <a:pt x="105" y="132"/>
                      <a:pt x="132" y="111"/>
                      <a:pt x="174" y="111"/>
                    </a:cubicBezTo>
                    <a:close/>
                    <a:moveTo>
                      <a:pt x="174" y="1"/>
                    </a:moveTo>
                    <a:cubicBezTo>
                      <a:pt x="85" y="1"/>
                      <a:pt x="1" y="90"/>
                      <a:pt x="1" y="174"/>
                    </a:cubicBezTo>
                    <a:lnTo>
                      <a:pt x="1" y="1331"/>
                    </a:lnTo>
                    <a:cubicBezTo>
                      <a:pt x="1" y="1441"/>
                      <a:pt x="85" y="1509"/>
                      <a:pt x="174" y="1509"/>
                    </a:cubicBezTo>
                    <a:lnTo>
                      <a:pt x="456" y="1509"/>
                    </a:lnTo>
                    <a:cubicBezTo>
                      <a:pt x="545" y="1509"/>
                      <a:pt x="629" y="1441"/>
                      <a:pt x="629" y="1331"/>
                    </a:cubicBezTo>
                    <a:lnTo>
                      <a:pt x="629" y="174"/>
                    </a:lnTo>
                    <a:cubicBezTo>
                      <a:pt x="629" y="90"/>
                      <a:pt x="545" y="1"/>
                      <a:pt x="456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4" name="Google Shape;2674;p58"/>
              <p:cNvSpPr/>
              <p:nvPr/>
            </p:nvSpPr>
            <p:spPr>
              <a:xfrm>
                <a:off x="4208707" y="3778063"/>
                <a:ext cx="102914" cy="263698"/>
              </a:xfrm>
              <a:custGeom>
                <a:avLst/>
                <a:gdLst/>
                <a:ahLst/>
                <a:cxnLst/>
                <a:rect l="l" t="t" r="r" b="b"/>
                <a:pathLst>
                  <a:path w="546" h="1399" extrusionOk="0">
                    <a:moveTo>
                      <a:pt x="132" y="0"/>
                    </a:moveTo>
                    <a:cubicBezTo>
                      <a:pt x="63" y="0"/>
                      <a:pt x="1" y="48"/>
                      <a:pt x="1" y="131"/>
                    </a:cubicBezTo>
                    <a:lnTo>
                      <a:pt x="1" y="1268"/>
                    </a:lnTo>
                    <a:cubicBezTo>
                      <a:pt x="1" y="1357"/>
                      <a:pt x="63" y="1399"/>
                      <a:pt x="132" y="1399"/>
                    </a:cubicBezTo>
                    <a:lnTo>
                      <a:pt x="414" y="1399"/>
                    </a:lnTo>
                    <a:cubicBezTo>
                      <a:pt x="482" y="1399"/>
                      <a:pt x="545" y="1357"/>
                      <a:pt x="545" y="1268"/>
                    </a:cubicBezTo>
                    <a:lnTo>
                      <a:pt x="545" y="131"/>
                    </a:lnTo>
                    <a:cubicBezTo>
                      <a:pt x="545" y="48"/>
                      <a:pt x="482" y="0"/>
                      <a:pt x="41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5" name="Google Shape;2675;p58"/>
              <p:cNvSpPr/>
              <p:nvPr/>
            </p:nvSpPr>
            <p:spPr>
              <a:xfrm>
                <a:off x="4200791" y="3766188"/>
                <a:ext cx="118747" cy="288390"/>
              </a:xfrm>
              <a:custGeom>
                <a:avLst/>
                <a:gdLst/>
                <a:ahLst/>
                <a:cxnLst/>
                <a:rect l="l" t="t" r="r" b="b"/>
                <a:pathLst>
                  <a:path w="630" h="1530" extrusionOk="0">
                    <a:moveTo>
                      <a:pt x="456" y="111"/>
                    </a:moveTo>
                    <a:cubicBezTo>
                      <a:pt x="498" y="111"/>
                      <a:pt x="524" y="153"/>
                      <a:pt x="524" y="194"/>
                    </a:cubicBezTo>
                    <a:lnTo>
                      <a:pt x="524" y="1331"/>
                    </a:lnTo>
                    <a:cubicBezTo>
                      <a:pt x="524" y="1373"/>
                      <a:pt x="498" y="1420"/>
                      <a:pt x="456" y="1420"/>
                    </a:cubicBezTo>
                    <a:lnTo>
                      <a:pt x="174" y="1420"/>
                    </a:lnTo>
                    <a:cubicBezTo>
                      <a:pt x="132" y="1420"/>
                      <a:pt x="105" y="1373"/>
                      <a:pt x="105" y="1331"/>
                    </a:cubicBezTo>
                    <a:lnTo>
                      <a:pt x="105" y="194"/>
                    </a:lnTo>
                    <a:cubicBezTo>
                      <a:pt x="105" y="153"/>
                      <a:pt x="132" y="111"/>
                      <a:pt x="174" y="111"/>
                    </a:cubicBezTo>
                    <a:close/>
                    <a:moveTo>
                      <a:pt x="174" y="1"/>
                    </a:moveTo>
                    <a:cubicBezTo>
                      <a:pt x="85" y="1"/>
                      <a:pt x="1" y="90"/>
                      <a:pt x="1" y="194"/>
                    </a:cubicBezTo>
                    <a:lnTo>
                      <a:pt x="1" y="1331"/>
                    </a:lnTo>
                    <a:cubicBezTo>
                      <a:pt x="1" y="1441"/>
                      <a:pt x="85" y="1530"/>
                      <a:pt x="174" y="1530"/>
                    </a:cubicBezTo>
                    <a:lnTo>
                      <a:pt x="456" y="1530"/>
                    </a:lnTo>
                    <a:cubicBezTo>
                      <a:pt x="545" y="1530"/>
                      <a:pt x="629" y="1441"/>
                      <a:pt x="629" y="1331"/>
                    </a:cubicBezTo>
                    <a:lnTo>
                      <a:pt x="629" y="194"/>
                    </a:lnTo>
                    <a:cubicBezTo>
                      <a:pt x="629" y="90"/>
                      <a:pt x="545" y="1"/>
                      <a:pt x="456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6" name="Google Shape;2676;p58"/>
              <p:cNvSpPr/>
              <p:nvPr/>
            </p:nvSpPr>
            <p:spPr>
              <a:xfrm>
                <a:off x="4208707" y="4140338"/>
                <a:ext cx="102914" cy="263698"/>
              </a:xfrm>
              <a:custGeom>
                <a:avLst/>
                <a:gdLst/>
                <a:ahLst/>
                <a:cxnLst/>
                <a:rect l="l" t="t" r="r" b="b"/>
                <a:pathLst>
                  <a:path w="546" h="1399" extrusionOk="0">
                    <a:moveTo>
                      <a:pt x="132" y="0"/>
                    </a:moveTo>
                    <a:cubicBezTo>
                      <a:pt x="63" y="0"/>
                      <a:pt x="1" y="69"/>
                      <a:pt x="1" y="131"/>
                    </a:cubicBezTo>
                    <a:lnTo>
                      <a:pt x="1" y="1289"/>
                    </a:lnTo>
                    <a:cubicBezTo>
                      <a:pt x="1" y="1352"/>
                      <a:pt x="63" y="1399"/>
                      <a:pt x="132" y="1399"/>
                    </a:cubicBezTo>
                    <a:lnTo>
                      <a:pt x="414" y="1399"/>
                    </a:lnTo>
                    <a:cubicBezTo>
                      <a:pt x="482" y="1399"/>
                      <a:pt x="545" y="1352"/>
                      <a:pt x="545" y="1289"/>
                    </a:cubicBezTo>
                    <a:lnTo>
                      <a:pt x="545" y="131"/>
                    </a:lnTo>
                    <a:cubicBezTo>
                      <a:pt x="545" y="69"/>
                      <a:pt x="482" y="0"/>
                      <a:pt x="41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7" name="Google Shape;2677;p58"/>
              <p:cNvSpPr/>
              <p:nvPr/>
            </p:nvSpPr>
            <p:spPr>
              <a:xfrm>
                <a:off x="4200791" y="4132421"/>
                <a:ext cx="118747" cy="283489"/>
              </a:xfrm>
              <a:custGeom>
                <a:avLst/>
                <a:gdLst/>
                <a:ahLst/>
                <a:cxnLst/>
                <a:rect l="l" t="t" r="r" b="b"/>
                <a:pathLst>
                  <a:path w="630" h="1504" extrusionOk="0">
                    <a:moveTo>
                      <a:pt x="456" y="111"/>
                    </a:moveTo>
                    <a:cubicBezTo>
                      <a:pt x="498" y="111"/>
                      <a:pt x="524" y="131"/>
                      <a:pt x="524" y="173"/>
                    </a:cubicBezTo>
                    <a:lnTo>
                      <a:pt x="524" y="1331"/>
                    </a:lnTo>
                    <a:cubicBezTo>
                      <a:pt x="524" y="1373"/>
                      <a:pt x="498" y="1394"/>
                      <a:pt x="456" y="1394"/>
                    </a:cubicBezTo>
                    <a:lnTo>
                      <a:pt x="174" y="1394"/>
                    </a:lnTo>
                    <a:cubicBezTo>
                      <a:pt x="132" y="1394"/>
                      <a:pt x="105" y="1373"/>
                      <a:pt x="105" y="1331"/>
                    </a:cubicBezTo>
                    <a:lnTo>
                      <a:pt x="105" y="173"/>
                    </a:lnTo>
                    <a:cubicBezTo>
                      <a:pt x="105" y="131"/>
                      <a:pt x="132" y="111"/>
                      <a:pt x="174" y="111"/>
                    </a:cubicBezTo>
                    <a:close/>
                    <a:moveTo>
                      <a:pt x="174" y="1"/>
                    </a:moveTo>
                    <a:cubicBezTo>
                      <a:pt x="85" y="1"/>
                      <a:pt x="1" y="63"/>
                      <a:pt x="1" y="173"/>
                    </a:cubicBezTo>
                    <a:lnTo>
                      <a:pt x="1" y="1331"/>
                    </a:lnTo>
                    <a:cubicBezTo>
                      <a:pt x="1" y="1420"/>
                      <a:pt x="85" y="1504"/>
                      <a:pt x="174" y="1504"/>
                    </a:cubicBezTo>
                    <a:lnTo>
                      <a:pt x="456" y="1504"/>
                    </a:lnTo>
                    <a:cubicBezTo>
                      <a:pt x="545" y="1504"/>
                      <a:pt x="629" y="1420"/>
                      <a:pt x="629" y="1331"/>
                    </a:cubicBezTo>
                    <a:lnTo>
                      <a:pt x="629" y="173"/>
                    </a:lnTo>
                    <a:cubicBezTo>
                      <a:pt x="629" y="63"/>
                      <a:pt x="545" y="1"/>
                      <a:pt x="456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8" name="Google Shape;2678;p58"/>
              <p:cNvSpPr/>
              <p:nvPr/>
            </p:nvSpPr>
            <p:spPr>
              <a:xfrm>
                <a:off x="4340083" y="3062372"/>
                <a:ext cx="98767" cy="267656"/>
              </a:xfrm>
              <a:custGeom>
                <a:avLst/>
                <a:gdLst/>
                <a:ahLst/>
                <a:cxnLst/>
                <a:rect l="l" t="t" r="r" b="b"/>
                <a:pathLst>
                  <a:path w="524" h="1420" extrusionOk="0">
                    <a:moveTo>
                      <a:pt x="131" y="1"/>
                    </a:moveTo>
                    <a:cubicBezTo>
                      <a:pt x="47" y="1"/>
                      <a:pt x="0" y="69"/>
                      <a:pt x="0" y="132"/>
                    </a:cubicBezTo>
                    <a:lnTo>
                      <a:pt x="0" y="1289"/>
                    </a:lnTo>
                    <a:cubicBezTo>
                      <a:pt x="0" y="1357"/>
                      <a:pt x="47" y="1420"/>
                      <a:pt x="131" y="1420"/>
                    </a:cubicBezTo>
                    <a:lnTo>
                      <a:pt x="393" y="1420"/>
                    </a:lnTo>
                    <a:cubicBezTo>
                      <a:pt x="461" y="1420"/>
                      <a:pt x="524" y="1357"/>
                      <a:pt x="524" y="1289"/>
                    </a:cubicBezTo>
                    <a:lnTo>
                      <a:pt x="524" y="132"/>
                    </a:lnTo>
                    <a:cubicBezTo>
                      <a:pt x="524" y="69"/>
                      <a:pt x="461" y="1"/>
                      <a:pt x="39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9" name="Google Shape;2679;p58"/>
              <p:cNvSpPr/>
              <p:nvPr/>
            </p:nvSpPr>
            <p:spPr>
              <a:xfrm>
                <a:off x="4328208" y="3054455"/>
                <a:ext cx="119501" cy="284620"/>
              </a:xfrm>
              <a:custGeom>
                <a:avLst/>
                <a:gdLst/>
                <a:ahLst/>
                <a:cxnLst/>
                <a:rect l="l" t="t" r="r" b="b"/>
                <a:pathLst>
                  <a:path w="634" h="1510" extrusionOk="0">
                    <a:moveTo>
                      <a:pt x="456" y="111"/>
                    </a:moveTo>
                    <a:cubicBezTo>
                      <a:pt x="503" y="111"/>
                      <a:pt x="524" y="132"/>
                      <a:pt x="524" y="174"/>
                    </a:cubicBezTo>
                    <a:lnTo>
                      <a:pt x="524" y="1331"/>
                    </a:lnTo>
                    <a:cubicBezTo>
                      <a:pt x="524" y="1378"/>
                      <a:pt x="503" y="1399"/>
                      <a:pt x="456" y="1399"/>
                    </a:cubicBezTo>
                    <a:lnTo>
                      <a:pt x="194" y="1399"/>
                    </a:lnTo>
                    <a:cubicBezTo>
                      <a:pt x="152" y="1399"/>
                      <a:pt x="110" y="1378"/>
                      <a:pt x="110" y="1331"/>
                    </a:cubicBezTo>
                    <a:lnTo>
                      <a:pt x="110" y="174"/>
                    </a:lnTo>
                    <a:cubicBezTo>
                      <a:pt x="110" y="132"/>
                      <a:pt x="152" y="111"/>
                      <a:pt x="194" y="111"/>
                    </a:cubicBezTo>
                    <a:close/>
                    <a:moveTo>
                      <a:pt x="194" y="1"/>
                    </a:moveTo>
                    <a:cubicBezTo>
                      <a:pt x="84" y="1"/>
                      <a:pt x="0" y="90"/>
                      <a:pt x="0" y="174"/>
                    </a:cubicBezTo>
                    <a:lnTo>
                      <a:pt x="0" y="1331"/>
                    </a:lnTo>
                    <a:cubicBezTo>
                      <a:pt x="0" y="1420"/>
                      <a:pt x="84" y="1509"/>
                      <a:pt x="194" y="1509"/>
                    </a:cubicBezTo>
                    <a:lnTo>
                      <a:pt x="456" y="1509"/>
                    </a:lnTo>
                    <a:cubicBezTo>
                      <a:pt x="566" y="1509"/>
                      <a:pt x="634" y="1420"/>
                      <a:pt x="634" y="1331"/>
                    </a:cubicBezTo>
                    <a:lnTo>
                      <a:pt x="634" y="174"/>
                    </a:lnTo>
                    <a:cubicBezTo>
                      <a:pt x="634" y="90"/>
                      <a:pt x="566" y="1"/>
                      <a:pt x="456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0" name="Google Shape;2680;p58"/>
              <p:cNvSpPr/>
              <p:nvPr/>
            </p:nvSpPr>
            <p:spPr>
              <a:xfrm>
                <a:off x="4340083" y="3412772"/>
                <a:ext cx="98767" cy="262755"/>
              </a:xfrm>
              <a:custGeom>
                <a:avLst/>
                <a:gdLst/>
                <a:ahLst/>
                <a:cxnLst/>
                <a:rect l="l" t="t" r="r" b="b"/>
                <a:pathLst>
                  <a:path w="524" h="1394" extrusionOk="0">
                    <a:moveTo>
                      <a:pt x="131" y="1"/>
                    </a:moveTo>
                    <a:cubicBezTo>
                      <a:pt x="47" y="1"/>
                      <a:pt x="0" y="43"/>
                      <a:pt x="0" y="106"/>
                    </a:cubicBezTo>
                    <a:lnTo>
                      <a:pt x="0" y="1263"/>
                    </a:lnTo>
                    <a:cubicBezTo>
                      <a:pt x="0" y="1331"/>
                      <a:pt x="47" y="1394"/>
                      <a:pt x="131" y="1394"/>
                    </a:cubicBezTo>
                    <a:lnTo>
                      <a:pt x="393" y="1394"/>
                    </a:lnTo>
                    <a:cubicBezTo>
                      <a:pt x="461" y="1394"/>
                      <a:pt x="524" y="1331"/>
                      <a:pt x="524" y="1263"/>
                    </a:cubicBezTo>
                    <a:lnTo>
                      <a:pt x="524" y="106"/>
                    </a:lnTo>
                    <a:cubicBezTo>
                      <a:pt x="524" y="43"/>
                      <a:pt x="461" y="1"/>
                      <a:pt x="39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1" name="Google Shape;2681;p58"/>
              <p:cNvSpPr/>
              <p:nvPr/>
            </p:nvSpPr>
            <p:spPr>
              <a:xfrm>
                <a:off x="4328208" y="3399955"/>
                <a:ext cx="119501" cy="284431"/>
              </a:xfrm>
              <a:custGeom>
                <a:avLst/>
                <a:gdLst/>
                <a:ahLst/>
                <a:cxnLst/>
                <a:rect l="l" t="t" r="r" b="b"/>
                <a:pathLst>
                  <a:path w="634" h="1509" extrusionOk="0">
                    <a:moveTo>
                      <a:pt x="456" y="111"/>
                    </a:moveTo>
                    <a:cubicBezTo>
                      <a:pt x="503" y="111"/>
                      <a:pt x="524" y="132"/>
                      <a:pt x="524" y="174"/>
                    </a:cubicBezTo>
                    <a:lnTo>
                      <a:pt x="524" y="1331"/>
                    </a:lnTo>
                    <a:cubicBezTo>
                      <a:pt x="524" y="1378"/>
                      <a:pt x="503" y="1399"/>
                      <a:pt x="456" y="1399"/>
                    </a:cubicBezTo>
                    <a:lnTo>
                      <a:pt x="194" y="1399"/>
                    </a:lnTo>
                    <a:cubicBezTo>
                      <a:pt x="152" y="1399"/>
                      <a:pt x="110" y="1378"/>
                      <a:pt x="110" y="1331"/>
                    </a:cubicBezTo>
                    <a:lnTo>
                      <a:pt x="110" y="174"/>
                    </a:lnTo>
                    <a:cubicBezTo>
                      <a:pt x="110" y="132"/>
                      <a:pt x="152" y="111"/>
                      <a:pt x="194" y="111"/>
                    </a:cubicBezTo>
                    <a:close/>
                    <a:moveTo>
                      <a:pt x="194" y="1"/>
                    </a:moveTo>
                    <a:cubicBezTo>
                      <a:pt x="84" y="1"/>
                      <a:pt x="0" y="90"/>
                      <a:pt x="0" y="174"/>
                    </a:cubicBezTo>
                    <a:lnTo>
                      <a:pt x="0" y="1331"/>
                    </a:lnTo>
                    <a:cubicBezTo>
                      <a:pt x="0" y="1441"/>
                      <a:pt x="84" y="1509"/>
                      <a:pt x="194" y="1509"/>
                    </a:cubicBezTo>
                    <a:lnTo>
                      <a:pt x="456" y="1509"/>
                    </a:lnTo>
                    <a:cubicBezTo>
                      <a:pt x="566" y="1509"/>
                      <a:pt x="634" y="1441"/>
                      <a:pt x="634" y="1331"/>
                    </a:cubicBezTo>
                    <a:lnTo>
                      <a:pt x="634" y="174"/>
                    </a:lnTo>
                    <a:cubicBezTo>
                      <a:pt x="634" y="90"/>
                      <a:pt x="566" y="1"/>
                      <a:pt x="456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2" name="Google Shape;2682;p58"/>
              <p:cNvSpPr/>
              <p:nvPr/>
            </p:nvSpPr>
            <p:spPr>
              <a:xfrm>
                <a:off x="4340083" y="3778063"/>
                <a:ext cx="98767" cy="263698"/>
              </a:xfrm>
              <a:custGeom>
                <a:avLst/>
                <a:gdLst/>
                <a:ahLst/>
                <a:cxnLst/>
                <a:rect l="l" t="t" r="r" b="b"/>
                <a:pathLst>
                  <a:path w="524" h="1399" extrusionOk="0">
                    <a:moveTo>
                      <a:pt x="131" y="0"/>
                    </a:moveTo>
                    <a:cubicBezTo>
                      <a:pt x="47" y="0"/>
                      <a:pt x="0" y="48"/>
                      <a:pt x="0" y="131"/>
                    </a:cubicBezTo>
                    <a:lnTo>
                      <a:pt x="0" y="1268"/>
                    </a:lnTo>
                    <a:cubicBezTo>
                      <a:pt x="0" y="1357"/>
                      <a:pt x="47" y="1399"/>
                      <a:pt x="131" y="1399"/>
                    </a:cubicBezTo>
                    <a:lnTo>
                      <a:pt x="393" y="1399"/>
                    </a:lnTo>
                    <a:cubicBezTo>
                      <a:pt x="461" y="1399"/>
                      <a:pt x="524" y="1357"/>
                      <a:pt x="524" y="1268"/>
                    </a:cubicBezTo>
                    <a:lnTo>
                      <a:pt x="524" y="131"/>
                    </a:lnTo>
                    <a:cubicBezTo>
                      <a:pt x="524" y="48"/>
                      <a:pt x="461" y="0"/>
                      <a:pt x="39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3" name="Google Shape;2683;p58"/>
              <p:cNvSpPr/>
              <p:nvPr/>
            </p:nvSpPr>
            <p:spPr>
              <a:xfrm>
                <a:off x="4328208" y="3766188"/>
                <a:ext cx="119501" cy="288390"/>
              </a:xfrm>
              <a:custGeom>
                <a:avLst/>
                <a:gdLst/>
                <a:ahLst/>
                <a:cxnLst/>
                <a:rect l="l" t="t" r="r" b="b"/>
                <a:pathLst>
                  <a:path w="634" h="1530" extrusionOk="0">
                    <a:moveTo>
                      <a:pt x="456" y="111"/>
                    </a:moveTo>
                    <a:cubicBezTo>
                      <a:pt x="503" y="111"/>
                      <a:pt x="524" y="153"/>
                      <a:pt x="524" y="194"/>
                    </a:cubicBezTo>
                    <a:lnTo>
                      <a:pt x="524" y="1331"/>
                    </a:lnTo>
                    <a:cubicBezTo>
                      <a:pt x="524" y="1373"/>
                      <a:pt x="503" y="1420"/>
                      <a:pt x="456" y="1420"/>
                    </a:cubicBezTo>
                    <a:lnTo>
                      <a:pt x="194" y="1420"/>
                    </a:lnTo>
                    <a:cubicBezTo>
                      <a:pt x="152" y="1420"/>
                      <a:pt x="110" y="1373"/>
                      <a:pt x="110" y="1331"/>
                    </a:cubicBezTo>
                    <a:lnTo>
                      <a:pt x="110" y="194"/>
                    </a:lnTo>
                    <a:cubicBezTo>
                      <a:pt x="110" y="153"/>
                      <a:pt x="152" y="111"/>
                      <a:pt x="194" y="111"/>
                    </a:cubicBezTo>
                    <a:close/>
                    <a:moveTo>
                      <a:pt x="194" y="1"/>
                    </a:moveTo>
                    <a:cubicBezTo>
                      <a:pt x="84" y="1"/>
                      <a:pt x="0" y="90"/>
                      <a:pt x="0" y="194"/>
                    </a:cubicBezTo>
                    <a:lnTo>
                      <a:pt x="0" y="1331"/>
                    </a:lnTo>
                    <a:cubicBezTo>
                      <a:pt x="0" y="1441"/>
                      <a:pt x="84" y="1530"/>
                      <a:pt x="194" y="1530"/>
                    </a:cubicBezTo>
                    <a:lnTo>
                      <a:pt x="456" y="1530"/>
                    </a:lnTo>
                    <a:cubicBezTo>
                      <a:pt x="566" y="1530"/>
                      <a:pt x="634" y="1441"/>
                      <a:pt x="634" y="1331"/>
                    </a:cubicBezTo>
                    <a:lnTo>
                      <a:pt x="634" y="194"/>
                    </a:lnTo>
                    <a:cubicBezTo>
                      <a:pt x="634" y="90"/>
                      <a:pt x="566" y="1"/>
                      <a:pt x="456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4" name="Google Shape;2684;p58"/>
              <p:cNvSpPr/>
              <p:nvPr/>
            </p:nvSpPr>
            <p:spPr>
              <a:xfrm>
                <a:off x="4340083" y="4140338"/>
                <a:ext cx="98767" cy="263698"/>
              </a:xfrm>
              <a:custGeom>
                <a:avLst/>
                <a:gdLst/>
                <a:ahLst/>
                <a:cxnLst/>
                <a:rect l="l" t="t" r="r" b="b"/>
                <a:pathLst>
                  <a:path w="524" h="1399" extrusionOk="0">
                    <a:moveTo>
                      <a:pt x="131" y="0"/>
                    </a:moveTo>
                    <a:cubicBezTo>
                      <a:pt x="47" y="0"/>
                      <a:pt x="0" y="69"/>
                      <a:pt x="0" y="131"/>
                    </a:cubicBezTo>
                    <a:lnTo>
                      <a:pt x="0" y="1289"/>
                    </a:lnTo>
                    <a:cubicBezTo>
                      <a:pt x="0" y="1352"/>
                      <a:pt x="47" y="1399"/>
                      <a:pt x="131" y="1399"/>
                    </a:cubicBezTo>
                    <a:lnTo>
                      <a:pt x="393" y="1399"/>
                    </a:lnTo>
                    <a:cubicBezTo>
                      <a:pt x="461" y="1399"/>
                      <a:pt x="524" y="1352"/>
                      <a:pt x="524" y="1289"/>
                    </a:cubicBezTo>
                    <a:lnTo>
                      <a:pt x="524" y="131"/>
                    </a:lnTo>
                    <a:cubicBezTo>
                      <a:pt x="524" y="69"/>
                      <a:pt x="461" y="0"/>
                      <a:pt x="39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5" name="Google Shape;2685;p58"/>
              <p:cNvSpPr/>
              <p:nvPr/>
            </p:nvSpPr>
            <p:spPr>
              <a:xfrm>
                <a:off x="4328208" y="4132421"/>
                <a:ext cx="119501" cy="283489"/>
              </a:xfrm>
              <a:custGeom>
                <a:avLst/>
                <a:gdLst/>
                <a:ahLst/>
                <a:cxnLst/>
                <a:rect l="l" t="t" r="r" b="b"/>
                <a:pathLst>
                  <a:path w="634" h="1504" extrusionOk="0">
                    <a:moveTo>
                      <a:pt x="456" y="111"/>
                    </a:moveTo>
                    <a:cubicBezTo>
                      <a:pt x="503" y="111"/>
                      <a:pt x="524" y="131"/>
                      <a:pt x="524" y="173"/>
                    </a:cubicBezTo>
                    <a:lnTo>
                      <a:pt x="524" y="1331"/>
                    </a:lnTo>
                    <a:cubicBezTo>
                      <a:pt x="524" y="1373"/>
                      <a:pt x="503" y="1394"/>
                      <a:pt x="456" y="1394"/>
                    </a:cubicBezTo>
                    <a:lnTo>
                      <a:pt x="194" y="1394"/>
                    </a:lnTo>
                    <a:cubicBezTo>
                      <a:pt x="152" y="1394"/>
                      <a:pt x="110" y="1373"/>
                      <a:pt x="110" y="1331"/>
                    </a:cubicBezTo>
                    <a:lnTo>
                      <a:pt x="110" y="173"/>
                    </a:lnTo>
                    <a:cubicBezTo>
                      <a:pt x="110" y="131"/>
                      <a:pt x="152" y="111"/>
                      <a:pt x="194" y="111"/>
                    </a:cubicBezTo>
                    <a:close/>
                    <a:moveTo>
                      <a:pt x="194" y="1"/>
                    </a:moveTo>
                    <a:cubicBezTo>
                      <a:pt x="84" y="1"/>
                      <a:pt x="0" y="63"/>
                      <a:pt x="0" y="173"/>
                    </a:cubicBezTo>
                    <a:lnTo>
                      <a:pt x="0" y="1331"/>
                    </a:lnTo>
                    <a:cubicBezTo>
                      <a:pt x="0" y="1420"/>
                      <a:pt x="84" y="1504"/>
                      <a:pt x="194" y="1504"/>
                    </a:cubicBezTo>
                    <a:lnTo>
                      <a:pt x="456" y="1504"/>
                    </a:lnTo>
                    <a:cubicBezTo>
                      <a:pt x="566" y="1504"/>
                      <a:pt x="634" y="1420"/>
                      <a:pt x="634" y="1331"/>
                    </a:cubicBezTo>
                    <a:lnTo>
                      <a:pt x="634" y="173"/>
                    </a:lnTo>
                    <a:cubicBezTo>
                      <a:pt x="634" y="63"/>
                      <a:pt x="566" y="1"/>
                      <a:pt x="456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6" name="Google Shape;2686;p58"/>
              <p:cNvSpPr/>
              <p:nvPr/>
            </p:nvSpPr>
            <p:spPr>
              <a:xfrm>
                <a:off x="4467312" y="3062372"/>
                <a:ext cx="98956" cy="267656"/>
              </a:xfrm>
              <a:custGeom>
                <a:avLst/>
                <a:gdLst/>
                <a:ahLst/>
                <a:cxnLst/>
                <a:rect l="l" t="t" r="r" b="b"/>
                <a:pathLst>
                  <a:path w="525" h="1420" extrusionOk="0">
                    <a:moveTo>
                      <a:pt x="132" y="1"/>
                    </a:moveTo>
                    <a:cubicBezTo>
                      <a:pt x="69" y="1"/>
                      <a:pt x="1" y="69"/>
                      <a:pt x="1" y="132"/>
                    </a:cubicBezTo>
                    <a:lnTo>
                      <a:pt x="1" y="1289"/>
                    </a:lnTo>
                    <a:cubicBezTo>
                      <a:pt x="1" y="1357"/>
                      <a:pt x="69" y="1420"/>
                      <a:pt x="132" y="1420"/>
                    </a:cubicBezTo>
                    <a:lnTo>
                      <a:pt x="393" y="1420"/>
                    </a:lnTo>
                    <a:cubicBezTo>
                      <a:pt x="483" y="1420"/>
                      <a:pt x="524" y="1357"/>
                      <a:pt x="524" y="1289"/>
                    </a:cubicBezTo>
                    <a:lnTo>
                      <a:pt x="524" y="132"/>
                    </a:lnTo>
                    <a:cubicBezTo>
                      <a:pt x="524" y="69"/>
                      <a:pt x="483" y="1"/>
                      <a:pt x="39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7" name="Google Shape;2687;p58"/>
              <p:cNvSpPr/>
              <p:nvPr/>
            </p:nvSpPr>
            <p:spPr>
              <a:xfrm>
                <a:off x="4459395" y="3054455"/>
                <a:ext cx="119690" cy="284620"/>
              </a:xfrm>
              <a:custGeom>
                <a:avLst/>
                <a:gdLst/>
                <a:ahLst/>
                <a:cxnLst/>
                <a:rect l="l" t="t" r="r" b="b"/>
                <a:pathLst>
                  <a:path w="635" h="1510" extrusionOk="0">
                    <a:moveTo>
                      <a:pt x="435" y="111"/>
                    </a:moveTo>
                    <a:cubicBezTo>
                      <a:pt x="483" y="111"/>
                      <a:pt x="525" y="132"/>
                      <a:pt x="525" y="174"/>
                    </a:cubicBezTo>
                    <a:lnTo>
                      <a:pt x="525" y="1331"/>
                    </a:lnTo>
                    <a:cubicBezTo>
                      <a:pt x="525" y="1378"/>
                      <a:pt x="483" y="1399"/>
                      <a:pt x="435" y="1399"/>
                    </a:cubicBezTo>
                    <a:lnTo>
                      <a:pt x="174" y="1399"/>
                    </a:lnTo>
                    <a:cubicBezTo>
                      <a:pt x="132" y="1399"/>
                      <a:pt x="90" y="1378"/>
                      <a:pt x="90" y="1331"/>
                    </a:cubicBezTo>
                    <a:lnTo>
                      <a:pt x="90" y="174"/>
                    </a:lnTo>
                    <a:cubicBezTo>
                      <a:pt x="90" y="132"/>
                      <a:pt x="132" y="111"/>
                      <a:pt x="174" y="111"/>
                    </a:cubicBezTo>
                    <a:close/>
                    <a:moveTo>
                      <a:pt x="174" y="1"/>
                    </a:moveTo>
                    <a:cubicBezTo>
                      <a:pt x="69" y="1"/>
                      <a:pt x="1" y="90"/>
                      <a:pt x="1" y="174"/>
                    </a:cubicBezTo>
                    <a:lnTo>
                      <a:pt x="1" y="1331"/>
                    </a:lnTo>
                    <a:cubicBezTo>
                      <a:pt x="1" y="1420"/>
                      <a:pt x="69" y="1509"/>
                      <a:pt x="174" y="1509"/>
                    </a:cubicBezTo>
                    <a:lnTo>
                      <a:pt x="435" y="1509"/>
                    </a:lnTo>
                    <a:cubicBezTo>
                      <a:pt x="545" y="1509"/>
                      <a:pt x="634" y="1420"/>
                      <a:pt x="634" y="1331"/>
                    </a:cubicBezTo>
                    <a:lnTo>
                      <a:pt x="634" y="174"/>
                    </a:lnTo>
                    <a:cubicBezTo>
                      <a:pt x="634" y="90"/>
                      <a:pt x="545" y="1"/>
                      <a:pt x="435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8" name="Google Shape;2688;p58"/>
              <p:cNvSpPr/>
              <p:nvPr/>
            </p:nvSpPr>
            <p:spPr>
              <a:xfrm>
                <a:off x="4467312" y="3412772"/>
                <a:ext cx="98956" cy="262755"/>
              </a:xfrm>
              <a:custGeom>
                <a:avLst/>
                <a:gdLst/>
                <a:ahLst/>
                <a:cxnLst/>
                <a:rect l="l" t="t" r="r" b="b"/>
                <a:pathLst>
                  <a:path w="525" h="1394" extrusionOk="0">
                    <a:moveTo>
                      <a:pt x="132" y="1"/>
                    </a:moveTo>
                    <a:cubicBezTo>
                      <a:pt x="69" y="1"/>
                      <a:pt x="1" y="43"/>
                      <a:pt x="1" y="106"/>
                    </a:cubicBezTo>
                    <a:lnTo>
                      <a:pt x="1" y="1263"/>
                    </a:lnTo>
                    <a:cubicBezTo>
                      <a:pt x="1" y="1331"/>
                      <a:pt x="69" y="1394"/>
                      <a:pt x="132" y="1394"/>
                    </a:cubicBezTo>
                    <a:lnTo>
                      <a:pt x="393" y="1394"/>
                    </a:lnTo>
                    <a:cubicBezTo>
                      <a:pt x="483" y="1394"/>
                      <a:pt x="524" y="1331"/>
                      <a:pt x="524" y="1263"/>
                    </a:cubicBezTo>
                    <a:lnTo>
                      <a:pt x="524" y="106"/>
                    </a:lnTo>
                    <a:cubicBezTo>
                      <a:pt x="524" y="43"/>
                      <a:pt x="483" y="1"/>
                      <a:pt x="39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9" name="Google Shape;2689;p58"/>
              <p:cNvSpPr/>
              <p:nvPr/>
            </p:nvSpPr>
            <p:spPr>
              <a:xfrm>
                <a:off x="4459395" y="3399955"/>
                <a:ext cx="119690" cy="284431"/>
              </a:xfrm>
              <a:custGeom>
                <a:avLst/>
                <a:gdLst/>
                <a:ahLst/>
                <a:cxnLst/>
                <a:rect l="l" t="t" r="r" b="b"/>
                <a:pathLst>
                  <a:path w="635" h="1509" extrusionOk="0">
                    <a:moveTo>
                      <a:pt x="435" y="111"/>
                    </a:moveTo>
                    <a:cubicBezTo>
                      <a:pt x="483" y="111"/>
                      <a:pt x="525" y="132"/>
                      <a:pt x="525" y="174"/>
                    </a:cubicBezTo>
                    <a:lnTo>
                      <a:pt x="525" y="1331"/>
                    </a:lnTo>
                    <a:cubicBezTo>
                      <a:pt x="525" y="1378"/>
                      <a:pt x="483" y="1399"/>
                      <a:pt x="435" y="1399"/>
                    </a:cubicBezTo>
                    <a:lnTo>
                      <a:pt x="174" y="1399"/>
                    </a:lnTo>
                    <a:cubicBezTo>
                      <a:pt x="132" y="1399"/>
                      <a:pt x="90" y="1378"/>
                      <a:pt x="90" y="1331"/>
                    </a:cubicBezTo>
                    <a:lnTo>
                      <a:pt x="90" y="174"/>
                    </a:lnTo>
                    <a:cubicBezTo>
                      <a:pt x="90" y="132"/>
                      <a:pt x="132" y="111"/>
                      <a:pt x="174" y="111"/>
                    </a:cubicBezTo>
                    <a:close/>
                    <a:moveTo>
                      <a:pt x="174" y="1"/>
                    </a:moveTo>
                    <a:cubicBezTo>
                      <a:pt x="69" y="1"/>
                      <a:pt x="1" y="90"/>
                      <a:pt x="1" y="174"/>
                    </a:cubicBezTo>
                    <a:lnTo>
                      <a:pt x="1" y="1331"/>
                    </a:lnTo>
                    <a:cubicBezTo>
                      <a:pt x="1" y="1441"/>
                      <a:pt x="69" y="1509"/>
                      <a:pt x="174" y="1509"/>
                    </a:cubicBezTo>
                    <a:lnTo>
                      <a:pt x="435" y="1509"/>
                    </a:lnTo>
                    <a:cubicBezTo>
                      <a:pt x="545" y="1509"/>
                      <a:pt x="634" y="1441"/>
                      <a:pt x="634" y="1331"/>
                    </a:cubicBezTo>
                    <a:lnTo>
                      <a:pt x="634" y="174"/>
                    </a:lnTo>
                    <a:cubicBezTo>
                      <a:pt x="634" y="90"/>
                      <a:pt x="545" y="1"/>
                      <a:pt x="435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0" name="Google Shape;2690;p58"/>
              <p:cNvSpPr/>
              <p:nvPr/>
            </p:nvSpPr>
            <p:spPr>
              <a:xfrm>
                <a:off x="4467312" y="3778063"/>
                <a:ext cx="98956" cy="263698"/>
              </a:xfrm>
              <a:custGeom>
                <a:avLst/>
                <a:gdLst/>
                <a:ahLst/>
                <a:cxnLst/>
                <a:rect l="l" t="t" r="r" b="b"/>
                <a:pathLst>
                  <a:path w="525" h="1399" extrusionOk="0">
                    <a:moveTo>
                      <a:pt x="132" y="0"/>
                    </a:moveTo>
                    <a:cubicBezTo>
                      <a:pt x="69" y="0"/>
                      <a:pt x="1" y="48"/>
                      <a:pt x="1" y="131"/>
                    </a:cubicBezTo>
                    <a:lnTo>
                      <a:pt x="1" y="1268"/>
                    </a:lnTo>
                    <a:cubicBezTo>
                      <a:pt x="1" y="1357"/>
                      <a:pt x="69" y="1399"/>
                      <a:pt x="132" y="1399"/>
                    </a:cubicBezTo>
                    <a:lnTo>
                      <a:pt x="393" y="1399"/>
                    </a:lnTo>
                    <a:cubicBezTo>
                      <a:pt x="483" y="1399"/>
                      <a:pt x="524" y="1357"/>
                      <a:pt x="524" y="1268"/>
                    </a:cubicBezTo>
                    <a:lnTo>
                      <a:pt x="524" y="131"/>
                    </a:lnTo>
                    <a:cubicBezTo>
                      <a:pt x="524" y="48"/>
                      <a:pt x="483" y="0"/>
                      <a:pt x="39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1" name="Google Shape;2691;p58"/>
              <p:cNvSpPr/>
              <p:nvPr/>
            </p:nvSpPr>
            <p:spPr>
              <a:xfrm>
                <a:off x="4459395" y="3766188"/>
                <a:ext cx="119690" cy="288390"/>
              </a:xfrm>
              <a:custGeom>
                <a:avLst/>
                <a:gdLst/>
                <a:ahLst/>
                <a:cxnLst/>
                <a:rect l="l" t="t" r="r" b="b"/>
                <a:pathLst>
                  <a:path w="635" h="1530" extrusionOk="0">
                    <a:moveTo>
                      <a:pt x="435" y="111"/>
                    </a:moveTo>
                    <a:cubicBezTo>
                      <a:pt x="483" y="111"/>
                      <a:pt x="525" y="153"/>
                      <a:pt x="525" y="194"/>
                    </a:cubicBezTo>
                    <a:lnTo>
                      <a:pt x="525" y="1331"/>
                    </a:lnTo>
                    <a:cubicBezTo>
                      <a:pt x="525" y="1373"/>
                      <a:pt x="483" y="1420"/>
                      <a:pt x="435" y="1420"/>
                    </a:cubicBezTo>
                    <a:lnTo>
                      <a:pt x="174" y="1420"/>
                    </a:lnTo>
                    <a:cubicBezTo>
                      <a:pt x="132" y="1420"/>
                      <a:pt x="90" y="1373"/>
                      <a:pt x="90" y="1331"/>
                    </a:cubicBezTo>
                    <a:lnTo>
                      <a:pt x="90" y="194"/>
                    </a:lnTo>
                    <a:cubicBezTo>
                      <a:pt x="90" y="153"/>
                      <a:pt x="132" y="111"/>
                      <a:pt x="174" y="111"/>
                    </a:cubicBezTo>
                    <a:close/>
                    <a:moveTo>
                      <a:pt x="174" y="1"/>
                    </a:moveTo>
                    <a:cubicBezTo>
                      <a:pt x="69" y="1"/>
                      <a:pt x="1" y="90"/>
                      <a:pt x="1" y="194"/>
                    </a:cubicBezTo>
                    <a:lnTo>
                      <a:pt x="1" y="1331"/>
                    </a:lnTo>
                    <a:cubicBezTo>
                      <a:pt x="1" y="1441"/>
                      <a:pt x="69" y="1530"/>
                      <a:pt x="174" y="1530"/>
                    </a:cubicBezTo>
                    <a:lnTo>
                      <a:pt x="435" y="1530"/>
                    </a:lnTo>
                    <a:cubicBezTo>
                      <a:pt x="545" y="1530"/>
                      <a:pt x="634" y="1441"/>
                      <a:pt x="634" y="1331"/>
                    </a:cubicBezTo>
                    <a:lnTo>
                      <a:pt x="634" y="194"/>
                    </a:lnTo>
                    <a:cubicBezTo>
                      <a:pt x="634" y="90"/>
                      <a:pt x="545" y="1"/>
                      <a:pt x="435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2" name="Google Shape;2692;p58"/>
              <p:cNvSpPr/>
              <p:nvPr/>
            </p:nvSpPr>
            <p:spPr>
              <a:xfrm>
                <a:off x="4467312" y="4140338"/>
                <a:ext cx="98956" cy="263698"/>
              </a:xfrm>
              <a:custGeom>
                <a:avLst/>
                <a:gdLst/>
                <a:ahLst/>
                <a:cxnLst/>
                <a:rect l="l" t="t" r="r" b="b"/>
                <a:pathLst>
                  <a:path w="525" h="1399" extrusionOk="0">
                    <a:moveTo>
                      <a:pt x="132" y="0"/>
                    </a:moveTo>
                    <a:cubicBezTo>
                      <a:pt x="69" y="0"/>
                      <a:pt x="1" y="69"/>
                      <a:pt x="1" y="131"/>
                    </a:cubicBezTo>
                    <a:lnTo>
                      <a:pt x="1" y="1289"/>
                    </a:lnTo>
                    <a:cubicBezTo>
                      <a:pt x="1" y="1352"/>
                      <a:pt x="69" y="1399"/>
                      <a:pt x="132" y="1399"/>
                    </a:cubicBezTo>
                    <a:lnTo>
                      <a:pt x="393" y="1399"/>
                    </a:lnTo>
                    <a:cubicBezTo>
                      <a:pt x="483" y="1399"/>
                      <a:pt x="524" y="1352"/>
                      <a:pt x="524" y="1289"/>
                    </a:cubicBezTo>
                    <a:lnTo>
                      <a:pt x="524" y="131"/>
                    </a:lnTo>
                    <a:cubicBezTo>
                      <a:pt x="524" y="69"/>
                      <a:pt x="483" y="0"/>
                      <a:pt x="39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3" name="Google Shape;2693;p58"/>
              <p:cNvSpPr/>
              <p:nvPr/>
            </p:nvSpPr>
            <p:spPr>
              <a:xfrm>
                <a:off x="4459395" y="4132421"/>
                <a:ext cx="119690" cy="28348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1504" extrusionOk="0">
                    <a:moveTo>
                      <a:pt x="435" y="111"/>
                    </a:moveTo>
                    <a:cubicBezTo>
                      <a:pt x="483" y="111"/>
                      <a:pt x="525" y="131"/>
                      <a:pt x="525" y="173"/>
                    </a:cubicBezTo>
                    <a:lnTo>
                      <a:pt x="525" y="1331"/>
                    </a:lnTo>
                    <a:cubicBezTo>
                      <a:pt x="525" y="1373"/>
                      <a:pt x="483" y="1394"/>
                      <a:pt x="435" y="1394"/>
                    </a:cubicBezTo>
                    <a:lnTo>
                      <a:pt x="174" y="1394"/>
                    </a:lnTo>
                    <a:cubicBezTo>
                      <a:pt x="132" y="1394"/>
                      <a:pt x="90" y="1373"/>
                      <a:pt x="90" y="1331"/>
                    </a:cubicBezTo>
                    <a:lnTo>
                      <a:pt x="90" y="173"/>
                    </a:lnTo>
                    <a:cubicBezTo>
                      <a:pt x="90" y="131"/>
                      <a:pt x="132" y="111"/>
                      <a:pt x="174" y="111"/>
                    </a:cubicBezTo>
                    <a:close/>
                    <a:moveTo>
                      <a:pt x="174" y="1"/>
                    </a:moveTo>
                    <a:cubicBezTo>
                      <a:pt x="69" y="1"/>
                      <a:pt x="1" y="63"/>
                      <a:pt x="1" y="173"/>
                    </a:cubicBezTo>
                    <a:lnTo>
                      <a:pt x="1" y="1331"/>
                    </a:lnTo>
                    <a:cubicBezTo>
                      <a:pt x="1" y="1420"/>
                      <a:pt x="69" y="1504"/>
                      <a:pt x="174" y="1504"/>
                    </a:cubicBezTo>
                    <a:lnTo>
                      <a:pt x="435" y="1504"/>
                    </a:lnTo>
                    <a:cubicBezTo>
                      <a:pt x="545" y="1504"/>
                      <a:pt x="634" y="1420"/>
                      <a:pt x="634" y="1331"/>
                    </a:cubicBezTo>
                    <a:lnTo>
                      <a:pt x="634" y="173"/>
                    </a:lnTo>
                    <a:cubicBezTo>
                      <a:pt x="634" y="63"/>
                      <a:pt x="545" y="1"/>
                      <a:pt x="435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4" name="Google Shape;2694;p58"/>
              <p:cNvSpPr/>
              <p:nvPr/>
            </p:nvSpPr>
            <p:spPr>
              <a:xfrm>
                <a:off x="3595747" y="3091965"/>
                <a:ext cx="197535" cy="192825"/>
              </a:xfrm>
              <a:custGeom>
                <a:avLst/>
                <a:gdLst/>
                <a:ahLst/>
                <a:cxnLst/>
                <a:rect l="l" t="t" r="r" b="b"/>
                <a:pathLst>
                  <a:path w="1048" h="1023" extrusionOk="0">
                    <a:moveTo>
                      <a:pt x="524" y="1"/>
                    </a:moveTo>
                    <a:cubicBezTo>
                      <a:pt x="241" y="1"/>
                      <a:pt x="1" y="236"/>
                      <a:pt x="1" y="525"/>
                    </a:cubicBezTo>
                    <a:cubicBezTo>
                      <a:pt x="1" y="807"/>
                      <a:pt x="241" y="1022"/>
                      <a:pt x="524" y="1022"/>
                    </a:cubicBezTo>
                    <a:cubicBezTo>
                      <a:pt x="807" y="1022"/>
                      <a:pt x="1048" y="807"/>
                      <a:pt x="1048" y="525"/>
                    </a:cubicBezTo>
                    <a:cubicBezTo>
                      <a:pt x="1048" y="236"/>
                      <a:pt x="807" y="1"/>
                      <a:pt x="52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5" name="Google Shape;2695;p58"/>
              <p:cNvSpPr/>
              <p:nvPr/>
            </p:nvSpPr>
            <p:spPr>
              <a:xfrm>
                <a:off x="3587730" y="3083106"/>
                <a:ext cx="213368" cy="214502"/>
              </a:xfrm>
              <a:custGeom>
                <a:avLst/>
                <a:gdLst/>
                <a:ahLst/>
                <a:cxnLst/>
                <a:rect l="l" t="t" r="r" b="b"/>
                <a:pathLst>
                  <a:path w="1132" h="1138" extrusionOk="0">
                    <a:moveTo>
                      <a:pt x="566" y="111"/>
                    </a:moveTo>
                    <a:cubicBezTo>
                      <a:pt x="828" y="111"/>
                      <a:pt x="1027" y="310"/>
                      <a:pt x="1027" y="572"/>
                    </a:cubicBezTo>
                    <a:cubicBezTo>
                      <a:pt x="1027" y="833"/>
                      <a:pt x="828" y="1027"/>
                      <a:pt x="566" y="1027"/>
                    </a:cubicBezTo>
                    <a:cubicBezTo>
                      <a:pt x="304" y="1027"/>
                      <a:pt x="111" y="833"/>
                      <a:pt x="111" y="572"/>
                    </a:cubicBezTo>
                    <a:cubicBezTo>
                      <a:pt x="111" y="310"/>
                      <a:pt x="304" y="111"/>
                      <a:pt x="566" y="111"/>
                    </a:cubicBezTo>
                    <a:close/>
                    <a:moveTo>
                      <a:pt x="566" y="1"/>
                    </a:moveTo>
                    <a:cubicBezTo>
                      <a:pt x="262" y="1"/>
                      <a:pt x="1" y="242"/>
                      <a:pt x="1" y="572"/>
                    </a:cubicBezTo>
                    <a:cubicBezTo>
                      <a:pt x="1" y="875"/>
                      <a:pt x="262" y="1137"/>
                      <a:pt x="566" y="1137"/>
                    </a:cubicBezTo>
                    <a:cubicBezTo>
                      <a:pt x="870" y="1137"/>
                      <a:pt x="1132" y="875"/>
                      <a:pt x="1132" y="572"/>
                    </a:cubicBezTo>
                    <a:cubicBezTo>
                      <a:pt x="1132" y="242"/>
                      <a:pt x="870" y="1"/>
                      <a:pt x="566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6" name="Google Shape;2696;p58"/>
              <p:cNvSpPr/>
              <p:nvPr/>
            </p:nvSpPr>
            <p:spPr>
              <a:xfrm>
                <a:off x="3595747" y="3437464"/>
                <a:ext cx="197535" cy="197726"/>
              </a:xfrm>
              <a:custGeom>
                <a:avLst/>
                <a:gdLst/>
                <a:ahLst/>
                <a:cxnLst/>
                <a:rect l="l" t="t" r="r" b="b"/>
                <a:pathLst>
                  <a:path w="1048" h="1049" extrusionOk="0">
                    <a:moveTo>
                      <a:pt x="524" y="1"/>
                    </a:moveTo>
                    <a:cubicBezTo>
                      <a:pt x="241" y="1"/>
                      <a:pt x="1" y="236"/>
                      <a:pt x="1" y="524"/>
                    </a:cubicBezTo>
                    <a:cubicBezTo>
                      <a:pt x="1" y="807"/>
                      <a:pt x="241" y="1048"/>
                      <a:pt x="524" y="1048"/>
                    </a:cubicBezTo>
                    <a:cubicBezTo>
                      <a:pt x="807" y="1048"/>
                      <a:pt x="1048" y="807"/>
                      <a:pt x="1048" y="524"/>
                    </a:cubicBezTo>
                    <a:cubicBezTo>
                      <a:pt x="1048" y="236"/>
                      <a:pt x="807" y="1"/>
                      <a:pt x="52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7" name="Google Shape;2697;p58"/>
              <p:cNvSpPr/>
              <p:nvPr/>
            </p:nvSpPr>
            <p:spPr>
              <a:xfrm>
                <a:off x="3587730" y="3428605"/>
                <a:ext cx="213368" cy="214502"/>
              </a:xfrm>
              <a:custGeom>
                <a:avLst/>
                <a:gdLst/>
                <a:ahLst/>
                <a:cxnLst/>
                <a:rect l="l" t="t" r="r" b="b"/>
                <a:pathLst>
                  <a:path w="1132" h="1138" extrusionOk="0">
                    <a:moveTo>
                      <a:pt x="566" y="111"/>
                    </a:moveTo>
                    <a:cubicBezTo>
                      <a:pt x="828" y="111"/>
                      <a:pt x="1027" y="310"/>
                      <a:pt x="1027" y="571"/>
                    </a:cubicBezTo>
                    <a:cubicBezTo>
                      <a:pt x="1027" y="833"/>
                      <a:pt x="828" y="1027"/>
                      <a:pt x="566" y="1027"/>
                    </a:cubicBezTo>
                    <a:cubicBezTo>
                      <a:pt x="304" y="1027"/>
                      <a:pt x="111" y="833"/>
                      <a:pt x="111" y="571"/>
                    </a:cubicBezTo>
                    <a:cubicBezTo>
                      <a:pt x="111" y="310"/>
                      <a:pt x="304" y="111"/>
                      <a:pt x="566" y="111"/>
                    </a:cubicBezTo>
                    <a:close/>
                    <a:moveTo>
                      <a:pt x="566" y="1"/>
                    </a:moveTo>
                    <a:cubicBezTo>
                      <a:pt x="262" y="1"/>
                      <a:pt x="1" y="262"/>
                      <a:pt x="1" y="571"/>
                    </a:cubicBezTo>
                    <a:cubicBezTo>
                      <a:pt x="1" y="875"/>
                      <a:pt x="262" y="1137"/>
                      <a:pt x="566" y="1137"/>
                    </a:cubicBezTo>
                    <a:cubicBezTo>
                      <a:pt x="870" y="1137"/>
                      <a:pt x="1132" y="875"/>
                      <a:pt x="1132" y="571"/>
                    </a:cubicBezTo>
                    <a:cubicBezTo>
                      <a:pt x="1132" y="262"/>
                      <a:pt x="870" y="1"/>
                      <a:pt x="566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8" name="Google Shape;2698;p58"/>
              <p:cNvSpPr/>
              <p:nvPr/>
            </p:nvSpPr>
            <p:spPr>
              <a:xfrm>
                <a:off x="3595747" y="3807655"/>
                <a:ext cx="197535" cy="192637"/>
              </a:xfrm>
              <a:custGeom>
                <a:avLst/>
                <a:gdLst/>
                <a:ahLst/>
                <a:cxnLst/>
                <a:rect l="l" t="t" r="r" b="b"/>
                <a:pathLst>
                  <a:path w="1048" h="1022" extrusionOk="0">
                    <a:moveTo>
                      <a:pt x="524" y="1"/>
                    </a:moveTo>
                    <a:cubicBezTo>
                      <a:pt x="241" y="1"/>
                      <a:pt x="1" y="215"/>
                      <a:pt x="1" y="498"/>
                    </a:cubicBezTo>
                    <a:cubicBezTo>
                      <a:pt x="1" y="786"/>
                      <a:pt x="241" y="1022"/>
                      <a:pt x="524" y="1022"/>
                    </a:cubicBezTo>
                    <a:cubicBezTo>
                      <a:pt x="807" y="1022"/>
                      <a:pt x="1048" y="786"/>
                      <a:pt x="1048" y="498"/>
                    </a:cubicBezTo>
                    <a:cubicBezTo>
                      <a:pt x="1048" y="215"/>
                      <a:pt x="807" y="1"/>
                      <a:pt x="52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9" name="Google Shape;2699;p58"/>
              <p:cNvSpPr/>
              <p:nvPr/>
            </p:nvSpPr>
            <p:spPr>
              <a:xfrm>
                <a:off x="3587730" y="3794838"/>
                <a:ext cx="213368" cy="214313"/>
              </a:xfrm>
              <a:custGeom>
                <a:avLst/>
                <a:gdLst/>
                <a:ahLst/>
                <a:cxnLst/>
                <a:rect l="l" t="t" r="r" b="b"/>
                <a:pathLst>
                  <a:path w="1132" h="1137" extrusionOk="0">
                    <a:moveTo>
                      <a:pt x="566" y="110"/>
                    </a:moveTo>
                    <a:cubicBezTo>
                      <a:pt x="828" y="110"/>
                      <a:pt x="1027" y="304"/>
                      <a:pt x="1027" y="566"/>
                    </a:cubicBezTo>
                    <a:cubicBezTo>
                      <a:pt x="1027" y="828"/>
                      <a:pt x="828" y="1048"/>
                      <a:pt x="566" y="1048"/>
                    </a:cubicBezTo>
                    <a:cubicBezTo>
                      <a:pt x="304" y="1048"/>
                      <a:pt x="111" y="828"/>
                      <a:pt x="111" y="566"/>
                    </a:cubicBezTo>
                    <a:cubicBezTo>
                      <a:pt x="111" y="304"/>
                      <a:pt x="304" y="110"/>
                      <a:pt x="566" y="110"/>
                    </a:cubicBezTo>
                    <a:close/>
                    <a:moveTo>
                      <a:pt x="566" y="1"/>
                    </a:moveTo>
                    <a:cubicBezTo>
                      <a:pt x="262" y="1"/>
                      <a:pt x="1" y="262"/>
                      <a:pt x="1" y="566"/>
                    </a:cubicBezTo>
                    <a:cubicBezTo>
                      <a:pt x="1" y="896"/>
                      <a:pt x="262" y="1137"/>
                      <a:pt x="566" y="1137"/>
                    </a:cubicBezTo>
                    <a:cubicBezTo>
                      <a:pt x="870" y="1137"/>
                      <a:pt x="1132" y="896"/>
                      <a:pt x="1132" y="566"/>
                    </a:cubicBezTo>
                    <a:cubicBezTo>
                      <a:pt x="1132" y="262"/>
                      <a:pt x="870" y="1"/>
                      <a:pt x="566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0" name="Google Shape;2700;p58"/>
              <p:cNvSpPr/>
              <p:nvPr/>
            </p:nvSpPr>
            <p:spPr>
              <a:xfrm>
                <a:off x="3595747" y="4168988"/>
                <a:ext cx="197535" cy="193579"/>
              </a:xfrm>
              <a:custGeom>
                <a:avLst/>
                <a:gdLst/>
                <a:ahLst/>
                <a:cxnLst/>
                <a:rect l="l" t="t" r="r" b="b"/>
                <a:pathLst>
                  <a:path w="1048" h="1027" extrusionOk="0">
                    <a:moveTo>
                      <a:pt x="524" y="0"/>
                    </a:moveTo>
                    <a:cubicBezTo>
                      <a:pt x="241" y="0"/>
                      <a:pt x="1" y="220"/>
                      <a:pt x="1" y="503"/>
                    </a:cubicBezTo>
                    <a:cubicBezTo>
                      <a:pt x="1" y="807"/>
                      <a:pt x="241" y="1027"/>
                      <a:pt x="524" y="1027"/>
                    </a:cubicBezTo>
                    <a:cubicBezTo>
                      <a:pt x="807" y="1027"/>
                      <a:pt x="1048" y="807"/>
                      <a:pt x="1048" y="503"/>
                    </a:cubicBezTo>
                    <a:cubicBezTo>
                      <a:pt x="1048" y="220"/>
                      <a:pt x="807" y="0"/>
                      <a:pt x="52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1" name="Google Shape;2701;p58"/>
              <p:cNvSpPr/>
              <p:nvPr/>
            </p:nvSpPr>
            <p:spPr>
              <a:xfrm>
                <a:off x="3587730" y="4157113"/>
                <a:ext cx="213368" cy="218271"/>
              </a:xfrm>
              <a:custGeom>
                <a:avLst/>
                <a:gdLst/>
                <a:ahLst/>
                <a:cxnLst/>
                <a:rect l="l" t="t" r="r" b="b"/>
                <a:pathLst>
                  <a:path w="1132" h="1158" extrusionOk="0">
                    <a:moveTo>
                      <a:pt x="566" y="110"/>
                    </a:moveTo>
                    <a:cubicBezTo>
                      <a:pt x="828" y="110"/>
                      <a:pt x="1027" y="325"/>
                      <a:pt x="1027" y="566"/>
                    </a:cubicBezTo>
                    <a:cubicBezTo>
                      <a:pt x="1027" y="828"/>
                      <a:pt x="828" y="1048"/>
                      <a:pt x="566" y="1048"/>
                    </a:cubicBezTo>
                    <a:cubicBezTo>
                      <a:pt x="304" y="1048"/>
                      <a:pt x="111" y="828"/>
                      <a:pt x="111" y="566"/>
                    </a:cubicBezTo>
                    <a:cubicBezTo>
                      <a:pt x="111" y="325"/>
                      <a:pt x="304" y="110"/>
                      <a:pt x="566" y="110"/>
                    </a:cubicBezTo>
                    <a:close/>
                    <a:moveTo>
                      <a:pt x="566" y="0"/>
                    </a:moveTo>
                    <a:cubicBezTo>
                      <a:pt x="262" y="0"/>
                      <a:pt x="1" y="262"/>
                      <a:pt x="1" y="566"/>
                    </a:cubicBezTo>
                    <a:cubicBezTo>
                      <a:pt x="1" y="896"/>
                      <a:pt x="262" y="1158"/>
                      <a:pt x="566" y="1158"/>
                    </a:cubicBezTo>
                    <a:cubicBezTo>
                      <a:pt x="870" y="1158"/>
                      <a:pt x="1132" y="896"/>
                      <a:pt x="1132" y="566"/>
                    </a:cubicBezTo>
                    <a:cubicBezTo>
                      <a:pt x="1132" y="262"/>
                      <a:pt x="870" y="0"/>
                      <a:pt x="566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2" name="Google Shape;2702;p58"/>
              <p:cNvSpPr/>
              <p:nvPr/>
            </p:nvSpPr>
            <p:spPr>
              <a:xfrm>
                <a:off x="3633256" y="3128531"/>
                <a:ext cx="123648" cy="123649"/>
              </a:xfrm>
              <a:custGeom>
                <a:avLst/>
                <a:gdLst/>
                <a:ahLst/>
                <a:cxnLst/>
                <a:rect l="l" t="t" r="r" b="b"/>
                <a:pathLst>
                  <a:path w="656" h="656" extrusionOk="0">
                    <a:moveTo>
                      <a:pt x="325" y="1"/>
                    </a:moveTo>
                    <a:cubicBezTo>
                      <a:pt x="152" y="1"/>
                      <a:pt x="1" y="132"/>
                      <a:pt x="1" y="331"/>
                    </a:cubicBezTo>
                    <a:cubicBezTo>
                      <a:pt x="1" y="503"/>
                      <a:pt x="152" y="655"/>
                      <a:pt x="325" y="655"/>
                    </a:cubicBezTo>
                    <a:cubicBezTo>
                      <a:pt x="498" y="655"/>
                      <a:pt x="655" y="503"/>
                      <a:pt x="655" y="331"/>
                    </a:cubicBezTo>
                    <a:cubicBezTo>
                      <a:pt x="655" y="132"/>
                      <a:pt x="498" y="1"/>
                      <a:pt x="32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3" name="Google Shape;2703;p58"/>
              <p:cNvSpPr/>
              <p:nvPr/>
            </p:nvSpPr>
            <p:spPr>
              <a:xfrm>
                <a:off x="3620439" y="3116657"/>
                <a:ext cx="148151" cy="143441"/>
              </a:xfrm>
              <a:custGeom>
                <a:avLst/>
                <a:gdLst/>
                <a:ahLst/>
                <a:cxnLst/>
                <a:rect l="l" t="t" r="r" b="b"/>
                <a:pathLst>
                  <a:path w="786" h="761" extrusionOk="0">
                    <a:moveTo>
                      <a:pt x="393" y="105"/>
                    </a:moveTo>
                    <a:cubicBezTo>
                      <a:pt x="545" y="105"/>
                      <a:pt x="676" y="236"/>
                      <a:pt x="676" y="394"/>
                    </a:cubicBezTo>
                    <a:cubicBezTo>
                      <a:pt x="676" y="545"/>
                      <a:pt x="545" y="655"/>
                      <a:pt x="393" y="655"/>
                    </a:cubicBezTo>
                    <a:cubicBezTo>
                      <a:pt x="241" y="655"/>
                      <a:pt x="110" y="545"/>
                      <a:pt x="110" y="394"/>
                    </a:cubicBezTo>
                    <a:cubicBezTo>
                      <a:pt x="110" y="236"/>
                      <a:pt x="241" y="105"/>
                      <a:pt x="393" y="105"/>
                    </a:cubicBezTo>
                    <a:close/>
                    <a:moveTo>
                      <a:pt x="393" y="1"/>
                    </a:moveTo>
                    <a:cubicBezTo>
                      <a:pt x="173" y="1"/>
                      <a:pt x="0" y="174"/>
                      <a:pt x="0" y="394"/>
                    </a:cubicBezTo>
                    <a:cubicBezTo>
                      <a:pt x="0" y="587"/>
                      <a:pt x="173" y="760"/>
                      <a:pt x="393" y="760"/>
                    </a:cubicBezTo>
                    <a:cubicBezTo>
                      <a:pt x="613" y="760"/>
                      <a:pt x="786" y="587"/>
                      <a:pt x="786" y="394"/>
                    </a:cubicBezTo>
                    <a:cubicBezTo>
                      <a:pt x="786" y="174"/>
                      <a:pt x="613" y="1"/>
                      <a:pt x="393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4" name="Google Shape;2704;p58"/>
              <p:cNvSpPr/>
              <p:nvPr/>
            </p:nvSpPr>
            <p:spPr>
              <a:xfrm>
                <a:off x="3633256" y="3474031"/>
                <a:ext cx="123648" cy="123649"/>
              </a:xfrm>
              <a:custGeom>
                <a:avLst/>
                <a:gdLst/>
                <a:ahLst/>
                <a:cxnLst/>
                <a:rect l="l" t="t" r="r" b="b"/>
                <a:pathLst>
                  <a:path w="656" h="656" extrusionOk="0">
                    <a:moveTo>
                      <a:pt x="325" y="1"/>
                    </a:moveTo>
                    <a:cubicBezTo>
                      <a:pt x="152" y="1"/>
                      <a:pt x="1" y="152"/>
                      <a:pt x="1" y="330"/>
                    </a:cubicBezTo>
                    <a:cubicBezTo>
                      <a:pt x="1" y="503"/>
                      <a:pt x="152" y="655"/>
                      <a:pt x="325" y="655"/>
                    </a:cubicBezTo>
                    <a:cubicBezTo>
                      <a:pt x="498" y="655"/>
                      <a:pt x="655" y="503"/>
                      <a:pt x="655" y="330"/>
                    </a:cubicBezTo>
                    <a:cubicBezTo>
                      <a:pt x="655" y="152"/>
                      <a:pt x="498" y="1"/>
                      <a:pt x="32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5" name="Google Shape;2705;p58"/>
              <p:cNvSpPr/>
              <p:nvPr/>
            </p:nvSpPr>
            <p:spPr>
              <a:xfrm>
                <a:off x="3620439" y="3462156"/>
                <a:ext cx="148151" cy="143441"/>
              </a:xfrm>
              <a:custGeom>
                <a:avLst/>
                <a:gdLst/>
                <a:ahLst/>
                <a:cxnLst/>
                <a:rect l="l" t="t" r="r" b="b"/>
                <a:pathLst>
                  <a:path w="786" h="761" extrusionOk="0">
                    <a:moveTo>
                      <a:pt x="393" y="105"/>
                    </a:moveTo>
                    <a:cubicBezTo>
                      <a:pt x="545" y="105"/>
                      <a:pt x="676" y="236"/>
                      <a:pt x="676" y="393"/>
                    </a:cubicBezTo>
                    <a:cubicBezTo>
                      <a:pt x="676" y="545"/>
                      <a:pt x="545" y="676"/>
                      <a:pt x="393" y="676"/>
                    </a:cubicBezTo>
                    <a:cubicBezTo>
                      <a:pt x="241" y="676"/>
                      <a:pt x="110" y="545"/>
                      <a:pt x="110" y="393"/>
                    </a:cubicBezTo>
                    <a:cubicBezTo>
                      <a:pt x="110" y="236"/>
                      <a:pt x="241" y="105"/>
                      <a:pt x="393" y="105"/>
                    </a:cubicBezTo>
                    <a:close/>
                    <a:moveTo>
                      <a:pt x="393" y="1"/>
                    </a:moveTo>
                    <a:cubicBezTo>
                      <a:pt x="173" y="1"/>
                      <a:pt x="0" y="174"/>
                      <a:pt x="0" y="393"/>
                    </a:cubicBezTo>
                    <a:cubicBezTo>
                      <a:pt x="0" y="608"/>
                      <a:pt x="173" y="760"/>
                      <a:pt x="393" y="760"/>
                    </a:cubicBezTo>
                    <a:cubicBezTo>
                      <a:pt x="613" y="760"/>
                      <a:pt x="786" y="608"/>
                      <a:pt x="786" y="393"/>
                    </a:cubicBezTo>
                    <a:cubicBezTo>
                      <a:pt x="786" y="174"/>
                      <a:pt x="613" y="1"/>
                      <a:pt x="393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6" name="Google Shape;2706;p58"/>
              <p:cNvSpPr/>
              <p:nvPr/>
            </p:nvSpPr>
            <p:spPr>
              <a:xfrm>
                <a:off x="3633256" y="3840264"/>
                <a:ext cx="123648" cy="123649"/>
              </a:xfrm>
              <a:custGeom>
                <a:avLst/>
                <a:gdLst/>
                <a:ahLst/>
                <a:cxnLst/>
                <a:rect l="l" t="t" r="r" b="b"/>
                <a:pathLst>
                  <a:path w="656" h="656" extrusionOk="0">
                    <a:moveTo>
                      <a:pt x="325" y="0"/>
                    </a:moveTo>
                    <a:cubicBezTo>
                      <a:pt x="152" y="0"/>
                      <a:pt x="1" y="152"/>
                      <a:pt x="1" y="325"/>
                    </a:cubicBezTo>
                    <a:cubicBezTo>
                      <a:pt x="1" y="524"/>
                      <a:pt x="152" y="655"/>
                      <a:pt x="325" y="655"/>
                    </a:cubicBezTo>
                    <a:cubicBezTo>
                      <a:pt x="498" y="655"/>
                      <a:pt x="655" y="524"/>
                      <a:pt x="655" y="325"/>
                    </a:cubicBezTo>
                    <a:cubicBezTo>
                      <a:pt x="655" y="152"/>
                      <a:pt x="498" y="0"/>
                      <a:pt x="32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7" name="Google Shape;2707;p58"/>
              <p:cNvSpPr/>
              <p:nvPr/>
            </p:nvSpPr>
            <p:spPr>
              <a:xfrm>
                <a:off x="3620439" y="3832347"/>
                <a:ext cx="148151" cy="143252"/>
              </a:xfrm>
              <a:custGeom>
                <a:avLst/>
                <a:gdLst/>
                <a:ahLst/>
                <a:cxnLst/>
                <a:rect l="l" t="t" r="r" b="b"/>
                <a:pathLst>
                  <a:path w="786" h="760" extrusionOk="0">
                    <a:moveTo>
                      <a:pt x="393" y="105"/>
                    </a:moveTo>
                    <a:cubicBezTo>
                      <a:pt x="545" y="105"/>
                      <a:pt x="676" y="215"/>
                      <a:pt x="676" y="367"/>
                    </a:cubicBezTo>
                    <a:cubicBezTo>
                      <a:pt x="676" y="524"/>
                      <a:pt x="545" y="655"/>
                      <a:pt x="393" y="655"/>
                    </a:cubicBezTo>
                    <a:cubicBezTo>
                      <a:pt x="241" y="655"/>
                      <a:pt x="110" y="524"/>
                      <a:pt x="110" y="367"/>
                    </a:cubicBezTo>
                    <a:cubicBezTo>
                      <a:pt x="110" y="215"/>
                      <a:pt x="241" y="105"/>
                      <a:pt x="393" y="105"/>
                    </a:cubicBezTo>
                    <a:close/>
                    <a:moveTo>
                      <a:pt x="393" y="1"/>
                    </a:moveTo>
                    <a:cubicBezTo>
                      <a:pt x="173" y="1"/>
                      <a:pt x="0" y="173"/>
                      <a:pt x="0" y="367"/>
                    </a:cubicBezTo>
                    <a:cubicBezTo>
                      <a:pt x="0" y="587"/>
                      <a:pt x="173" y="760"/>
                      <a:pt x="393" y="760"/>
                    </a:cubicBezTo>
                    <a:cubicBezTo>
                      <a:pt x="613" y="760"/>
                      <a:pt x="786" y="587"/>
                      <a:pt x="786" y="367"/>
                    </a:cubicBezTo>
                    <a:cubicBezTo>
                      <a:pt x="786" y="173"/>
                      <a:pt x="613" y="1"/>
                      <a:pt x="393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8" name="Google Shape;2708;p58"/>
              <p:cNvSpPr/>
              <p:nvPr/>
            </p:nvSpPr>
            <p:spPr>
              <a:xfrm>
                <a:off x="3633256" y="4202539"/>
                <a:ext cx="123648" cy="127419"/>
              </a:xfrm>
              <a:custGeom>
                <a:avLst/>
                <a:gdLst/>
                <a:ahLst/>
                <a:cxnLst/>
                <a:rect l="l" t="t" r="r" b="b"/>
                <a:pathLst>
                  <a:path w="656" h="676" extrusionOk="0">
                    <a:moveTo>
                      <a:pt x="325" y="0"/>
                    </a:moveTo>
                    <a:cubicBezTo>
                      <a:pt x="152" y="0"/>
                      <a:pt x="1" y="152"/>
                      <a:pt x="1" y="325"/>
                    </a:cubicBezTo>
                    <a:cubicBezTo>
                      <a:pt x="1" y="524"/>
                      <a:pt x="152" y="676"/>
                      <a:pt x="325" y="676"/>
                    </a:cubicBezTo>
                    <a:cubicBezTo>
                      <a:pt x="498" y="676"/>
                      <a:pt x="655" y="524"/>
                      <a:pt x="655" y="325"/>
                    </a:cubicBezTo>
                    <a:cubicBezTo>
                      <a:pt x="655" y="152"/>
                      <a:pt x="498" y="0"/>
                      <a:pt x="32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9" name="Google Shape;2709;p58"/>
              <p:cNvSpPr/>
              <p:nvPr/>
            </p:nvSpPr>
            <p:spPr>
              <a:xfrm>
                <a:off x="3620439" y="4193680"/>
                <a:ext cx="148151" cy="144195"/>
              </a:xfrm>
              <a:custGeom>
                <a:avLst/>
                <a:gdLst/>
                <a:ahLst/>
                <a:cxnLst/>
                <a:rect l="l" t="t" r="r" b="b"/>
                <a:pathLst>
                  <a:path w="786" h="765" extrusionOk="0">
                    <a:moveTo>
                      <a:pt x="393" y="110"/>
                    </a:moveTo>
                    <a:cubicBezTo>
                      <a:pt x="545" y="110"/>
                      <a:pt x="676" y="220"/>
                      <a:pt x="676" y="372"/>
                    </a:cubicBezTo>
                    <a:cubicBezTo>
                      <a:pt x="676" y="545"/>
                      <a:pt x="545" y="655"/>
                      <a:pt x="393" y="655"/>
                    </a:cubicBezTo>
                    <a:cubicBezTo>
                      <a:pt x="241" y="655"/>
                      <a:pt x="110" y="545"/>
                      <a:pt x="110" y="372"/>
                    </a:cubicBezTo>
                    <a:cubicBezTo>
                      <a:pt x="110" y="220"/>
                      <a:pt x="241" y="110"/>
                      <a:pt x="393" y="110"/>
                    </a:cubicBezTo>
                    <a:close/>
                    <a:moveTo>
                      <a:pt x="393" y="0"/>
                    </a:moveTo>
                    <a:cubicBezTo>
                      <a:pt x="173" y="0"/>
                      <a:pt x="0" y="178"/>
                      <a:pt x="0" y="372"/>
                    </a:cubicBezTo>
                    <a:cubicBezTo>
                      <a:pt x="0" y="592"/>
                      <a:pt x="173" y="765"/>
                      <a:pt x="393" y="765"/>
                    </a:cubicBezTo>
                    <a:cubicBezTo>
                      <a:pt x="613" y="765"/>
                      <a:pt x="786" y="592"/>
                      <a:pt x="786" y="372"/>
                    </a:cubicBezTo>
                    <a:cubicBezTo>
                      <a:pt x="786" y="178"/>
                      <a:pt x="613" y="0"/>
                      <a:pt x="393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0" name="Google Shape;2710;p58"/>
              <p:cNvSpPr/>
              <p:nvPr/>
            </p:nvSpPr>
            <p:spPr>
              <a:xfrm>
                <a:off x="3809868" y="3198649"/>
                <a:ext cx="53530" cy="53531"/>
              </a:xfrm>
              <a:custGeom>
                <a:avLst/>
                <a:gdLst/>
                <a:ahLst/>
                <a:cxnLst/>
                <a:rect l="l" t="t" r="r" b="b"/>
                <a:pathLst>
                  <a:path w="284" h="284" extrusionOk="0">
                    <a:moveTo>
                      <a:pt x="132" y="0"/>
                    </a:moveTo>
                    <a:cubicBezTo>
                      <a:pt x="64" y="0"/>
                      <a:pt x="1" y="63"/>
                      <a:pt x="1" y="152"/>
                    </a:cubicBezTo>
                    <a:cubicBezTo>
                      <a:pt x="1" y="220"/>
                      <a:pt x="64" y="283"/>
                      <a:pt x="132" y="283"/>
                    </a:cubicBezTo>
                    <a:cubicBezTo>
                      <a:pt x="216" y="283"/>
                      <a:pt x="284" y="220"/>
                      <a:pt x="284" y="152"/>
                    </a:cubicBezTo>
                    <a:cubicBezTo>
                      <a:pt x="284" y="63"/>
                      <a:pt x="216" y="0"/>
                      <a:pt x="13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1" name="Google Shape;2711;p58"/>
              <p:cNvSpPr/>
              <p:nvPr/>
            </p:nvSpPr>
            <p:spPr>
              <a:xfrm>
                <a:off x="3799489" y="3190733"/>
                <a:ext cx="74264" cy="74265"/>
              </a:xfrm>
              <a:custGeom>
                <a:avLst/>
                <a:gdLst/>
                <a:ahLst/>
                <a:cxnLst/>
                <a:rect l="l" t="t" r="r" b="b"/>
                <a:pathLst>
                  <a:path w="394" h="394" extrusionOk="0">
                    <a:moveTo>
                      <a:pt x="200" y="105"/>
                    </a:moveTo>
                    <a:cubicBezTo>
                      <a:pt x="263" y="105"/>
                      <a:pt x="284" y="131"/>
                      <a:pt x="284" y="194"/>
                    </a:cubicBezTo>
                    <a:cubicBezTo>
                      <a:pt x="284" y="236"/>
                      <a:pt x="263" y="283"/>
                      <a:pt x="200" y="283"/>
                    </a:cubicBezTo>
                    <a:cubicBezTo>
                      <a:pt x="153" y="283"/>
                      <a:pt x="111" y="236"/>
                      <a:pt x="111" y="194"/>
                    </a:cubicBezTo>
                    <a:cubicBezTo>
                      <a:pt x="111" y="131"/>
                      <a:pt x="153" y="105"/>
                      <a:pt x="200" y="105"/>
                    </a:cubicBezTo>
                    <a:close/>
                    <a:moveTo>
                      <a:pt x="200" y="1"/>
                    </a:moveTo>
                    <a:cubicBezTo>
                      <a:pt x="90" y="1"/>
                      <a:pt x="1" y="84"/>
                      <a:pt x="1" y="194"/>
                    </a:cubicBezTo>
                    <a:cubicBezTo>
                      <a:pt x="1" y="304"/>
                      <a:pt x="90" y="393"/>
                      <a:pt x="200" y="393"/>
                    </a:cubicBezTo>
                    <a:cubicBezTo>
                      <a:pt x="310" y="393"/>
                      <a:pt x="394" y="304"/>
                      <a:pt x="394" y="194"/>
                    </a:cubicBezTo>
                    <a:cubicBezTo>
                      <a:pt x="394" y="84"/>
                      <a:pt x="310" y="1"/>
                      <a:pt x="200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2" name="Google Shape;2712;p58"/>
              <p:cNvSpPr/>
              <p:nvPr/>
            </p:nvSpPr>
            <p:spPr>
              <a:xfrm>
                <a:off x="3809868" y="3544148"/>
                <a:ext cx="53530" cy="57489"/>
              </a:xfrm>
              <a:custGeom>
                <a:avLst/>
                <a:gdLst/>
                <a:ahLst/>
                <a:cxnLst/>
                <a:rect l="l" t="t" r="r" b="b"/>
                <a:pathLst>
                  <a:path w="284" h="305" extrusionOk="0">
                    <a:moveTo>
                      <a:pt x="132" y="0"/>
                    </a:moveTo>
                    <a:cubicBezTo>
                      <a:pt x="64" y="0"/>
                      <a:pt x="1" y="63"/>
                      <a:pt x="1" y="152"/>
                    </a:cubicBezTo>
                    <a:cubicBezTo>
                      <a:pt x="1" y="241"/>
                      <a:pt x="64" y="304"/>
                      <a:pt x="132" y="304"/>
                    </a:cubicBezTo>
                    <a:cubicBezTo>
                      <a:pt x="216" y="304"/>
                      <a:pt x="284" y="241"/>
                      <a:pt x="284" y="152"/>
                    </a:cubicBezTo>
                    <a:cubicBezTo>
                      <a:pt x="284" y="63"/>
                      <a:pt x="216" y="0"/>
                      <a:pt x="13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3" name="Google Shape;2713;p58"/>
              <p:cNvSpPr/>
              <p:nvPr/>
            </p:nvSpPr>
            <p:spPr>
              <a:xfrm>
                <a:off x="3799489" y="3536232"/>
                <a:ext cx="74264" cy="74265"/>
              </a:xfrm>
              <a:custGeom>
                <a:avLst/>
                <a:gdLst/>
                <a:ahLst/>
                <a:cxnLst/>
                <a:rect l="l" t="t" r="r" b="b"/>
                <a:pathLst>
                  <a:path w="394" h="394" extrusionOk="0">
                    <a:moveTo>
                      <a:pt x="200" y="105"/>
                    </a:moveTo>
                    <a:cubicBezTo>
                      <a:pt x="263" y="105"/>
                      <a:pt x="284" y="152"/>
                      <a:pt x="284" y="194"/>
                    </a:cubicBezTo>
                    <a:cubicBezTo>
                      <a:pt x="284" y="236"/>
                      <a:pt x="263" y="283"/>
                      <a:pt x="200" y="283"/>
                    </a:cubicBezTo>
                    <a:cubicBezTo>
                      <a:pt x="153" y="283"/>
                      <a:pt x="111" y="236"/>
                      <a:pt x="111" y="194"/>
                    </a:cubicBezTo>
                    <a:cubicBezTo>
                      <a:pt x="111" y="152"/>
                      <a:pt x="153" y="105"/>
                      <a:pt x="200" y="105"/>
                    </a:cubicBezTo>
                    <a:close/>
                    <a:moveTo>
                      <a:pt x="200" y="0"/>
                    </a:moveTo>
                    <a:cubicBezTo>
                      <a:pt x="90" y="0"/>
                      <a:pt x="1" y="84"/>
                      <a:pt x="1" y="194"/>
                    </a:cubicBezTo>
                    <a:cubicBezTo>
                      <a:pt x="1" y="304"/>
                      <a:pt x="90" y="393"/>
                      <a:pt x="200" y="393"/>
                    </a:cubicBezTo>
                    <a:cubicBezTo>
                      <a:pt x="310" y="393"/>
                      <a:pt x="394" y="304"/>
                      <a:pt x="394" y="194"/>
                    </a:cubicBezTo>
                    <a:cubicBezTo>
                      <a:pt x="394" y="84"/>
                      <a:pt x="310" y="0"/>
                      <a:pt x="200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4" name="Google Shape;2714;p58"/>
              <p:cNvSpPr/>
              <p:nvPr/>
            </p:nvSpPr>
            <p:spPr>
              <a:xfrm>
                <a:off x="3809868" y="3914340"/>
                <a:ext cx="53530" cy="53343"/>
              </a:xfrm>
              <a:custGeom>
                <a:avLst/>
                <a:gdLst/>
                <a:ahLst/>
                <a:cxnLst/>
                <a:rect l="l" t="t" r="r" b="b"/>
                <a:pathLst>
                  <a:path w="284" h="283" extrusionOk="0">
                    <a:moveTo>
                      <a:pt x="132" y="0"/>
                    </a:moveTo>
                    <a:cubicBezTo>
                      <a:pt x="64" y="0"/>
                      <a:pt x="1" y="63"/>
                      <a:pt x="1" y="131"/>
                    </a:cubicBezTo>
                    <a:cubicBezTo>
                      <a:pt x="1" y="220"/>
                      <a:pt x="64" y="283"/>
                      <a:pt x="132" y="283"/>
                    </a:cubicBezTo>
                    <a:cubicBezTo>
                      <a:pt x="216" y="283"/>
                      <a:pt x="284" y="220"/>
                      <a:pt x="284" y="131"/>
                    </a:cubicBezTo>
                    <a:cubicBezTo>
                      <a:pt x="284" y="63"/>
                      <a:pt x="216" y="0"/>
                      <a:pt x="13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5" name="Google Shape;2715;p58"/>
              <p:cNvSpPr/>
              <p:nvPr/>
            </p:nvSpPr>
            <p:spPr>
              <a:xfrm>
                <a:off x="3799489" y="3901523"/>
                <a:ext cx="74264" cy="74077"/>
              </a:xfrm>
              <a:custGeom>
                <a:avLst/>
                <a:gdLst/>
                <a:ahLst/>
                <a:cxnLst/>
                <a:rect l="l" t="t" r="r" b="b"/>
                <a:pathLst>
                  <a:path w="394" h="393" extrusionOk="0">
                    <a:moveTo>
                      <a:pt x="200" y="110"/>
                    </a:moveTo>
                    <a:cubicBezTo>
                      <a:pt x="263" y="110"/>
                      <a:pt x="284" y="157"/>
                      <a:pt x="284" y="199"/>
                    </a:cubicBezTo>
                    <a:cubicBezTo>
                      <a:pt x="284" y="262"/>
                      <a:pt x="263" y="288"/>
                      <a:pt x="200" y="288"/>
                    </a:cubicBezTo>
                    <a:cubicBezTo>
                      <a:pt x="153" y="288"/>
                      <a:pt x="111" y="262"/>
                      <a:pt x="111" y="199"/>
                    </a:cubicBezTo>
                    <a:cubicBezTo>
                      <a:pt x="111" y="157"/>
                      <a:pt x="153" y="110"/>
                      <a:pt x="200" y="110"/>
                    </a:cubicBezTo>
                    <a:close/>
                    <a:moveTo>
                      <a:pt x="200" y="0"/>
                    </a:moveTo>
                    <a:cubicBezTo>
                      <a:pt x="90" y="0"/>
                      <a:pt x="1" y="89"/>
                      <a:pt x="1" y="199"/>
                    </a:cubicBezTo>
                    <a:cubicBezTo>
                      <a:pt x="1" y="309"/>
                      <a:pt x="90" y="393"/>
                      <a:pt x="200" y="393"/>
                    </a:cubicBezTo>
                    <a:cubicBezTo>
                      <a:pt x="310" y="393"/>
                      <a:pt x="394" y="309"/>
                      <a:pt x="394" y="199"/>
                    </a:cubicBezTo>
                    <a:cubicBezTo>
                      <a:pt x="394" y="89"/>
                      <a:pt x="310" y="0"/>
                      <a:pt x="200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6" name="Google Shape;2716;p58"/>
              <p:cNvSpPr/>
              <p:nvPr/>
            </p:nvSpPr>
            <p:spPr>
              <a:xfrm>
                <a:off x="3809868" y="4276615"/>
                <a:ext cx="53530" cy="53343"/>
              </a:xfrm>
              <a:custGeom>
                <a:avLst/>
                <a:gdLst/>
                <a:ahLst/>
                <a:cxnLst/>
                <a:rect l="l" t="t" r="r" b="b"/>
                <a:pathLst>
                  <a:path w="284" h="283" extrusionOk="0">
                    <a:moveTo>
                      <a:pt x="132" y="0"/>
                    </a:moveTo>
                    <a:cubicBezTo>
                      <a:pt x="64" y="0"/>
                      <a:pt x="1" y="63"/>
                      <a:pt x="1" y="131"/>
                    </a:cubicBezTo>
                    <a:cubicBezTo>
                      <a:pt x="1" y="215"/>
                      <a:pt x="64" y="283"/>
                      <a:pt x="132" y="283"/>
                    </a:cubicBezTo>
                    <a:cubicBezTo>
                      <a:pt x="216" y="283"/>
                      <a:pt x="284" y="215"/>
                      <a:pt x="284" y="131"/>
                    </a:cubicBezTo>
                    <a:cubicBezTo>
                      <a:pt x="284" y="63"/>
                      <a:pt x="216" y="0"/>
                      <a:pt x="13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7" name="Google Shape;2717;p58"/>
              <p:cNvSpPr/>
              <p:nvPr/>
            </p:nvSpPr>
            <p:spPr>
              <a:xfrm>
                <a:off x="3799489" y="4263797"/>
                <a:ext cx="74264" cy="78035"/>
              </a:xfrm>
              <a:custGeom>
                <a:avLst/>
                <a:gdLst/>
                <a:ahLst/>
                <a:cxnLst/>
                <a:rect l="l" t="t" r="r" b="b"/>
                <a:pathLst>
                  <a:path w="394" h="414" extrusionOk="0">
                    <a:moveTo>
                      <a:pt x="200" y="110"/>
                    </a:moveTo>
                    <a:cubicBezTo>
                      <a:pt x="263" y="110"/>
                      <a:pt x="284" y="152"/>
                      <a:pt x="284" y="199"/>
                    </a:cubicBezTo>
                    <a:cubicBezTo>
                      <a:pt x="284" y="262"/>
                      <a:pt x="263" y="304"/>
                      <a:pt x="200" y="304"/>
                    </a:cubicBezTo>
                    <a:cubicBezTo>
                      <a:pt x="153" y="304"/>
                      <a:pt x="111" y="262"/>
                      <a:pt x="111" y="199"/>
                    </a:cubicBezTo>
                    <a:cubicBezTo>
                      <a:pt x="111" y="152"/>
                      <a:pt x="153" y="110"/>
                      <a:pt x="200" y="110"/>
                    </a:cubicBezTo>
                    <a:close/>
                    <a:moveTo>
                      <a:pt x="200" y="0"/>
                    </a:moveTo>
                    <a:cubicBezTo>
                      <a:pt x="90" y="0"/>
                      <a:pt x="1" y="89"/>
                      <a:pt x="1" y="199"/>
                    </a:cubicBezTo>
                    <a:cubicBezTo>
                      <a:pt x="1" y="304"/>
                      <a:pt x="90" y="414"/>
                      <a:pt x="200" y="414"/>
                    </a:cubicBezTo>
                    <a:cubicBezTo>
                      <a:pt x="310" y="414"/>
                      <a:pt x="394" y="304"/>
                      <a:pt x="394" y="199"/>
                    </a:cubicBezTo>
                    <a:cubicBezTo>
                      <a:pt x="394" y="89"/>
                      <a:pt x="310" y="0"/>
                      <a:pt x="200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8" name="Google Shape;2718;p58"/>
              <p:cNvSpPr/>
              <p:nvPr/>
            </p:nvSpPr>
            <p:spPr>
              <a:xfrm>
                <a:off x="3879985" y="3198649"/>
                <a:ext cx="57489" cy="53531"/>
              </a:xfrm>
              <a:custGeom>
                <a:avLst/>
                <a:gdLst/>
                <a:ahLst/>
                <a:cxnLst/>
                <a:rect l="l" t="t" r="r" b="b"/>
                <a:pathLst>
                  <a:path w="305" h="284" extrusionOk="0">
                    <a:moveTo>
                      <a:pt x="153" y="0"/>
                    </a:moveTo>
                    <a:cubicBezTo>
                      <a:pt x="64" y="0"/>
                      <a:pt x="1" y="63"/>
                      <a:pt x="1" y="152"/>
                    </a:cubicBezTo>
                    <a:cubicBezTo>
                      <a:pt x="1" y="220"/>
                      <a:pt x="64" y="283"/>
                      <a:pt x="153" y="283"/>
                    </a:cubicBezTo>
                    <a:cubicBezTo>
                      <a:pt x="236" y="283"/>
                      <a:pt x="304" y="220"/>
                      <a:pt x="304" y="152"/>
                    </a:cubicBezTo>
                    <a:cubicBezTo>
                      <a:pt x="304" y="63"/>
                      <a:pt x="236" y="0"/>
                      <a:pt x="1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9" name="Google Shape;2719;p58"/>
              <p:cNvSpPr/>
              <p:nvPr/>
            </p:nvSpPr>
            <p:spPr>
              <a:xfrm>
                <a:off x="3873564" y="3190733"/>
                <a:ext cx="74264" cy="74265"/>
              </a:xfrm>
              <a:custGeom>
                <a:avLst/>
                <a:gdLst/>
                <a:ahLst/>
                <a:cxnLst/>
                <a:rect l="l" t="t" r="r" b="b"/>
                <a:pathLst>
                  <a:path w="394" h="394" extrusionOk="0">
                    <a:moveTo>
                      <a:pt x="200" y="105"/>
                    </a:moveTo>
                    <a:cubicBezTo>
                      <a:pt x="242" y="105"/>
                      <a:pt x="283" y="131"/>
                      <a:pt x="283" y="194"/>
                    </a:cubicBezTo>
                    <a:cubicBezTo>
                      <a:pt x="283" y="236"/>
                      <a:pt x="242" y="283"/>
                      <a:pt x="200" y="283"/>
                    </a:cubicBezTo>
                    <a:cubicBezTo>
                      <a:pt x="152" y="283"/>
                      <a:pt x="111" y="236"/>
                      <a:pt x="111" y="194"/>
                    </a:cubicBezTo>
                    <a:cubicBezTo>
                      <a:pt x="111" y="131"/>
                      <a:pt x="152" y="105"/>
                      <a:pt x="200" y="105"/>
                    </a:cubicBezTo>
                    <a:close/>
                    <a:moveTo>
                      <a:pt x="200" y="1"/>
                    </a:moveTo>
                    <a:cubicBezTo>
                      <a:pt x="90" y="1"/>
                      <a:pt x="1" y="84"/>
                      <a:pt x="1" y="194"/>
                    </a:cubicBezTo>
                    <a:cubicBezTo>
                      <a:pt x="1" y="304"/>
                      <a:pt x="90" y="393"/>
                      <a:pt x="200" y="393"/>
                    </a:cubicBezTo>
                    <a:cubicBezTo>
                      <a:pt x="310" y="393"/>
                      <a:pt x="393" y="304"/>
                      <a:pt x="393" y="194"/>
                    </a:cubicBezTo>
                    <a:cubicBezTo>
                      <a:pt x="393" y="84"/>
                      <a:pt x="310" y="1"/>
                      <a:pt x="200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0" name="Google Shape;2720;p58"/>
              <p:cNvSpPr/>
              <p:nvPr/>
            </p:nvSpPr>
            <p:spPr>
              <a:xfrm>
                <a:off x="3879985" y="3544148"/>
                <a:ext cx="57489" cy="57489"/>
              </a:xfrm>
              <a:custGeom>
                <a:avLst/>
                <a:gdLst/>
                <a:ahLst/>
                <a:cxnLst/>
                <a:rect l="l" t="t" r="r" b="b"/>
                <a:pathLst>
                  <a:path w="305" h="305" extrusionOk="0">
                    <a:moveTo>
                      <a:pt x="153" y="0"/>
                    </a:moveTo>
                    <a:cubicBezTo>
                      <a:pt x="64" y="0"/>
                      <a:pt x="1" y="63"/>
                      <a:pt x="1" y="152"/>
                    </a:cubicBezTo>
                    <a:cubicBezTo>
                      <a:pt x="1" y="241"/>
                      <a:pt x="64" y="304"/>
                      <a:pt x="153" y="304"/>
                    </a:cubicBezTo>
                    <a:cubicBezTo>
                      <a:pt x="236" y="304"/>
                      <a:pt x="304" y="241"/>
                      <a:pt x="304" y="152"/>
                    </a:cubicBezTo>
                    <a:cubicBezTo>
                      <a:pt x="304" y="63"/>
                      <a:pt x="236" y="0"/>
                      <a:pt x="1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1" name="Google Shape;2721;p58"/>
              <p:cNvSpPr/>
              <p:nvPr/>
            </p:nvSpPr>
            <p:spPr>
              <a:xfrm>
                <a:off x="3873564" y="3536232"/>
                <a:ext cx="74264" cy="74265"/>
              </a:xfrm>
              <a:custGeom>
                <a:avLst/>
                <a:gdLst/>
                <a:ahLst/>
                <a:cxnLst/>
                <a:rect l="l" t="t" r="r" b="b"/>
                <a:pathLst>
                  <a:path w="394" h="394" extrusionOk="0">
                    <a:moveTo>
                      <a:pt x="200" y="105"/>
                    </a:moveTo>
                    <a:cubicBezTo>
                      <a:pt x="242" y="105"/>
                      <a:pt x="283" y="152"/>
                      <a:pt x="283" y="194"/>
                    </a:cubicBezTo>
                    <a:cubicBezTo>
                      <a:pt x="283" y="236"/>
                      <a:pt x="242" y="283"/>
                      <a:pt x="200" y="283"/>
                    </a:cubicBezTo>
                    <a:cubicBezTo>
                      <a:pt x="152" y="283"/>
                      <a:pt x="111" y="236"/>
                      <a:pt x="111" y="194"/>
                    </a:cubicBezTo>
                    <a:cubicBezTo>
                      <a:pt x="111" y="152"/>
                      <a:pt x="152" y="105"/>
                      <a:pt x="200" y="105"/>
                    </a:cubicBezTo>
                    <a:close/>
                    <a:moveTo>
                      <a:pt x="200" y="0"/>
                    </a:moveTo>
                    <a:cubicBezTo>
                      <a:pt x="90" y="0"/>
                      <a:pt x="1" y="84"/>
                      <a:pt x="1" y="194"/>
                    </a:cubicBezTo>
                    <a:cubicBezTo>
                      <a:pt x="1" y="304"/>
                      <a:pt x="90" y="393"/>
                      <a:pt x="200" y="393"/>
                    </a:cubicBezTo>
                    <a:cubicBezTo>
                      <a:pt x="310" y="393"/>
                      <a:pt x="393" y="304"/>
                      <a:pt x="393" y="194"/>
                    </a:cubicBezTo>
                    <a:cubicBezTo>
                      <a:pt x="393" y="84"/>
                      <a:pt x="310" y="0"/>
                      <a:pt x="200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2" name="Google Shape;2722;p58"/>
              <p:cNvSpPr/>
              <p:nvPr/>
            </p:nvSpPr>
            <p:spPr>
              <a:xfrm>
                <a:off x="3879985" y="3914340"/>
                <a:ext cx="57489" cy="53343"/>
              </a:xfrm>
              <a:custGeom>
                <a:avLst/>
                <a:gdLst/>
                <a:ahLst/>
                <a:cxnLst/>
                <a:rect l="l" t="t" r="r" b="b"/>
                <a:pathLst>
                  <a:path w="305" h="283" extrusionOk="0">
                    <a:moveTo>
                      <a:pt x="153" y="0"/>
                    </a:moveTo>
                    <a:cubicBezTo>
                      <a:pt x="64" y="0"/>
                      <a:pt x="1" y="63"/>
                      <a:pt x="1" y="131"/>
                    </a:cubicBezTo>
                    <a:cubicBezTo>
                      <a:pt x="1" y="220"/>
                      <a:pt x="64" y="283"/>
                      <a:pt x="153" y="283"/>
                    </a:cubicBezTo>
                    <a:cubicBezTo>
                      <a:pt x="236" y="283"/>
                      <a:pt x="304" y="220"/>
                      <a:pt x="304" y="131"/>
                    </a:cubicBezTo>
                    <a:cubicBezTo>
                      <a:pt x="304" y="63"/>
                      <a:pt x="236" y="0"/>
                      <a:pt x="1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3" name="Google Shape;2723;p58"/>
              <p:cNvSpPr/>
              <p:nvPr/>
            </p:nvSpPr>
            <p:spPr>
              <a:xfrm>
                <a:off x="3873564" y="3901523"/>
                <a:ext cx="74264" cy="74077"/>
              </a:xfrm>
              <a:custGeom>
                <a:avLst/>
                <a:gdLst/>
                <a:ahLst/>
                <a:cxnLst/>
                <a:rect l="l" t="t" r="r" b="b"/>
                <a:pathLst>
                  <a:path w="394" h="393" extrusionOk="0">
                    <a:moveTo>
                      <a:pt x="200" y="110"/>
                    </a:moveTo>
                    <a:cubicBezTo>
                      <a:pt x="242" y="110"/>
                      <a:pt x="283" y="157"/>
                      <a:pt x="283" y="199"/>
                    </a:cubicBezTo>
                    <a:cubicBezTo>
                      <a:pt x="283" y="262"/>
                      <a:pt x="242" y="288"/>
                      <a:pt x="200" y="288"/>
                    </a:cubicBezTo>
                    <a:cubicBezTo>
                      <a:pt x="152" y="288"/>
                      <a:pt x="111" y="262"/>
                      <a:pt x="111" y="199"/>
                    </a:cubicBezTo>
                    <a:cubicBezTo>
                      <a:pt x="111" y="157"/>
                      <a:pt x="152" y="110"/>
                      <a:pt x="200" y="110"/>
                    </a:cubicBezTo>
                    <a:close/>
                    <a:moveTo>
                      <a:pt x="200" y="0"/>
                    </a:moveTo>
                    <a:cubicBezTo>
                      <a:pt x="90" y="0"/>
                      <a:pt x="1" y="89"/>
                      <a:pt x="1" y="199"/>
                    </a:cubicBezTo>
                    <a:cubicBezTo>
                      <a:pt x="1" y="309"/>
                      <a:pt x="90" y="393"/>
                      <a:pt x="200" y="393"/>
                    </a:cubicBezTo>
                    <a:cubicBezTo>
                      <a:pt x="310" y="393"/>
                      <a:pt x="393" y="309"/>
                      <a:pt x="393" y="199"/>
                    </a:cubicBezTo>
                    <a:cubicBezTo>
                      <a:pt x="393" y="89"/>
                      <a:pt x="310" y="0"/>
                      <a:pt x="200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4" name="Google Shape;2724;p58"/>
              <p:cNvSpPr/>
              <p:nvPr/>
            </p:nvSpPr>
            <p:spPr>
              <a:xfrm>
                <a:off x="3879985" y="4276615"/>
                <a:ext cx="57489" cy="53343"/>
              </a:xfrm>
              <a:custGeom>
                <a:avLst/>
                <a:gdLst/>
                <a:ahLst/>
                <a:cxnLst/>
                <a:rect l="l" t="t" r="r" b="b"/>
                <a:pathLst>
                  <a:path w="305" h="283" extrusionOk="0">
                    <a:moveTo>
                      <a:pt x="153" y="0"/>
                    </a:moveTo>
                    <a:cubicBezTo>
                      <a:pt x="64" y="0"/>
                      <a:pt x="1" y="63"/>
                      <a:pt x="1" y="131"/>
                    </a:cubicBezTo>
                    <a:cubicBezTo>
                      <a:pt x="1" y="215"/>
                      <a:pt x="64" y="283"/>
                      <a:pt x="153" y="283"/>
                    </a:cubicBezTo>
                    <a:cubicBezTo>
                      <a:pt x="236" y="283"/>
                      <a:pt x="304" y="215"/>
                      <a:pt x="304" y="131"/>
                    </a:cubicBezTo>
                    <a:cubicBezTo>
                      <a:pt x="304" y="63"/>
                      <a:pt x="236" y="0"/>
                      <a:pt x="1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5" name="Google Shape;2725;p58"/>
              <p:cNvSpPr/>
              <p:nvPr/>
            </p:nvSpPr>
            <p:spPr>
              <a:xfrm>
                <a:off x="3873564" y="4263797"/>
                <a:ext cx="74264" cy="78035"/>
              </a:xfrm>
              <a:custGeom>
                <a:avLst/>
                <a:gdLst/>
                <a:ahLst/>
                <a:cxnLst/>
                <a:rect l="l" t="t" r="r" b="b"/>
                <a:pathLst>
                  <a:path w="394" h="414" extrusionOk="0">
                    <a:moveTo>
                      <a:pt x="200" y="110"/>
                    </a:moveTo>
                    <a:cubicBezTo>
                      <a:pt x="242" y="110"/>
                      <a:pt x="283" y="152"/>
                      <a:pt x="283" y="199"/>
                    </a:cubicBezTo>
                    <a:cubicBezTo>
                      <a:pt x="283" y="262"/>
                      <a:pt x="242" y="304"/>
                      <a:pt x="200" y="304"/>
                    </a:cubicBezTo>
                    <a:cubicBezTo>
                      <a:pt x="152" y="304"/>
                      <a:pt x="111" y="262"/>
                      <a:pt x="111" y="199"/>
                    </a:cubicBezTo>
                    <a:cubicBezTo>
                      <a:pt x="111" y="152"/>
                      <a:pt x="152" y="110"/>
                      <a:pt x="200" y="110"/>
                    </a:cubicBezTo>
                    <a:close/>
                    <a:moveTo>
                      <a:pt x="200" y="0"/>
                    </a:moveTo>
                    <a:cubicBezTo>
                      <a:pt x="90" y="0"/>
                      <a:pt x="1" y="89"/>
                      <a:pt x="1" y="199"/>
                    </a:cubicBezTo>
                    <a:cubicBezTo>
                      <a:pt x="1" y="304"/>
                      <a:pt x="90" y="414"/>
                      <a:pt x="200" y="414"/>
                    </a:cubicBezTo>
                    <a:cubicBezTo>
                      <a:pt x="310" y="414"/>
                      <a:pt x="393" y="304"/>
                      <a:pt x="393" y="199"/>
                    </a:cubicBezTo>
                    <a:cubicBezTo>
                      <a:pt x="393" y="89"/>
                      <a:pt x="310" y="0"/>
                      <a:pt x="200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6" name="Google Shape;2726;p58"/>
              <p:cNvSpPr/>
              <p:nvPr/>
            </p:nvSpPr>
            <p:spPr>
              <a:xfrm>
                <a:off x="4028136" y="2454308"/>
                <a:ext cx="19980" cy="46029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2442" extrusionOk="0">
                    <a:moveTo>
                      <a:pt x="63" y="1"/>
                    </a:moveTo>
                    <a:cubicBezTo>
                      <a:pt x="21" y="1"/>
                      <a:pt x="0" y="22"/>
                      <a:pt x="0" y="43"/>
                    </a:cubicBezTo>
                    <a:lnTo>
                      <a:pt x="0" y="2399"/>
                    </a:lnTo>
                    <a:cubicBezTo>
                      <a:pt x="0" y="2420"/>
                      <a:pt x="21" y="2441"/>
                      <a:pt x="63" y="2441"/>
                    </a:cubicBezTo>
                    <a:cubicBezTo>
                      <a:pt x="84" y="2441"/>
                      <a:pt x="105" y="2420"/>
                      <a:pt x="105" y="2399"/>
                    </a:cubicBezTo>
                    <a:lnTo>
                      <a:pt x="105" y="43"/>
                    </a:lnTo>
                    <a:cubicBezTo>
                      <a:pt x="105" y="22"/>
                      <a:pt x="84" y="1"/>
                      <a:pt x="63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7" name="Google Shape;2727;p58"/>
              <p:cNvSpPr/>
              <p:nvPr/>
            </p:nvSpPr>
            <p:spPr>
              <a:xfrm>
                <a:off x="4047928" y="4523346"/>
                <a:ext cx="24692" cy="357566"/>
              </a:xfrm>
              <a:custGeom>
                <a:avLst/>
                <a:gdLst/>
                <a:ahLst/>
                <a:cxnLst/>
                <a:rect l="l" t="t" r="r" b="b"/>
                <a:pathLst>
                  <a:path w="131" h="1897" extrusionOk="0">
                    <a:moveTo>
                      <a:pt x="68" y="0"/>
                    </a:moveTo>
                    <a:cubicBezTo>
                      <a:pt x="26" y="0"/>
                      <a:pt x="0" y="21"/>
                      <a:pt x="0" y="42"/>
                    </a:cubicBezTo>
                    <a:lnTo>
                      <a:pt x="0" y="1833"/>
                    </a:lnTo>
                    <a:cubicBezTo>
                      <a:pt x="0" y="1875"/>
                      <a:pt x="26" y="1896"/>
                      <a:pt x="68" y="1896"/>
                    </a:cubicBezTo>
                    <a:cubicBezTo>
                      <a:pt x="89" y="1896"/>
                      <a:pt x="131" y="1875"/>
                      <a:pt x="131" y="1833"/>
                    </a:cubicBezTo>
                    <a:lnTo>
                      <a:pt x="131" y="42"/>
                    </a:lnTo>
                    <a:cubicBezTo>
                      <a:pt x="131" y="21"/>
                      <a:pt x="89" y="0"/>
                      <a:pt x="68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8" name="Google Shape;2728;p58"/>
              <p:cNvSpPr/>
              <p:nvPr/>
            </p:nvSpPr>
            <p:spPr>
              <a:xfrm>
                <a:off x="4126715" y="2433574"/>
                <a:ext cx="645758" cy="2397970"/>
              </a:xfrm>
              <a:custGeom>
                <a:avLst/>
                <a:gdLst/>
                <a:ahLst/>
                <a:cxnLst/>
                <a:rect l="l" t="t" r="r" b="b"/>
                <a:pathLst>
                  <a:path w="3426" h="12722" extrusionOk="0">
                    <a:moveTo>
                      <a:pt x="64" y="1"/>
                    </a:moveTo>
                    <a:cubicBezTo>
                      <a:pt x="22" y="1"/>
                      <a:pt x="1" y="22"/>
                      <a:pt x="1" y="64"/>
                    </a:cubicBezTo>
                    <a:lnTo>
                      <a:pt x="1" y="2316"/>
                    </a:lnTo>
                    <a:lnTo>
                      <a:pt x="64" y="2378"/>
                    </a:lnTo>
                    <a:lnTo>
                      <a:pt x="3316" y="2378"/>
                    </a:lnTo>
                    <a:lnTo>
                      <a:pt x="3316" y="11302"/>
                    </a:lnTo>
                    <a:lnTo>
                      <a:pt x="132" y="11302"/>
                    </a:lnTo>
                    <a:lnTo>
                      <a:pt x="85" y="11370"/>
                    </a:lnTo>
                    <a:lnTo>
                      <a:pt x="85" y="12658"/>
                    </a:lnTo>
                    <a:cubicBezTo>
                      <a:pt x="85" y="12700"/>
                      <a:pt x="106" y="12721"/>
                      <a:pt x="132" y="12721"/>
                    </a:cubicBezTo>
                    <a:cubicBezTo>
                      <a:pt x="174" y="12721"/>
                      <a:pt x="195" y="12700"/>
                      <a:pt x="195" y="12658"/>
                    </a:cubicBezTo>
                    <a:lnTo>
                      <a:pt x="195" y="11412"/>
                    </a:lnTo>
                    <a:lnTo>
                      <a:pt x="3379" y="11412"/>
                    </a:lnTo>
                    <a:lnTo>
                      <a:pt x="3426" y="11370"/>
                    </a:lnTo>
                    <a:lnTo>
                      <a:pt x="3426" y="2316"/>
                    </a:lnTo>
                    <a:lnTo>
                      <a:pt x="3379" y="2268"/>
                    </a:lnTo>
                    <a:lnTo>
                      <a:pt x="106" y="2268"/>
                    </a:lnTo>
                    <a:lnTo>
                      <a:pt x="106" y="64"/>
                    </a:lnTo>
                    <a:cubicBezTo>
                      <a:pt x="106" y="22"/>
                      <a:pt x="85" y="1"/>
                      <a:pt x="64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6">
          <a:extLst>
            <a:ext uri="{FF2B5EF4-FFF2-40B4-BE49-F238E27FC236}">
              <a16:creationId xmlns:a16="http://schemas.microsoft.com/office/drawing/2014/main" id="{70CA6208-D717-2D42-1121-ABC314D66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7" name="Google Shape;2607;p58">
            <a:extLst>
              <a:ext uri="{FF2B5EF4-FFF2-40B4-BE49-F238E27FC236}">
                <a16:creationId xmlns:a16="http://schemas.microsoft.com/office/drawing/2014/main" id="{2675AF54-60C6-60DA-35DB-3A2D05DE19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8488" y="59713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we saw!</a:t>
            </a:r>
            <a:endParaRPr dirty="0"/>
          </a:p>
        </p:txBody>
      </p:sp>
      <p:sp>
        <p:nvSpPr>
          <p:cNvPr id="2608" name="Google Shape;2608;p58">
            <a:extLst>
              <a:ext uri="{FF2B5EF4-FFF2-40B4-BE49-F238E27FC236}">
                <a16:creationId xmlns:a16="http://schemas.microsoft.com/office/drawing/2014/main" id="{0E2D1453-4A18-829D-60F4-79BD8B4F59D1}"/>
              </a:ext>
            </a:extLst>
          </p:cNvPr>
          <p:cNvSpPr/>
          <p:nvPr/>
        </p:nvSpPr>
        <p:spPr>
          <a:xfrm>
            <a:off x="720025" y="1984060"/>
            <a:ext cx="2178000" cy="86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Defination of RAG and why need RAG and how it is useful.</a:t>
            </a:r>
            <a:endParaRPr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10" name="Google Shape;2610;p58">
            <a:extLst>
              <a:ext uri="{FF2B5EF4-FFF2-40B4-BE49-F238E27FC236}">
                <a16:creationId xmlns:a16="http://schemas.microsoft.com/office/drawing/2014/main" id="{08220CBD-C12E-27A2-7CD8-B555EF1BB1C1}"/>
              </a:ext>
            </a:extLst>
          </p:cNvPr>
          <p:cNvSpPr/>
          <p:nvPr/>
        </p:nvSpPr>
        <p:spPr>
          <a:xfrm>
            <a:off x="720037" y="3145000"/>
            <a:ext cx="2178000" cy="3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RAG Pipeline</a:t>
            </a:r>
            <a:endParaRPr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11" name="Google Shape;2611;p58">
            <a:extLst>
              <a:ext uri="{FF2B5EF4-FFF2-40B4-BE49-F238E27FC236}">
                <a16:creationId xmlns:a16="http://schemas.microsoft.com/office/drawing/2014/main" id="{B2A08CB5-C3BD-9DA8-5A37-B9CB9676E6D4}"/>
              </a:ext>
            </a:extLst>
          </p:cNvPr>
          <p:cNvSpPr/>
          <p:nvPr/>
        </p:nvSpPr>
        <p:spPr>
          <a:xfrm>
            <a:off x="720018" y="1639247"/>
            <a:ext cx="2178000" cy="3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What is RAG?</a:t>
            </a:r>
            <a:endParaRPr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15" name="Google Shape;2615;p58">
            <a:extLst>
              <a:ext uri="{FF2B5EF4-FFF2-40B4-BE49-F238E27FC236}">
                <a16:creationId xmlns:a16="http://schemas.microsoft.com/office/drawing/2014/main" id="{54E77DE9-2FE7-76BD-CAAD-A9D8C0E990CC}"/>
              </a:ext>
            </a:extLst>
          </p:cNvPr>
          <p:cNvSpPr/>
          <p:nvPr/>
        </p:nvSpPr>
        <p:spPr>
          <a:xfrm>
            <a:off x="720018" y="3483705"/>
            <a:ext cx="2178000" cy="8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Char char="●"/>
            </a:pPr>
            <a:r>
              <a:rPr lang="en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Doc. injection</a:t>
            </a:r>
            <a:endParaRPr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Char char="●"/>
            </a:pPr>
            <a:r>
              <a:rPr lang="en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Info. retrival</a:t>
            </a:r>
            <a:endParaRPr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Char char="●"/>
            </a:pPr>
            <a:r>
              <a:rPr lang="en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Resp. generation</a:t>
            </a:r>
            <a:endParaRPr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616" name="Google Shape;2616;p58">
            <a:extLst>
              <a:ext uri="{FF2B5EF4-FFF2-40B4-BE49-F238E27FC236}">
                <a16:creationId xmlns:a16="http://schemas.microsoft.com/office/drawing/2014/main" id="{B49DB6E3-2071-0925-F6B6-6B13308BAE2D}"/>
              </a:ext>
            </a:extLst>
          </p:cNvPr>
          <p:cNvCxnSpPr>
            <a:cxnSpLocks/>
            <a:stCxn id="2608" idx="2"/>
            <a:endCxn id="2610" idx="0"/>
          </p:cNvCxnSpPr>
          <p:nvPr/>
        </p:nvCxnSpPr>
        <p:spPr>
          <a:xfrm>
            <a:off x="1809025" y="2847459"/>
            <a:ext cx="12" cy="297541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619" name="Google Shape;2619;p58">
            <a:extLst>
              <a:ext uri="{FF2B5EF4-FFF2-40B4-BE49-F238E27FC236}">
                <a16:creationId xmlns:a16="http://schemas.microsoft.com/office/drawing/2014/main" id="{7C3356B2-2B3E-DD96-2435-9A94C8AE3E6B}"/>
              </a:ext>
            </a:extLst>
          </p:cNvPr>
          <p:cNvGrpSpPr/>
          <p:nvPr/>
        </p:nvGrpSpPr>
        <p:grpSpPr>
          <a:xfrm>
            <a:off x="7357272" y="1541721"/>
            <a:ext cx="948658" cy="2651740"/>
            <a:chOff x="7357272" y="1541721"/>
            <a:chExt cx="948658" cy="2651740"/>
          </a:xfrm>
        </p:grpSpPr>
        <p:grpSp>
          <p:nvGrpSpPr>
            <p:cNvPr id="2620" name="Google Shape;2620;p58">
              <a:extLst>
                <a:ext uri="{FF2B5EF4-FFF2-40B4-BE49-F238E27FC236}">
                  <a16:creationId xmlns:a16="http://schemas.microsoft.com/office/drawing/2014/main" id="{6C44E733-E59E-A5EC-8059-06BF66C00D29}"/>
                </a:ext>
              </a:extLst>
            </p:cNvPr>
            <p:cNvGrpSpPr/>
            <p:nvPr/>
          </p:nvGrpSpPr>
          <p:grpSpPr>
            <a:xfrm>
              <a:off x="7418753" y="1541721"/>
              <a:ext cx="825701" cy="825712"/>
              <a:chOff x="3295675" y="450448"/>
              <a:chExt cx="1414599" cy="1414617"/>
            </a:xfrm>
          </p:grpSpPr>
          <p:sp>
            <p:nvSpPr>
              <p:cNvPr id="2621" name="Google Shape;2621;p58">
                <a:extLst>
                  <a:ext uri="{FF2B5EF4-FFF2-40B4-BE49-F238E27FC236}">
                    <a16:creationId xmlns:a16="http://schemas.microsoft.com/office/drawing/2014/main" id="{C3234603-E6C5-C384-8D4C-9DC8D11ACF93}"/>
                  </a:ext>
                </a:extLst>
              </p:cNvPr>
              <p:cNvSpPr/>
              <p:nvPr/>
            </p:nvSpPr>
            <p:spPr>
              <a:xfrm>
                <a:off x="3307550" y="458365"/>
                <a:ext cx="1394996" cy="1398784"/>
              </a:xfrm>
              <a:custGeom>
                <a:avLst/>
                <a:gdLst/>
                <a:ahLst/>
                <a:cxnLst/>
                <a:rect l="l" t="t" r="r" b="b"/>
                <a:pathLst>
                  <a:path w="7401" h="7421" extrusionOk="0">
                    <a:moveTo>
                      <a:pt x="3692" y="0"/>
                    </a:moveTo>
                    <a:cubicBezTo>
                      <a:pt x="1660" y="0"/>
                      <a:pt x="0" y="1660"/>
                      <a:pt x="0" y="3713"/>
                    </a:cubicBezTo>
                    <a:cubicBezTo>
                      <a:pt x="0" y="5761"/>
                      <a:pt x="1660" y="7421"/>
                      <a:pt x="3692" y="7421"/>
                    </a:cubicBezTo>
                    <a:cubicBezTo>
                      <a:pt x="5740" y="7421"/>
                      <a:pt x="7400" y="5761"/>
                      <a:pt x="7400" y="3713"/>
                    </a:cubicBezTo>
                    <a:cubicBezTo>
                      <a:pt x="7400" y="1660"/>
                      <a:pt x="5740" y="0"/>
                      <a:pt x="369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2" name="Google Shape;2622;p58">
                <a:extLst>
                  <a:ext uri="{FF2B5EF4-FFF2-40B4-BE49-F238E27FC236}">
                    <a16:creationId xmlns:a16="http://schemas.microsoft.com/office/drawing/2014/main" id="{D6B24E1F-3E2B-FE51-8DAE-3B9575FE7E70}"/>
                  </a:ext>
                </a:extLst>
              </p:cNvPr>
              <p:cNvSpPr/>
              <p:nvPr/>
            </p:nvSpPr>
            <p:spPr>
              <a:xfrm>
                <a:off x="3295675" y="450448"/>
                <a:ext cx="1414599" cy="1414617"/>
              </a:xfrm>
              <a:custGeom>
                <a:avLst/>
                <a:gdLst/>
                <a:ahLst/>
                <a:cxnLst/>
                <a:rect l="l" t="t" r="r" b="b"/>
                <a:pathLst>
                  <a:path w="7505" h="7505" extrusionOk="0">
                    <a:moveTo>
                      <a:pt x="3755" y="110"/>
                    </a:moveTo>
                    <a:cubicBezTo>
                      <a:pt x="5782" y="110"/>
                      <a:pt x="7395" y="1744"/>
                      <a:pt x="7395" y="3755"/>
                    </a:cubicBezTo>
                    <a:cubicBezTo>
                      <a:pt x="7395" y="5761"/>
                      <a:pt x="5782" y="7395"/>
                      <a:pt x="3755" y="7395"/>
                    </a:cubicBezTo>
                    <a:cubicBezTo>
                      <a:pt x="1744" y="7395"/>
                      <a:pt x="110" y="5761"/>
                      <a:pt x="110" y="3755"/>
                    </a:cubicBezTo>
                    <a:cubicBezTo>
                      <a:pt x="110" y="1744"/>
                      <a:pt x="1744" y="110"/>
                      <a:pt x="3755" y="110"/>
                    </a:cubicBezTo>
                    <a:close/>
                    <a:moveTo>
                      <a:pt x="3755" y="0"/>
                    </a:moveTo>
                    <a:cubicBezTo>
                      <a:pt x="1682" y="0"/>
                      <a:pt x="1" y="1681"/>
                      <a:pt x="1" y="3755"/>
                    </a:cubicBezTo>
                    <a:cubicBezTo>
                      <a:pt x="1" y="5824"/>
                      <a:pt x="1682" y="7505"/>
                      <a:pt x="3755" y="7505"/>
                    </a:cubicBezTo>
                    <a:cubicBezTo>
                      <a:pt x="5824" y="7505"/>
                      <a:pt x="7505" y="5824"/>
                      <a:pt x="7505" y="3755"/>
                    </a:cubicBezTo>
                    <a:cubicBezTo>
                      <a:pt x="7505" y="1681"/>
                      <a:pt x="5824" y="0"/>
                      <a:pt x="3755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3" name="Google Shape;2623;p58">
                <a:extLst>
                  <a:ext uri="{FF2B5EF4-FFF2-40B4-BE49-F238E27FC236}">
                    <a16:creationId xmlns:a16="http://schemas.microsoft.com/office/drawing/2014/main" id="{41DC6A82-51A5-0BCC-2774-07252754FD9E}"/>
                  </a:ext>
                </a:extLst>
              </p:cNvPr>
              <p:cNvSpPr/>
              <p:nvPr/>
            </p:nvSpPr>
            <p:spPr>
              <a:xfrm>
                <a:off x="3369750" y="507749"/>
                <a:ext cx="666492" cy="1298696"/>
              </a:xfrm>
              <a:custGeom>
                <a:avLst/>
                <a:gdLst/>
                <a:ahLst/>
                <a:cxnLst/>
                <a:rect l="l" t="t" r="r" b="b"/>
                <a:pathLst>
                  <a:path w="3536" h="6890" extrusionOk="0">
                    <a:moveTo>
                      <a:pt x="2027" y="0"/>
                    </a:moveTo>
                    <a:cubicBezTo>
                      <a:pt x="2027" y="0"/>
                      <a:pt x="1922" y="47"/>
                      <a:pt x="1723" y="131"/>
                    </a:cubicBezTo>
                    <a:cubicBezTo>
                      <a:pt x="1529" y="241"/>
                      <a:pt x="1241" y="414"/>
                      <a:pt x="1137" y="503"/>
                    </a:cubicBezTo>
                    <a:cubicBezTo>
                      <a:pt x="1048" y="571"/>
                      <a:pt x="634" y="917"/>
                      <a:pt x="545" y="1068"/>
                    </a:cubicBezTo>
                    <a:cubicBezTo>
                      <a:pt x="435" y="1199"/>
                      <a:pt x="262" y="1487"/>
                      <a:pt x="262" y="1508"/>
                    </a:cubicBezTo>
                    <a:cubicBezTo>
                      <a:pt x="241" y="1550"/>
                      <a:pt x="194" y="1618"/>
                      <a:pt x="173" y="1681"/>
                    </a:cubicBezTo>
                    <a:cubicBezTo>
                      <a:pt x="131" y="1723"/>
                      <a:pt x="110" y="1791"/>
                      <a:pt x="89" y="1880"/>
                    </a:cubicBezTo>
                    <a:cubicBezTo>
                      <a:pt x="42" y="1943"/>
                      <a:pt x="63" y="1964"/>
                      <a:pt x="42" y="2053"/>
                    </a:cubicBezTo>
                    <a:cubicBezTo>
                      <a:pt x="21" y="2142"/>
                      <a:pt x="0" y="2184"/>
                      <a:pt x="21" y="2205"/>
                    </a:cubicBezTo>
                    <a:cubicBezTo>
                      <a:pt x="24" y="2208"/>
                      <a:pt x="27" y="2209"/>
                      <a:pt x="29" y="2209"/>
                    </a:cubicBezTo>
                    <a:cubicBezTo>
                      <a:pt x="42" y="2209"/>
                      <a:pt x="42" y="2160"/>
                      <a:pt x="42" y="2142"/>
                    </a:cubicBezTo>
                    <a:cubicBezTo>
                      <a:pt x="42" y="2095"/>
                      <a:pt x="63" y="2032"/>
                      <a:pt x="89" y="1985"/>
                    </a:cubicBezTo>
                    <a:cubicBezTo>
                      <a:pt x="110" y="1922"/>
                      <a:pt x="131" y="1854"/>
                      <a:pt x="152" y="1791"/>
                    </a:cubicBezTo>
                    <a:cubicBezTo>
                      <a:pt x="173" y="1749"/>
                      <a:pt x="220" y="1618"/>
                      <a:pt x="220" y="1618"/>
                    </a:cubicBezTo>
                    <a:lnTo>
                      <a:pt x="241" y="1639"/>
                    </a:lnTo>
                    <a:cubicBezTo>
                      <a:pt x="241" y="1639"/>
                      <a:pt x="241" y="1681"/>
                      <a:pt x="194" y="1770"/>
                    </a:cubicBezTo>
                    <a:cubicBezTo>
                      <a:pt x="152" y="1833"/>
                      <a:pt x="152" y="1880"/>
                      <a:pt x="131" y="1964"/>
                    </a:cubicBezTo>
                    <a:cubicBezTo>
                      <a:pt x="110" y="2053"/>
                      <a:pt x="89" y="2142"/>
                      <a:pt x="63" y="2226"/>
                    </a:cubicBezTo>
                    <a:cubicBezTo>
                      <a:pt x="21" y="2315"/>
                      <a:pt x="42" y="2378"/>
                      <a:pt x="42" y="2488"/>
                    </a:cubicBezTo>
                    <a:cubicBezTo>
                      <a:pt x="21" y="2577"/>
                      <a:pt x="89" y="2666"/>
                      <a:pt x="152" y="2749"/>
                    </a:cubicBezTo>
                    <a:cubicBezTo>
                      <a:pt x="220" y="2859"/>
                      <a:pt x="262" y="2880"/>
                      <a:pt x="325" y="2969"/>
                    </a:cubicBezTo>
                    <a:cubicBezTo>
                      <a:pt x="372" y="3032"/>
                      <a:pt x="482" y="3210"/>
                      <a:pt x="456" y="3273"/>
                    </a:cubicBezTo>
                    <a:cubicBezTo>
                      <a:pt x="435" y="3341"/>
                      <a:pt x="566" y="3341"/>
                      <a:pt x="587" y="3404"/>
                    </a:cubicBezTo>
                    <a:cubicBezTo>
                      <a:pt x="613" y="3472"/>
                      <a:pt x="634" y="3493"/>
                      <a:pt x="676" y="3514"/>
                    </a:cubicBezTo>
                    <a:cubicBezTo>
                      <a:pt x="680" y="3518"/>
                      <a:pt x="683" y="3520"/>
                      <a:pt x="685" y="3520"/>
                    </a:cubicBezTo>
                    <a:cubicBezTo>
                      <a:pt x="696" y="3520"/>
                      <a:pt x="693" y="3485"/>
                      <a:pt x="676" y="3451"/>
                    </a:cubicBezTo>
                    <a:cubicBezTo>
                      <a:pt x="676" y="3431"/>
                      <a:pt x="688" y="3420"/>
                      <a:pt x="703" y="3420"/>
                    </a:cubicBezTo>
                    <a:cubicBezTo>
                      <a:pt x="725" y="3420"/>
                      <a:pt x="753" y="3442"/>
                      <a:pt x="765" y="3493"/>
                    </a:cubicBezTo>
                    <a:cubicBezTo>
                      <a:pt x="786" y="3556"/>
                      <a:pt x="807" y="3582"/>
                      <a:pt x="807" y="3666"/>
                    </a:cubicBezTo>
                    <a:cubicBezTo>
                      <a:pt x="786" y="3776"/>
                      <a:pt x="807" y="3797"/>
                      <a:pt x="744" y="3907"/>
                    </a:cubicBezTo>
                    <a:cubicBezTo>
                      <a:pt x="676" y="3996"/>
                      <a:pt x="676" y="3996"/>
                      <a:pt x="676" y="4106"/>
                    </a:cubicBezTo>
                    <a:cubicBezTo>
                      <a:pt x="676" y="4211"/>
                      <a:pt x="655" y="4169"/>
                      <a:pt x="634" y="4279"/>
                    </a:cubicBezTo>
                    <a:cubicBezTo>
                      <a:pt x="587" y="4389"/>
                      <a:pt x="697" y="4451"/>
                      <a:pt x="765" y="4582"/>
                    </a:cubicBezTo>
                    <a:cubicBezTo>
                      <a:pt x="807" y="4734"/>
                      <a:pt x="875" y="4823"/>
                      <a:pt x="917" y="4933"/>
                    </a:cubicBezTo>
                    <a:cubicBezTo>
                      <a:pt x="980" y="5043"/>
                      <a:pt x="1048" y="5043"/>
                      <a:pt x="1137" y="5127"/>
                    </a:cubicBezTo>
                    <a:cubicBezTo>
                      <a:pt x="1241" y="5195"/>
                      <a:pt x="1330" y="5258"/>
                      <a:pt x="1330" y="5347"/>
                    </a:cubicBezTo>
                    <a:cubicBezTo>
                      <a:pt x="1351" y="5457"/>
                      <a:pt x="1372" y="5478"/>
                      <a:pt x="1372" y="5609"/>
                    </a:cubicBezTo>
                    <a:cubicBezTo>
                      <a:pt x="1372" y="5761"/>
                      <a:pt x="1482" y="5850"/>
                      <a:pt x="1503" y="6023"/>
                    </a:cubicBezTo>
                    <a:cubicBezTo>
                      <a:pt x="1550" y="6174"/>
                      <a:pt x="1571" y="6201"/>
                      <a:pt x="1613" y="6305"/>
                    </a:cubicBezTo>
                    <a:cubicBezTo>
                      <a:pt x="1660" y="6394"/>
                      <a:pt x="1702" y="6415"/>
                      <a:pt x="1791" y="6546"/>
                    </a:cubicBezTo>
                    <a:cubicBezTo>
                      <a:pt x="1854" y="6677"/>
                      <a:pt x="1875" y="6656"/>
                      <a:pt x="1964" y="6724"/>
                    </a:cubicBezTo>
                    <a:cubicBezTo>
                      <a:pt x="2053" y="6808"/>
                      <a:pt x="2137" y="6829"/>
                      <a:pt x="2247" y="6876"/>
                    </a:cubicBezTo>
                    <a:cubicBezTo>
                      <a:pt x="2272" y="6886"/>
                      <a:pt x="2290" y="6890"/>
                      <a:pt x="2300" y="6890"/>
                    </a:cubicBezTo>
                    <a:cubicBezTo>
                      <a:pt x="2335" y="6890"/>
                      <a:pt x="2294" y="6844"/>
                      <a:pt x="2226" y="6808"/>
                    </a:cubicBezTo>
                    <a:cubicBezTo>
                      <a:pt x="2158" y="6787"/>
                      <a:pt x="2158" y="6787"/>
                      <a:pt x="2116" y="6677"/>
                    </a:cubicBezTo>
                    <a:cubicBezTo>
                      <a:pt x="2074" y="6567"/>
                      <a:pt x="2053" y="6546"/>
                      <a:pt x="2053" y="6483"/>
                    </a:cubicBezTo>
                    <a:cubicBezTo>
                      <a:pt x="2053" y="6436"/>
                      <a:pt x="2116" y="6462"/>
                      <a:pt x="2205" y="6394"/>
                    </a:cubicBezTo>
                    <a:cubicBezTo>
                      <a:pt x="2289" y="6332"/>
                      <a:pt x="2247" y="6332"/>
                      <a:pt x="2336" y="6243"/>
                    </a:cubicBezTo>
                    <a:cubicBezTo>
                      <a:pt x="2420" y="6153"/>
                      <a:pt x="2619" y="5892"/>
                      <a:pt x="2640" y="5850"/>
                    </a:cubicBezTo>
                    <a:cubicBezTo>
                      <a:pt x="2661" y="5808"/>
                      <a:pt x="2682" y="5782"/>
                      <a:pt x="2771" y="5740"/>
                    </a:cubicBezTo>
                    <a:cubicBezTo>
                      <a:pt x="2881" y="5677"/>
                      <a:pt x="2970" y="5698"/>
                      <a:pt x="3053" y="5630"/>
                    </a:cubicBezTo>
                    <a:cubicBezTo>
                      <a:pt x="3142" y="5567"/>
                      <a:pt x="3184" y="5478"/>
                      <a:pt x="3205" y="5305"/>
                    </a:cubicBezTo>
                    <a:cubicBezTo>
                      <a:pt x="3231" y="5127"/>
                      <a:pt x="3231" y="5153"/>
                      <a:pt x="3273" y="5085"/>
                    </a:cubicBezTo>
                    <a:cubicBezTo>
                      <a:pt x="3336" y="4996"/>
                      <a:pt x="3467" y="4912"/>
                      <a:pt x="3493" y="4844"/>
                    </a:cubicBezTo>
                    <a:cubicBezTo>
                      <a:pt x="3535" y="4760"/>
                      <a:pt x="3514" y="4650"/>
                      <a:pt x="3404" y="4561"/>
                    </a:cubicBezTo>
                    <a:cubicBezTo>
                      <a:pt x="3294" y="4499"/>
                      <a:pt x="3252" y="4520"/>
                      <a:pt x="2991" y="4410"/>
                    </a:cubicBezTo>
                    <a:cubicBezTo>
                      <a:pt x="2729" y="4321"/>
                      <a:pt x="2619" y="4300"/>
                      <a:pt x="2509" y="4211"/>
                    </a:cubicBezTo>
                    <a:cubicBezTo>
                      <a:pt x="2420" y="4127"/>
                      <a:pt x="2467" y="4038"/>
                      <a:pt x="2336" y="3907"/>
                    </a:cubicBezTo>
                    <a:cubicBezTo>
                      <a:pt x="2184" y="3755"/>
                      <a:pt x="2137" y="3797"/>
                      <a:pt x="1964" y="3687"/>
                    </a:cubicBezTo>
                    <a:cubicBezTo>
                      <a:pt x="1791" y="3582"/>
                      <a:pt x="1660" y="3493"/>
                      <a:pt x="1503" y="3425"/>
                    </a:cubicBezTo>
                    <a:cubicBezTo>
                      <a:pt x="1417" y="3383"/>
                      <a:pt x="1374" y="3378"/>
                      <a:pt x="1344" y="3378"/>
                    </a:cubicBezTo>
                    <a:cubicBezTo>
                      <a:pt x="1334" y="3378"/>
                      <a:pt x="1326" y="3378"/>
                      <a:pt x="1318" y="3378"/>
                    </a:cubicBezTo>
                    <a:cubicBezTo>
                      <a:pt x="1303" y="3378"/>
                      <a:pt x="1289" y="3376"/>
                      <a:pt x="1268" y="3362"/>
                    </a:cubicBezTo>
                    <a:cubicBezTo>
                      <a:pt x="1200" y="3320"/>
                      <a:pt x="1158" y="3273"/>
                      <a:pt x="1048" y="3273"/>
                    </a:cubicBezTo>
                    <a:cubicBezTo>
                      <a:pt x="938" y="3273"/>
                      <a:pt x="980" y="3320"/>
                      <a:pt x="938" y="3362"/>
                    </a:cubicBezTo>
                    <a:cubicBezTo>
                      <a:pt x="896" y="3425"/>
                      <a:pt x="896" y="3425"/>
                      <a:pt x="849" y="3472"/>
                    </a:cubicBezTo>
                    <a:cubicBezTo>
                      <a:pt x="841" y="3480"/>
                      <a:pt x="836" y="3483"/>
                      <a:pt x="833" y="3483"/>
                    </a:cubicBezTo>
                    <a:cubicBezTo>
                      <a:pt x="820" y="3483"/>
                      <a:pt x="845" y="3421"/>
                      <a:pt x="828" y="3404"/>
                    </a:cubicBezTo>
                    <a:cubicBezTo>
                      <a:pt x="828" y="3380"/>
                      <a:pt x="813" y="3369"/>
                      <a:pt x="784" y="3369"/>
                    </a:cubicBezTo>
                    <a:cubicBezTo>
                      <a:pt x="762" y="3369"/>
                      <a:pt x="734" y="3374"/>
                      <a:pt x="697" y="3383"/>
                    </a:cubicBezTo>
                    <a:cubicBezTo>
                      <a:pt x="678" y="3389"/>
                      <a:pt x="667" y="3392"/>
                      <a:pt x="659" y="3392"/>
                    </a:cubicBezTo>
                    <a:cubicBezTo>
                      <a:pt x="641" y="3392"/>
                      <a:pt x="643" y="3377"/>
                      <a:pt x="613" y="3362"/>
                    </a:cubicBezTo>
                    <a:cubicBezTo>
                      <a:pt x="587" y="3341"/>
                      <a:pt x="587" y="3320"/>
                      <a:pt x="566" y="3252"/>
                    </a:cubicBezTo>
                    <a:cubicBezTo>
                      <a:pt x="566" y="3189"/>
                      <a:pt x="613" y="3121"/>
                      <a:pt x="613" y="3058"/>
                    </a:cubicBezTo>
                    <a:cubicBezTo>
                      <a:pt x="634" y="3011"/>
                      <a:pt x="613" y="2948"/>
                      <a:pt x="587" y="2880"/>
                    </a:cubicBezTo>
                    <a:cubicBezTo>
                      <a:pt x="578" y="2853"/>
                      <a:pt x="569" y="2846"/>
                      <a:pt x="558" y="2846"/>
                    </a:cubicBezTo>
                    <a:cubicBezTo>
                      <a:pt x="544" y="2846"/>
                      <a:pt x="527" y="2859"/>
                      <a:pt x="503" y="2859"/>
                    </a:cubicBezTo>
                    <a:cubicBezTo>
                      <a:pt x="456" y="2859"/>
                      <a:pt x="456" y="2839"/>
                      <a:pt x="435" y="2797"/>
                    </a:cubicBezTo>
                    <a:cubicBezTo>
                      <a:pt x="414" y="2770"/>
                      <a:pt x="482" y="2770"/>
                      <a:pt x="503" y="2687"/>
                    </a:cubicBezTo>
                    <a:cubicBezTo>
                      <a:pt x="545" y="2598"/>
                      <a:pt x="566" y="2598"/>
                      <a:pt x="587" y="2535"/>
                    </a:cubicBezTo>
                    <a:cubicBezTo>
                      <a:pt x="587" y="2488"/>
                      <a:pt x="545" y="2488"/>
                      <a:pt x="503" y="2488"/>
                    </a:cubicBezTo>
                    <a:cubicBezTo>
                      <a:pt x="435" y="2488"/>
                      <a:pt x="456" y="2509"/>
                      <a:pt x="435" y="2598"/>
                    </a:cubicBezTo>
                    <a:cubicBezTo>
                      <a:pt x="414" y="2653"/>
                      <a:pt x="404" y="2663"/>
                      <a:pt x="390" y="2663"/>
                    </a:cubicBezTo>
                    <a:cubicBezTo>
                      <a:pt x="381" y="2663"/>
                      <a:pt x="372" y="2659"/>
                      <a:pt x="357" y="2659"/>
                    </a:cubicBezTo>
                    <a:cubicBezTo>
                      <a:pt x="349" y="2659"/>
                      <a:pt x="338" y="2661"/>
                      <a:pt x="325" y="2666"/>
                    </a:cubicBezTo>
                    <a:cubicBezTo>
                      <a:pt x="262" y="2666"/>
                      <a:pt x="283" y="2666"/>
                      <a:pt x="241" y="2619"/>
                    </a:cubicBezTo>
                    <a:cubicBezTo>
                      <a:pt x="220" y="2598"/>
                      <a:pt x="220" y="2509"/>
                      <a:pt x="220" y="2446"/>
                    </a:cubicBezTo>
                    <a:cubicBezTo>
                      <a:pt x="220" y="2378"/>
                      <a:pt x="283" y="2273"/>
                      <a:pt x="304" y="2163"/>
                    </a:cubicBezTo>
                    <a:cubicBezTo>
                      <a:pt x="325" y="2053"/>
                      <a:pt x="393" y="2032"/>
                      <a:pt x="456" y="1985"/>
                    </a:cubicBezTo>
                    <a:cubicBezTo>
                      <a:pt x="506" y="1954"/>
                      <a:pt x="519" y="1935"/>
                      <a:pt x="547" y="1935"/>
                    </a:cubicBezTo>
                    <a:cubicBezTo>
                      <a:pt x="558" y="1935"/>
                      <a:pt x="570" y="1937"/>
                      <a:pt x="587" y="1943"/>
                    </a:cubicBezTo>
                    <a:cubicBezTo>
                      <a:pt x="634" y="1943"/>
                      <a:pt x="613" y="1964"/>
                      <a:pt x="655" y="1985"/>
                    </a:cubicBezTo>
                    <a:cubicBezTo>
                      <a:pt x="662" y="1989"/>
                      <a:pt x="667" y="1991"/>
                      <a:pt x="671" y="1991"/>
                    </a:cubicBezTo>
                    <a:cubicBezTo>
                      <a:pt x="689" y="1991"/>
                      <a:pt x="688" y="1960"/>
                      <a:pt x="721" y="1960"/>
                    </a:cubicBezTo>
                    <a:cubicBezTo>
                      <a:pt x="727" y="1960"/>
                      <a:pt x="735" y="1961"/>
                      <a:pt x="744" y="1964"/>
                    </a:cubicBezTo>
                    <a:cubicBezTo>
                      <a:pt x="786" y="1964"/>
                      <a:pt x="765" y="1985"/>
                      <a:pt x="828" y="1985"/>
                    </a:cubicBezTo>
                    <a:cubicBezTo>
                      <a:pt x="896" y="2011"/>
                      <a:pt x="896" y="2011"/>
                      <a:pt x="896" y="2032"/>
                    </a:cubicBezTo>
                    <a:cubicBezTo>
                      <a:pt x="917" y="2053"/>
                      <a:pt x="875" y="2116"/>
                      <a:pt x="849" y="2163"/>
                    </a:cubicBezTo>
                    <a:lnTo>
                      <a:pt x="849" y="2273"/>
                    </a:lnTo>
                    <a:cubicBezTo>
                      <a:pt x="865" y="2313"/>
                      <a:pt x="880" y="2327"/>
                      <a:pt x="893" y="2327"/>
                    </a:cubicBezTo>
                    <a:cubicBezTo>
                      <a:pt x="901" y="2327"/>
                      <a:pt x="909" y="2322"/>
                      <a:pt x="917" y="2315"/>
                    </a:cubicBezTo>
                    <a:cubicBezTo>
                      <a:pt x="959" y="2273"/>
                      <a:pt x="1006" y="2184"/>
                      <a:pt x="980" y="2116"/>
                    </a:cubicBezTo>
                    <a:cubicBezTo>
                      <a:pt x="980" y="2053"/>
                      <a:pt x="1006" y="2011"/>
                      <a:pt x="1027" y="1922"/>
                    </a:cubicBezTo>
                    <a:cubicBezTo>
                      <a:pt x="1069" y="1854"/>
                      <a:pt x="1090" y="1880"/>
                      <a:pt x="1158" y="1833"/>
                    </a:cubicBezTo>
                    <a:cubicBezTo>
                      <a:pt x="1241" y="1791"/>
                      <a:pt x="1351" y="1681"/>
                      <a:pt x="1419" y="1592"/>
                    </a:cubicBezTo>
                    <a:cubicBezTo>
                      <a:pt x="1482" y="1508"/>
                      <a:pt x="1503" y="1508"/>
                      <a:pt x="1571" y="1419"/>
                    </a:cubicBezTo>
                    <a:cubicBezTo>
                      <a:pt x="1634" y="1356"/>
                      <a:pt x="1702" y="1330"/>
                      <a:pt x="1791" y="1267"/>
                    </a:cubicBezTo>
                    <a:cubicBezTo>
                      <a:pt x="1896" y="1226"/>
                      <a:pt x="1943" y="1178"/>
                      <a:pt x="2053" y="1178"/>
                    </a:cubicBezTo>
                    <a:cubicBezTo>
                      <a:pt x="2073" y="1174"/>
                      <a:pt x="2084" y="1173"/>
                      <a:pt x="2089" y="1173"/>
                    </a:cubicBezTo>
                    <a:cubicBezTo>
                      <a:pt x="2111" y="1173"/>
                      <a:pt x="2015" y="1204"/>
                      <a:pt x="1964" y="1226"/>
                    </a:cubicBezTo>
                    <a:cubicBezTo>
                      <a:pt x="1922" y="1226"/>
                      <a:pt x="1943" y="1267"/>
                      <a:pt x="1985" y="1288"/>
                    </a:cubicBezTo>
                    <a:cubicBezTo>
                      <a:pt x="2027" y="1288"/>
                      <a:pt x="2053" y="1267"/>
                      <a:pt x="2137" y="1199"/>
                    </a:cubicBezTo>
                    <a:cubicBezTo>
                      <a:pt x="2181" y="1178"/>
                      <a:pt x="2204" y="1173"/>
                      <a:pt x="2220" y="1173"/>
                    </a:cubicBezTo>
                    <a:cubicBezTo>
                      <a:pt x="2236" y="1173"/>
                      <a:pt x="2247" y="1178"/>
                      <a:pt x="2268" y="1178"/>
                    </a:cubicBezTo>
                    <a:cubicBezTo>
                      <a:pt x="2315" y="1157"/>
                      <a:pt x="2268" y="1137"/>
                      <a:pt x="2226" y="1116"/>
                    </a:cubicBezTo>
                    <a:lnTo>
                      <a:pt x="2116" y="1116"/>
                    </a:lnTo>
                    <a:cubicBezTo>
                      <a:pt x="2074" y="1095"/>
                      <a:pt x="2095" y="1068"/>
                      <a:pt x="2137" y="1047"/>
                    </a:cubicBezTo>
                    <a:cubicBezTo>
                      <a:pt x="2184" y="1006"/>
                      <a:pt x="2205" y="1006"/>
                      <a:pt x="2184" y="964"/>
                    </a:cubicBezTo>
                    <a:cubicBezTo>
                      <a:pt x="2179" y="958"/>
                      <a:pt x="2172" y="956"/>
                      <a:pt x="2164" y="956"/>
                    </a:cubicBezTo>
                    <a:cubicBezTo>
                      <a:pt x="2132" y="956"/>
                      <a:pt x="2077" y="993"/>
                      <a:pt x="2006" y="1027"/>
                    </a:cubicBezTo>
                    <a:cubicBezTo>
                      <a:pt x="1971" y="1035"/>
                      <a:pt x="1951" y="1040"/>
                      <a:pt x="1942" y="1040"/>
                    </a:cubicBezTo>
                    <a:cubicBezTo>
                      <a:pt x="1929" y="1040"/>
                      <a:pt x="1940" y="1030"/>
                      <a:pt x="1964" y="1006"/>
                    </a:cubicBezTo>
                    <a:cubicBezTo>
                      <a:pt x="2006" y="964"/>
                      <a:pt x="2053" y="964"/>
                      <a:pt x="2116" y="938"/>
                    </a:cubicBezTo>
                    <a:cubicBezTo>
                      <a:pt x="2137" y="925"/>
                      <a:pt x="2155" y="920"/>
                      <a:pt x="2172" y="920"/>
                    </a:cubicBezTo>
                    <a:cubicBezTo>
                      <a:pt x="2210" y="920"/>
                      <a:pt x="2239" y="946"/>
                      <a:pt x="2268" y="964"/>
                    </a:cubicBezTo>
                    <a:cubicBezTo>
                      <a:pt x="2336" y="964"/>
                      <a:pt x="2357" y="938"/>
                      <a:pt x="2420" y="896"/>
                    </a:cubicBezTo>
                    <a:cubicBezTo>
                      <a:pt x="2467" y="875"/>
                      <a:pt x="2551" y="896"/>
                      <a:pt x="2598" y="854"/>
                    </a:cubicBezTo>
                    <a:cubicBezTo>
                      <a:pt x="2619" y="833"/>
                      <a:pt x="2598" y="807"/>
                      <a:pt x="2551" y="744"/>
                    </a:cubicBezTo>
                    <a:cubicBezTo>
                      <a:pt x="2488" y="676"/>
                      <a:pt x="2488" y="702"/>
                      <a:pt x="2467" y="655"/>
                    </a:cubicBezTo>
                    <a:cubicBezTo>
                      <a:pt x="2446" y="634"/>
                      <a:pt x="2488" y="592"/>
                      <a:pt x="2488" y="545"/>
                    </a:cubicBezTo>
                    <a:cubicBezTo>
                      <a:pt x="2488" y="505"/>
                      <a:pt x="2488" y="490"/>
                      <a:pt x="2470" y="490"/>
                    </a:cubicBezTo>
                    <a:cubicBezTo>
                      <a:pt x="2460" y="490"/>
                      <a:pt x="2445" y="495"/>
                      <a:pt x="2420" y="503"/>
                    </a:cubicBezTo>
                    <a:cubicBezTo>
                      <a:pt x="2378" y="503"/>
                      <a:pt x="2399" y="524"/>
                      <a:pt x="2357" y="545"/>
                    </a:cubicBezTo>
                    <a:cubicBezTo>
                      <a:pt x="2348" y="550"/>
                      <a:pt x="2340" y="552"/>
                      <a:pt x="2333" y="552"/>
                    </a:cubicBezTo>
                    <a:cubicBezTo>
                      <a:pt x="2305" y="552"/>
                      <a:pt x="2289" y="519"/>
                      <a:pt x="2289" y="503"/>
                    </a:cubicBezTo>
                    <a:cubicBezTo>
                      <a:pt x="2268" y="482"/>
                      <a:pt x="2336" y="461"/>
                      <a:pt x="2315" y="440"/>
                    </a:cubicBezTo>
                    <a:cubicBezTo>
                      <a:pt x="2289" y="393"/>
                      <a:pt x="2289" y="372"/>
                      <a:pt x="2226" y="372"/>
                    </a:cubicBezTo>
                    <a:cubicBezTo>
                      <a:pt x="2215" y="366"/>
                      <a:pt x="2208" y="364"/>
                      <a:pt x="2203" y="364"/>
                    </a:cubicBezTo>
                    <a:cubicBezTo>
                      <a:pt x="2190" y="364"/>
                      <a:pt x="2192" y="383"/>
                      <a:pt x="2158" y="414"/>
                    </a:cubicBezTo>
                    <a:cubicBezTo>
                      <a:pt x="2116" y="482"/>
                      <a:pt x="2116" y="461"/>
                      <a:pt x="2095" y="482"/>
                    </a:cubicBezTo>
                    <a:cubicBezTo>
                      <a:pt x="2053" y="482"/>
                      <a:pt x="2053" y="503"/>
                      <a:pt x="2027" y="545"/>
                    </a:cubicBezTo>
                    <a:cubicBezTo>
                      <a:pt x="2027" y="592"/>
                      <a:pt x="2027" y="571"/>
                      <a:pt x="2006" y="613"/>
                    </a:cubicBezTo>
                    <a:cubicBezTo>
                      <a:pt x="1964" y="655"/>
                      <a:pt x="1943" y="655"/>
                      <a:pt x="1896" y="655"/>
                    </a:cubicBezTo>
                    <a:cubicBezTo>
                      <a:pt x="1854" y="676"/>
                      <a:pt x="1875" y="655"/>
                      <a:pt x="1833" y="702"/>
                    </a:cubicBezTo>
                    <a:cubicBezTo>
                      <a:pt x="1812" y="744"/>
                      <a:pt x="1833" y="765"/>
                      <a:pt x="1791" y="807"/>
                    </a:cubicBezTo>
                    <a:cubicBezTo>
                      <a:pt x="1758" y="825"/>
                      <a:pt x="1737" y="841"/>
                      <a:pt x="1721" y="841"/>
                    </a:cubicBezTo>
                    <a:cubicBezTo>
                      <a:pt x="1714" y="841"/>
                      <a:pt x="1708" y="839"/>
                      <a:pt x="1702" y="833"/>
                    </a:cubicBezTo>
                    <a:cubicBezTo>
                      <a:pt x="1702" y="833"/>
                      <a:pt x="1681" y="786"/>
                      <a:pt x="1702" y="744"/>
                    </a:cubicBezTo>
                    <a:cubicBezTo>
                      <a:pt x="1744" y="676"/>
                      <a:pt x="1791" y="655"/>
                      <a:pt x="1765" y="634"/>
                    </a:cubicBezTo>
                    <a:cubicBezTo>
                      <a:pt x="1744" y="613"/>
                      <a:pt x="1723" y="592"/>
                      <a:pt x="1681" y="571"/>
                    </a:cubicBezTo>
                    <a:cubicBezTo>
                      <a:pt x="1634" y="524"/>
                      <a:pt x="1660" y="482"/>
                      <a:pt x="1702" y="414"/>
                    </a:cubicBezTo>
                    <a:cubicBezTo>
                      <a:pt x="1744" y="372"/>
                      <a:pt x="1854" y="330"/>
                      <a:pt x="1922" y="309"/>
                    </a:cubicBezTo>
                    <a:cubicBezTo>
                      <a:pt x="1985" y="283"/>
                      <a:pt x="2074" y="283"/>
                      <a:pt x="2137" y="241"/>
                    </a:cubicBezTo>
                    <a:cubicBezTo>
                      <a:pt x="2205" y="220"/>
                      <a:pt x="2158" y="220"/>
                      <a:pt x="2205" y="199"/>
                    </a:cubicBezTo>
                    <a:cubicBezTo>
                      <a:pt x="2268" y="199"/>
                      <a:pt x="2289" y="199"/>
                      <a:pt x="2336" y="178"/>
                    </a:cubicBezTo>
                    <a:cubicBezTo>
                      <a:pt x="2378" y="178"/>
                      <a:pt x="2399" y="131"/>
                      <a:pt x="2399" y="110"/>
                    </a:cubicBezTo>
                    <a:cubicBezTo>
                      <a:pt x="2399" y="97"/>
                      <a:pt x="2395" y="92"/>
                      <a:pt x="2388" y="92"/>
                    </a:cubicBezTo>
                    <a:cubicBezTo>
                      <a:pt x="2373" y="92"/>
                      <a:pt x="2344" y="117"/>
                      <a:pt x="2315" y="131"/>
                    </a:cubicBezTo>
                    <a:cubicBezTo>
                      <a:pt x="2288" y="158"/>
                      <a:pt x="2270" y="170"/>
                      <a:pt x="2255" y="170"/>
                    </a:cubicBezTo>
                    <a:cubicBezTo>
                      <a:pt x="2244" y="170"/>
                      <a:pt x="2235" y="163"/>
                      <a:pt x="2226" y="152"/>
                    </a:cubicBezTo>
                    <a:cubicBezTo>
                      <a:pt x="2205" y="152"/>
                      <a:pt x="2268" y="110"/>
                      <a:pt x="2289" y="89"/>
                    </a:cubicBezTo>
                    <a:cubicBezTo>
                      <a:pt x="2315" y="89"/>
                      <a:pt x="2336" y="47"/>
                      <a:pt x="2336" y="21"/>
                    </a:cubicBezTo>
                    <a:cubicBezTo>
                      <a:pt x="2332" y="18"/>
                      <a:pt x="2329" y="16"/>
                      <a:pt x="2325" y="16"/>
                    </a:cubicBezTo>
                    <a:cubicBezTo>
                      <a:pt x="2306" y="16"/>
                      <a:pt x="2282" y="54"/>
                      <a:pt x="2247" y="89"/>
                    </a:cubicBezTo>
                    <a:cubicBezTo>
                      <a:pt x="2184" y="131"/>
                      <a:pt x="2184" y="131"/>
                      <a:pt x="2116" y="131"/>
                    </a:cubicBezTo>
                    <a:cubicBezTo>
                      <a:pt x="2074" y="131"/>
                      <a:pt x="2074" y="110"/>
                      <a:pt x="2027" y="110"/>
                    </a:cubicBezTo>
                    <a:cubicBezTo>
                      <a:pt x="1985" y="110"/>
                      <a:pt x="1985" y="89"/>
                      <a:pt x="2027" y="68"/>
                    </a:cubicBezTo>
                    <a:cubicBezTo>
                      <a:pt x="2095" y="47"/>
                      <a:pt x="2095" y="0"/>
                      <a:pt x="202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4" name="Google Shape;2624;p58">
                <a:extLst>
                  <a:ext uri="{FF2B5EF4-FFF2-40B4-BE49-F238E27FC236}">
                    <a16:creationId xmlns:a16="http://schemas.microsoft.com/office/drawing/2014/main" id="{ED399C4F-023E-0935-1790-7A172DDBE1CF}"/>
                  </a:ext>
                </a:extLst>
              </p:cNvPr>
              <p:cNvSpPr/>
              <p:nvPr/>
            </p:nvSpPr>
            <p:spPr>
              <a:xfrm>
                <a:off x="3361834" y="499832"/>
                <a:ext cx="686283" cy="1316037"/>
              </a:xfrm>
              <a:custGeom>
                <a:avLst/>
                <a:gdLst/>
                <a:ahLst/>
                <a:cxnLst/>
                <a:rect l="l" t="t" r="r" b="b"/>
                <a:pathLst>
                  <a:path w="3641" h="6982" extrusionOk="0">
                    <a:moveTo>
                      <a:pt x="980" y="2158"/>
                    </a:moveTo>
                    <a:cubicBezTo>
                      <a:pt x="980" y="2184"/>
                      <a:pt x="980" y="2226"/>
                      <a:pt x="959" y="2247"/>
                    </a:cubicBezTo>
                    <a:lnTo>
                      <a:pt x="959" y="2268"/>
                    </a:lnTo>
                    <a:lnTo>
                      <a:pt x="938" y="2247"/>
                    </a:lnTo>
                    <a:lnTo>
                      <a:pt x="959" y="2226"/>
                    </a:lnTo>
                    <a:cubicBezTo>
                      <a:pt x="959" y="2205"/>
                      <a:pt x="959" y="2184"/>
                      <a:pt x="980" y="2158"/>
                    </a:cubicBezTo>
                    <a:close/>
                    <a:moveTo>
                      <a:pt x="566" y="2598"/>
                    </a:moveTo>
                    <a:cubicBezTo>
                      <a:pt x="545" y="2619"/>
                      <a:pt x="545" y="2639"/>
                      <a:pt x="499" y="2706"/>
                    </a:cubicBezTo>
                    <a:lnTo>
                      <a:pt x="499" y="2706"/>
                    </a:lnTo>
                    <a:cubicBezTo>
                      <a:pt x="501" y="2691"/>
                      <a:pt x="507" y="2675"/>
                      <a:pt x="524" y="2661"/>
                    </a:cubicBezTo>
                    <a:cubicBezTo>
                      <a:pt x="545" y="2619"/>
                      <a:pt x="545" y="2598"/>
                      <a:pt x="545" y="2598"/>
                    </a:cubicBezTo>
                    <a:close/>
                    <a:moveTo>
                      <a:pt x="1985" y="131"/>
                    </a:moveTo>
                    <a:cubicBezTo>
                      <a:pt x="1985" y="152"/>
                      <a:pt x="1985" y="173"/>
                      <a:pt x="2006" y="194"/>
                    </a:cubicBezTo>
                    <a:cubicBezTo>
                      <a:pt x="2027" y="220"/>
                      <a:pt x="2048" y="220"/>
                      <a:pt x="2069" y="220"/>
                    </a:cubicBezTo>
                    <a:lnTo>
                      <a:pt x="2179" y="220"/>
                    </a:lnTo>
                    <a:lnTo>
                      <a:pt x="2179" y="241"/>
                    </a:lnTo>
                    <a:lnTo>
                      <a:pt x="2158" y="241"/>
                    </a:lnTo>
                    <a:cubicBezTo>
                      <a:pt x="2137" y="262"/>
                      <a:pt x="2095" y="262"/>
                      <a:pt x="2069" y="262"/>
                    </a:cubicBezTo>
                    <a:cubicBezTo>
                      <a:pt x="2027" y="283"/>
                      <a:pt x="1985" y="283"/>
                      <a:pt x="1938" y="283"/>
                    </a:cubicBezTo>
                    <a:cubicBezTo>
                      <a:pt x="1917" y="304"/>
                      <a:pt x="1854" y="325"/>
                      <a:pt x="1807" y="351"/>
                    </a:cubicBezTo>
                    <a:cubicBezTo>
                      <a:pt x="1765" y="372"/>
                      <a:pt x="1723" y="393"/>
                      <a:pt x="1702" y="435"/>
                    </a:cubicBezTo>
                    <a:cubicBezTo>
                      <a:pt x="1676" y="456"/>
                      <a:pt x="1655" y="503"/>
                      <a:pt x="1655" y="524"/>
                    </a:cubicBezTo>
                    <a:cubicBezTo>
                      <a:pt x="1634" y="545"/>
                      <a:pt x="1634" y="566"/>
                      <a:pt x="1655" y="587"/>
                    </a:cubicBezTo>
                    <a:cubicBezTo>
                      <a:pt x="1655" y="613"/>
                      <a:pt x="1676" y="634"/>
                      <a:pt x="1702" y="655"/>
                    </a:cubicBezTo>
                    <a:cubicBezTo>
                      <a:pt x="1723" y="676"/>
                      <a:pt x="1744" y="676"/>
                      <a:pt x="1744" y="697"/>
                    </a:cubicBezTo>
                    <a:cubicBezTo>
                      <a:pt x="1744" y="697"/>
                      <a:pt x="1723" y="718"/>
                      <a:pt x="1702" y="744"/>
                    </a:cubicBezTo>
                    <a:cubicBezTo>
                      <a:pt x="1676" y="786"/>
                      <a:pt x="1676" y="807"/>
                      <a:pt x="1676" y="849"/>
                    </a:cubicBezTo>
                    <a:cubicBezTo>
                      <a:pt x="1676" y="875"/>
                      <a:pt x="1702" y="896"/>
                      <a:pt x="1723" y="917"/>
                    </a:cubicBezTo>
                    <a:cubicBezTo>
                      <a:pt x="1723" y="938"/>
                      <a:pt x="1744" y="938"/>
                      <a:pt x="1765" y="938"/>
                    </a:cubicBezTo>
                    <a:lnTo>
                      <a:pt x="1807" y="938"/>
                    </a:lnTo>
                    <a:cubicBezTo>
                      <a:pt x="1833" y="917"/>
                      <a:pt x="1854" y="896"/>
                      <a:pt x="1875" y="875"/>
                    </a:cubicBezTo>
                    <a:cubicBezTo>
                      <a:pt x="1896" y="849"/>
                      <a:pt x="1896" y="828"/>
                      <a:pt x="1917" y="807"/>
                    </a:cubicBezTo>
                    <a:cubicBezTo>
                      <a:pt x="1917" y="807"/>
                      <a:pt x="1917" y="786"/>
                      <a:pt x="1938" y="765"/>
                    </a:cubicBezTo>
                    <a:lnTo>
                      <a:pt x="1964" y="765"/>
                    </a:lnTo>
                    <a:cubicBezTo>
                      <a:pt x="1964" y="744"/>
                      <a:pt x="1985" y="744"/>
                      <a:pt x="2006" y="744"/>
                    </a:cubicBezTo>
                    <a:cubicBezTo>
                      <a:pt x="2027" y="718"/>
                      <a:pt x="2048" y="718"/>
                      <a:pt x="2069" y="676"/>
                    </a:cubicBezTo>
                    <a:cubicBezTo>
                      <a:pt x="2116" y="655"/>
                      <a:pt x="2116" y="655"/>
                      <a:pt x="2137" y="613"/>
                    </a:cubicBezTo>
                    <a:lnTo>
                      <a:pt x="2137" y="566"/>
                    </a:lnTo>
                    <a:cubicBezTo>
                      <a:pt x="2158" y="566"/>
                      <a:pt x="2179" y="566"/>
                      <a:pt x="2200" y="545"/>
                    </a:cubicBezTo>
                    <a:cubicBezTo>
                      <a:pt x="2226" y="545"/>
                      <a:pt x="2226" y="524"/>
                      <a:pt x="2247" y="503"/>
                    </a:cubicBezTo>
                    <a:cubicBezTo>
                      <a:pt x="2268" y="482"/>
                      <a:pt x="2268" y="482"/>
                      <a:pt x="2268" y="456"/>
                    </a:cubicBezTo>
                    <a:lnTo>
                      <a:pt x="2289" y="482"/>
                    </a:lnTo>
                    <a:lnTo>
                      <a:pt x="2289" y="503"/>
                    </a:lnTo>
                    <a:cubicBezTo>
                      <a:pt x="2268" y="524"/>
                      <a:pt x="2268" y="566"/>
                      <a:pt x="2289" y="587"/>
                    </a:cubicBezTo>
                    <a:cubicBezTo>
                      <a:pt x="2289" y="587"/>
                      <a:pt x="2289" y="613"/>
                      <a:pt x="2310" y="634"/>
                    </a:cubicBezTo>
                    <a:cubicBezTo>
                      <a:pt x="2310" y="634"/>
                      <a:pt x="2331" y="655"/>
                      <a:pt x="2357" y="655"/>
                    </a:cubicBezTo>
                    <a:cubicBezTo>
                      <a:pt x="2378" y="655"/>
                      <a:pt x="2399" y="655"/>
                      <a:pt x="2399" y="634"/>
                    </a:cubicBezTo>
                    <a:cubicBezTo>
                      <a:pt x="2441" y="634"/>
                      <a:pt x="2462" y="613"/>
                      <a:pt x="2462" y="587"/>
                    </a:cubicBezTo>
                    <a:lnTo>
                      <a:pt x="2462" y="634"/>
                    </a:lnTo>
                    <a:cubicBezTo>
                      <a:pt x="2462" y="655"/>
                      <a:pt x="2441" y="655"/>
                      <a:pt x="2441" y="676"/>
                    </a:cubicBezTo>
                    <a:cubicBezTo>
                      <a:pt x="2441" y="697"/>
                      <a:pt x="2462" y="718"/>
                      <a:pt x="2462" y="744"/>
                    </a:cubicBezTo>
                    <a:cubicBezTo>
                      <a:pt x="2488" y="765"/>
                      <a:pt x="2509" y="765"/>
                      <a:pt x="2509" y="786"/>
                    </a:cubicBezTo>
                    <a:cubicBezTo>
                      <a:pt x="2509" y="786"/>
                      <a:pt x="2530" y="786"/>
                      <a:pt x="2551" y="807"/>
                    </a:cubicBezTo>
                    <a:cubicBezTo>
                      <a:pt x="2572" y="849"/>
                      <a:pt x="2572" y="849"/>
                      <a:pt x="2572" y="875"/>
                    </a:cubicBezTo>
                    <a:lnTo>
                      <a:pt x="2551" y="875"/>
                    </a:lnTo>
                    <a:cubicBezTo>
                      <a:pt x="2509" y="875"/>
                      <a:pt x="2462" y="875"/>
                      <a:pt x="2420" y="896"/>
                    </a:cubicBezTo>
                    <a:cubicBezTo>
                      <a:pt x="2399" y="917"/>
                      <a:pt x="2378" y="938"/>
                      <a:pt x="2378" y="938"/>
                    </a:cubicBezTo>
                    <a:cubicBezTo>
                      <a:pt x="2367" y="948"/>
                      <a:pt x="2362" y="953"/>
                      <a:pt x="2356" y="953"/>
                    </a:cubicBezTo>
                    <a:cubicBezTo>
                      <a:pt x="2350" y="953"/>
                      <a:pt x="2344" y="948"/>
                      <a:pt x="2331" y="938"/>
                    </a:cubicBezTo>
                    <a:cubicBezTo>
                      <a:pt x="2310" y="938"/>
                      <a:pt x="2289" y="917"/>
                      <a:pt x="2247" y="917"/>
                    </a:cubicBezTo>
                    <a:cubicBezTo>
                      <a:pt x="2226" y="917"/>
                      <a:pt x="2179" y="917"/>
                      <a:pt x="2137" y="938"/>
                    </a:cubicBezTo>
                    <a:cubicBezTo>
                      <a:pt x="2095" y="938"/>
                      <a:pt x="2069" y="938"/>
                      <a:pt x="2048" y="959"/>
                    </a:cubicBezTo>
                    <a:cubicBezTo>
                      <a:pt x="2027" y="959"/>
                      <a:pt x="2006" y="980"/>
                      <a:pt x="1985" y="1006"/>
                    </a:cubicBezTo>
                    <a:cubicBezTo>
                      <a:pt x="1964" y="1006"/>
                      <a:pt x="1964" y="1027"/>
                      <a:pt x="1938" y="1027"/>
                    </a:cubicBezTo>
                    <a:lnTo>
                      <a:pt x="1938" y="1048"/>
                    </a:lnTo>
                    <a:cubicBezTo>
                      <a:pt x="1938" y="1048"/>
                      <a:pt x="1917" y="1048"/>
                      <a:pt x="1917" y="1069"/>
                    </a:cubicBezTo>
                    <a:lnTo>
                      <a:pt x="1917" y="1089"/>
                    </a:lnTo>
                    <a:lnTo>
                      <a:pt x="1938" y="1110"/>
                    </a:lnTo>
                    <a:lnTo>
                      <a:pt x="1964" y="1137"/>
                    </a:lnTo>
                    <a:lnTo>
                      <a:pt x="2006" y="1137"/>
                    </a:lnTo>
                    <a:cubicBezTo>
                      <a:pt x="2027" y="1137"/>
                      <a:pt x="2027" y="1110"/>
                      <a:pt x="2069" y="1110"/>
                    </a:cubicBezTo>
                    <a:lnTo>
                      <a:pt x="2095" y="1089"/>
                    </a:lnTo>
                    <a:lnTo>
                      <a:pt x="2095" y="1110"/>
                    </a:lnTo>
                    <a:cubicBezTo>
                      <a:pt x="2069" y="1110"/>
                      <a:pt x="2069" y="1137"/>
                      <a:pt x="2095" y="1158"/>
                    </a:cubicBezTo>
                    <a:cubicBezTo>
                      <a:pt x="1964" y="1179"/>
                      <a:pt x="1917" y="1199"/>
                      <a:pt x="1807" y="1268"/>
                    </a:cubicBezTo>
                    <a:cubicBezTo>
                      <a:pt x="1723" y="1330"/>
                      <a:pt x="1655" y="1351"/>
                      <a:pt x="1571" y="1440"/>
                    </a:cubicBezTo>
                    <a:cubicBezTo>
                      <a:pt x="1503" y="1503"/>
                      <a:pt x="1482" y="1529"/>
                      <a:pt x="1414" y="1613"/>
                    </a:cubicBezTo>
                    <a:cubicBezTo>
                      <a:pt x="1352" y="1681"/>
                      <a:pt x="1242" y="1791"/>
                      <a:pt x="1179" y="1833"/>
                    </a:cubicBezTo>
                    <a:cubicBezTo>
                      <a:pt x="1153" y="1854"/>
                      <a:pt x="1132" y="1854"/>
                      <a:pt x="1111" y="1854"/>
                    </a:cubicBezTo>
                    <a:cubicBezTo>
                      <a:pt x="1069" y="1875"/>
                      <a:pt x="1048" y="1922"/>
                      <a:pt x="1022" y="1964"/>
                    </a:cubicBezTo>
                    <a:cubicBezTo>
                      <a:pt x="1010" y="1987"/>
                      <a:pt x="999" y="2017"/>
                      <a:pt x="991" y="2051"/>
                    </a:cubicBezTo>
                    <a:lnTo>
                      <a:pt x="991" y="2051"/>
                    </a:lnTo>
                    <a:cubicBezTo>
                      <a:pt x="980" y="2044"/>
                      <a:pt x="980" y="2027"/>
                      <a:pt x="980" y="2027"/>
                    </a:cubicBezTo>
                    <a:lnTo>
                      <a:pt x="959" y="2006"/>
                    </a:lnTo>
                    <a:cubicBezTo>
                      <a:pt x="938" y="1985"/>
                      <a:pt x="917" y="1985"/>
                      <a:pt x="870" y="1985"/>
                    </a:cubicBezTo>
                    <a:lnTo>
                      <a:pt x="849" y="1985"/>
                    </a:lnTo>
                    <a:cubicBezTo>
                      <a:pt x="849" y="1985"/>
                      <a:pt x="828" y="1964"/>
                      <a:pt x="786" y="1943"/>
                    </a:cubicBezTo>
                    <a:cubicBezTo>
                      <a:pt x="760" y="1943"/>
                      <a:pt x="739" y="1943"/>
                      <a:pt x="718" y="1964"/>
                    </a:cubicBezTo>
                    <a:lnTo>
                      <a:pt x="697" y="1985"/>
                    </a:lnTo>
                    <a:lnTo>
                      <a:pt x="697" y="1964"/>
                    </a:lnTo>
                    <a:cubicBezTo>
                      <a:pt x="697" y="1964"/>
                      <a:pt x="655" y="1922"/>
                      <a:pt x="629" y="1922"/>
                    </a:cubicBezTo>
                    <a:cubicBezTo>
                      <a:pt x="608" y="1922"/>
                      <a:pt x="566" y="1922"/>
                      <a:pt x="545" y="1943"/>
                    </a:cubicBezTo>
                    <a:cubicBezTo>
                      <a:pt x="524" y="1943"/>
                      <a:pt x="498" y="1964"/>
                      <a:pt x="456" y="1985"/>
                    </a:cubicBezTo>
                    <a:cubicBezTo>
                      <a:pt x="393" y="2027"/>
                      <a:pt x="325" y="2074"/>
                      <a:pt x="304" y="2184"/>
                    </a:cubicBezTo>
                    <a:cubicBezTo>
                      <a:pt x="262" y="2289"/>
                      <a:pt x="215" y="2399"/>
                      <a:pt x="215" y="2488"/>
                    </a:cubicBezTo>
                    <a:lnTo>
                      <a:pt x="215" y="2598"/>
                    </a:lnTo>
                    <a:cubicBezTo>
                      <a:pt x="215" y="2640"/>
                      <a:pt x="215" y="2682"/>
                      <a:pt x="262" y="2708"/>
                    </a:cubicBezTo>
                    <a:cubicBezTo>
                      <a:pt x="262" y="2708"/>
                      <a:pt x="262" y="2729"/>
                      <a:pt x="283" y="2750"/>
                    </a:cubicBezTo>
                    <a:lnTo>
                      <a:pt x="456" y="2750"/>
                    </a:lnTo>
                    <a:cubicBezTo>
                      <a:pt x="477" y="2750"/>
                      <a:pt x="477" y="2729"/>
                      <a:pt x="477" y="2729"/>
                    </a:cubicBezTo>
                    <a:lnTo>
                      <a:pt x="477" y="2729"/>
                    </a:lnTo>
                    <a:cubicBezTo>
                      <a:pt x="477" y="2750"/>
                      <a:pt x="477" y="2750"/>
                      <a:pt x="456" y="2750"/>
                    </a:cubicBezTo>
                    <a:cubicBezTo>
                      <a:pt x="456" y="2771"/>
                      <a:pt x="435" y="2771"/>
                      <a:pt x="435" y="2791"/>
                    </a:cubicBezTo>
                    <a:cubicBezTo>
                      <a:pt x="414" y="2812"/>
                      <a:pt x="435" y="2860"/>
                      <a:pt x="435" y="2860"/>
                    </a:cubicBezTo>
                    <a:cubicBezTo>
                      <a:pt x="435" y="2881"/>
                      <a:pt x="456" y="2901"/>
                      <a:pt x="456" y="2922"/>
                    </a:cubicBezTo>
                    <a:cubicBezTo>
                      <a:pt x="477" y="2943"/>
                      <a:pt x="524" y="2970"/>
                      <a:pt x="545" y="2970"/>
                    </a:cubicBezTo>
                    <a:cubicBezTo>
                      <a:pt x="566" y="2970"/>
                      <a:pt x="566" y="2943"/>
                      <a:pt x="587" y="2943"/>
                    </a:cubicBezTo>
                    <a:cubicBezTo>
                      <a:pt x="608" y="3011"/>
                      <a:pt x="629" y="3053"/>
                      <a:pt x="608" y="3100"/>
                    </a:cubicBezTo>
                    <a:cubicBezTo>
                      <a:pt x="587" y="3142"/>
                      <a:pt x="545" y="3205"/>
                      <a:pt x="566" y="3294"/>
                    </a:cubicBezTo>
                    <a:lnTo>
                      <a:pt x="566" y="3336"/>
                    </a:lnTo>
                    <a:cubicBezTo>
                      <a:pt x="566" y="3315"/>
                      <a:pt x="545" y="3315"/>
                      <a:pt x="545" y="3315"/>
                    </a:cubicBezTo>
                    <a:cubicBezTo>
                      <a:pt x="566" y="3252"/>
                      <a:pt x="524" y="3205"/>
                      <a:pt x="498" y="3142"/>
                    </a:cubicBezTo>
                    <a:cubicBezTo>
                      <a:pt x="477" y="3074"/>
                      <a:pt x="435" y="3011"/>
                      <a:pt x="414" y="2970"/>
                    </a:cubicBezTo>
                    <a:cubicBezTo>
                      <a:pt x="346" y="2901"/>
                      <a:pt x="304" y="2860"/>
                      <a:pt x="236" y="2771"/>
                    </a:cubicBezTo>
                    <a:cubicBezTo>
                      <a:pt x="173" y="2661"/>
                      <a:pt x="131" y="2598"/>
                      <a:pt x="131" y="2530"/>
                    </a:cubicBezTo>
                    <a:cubicBezTo>
                      <a:pt x="131" y="2420"/>
                      <a:pt x="131" y="2357"/>
                      <a:pt x="152" y="2289"/>
                    </a:cubicBezTo>
                    <a:cubicBezTo>
                      <a:pt x="194" y="2184"/>
                      <a:pt x="194" y="2095"/>
                      <a:pt x="215" y="2027"/>
                    </a:cubicBezTo>
                    <a:cubicBezTo>
                      <a:pt x="236" y="1922"/>
                      <a:pt x="236" y="1896"/>
                      <a:pt x="283" y="1833"/>
                    </a:cubicBezTo>
                    <a:cubicBezTo>
                      <a:pt x="325" y="1744"/>
                      <a:pt x="325" y="1681"/>
                      <a:pt x="325" y="1681"/>
                    </a:cubicBezTo>
                    <a:lnTo>
                      <a:pt x="325" y="1660"/>
                    </a:lnTo>
                    <a:lnTo>
                      <a:pt x="304" y="1660"/>
                    </a:lnTo>
                    <a:cubicBezTo>
                      <a:pt x="325" y="1613"/>
                      <a:pt x="325" y="1592"/>
                      <a:pt x="346" y="1571"/>
                    </a:cubicBezTo>
                    <a:cubicBezTo>
                      <a:pt x="346" y="1571"/>
                      <a:pt x="393" y="1482"/>
                      <a:pt x="456" y="1398"/>
                    </a:cubicBezTo>
                    <a:cubicBezTo>
                      <a:pt x="498" y="1309"/>
                      <a:pt x="587" y="1199"/>
                      <a:pt x="629" y="1137"/>
                    </a:cubicBezTo>
                    <a:cubicBezTo>
                      <a:pt x="655" y="1069"/>
                      <a:pt x="786" y="938"/>
                      <a:pt x="917" y="828"/>
                    </a:cubicBezTo>
                    <a:cubicBezTo>
                      <a:pt x="1048" y="718"/>
                      <a:pt x="1179" y="613"/>
                      <a:pt x="1221" y="587"/>
                    </a:cubicBezTo>
                    <a:cubicBezTo>
                      <a:pt x="1310" y="503"/>
                      <a:pt x="1592" y="325"/>
                      <a:pt x="1786" y="241"/>
                    </a:cubicBezTo>
                    <a:cubicBezTo>
                      <a:pt x="1917" y="173"/>
                      <a:pt x="1938" y="152"/>
                      <a:pt x="1985" y="131"/>
                    </a:cubicBezTo>
                    <a:close/>
                    <a:moveTo>
                      <a:pt x="1090" y="3383"/>
                    </a:moveTo>
                    <a:cubicBezTo>
                      <a:pt x="1179" y="3383"/>
                      <a:pt x="1221" y="3404"/>
                      <a:pt x="1262" y="3446"/>
                    </a:cubicBezTo>
                    <a:cubicBezTo>
                      <a:pt x="1310" y="3467"/>
                      <a:pt x="1352" y="3467"/>
                      <a:pt x="1393" y="3467"/>
                    </a:cubicBezTo>
                    <a:cubicBezTo>
                      <a:pt x="1414" y="3467"/>
                      <a:pt x="1441" y="3467"/>
                      <a:pt x="1524" y="3514"/>
                    </a:cubicBezTo>
                    <a:cubicBezTo>
                      <a:pt x="1676" y="3577"/>
                      <a:pt x="1807" y="3666"/>
                      <a:pt x="1985" y="3776"/>
                    </a:cubicBezTo>
                    <a:cubicBezTo>
                      <a:pt x="2069" y="3818"/>
                      <a:pt x="2137" y="3839"/>
                      <a:pt x="2179" y="3860"/>
                    </a:cubicBezTo>
                    <a:cubicBezTo>
                      <a:pt x="2226" y="3886"/>
                      <a:pt x="2268" y="3907"/>
                      <a:pt x="2331" y="3970"/>
                    </a:cubicBezTo>
                    <a:cubicBezTo>
                      <a:pt x="2399" y="4038"/>
                      <a:pt x="2420" y="4080"/>
                      <a:pt x="2420" y="4148"/>
                    </a:cubicBezTo>
                    <a:cubicBezTo>
                      <a:pt x="2441" y="4190"/>
                      <a:pt x="2462" y="4253"/>
                      <a:pt x="2530" y="4300"/>
                    </a:cubicBezTo>
                    <a:cubicBezTo>
                      <a:pt x="2640" y="4384"/>
                      <a:pt x="2750" y="4410"/>
                      <a:pt x="3012" y="4514"/>
                    </a:cubicBezTo>
                    <a:cubicBezTo>
                      <a:pt x="3143" y="4562"/>
                      <a:pt x="3226" y="4583"/>
                      <a:pt x="3294" y="4583"/>
                    </a:cubicBezTo>
                    <a:cubicBezTo>
                      <a:pt x="3336" y="4603"/>
                      <a:pt x="3357" y="4624"/>
                      <a:pt x="3425" y="4645"/>
                    </a:cubicBezTo>
                    <a:cubicBezTo>
                      <a:pt x="3509" y="4713"/>
                      <a:pt x="3509" y="4802"/>
                      <a:pt x="3488" y="4865"/>
                    </a:cubicBezTo>
                    <a:cubicBezTo>
                      <a:pt x="3467" y="4886"/>
                      <a:pt x="3446" y="4907"/>
                      <a:pt x="3404" y="4954"/>
                    </a:cubicBezTo>
                    <a:cubicBezTo>
                      <a:pt x="3357" y="4996"/>
                      <a:pt x="3315" y="5038"/>
                      <a:pt x="3273" y="5085"/>
                    </a:cubicBezTo>
                    <a:cubicBezTo>
                      <a:pt x="3247" y="5127"/>
                      <a:pt x="3226" y="5148"/>
                      <a:pt x="3226" y="5169"/>
                    </a:cubicBezTo>
                    <a:cubicBezTo>
                      <a:pt x="3205" y="5216"/>
                      <a:pt x="3205" y="5258"/>
                      <a:pt x="3184" y="5347"/>
                    </a:cubicBezTo>
                    <a:cubicBezTo>
                      <a:pt x="3184" y="5499"/>
                      <a:pt x="3143" y="5562"/>
                      <a:pt x="3053" y="5630"/>
                    </a:cubicBezTo>
                    <a:cubicBezTo>
                      <a:pt x="3033" y="5672"/>
                      <a:pt x="2985" y="5672"/>
                      <a:pt x="2944" y="5672"/>
                    </a:cubicBezTo>
                    <a:cubicBezTo>
                      <a:pt x="2902" y="5693"/>
                      <a:pt x="2854" y="5693"/>
                      <a:pt x="2792" y="5719"/>
                    </a:cubicBezTo>
                    <a:cubicBezTo>
                      <a:pt x="2750" y="5761"/>
                      <a:pt x="2703" y="5782"/>
                      <a:pt x="2682" y="5803"/>
                    </a:cubicBezTo>
                    <a:cubicBezTo>
                      <a:pt x="2661" y="5824"/>
                      <a:pt x="2661" y="5850"/>
                      <a:pt x="2640" y="5871"/>
                    </a:cubicBezTo>
                    <a:cubicBezTo>
                      <a:pt x="2640" y="5871"/>
                      <a:pt x="2619" y="5913"/>
                      <a:pt x="2593" y="5934"/>
                    </a:cubicBezTo>
                    <a:cubicBezTo>
                      <a:pt x="2572" y="5955"/>
                      <a:pt x="2551" y="6002"/>
                      <a:pt x="2530" y="6044"/>
                    </a:cubicBezTo>
                    <a:cubicBezTo>
                      <a:pt x="2462" y="6112"/>
                      <a:pt x="2399" y="6195"/>
                      <a:pt x="2357" y="6243"/>
                    </a:cubicBezTo>
                    <a:cubicBezTo>
                      <a:pt x="2289" y="6305"/>
                      <a:pt x="2289" y="6326"/>
                      <a:pt x="2268" y="6347"/>
                    </a:cubicBezTo>
                    <a:cubicBezTo>
                      <a:pt x="2268" y="6374"/>
                      <a:pt x="2268" y="6374"/>
                      <a:pt x="2226" y="6394"/>
                    </a:cubicBezTo>
                    <a:cubicBezTo>
                      <a:pt x="2179" y="6415"/>
                      <a:pt x="2158" y="6415"/>
                      <a:pt x="2116" y="6436"/>
                    </a:cubicBezTo>
                    <a:cubicBezTo>
                      <a:pt x="2116" y="6436"/>
                      <a:pt x="2095" y="6436"/>
                      <a:pt x="2069" y="6457"/>
                    </a:cubicBezTo>
                    <a:cubicBezTo>
                      <a:pt x="2048" y="6478"/>
                      <a:pt x="2048" y="6504"/>
                      <a:pt x="2048" y="6525"/>
                    </a:cubicBezTo>
                    <a:cubicBezTo>
                      <a:pt x="2027" y="6567"/>
                      <a:pt x="2048" y="6588"/>
                      <a:pt x="2048" y="6635"/>
                    </a:cubicBezTo>
                    <a:cubicBezTo>
                      <a:pt x="2069" y="6656"/>
                      <a:pt x="2095" y="6698"/>
                      <a:pt x="2116" y="6740"/>
                    </a:cubicBezTo>
                    <a:cubicBezTo>
                      <a:pt x="2116" y="6766"/>
                      <a:pt x="2116" y="6766"/>
                      <a:pt x="2137" y="6787"/>
                    </a:cubicBezTo>
                    <a:cubicBezTo>
                      <a:pt x="2095" y="6766"/>
                      <a:pt x="2069" y="6766"/>
                      <a:pt x="2048" y="6740"/>
                    </a:cubicBezTo>
                    <a:cubicBezTo>
                      <a:pt x="2006" y="6698"/>
                      <a:pt x="1964" y="6677"/>
                      <a:pt x="1938" y="6656"/>
                    </a:cubicBezTo>
                    <a:cubicBezTo>
                      <a:pt x="1917" y="6656"/>
                      <a:pt x="1896" y="6635"/>
                      <a:pt x="1875" y="6567"/>
                    </a:cubicBezTo>
                    <a:cubicBezTo>
                      <a:pt x="1833" y="6504"/>
                      <a:pt x="1786" y="6457"/>
                      <a:pt x="1765" y="6415"/>
                    </a:cubicBezTo>
                    <a:cubicBezTo>
                      <a:pt x="1744" y="6394"/>
                      <a:pt x="1723" y="6374"/>
                      <a:pt x="1702" y="6326"/>
                    </a:cubicBezTo>
                    <a:cubicBezTo>
                      <a:pt x="1676" y="6264"/>
                      <a:pt x="1655" y="6243"/>
                      <a:pt x="1655" y="6195"/>
                    </a:cubicBezTo>
                    <a:cubicBezTo>
                      <a:pt x="1634" y="6154"/>
                      <a:pt x="1613" y="6112"/>
                      <a:pt x="1613" y="6044"/>
                    </a:cubicBezTo>
                    <a:cubicBezTo>
                      <a:pt x="1592" y="5955"/>
                      <a:pt x="1545" y="5892"/>
                      <a:pt x="1524" y="5824"/>
                    </a:cubicBezTo>
                    <a:cubicBezTo>
                      <a:pt x="1503" y="5782"/>
                      <a:pt x="1482" y="5719"/>
                      <a:pt x="1482" y="5651"/>
                    </a:cubicBezTo>
                    <a:cubicBezTo>
                      <a:pt x="1482" y="5588"/>
                      <a:pt x="1461" y="5541"/>
                      <a:pt x="1461" y="5499"/>
                    </a:cubicBezTo>
                    <a:cubicBezTo>
                      <a:pt x="1441" y="5457"/>
                      <a:pt x="1441" y="5431"/>
                      <a:pt x="1441" y="5389"/>
                    </a:cubicBezTo>
                    <a:cubicBezTo>
                      <a:pt x="1414" y="5326"/>
                      <a:pt x="1393" y="5279"/>
                      <a:pt x="1352" y="5237"/>
                    </a:cubicBezTo>
                    <a:cubicBezTo>
                      <a:pt x="1310" y="5195"/>
                      <a:pt x="1262" y="5169"/>
                      <a:pt x="1221" y="5127"/>
                    </a:cubicBezTo>
                    <a:cubicBezTo>
                      <a:pt x="1179" y="5085"/>
                      <a:pt x="1132" y="5064"/>
                      <a:pt x="1090" y="5038"/>
                    </a:cubicBezTo>
                    <a:cubicBezTo>
                      <a:pt x="1048" y="5017"/>
                      <a:pt x="1022" y="4996"/>
                      <a:pt x="1022" y="4954"/>
                    </a:cubicBezTo>
                    <a:cubicBezTo>
                      <a:pt x="959" y="4844"/>
                      <a:pt x="891" y="4755"/>
                      <a:pt x="849" y="4603"/>
                    </a:cubicBezTo>
                    <a:cubicBezTo>
                      <a:pt x="828" y="4541"/>
                      <a:pt x="786" y="4473"/>
                      <a:pt x="739" y="4431"/>
                    </a:cubicBezTo>
                    <a:cubicBezTo>
                      <a:pt x="718" y="4384"/>
                      <a:pt x="718" y="4384"/>
                      <a:pt x="718" y="4342"/>
                    </a:cubicBezTo>
                    <a:cubicBezTo>
                      <a:pt x="739" y="4279"/>
                      <a:pt x="739" y="4279"/>
                      <a:pt x="760" y="4253"/>
                    </a:cubicBezTo>
                    <a:lnTo>
                      <a:pt x="760" y="4148"/>
                    </a:lnTo>
                    <a:cubicBezTo>
                      <a:pt x="760" y="4080"/>
                      <a:pt x="760" y="4080"/>
                      <a:pt x="786" y="4059"/>
                    </a:cubicBezTo>
                    <a:cubicBezTo>
                      <a:pt x="786" y="4059"/>
                      <a:pt x="807" y="4017"/>
                      <a:pt x="828" y="3970"/>
                    </a:cubicBezTo>
                    <a:cubicBezTo>
                      <a:pt x="891" y="3860"/>
                      <a:pt x="891" y="3818"/>
                      <a:pt x="891" y="3729"/>
                    </a:cubicBezTo>
                    <a:cubicBezTo>
                      <a:pt x="891" y="3645"/>
                      <a:pt x="891" y="3598"/>
                      <a:pt x="870" y="3556"/>
                    </a:cubicBezTo>
                    <a:lnTo>
                      <a:pt x="917" y="3556"/>
                    </a:lnTo>
                    <a:cubicBezTo>
                      <a:pt x="980" y="3514"/>
                      <a:pt x="980" y="3493"/>
                      <a:pt x="1022" y="3446"/>
                    </a:cubicBezTo>
                    <a:cubicBezTo>
                      <a:pt x="1048" y="3404"/>
                      <a:pt x="1048" y="3383"/>
                      <a:pt x="1069" y="3383"/>
                    </a:cubicBezTo>
                    <a:close/>
                    <a:moveTo>
                      <a:pt x="2048" y="0"/>
                    </a:moveTo>
                    <a:cubicBezTo>
                      <a:pt x="2048" y="0"/>
                      <a:pt x="1938" y="42"/>
                      <a:pt x="1744" y="131"/>
                    </a:cubicBezTo>
                    <a:cubicBezTo>
                      <a:pt x="1524" y="241"/>
                      <a:pt x="1242" y="414"/>
                      <a:pt x="1153" y="503"/>
                    </a:cubicBezTo>
                    <a:cubicBezTo>
                      <a:pt x="1090" y="524"/>
                      <a:pt x="980" y="634"/>
                      <a:pt x="849" y="744"/>
                    </a:cubicBezTo>
                    <a:cubicBezTo>
                      <a:pt x="718" y="875"/>
                      <a:pt x="587" y="980"/>
                      <a:pt x="545" y="1069"/>
                    </a:cubicBezTo>
                    <a:cubicBezTo>
                      <a:pt x="498" y="1158"/>
                      <a:pt x="414" y="1241"/>
                      <a:pt x="367" y="1330"/>
                    </a:cubicBezTo>
                    <a:cubicBezTo>
                      <a:pt x="304" y="1440"/>
                      <a:pt x="262" y="1503"/>
                      <a:pt x="236" y="1529"/>
                    </a:cubicBezTo>
                    <a:cubicBezTo>
                      <a:pt x="236" y="1550"/>
                      <a:pt x="215" y="1571"/>
                      <a:pt x="215" y="1613"/>
                    </a:cubicBezTo>
                    <a:cubicBezTo>
                      <a:pt x="194" y="1634"/>
                      <a:pt x="173" y="1681"/>
                      <a:pt x="173" y="1702"/>
                    </a:cubicBezTo>
                    <a:cubicBezTo>
                      <a:pt x="131" y="1744"/>
                      <a:pt x="105" y="1812"/>
                      <a:pt x="63" y="1896"/>
                    </a:cubicBezTo>
                    <a:cubicBezTo>
                      <a:pt x="42" y="1943"/>
                      <a:pt x="42" y="1964"/>
                      <a:pt x="42" y="1985"/>
                    </a:cubicBezTo>
                    <a:cubicBezTo>
                      <a:pt x="42" y="2027"/>
                      <a:pt x="42" y="2027"/>
                      <a:pt x="21" y="2074"/>
                    </a:cubicBezTo>
                    <a:cubicBezTo>
                      <a:pt x="21" y="2116"/>
                      <a:pt x="0" y="2158"/>
                      <a:pt x="0" y="2184"/>
                    </a:cubicBezTo>
                    <a:cubicBezTo>
                      <a:pt x="0" y="2226"/>
                      <a:pt x="0" y="2247"/>
                      <a:pt x="21" y="2268"/>
                    </a:cubicBezTo>
                    <a:lnTo>
                      <a:pt x="42" y="2289"/>
                    </a:lnTo>
                    <a:cubicBezTo>
                      <a:pt x="21" y="2378"/>
                      <a:pt x="21" y="2446"/>
                      <a:pt x="21" y="2509"/>
                    </a:cubicBezTo>
                    <a:cubicBezTo>
                      <a:pt x="21" y="2640"/>
                      <a:pt x="84" y="2729"/>
                      <a:pt x="152" y="2839"/>
                    </a:cubicBezTo>
                    <a:cubicBezTo>
                      <a:pt x="236" y="2922"/>
                      <a:pt x="262" y="2970"/>
                      <a:pt x="325" y="3032"/>
                    </a:cubicBezTo>
                    <a:cubicBezTo>
                      <a:pt x="346" y="3074"/>
                      <a:pt x="393" y="3121"/>
                      <a:pt x="414" y="3184"/>
                    </a:cubicBezTo>
                    <a:cubicBezTo>
                      <a:pt x="435" y="3231"/>
                      <a:pt x="456" y="3294"/>
                      <a:pt x="456" y="3294"/>
                    </a:cubicBezTo>
                    <a:cubicBezTo>
                      <a:pt x="435" y="3336"/>
                      <a:pt x="456" y="3362"/>
                      <a:pt x="477" y="3383"/>
                    </a:cubicBezTo>
                    <a:cubicBezTo>
                      <a:pt x="477" y="3404"/>
                      <a:pt x="498" y="3425"/>
                      <a:pt x="524" y="3425"/>
                    </a:cubicBezTo>
                    <a:cubicBezTo>
                      <a:pt x="545" y="3446"/>
                      <a:pt x="566" y="3467"/>
                      <a:pt x="587" y="3467"/>
                    </a:cubicBezTo>
                    <a:cubicBezTo>
                      <a:pt x="608" y="3535"/>
                      <a:pt x="629" y="3556"/>
                      <a:pt x="676" y="3598"/>
                    </a:cubicBezTo>
                    <a:cubicBezTo>
                      <a:pt x="697" y="3598"/>
                      <a:pt x="697" y="3624"/>
                      <a:pt x="739" y="3624"/>
                    </a:cubicBezTo>
                    <a:cubicBezTo>
                      <a:pt x="760" y="3624"/>
                      <a:pt x="760" y="3598"/>
                      <a:pt x="760" y="3598"/>
                    </a:cubicBezTo>
                    <a:cubicBezTo>
                      <a:pt x="786" y="3624"/>
                      <a:pt x="786" y="3645"/>
                      <a:pt x="786" y="3708"/>
                    </a:cubicBezTo>
                    <a:cubicBezTo>
                      <a:pt x="786" y="3818"/>
                      <a:pt x="786" y="3818"/>
                      <a:pt x="739" y="3928"/>
                    </a:cubicBezTo>
                    <a:cubicBezTo>
                      <a:pt x="718" y="3970"/>
                      <a:pt x="697" y="3991"/>
                      <a:pt x="676" y="4017"/>
                    </a:cubicBezTo>
                    <a:cubicBezTo>
                      <a:pt x="655" y="4059"/>
                      <a:pt x="655" y="4080"/>
                      <a:pt x="655" y="4148"/>
                    </a:cubicBezTo>
                    <a:lnTo>
                      <a:pt x="655" y="4211"/>
                    </a:lnTo>
                    <a:cubicBezTo>
                      <a:pt x="655" y="4232"/>
                      <a:pt x="629" y="4253"/>
                      <a:pt x="608" y="4300"/>
                    </a:cubicBezTo>
                    <a:cubicBezTo>
                      <a:pt x="587" y="4384"/>
                      <a:pt x="629" y="4452"/>
                      <a:pt x="655" y="4493"/>
                    </a:cubicBezTo>
                    <a:cubicBezTo>
                      <a:pt x="697" y="4541"/>
                      <a:pt x="718" y="4583"/>
                      <a:pt x="760" y="4645"/>
                    </a:cubicBezTo>
                    <a:cubicBezTo>
                      <a:pt x="807" y="4802"/>
                      <a:pt x="870" y="4886"/>
                      <a:pt x="917" y="4996"/>
                    </a:cubicBezTo>
                    <a:cubicBezTo>
                      <a:pt x="938" y="5064"/>
                      <a:pt x="980" y="5106"/>
                      <a:pt x="1022" y="5127"/>
                    </a:cubicBezTo>
                    <a:cubicBezTo>
                      <a:pt x="1069" y="5148"/>
                      <a:pt x="1111" y="5169"/>
                      <a:pt x="1153" y="5216"/>
                    </a:cubicBezTo>
                    <a:cubicBezTo>
                      <a:pt x="1200" y="5258"/>
                      <a:pt x="1242" y="5279"/>
                      <a:pt x="1283" y="5300"/>
                    </a:cubicBezTo>
                    <a:cubicBezTo>
                      <a:pt x="1310" y="5347"/>
                      <a:pt x="1331" y="5368"/>
                      <a:pt x="1331" y="5410"/>
                    </a:cubicBezTo>
                    <a:cubicBezTo>
                      <a:pt x="1331" y="5457"/>
                      <a:pt x="1352" y="5499"/>
                      <a:pt x="1352" y="5520"/>
                    </a:cubicBezTo>
                    <a:cubicBezTo>
                      <a:pt x="1372" y="5562"/>
                      <a:pt x="1372" y="5588"/>
                      <a:pt x="1372" y="5651"/>
                    </a:cubicBezTo>
                    <a:cubicBezTo>
                      <a:pt x="1372" y="5740"/>
                      <a:pt x="1393" y="5803"/>
                      <a:pt x="1441" y="5871"/>
                    </a:cubicBezTo>
                    <a:cubicBezTo>
                      <a:pt x="1461" y="5934"/>
                      <a:pt x="1482" y="6002"/>
                      <a:pt x="1503" y="6065"/>
                    </a:cubicBezTo>
                    <a:cubicBezTo>
                      <a:pt x="1503" y="6154"/>
                      <a:pt x="1524" y="6195"/>
                      <a:pt x="1545" y="6243"/>
                    </a:cubicBezTo>
                    <a:cubicBezTo>
                      <a:pt x="1571" y="6285"/>
                      <a:pt x="1592" y="6305"/>
                      <a:pt x="1613" y="6347"/>
                    </a:cubicBezTo>
                    <a:cubicBezTo>
                      <a:pt x="1634" y="6415"/>
                      <a:pt x="1655" y="6457"/>
                      <a:pt x="1676" y="6478"/>
                    </a:cubicBezTo>
                    <a:cubicBezTo>
                      <a:pt x="1723" y="6525"/>
                      <a:pt x="1744" y="6546"/>
                      <a:pt x="1786" y="6609"/>
                    </a:cubicBezTo>
                    <a:cubicBezTo>
                      <a:pt x="1807" y="6698"/>
                      <a:pt x="1854" y="6719"/>
                      <a:pt x="1875" y="6740"/>
                    </a:cubicBezTo>
                    <a:cubicBezTo>
                      <a:pt x="1917" y="6766"/>
                      <a:pt x="1938" y="6787"/>
                      <a:pt x="1964" y="6808"/>
                    </a:cubicBezTo>
                    <a:cubicBezTo>
                      <a:pt x="2048" y="6897"/>
                      <a:pt x="2179" y="6939"/>
                      <a:pt x="2268" y="6960"/>
                    </a:cubicBezTo>
                    <a:cubicBezTo>
                      <a:pt x="2310" y="6981"/>
                      <a:pt x="2331" y="6981"/>
                      <a:pt x="2357" y="6981"/>
                    </a:cubicBezTo>
                    <a:cubicBezTo>
                      <a:pt x="2378" y="6981"/>
                      <a:pt x="2399" y="6960"/>
                      <a:pt x="2399" y="6939"/>
                    </a:cubicBezTo>
                    <a:cubicBezTo>
                      <a:pt x="2420" y="6918"/>
                      <a:pt x="2399" y="6897"/>
                      <a:pt x="2399" y="6871"/>
                    </a:cubicBezTo>
                    <a:cubicBezTo>
                      <a:pt x="2378" y="6850"/>
                      <a:pt x="2378" y="6850"/>
                      <a:pt x="2357" y="6829"/>
                    </a:cubicBezTo>
                    <a:cubicBezTo>
                      <a:pt x="2331" y="6829"/>
                      <a:pt x="2310" y="6808"/>
                      <a:pt x="2289" y="6808"/>
                    </a:cubicBezTo>
                    <a:cubicBezTo>
                      <a:pt x="2268" y="6787"/>
                      <a:pt x="2247" y="6787"/>
                      <a:pt x="2247" y="6787"/>
                    </a:cubicBezTo>
                    <a:cubicBezTo>
                      <a:pt x="2247" y="6787"/>
                      <a:pt x="2226" y="6740"/>
                      <a:pt x="2200" y="6698"/>
                    </a:cubicBezTo>
                    <a:cubicBezTo>
                      <a:pt x="2179" y="6656"/>
                      <a:pt x="2158" y="6609"/>
                      <a:pt x="2158" y="6588"/>
                    </a:cubicBezTo>
                    <a:cubicBezTo>
                      <a:pt x="2137" y="6567"/>
                      <a:pt x="2137" y="6567"/>
                      <a:pt x="2137" y="6546"/>
                    </a:cubicBezTo>
                    <a:lnTo>
                      <a:pt x="2158" y="6546"/>
                    </a:lnTo>
                    <a:cubicBezTo>
                      <a:pt x="2179" y="6525"/>
                      <a:pt x="2226" y="6525"/>
                      <a:pt x="2268" y="6478"/>
                    </a:cubicBezTo>
                    <a:cubicBezTo>
                      <a:pt x="2331" y="6457"/>
                      <a:pt x="2357" y="6436"/>
                      <a:pt x="2357" y="6394"/>
                    </a:cubicBezTo>
                    <a:cubicBezTo>
                      <a:pt x="2378" y="6374"/>
                      <a:pt x="2378" y="6374"/>
                      <a:pt x="2420" y="6326"/>
                    </a:cubicBezTo>
                    <a:cubicBezTo>
                      <a:pt x="2462" y="6264"/>
                      <a:pt x="2551" y="6175"/>
                      <a:pt x="2593" y="6112"/>
                    </a:cubicBezTo>
                    <a:cubicBezTo>
                      <a:pt x="2640" y="6065"/>
                      <a:pt x="2661" y="6023"/>
                      <a:pt x="2682" y="6002"/>
                    </a:cubicBezTo>
                    <a:cubicBezTo>
                      <a:pt x="2703" y="5955"/>
                      <a:pt x="2724" y="5934"/>
                      <a:pt x="2724" y="5913"/>
                    </a:cubicBezTo>
                    <a:cubicBezTo>
                      <a:pt x="2750" y="5913"/>
                      <a:pt x="2750" y="5892"/>
                      <a:pt x="2771" y="5871"/>
                    </a:cubicBezTo>
                    <a:lnTo>
                      <a:pt x="2854" y="5824"/>
                    </a:lnTo>
                    <a:cubicBezTo>
                      <a:pt x="2881" y="5803"/>
                      <a:pt x="2923" y="5782"/>
                      <a:pt x="2964" y="5782"/>
                    </a:cubicBezTo>
                    <a:cubicBezTo>
                      <a:pt x="3012" y="5782"/>
                      <a:pt x="3074" y="5761"/>
                      <a:pt x="3116" y="5719"/>
                    </a:cubicBezTo>
                    <a:cubicBezTo>
                      <a:pt x="3226" y="5630"/>
                      <a:pt x="3273" y="5520"/>
                      <a:pt x="3294" y="5347"/>
                    </a:cubicBezTo>
                    <a:cubicBezTo>
                      <a:pt x="3315" y="5258"/>
                      <a:pt x="3315" y="5237"/>
                      <a:pt x="3315" y="5216"/>
                    </a:cubicBezTo>
                    <a:cubicBezTo>
                      <a:pt x="3315" y="5216"/>
                      <a:pt x="3336" y="5195"/>
                      <a:pt x="3357" y="5148"/>
                    </a:cubicBezTo>
                    <a:cubicBezTo>
                      <a:pt x="3404" y="5127"/>
                      <a:pt x="3446" y="5085"/>
                      <a:pt x="3488" y="5038"/>
                    </a:cubicBezTo>
                    <a:cubicBezTo>
                      <a:pt x="3509" y="4996"/>
                      <a:pt x="3556" y="4954"/>
                      <a:pt x="3577" y="4907"/>
                    </a:cubicBezTo>
                    <a:cubicBezTo>
                      <a:pt x="3640" y="4802"/>
                      <a:pt x="3598" y="4672"/>
                      <a:pt x="3467" y="4562"/>
                    </a:cubicBezTo>
                    <a:cubicBezTo>
                      <a:pt x="3425" y="4541"/>
                      <a:pt x="3378" y="4514"/>
                      <a:pt x="3315" y="4493"/>
                    </a:cubicBezTo>
                    <a:cubicBezTo>
                      <a:pt x="3247" y="4473"/>
                      <a:pt x="3184" y="4452"/>
                      <a:pt x="3053" y="4410"/>
                    </a:cubicBezTo>
                    <a:cubicBezTo>
                      <a:pt x="2792" y="4321"/>
                      <a:pt x="2682" y="4300"/>
                      <a:pt x="2593" y="4211"/>
                    </a:cubicBezTo>
                    <a:cubicBezTo>
                      <a:pt x="2551" y="4190"/>
                      <a:pt x="2551" y="4148"/>
                      <a:pt x="2530" y="4101"/>
                    </a:cubicBezTo>
                    <a:cubicBezTo>
                      <a:pt x="2509" y="4059"/>
                      <a:pt x="2488" y="3970"/>
                      <a:pt x="2420" y="3907"/>
                    </a:cubicBezTo>
                    <a:cubicBezTo>
                      <a:pt x="2331" y="3818"/>
                      <a:pt x="2289" y="3797"/>
                      <a:pt x="2226" y="3776"/>
                    </a:cubicBezTo>
                    <a:cubicBezTo>
                      <a:pt x="2179" y="3755"/>
                      <a:pt x="2116" y="3729"/>
                      <a:pt x="2048" y="3687"/>
                    </a:cubicBezTo>
                    <a:cubicBezTo>
                      <a:pt x="1875" y="3577"/>
                      <a:pt x="1744" y="3493"/>
                      <a:pt x="1571" y="3404"/>
                    </a:cubicBezTo>
                    <a:cubicBezTo>
                      <a:pt x="1482" y="3383"/>
                      <a:pt x="1414" y="3362"/>
                      <a:pt x="1393" y="3362"/>
                    </a:cubicBezTo>
                    <a:cubicBezTo>
                      <a:pt x="1365" y="3362"/>
                      <a:pt x="1356" y="3372"/>
                      <a:pt x="1347" y="3372"/>
                    </a:cubicBezTo>
                    <a:cubicBezTo>
                      <a:pt x="1342" y="3372"/>
                      <a:pt x="1338" y="3369"/>
                      <a:pt x="1331" y="3362"/>
                    </a:cubicBezTo>
                    <a:cubicBezTo>
                      <a:pt x="1262" y="3315"/>
                      <a:pt x="1200" y="3273"/>
                      <a:pt x="1090" y="3273"/>
                    </a:cubicBezTo>
                    <a:lnTo>
                      <a:pt x="1022" y="3273"/>
                    </a:lnTo>
                    <a:cubicBezTo>
                      <a:pt x="1001" y="3273"/>
                      <a:pt x="980" y="3315"/>
                      <a:pt x="959" y="3315"/>
                    </a:cubicBezTo>
                    <a:cubicBezTo>
                      <a:pt x="959" y="3362"/>
                      <a:pt x="959" y="3362"/>
                      <a:pt x="938" y="3383"/>
                    </a:cubicBezTo>
                    <a:cubicBezTo>
                      <a:pt x="938" y="3404"/>
                      <a:pt x="917" y="3404"/>
                      <a:pt x="917" y="3404"/>
                    </a:cubicBezTo>
                    <a:cubicBezTo>
                      <a:pt x="917" y="3404"/>
                      <a:pt x="917" y="3383"/>
                      <a:pt x="891" y="3383"/>
                    </a:cubicBezTo>
                    <a:cubicBezTo>
                      <a:pt x="870" y="3362"/>
                      <a:pt x="849" y="3362"/>
                      <a:pt x="849" y="3362"/>
                    </a:cubicBezTo>
                    <a:lnTo>
                      <a:pt x="739" y="3362"/>
                    </a:lnTo>
                    <a:lnTo>
                      <a:pt x="718" y="3383"/>
                    </a:lnTo>
                    <a:cubicBezTo>
                      <a:pt x="718" y="3383"/>
                      <a:pt x="697" y="3362"/>
                      <a:pt x="676" y="3362"/>
                    </a:cubicBezTo>
                    <a:lnTo>
                      <a:pt x="676" y="3273"/>
                    </a:lnTo>
                    <a:cubicBezTo>
                      <a:pt x="676" y="3231"/>
                      <a:pt x="697" y="3184"/>
                      <a:pt x="718" y="3121"/>
                    </a:cubicBezTo>
                    <a:cubicBezTo>
                      <a:pt x="739" y="3032"/>
                      <a:pt x="697" y="2970"/>
                      <a:pt x="676" y="2901"/>
                    </a:cubicBezTo>
                    <a:cubicBezTo>
                      <a:pt x="676" y="2901"/>
                      <a:pt x="676" y="2881"/>
                      <a:pt x="655" y="2860"/>
                    </a:cubicBezTo>
                    <a:cubicBezTo>
                      <a:pt x="629" y="2839"/>
                      <a:pt x="608" y="2839"/>
                      <a:pt x="587" y="2839"/>
                    </a:cubicBezTo>
                    <a:cubicBezTo>
                      <a:pt x="566" y="2860"/>
                      <a:pt x="566" y="2860"/>
                      <a:pt x="545" y="2860"/>
                    </a:cubicBezTo>
                    <a:lnTo>
                      <a:pt x="545" y="2839"/>
                    </a:lnTo>
                    <a:cubicBezTo>
                      <a:pt x="545" y="2812"/>
                      <a:pt x="587" y="2791"/>
                      <a:pt x="608" y="2750"/>
                    </a:cubicBezTo>
                    <a:cubicBezTo>
                      <a:pt x="629" y="2682"/>
                      <a:pt x="655" y="2640"/>
                      <a:pt x="676" y="2598"/>
                    </a:cubicBezTo>
                    <a:lnTo>
                      <a:pt x="676" y="2530"/>
                    </a:lnTo>
                    <a:cubicBezTo>
                      <a:pt x="655" y="2509"/>
                      <a:pt x="629" y="2488"/>
                      <a:pt x="608" y="2488"/>
                    </a:cubicBezTo>
                    <a:lnTo>
                      <a:pt x="477" y="2488"/>
                    </a:lnTo>
                    <a:cubicBezTo>
                      <a:pt x="456" y="2488"/>
                      <a:pt x="456" y="2530"/>
                      <a:pt x="435" y="2530"/>
                    </a:cubicBezTo>
                    <a:cubicBezTo>
                      <a:pt x="435" y="2551"/>
                      <a:pt x="435" y="2577"/>
                      <a:pt x="414" y="2619"/>
                    </a:cubicBezTo>
                    <a:lnTo>
                      <a:pt x="414" y="2640"/>
                    </a:lnTo>
                    <a:lnTo>
                      <a:pt x="346" y="2640"/>
                    </a:lnTo>
                    <a:lnTo>
                      <a:pt x="325" y="2619"/>
                    </a:lnTo>
                    <a:lnTo>
                      <a:pt x="325" y="2598"/>
                    </a:lnTo>
                    <a:lnTo>
                      <a:pt x="325" y="2488"/>
                    </a:lnTo>
                    <a:cubicBezTo>
                      <a:pt x="325" y="2446"/>
                      <a:pt x="367" y="2336"/>
                      <a:pt x="393" y="2226"/>
                    </a:cubicBezTo>
                    <a:cubicBezTo>
                      <a:pt x="414" y="2116"/>
                      <a:pt x="456" y="2116"/>
                      <a:pt x="524" y="2074"/>
                    </a:cubicBezTo>
                    <a:cubicBezTo>
                      <a:pt x="566" y="2053"/>
                      <a:pt x="566" y="2027"/>
                      <a:pt x="587" y="2027"/>
                    </a:cubicBezTo>
                    <a:lnTo>
                      <a:pt x="608" y="2027"/>
                    </a:lnTo>
                    <a:cubicBezTo>
                      <a:pt x="608" y="2027"/>
                      <a:pt x="629" y="2074"/>
                      <a:pt x="676" y="2074"/>
                    </a:cubicBezTo>
                    <a:cubicBezTo>
                      <a:pt x="686" y="2085"/>
                      <a:pt x="697" y="2090"/>
                      <a:pt x="707" y="2090"/>
                    </a:cubicBezTo>
                    <a:cubicBezTo>
                      <a:pt x="718" y="2090"/>
                      <a:pt x="728" y="2085"/>
                      <a:pt x="739" y="2074"/>
                    </a:cubicBezTo>
                    <a:cubicBezTo>
                      <a:pt x="760" y="2074"/>
                      <a:pt x="760" y="2053"/>
                      <a:pt x="786" y="2053"/>
                    </a:cubicBezTo>
                    <a:lnTo>
                      <a:pt x="786" y="2074"/>
                    </a:lnTo>
                    <a:lnTo>
                      <a:pt x="828" y="2074"/>
                    </a:lnTo>
                    <a:cubicBezTo>
                      <a:pt x="828" y="2095"/>
                      <a:pt x="849" y="2095"/>
                      <a:pt x="870" y="2095"/>
                    </a:cubicBezTo>
                    <a:lnTo>
                      <a:pt x="891" y="2095"/>
                    </a:lnTo>
                    <a:lnTo>
                      <a:pt x="891" y="2116"/>
                    </a:lnTo>
                    <a:cubicBezTo>
                      <a:pt x="870" y="2116"/>
                      <a:pt x="870" y="2158"/>
                      <a:pt x="849" y="2184"/>
                    </a:cubicBezTo>
                    <a:lnTo>
                      <a:pt x="849" y="2247"/>
                    </a:lnTo>
                    <a:lnTo>
                      <a:pt x="849" y="2336"/>
                    </a:lnTo>
                    <a:cubicBezTo>
                      <a:pt x="849" y="2357"/>
                      <a:pt x="849" y="2357"/>
                      <a:pt x="870" y="2378"/>
                    </a:cubicBezTo>
                    <a:cubicBezTo>
                      <a:pt x="870" y="2399"/>
                      <a:pt x="891" y="2420"/>
                      <a:pt x="917" y="2420"/>
                    </a:cubicBezTo>
                    <a:lnTo>
                      <a:pt x="959" y="2420"/>
                    </a:lnTo>
                    <a:cubicBezTo>
                      <a:pt x="980" y="2399"/>
                      <a:pt x="1001" y="2399"/>
                      <a:pt x="1001" y="2399"/>
                    </a:cubicBezTo>
                    <a:cubicBezTo>
                      <a:pt x="1048" y="2357"/>
                      <a:pt x="1048" y="2336"/>
                      <a:pt x="1069" y="2289"/>
                    </a:cubicBezTo>
                    <a:cubicBezTo>
                      <a:pt x="1090" y="2247"/>
                      <a:pt x="1090" y="2205"/>
                      <a:pt x="1090" y="2158"/>
                    </a:cubicBezTo>
                    <a:cubicBezTo>
                      <a:pt x="1090" y="2095"/>
                      <a:pt x="1090" y="2074"/>
                      <a:pt x="1132" y="1985"/>
                    </a:cubicBezTo>
                    <a:cubicBezTo>
                      <a:pt x="1132" y="1964"/>
                      <a:pt x="1132" y="1964"/>
                      <a:pt x="1153" y="1964"/>
                    </a:cubicBezTo>
                    <a:cubicBezTo>
                      <a:pt x="1153" y="1964"/>
                      <a:pt x="1200" y="1943"/>
                      <a:pt x="1242" y="1922"/>
                    </a:cubicBezTo>
                    <a:cubicBezTo>
                      <a:pt x="1331" y="1875"/>
                      <a:pt x="1441" y="1744"/>
                      <a:pt x="1503" y="1681"/>
                    </a:cubicBezTo>
                    <a:cubicBezTo>
                      <a:pt x="1571" y="1592"/>
                      <a:pt x="1592" y="1571"/>
                      <a:pt x="1655" y="1503"/>
                    </a:cubicBezTo>
                    <a:cubicBezTo>
                      <a:pt x="1723" y="1440"/>
                      <a:pt x="1765" y="1419"/>
                      <a:pt x="1875" y="1351"/>
                    </a:cubicBezTo>
                    <a:cubicBezTo>
                      <a:pt x="1896" y="1330"/>
                      <a:pt x="1917" y="1330"/>
                      <a:pt x="1964" y="1330"/>
                    </a:cubicBezTo>
                    <a:cubicBezTo>
                      <a:pt x="1964" y="1351"/>
                      <a:pt x="1985" y="1372"/>
                      <a:pt x="2006" y="1372"/>
                    </a:cubicBezTo>
                    <a:lnTo>
                      <a:pt x="2069" y="1372"/>
                    </a:lnTo>
                    <a:cubicBezTo>
                      <a:pt x="2095" y="1372"/>
                      <a:pt x="2095" y="1351"/>
                      <a:pt x="2116" y="1351"/>
                    </a:cubicBezTo>
                    <a:cubicBezTo>
                      <a:pt x="2137" y="1330"/>
                      <a:pt x="2158" y="1330"/>
                      <a:pt x="2200" y="1309"/>
                    </a:cubicBezTo>
                    <a:cubicBezTo>
                      <a:pt x="2247" y="1288"/>
                      <a:pt x="2268" y="1268"/>
                      <a:pt x="2268" y="1268"/>
                    </a:cubicBezTo>
                    <a:lnTo>
                      <a:pt x="2331" y="1268"/>
                    </a:lnTo>
                    <a:cubicBezTo>
                      <a:pt x="2331" y="1268"/>
                      <a:pt x="2357" y="1268"/>
                      <a:pt x="2378" y="1220"/>
                    </a:cubicBezTo>
                    <a:cubicBezTo>
                      <a:pt x="2399" y="1220"/>
                      <a:pt x="2399" y="1199"/>
                      <a:pt x="2378" y="1179"/>
                    </a:cubicBezTo>
                    <a:lnTo>
                      <a:pt x="2378" y="1158"/>
                    </a:lnTo>
                    <a:cubicBezTo>
                      <a:pt x="2331" y="1137"/>
                      <a:pt x="2310" y="1110"/>
                      <a:pt x="2289" y="1110"/>
                    </a:cubicBezTo>
                    <a:lnTo>
                      <a:pt x="2247" y="1110"/>
                    </a:lnTo>
                    <a:cubicBezTo>
                      <a:pt x="2247" y="1089"/>
                      <a:pt x="2268" y="1089"/>
                      <a:pt x="2268" y="1089"/>
                    </a:cubicBezTo>
                    <a:cubicBezTo>
                      <a:pt x="2268" y="1069"/>
                      <a:pt x="2289" y="1048"/>
                      <a:pt x="2289" y="1048"/>
                    </a:cubicBezTo>
                    <a:lnTo>
                      <a:pt x="2420" y="1048"/>
                    </a:lnTo>
                    <a:cubicBezTo>
                      <a:pt x="2441" y="1027"/>
                      <a:pt x="2462" y="1006"/>
                      <a:pt x="2488" y="980"/>
                    </a:cubicBezTo>
                    <a:lnTo>
                      <a:pt x="2551" y="980"/>
                    </a:lnTo>
                    <a:cubicBezTo>
                      <a:pt x="2572" y="980"/>
                      <a:pt x="2593" y="980"/>
                      <a:pt x="2619" y="959"/>
                    </a:cubicBezTo>
                    <a:cubicBezTo>
                      <a:pt x="2640" y="959"/>
                      <a:pt x="2661" y="959"/>
                      <a:pt x="2682" y="938"/>
                    </a:cubicBezTo>
                    <a:lnTo>
                      <a:pt x="2682" y="896"/>
                    </a:lnTo>
                    <a:cubicBezTo>
                      <a:pt x="2703" y="875"/>
                      <a:pt x="2682" y="849"/>
                      <a:pt x="2682" y="828"/>
                    </a:cubicBezTo>
                    <a:cubicBezTo>
                      <a:pt x="2682" y="807"/>
                      <a:pt x="2661" y="786"/>
                      <a:pt x="2640" y="744"/>
                    </a:cubicBezTo>
                    <a:cubicBezTo>
                      <a:pt x="2593" y="718"/>
                      <a:pt x="2593" y="697"/>
                      <a:pt x="2572" y="676"/>
                    </a:cubicBezTo>
                    <a:lnTo>
                      <a:pt x="2551" y="676"/>
                    </a:lnTo>
                    <a:cubicBezTo>
                      <a:pt x="2572" y="655"/>
                      <a:pt x="2572" y="634"/>
                      <a:pt x="2593" y="587"/>
                    </a:cubicBezTo>
                    <a:lnTo>
                      <a:pt x="2593" y="545"/>
                    </a:lnTo>
                    <a:cubicBezTo>
                      <a:pt x="2572" y="524"/>
                      <a:pt x="2572" y="503"/>
                      <a:pt x="2551" y="482"/>
                    </a:cubicBezTo>
                    <a:lnTo>
                      <a:pt x="2462" y="482"/>
                    </a:lnTo>
                    <a:cubicBezTo>
                      <a:pt x="2420" y="503"/>
                      <a:pt x="2420" y="503"/>
                      <a:pt x="2399" y="524"/>
                    </a:cubicBezTo>
                    <a:cubicBezTo>
                      <a:pt x="2420" y="503"/>
                      <a:pt x="2399" y="456"/>
                      <a:pt x="2399" y="435"/>
                    </a:cubicBezTo>
                    <a:cubicBezTo>
                      <a:pt x="2378" y="435"/>
                      <a:pt x="2378" y="414"/>
                      <a:pt x="2357" y="393"/>
                    </a:cubicBezTo>
                    <a:cubicBezTo>
                      <a:pt x="2357" y="372"/>
                      <a:pt x="2331" y="372"/>
                      <a:pt x="2289" y="351"/>
                    </a:cubicBezTo>
                    <a:lnTo>
                      <a:pt x="2247" y="351"/>
                    </a:lnTo>
                    <a:cubicBezTo>
                      <a:pt x="2226" y="351"/>
                      <a:pt x="2226" y="351"/>
                      <a:pt x="2200" y="372"/>
                    </a:cubicBezTo>
                    <a:cubicBezTo>
                      <a:pt x="2200" y="372"/>
                      <a:pt x="2179" y="372"/>
                      <a:pt x="2179" y="393"/>
                    </a:cubicBezTo>
                    <a:cubicBezTo>
                      <a:pt x="2179" y="414"/>
                      <a:pt x="2179" y="414"/>
                      <a:pt x="2158" y="435"/>
                    </a:cubicBezTo>
                    <a:lnTo>
                      <a:pt x="2137" y="456"/>
                    </a:lnTo>
                    <a:lnTo>
                      <a:pt x="2116" y="482"/>
                    </a:lnTo>
                    <a:lnTo>
                      <a:pt x="2069" y="482"/>
                    </a:lnTo>
                    <a:lnTo>
                      <a:pt x="2048" y="503"/>
                    </a:lnTo>
                    <a:cubicBezTo>
                      <a:pt x="2027" y="524"/>
                      <a:pt x="2027" y="545"/>
                      <a:pt x="2027" y="566"/>
                    </a:cubicBezTo>
                    <a:cubicBezTo>
                      <a:pt x="2006" y="613"/>
                      <a:pt x="2027" y="587"/>
                      <a:pt x="2006" y="613"/>
                    </a:cubicBezTo>
                    <a:lnTo>
                      <a:pt x="1985" y="634"/>
                    </a:lnTo>
                    <a:cubicBezTo>
                      <a:pt x="1964" y="634"/>
                      <a:pt x="1938" y="655"/>
                      <a:pt x="1917" y="655"/>
                    </a:cubicBezTo>
                    <a:lnTo>
                      <a:pt x="1896" y="655"/>
                    </a:lnTo>
                    <a:lnTo>
                      <a:pt x="1875" y="676"/>
                    </a:lnTo>
                    <a:cubicBezTo>
                      <a:pt x="1854" y="676"/>
                      <a:pt x="1854" y="676"/>
                      <a:pt x="1854" y="697"/>
                    </a:cubicBezTo>
                    <a:lnTo>
                      <a:pt x="1854" y="655"/>
                    </a:lnTo>
                    <a:cubicBezTo>
                      <a:pt x="1833" y="634"/>
                      <a:pt x="1807" y="587"/>
                      <a:pt x="1744" y="566"/>
                    </a:cubicBezTo>
                    <a:lnTo>
                      <a:pt x="1744" y="545"/>
                    </a:lnTo>
                    <a:cubicBezTo>
                      <a:pt x="1744" y="545"/>
                      <a:pt x="1765" y="524"/>
                      <a:pt x="1786" y="503"/>
                    </a:cubicBezTo>
                    <a:cubicBezTo>
                      <a:pt x="1786" y="482"/>
                      <a:pt x="1833" y="456"/>
                      <a:pt x="1875" y="435"/>
                    </a:cubicBezTo>
                    <a:cubicBezTo>
                      <a:pt x="1896" y="414"/>
                      <a:pt x="1938" y="414"/>
                      <a:pt x="1985" y="393"/>
                    </a:cubicBezTo>
                    <a:cubicBezTo>
                      <a:pt x="2006" y="393"/>
                      <a:pt x="2027" y="372"/>
                      <a:pt x="2069" y="372"/>
                    </a:cubicBezTo>
                    <a:cubicBezTo>
                      <a:pt x="2116" y="372"/>
                      <a:pt x="2158" y="372"/>
                      <a:pt x="2200" y="351"/>
                    </a:cubicBezTo>
                    <a:cubicBezTo>
                      <a:pt x="2226" y="325"/>
                      <a:pt x="2247" y="325"/>
                      <a:pt x="2247" y="304"/>
                    </a:cubicBezTo>
                    <a:lnTo>
                      <a:pt x="2268" y="304"/>
                    </a:lnTo>
                    <a:cubicBezTo>
                      <a:pt x="2310" y="304"/>
                      <a:pt x="2357" y="304"/>
                      <a:pt x="2399" y="283"/>
                    </a:cubicBezTo>
                    <a:cubicBezTo>
                      <a:pt x="2420" y="262"/>
                      <a:pt x="2441" y="241"/>
                      <a:pt x="2462" y="220"/>
                    </a:cubicBezTo>
                    <a:cubicBezTo>
                      <a:pt x="2488" y="194"/>
                      <a:pt x="2509" y="173"/>
                      <a:pt x="2488" y="131"/>
                    </a:cubicBezTo>
                    <a:lnTo>
                      <a:pt x="2488" y="110"/>
                    </a:lnTo>
                    <a:cubicBezTo>
                      <a:pt x="2462" y="89"/>
                      <a:pt x="2462" y="89"/>
                      <a:pt x="2441" y="89"/>
                    </a:cubicBezTo>
                    <a:lnTo>
                      <a:pt x="2420" y="89"/>
                    </a:lnTo>
                    <a:lnTo>
                      <a:pt x="2420" y="42"/>
                    </a:lnTo>
                    <a:cubicBezTo>
                      <a:pt x="2405" y="27"/>
                      <a:pt x="2390" y="12"/>
                      <a:pt x="2375" y="12"/>
                    </a:cubicBezTo>
                    <a:cubicBezTo>
                      <a:pt x="2369" y="12"/>
                      <a:pt x="2363" y="15"/>
                      <a:pt x="2357" y="21"/>
                    </a:cubicBezTo>
                    <a:cubicBezTo>
                      <a:pt x="2331" y="21"/>
                      <a:pt x="2310" y="21"/>
                      <a:pt x="2310" y="42"/>
                    </a:cubicBezTo>
                    <a:cubicBezTo>
                      <a:pt x="2289" y="42"/>
                      <a:pt x="2268" y="63"/>
                      <a:pt x="2247" y="89"/>
                    </a:cubicBezTo>
                    <a:cubicBezTo>
                      <a:pt x="2226" y="110"/>
                      <a:pt x="2200" y="110"/>
                      <a:pt x="2200" y="110"/>
                    </a:cubicBezTo>
                    <a:lnTo>
                      <a:pt x="2137" y="110"/>
                    </a:lnTo>
                    <a:cubicBezTo>
                      <a:pt x="2158" y="110"/>
                      <a:pt x="2158" y="89"/>
                      <a:pt x="2158" y="63"/>
                    </a:cubicBezTo>
                    <a:cubicBezTo>
                      <a:pt x="2158" y="42"/>
                      <a:pt x="2137" y="0"/>
                      <a:pt x="2116" y="0"/>
                    </a:cubicBezTo>
                    <a:lnTo>
                      <a:pt x="2069" y="0"/>
                    </a:lnTo>
                    <a:lnTo>
                      <a:pt x="2069" y="42"/>
                    </a:lnTo>
                    <a:lnTo>
                      <a:pt x="2048" y="42"/>
                    </a:lnTo>
                    <a:lnTo>
                      <a:pt x="2048" y="0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5" name="Google Shape;2625;p58">
                <a:extLst>
                  <a:ext uri="{FF2B5EF4-FFF2-40B4-BE49-F238E27FC236}">
                    <a16:creationId xmlns:a16="http://schemas.microsoft.com/office/drawing/2014/main" id="{D1B3436D-3C23-758A-5A0D-3972E4E4EA32}"/>
                  </a:ext>
                </a:extLst>
              </p:cNvPr>
              <p:cNvSpPr/>
              <p:nvPr/>
            </p:nvSpPr>
            <p:spPr>
              <a:xfrm>
                <a:off x="3912594" y="475140"/>
                <a:ext cx="152298" cy="132508"/>
              </a:xfrm>
              <a:custGeom>
                <a:avLst/>
                <a:gdLst/>
                <a:ahLst/>
                <a:cxnLst/>
                <a:rect l="l" t="t" r="r" b="b"/>
                <a:pathLst>
                  <a:path w="808" h="703" extrusionOk="0">
                    <a:moveTo>
                      <a:pt x="545" y="0"/>
                    </a:moveTo>
                    <a:cubicBezTo>
                      <a:pt x="435" y="21"/>
                      <a:pt x="435" y="21"/>
                      <a:pt x="351" y="21"/>
                    </a:cubicBezTo>
                    <a:cubicBezTo>
                      <a:pt x="262" y="21"/>
                      <a:pt x="152" y="42"/>
                      <a:pt x="152" y="42"/>
                    </a:cubicBezTo>
                    <a:cubicBezTo>
                      <a:pt x="111" y="63"/>
                      <a:pt x="90" y="89"/>
                      <a:pt x="63" y="110"/>
                    </a:cubicBezTo>
                    <a:cubicBezTo>
                      <a:pt x="22" y="152"/>
                      <a:pt x="1" y="131"/>
                      <a:pt x="63" y="152"/>
                    </a:cubicBezTo>
                    <a:cubicBezTo>
                      <a:pt x="131" y="173"/>
                      <a:pt x="173" y="152"/>
                      <a:pt x="131" y="220"/>
                    </a:cubicBezTo>
                    <a:cubicBezTo>
                      <a:pt x="90" y="304"/>
                      <a:pt x="63" y="262"/>
                      <a:pt x="90" y="325"/>
                    </a:cubicBezTo>
                    <a:cubicBezTo>
                      <a:pt x="90" y="393"/>
                      <a:pt x="90" y="372"/>
                      <a:pt x="63" y="435"/>
                    </a:cubicBezTo>
                    <a:cubicBezTo>
                      <a:pt x="42" y="524"/>
                      <a:pt x="22" y="503"/>
                      <a:pt x="63" y="545"/>
                    </a:cubicBezTo>
                    <a:cubicBezTo>
                      <a:pt x="111" y="587"/>
                      <a:pt x="63" y="587"/>
                      <a:pt x="131" y="634"/>
                    </a:cubicBezTo>
                    <a:cubicBezTo>
                      <a:pt x="194" y="655"/>
                      <a:pt x="194" y="655"/>
                      <a:pt x="241" y="676"/>
                    </a:cubicBezTo>
                    <a:cubicBezTo>
                      <a:pt x="258" y="692"/>
                      <a:pt x="261" y="702"/>
                      <a:pt x="263" y="702"/>
                    </a:cubicBezTo>
                    <a:cubicBezTo>
                      <a:pt x="267" y="702"/>
                      <a:pt x="266" y="677"/>
                      <a:pt x="304" y="613"/>
                    </a:cubicBezTo>
                    <a:cubicBezTo>
                      <a:pt x="372" y="524"/>
                      <a:pt x="325" y="524"/>
                      <a:pt x="435" y="482"/>
                    </a:cubicBezTo>
                    <a:cubicBezTo>
                      <a:pt x="545" y="435"/>
                      <a:pt x="587" y="393"/>
                      <a:pt x="676" y="372"/>
                    </a:cubicBezTo>
                    <a:cubicBezTo>
                      <a:pt x="786" y="351"/>
                      <a:pt x="786" y="372"/>
                      <a:pt x="786" y="304"/>
                    </a:cubicBezTo>
                    <a:cubicBezTo>
                      <a:pt x="786" y="262"/>
                      <a:pt x="807" y="241"/>
                      <a:pt x="765" y="173"/>
                    </a:cubicBezTo>
                    <a:cubicBezTo>
                      <a:pt x="718" y="110"/>
                      <a:pt x="744" y="110"/>
                      <a:pt x="697" y="63"/>
                    </a:cubicBezTo>
                    <a:cubicBezTo>
                      <a:pt x="634" y="21"/>
                      <a:pt x="634" y="0"/>
                      <a:pt x="54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6" name="Google Shape;2626;p58">
                <a:extLst>
                  <a:ext uri="{FF2B5EF4-FFF2-40B4-BE49-F238E27FC236}">
                    <a16:creationId xmlns:a16="http://schemas.microsoft.com/office/drawing/2014/main" id="{294A6F8C-78EC-DF3E-4EEE-F80BFDC5D22E}"/>
                  </a:ext>
                </a:extLst>
              </p:cNvPr>
              <p:cNvSpPr/>
              <p:nvPr/>
            </p:nvSpPr>
            <p:spPr>
              <a:xfrm>
                <a:off x="3908636" y="467224"/>
                <a:ext cx="163984" cy="152111"/>
              </a:xfrm>
              <a:custGeom>
                <a:avLst/>
                <a:gdLst/>
                <a:ahLst/>
                <a:cxnLst/>
                <a:rect l="l" t="t" r="r" b="b"/>
                <a:pathLst>
                  <a:path w="870" h="807" extrusionOk="0">
                    <a:moveTo>
                      <a:pt x="634" y="105"/>
                    </a:moveTo>
                    <a:cubicBezTo>
                      <a:pt x="655" y="105"/>
                      <a:pt x="655" y="105"/>
                      <a:pt x="676" y="152"/>
                    </a:cubicBezTo>
                    <a:lnTo>
                      <a:pt x="697" y="173"/>
                    </a:lnTo>
                    <a:cubicBezTo>
                      <a:pt x="718" y="194"/>
                      <a:pt x="718" y="215"/>
                      <a:pt x="739" y="236"/>
                    </a:cubicBezTo>
                    <a:lnTo>
                      <a:pt x="765" y="283"/>
                    </a:lnTo>
                    <a:lnTo>
                      <a:pt x="765" y="346"/>
                    </a:lnTo>
                    <a:cubicBezTo>
                      <a:pt x="765" y="346"/>
                      <a:pt x="739" y="346"/>
                      <a:pt x="697" y="367"/>
                    </a:cubicBezTo>
                    <a:cubicBezTo>
                      <a:pt x="587" y="393"/>
                      <a:pt x="545" y="414"/>
                      <a:pt x="435" y="477"/>
                    </a:cubicBezTo>
                    <a:cubicBezTo>
                      <a:pt x="414" y="477"/>
                      <a:pt x="393" y="498"/>
                      <a:pt x="372" y="498"/>
                    </a:cubicBezTo>
                    <a:cubicBezTo>
                      <a:pt x="372" y="524"/>
                      <a:pt x="346" y="524"/>
                      <a:pt x="346" y="545"/>
                    </a:cubicBezTo>
                    <a:cubicBezTo>
                      <a:pt x="325" y="566"/>
                      <a:pt x="325" y="587"/>
                      <a:pt x="283" y="629"/>
                    </a:cubicBezTo>
                    <a:cubicBezTo>
                      <a:pt x="283" y="655"/>
                      <a:pt x="283" y="655"/>
                      <a:pt x="262" y="676"/>
                    </a:cubicBezTo>
                    <a:cubicBezTo>
                      <a:pt x="262" y="655"/>
                      <a:pt x="242" y="655"/>
                      <a:pt x="242" y="655"/>
                    </a:cubicBezTo>
                    <a:cubicBezTo>
                      <a:pt x="215" y="629"/>
                      <a:pt x="194" y="629"/>
                      <a:pt x="173" y="608"/>
                    </a:cubicBezTo>
                    <a:lnTo>
                      <a:pt x="152" y="608"/>
                    </a:lnTo>
                    <a:cubicBezTo>
                      <a:pt x="152" y="587"/>
                      <a:pt x="152" y="566"/>
                      <a:pt x="132" y="566"/>
                    </a:cubicBezTo>
                    <a:lnTo>
                      <a:pt x="111" y="545"/>
                    </a:lnTo>
                    <a:cubicBezTo>
                      <a:pt x="132" y="545"/>
                      <a:pt x="132" y="545"/>
                      <a:pt x="132" y="498"/>
                    </a:cubicBezTo>
                    <a:cubicBezTo>
                      <a:pt x="152" y="477"/>
                      <a:pt x="152" y="456"/>
                      <a:pt x="152" y="435"/>
                    </a:cubicBezTo>
                    <a:lnTo>
                      <a:pt x="152" y="393"/>
                    </a:lnTo>
                    <a:lnTo>
                      <a:pt x="152" y="367"/>
                    </a:lnTo>
                    <a:lnTo>
                      <a:pt x="152" y="346"/>
                    </a:lnTo>
                    <a:lnTo>
                      <a:pt x="194" y="304"/>
                    </a:lnTo>
                    <a:cubicBezTo>
                      <a:pt x="194" y="283"/>
                      <a:pt x="215" y="262"/>
                      <a:pt x="215" y="236"/>
                    </a:cubicBezTo>
                    <a:lnTo>
                      <a:pt x="215" y="194"/>
                    </a:lnTo>
                    <a:cubicBezTo>
                      <a:pt x="194" y="173"/>
                      <a:pt x="173" y="173"/>
                      <a:pt x="173" y="173"/>
                    </a:cubicBezTo>
                    <a:lnTo>
                      <a:pt x="152" y="152"/>
                    </a:lnTo>
                    <a:cubicBezTo>
                      <a:pt x="173" y="152"/>
                      <a:pt x="194" y="152"/>
                      <a:pt x="194" y="131"/>
                    </a:cubicBezTo>
                    <a:cubicBezTo>
                      <a:pt x="215" y="131"/>
                      <a:pt x="304" y="105"/>
                      <a:pt x="372" y="105"/>
                    </a:cubicBezTo>
                    <a:close/>
                    <a:moveTo>
                      <a:pt x="372" y="0"/>
                    </a:moveTo>
                    <a:cubicBezTo>
                      <a:pt x="283" y="21"/>
                      <a:pt x="173" y="21"/>
                      <a:pt x="173" y="21"/>
                    </a:cubicBezTo>
                    <a:lnTo>
                      <a:pt x="152" y="42"/>
                    </a:lnTo>
                    <a:cubicBezTo>
                      <a:pt x="111" y="63"/>
                      <a:pt x="84" y="84"/>
                      <a:pt x="43" y="105"/>
                    </a:cubicBezTo>
                    <a:lnTo>
                      <a:pt x="22" y="131"/>
                    </a:lnTo>
                    <a:lnTo>
                      <a:pt x="1" y="152"/>
                    </a:lnTo>
                    <a:lnTo>
                      <a:pt x="1" y="173"/>
                    </a:lnTo>
                    <a:lnTo>
                      <a:pt x="1" y="194"/>
                    </a:lnTo>
                    <a:lnTo>
                      <a:pt x="1" y="215"/>
                    </a:lnTo>
                    <a:lnTo>
                      <a:pt x="22" y="215"/>
                    </a:lnTo>
                    <a:lnTo>
                      <a:pt x="43" y="236"/>
                    </a:lnTo>
                    <a:lnTo>
                      <a:pt x="63" y="236"/>
                    </a:lnTo>
                    <a:cubicBezTo>
                      <a:pt x="63" y="262"/>
                      <a:pt x="84" y="262"/>
                      <a:pt x="84" y="262"/>
                    </a:cubicBezTo>
                    <a:lnTo>
                      <a:pt x="63" y="283"/>
                    </a:lnTo>
                    <a:cubicBezTo>
                      <a:pt x="43" y="304"/>
                      <a:pt x="43" y="325"/>
                      <a:pt x="43" y="346"/>
                    </a:cubicBezTo>
                    <a:lnTo>
                      <a:pt x="43" y="393"/>
                    </a:lnTo>
                    <a:lnTo>
                      <a:pt x="43" y="414"/>
                    </a:lnTo>
                    <a:lnTo>
                      <a:pt x="43" y="477"/>
                    </a:lnTo>
                    <a:cubicBezTo>
                      <a:pt x="22" y="498"/>
                      <a:pt x="1" y="524"/>
                      <a:pt x="1" y="545"/>
                    </a:cubicBezTo>
                    <a:cubicBezTo>
                      <a:pt x="1" y="566"/>
                      <a:pt x="22" y="587"/>
                      <a:pt x="22" y="608"/>
                    </a:cubicBezTo>
                    <a:cubicBezTo>
                      <a:pt x="43" y="608"/>
                      <a:pt x="43" y="608"/>
                      <a:pt x="63" y="629"/>
                    </a:cubicBezTo>
                    <a:cubicBezTo>
                      <a:pt x="63" y="655"/>
                      <a:pt x="63" y="676"/>
                      <a:pt x="84" y="697"/>
                    </a:cubicBezTo>
                    <a:cubicBezTo>
                      <a:pt x="84" y="697"/>
                      <a:pt x="111" y="718"/>
                      <a:pt x="132" y="718"/>
                    </a:cubicBezTo>
                    <a:cubicBezTo>
                      <a:pt x="173" y="739"/>
                      <a:pt x="173" y="739"/>
                      <a:pt x="194" y="739"/>
                    </a:cubicBezTo>
                    <a:lnTo>
                      <a:pt x="215" y="760"/>
                    </a:lnTo>
                    <a:cubicBezTo>
                      <a:pt x="242" y="760"/>
                      <a:pt x="242" y="786"/>
                      <a:pt x="242" y="786"/>
                    </a:cubicBezTo>
                    <a:lnTo>
                      <a:pt x="262" y="786"/>
                    </a:lnTo>
                    <a:lnTo>
                      <a:pt x="262" y="807"/>
                    </a:lnTo>
                    <a:lnTo>
                      <a:pt x="283" y="807"/>
                    </a:lnTo>
                    <a:lnTo>
                      <a:pt x="304" y="786"/>
                    </a:lnTo>
                    <a:lnTo>
                      <a:pt x="325" y="760"/>
                    </a:lnTo>
                    <a:cubicBezTo>
                      <a:pt x="346" y="760"/>
                      <a:pt x="346" y="760"/>
                      <a:pt x="346" y="739"/>
                    </a:cubicBezTo>
                    <a:cubicBezTo>
                      <a:pt x="346" y="739"/>
                      <a:pt x="372" y="718"/>
                      <a:pt x="372" y="697"/>
                    </a:cubicBezTo>
                    <a:cubicBezTo>
                      <a:pt x="414" y="629"/>
                      <a:pt x="414" y="608"/>
                      <a:pt x="435" y="608"/>
                    </a:cubicBezTo>
                    <a:lnTo>
                      <a:pt x="435" y="587"/>
                    </a:lnTo>
                    <a:cubicBezTo>
                      <a:pt x="435" y="587"/>
                      <a:pt x="456" y="587"/>
                      <a:pt x="477" y="566"/>
                    </a:cubicBezTo>
                    <a:cubicBezTo>
                      <a:pt x="587" y="524"/>
                      <a:pt x="634" y="477"/>
                      <a:pt x="718" y="456"/>
                    </a:cubicBezTo>
                    <a:cubicBezTo>
                      <a:pt x="765" y="456"/>
                      <a:pt x="786" y="456"/>
                      <a:pt x="807" y="435"/>
                    </a:cubicBezTo>
                    <a:cubicBezTo>
                      <a:pt x="828" y="435"/>
                      <a:pt x="849" y="414"/>
                      <a:pt x="849" y="393"/>
                    </a:cubicBezTo>
                    <a:cubicBezTo>
                      <a:pt x="870" y="393"/>
                      <a:pt x="870" y="367"/>
                      <a:pt x="870" y="346"/>
                    </a:cubicBezTo>
                    <a:lnTo>
                      <a:pt x="870" y="283"/>
                    </a:lnTo>
                    <a:cubicBezTo>
                      <a:pt x="870" y="262"/>
                      <a:pt x="870" y="215"/>
                      <a:pt x="828" y="194"/>
                    </a:cubicBezTo>
                    <a:cubicBezTo>
                      <a:pt x="807" y="152"/>
                      <a:pt x="807" y="152"/>
                      <a:pt x="807" y="131"/>
                    </a:cubicBezTo>
                    <a:cubicBezTo>
                      <a:pt x="786" y="105"/>
                      <a:pt x="786" y="84"/>
                      <a:pt x="739" y="63"/>
                    </a:cubicBezTo>
                    <a:cubicBezTo>
                      <a:pt x="718" y="42"/>
                      <a:pt x="697" y="21"/>
                      <a:pt x="676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7" name="Google Shape;2627;p58">
                <a:extLst>
                  <a:ext uri="{FF2B5EF4-FFF2-40B4-BE49-F238E27FC236}">
                    <a16:creationId xmlns:a16="http://schemas.microsoft.com/office/drawing/2014/main" id="{338DD8EB-B43E-122E-F14E-396E8B29CB92}"/>
                  </a:ext>
                </a:extLst>
              </p:cNvPr>
              <p:cNvSpPr/>
              <p:nvPr/>
            </p:nvSpPr>
            <p:spPr>
              <a:xfrm>
                <a:off x="4195890" y="602370"/>
                <a:ext cx="94998" cy="85197"/>
              </a:xfrm>
              <a:custGeom>
                <a:avLst/>
                <a:gdLst/>
                <a:ahLst/>
                <a:cxnLst/>
                <a:rect l="l" t="t" r="r" b="b"/>
                <a:pathLst>
                  <a:path w="504" h="452" extrusionOk="0">
                    <a:moveTo>
                      <a:pt x="48" y="1"/>
                    </a:moveTo>
                    <a:cubicBezTo>
                      <a:pt x="27" y="22"/>
                      <a:pt x="27" y="22"/>
                      <a:pt x="48" y="69"/>
                    </a:cubicBezTo>
                    <a:cubicBezTo>
                      <a:pt x="48" y="111"/>
                      <a:pt x="69" y="111"/>
                      <a:pt x="111" y="132"/>
                    </a:cubicBezTo>
                    <a:cubicBezTo>
                      <a:pt x="158" y="174"/>
                      <a:pt x="158" y="174"/>
                      <a:pt x="200" y="200"/>
                    </a:cubicBezTo>
                    <a:cubicBezTo>
                      <a:pt x="241" y="221"/>
                      <a:pt x="241" y="221"/>
                      <a:pt x="241" y="242"/>
                    </a:cubicBezTo>
                    <a:cubicBezTo>
                      <a:pt x="252" y="252"/>
                      <a:pt x="252" y="257"/>
                      <a:pt x="244" y="257"/>
                    </a:cubicBezTo>
                    <a:cubicBezTo>
                      <a:pt x="236" y="257"/>
                      <a:pt x="221" y="252"/>
                      <a:pt x="200" y="242"/>
                    </a:cubicBezTo>
                    <a:cubicBezTo>
                      <a:pt x="158" y="242"/>
                      <a:pt x="158" y="221"/>
                      <a:pt x="131" y="200"/>
                    </a:cubicBezTo>
                    <a:cubicBezTo>
                      <a:pt x="111" y="187"/>
                      <a:pt x="100" y="180"/>
                      <a:pt x="90" y="180"/>
                    </a:cubicBezTo>
                    <a:cubicBezTo>
                      <a:pt x="79" y="180"/>
                      <a:pt x="69" y="187"/>
                      <a:pt x="48" y="200"/>
                    </a:cubicBezTo>
                    <a:cubicBezTo>
                      <a:pt x="1" y="200"/>
                      <a:pt x="27" y="200"/>
                      <a:pt x="27" y="263"/>
                    </a:cubicBezTo>
                    <a:cubicBezTo>
                      <a:pt x="1" y="331"/>
                      <a:pt x="48" y="352"/>
                      <a:pt x="90" y="373"/>
                    </a:cubicBezTo>
                    <a:cubicBezTo>
                      <a:pt x="99" y="376"/>
                      <a:pt x="107" y="377"/>
                      <a:pt x="114" y="377"/>
                    </a:cubicBezTo>
                    <a:cubicBezTo>
                      <a:pt x="152" y="377"/>
                      <a:pt x="141" y="331"/>
                      <a:pt x="200" y="331"/>
                    </a:cubicBezTo>
                    <a:cubicBezTo>
                      <a:pt x="289" y="331"/>
                      <a:pt x="241" y="331"/>
                      <a:pt x="289" y="352"/>
                    </a:cubicBezTo>
                    <a:cubicBezTo>
                      <a:pt x="330" y="373"/>
                      <a:pt x="289" y="373"/>
                      <a:pt x="330" y="436"/>
                    </a:cubicBezTo>
                    <a:cubicBezTo>
                      <a:pt x="336" y="447"/>
                      <a:pt x="339" y="451"/>
                      <a:pt x="343" y="451"/>
                    </a:cubicBezTo>
                    <a:cubicBezTo>
                      <a:pt x="354" y="451"/>
                      <a:pt x="361" y="405"/>
                      <a:pt x="393" y="373"/>
                    </a:cubicBezTo>
                    <a:cubicBezTo>
                      <a:pt x="427" y="362"/>
                      <a:pt x="444" y="362"/>
                      <a:pt x="456" y="362"/>
                    </a:cubicBezTo>
                    <a:cubicBezTo>
                      <a:pt x="467" y="362"/>
                      <a:pt x="472" y="362"/>
                      <a:pt x="482" y="352"/>
                    </a:cubicBezTo>
                    <a:cubicBezTo>
                      <a:pt x="503" y="331"/>
                      <a:pt x="461" y="305"/>
                      <a:pt x="420" y="263"/>
                    </a:cubicBezTo>
                    <a:cubicBezTo>
                      <a:pt x="351" y="242"/>
                      <a:pt x="351" y="221"/>
                      <a:pt x="289" y="200"/>
                    </a:cubicBezTo>
                    <a:cubicBezTo>
                      <a:pt x="221" y="153"/>
                      <a:pt x="221" y="132"/>
                      <a:pt x="179" y="111"/>
                    </a:cubicBezTo>
                    <a:cubicBezTo>
                      <a:pt x="158" y="69"/>
                      <a:pt x="158" y="43"/>
                      <a:pt x="111" y="43"/>
                    </a:cubicBezTo>
                    <a:cubicBezTo>
                      <a:pt x="111" y="43"/>
                      <a:pt x="69" y="1"/>
                      <a:pt x="4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8" name="Google Shape;2628;p58">
                <a:extLst>
                  <a:ext uri="{FF2B5EF4-FFF2-40B4-BE49-F238E27FC236}">
                    <a16:creationId xmlns:a16="http://schemas.microsoft.com/office/drawing/2014/main" id="{57747E74-F4D1-0013-06F1-DE24EDFD440D}"/>
                  </a:ext>
                </a:extLst>
              </p:cNvPr>
              <p:cNvSpPr/>
              <p:nvPr/>
            </p:nvSpPr>
            <p:spPr>
              <a:xfrm>
                <a:off x="4187974" y="594453"/>
                <a:ext cx="111773" cy="102916"/>
              </a:xfrm>
              <a:custGeom>
                <a:avLst/>
                <a:gdLst/>
                <a:ahLst/>
                <a:cxnLst/>
                <a:rect l="l" t="t" r="r" b="b"/>
                <a:pathLst>
                  <a:path w="593" h="546" extrusionOk="0">
                    <a:moveTo>
                      <a:pt x="153" y="43"/>
                    </a:moveTo>
                    <a:lnTo>
                      <a:pt x="153" y="111"/>
                    </a:lnTo>
                    <a:lnTo>
                      <a:pt x="132" y="111"/>
                    </a:lnTo>
                    <a:lnTo>
                      <a:pt x="153" y="43"/>
                    </a:lnTo>
                    <a:close/>
                    <a:moveTo>
                      <a:pt x="132" y="263"/>
                    </a:moveTo>
                    <a:lnTo>
                      <a:pt x="132" y="284"/>
                    </a:lnTo>
                    <a:cubicBezTo>
                      <a:pt x="153" y="284"/>
                      <a:pt x="153" y="284"/>
                      <a:pt x="173" y="305"/>
                    </a:cubicBezTo>
                    <a:cubicBezTo>
                      <a:pt x="173" y="305"/>
                      <a:pt x="200" y="326"/>
                      <a:pt x="221" y="326"/>
                    </a:cubicBezTo>
                    <a:cubicBezTo>
                      <a:pt x="200" y="347"/>
                      <a:pt x="173" y="347"/>
                      <a:pt x="153" y="347"/>
                    </a:cubicBezTo>
                    <a:cubicBezTo>
                      <a:pt x="132" y="347"/>
                      <a:pt x="111" y="326"/>
                      <a:pt x="111" y="326"/>
                    </a:cubicBezTo>
                    <a:lnTo>
                      <a:pt x="111" y="305"/>
                    </a:lnTo>
                    <a:lnTo>
                      <a:pt x="111" y="284"/>
                    </a:lnTo>
                    <a:lnTo>
                      <a:pt x="132" y="263"/>
                    </a:lnTo>
                    <a:close/>
                    <a:moveTo>
                      <a:pt x="352" y="305"/>
                    </a:moveTo>
                    <a:cubicBezTo>
                      <a:pt x="372" y="326"/>
                      <a:pt x="393" y="326"/>
                      <a:pt x="435" y="347"/>
                    </a:cubicBezTo>
                    <a:lnTo>
                      <a:pt x="435" y="373"/>
                    </a:lnTo>
                    <a:lnTo>
                      <a:pt x="414" y="373"/>
                    </a:lnTo>
                    <a:lnTo>
                      <a:pt x="393" y="394"/>
                    </a:lnTo>
                    <a:lnTo>
                      <a:pt x="393" y="373"/>
                    </a:lnTo>
                    <a:cubicBezTo>
                      <a:pt x="393" y="347"/>
                      <a:pt x="372" y="347"/>
                      <a:pt x="352" y="326"/>
                    </a:cubicBezTo>
                    <a:lnTo>
                      <a:pt x="352" y="305"/>
                    </a:lnTo>
                    <a:close/>
                    <a:moveTo>
                      <a:pt x="69" y="1"/>
                    </a:moveTo>
                    <a:cubicBezTo>
                      <a:pt x="43" y="1"/>
                      <a:pt x="43" y="22"/>
                      <a:pt x="22" y="43"/>
                    </a:cubicBezTo>
                    <a:lnTo>
                      <a:pt x="22" y="85"/>
                    </a:lnTo>
                    <a:lnTo>
                      <a:pt x="22" y="132"/>
                    </a:lnTo>
                    <a:cubicBezTo>
                      <a:pt x="43" y="153"/>
                      <a:pt x="69" y="174"/>
                      <a:pt x="69" y="174"/>
                    </a:cubicBezTo>
                    <a:cubicBezTo>
                      <a:pt x="69" y="195"/>
                      <a:pt x="43" y="195"/>
                      <a:pt x="43" y="195"/>
                    </a:cubicBezTo>
                    <a:cubicBezTo>
                      <a:pt x="43" y="195"/>
                      <a:pt x="22" y="216"/>
                      <a:pt x="22" y="242"/>
                    </a:cubicBezTo>
                    <a:cubicBezTo>
                      <a:pt x="1" y="263"/>
                      <a:pt x="1" y="263"/>
                      <a:pt x="1" y="305"/>
                    </a:cubicBezTo>
                    <a:cubicBezTo>
                      <a:pt x="1" y="347"/>
                      <a:pt x="1" y="394"/>
                      <a:pt x="43" y="415"/>
                    </a:cubicBezTo>
                    <a:cubicBezTo>
                      <a:pt x="69" y="436"/>
                      <a:pt x="90" y="436"/>
                      <a:pt x="111" y="457"/>
                    </a:cubicBezTo>
                    <a:lnTo>
                      <a:pt x="173" y="457"/>
                    </a:lnTo>
                    <a:cubicBezTo>
                      <a:pt x="200" y="457"/>
                      <a:pt x="221" y="436"/>
                      <a:pt x="221" y="436"/>
                    </a:cubicBezTo>
                    <a:lnTo>
                      <a:pt x="242" y="436"/>
                    </a:lnTo>
                    <a:cubicBezTo>
                      <a:pt x="263" y="425"/>
                      <a:pt x="278" y="420"/>
                      <a:pt x="286" y="417"/>
                    </a:cubicBezTo>
                    <a:lnTo>
                      <a:pt x="286" y="417"/>
                    </a:lnTo>
                    <a:lnTo>
                      <a:pt x="304" y="436"/>
                    </a:lnTo>
                    <a:lnTo>
                      <a:pt x="304" y="504"/>
                    </a:lnTo>
                    <a:cubicBezTo>
                      <a:pt x="331" y="504"/>
                      <a:pt x="331" y="525"/>
                      <a:pt x="331" y="525"/>
                    </a:cubicBezTo>
                    <a:cubicBezTo>
                      <a:pt x="331" y="525"/>
                      <a:pt x="352" y="546"/>
                      <a:pt x="372" y="546"/>
                    </a:cubicBezTo>
                    <a:cubicBezTo>
                      <a:pt x="393" y="546"/>
                      <a:pt x="414" y="546"/>
                      <a:pt x="414" y="525"/>
                    </a:cubicBezTo>
                    <a:cubicBezTo>
                      <a:pt x="435" y="525"/>
                      <a:pt x="435" y="525"/>
                      <a:pt x="435" y="504"/>
                    </a:cubicBezTo>
                    <a:cubicBezTo>
                      <a:pt x="462" y="478"/>
                      <a:pt x="462" y="478"/>
                      <a:pt x="482" y="457"/>
                    </a:cubicBezTo>
                    <a:lnTo>
                      <a:pt x="524" y="457"/>
                    </a:lnTo>
                    <a:cubicBezTo>
                      <a:pt x="545" y="436"/>
                      <a:pt x="545" y="436"/>
                      <a:pt x="566" y="415"/>
                    </a:cubicBezTo>
                    <a:cubicBezTo>
                      <a:pt x="566" y="415"/>
                      <a:pt x="592" y="394"/>
                      <a:pt x="566" y="373"/>
                    </a:cubicBezTo>
                    <a:cubicBezTo>
                      <a:pt x="566" y="347"/>
                      <a:pt x="566" y="326"/>
                      <a:pt x="545" y="326"/>
                    </a:cubicBezTo>
                    <a:cubicBezTo>
                      <a:pt x="524" y="284"/>
                      <a:pt x="503" y="284"/>
                      <a:pt x="482" y="263"/>
                    </a:cubicBezTo>
                    <a:cubicBezTo>
                      <a:pt x="414" y="242"/>
                      <a:pt x="414" y="216"/>
                      <a:pt x="352" y="174"/>
                    </a:cubicBezTo>
                    <a:cubicBezTo>
                      <a:pt x="331" y="174"/>
                      <a:pt x="304" y="153"/>
                      <a:pt x="304" y="153"/>
                    </a:cubicBezTo>
                    <a:cubicBezTo>
                      <a:pt x="304" y="153"/>
                      <a:pt x="283" y="132"/>
                      <a:pt x="263" y="111"/>
                    </a:cubicBezTo>
                    <a:cubicBezTo>
                      <a:pt x="242" y="85"/>
                      <a:pt x="242" y="85"/>
                      <a:pt x="242" y="64"/>
                    </a:cubicBezTo>
                    <a:cubicBezTo>
                      <a:pt x="242" y="64"/>
                      <a:pt x="221" y="43"/>
                      <a:pt x="200" y="43"/>
                    </a:cubicBezTo>
                    <a:lnTo>
                      <a:pt x="173" y="43"/>
                    </a:lnTo>
                    <a:cubicBezTo>
                      <a:pt x="173" y="22"/>
                      <a:pt x="173" y="22"/>
                      <a:pt x="153" y="22"/>
                    </a:cubicBezTo>
                    <a:cubicBezTo>
                      <a:pt x="153" y="22"/>
                      <a:pt x="132" y="1"/>
                      <a:pt x="111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9" name="Google Shape;2629;p58">
                <a:extLst>
                  <a:ext uri="{FF2B5EF4-FFF2-40B4-BE49-F238E27FC236}">
                    <a16:creationId xmlns:a16="http://schemas.microsoft.com/office/drawing/2014/main" id="{6F62553E-1719-E8BD-B3EB-3BBCFD3DE7A8}"/>
                  </a:ext>
                </a:extLst>
              </p:cNvPr>
              <p:cNvSpPr/>
              <p:nvPr/>
            </p:nvSpPr>
            <p:spPr>
              <a:xfrm>
                <a:off x="4208707" y="516608"/>
                <a:ext cx="493837" cy="1098520"/>
              </a:xfrm>
              <a:custGeom>
                <a:avLst/>
                <a:gdLst/>
                <a:ahLst/>
                <a:cxnLst/>
                <a:rect l="l" t="t" r="r" b="b"/>
                <a:pathLst>
                  <a:path w="2620" h="5828" extrusionOk="0">
                    <a:moveTo>
                      <a:pt x="1441" y="828"/>
                    </a:moveTo>
                    <a:cubicBezTo>
                      <a:pt x="1483" y="870"/>
                      <a:pt x="1483" y="917"/>
                      <a:pt x="1530" y="959"/>
                    </a:cubicBezTo>
                    <a:cubicBezTo>
                      <a:pt x="1572" y="1000"/>
                      <a:pt x="1572" y="1000"/>
                      <a:pt x="1614" y="1021"/>
                    </a:cubicBezTo>
                    <a:cubicBezTo>
                      <a:pt x="1661" y="1069"/>
                      <a:pt x="1682" y="1090"/>
                      <a:pt x="1682" y="1090"/>
                    </a:cubicBezTo>
                    <a:cubicBezTo>
                      <a:pt x="1682" y="1090"/>
                      <a:pt x="1672" y="1080"/>
                      <a:pt x="1652" y="1080"/>
                    </a:cubicBezTo>
                    <a:cubicBezTo>
                      <a:pt x="1642" y="1080"/>
                      <a:pt x="1629" y="1083"/>
                      <a:pt x="1614" y="1090"/>
                    </a:cubicBezTo>
                    <a:cubicBezTo>
                      <a:pt x="1551" y="1110"/>
                      <a:pt x="1572" y="1110"/>
                      <a:pt x="1551" y="1152"/>
                    </a:cubicBezTo>
                    <a:cubicBezTo>
                      <a:pt x="1530" y="1179"/>
                      <a:pt x="1504" y="1179"/>
                      <a:pt x="1530" y="1199"/>
                    </a:cubicBezTo>
                    <a:cubicBezTo>
                      <a:pt x="1551" y="1241"/>
                      <a:pt x="1593" y="1330"/>
                      <a:pt x="1614" y="1351"/>
                    </a:cubicBezTo>
                    <a:cubicBezTo>
                      <a:pt x="1635" y="1393"/>
                      <a:pt x="1724" y="1393"/>
                      <a:pt x="1745" y="1414"/>
                    </a:cubicBezTo>
                    <a:cubicBezTo>
                      <a:pt x="1765" y="1414"/>
                      <a:pt x="1765" y="1414"/>
                      <a:pt x="1792" y="1393"/>
                    </a:cubicBezTo>
                    <a:cubicBezTo>
                      <a:pt x="1792" y="1351"/>
                      <a:pt x="1813" y="1309"/>
                      <a:pt x="1813" y="1309"/>
                    </a:cubicBezTo>
                    <a:cubicBezTo>
                      <a:pt x="1834" y="1330"/>
                      <a:pt x="1834" y="1372"/>
                      <a:pt x="1855" y="1440"/>
                    </a:cubicBezTo>
                    <a:cubicBezTo>
                      <a:pt x="1875" y="1524"/>
                      <a:pt x="1896" y="1545"/>
                      <a:pt x="1944" y="1571"/>
                    </a:cubicBezTo>
                    <a:cubicBezTo>
                      <a:pt x="1985" y="1613"/>
                      <a:pt x="1985" y="1634"/>
                      <a:pt x="1944" y="1655"/>
                    </a:cubicBezTo>
                    <a:cubicBezTo>
                      <a:pt x="1923" y="1676"/>
                      <a:pt x="1875" y="1655"/>
                      <a:pt x="1923" y="1702"/>
                    </a:cubicBezTo>
                    <a:cubicBezTo>
                      <a:pt x="1935" y="1727"/>
                      <a:pt x="1924" y="1737"/>
                      <a:pt x="1904" y="1737"/>
                    </a:cubicBezTo>
                    <a:cubicBezTo>
                      <a:pt x="1890" y="1737"/>
                      <a:pt x="1872" y="1732"/>
                      <a:pt x="1855" y="1723"/>
                    </a:cubicBezTo>
                    <a:cubicBezTo>
                      <a:pt x="1834" y="1702"/>
                      <a:pt x="1765" y="1676"/>
                      <a:pt x="1724" y="1676"/>
                    </a:cubicBezTo>
                    <a:cubicBezTo>
                      <a:pt x="1682" y="1676"/>
                      <a:pt x="1635" y="1702"/>
                      <a:pt x="1682" y="1765"/>
                    </a:cubicBezTo>
                    <a:cubicBezTo>
                      <a:pt x="1695" y="1808"/>
                      <a:pt x="1683" y="1832"/>
                      <a:pt x="1661" y="1832"/>
                    </a:cubicBezTo>
                    <a:cubicBezTo>
                      <a:pt x="1647" y="1832"/>
                      <a:pt x="1631" y="1824"/>
                      <a:pt x="1614" y="1807"/>
                    </a:cubicBezTo>
                    <a:cubicBezTo>
                      <a:pt x="1572" y="1786"/>
                      <a:pt x="1551" y="1786"/>
                      <a:pt x="1504" y="1765"/>
                    </a:cubicBezTo>
                    <a:cubicBezTo>
                      <a:pt x="1441" y="1744"/>
                      <a:pt x="1420" y="1765"/>
                      <a:pt x="1352" y="1723"/>
                    </a:cubicBezTo>
                    <a:cubicBezTo>
                      <a:pt x="1310" y="1655"/>
                      <a:pt x="1289" y="1655"/>
                      <a:pt x="1268" y="1613"/>
                    </a:cubicBezTo>
                    <a:cubicBezTo>
                      <a:pt x="1221" y="1571"/>
                      <a:pt x="1242" y="1524"/>
                      <a:pt x="1179" y="1524"/>
                    </a:cubicBezTo>
                    <a:cubicBezTo>
                      <a:pt x="1111" y="1524"/>
                      <a:pt x="1048" y="1545"/>
                      <a:pt x="1006" y="1571"/>
                    </a:cubicBezTo>
                    <a:cubicBezTo>
                      <a:pt x="959" y="1592"/>
                      <a:pt x="849" y="1634"/>
                      <a:pt x="807" y="1655"/>
                    </a:cubicBezTo>
                    <a:cubicBezTo>
                      <a:pt x="773" y="1672"/>
                      <a:pt x="720" y="1707"/>
                      <a:pt x="691" y="1707"/>
                    </a:cubicBezTo>
                    <a:cubicBezTo>
                      <a:pt x="685" y="1707"/>
                      <a:pt x="680" y="1706"/>
                      <a:pt x="676" y="1702"/>
                    </a:cubicBezTo>
                    <a:cubicBezTo>
                      <a:pt x="655" y="1702"/>
                      <a:pt x="613" y="1676"/>
                      <a:pt x="587" y="1676"/>
                    </a:cubicBezTo>
                    <a:cubicBezTo>
                      <a:pt x="613" y="1676"/>
                      <a:pt x="613" y="1676"/>
                      <a:pt x="634" y="1655"/>
                    </a:cubicBezTo>
                    <a:cubicBezTo>
                      <a:pt x="676" y="1613"/>
                      <a:pt x="697" y="1634"/>
                      <a:pt x="744" y="1613"/>
                    </a:cubicBezTo>
                    <a:cubicBezTo>
                      <a:pt x="786" y="1592"/>
                      <a:pt x="786" y="1571"/>
                      <a:pt x="786" y="1524"/>
                    </a:cubicBezTo>
                    <a:cubicBezTo>
                      <a:pt x="765" y="1461"/>
                      <a:pt x="676" y="1440"/>
                      <a:pt x="718" y="1393"/>
                    </a:cubicBezTo>
                    <a:cubicBezTo>
                      <a:pt x="726" y="1381"/>
                      <a:pt x="733" y="1378"/>
                      <a:pt x="740" y="1378"/>
                    </a:cubicBezTo>
                    <a:cubicBezTo>
                      <a:pt x="748" y="1378"/>
                      <a:pt x="755" y="1381"/>
                      <a:pt x="761" y="1381"/>
                    </a:cubicBezTo>
                    <a:cubicBezTo>
                      <a:pt x="770" y="1381"/>
                      <a:pt x="778" y="1376"/>
                      <a:pt x="786" y="1351"/>
                    </a:cubicBezTo>
                    <a:cubicBezTo>
                      <a:pt x="807" y="1283"/>
                      <a:pt x="828" y="1309"/>
                      <a:pt x="786" y="1262"/>
                    </a:cubicBezTo>
                    <a:cubicBezTo>
                      <a:pt x="744" y="1199"/>
                      <a:pt x="676" y="1199"/>
                      <a:pt x="744" y="1199"/>
                    </a:cubicBezTo>
                    <a:cubicBezTo>
                      <a:pt x="776" y="1199"/>
                      <a:pt x="786" y="1205"/>
                      <a:pt x="794" y="1205"/>
                    </a:cubicBezTo>
                    <a:cubicBezTo>
                      <a:pt x="802" y="1205"/>
                      <a:pt x="807" y="1199"/>
                      <a:pt x="828" y="1179"/>
                    </a:cubicBezTo>
                    <a:cubicBezTo>
                      <a:pt x="861" y="1160"/>
                      <a:pt x="838" y="1135"/>
                      <a:pt x="844" y="1135"/>
                    </a:cubicBezTo>
                    <a:cubicBezTo>
                      <a:pt x="846" y="1135"/>
                      <a:pt x="854" y="1140"/>
                      <a:pt x="875" y="1152"/>
                    </a:cubicBezTo>
                    <a:cubicBezTo>
                      <a:pt x="959" y="1179"/>
                      <a:pt x="896" y="1179"/>
                      <a:pt x="980" y="1199"/>
                    </a:cubicBezTo>
                    <a:cubicBezTo>
                      <a:pt x="1048" y="1220"/>
                      <a:pt x="1027" y="1199"/>
                      <a:pt x="1111" y="1241"/>
                    </a:cubicBezTo>
                    <a:cubicBezTo>
                      <a:pt x="1200" y="1262"/>
                      <a:pt x="1200" y="1283"/>
                      <a:pt x="1268" y="1309"/>
                    </a:cubicBezTo>
                    <a:cubicBezTo>
                      <a:pt x="1310" y="1351"/>
                      <a:pt x="1310" y="1393"/>
                      <a:pt x="1289" y="1414"/>
                    </a:cubicBezTo>
                    <a:cubicBezTo>
                      <a:pt x="1289" y="1440"/>
                      <a:pt x="1221" y="1440"/>
                      <a:pt x="1268" y="1482"/>
                    </a:cubicBezTo>
                    <a:cubicBezTo>
                      <a:pt x="1311" y="1497"/>
                      <a:pt x="1334" y="1533"/>
                      <a:pt x="1351" y="1533"/>
                    </a:cubicBezTo>
                    <a:cubicBezTo>
                      <a:pt x="1359" y="1533"/>
                      <a:pt x="1366" y="1525"/>
                      <a:pt x="1373" y="1503"/>
                    </a:cubicBezTo>
                    <a:cubicBezTo>
                      <a:pt x="1373" y="1440"/>
                      <a:pt x="1352" y="1440"/>
                      <a:pt x="1352" y="1372"/>
                    </a:cubicBezTo>
                    <a:cubicBezTo>
                      <a:pt x="1352" y="1309"/>
                      <a:pt x="1420" y="1309"/>
                      <a:pt x="1352" y="1262"/>
                    </a:cubicBezTo>
                    <a:cubicBezTo>
                      <a:pt x="1268" y="1199"/>
                      <a:pt x="1268" y="1241"/>
                      <a:pt x="1200" y="1199"/>
                    </a:cubicBezTo>
                    <a:cubicBezTo>
                      <a:pt x="1111" y="1152"/>
                      <a:pt x="1090" y="1131"/>
                      <a:pt x="1027" y="1110"/>
                    </a:cubicBezTo>
                    <a:cubicBezTo>
                      <a:pt x="980" y="1069"/>
                      <a:pt x="938" y="1048"/>
                      <a:pt x="959" y="1021"/>
                    </a:cubicBezTo>
                    <a:cubicBezTo>
                      <a:pt x="959" y="1013"/>
                      <a:pt x="962" y="1008"/>
                      <a:pt x="969" y="1008"/>
                    </a:cubicBezTo>
                    <a:cubicBezTo>
                      <a:pt x="980" y="1008"/>
                      <a:pt x="999" y="1019"/>
                      <a:pt x="1027" y="1048"/>
                    </a:cubicBezTo>
                    <a:cubicBezTo>
                      <a:pt x="1069" y="1069"/>
                      <a:pt x="1027" y="1090"/>
                      <a:pt x="1111" y="1131"/>
                    </a:cubicBezTo>
                    <a:cubicBezTo>
                      <a:pt x="1179" y="1152"/>
                      <a:pt x="1179" y="1152"/>
                      <a:pt x="1242" y="1179"/>
                    </a:cubicBezTo>
                    <a:cubicBezTo>
                      <a:pt x="1289" y="1199"/>
                      <a:pt x="1310" y="1199"/>
                      <a:pt x="1331" y="1241"/>
                    </a:cubicBezTo>
                    <a:cubicBezTo>
                      <a:pt x="1373" y="1262"/>
                      <a:pt x="1399" y="1283"/>
                      <a:pt x="1420" y="1309"/>
                    </a:cubicBezTo>
                    <a:cubicBezTo>
                      <a:pt x="1462" y="1351"/>
                      <a:pt x="1483" y="1372"/>
                      <a:pt x="1504" y="1393"/>
                    </a:cubicBezTo>
                    <a:cubicBezTo>
                      <a:pt x="1525" y="1411"/>
                      <a:pt x="1543" y="1446"/>
                      <a:pt x="1561" y="1446"/>
                    </a:cubicBezTo>
                    <a:cubicBezTo>
                      <a:pt x="1564" y="1446"/>
                      <a:pt x="1568" y="1444"/>
                      <a:pt x="1572" y="1440"/>
                    </a:cubicBezTo>
                    <a:cubicBezTo>
                      <a:pt x="1572" y="1414"/>
                      <a:pt x="1551" y="1393"/>
                      <a:pt x="1530" y="1351"/>
                    </a:cubicBezTo>
                    <a:cubicBezTo>
                      <a:pt x="1504" y="1330"/>
                      <a:pt x="1462" y="1283"/>
                      <a:pt x="1462" y="1262"/>
                    </a:cubicBezTo>
                    <a:cubicBezTo>
                      <a:pt x="1462" y="1241"/>
                      <a:pt x="1420" y="1199"/>
                      <a:pt x="1441" y="1179"/>
                    </a:cubicBezTo>
                    <a:cubicBezTo>
                      <a:pt x="1457" y="1179"/>
                      <a:pt x="1470" y="1182"/>
                      <a:pt x="1478" y="1182"/>
                    </a:cubicBezTo>
                    <a:cubicBezTo>
                      <a:pt x="1493" y="1182"/>
                      <a:pt x="1496" y="1174"/>
                      <a:pt x="1483" y="1131"/>
                    </a:cubicBezTo>
                    <a:cubicBezTo>
                      <a:pt x="1462" y="1069"/>
                      <a:pt x="1373" y="1021"/>
                      <a:pt x="1373" y="959"/>
                    </a:cubicBezTo>
                    <a:cubicBezTo>
                      <a:pt x="1373" y="917"/>
                      <a:pt x="1331" y="891"/>
                      <a:pt x="1399" y="870"/>
                    </a:cubicBezTo>
                    <a:cubicBezTo>
                      <a:pt x="1441" y="870"/>
                      <a:pt x="1399" y="828"/>
                      <a:pt x="1420" y="828"/>
                    </a:cubicBezTo>
                    <a:close/>
                    <a:moveTo>
                      <a:pt x="2074" y="1807"/>
                    </a:moveTo>
                    <a:cubicBezTo>
                      <a:pt x="2116" y="1854"/>
                      <a:pt x="2158" y="1964"/>
                      <a:pt x="2205" y="2048"/>
                    </a:cubicBezTo>
                    <a:cubicBezTo>
                      <a:pt x="2158" y="1985"/>
                      <a:pt x="2137" y="1964"/>
                      <a:pt x="2095" y="1896"/>
                    </a:cubicBezTo>
                    <a:cubicBezTo>
                      <a:pt x="2074" y="1854"/>
                      <a:pt x="2054" y="1807"/>
                      <a:pt x="2054" y="1807"/>
                    </a:cubicBezTo>
                    <a:close/>
                    <a:moveTo>
                      <a:pt x="352" y="0"/>
                    </a:moveTo>
                    <a:cubicBezTo>
                      <a:pt x="352" y="42"/>
                      <a:pt x="372" y="42"/>
                      <a:pt x="435" y="84"/>
                    </a:cubicBezTo>
                    <a:cubicBezTo>
                      <a:pt x="476" y="125"/>
                      <a:pt x="482" y="177"/>
                      <a:pt x="452" y="177"/>
                    </a:cubicBezTo>
                    <a:cubicBezTo>
                      <a:pt x="447" y="177"/>
                      <a:pt x="442" y="176"/>
                      <a:pt x="435" y="173"/>
                    </a:cubicBezTo>
                    <a:cubicBezTo>
                      <a:pt x="414" y="152"/>
                      <a:pt x="372" y="131"/>
                      <a:pt x="325" y="84"/>
                    </a:cubicBezTo>
                    <a:cubicBezTo>
                      <a:pt x="304" y="42"/>
                      <a:pt x="325" y="42"/>
                      <a:pt x="262" y="42"/>
                    </a:cubicBezTo>
                    <a:cubicBezTo>
                      <a:pt x="173" y="42"/>
                      <a:pt x="132" y="42"/>
                      <a:pt x="90" y="21"/>
                    </a:cubicBezTo>
                    <a:cubicBezTo>
                      <a:pt x="43" y="21"/>
                      <a:pt x="1" y="63"/>
                      <a:pt x="43" y="105"/>
                    </a:cubicBezTo>
                    <a:cubicBezTo>
                      <a:pt x="90" y="152"/>
                      <a:pt x="132" y="152"/>
                      <a:pt x="111" y="215"/>
                    </a:cubicBezTo>
                    <a:cubicBezTo>
                      <a:pt x="111" y="283"/>
                      <a:pt x="43" y="283"/>
                      <a:pt x="111" y="325"/>
                    </a:cubicBezTo>
                    <a:cubicBezTo>
                      <a:pt x="173" y="346"/>
                      <a:pt x="173" y="367"/>
                      <a:pt x="221" y="414"/>
                    </a:cubicBezTo>
                    <a:cubicBezTo>
                      <a:pt x="265" y="444"/>
                      <a:pt x="289" y="473"/>
                      <a:pt x="306" y="473"/>
                    </a:cubicBezTo>
                    <a:cubicBezTo>
                      <a:pt x="313" y="473"/>
                      <a:pt x="319" y="468"/>
                      <a:pt x="325" y="456"/>
                    </a:cubicBezTo>
                    <a:cubicBezTo>
                      <a:pt x="361" y="440"/>
                      <a:pt x="343" y="398"/>
                      <a:pt x="361" y="398"/>
                    </a:cubicBezTo>
                    <a:cubicBezTo>
                      <a:pt x="367" y="398"/>
                      <a:pt x="377" y="402"/>
                      <a:pt x="393" y="414"/>
                    </a:cubicBezTo>
                    <a:cubicBezTo>
                      <a:pt x="456" y="456"/>
                      <a:pt x="456" y="456"/>
                      <a:pt x="503" y="498"/>
                    </a:cubicBezTo>
                    <a:cubicBezTo>
                      <a:pt x="524" y="566"/>
                      <a:pt x="503" y="566"/>
                      <a:pt x="545" y="566"/>
                    </a:cubicBezTo>
                    <a:cubicBezTo>
                      <a:pt x="562" y="566"/>
                      <a:pt x="580" y="569"/>
                      <a:pt x="593" y="569"/>
                    </a:cubicBezTo>
                    <a:cubicBezTo>
                      <a:pt x="614" y="569"/>
                      <a:pt x="626" y="562"/>
                      <a:pt x="613" y="524"/>
                    </a:cubicBezTo>
                    <a:cubicBezTo>
                      <a:pt x="613" y="456"/>
                      <a:pt x="566" y="435"/>
                      <a:pt x="524" y="414"/>
                    </a:cubicBezTo>
                    <a:cubicBezTo>
                      <a:pt x="482" y="367"/>
                      <a:pt x="482" y="325"/>
                      <a:pt x="435" y="325"/>
                    </a:cubicBezTo>
                    <a:cubicBezTo>
                      <a:pt x="372" y="304"/>
                      <a:pt x="372" y="304"/>
                      <a:pt x="352" y="262"/>
                    </a:cubicBezTo>
                    <a:cubicBezTo>
                      <a:pt x="304" y="194"/>
                      <a:pt x="262" y="194"/>
                      <a:pt x="262" y="173"/>
                    </a:cubicBezTo>
                    <a:cubicBezTo>
                      <a:pt x="271" y="164"/>
                      <a:pt x="276" y="159"/>
                      <a:pt x="282" y="159"/>
                    </a:cubicBezTo>
                    <a:cubicBezTo>
                      <a:pt x="291" y="159"/>
                      <a:pt x="301" y="169"/>
                      <a:pt x="325" y="194"/>
                    </a:cubicBezTo>
                    <a:cubicBezTo>
                      <a:pt x="393" y="236"/>
                      <a:pt x="372" y="262"/>
                      <a:pt x="435" y="304"/>
                    </a:cubicBezTo>
                    <a:cubicBezTo>
                      <a:pt x="502" y="320"/>
                      <a:pt x="519" y="362"/>
                      <a:pt x="541" y="362"/>
                    </a:cubicBezTo>
                    <a:cubicBezTo>
                      <a:pt x="548" y="362"/>
                      <a:pt x="556" y="358"/>
                      <a:pt x="566" y="346"/>
                    </a:cubicBezTo>
                    <a:cubicBezTo>
                      <a:pt x="613" y="304"/>
                      <a:pt x="587" y="304"/>
                      <a:pt x="613" y="283"/>
                    </a:cubicBezTo>
                    <a:cubicBezTo>
                      <a:pt x="655" y="283"/>
                      <a:pt x="613" y="236"/>
                      <a:pt x="634" y="236"/>
                    </a:cubicBezTo>
                    <a:cubicBezTo>
                      <a:pt x="676" y="262"/>
                      <a:pt x="697" y="304"/>
                      <a:pt x="676" y="325"/>
                    </a:cubicBezTo>
                    <a:cubicBezTo>
                      <a:pt x="655" y="346"/>
                      <a:pt x="613" y="325"/>
                      <a:pt x="634" y="367"/>
                    </a:cubicBezTo>
                    <a:cubicBezTo>
                      <a:pt x="655" y="414"/>
                      <a:pt x="655" y="393"/>
                      <a:pt x="697" y="435"/>
                    </a:cubicBezTo>
                    <a:cubicBezTo>
                      <a:pt x="744" y="477"/>
                      <a:pt x="676" y="477"/>
                      <a:pt x="718" y="524"/>
                    </a:cubicBezTo>
                    <a:cubicBezTo>
                      <a:pt x="765" y="566"/>
                      <a:pt x="786" y="545"/>
                      <a:pt x="786" y="566"/>
                    </a:cubicBezTo>
                    <a:cubicBezTo>
                      <a:pt x="786" y="608"/>
                      <a:pt x="786" y="608"/>
                      <a:pt x="718" y="608"/>
                    </a:cubicBezTo>
                    <a:cubicBezTo>
                      <a:pt x="682" y="596"/>
                      <a:pt x="653" y="584"/>
                      <a:pt x="629" y="584"/>
                    </a:cubicBezTo>
                    <a:cubicBezTo>
                      <a:pt x="612" y="584"/>
                      <a:pt x="598" y="590"/>
                      <a:pt x="587" y="608"/>
                    </a:cubicBezTo>
                    <a:cubicBezTo>
                      <a:pt x="575" y="620"/>
                      <a:pt x="570" y="634"/>
                      <a:pt x="559" y="634"/>
                    </a:cubicBezTo>
                    <a:cubicBezTo>
                      <a:pt x="552" y="634"/>
                      <a:pt x="542" y="627"/>
                      <a:pt x="524" y="608"/>
                    </a:cubicBezTo>
                    <a:cubicBezTo>
                      <a:pt x="503" y="566"/>
                      <a:pt x="482" y="524"/>
                      <a:pt x="456" y="498"/>
                    </a:cubicBezTo>
                    <a:cubicBezTo>
                      <a:pt x="444" y="486"/>
                      <a:pt x="425" y="474"/>
                      <a:pt x="415" y="474"/>
                    </a:cubicBezTo>
                    <a:cubicBezTo>
                      <a:pt x="408" y="474"/>
                      <a:pt x="406" y="480"/>
                      <a:pt x="414" y="498"/>
                    </a:cubicBezTo>
                    <a:cubicBezTo>
                      <a:pt x="435" y="545"/>
                      <a:pt x="414" y="545"/>
                      <a:pt x="456" y="587"/>
                    </a:cubicBezTo>
                    <a:cubicBezTo>
                      <a:pt x="503" y="608"/>
                      <a:pt x="545" y="629"/>
                      <a:pt x="545" y="655"/>
                    </a:cubicBezTo>
                    <a:cubicBezTo>
                      <a:pt x="541" y="659"/>
                      <a:pt x="537" y="661"/>
                      <a:pt x="534" y="661"/>
                    </a:cubicBezTo>
                    <a:cubicBezTo>
                      <a:pt x="530" y="661"/>
                      <a:pt x="527" y="658"/>
                      <a:pt x="524" y="658"/>
                    </a:cubicBezTo>
                    <a:cubicBezTo>
                      <a:pt x="519" y="658"/>
                      <a:pt x="513" y="664"/>
                      <a:pt x="503" y="697"/>
                    </a:cubicBezTo>
                    <a:cubicBezTo>
                      <a:pt x="482" y="760"/>
                      <a:pt x="482" y="760"/>
                      <a:pt x="482" y="786"/>
                    </a:cubicBezTo>
                    <a:cubicBezTo>
                      <a:pt x="482" y="828"/>
                      <a:pt x="482" y="807"/>
                      <a:pt x="456" y="849"/>
                    </a:cubicBezTo>
                    <a:cubicBezTo>
                      <a:pt x="435" y="870"/>
                      <a:pt x="482" y="849"/>
                      <a:pt x="414" y="891"/>
                    </a:cubicBezTo>
                    <a:cubicBezTo>
                      <a:pt x="372" y="959"/>
                      <a:pt x="372" y="917"/>
                      <a:pt x="325" y="959"/>
                    </a:cubicBezTo>
                    <a:cubicBezTo>
                      <a:pt x="304" y="980"/>
                      <a:pt x="283" y="1000"/>
                      <a:pt x="352" y="1021"/>
                    </a:cubicBezTo>
                    <a:cubicBezTo>
                      <a:pt x="375" y="1029"/>
                      <a:pt x="390" y="1030"/>
                      <a:pt x="401" y="1030"/>
                    </a:cubicBezTo>
                    <a:cubicBezTo>
                      <a:pt x="409" y="1030"/>
                      <a:pt x="415" y="1029"/>
                      <a:pt x="420" y="1029"/>
                    </a:cubicBezTo>
                    <a:cubicBezTo>
                      <a:pt x="430" y="1029"/>
                      <a:pt x="435" y="1035"/>
                      <a:pt x="456" y="1069"/>
                    </a:cubicBezTo>
                    <a:cubicBezTo>
                      <a:pt x="503" y="1110"/>
                      <a:pt x="482" y="1110"/>
                      <a:pt x="503" y="1152"/>
                    </a:cubicBezTo>
                    <a:cubicBezTo>
                      <a:pt x="524" y="1179"/>
                      <a:pt x="545" y="1179"/>
                      <a:pt x="545" y="1220"/>
                    </a:cubicBezTo>
                    <a:cubicBezTo>
                      <a:pt x="545" y="1241"/>
                      <a:pt x="524" y="1241"/>
                      <a:pt x="456" y="1262"/>
                    </a:cubicBezTo>
                    <a:cubicBezTo>
                      <a:pt x="406" y="1262"/>
                      <a:pt x="369" y="1236"/>
                      <a:pt x="332" y="1236"/>
                    </a:cubicBezTo>
                    <a:cubicBezTo>
                      <a:pt x="323" y="1236"/>
                      <a:pt x="314" y="1237"/>
                      <a:pt x="304" y="1241"/>
                    </a:cubicBezTo>
                    <a:cubicBezTo>
                      <a:pt x="283" y="1262"/>
                      <a:pt x="242" y="1283"/>
                      <a:pt x="283" y="1330"/>
                    </a:cubicBezTo>
                    <a:cubicBezTo>
                      <a:pt x="325" y="1372"/>
                      <a:pt x="352" y="1372"/>
                      <a:pt x="352" y="1440"/>
                    </a:cubicBezTo>
                    <a:cubicBezTo>
                      <a:pt x="325" y="1482"/>
                      <a:pt x="352" y="1482"/>
                      <a:pt x="304" y="1524"/>
                    </a:cubicBezTo>
                    <a:cubicBezTo>
                      <a:pt x="262" y="1545"/>
                      <a:pt x="242" y="1545"/>
                      <a:pt x="262" y="1592"/>
                    </a:cubicBezTo>
                    <a:cubicBezTo>
                      <a:pt x="304" y="1613"/>
                      <a:pt x="325" y="1613"/>
                      <a:pt x="393" y="1634"/>
                    </a:cubicBezTo>
                    <a:cubicBezTo>
                      <a:pt x="435" y="1655"/>
                      <a:pt x="482" y="1676"/>
                      <a:pt x="524" y="1676"/>
                    </a:cubicBezTo>
                    <a:lnTo>
                      <a:pt x="566" y="1676"/>
                    </a:lnTo>
                    <a:lnTo>
                      <a:pt x="566" y="1702"/>
                    </a:lnTo>
                    <a:cubicBezTo>
                      <a:pt x="545" y="1723"/>
                      <a:pt x="566" y="1765"/>
                      <a:pt x="524" y="1807"/>
                    </a:cubicBezTo>
                    <a:cubicBezTo>
                      <a:pt x="503" y="1875"/>
                      <a:pt x="456" y="1854"/>
                      <a:pt x="435" y="1875"/>
                    </a:cubicBezTo>
                    <a:cubicBezTo>
                      <a:pt x="435" y="1917"/>
                      <a:pt x="414" y="1917"/>
                      <a:pt x="435" y="1985"/>
                    </a:cubicBezTo>
                    <a:cubicBezTo>
                      <a:pt x="456" y="2027"/>
                      <a:pt x="456" y="2048"/>
                      <a:pt x="414" y="2116"/>
                    </a:cubicBezTo>
                    <a:cubicBezTo>
                      <a:pt x="372" y="2179"/>
                      <a:pt x="352" y="2268"/>
                      <a:pt x="304" y="2357"/>
                    </a:cubicBezTo>
                    <a:cubicBezTo>
                      <a:pt x="262" y="2420"/>
                      <a:pt x="242" y="2488"/>
                      <a:pt x="242" y="2572"/>
                    </a:cubicBezTo>
                    <a:cubicBezTo>
                      <a:pt x="221" y="2682"/>
                      <a:pt x="262" y="2854"/>
                      <a:pt x="262" y="2943"/>
                    </a:cubicBezTo>
                    <a:cubicBezTo>
                      <a:pt x="242" y="3032"/>
                      <a:pt x="242" y="2985"/>
                      <a:pt x="242" y="3095"/>
                    </a:cubicBezTo>
                    <a:cubicBezTo>
                      <a:pt x="221" y="3184"/>
                      <a:pt x="173" y="3184"/>
                      <a:pt x="242" y="3247"/>
                    </a:cubicBezTo>
                    <a:cubicBezTo>
                      <a:pt x="304" y="3336"/>
                      <a:pt x="372" y="3404"/>
                      <a:pt x="435" y="3446"/>
                    </a:cubicBezTo>
                    <a:cubicBezTo>
                      <a:pt x="503" y="3509"/>
                      <a:pt x="524" y="3577"/>
                      <a:pt x="587" y="3619"/>
                    </a:cubicBezTo>
                    <a:cubicBezTo>
                      <a:pt x="655" y="3666"/>
                      <a:pt x="718" y="3708"/>
                      <a:pt x="786" y="3729"/>
                    </a:cubicBezTo>
                    <a:cubicBezTo>
                      <a:pt x="816" y="3744"/>
                      <a:pt x="824" y="3759"/>
                      <a:pt x="851" y="3759"/>
                    </a:cubicBezTo>
                    <a:cubicBezTo>
                      <a:pt x="862" y="3759"/>
                      <a:pt x="876" y="3756"/>
                      <a:pt x="896" y="3750"/>
                    </a:cubicBezTo>
                    <a:cubicBezTo>
                      <a:pt x="959" y="3750"/>
                      <a:pt x="959" y="3750"/>
                      <a:pt x="1048" y="3729"/>
                    </a:cubicBezTo>
                    <a:cubicBezTo>
                      <a:pt x="1158" y="3708"/>
                      <a:pt x="1111" y="3708"/>
                      <a:pt x="1221" y="3687"/>
                    </a:cubicBezTo>
                    <a:cubicBezTo>
                      <a:pt x="1310" y="3666"/>
                      <a:pt x="1310" y="3666"/>
                      <a:pt x="1373" y="3619"/>
                    </a:cubicBezTo>
                    <a:cubicBezTo>
                      <a:pt x="1399" y="3584"/>
                      <a:pt x="1417" y="3569"/>
                      <a:pt x="1435" y="3569"/>
                    </a:cubicBezTo>
                    <a:cubicBezTo>
                      <a:pt x="1449" y="3569"/>
                      <a:pt x="1464" y="3579"/>
                      <a:pt x="1483" y="3598"/>
                    </a:cubicBezTo>
                    <a:cubicBezTo>
                      <a:pt x="1522" y="3633"/>
                      <a:pt x="1510" y="3671"/>
                      <a:pt x="1544" y="3671"/>
                    </a:cubicBezTo>
                    <a:cubicBezTo>
                      <a:pt x="1551" y="3671"/>
                      <a:pt x="1560" y="3670"/>
                      <a:pt x="1572" y="3666"/>
                    </a:cubicBezTo>
                    <a:cubicBezTo>
                      <a:pt x="1623" y="3666"/>
                      <a:pt x="1604" y="3635"/>
                      <a:pt x="1633" y="3635"/>
                    </a:cubicBezTo>
                    <a:cubicBezTo>
                      <a:pt x="1640" y="3635"/>
                      <a:pt x="1648" y="3636"/>
                      <a:pt x="1661" y="3640"/>
                    </a:cubicBezTo>
                    <a:cubicBezTo>
                      <a:pt x="1745" y="3666"/>
                      <a:pt x="1765" y="3687"/>
                      <a:pt x="1745" y="3771"/>
                    </a:cubicBezTo>
                    <a:cubicBezTo>
                      <a:pt x="1724" y="3860"/>
                      <a:pt x="1682" y="3970"/>
                      <a:pt x="1703" y="4033"/>
                    </a:cubicBezTo>
                    <a:cubicBezTo>
                      <a:pt x="1724" y="4101"/>
                      <a:pt x="1745" y="4122"/>
                      <a:pt x="1765" y="4211"/>
                    </a:cubicBezTo>
                    <a:cubicBezTo>
                      <a:pt x="1792" y="4295"/>
                      <a:pt x="1792" y="4342"/>
                      <a:pt x="1765" y="4425"/>
                    </a:cubicBezTo>
                    <a:cubicBezTo>
                      <a:pt x="1765" y="4494"/>
                      <a:pt x="1765" y="4535"/>
                      <a:pt x="1745" y="4603"/>
                    </a:cubicBezTo>
                    <a:cubicBezTo>
                      <a:pt x="1745" y="4687"/>
                      <a:pt x="1745" y="4645"/>
                      <a:pt x="1703" y="4776"/>
                    </a:cubicBezTo>
                    <a:cubicBezTo>
                      <a:pt x="1682" y="4907"/>
                      <a:pt x="1635" y="4907"/>
                      <a:pt x="1661" y="5017"/>
                    </a:cubicBezTo>
                    <a:cubicBezTo>
                      <a:pt x="1661" y="5106"/>
                      <a:pt x="1614" y="5127"/>
                      <a:pt x="1635" y="5211"/>
                    </a:cubicBezTo>
                    <a:cubicBezTo>
                      <a:pt x="1635" y="5321"/>
                      <a:pt x="1614" y="5368"/>
                      <a:pt x="1593" y="5452"/>
                    </a:cubicBezTo>
                    <a:cubicBezTo>
                      <a:pt x="1551" y="5520"/>
                      <a:pt x="1572" y="5541"/>
                      <a:pt x="1551" y="5604"/>
                    </a:cubicBezTo>
                    <a:cubicBezTo>
                      <a:pt x="1551" y="5672"/>
                      <a:pt x="1530" y="5714"/>
                      <a:pt x="1504" y="5735"/>
                    </a:cubicBezTo>
                    <a:cubicBezTo>
                      <a:pt x="1486" y="5775"/>
                      <a:pt x="1467" y="5828"/>
                      <a:pt x="1507" y="5828"/>
                    </a:cubicBezTo>
                    <a:cubicBezTo>
                      <a:pt x="1513" y="5828"/>
                      <a:pt x="1521" y="5827"/>
                      <a:pt x="1530" y="5824"/>
                    </a:cubicBezTo>
                    <a:cubicBezTo>
                      <a:pt x="1572" y="5803"/>
                      <a:pt x="1745" y="5672"/>
                      <a:pt x="1834" y="5562"/>
                    </a:cubicBezTo>
                    <a:cubicBezTo>
                      <a:pt x="1923" y="5473"/>
                      <a:pt x="2095" y="5148"/>
                      <a:pt x="2184" y="5017"/>
                    </a:cubicBezTo>
                    <a:cubicBezTo>
                      <a:pt x="2289" y="4865"/>
                      <a:pt x="2420" y="4452"/>
                      <a:pt x="2467" y="4321"/>
                    </a:cubicBezTo>
                    <a:cubicBezTo>
                      <a:pt x="2509" y="4190"/>
                      <a:pt x="2551" y="3619"/>
                      <a:pt x="2577" y="3467"/>
                    </a:cubicBezTo>
                    <a:cubicBezTo>
                      <a:pt x="2619" y="3294"/>
                      <a:pt x="2577" y="2901"/>
                      <a:pt x="2551" y="2812"/>
                    </a:cubicBezTo>
                    <a:cubicBezTo>
                      <a:pt x="2551" y="2723"/>
                      <a:pt x="2467" y="2682"/>
                      <a:pt x="2446" y="2619"/>
                    </a:cubicBezTo>
                    <a:cubicBezTo>
                      <a:pt x="2420" y="2551"/>
                      <a:pt x="2378" y="2509"/>
                      <a:pt x="2357" y="2420"/>
                    </a:cubicBezTo>
                    <a:lnTo>
                      <a:pt x="2357" y="2357"/>
                    </a:lnTo>
                    <a:cubicBezTo>
                      <a:pt x="2399" y="2462"/>
                      <a:pt x="2420" y="2462"/>
                      <a:pt x="2488" y="2551"/>
                    </a:cubicBezTo>
                    <a:cubicBezTo>
                      <a:pt x="2509" y="2572"/>
                      <a:pt x="2509" y="2572"/>
                      <a:pt x="2530" y="2593"/>
                    </a:cubicBezTo>
                    <a:cubicBezTo>
                      <a:pt x="2268" y="1440"/>
                      <a:pt x="1462" y="456"/>
                      <a:pt x="37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0" name="Google Shape;2630;p58">
                <a:extLst>
                  <a:ext uri="{FF2B5EF4-FFF2-40B4-BE49-F238E27FC236}">
                    <a16:creationId xmlns:a16="http://schemas.microsoft.com/office/drawing/2014/main" id="{5A30D030-4858-224F-2178-0FF488481A06}"/>
                  </a:ext>
                </a:extLst>
              </p:cNvPr>
              <p:cNvSpPr/>
              <p:nvPr/>
            </p:nvSpPr>
            <p:spPr>
              <a:xfrm>
                <a:off x="4204749" y="507749"/>
                <a:ext cx="501754" cy="1118311"/>
              </a:xfrm>
              <a:custGeom>
                <a:avLst/>
                <a:gdLst/>
                <a:ahLst/>
                <a:cxnLst/>
                <a:rect l="l" t="t" r="r" b="b"/>
                <a:pathLst>
                  <a:path w="2662" h="5933" extrusionOk="0">
                    <a:moveTo>
                      <a:pt x="545" y="199"/>
                    </a:moveTo>
                    <a:cubicBezTo>
                      <a:pt x="566" y="220"/>
                      <a:pt x="587" y="220"/>
                      <a:pt x="634" y="241"/>
                    </a:cubicBezTo>
                    <a:lnTo>
                      <a:pt x="608" y="262"/>
                    </a:lnTo>
                    <a:lnTo>
                      <a:pt x="587" y="283"/>
                    </a:lnTo>
                    <a:cubicBezTo>
                      <a:pt x="566" y="309"/>
                      <a:pt x="566" y="330"/>
                      <a:pt x="566" y="330"/>
                    </a:cubicBezTo>
                    <a:lnTo>
                      <a:pt x="545" y="351"/>
                    </a:lnTo>
                    <a:cubicBezTo>
                      <a:pt x="545" y="330"/>
                      <a:pt x="524" y="309"/>
                      <a:pt x="477" y="283"/>
                    </a:cubicBezTo>
                    <a:lnTo>
                      <a:pt x="456" y="283"/>
                    </a:lnTo>
                    <a:cubicBezTo>
                      <a:pt x="477" y="283"/>
                      <a:pt x="503" y="283"/>
                      <a:pt x="503" y="262"/>
                    </a:cubicBezTo>
                    <a:cubicBezTo>
                      <a:pt x="545" y="241"/>
                      <a:pt x="545" y="220"/>
                      <a:pt x="545" y="199"/>
                    </a:cubicBezTo>
                    <a:close/>
                    <a:moveTo>
                      <a:pt x="435" y="414"/>
                    </a:moveTo>
                    <a:cubicBezTo>
                      <a:pt x="452" y="414"/>
                      <a:pt x="455" y="414"/>
                      <a:pt x="456" y="427"/>
                    </a:cubicBezTo>
                    <a:lnTo>
                      <a:pt x="456" y="427"/>
                    </a:lnTo>
                    <a:cubicBezTo>
                      <a:pt x="450" y="423"/>
                      <a:pt x="443" y="418"/>
                      <a:pt x="435" y="414"/>
                    </a:cubicBezTo>
                    <a:close/>
                    <a:moveTo>
                      <a:pt x="304" y="131"/>
                    </a:moveTo>
                    <a:lnTo>
                      <a:pt x="304" y="152"/>
                    </a:lnTo>
                    <a:lnTo>
                      <a:pt x="263" y="152"/>
                    </a:lnTo>
                    <a:cubicBezTo>
                      <a:pt x="242" y="178"/>
                      <a:pt x="242" y="178"/>
                      <a:pt x="242" y="199"/>
                    </a:cubicBezTo>
                    <a:lnTo>
                      <a:pt x="242" y="262"/>
                    </a:lnTo>
                    <a:cubicBezTo>
                      <a:pt x="263" y="283"/>
                      <a:pt x="263" y="283"/>
                      <a:pt x="283" y="283"/>
                    </a:cubicBezTo>
                    <a:cubicBezTo>
                      <a:pt x="283" y="309"/>
                      <a:pt x="304" y="309"/>
                      <a:pt x="325" y="330"/>
                    </a:cubicBezTo>
                    <a:cubicBezTo>
                      <a:pt x="346" y="351"/>
                      <a:pt x="346" y="372"/>
                      <a:pt x="373" y="393"/>
                    </a:cubicBezTo>
                    <a:cubicBezTo>
                      <a:pt x="346" y="393"/>
                      <a:pt x="346" y="414"/>
                      <a:pt x="325" y="414"/>
                    </a:cubicBezTo>
                    <a:lnTo>
                      <a:pt x="325" y="440"/>
                    </a:lnTo>
                    <a:cubicBezTo>
                      <a:pt x="304" y="440"/>
                      <a:pt x="304" y="440"/>
                      <a:pt x="283" y="414"/>
                    </a:cubicBezTo>
                    <a:cubicBezTo>
                      <a:pt x="215" y="372"/>
                      <a:pt x="215" y="351"/>
                      <a:pt x="174" y="330"/>
                    </a:cubicBezTo>
                    <a:cubicBezTo>
                      <a:pt x="174" y="309"/>
                      <a:pt x="174" y="309"/>
                      <a:pt x="194" y="283"/>
                    </a:cubicBezTo>
                    <a:cubicBezTo>
                      <a:pt x="194" y="241"/>
                      <a:pt x="174" y="199"/>
                      <a:pt x="174" y="178"/>
                    </a:cubicBezTo>
                    <a:cubicBezTo>
                      <a:pt x="153" y="152"/>
                      <a:pt x="132" y="131"/>
                      <a:pt x="111" y="131"/>
                    </a:cubicBezTo>
                    <a:close/>
                    <a:moveTo>
                      <a:pt x="494" y="460"/>
                    </a:moveTo>
                    <a:lnTo>
                      <a:pt x="494" y="460"/>
                    </a:lnTo>
                    <a:cubicBezTo>
                      <a:pt x="500" y="467"/>
                      <a:pt x="503" y="474"/>
                      <a:pt x="503" y="482"/>
                    </a:cubicBezTo>
                    <a:cubicBezTo>
                      <a:pt x="503" y="475"/>
                      <a:pt x="500" y="467"/>
                      <a:pt x="494" y="460"/>
                    </a:cubicBezTo>
                    <a:close/>
                    <a:moveTo>
                      <a:pt x="1462" y="964"/>
                    </a:moveTo>
                    <a:cubicBezTo>
                      <a:pt x="1462" y="985"/>
                      <a:pt x="1483" y="1027"/>
                      <a:pt x="1525" y="1047"/>
                    </a:cubicBezTo>
                    <a:cubicBezTo>
                      <a:pt x="1551" y="1068"/>
                      <a:pt x="1572" y="1095"/>
                      <a:pt x="1593" y="1095"/>
                    </a:cubicBezTo>
                    <a:cubicBezTo>
                      <a:pt x="1572" y="1116"/>
                      <a:pt x="1551" y="1116"/>
                      <a:pt x="1551" y="1137"/>
                    </a:cubicBezTo>
                    <a:cubicBezTo>
                      <a:pt x="1525" y="1095"/>
                      <a:pt x="1504" y="1068"/>
                      <a:pt x="1483" y="1047"/>
                    </a:cubicBezTo>
                    <a:cubicBezTo>
                      <a:pt x="1462" y="1047"/>
                      <a:pt x="1462" y="1027"/>
                      <a:pt x="1441" y="1027"/>
                    </a:cubicBezTo>
                    <a:cubicBezTo>
                      <a:pt x="1462" y="985"/>
                      <a:pt x="1441" y="985"/>
                      <a:pt x="1441" y="964"/>
                    </a:cubicBezTo>
                    <a:close/>
                    <a:moveTo>
                      <a:pt x="1310" y="1330"/>
                    </a:moveTo>
                    <a:lnTo>
                      <a:pt x="1331" y="1356"/>
                    </a:lnTo>
                    <a:lnTo>
                      <a:pt x="1352" y="1356"/>
                    </a:lnTo>
                    <a:cubicBezTo>
                      <a:pt x="1331" y="1356"/>
                      <a:pt x="1331" y="1377"/>
                      <a:pt x="1331" y="1377"/>
                    </a:cubicBezTo>
                    <a:cubicBezTo>
                      <a:pt x="1331" y="1377"/>
                      <a:pt x="1331" y="1356"/>
                      <a:pt x="1310" y="1330"/>
                    </a:cubicBezTo>
                    <a:close/>
                    <a:moveTo>
                      <a:pt x="1745" y="1116"/>
                    </a:moveTo>
                    <a:cubicBezTo>
                      <a:pt x="1786" y="1178"/>
                      <a:pt x="1813" y="1246"/>
                      <a:pt x="1876" y="1309"/>
                    </a:cubicBezTo>
                    <a:lnTo>
                      <a:pt x="1834" y="1309"/>
                    </a:lnTo>
                    <a:cubicBezTo>
                      <a:pt x="1813" y="1309"/>
                      <a:pt x="1786" y="1309"/>
                      <a:pt x="1786" y="1330"/>
                    </a:cubicBezTo>
                    <a:cubicBezTo>
                      <a:pt x="1766" y="1330"/>
                      <a:pt x="1766" y="1356"/>
                      <a:pt x="1766" y="1356"/>
                    </a:cubicBezTo>
                    <a:lnTo>
                      <a:pt x="1766" y="1398"/>
                    </a:lnTo>
                    <a:cubicBezTo>
                      <a:pt x="1745" y="1398"/>
                      <a:pt x="1724" y="1398"/>
                      <a:pt x="1724" y="1377"/>
                    </a:cubicBezTo>
                    <a:lnTo>
                      <a:pt x="1682" y="1377"/>
                    </a:lnTo>
                    <a:cubicBezTo>
                      <a:pt x="1682" y="1377"/>
                      <a:pt x="1656" y="1330"/>
                      <a:pt x="1635" y="1309"/>
                    </a:cubicBezTo>
                    <a:cubicBezTo>
                      <a:pt x="1635" y="1288"/>
                      <a:pt x="1614" y="1267"/>
                      <a:pt x="1593" y="1246"/>
                    </a:cubicBezTo>
                    <a:lnTo>
                      <a:pt x="1614" y="1226"/>
                    </a:lnTo>
                    <a:cubicBezTo>
                      <a:pt x="1635" y="1199"/>
                      <a:pt x="1635" y="1178"/>
                      <a:pt x="1635" y="1178"/>
                    </a:cubicBezTo>
                    <a:lnTo>
                      <a:pt x="1682" y="1178"/>
                    </a:lnTo>
                    <a:lnTo>
                      <a:pt x="1745" y="1116"/>
                    </a:lnTo>
                    <a:close/>
                    <a:moveTo>
                      <a:pt x="896" y="1246"/>
                    </a:moveTo>
                    <a:cubicBezTo>
                      <a:pt x="917" y="1267"/>
                      <a:pt x="917" y="1267"/>
                      <a:pt x="917" y="1288"/>
                    </a:cubicBezTo>
                    <a:cubicBezTo>
                      <a:pt x="938" y="1288"/>
                      <a:pt x="959" y="1288"/>
                      <a:pt x="980" y="1309"/>
                    </a:cubicBezTo>
                    <a:lnTo>
                      <a:pt x="1069" y="1309"/>
                    </a:lnTo>
                    <a:cubicBezTo>
                      <a:pt x="1069" y="1309"/>
                      <a:pt x="1090" y="1309"/>
                      <a:pt x="1132" y="1330"/>
                    </a:cubicBezTo>
                    <a:cubicBezTo>
                      <a:pt x="1200" y="1356"/>
                      <a:pt x="1200" y="1356"/>
                      <a:pt x="1242" y="1398"/>
                    </a:cubicBezTo>
                    <a:cubicBezTo>
                      <a:pt x="1263" y="1419"/>
                      <a:pt x="1263" y="1440"/>
                      <a:pt x="1263" y="1440"/>
                    </a:cubicBezTo>
                    <a:lnTo>
                      <a:pt x="1242" y="1440"/>
                    </a:lnTo>
                    <a:cubicBezTo>
                      <a:pt x="1242" y="1461"/>
                      <a:pt x="1242" y="1461"/>
                      <a:pt x="1221" y="1461"/>
                    </a:cubicBezTo>
                    <a:lnTo>
                      <a:pt x="1221" y="1529"/>
                    </a:lnTo>
                    <a:lnTo>
                      <a:pt x="1200" y="1508"/>
                    </a:lnTo>
                    <a:cubicBezTo>
                      <a:pt x="1111" y="1529"/>
                      <a:pt x="1048" y="1529"/>
                      <a:pt x="980" y="1571"/>
                    </a:cubicBezTo>
                    <a:cubicBezTo>
                      <a:pt x="980" y="1571"/>
                      <a:pt x="938" y="1592"/>
                      <a:pt x="917" y="1618"/>
                    </a:cubicBezTo>
                    <a:cubicBezTo>
                      <a:pt x="896" y="1618"/>
                      <a:pt x="870" y="1639"/>
                      <a:pt x="849" y="1639"/>
                    </a:cubicBezTo>
                    <a:lnTo>
                      <a:pt x="849" y="1550"/>
                    </a:lnTo>
                    <a:cubicBezTo>
                      <a:pt x="849" y="1508"/>
                      <a:pt x="807" y="1487"/>
                      <a:pt x="786" y="1461"/>
                    </a:cubicBezTo>
                    <a:lnTo>
                      <a:pt x="807" y="1461"/>
                    </a:lnTo>
                    <a:cubicBezTo>
                      <a:pt x="828" y="1461"/>
                      <a:pt x="849" y="1440"/>
                      <a:pt x="849" y="1419"/>
                    </a:cubicBezTo>
                    <a:lnTo>
                      <a:pt x="870" y="1398"/>
                    </a:lnTo>
                    <a:cubicBezTo>
                      <a:pt x="870" y="1398"/>
                      <a:pt x="870" y="1377"/>
                      <a:pt x="896" y="1356"/>
                    </a:cubicBezTo>
                    <a:cubicBezTo>
                      <a:pt x="896" y="1356"/>
                      <a:pt x="896" y="1309"/>
                      <a:pt x="870" y="1309"/>
                    </a:cubicBezTo>
                    <a:lnTo>
                      <a:pt x="870" y="1288"/>
                    </a:lnTo>
                    <a:lnTo>
                      <a:pt x="870" y="1267"/>
                    </a:lnTo>
                    <a:cubicBezTo>
                      <a:pt x="896" y="1267"/>
                      <a:pt x="896" y="1267"/>
                      <a:pt x="896" y="1246"/>
                    </a:cubicBezTo>
                    <a:close/>
                    <a:moveTo>
                      <a:pt x="765" y="330"/>
                    </a:moveTo>
                    <a:cubicBezTo>
                      <a:pt x="1001" y="461"/>
                      <a:pt x="1221" y="634"/>
                      <a:pt x="1420" y="807"/>
                    </a:cubicBezTo>
                    <a:lnTo>
                      <a:pt x="1420" y="833"/>
                    </a:lnTo>
                    <a:lnTo>
                      <a:pt x="1394" y="833"/>
                    </a:lnTo>
                    <a:lnTo>
                      <a:pt x="1373" y="854"/>
                    </a:lnTo>
                    <a:lnTo>
                      <a:pt x="1373" y="875"/>
                    </a:lnTo>
                    <a:lnTo>
                      <a:pt x="1352" y="896"/>
                    </a:lnTo>
                    <a:cubicBezTo>
                      <a:pt x="1331" y="917"/>
                      <a:pt x="1331" y="938"/>
                      <a:pt x="1331" y="964"/>
                    </a:cubicBezTo>
                    <a:cubicBezTo>
                      <a:pt x="1331" y="985"/>
                      <a:pt x="1352" y="1006"/>
                      <a:pt x="1352" y="1006"/>
                    </a:cubicBezTo>
                    <a:cubicBezTo>
                      <a:pt x="1331" y="1027"/>
                      <a:pt x="1352" y="1068"/>
                      <a:pt x="1352" y="1068"/>
                    </a:cubicBezTo>
                    <a:cubicBezTo>
                      <a:pt x="1373" y="1095"/>
                      <a:pt x="1394" y="1116"/>
                      <a:pt x="1394" y="1137"/>
                    </a:cubicBezTo>
                    <a:lnTo>
                      <a:pt x="1441" y="1178"/>
                    </a:lnTo>
                    <a:cubicBezTo>
                      <a:pt x="1420" y="1199"/>
                      <a:pt x="1394" y="1226"/>
                      <a:pt x="1394" y="1246"/>
                    </a:cubicBezTo>
                    <a:cubicBezTo>
                      <a:pt x="1352" y="1199"/>
                      <a:pt x="1331" y="1199"/>
                      <a:pt x="1289" y="1178"/>
                    </a:cubicBezTo>
                    <a:lnTo>
                      <a:pt x="1158" y="1137"/>
                    </a:lnTo>
                    <a:cubicBezTo>
                      <a:pt x="1111" y="1116"/>
                      <a:pt x="1111" y="1116"/>
                      <a:pt x="1111" y="1095"/>
                    </a:cubicBezTo>
                    <a:cubicBezTo>
                      <a:pt x="1111" y="1095"/>
                      <a:pt x="1090" y="1068"/>
                      <a:pt x="1069" y="1047"/>
                    </a:cubicBezTo>
                    <a:cubicBezTo>
                      <a:pt x="1048" y="1027"/>
                      <a:pt x="1027" y="1006"/>
                      <a:pt x="1001" y="1006"/>
                    </a:cubicBezTo>
                    <a:cubicBezTo>
                      <a:pt x="980" y="1006"/>
                      <a:pt x="959" y="1006"/>
                      <a:pt x="959" y="1027"/>
                    </a:cubicBezTo>
                    <a:cubicBezTo>
                      <a:pt x="938" y="1027"/>
                      <a:pt x="938" y="1047"/>
                      <a:pt x="938" y="1047"/>
                    </a:cubicBezTo>
                    <a:cubicBezTo>
                      <a:pt x="917" y="1068"/>
                      <a:pt x="917" y="1116"/>
                      <a:pt x="938" y="1116"/>
                    </a:cubicBezTo>
                    <a:cubicBezTo>
                      <a:pt x="938" y="1137"/>
                      <a:pt x="959" y="1157"/>
                      <a:pt x="959" y="1157"/>
                    </a:cubicBezTo>
                    <a:cubicBezTo>
                      <a:pt x="980" y="1157"/>
                      <a:pt x="1001" y="1178"/>
                      <a:pt x="1027" y="1199"/>
                    </a:cubicBezTo>
                    <a:lnTo>
                      <a:pt x="980" y="1199"/>
                    </a:lnTo>
                    <a:lnTo>
                      <a:pt x="980" y="1178"/>
                    </a:lnTo>
                    <a:cubicBezTo>
                      <a:pt x="959" y="1157"/>
                      <a:pt x="938" y="1157"/>
                      <a:pt x="917" y="1137"/>
                    </a:cubicBezTo>
                    <a:lnTo>
                      <a:pt x="849" y="1137"/>
                    </a:lnTo>
                    <a:lnTo>
                      <a:pt x="828" y="1157"/>
                    </a:lnTo>
                    <a:cubicBezTo>
                      <a:pt x="807" y="1178"/>
                      <a:pt x="828" y="1178"/>
                      <a:pt x="828" y="1178"/>
                    </a:cubicBezTo>
                    <a:lnTo>
                      <a:pt x="807" y="1199"/>
                    </a:lnTo>
                    <a:lnTo>
                      <a:pt x="718" y="1199"/>
                    </a:lnTo>
                    <a:lnTo>
                      <a:pt x="697" y="1226"/>
                    </a:lnTo>
                    <a:lnTo>
                      <a:pt x="676" y="1246"/>
                    </a:lnTo>
                    <a:lnTo>
                      <a:pt x="697" y="1267"/>
                    </a:lnTo>
                    <a:lnTo>
                      <a:pt x="697" y="1288"/>
                    </a:lnTo>
                    <a:lnTo>
                      <a:pt x="718" y="1288"/>
                    </a:lnTo>
                    <a:lnTo>
                      <a:pt x="718" y="1309"/>
                    </a:lnTo>
                    <a:cubicBezTo>
                      <a:pt x="739" y="1309"/>
                      <a:pt x="765" y="1330"/>
                      <a:pt x="765" y="1330"/>
                    </a:cubicBezTo>
                    <a:lnTo>
                      <a:pt x="786" y="1356"/>
                    </a:lnTo>
                    <a:cubicBezTo>
                      <a:pt x="765" y="1356"/>
                      <a:pt x="765" y="1356"/>
                      <a:pt x="765" y="1377"/>
                    </a:cubicBezTo>
                    <a:lnTo>
                      <a:pt x="739" y="1377"/>
                    </a:lnTo>
                    <a:cubicBezTo>
                      <a:pt x="718" y="1377"/>
                      <a:pt x="697" y="1398"/>
                      <a:pt x="697" y="1398"/>
                    </a:cubicBezTo>
                    <a:cubicBezTo>
                      <a:pt x="676" y="1419"/>
                      <a:pt x="676" y="1461"/>
                      <a:pt x="676" y="1487"/>
                    </a:cubicBezTo>
                    <a:cubicBezTo>
                      <a:pt x="697" y="1508"/>
                      <a:pt x="697" y="1529"/>
                      <a:pt x="718" y="1529"/>
                    </a:cubicBezTo>
                    <a:cubicBezTo>
                      <a:pt x="739" y="1550"/>
                      <a:pt x="739" y="1571"/>
                      <a:pt x="739" y="1571"/>
                    </a:cubicBezTo>
                    <a:cubicBezTo>
                      <a:pt x="765" y="1592"/>
                      <a:pt x="739" y="1592"/>
                      <a:pt x="765" y="1592"/>
                    </a:cubicBezTo>
                    <a:cubicBezTo>
                      <a:pt x="765" y="1592"/>
                      <a:pt x="739" y="1592"/>
                      <a:pt x="718" y="1618"/>
                    </a:cubicBezTo>
                    <a:lnTo>
                      <a:pt x="676" y="1618"/>
                    </a:lnTo>
                    <a:cubicBezTo>
                      <a:pt x="676" y="1639"/>
                      <a:pt x="634" y="1639"/>
                      <a:pt x="608" y="1660"/>
                    </a:cubicBezTo>
                    <a:cubicBezTo>
                      <a:pt x="608" y="1681"/>
                      <a:pt x="587" y="1681"/>
                      <a:pt x="587" y="1681"/>
                    </a:cubicBezTo>
                    <a:lnTo>
                      <a:pt x="545" y="1681"/>
                    </a:lnTo>
                    <a:cubicBezTo>
                      <a:pt x="503" y="1660"/>
                      <a:pt x="477" y="1660"/>
                      <a:pt x="435" y="1639"/>
                    </a:cubicBezTo>
                    <a:cubicBezTo>
                      <a:pt x="393" y="1618"/>
                      <a:pt x="373" y="1618"/>
                      <a:pt x="373" y="1618"/>
                    </a:cubicBezTo>
                    <a:cubicBezTo>
                      <a:pt x="393" y="1592"/>
                      <a:pt x="393" y="1571"/>
                      <a:pt x="414" y="1550"/>
                    </a:cubicBezTo>
                    <a:lnTo>
                      <a:pt x="414" y="1487"/>
                    </a:lnTo>
                    <a:lnTo>
                      <a:pt x="414" y="1419"/>
                    </a:lnTo>
                    <a:lnTo>
                      <a:pt x="393" y="1398"/>
                    </a:lnTo>
                    <a:cubicBezTo>
                      <a:pt x="373" y="1377"/>
                      <a:pt x="346" y="1377"/>
                      <a:pt x="346" y="1356"/>
                    </a:cubicBezTo>
                    <a:lnTo>
                      <a:pt x="373" y="1330"/>
                    </a:lnTo>
                    <a:cubicBezTo>
                      <a:pt x="393" y="1356"/>
                      <a:pt x="435" y="1356"/>
                      <a:pt x="477" y="1356"/>
                    </a:cubicBezTo>
                    <a:lnTo>
                      <a:pt x="566" y="1356"/>
                    </a:lnTo>
                    <a:cubicBezTo>
                      <a:pt x="587" y="1330"/>
                      <a:pt x="587" y="1330"/>
                      <a:pt x="608" y="1309"/>
                    </a:cubicBezTo>
                    <a:lnTo>
                      <a:pt x="608" y="1267"/>
                    </a:lnTo>
                    <a:cubicBezTo>
                      <a:pt x="608" y="1246"/>
                      <a:pt x="608" y="1226"/>
                      <a:pt x="587" y="1199"/>
                    </a:cubicBezTo>
                    <a:cubicBezTo>
                      <a:pt x="587" y="1178"/>
                      <a:pt x="587" y="1178"/>
                      <a:pt x="566" y="1157"/>
                    </a:cubicBezTo>
                    <a:cubicBezTo>
                      <a:pt x="566" y="1137"/>
                      <a:pt x="566" y="1137"/>
                      <a:pt x="524" y="1068"/>
                    </a:cubicBezTo>
                    <a:cubicBezTo>
                      <a:pt x="524" y="1068"/>
                      <a:pt x="503" y="1047"/>
                      <a:pt x="503" y="1027"/>
                    </a:cubicBezTo>
                    <a:lnTo>
                      <a:pt x="414" y="1027"/>
                    </a:lnTo>
                    <a:cubicBezTo>
                      <a:pt x="435" y="1006"/>
                      <a:pt x="456" y="1006"/>
                      <a:pt x="477" y="985"/>
                    </a:cubicBezTo>
                    <a:lnTo>
                      <a:pt x="503" y="964"/>
                    </a:lnTo>
                    <a:lnTo>
                      <a:pt x="524" y="938"/>
                    </a:lnTo>
                    <a:lnTo>
                      <a:pt x="524" y="917"/>
                    </a:lnTo>
                    <a:lnTo>
                      <a:pt x="545" y="896"/>
                    </a:lnTo>
                    <a:cubicBezTo>
                      <a:pt x="545" y="896"/>
                      <a:pt x="566" y="875"/>
                      <a:pt x="566" y="854"/>
                    </a:cubicBezTo>
                    <a:lnTo>
                      <a:pt x="566" y="833"/>
                    </a:lnTo>
                    <a:cubicBezTo>
                      <a:pt x="566" y="786"/>
                      <a:pt x="545" y="807"/>
                      <a:pt x="566" y="765"/>
                    </a:cubicBezTo>
                    <a:lnTo>
                      <a:pt x="587" y="744"/>
                    </a:lnTo>
                    <a:lnTo>
                      <a:pt x="608" y="723"/>
                    </a:lnTo>
                    <a:cubicBezTo>
                      <a:pt x="634" y="723"/>
                      <a:pt x="634" y="702"/>
                      <a:pt x="634" y="702"/>
                    </a:cubicBezTo>
                    <a:lnTo>
                      <a:pt x="655" y="676"/>
                    </a:lnTo>
                    <a:cubicBezTo>
                      <a:pt x="676" y="702"/>
                      <a:pt x="697" y="702"/>
                      <a:pt x="739" y="702"/>
                    </a:cubicBezTo>
                    <a:lnTo>
                      <a:pt x="828" y="702"/>
                    </a:lnTo>
                    <a:cubicBezTo>
                      <a:pt x="849" y="676"/>
                      <a:pt x="849" y="655"/>
                      <a:pt x="849" y="655"/>
                    </a:cubicBezTo>
                    <a:lnTo>
                      <a:pt x="849" y="634"/>
                    </a:lnTo>
                    <a:cubicBezTo>
                      <a:pt x="849" y="613"/>
                      <a:pt x="849" y="592"/>
                      <a:pt x="828" y="571"/>
                    </a:cubicBezTo>
                    <a:cubicBezTo>
                      <a:pt x="828" y="545"/>
                      <a:pt x="807" y="545"/>
                      <a:pt x="807" y="545"/>
                    </a:cubicBezTo>
                    <a:cubicBezTo>
                      <a:pt x="786" y="545"/>
                      <a:pt x="786" y="545"/>
                      <a:pt x="786" y="524"/>
                    </a:cubicBezTo>
                    <a:lnTo>
                      <a:pt x="786" y="503"/>
                    </a:lnTo>
                    <a:cubicBezTo>
                      <a:pt x="786" y="482"/>
                      <a:pt x="765" y="461"/>
                      <a:pt x="739" y="440"/>
                    </a:cubicBezTo>
                    <a:cubicBezTo>
                      <a:pt x="739" y="414"/>
                      <a:pt x="718" y="414"/>
                      <a:pt x="718" y="414"/>
                    </a:cubicBezTo>
                    <a:lnTo>
                      <a:pt x="739" y="414"/>
                    </a:lnTo>
                    <a:cubicBezTo>
                      <a:pt x="765" y="393"/>
                      <a:pt x="765" y="372"/>
                      <a:pt x="765" y="351"/>
                    </a:cubicBezTo>
                    <a:lnTo>
                      <a:pt x="765" y="330"/>
                    </a:lnTo>
                    <a:close/>
                    <a:moveTo>
                      <a:pt x="1441" y="1419"/>
                    </a:moveTo>
                    <a:cubicBezTo>
                      <a:pt x="1462" y="1440"/>
                      <a:pt x="1483" y="1461"/>
                      <a:pt x="1504" y="1487"/>
                    </a:cubicBezTo>
                    <a:lnTo>
                      <a:pt x="1525" y="1508"/>
                    </a:lnTo>
                    <a:cubicBezTo>
                      <a:pt x="1525" y="1529"/>
                      <a:pt x="1525" y="1529"/>
                      <a:pt x="1572" y="1529"/>
                    </a:cubicBezTo>
                    <a:cubicBezTo>
                      <a:pt x="1572" y="1540"/>
                      <a:pt x="1577" y="1545"/>
                      <a:pt x="1585" y="1545"/>
                    </a:cubicBezTo>
                    <a:cubicBezTo>
                      <a:pt x="1593" y="1545"/>
                      <a:pt x="1603" y="1540"/>
                      <a:pt x="1614" y="1529"/>
                    </a:cubicBezTo>
                    <a:cubicBezTo>
                      <a:pt x="1635" y="1508"/>
                      <a:pt x="1635" y="1508"/>
                      <a:pt x="1635" y="1487"/>
                    </a:cubicBezTo>
                    <a:lnTo>
                      <a:pt x="1635" y="1461"/>
                    </a:lnTo>
                    <a:cubicBezTo>
                      <a:pt x="1656" y="1461"/>
                      <a:pt x="1682" y="1487"/>
                      <a:pt x="1682" y="1487"/>
                    </a:cubicBezTo>
                    <a:cubicBezTo>
                      <a:pt x="1724" y="1487"/>
                      <a:pt x="1745" y="1508"/>
                      <a:pt x="1745" y="1508"/>
                    </a:cubicBezTo>
                    <a:lnTo>
                      <a:pt x="1766" y="1508"/>
                    </a:lnTo>
                    <a:cubicBezTo>
                      <a:pt x="1766" y="1508"/>
                      <a:pt x="1775" y="1518"/>
                      <a:pt x="1789" y="1518"/>
                    </a:cubicBezTo>
                    <a:cubicBezTo>
                      <a:pt x="1796" y="1518"/>
                      <a:pt x="1804" y="1515"/>
                      <a:pt x="1813" y="1508"/>
                    </a:cubicBezTo>
                    <a:lnTo>
                      <a:pt x="1834" y="1508"/>
                    </a:lnTo>
                    <a:cubicBezTo>
                      <a:pt x="1834" y="1550"/>
                      <a:pt x="1855" y="1571"/>
                      <a:pt x="1855" y="1592"/>
                    </a:cubicBezTo>
                    <a:cubicBezTo>
                      <a:pt x="1876" y="1618"/>
                      <a:pt x="1896" y="1639"/>
                      <a:pt x="1917" y="1660"/>
                    </a:cubicBezTo>
                    <a:lnTo>
                      <a:pt x="1896" y="1681"/>
                    </a:lnTo>
                    <a:cubicBezTo>
                      <a:pt x="1896" y="1681"/>
                      <a:pt x="1896" y="1702"/>
                      <a:pt x="1876" y="1702"/>
                    </a:cubicBezTo>
                    <a:cubicBezTo>
                      <a:pt x="1834" y="1681"/>
                      <a:pt x="1786" y="1660"/>
                      <a:pt x="1745" y="1660"/>
                    </a:cubicBezTo>
                    <a:cubicBezTo>
                      <a:pt x="1703" y="1660"/>
                      <a:pt x="1682" y="1681"/>
                      <a:pt x="1656" y="1702"/>
                    </a:cubicBezTo>
                    <a:cubicBezTo>
                      <a:pt x="1635" y="1749"/>
                      <a:pt x="1635" y="1770"/>
                      <a:pt x="1635" y="1812"/>
                    </a:cubicBezTo>
                    <a:cubicBezTo>
                      <a:pt x="1614" y="1791"/>
                      <a:pt x="1593" y="1791"/>
                      <a:pt x="1551" y="1770"/>
                    </a:cubicBezTo>
                    <a:cubicBezTo>
                      <a:pt x="1504" y="1749"/>
                      <a:pt x="1483" y="1749"/>
                      <a:pt x="1462" y="1749"/>
                    </a:cubicBezTo>
                    <a:cubicBezTo>
                      <a:pt x="1462" y="1749"/>
                      <a:pt x="1441" y="1749"/>
                      <a:pt x="1420" y="1723"/>
                    </a:cubicBezTo>
                    <a:cubicBezTo>
                      <a:pt x="1373" y="1660"/>
                      <a:pt x="1352" y="1660"/>
                      <a:pt x="1331" y="1618"/>
                    </a:cubicBezTo>
                    <a:lnTo>
                      <a:pt x="1331" y="1618"/>
                    </a:lnTo>
                    <a:lnTo>
                      <a:pt x="1352" y="1639"/>
                    </a:lnTo>
                    <a:cubicBezTo>
                      <a:pt x="1373" y="1639"/>
                      <a:pt x="1394" y="1639"/>
                      <a:pt x="1420" y="1618"/>
                    </a:cubicBezTo>
                    <a:cubicBezTo>
                      <a:pt x="1441" y="1592"/>
                      <a:pt x="1441" y="1571"/>
                      <a:pt x="1441" y="1550"/>
                    </a:cubicBezTo>
                    <a:lnTo>
                      <a:pt x="1441" y="1487"/>
                    </a:lnTo>
                    <a:lnTo>
                      <a:pt x="1441" y="1419"/>
                    </a:lnTo>
                    <a:close/>
                    <a:moveTo>
                      <a:pt x="2075" y="1791"/>
                    </a:moveTo>
                    <a:lnTo>
                      <a:pt x="2048" y="1812"/>
                    </a:lnTo>
                    <a:lnTo>
                      <a:pt x="2027" y="1812"/>
                    </a:lnTo>
                    <a:lnTo>
                      <a:pt x="2027" y="1833"/>
                    </a:lnTo>
                    <a:lnTo>
                      <a:pt x="2027" y="1854"/>
                    </a:lnTo>
                    <a:lnTo>
                      <a:pt x="2027" y="1880"/>
                    </a:lnTo>
                    <a:cubicBezTo>
                      <a:pt x="2027" y="1880"/>
                      <a:pt x="2027" y="1901"/>
                      <a:pt x="2048" y="1901"/>
                    </a:cubicBezTo>
                    <a:cubicBezTo>
                      <a:pt x="2048" y="1922"/>
                      <a:pt x="2075" y="1964"/>
                      <a:pt x="2075" y="1985"/>
                    </a:cubicBezTo>
                    <a:cubicBezTo>
                      <a:pt x="2116" y="2032"/>
                      <a:pt x="2137" y="2053"/>
                      <a:pt x="2179" y="2116"/>
                    </a:cubicBezTo>
                    <a:cubicBezTo>
                      <a:pt x="2179" y="2142"/>
                      <a:pt x="2179" y="2142"/>
                      <a:pt x="2205" y="2163"/>
                    </a:cubicBezTo>
                    <a:lnTo>
                      <a:pt x="2289" y="2116"/>
                    </a:lnTo>
                    <a:lnTo>
                      <a:pt x="2289" y="2095"/>
                    </a:lnTo>
                    <a:cubicBezTo>
                      <a:pt x="2268" y="2095"/>
                      <a:pt x="2268" y="2074"/>
                      <a:pt x="2268" y="2074"/>
                    </a:cubicBezTo>
                    <a:cubicBezTo>
                      <a:pt x="2247" y="2032"/>
                      <a:pt x="2226" y="1985"/>
                      <a:pt x="2205" y="1943"/>
                    </a:cubicBezTo>
                    <a:cubicBezTo>
                      <a:pt x="2179" y="1901"/>
                      <a:pt x="2158" y="1854"/>
                      <a:pt x="2137" y="1812"/>
                    </a:cubicBezTo>
                    <a:lnTo>
                      <a:pt x="2116" y="1812"/>
                    </a:lnTo>
                    <a:cubicBezTo>
                      <a:pt x="2116" y="1812"/>
                      <a:pt x="2095" y="1791"/>
                      <a:pt x="2075" y="1791"/>
                    </a:cubicBezTo>
                    <a:close/>
                    <a:moveTo>
                      <a:pt x="1896" y="1377"/>
                    </a:moveTo>
                    <a:cubicBezTo>
                      <a:pt x="2116" y="1681"/>
                      <a:pt x="2289" y="2032"/>
                      <a:pt x="2399" y="2378"/>
                    </a:cubicBezTo>
                    <a:lnTo>
                      <a:pt x="2310" y="2425"/>
                    </a:lnTo>
                    <a:cubicBezTo>
                      <a:pt x="2310" y="2446"/>
                      <a:pt x="2336" y="2446"/>
                      <a:pt x="2336" y="2467"/>
                    </a:cubicBezTo>
                    <a:cubicBezTo>
                      <a:pt x="2357" y="2577"/>
                      <a:pt x="2399" y="2619"/>
                      <a:pt x="2420" y="2687"/>
                    </a:cubicBezTo>
                    <a:cubicBezTo>
                      <a:pt x="2441" y="2729"/>
                      <a:pt x="2467" y="2749"/>
                      <a:pt x="2488" y="2770"/>
                    </a:cubicBezTo>
                    <a:cubicBezTo>
                      <a:pt x="2509" y="2818"/>
                      <a:pt x="2530" y="2839"/>
                      <a:pt x="2530" y="2859"/>
                    </a:cubicBezTo>
                    <a:cubicBezTo>
                      <a:pt x="2530" y="2901"/>
                      <a:pt x="2551" y="3032"/>
                      <a:pt x="2551" y="3163"/>
                    </a:cubicBezTo>
                    <a:lnTo>
                      <a:pt x="2551" y="3493"/>
                    </a:lnTo>
                    <a:cubicBezTo>
                      <a:pt x="2530" y="3582"/>
                      <a:pt x="2509" y="3776"/>
                      <a:pt x="2509" y="3949"/>
                    </a:cubicBezTo>
                    <a:cubicBezTo>
                      <a:pt x="2488" y="4038"/>
                      <a:pt x="2488" y="4127"/>
                      <a:pt x="2467" y="4190"/>
                    </a:cubicBezTo>
                    <a:cubicBezTo>
                      <a:pt x="2467" y="4258"/>
                      <a:pt x="2441" y="4321"/>
                      <a:pt x="2441" y="4342"/>
                    </a:cubicBezTo>
                    <a:cubicBezTo>
                      <a:pt x="2399" y="4410"/>
                      <a:pt x="2357" y="4541"/>
                      <a:pt x="2310" y="4692"/>
                    </a:cubicBezTo>
                    <a:cubicBezTo>
                      <a:pt x="2268" y="4823"/>
                      <a:pt x="2205" y="4975"/>
                      <a:pt x="2179" y="5022"/>
                    </a:cubicBezTo>
                    <a:cubicBezTo>
                      <a:pt x="2116" y="5085"/>
                      <a:pt x="2048" y="5216"/>
                      <a:pt x="1985" y="5326"/>
                    </a:cubicBezTo>
                    <a:cubicBezTo>
                      <a:pt x="1917" y="5436"/>
                      <a:pt x="1855" y="5546"/>
                      <a:pt x="1813" y="5588"/>
                    </a:cubicBezTo>
                    <a:cubicBezTo>
                      <a:pt x="1766" y="5630"/>
                      <a:pt x="1703" y="5698"/>
                      <a:pt x="1656" y="5740"/>
                    </a:cubicBezTo>
                    <a:cubicBezTo>
                      <a:pt x="1614" y="5761"/>
                      <a:pt x="1614" y="5761"/>
                      <a:pt x="1572" y="5782"/>
                    </a:cubicBezTo>
                    <a:cubicBezTo>
                      <a:pt x="1593" y="5761"/>
                      <a:pt x="1614" y="5719"/>
                      <a:pt x="1635" y="5677"/>
                    </a:cubicBezTo>
                    <a:cubicBezTo>
                      <a:pt x="1635" y="5588"/>
                      <a:pt x="1635" y="5588"/>
                      <a:pt x="1656" y="5499"/>
                    </a:cubicBezTo>
                    <a:cubicBezTo>
                      <a:pt x="1682" y="5436"/>
                      <a:pt x="1703" y="5368"/>
                      <a:pt x="1703" y="5258"/>
                    </a:cubicBezTo>
                    <a:lnTo>
                      <a:pt x="1703" y="5174"/>
                    </a:lnTo>
                    <a:cubicBezTo>
                      <a:pt x="1724" y="5153"/>
                      <a:pt x="1724" y="5106"/>
                      <a:pt x="1724" y="5064"/>
                    </a:cubicBezTo>
                    <a:cubicBezTo>
                      <a:pt x="1724" y="5022"/>
                      <a:pt x="1724" y="4996"/>
                      <a:pt x="1745" y="4975"/>
                    </a:cubicBezTo>
                    <a:cubicBezTo>
                      <a:pt x="1745" y="4933"/>
                      <a:pt x="1766" y="4891"/>
                      <a:pt x="1786" y="4823"/>
                    </a:cubicBezTo>
                    <a:cubicBezTo>
                      <a:pt x="1786" y="4760"/>
                      <a:pt x="1813" y="4760"/>
                      <a:pt x="1813" y="4734"/>
                    </a:cubicBezTo>
                    <a:cubicBezTo>
                      <a:pt x="1813" y="4734"/>
                      <a:pt x="1813" y="4713"/>
                      <a:pt x="1834" y="4671"/>
                    </a:cubicBezTo>
                    <a:cubicBezTo>
                      <a:pt x="1834" y="4582"/>
                      <a:pt x="1855" y="4561"/>
                      <a:pt x="1855" y="4472"/>
                    </a:cubicBezTo>
                    <a:cubicBezTo>
                      <a:pt x="1855" y="4410"/>
                      <a:pt x="1876" y="4342"/>
                      <a:pt x="1855" y="4258"/>
                    </a:cubicBezTo>
                    <a:cubicBezTo>
                      <a:pt x="1813" y="4148"/>
                      <a:pt x="1786" y="4127"/>
                      <a:pt x="1786" y="4059"/>
                    </a:cubicBezTo>
                    <a:cubicBezTo>
                      <a:pt x="1766" y="4059"/>
                      <a:pt x="1786" y="4017"/>
                      <a:pt x="1786" y="3975"/>
                    </a:cubicBezTo>
                    <a:cubicBezTo>
                      <a:pt x="1786" y="3928"/>
                      <a:pt x="1813" y="3886"/>
                      <a:pt x="1813" y="3844"/>
                    </a:cubicBezTo>
                    <a:cubicBezTo>
                      <a:pt x="1834" y="3776"/>
                      <a:pt x="1834" y="3734"/>
                      <a:pt x="1813" y="3713"/>
                    </a:cubicBezTo>
                    <a:cubicBezTo>
                      <a:pt x="1786" y="3666"/>
                      <a:pt x="1745" y="3645"/>
                      <a:pt x="1703" y="3624"/>
                    </a:cubicBezTo>
                    <a:lnTo>
                      <a:pt x="1635" y="3624"/>
                    </a:lnTo>
                    <a:cubicBezTo>
                      <a:pt x="1614" y="3645"/>
                      <a:pt x="1593" y="3645"/>
                      <a:pt x="1593" y="3666"/>
                    </a:cubicBezTo>
                    <a:lnTo>
                      <a:pt x="1572" y="3666"/>
                    </a:lnTo>
                    <a:cubicBezTo>
                      <a:pt x="1572" y="3666"/>
                      <a:pt x="1572" y="3624"/>
                      <a:pt x="1551" y="3603"/>
                    </a:cubicBezTo>
                    <a:cubicBezTo>
                      <a:pt x="1504" y="3582"/>
                      <a:pt x="1483" y="3556"/>
                      <a:pt x="1441" y="3556"/>
                    </a:cubicBezTo>
                    <a:cubicBezTo>
                      <a:pt x="1394" y="3582"/>
                      <a:pt x="1373" y="3603"/>
                      <a:pt x="1352" y="3624"/>
                    </a:cubicBezTo>
                    <a:cubicBezTo>
                      <a:pt x="1331" y="3645"/>
                      <a:pt x="1331" y="3645"/>
                      <a:pt x="1310" y="3666"/>
                    </a:cubicBezTo>
                    <a:cubicBezTo>
                      <a:pt x="1310" y="3666"/>
                      <a:pt x="1289" y="3666"/>
                      <a:pt x="1221" y="3687"/>
                    </a:cubicBezTo>
                    <a:cubicBezTo>
                      <a:pt x="1111" y="3713"/>
                      <a:pt x="1158" y="3687"/>
                      <a:pt x="1069" y="3734"/>
                    </a:cubicBezTo>
                    <a:cubicBezTo>
                      <a:pt x="1014" y="3744"/>
                      <a:pt x="992" y="3744"/>
                      <a:pt x="975" y="3744"/>
                    </a:cubicBezTo>
                    <a:cubicBezTo>
                      <a:pt x="959" y="3744"/>
                      <a:pt x="949" y="3744"/>
                      <a:pt x="917" y="3755"/>
                    </a:cubicBezTo>
                    <a:lnTo>
                      <a:pt x="870" y="3755"/>
                    </a:lnTo>
                    <a:cubicBezTo>
                      <a:pt x="870" y="3755"/>
                      <a:pt x="849" y="3734"/>
                      <a:pt x="807" y="3713"/>
                    </a:cubicBezTo>
                    <a:cubicBezTo>
                      <a:pt x="765" y="3713"/>
                      <a:pt x="718" y="3666"/>
                      <a:pt x="655" y="3624"/>
                    </a:cubicBezTo>
                    <a:cubicBezTo>
                      <a:pt x="587" y="3582"/>
                      <a:pt x="566" y="3514"/>
                      <a:pt x="503" y="3451"/>
                    </a:cubicBezTo>
                    <a:cubicBezTo>
                      <a:pt x="435" y="3404"/>
                      <a:pt x="373" y="3341"/>
                      <a:pt x="304" y="3273"/>
                    </a:cubicBezTo>
                    <a:cubicBezTo>
                      <a:pt x="304" y="3252"/>
                      <a:pt x="283" y="3231"/>
                      <a:pt x="283" y="3231"/>
                    </a:cubicBezTo>
                    <a:cubicBezTo>
                      <a:pt x="283" y="3231"/>
                      <a:pt x="304" y="3189"/>
                      <a:pt x="304" y="3142"/>
                    </a:cubicBezTo>
                    <a:cubicBezTo>
                      <a:pt x="304" y="3079"/>
                      <a:pt x="304" y="3079"/>
                      <a:pt x="325" y="3079"/>
                    </a:cubicBezTo>
                    <a:lnTo>
                      <a:pt x="325" y="2990"/>
                    </a:lnTo>
                    <a:lnTo>
                      <a:pt x="325" y="2797"/>
                    </a:lnTo>
                    <a:cubicBezTo>
                      <a:pt x="304" y="2729"/>
                      <a:pt x="304" y="2666"/>
                      <a:pt x="304" y="2619"/>
                    </a:cubicBezTo>
                    <a:cubicBezTo>
                      <a:pt x="304" y="2535"/>
                      <a:pt x="325" y="2488"/>
                      <a:pt x="373" y="2425"/>
                    </a:cubicBezTo>
                    <a:cubicBezTo>
                      <a:pt x="414" y="2336"/>
                      <a:pt x="456" y="2247"/>
                      <a:pt x="477" y="2184"/>
                    </a:cubicBezTo>
                    <a:cubicBezTo>
                      <a:pt x="503" y="2142"/>
                      <a:pt x="524" y="2116"/>
                      <a:pt x="524" y="2095"/>
                    </a:cubicBezTo>
                    <a:cubicBezTo>
                      <a:pt x="524" y="2074"/>
                      <a:pt x="524" y="2032"/>
                      <a:pt x="503" y="2011"/>
                    </a:cubicBezTo>
                    <a:cubicBezTo>
                      <a:pt x="503" y="1964"/>
                      <a:pt x="503" y="1985"/>
                      <a:pt x="524" y="1964"/>
                    </a:cubicBezTo>
                    <a:lnTo>
                      <a:pt x="524" y="1943"/>
                    </a:lnTo>
                    <a:cubicBezTo>
                      <a:pt x="545" y="1943"/>
                      <a:pt x="566" y="1922"/>
                      <a:pt x="587" y="1901"/>
                    </a:cubicBezTo>
                    <a:cubicBezTo>
                      <a:pt x="608" y="1854"/>
                      <a:pt x="634" y="1812"/>
                      <a:pt x="634" y="1791"/>
                    </a:cubicBezTo>
                    <a:lnTo>
                      <a:pt x="676" y="1791"/>
                    </a:lnTo>
                    <a:cubicBezTo>
                      <a:pt x="690" y="1798"/>
                      <a:pt x="702" y="1800"/>
                      <a:pt x="712" y="1800"/>
                    </a:cubicBezTo>
                    <a:cubicBezTo>
                      <a:pt x="733" y="1800"/>
                      <a:pt x="748" y="1791"/>
                      <a:pt x="765" y="1791"/>
                    </a:cubicBezTo>
                    <a:cubicBezTo>
                      <a:pt x="807" y="1770"/>
                      <a:pt x="828" y="1770"/>
                      <a:pt x="849" y="1749"/>
                    </a:cubicBezTo>
                    <a:cubicBezTo>
                      <a:pt x="870" y="1749"/>
                      <a:pt x="896" y="1723"/>
                      <a:pt x="938" y="1702"/>
                    </a:cubicBezTo>
                    <a:cubicBezTo>
                      <a:pt x="980" y="1702"/>
                      <a:pt x="1027" y="1681"/>
                      <a:pt x="1048" y="1660"/>
                    </a:cubicBezTo>
                    <a:cubicBezTo>
                      <a:pt x="1069" y="1639"/>
                      <a:pt x="1132" y="1618"/>
                      <a:pt x="1200" y="1618"/>
                    </a:cubicBezTo>
                    <a:cubicBezTo>
                      <a:pt x="1200" y="1639"/>
                      <a:pt x="1221" y="1660"/>
                      <a:pt x="1242" y="1681"/>
                    </a:cubicBezTo>
                    <a:cubicBezTo>
                      <a:pt x="1263" y="1723"/>
                      <a:pt x="1289" y="1749"/>
                      <a:pt x="1352" y="1791"/>
                    </a:cubicBezTo>
                    <a:cubicBezTo>
                      <a:pt x="1373" y="1833"/>
                      <a:pt x="1420" y="1833"/>
                      <a:pt x="1441" y="1854"/>
                    </a:cubicBezTo>
                    <a:cubicBezTo>
                      <a:pt x="1462" y="1854"/>
                      <a:pt x="1483" y="1854"/>
                      <a:pt x="1504" y="1880"/>
                    </a:cubicBezTo>
                    <a:cubicBezTo>
                      <a:pt x="1572" y="1880"/>
                      <a:pt x="1572" y="1880"/>
                      <a:pt x="1593" y="1901"/>
                    </a:cubicBezTo>
                    <a:cubicBezTo>
                      <a:pt x="1622" y="1916"/>
                      <a:pt x="1655" y="1931"/>
                      <a:pt x="1686" y="1931"/>
                    </a:cubicBezTo>
                    <a:cubicBezTo>
                      <a:pt x="1699" y="1931"/>
                      <a:pt x="1711" y="1928"/>
                      <a:pt x="1724" y="1922"/>
                    </a:cubicBezTo>
                    <a:cubicBezTo>
                      <a:pt x="1745" y="1901"/>
                      <a:pt x="1745" y="1880"/>
                      <a:pt x="1745" y="1854"/>
                    </a:cubicBezTo>
                    <a:lnTo>
                      <a:pt x="1745" y="1791"/>
                    </a:lnTo>
                    <a:cubicBezTo>
                      <a:pt x="1724" y="1770"/>
                      <a:pt x="1745" y="1770"/>
                      <a:pt x="1745" y="1770"/>
                    </a:cubicBezTo>
                    <a:cubicBezTo>
                      <a:pt x="1766" y="1770"/>
                      <a:pt x="1834" y="1791"/>
                      <a:pt x="1855" y="1812"/>
                    </a:cubicBezTo>
                    <a:cubicBezTo>
                      <a:pt x="1876" y="1833"/>
                      <a:pt x="1896" y="1833"/>
                      <a:pt x="1944" y="1833"/>
                    </a:cubicBezTo>
                    <a:cubicBezTo>
                      <a:pt x="1965" y="1833"/>
                      <a:pt x="1985" y="1812"/>
                      <a:pt x="1985" y="1770"/>
                    </a:cubicBezTo>
                    <a:lnTo>
                      <a:pt x="1985" y="1749"/>
                    </a:lnTo>
                    <a:lnTo>
                      <a:pt x="2006" y="1749"/>
                    </a:lnTo>
                    <a:lnTo>
                      <a:pt x="2027" y="1723"/>
                    </a:lnTo>
                    <a:cubicBezTo>
                      <a:pt x="2048" y="1702"/>
                      <a:pt x="2048" y="1681"/>
                      <a:pt x="2048" y="1660"/>
                    </a:cubicBezTo>
                    <a:cubicBezTo>
                      <a:pt x="2048" y="1618"/>
                      <a:pt x="2006" y="1592"/>
                      <a:pt x="1985" y="1571"/>
                    </a:cubicBezTo>
                    <a:cubicBezTo>
                      <a:pt x="1965" y="1571"/>
                      <a:pt x="1965" y="1550"/>
                      <a:pt x="1965" y="1550"/>
                    </a:cubicBezTo>
                    <a:cubicBezTo>
                      <a:pt x="1944" y="1529"/>
                      <a:pt x="1944" y="1508"/>
                      <a:pt x="1917" y="1461"/>
                    </a:cubicBezTo>
                    <a:cubicBezTo>
                      <a:pt x="1917" y="1440"/>
                      <a:pt x="1917" y="1419"/>
                      <a:pt x="1896" y="1398"/>
                    </a:cubicBezTo>
                    <a:lnTo>
                      <a:pt x="1896" y="1377"/>
                    </a:lnTo>
                    <a:close/>
                    <a:moveTo>
                      <a:pt x="346" y="0"/>
                    </a:moveTo>
                    <a:lnTo>
                      <a:pt x="346" y="21"/>
                    </a:lnTo>
                    <a:lnTo>
                      <a:pt x="132" y="21"/>
                    </a:lnTo>
                    <a:cubicBezTo>
                      <a:pt x="119" y="16"/>
                      <a:pt x="107" y="13"/>
                      <a:pt x="96" y="13"/>
                    </a:cubicBezTo>
                    <a:cubicBezTo>
                      <a:pt x="64" y="13"/>
                      <a:pt x="37" y="33"/>
                      <a:pt x="22" y="68"/>
                    </a:cubicBezTo>
                    <a:cubicBezTo>
                      <a:pt x="1" y="68"/>
                      <a:pt x="1" y="110"/>
                      <a:pt x="1" y="131"/>
                    </a:cubicBezTo>
                    <a:cubicBezTo>
                      <a:pt x="1" y="152"/>
                      <a:pt x="22" y="178"/>
                      <a:pt x="22" y="199"/>
                    </a:cubicBezTo>
                    <a:cubicBezTo>
                      <a:pt x="64" y="220"/>
                      <a:pt x="84" y="241"/>
                      <a:pt x="84" y="241"/>
                    </a:cubicBezTo>
                    <a:lnTo>
                      <a:pt x="84" y="262"/>
                    </a:lnTo>
                    <a:cubicBezTo>
                      <a:pt x="84" y="272"/>
                      <a:pt x="79" y="272"/>
                      <a:pt x="74" y="272"/>
                    </a:cubicBezTo>
                    <a:cubicBezTo>
                      <a:pt x="69" y="272"/>
                      <a:pt x="64" y="272"/>
                      <a:pt x="64" y="283"/>
                    </a:cubicBezTo>
                    <a:cubicBezTo>
                      <a:pt x="64" y="309"/>
                      <a:pt x="43" y="309"/>
                      <a:pt x="43" y="330"/>
                    </a:cubicBezTo>
                    <a:cubicBezTo>
                      <a:pt x="43" y="330"/>
                      <a:pt x="43" y="351"/>
                      <a:pt x="64" y="372"/>
                    </a:cubicBezTo>
                    <a:cubicBezTo>
                      <a:pt x="64" y="393"/>
                      <a:pt x="84" y="393"/>
                      <a:pt x="111" y="393"/>
                    </a:cubicBezTo>
                    <a:cubicBezTo>
                      <a:pt x="153" y="440"/>
                      <a:pt x="153" y="461"/>
                      <a:pt x="215" y="503"/>
                    </a:cubicBezTo>
                    <a:cubicBezTo>
                      <a:pt x="242" y="524"/>
                      <a:pt x="263" y="524"/>
                      <a:pt x="283" y="545"/>
                    </a:cubicBezTo>
                    <a:cubicBezTo>
                      <a:pt x="283" y="571"/>
                      <a:pt x="304" y="571"/>
                      <a:pt x="325" y="571"/>
                    </a:cubicBezTo>
                    <a:cubicBezTo>
                      <a:pt x="346" y="571"/>
                      <a:pt x="373" y="571"/>
                      <a:pt x="373" y="545"/>
                    </a:cubicBezTo>
                    <a:lnTo>
                      <a:pt x="393" y="571"/>
                    </a:lnTo>
                    <a:lnTo>
                      <a:pt x="393" y="613"/>
                    </a:lnTo>
                    <a:cubicBezTo>
                      <a:pt x="414" y="634"/>
                      <a:pt x="414" y="655"/>
                      <a:pt x="456" y="676"/>
                    </a:cubicBezTo>
                    <a:cubicBezTo>
                      <a:pt x="477" y="676"/>
                      <a:pt x="477" y="676"/>
                      <a:pt x="477" y="702"/>
                    </a:cubicBezTo>
                    <a:lnTo>
                      <a:pt x="477" y="723"/>
                    </a:lnTo>
                    <a:cubicBezTo>
                      <a:pt x="456" y="786"/>
                      <a:pt x="456" y="807"/>
                      <a:pt x="456" y="833"/>
                    </a:cubicBezTo>
                    <a:lnTo>
                      <a:pt x="456" y="854"/>
                    </a:lnTo>
                    <a:lnTo>
                      <a:pt x="435" y="854"/>
                    </a:lnTo>
                    <a:cubicBezTo>
                      <a:pt x="435" y="875"/>
                      <a:pt x="414" y="875"/>
                      <a:pt x="414" y="896"/>
                    </a:cubicBezTo>
                    <a:lnTo>
                      <a:pt x="414" y="917"/>
                    </a:lnTo>
                    <a:lnTo>
                      <a:pt x="373" y="917"/>
                    </a:lnTo>
                    <a:cubicBezTo>
                      <a:pt x="373" y="938"/>
                      <a:pt x="346" y="938"/>
                      <a:pt x="304" y="964"/>
                    </a:cubicBezTo>
                    <a:cubicBezTo>
                      <a:pt x="304" y="964"/>
                      <a:pt x="304" y="985"/>
                      <a:pt x="283" y="985"/>
                    </a:cubicBezTo>
                    <a:cubicBezTo>
                      <a:pt x="283" y="1006"/>
                      <a:pt x="263" y="1027"/>
                      <a:pt x="263" y="1047"/>
                    </a:cubicBezTo>
                    <a:cubicBezTo>
                      <a:pt x="283" y="1068"/>
                      <a:pt x="304" y="1095"/>
                      <a:pt x="304" y="1095"/>
                    </a:cubicBezTo>
                    <a:cubicBezTo>
                      <a:pt x="325" y="1116"/>
                      <a:pt x="346" y="1116"/>
                      <a:pt x="373" y="1116"/>
                    </a:cubicBezTo>
                    <a:cubicBezTo>
                      <a:pt x="393" y="1137"/>
                      <a:pt x="414" y="1137"/>
                      <a:pt x="435" y="1137"/>
                    </a:cubicBezTo>
                    <a:cubicBezTo>
                      <a:pt x="456" y="1178"/>
                      <a:pt x="456" y="1178"/>
                      <a:pt x="477" y="1226"/>
                    </a:cubicBezTo>
                    <a:lnTo>
                      <a:pt x="503" y="1246"/>
                    </a:lnTo>
                    <a:lnTo>
                      <a:pt x="414" y="1246"/>
                    </a:lnTo>
                    <a:cubicBezTo>
                      <a:pt x="393" y="1226"/>
                      <a:pt x="393" y="1226"/>
                      <a:pt x="373" y="1226"/>
                    </a:cubicBezTo>
                    <a:cubicBezTo>
                      <a:pt x="346" y="1226"/>
                      <a:pt x="325" y="1246"/>
                      <a:pt x="304" y="1246"/>
                    </a:cubicBezTo>
                    <a:cubicBezTo>
                      <a:pt x="283" y="1267"/>
                      <a:pt x="263" y="1267"/>
                      <a:pt x="242" y="1309"/>
                    </a:cubicBezTo>
                    <a:cubicBezTo>
                      <a:pt x="242" y="1309"/>
                      <a:pt x="215" y="1356"/>
                      <a:pt x="242" y="1377"/>
                    </a:cubicBezTo>
                    <a:cubicBezTo>
                      <a:pt x="242" y="1398"/>
                      <a:pt x="242" y="1398"/>
                      <a:pt x="263" y="1419"/>
                    </a:cubicBezTo>
                    <a:cubicBezTo>
                      <a:pt x="283" y="1440"/>
                      <a:pt x="304" y="1461"/>
                      <a:pt x="304" y="1461"/>
                    </a:cubicBezTo>
                    <a:lnTo>
                      <a:pt x="304" y="1508"/>
                    </a:lnTo>
                    <a:lnTo>
                      <a:pt x="283" y="1529"/>
                    </a:lnTo>
                    <a:cubicBezTo>
                      <a:pt x="283" y="1550"/>
                      <a:pt x="263" y="1550"/>
                      <a:pt x="242" y="1571"/>
                    </a:cubicBezTo>
                    <a:lnTo>
                      <a:pt x="242" y="1592"/>
                    </a:lnTo>
                    <a:cubicBezTo>
                      <a:pt x="215" y="1592"/>
                      <a:pt x="215" y="1618"/>
                      <a:pt x="215" y="1639"/>
                    </a:cubicBezTo>
                    <a:cubicBezTo>
                      <a:pt x="242" y="1660"/>
                      <a:pt x="242" y="1660"/>
                      <a:pt x="263" y="1681"/>
                    </a:cubicBezTo>
                    <a:cubicBezTo>
                      <a:pt x="283" y="1702"/>
                      <a:pt x="304" y="1702"/>
                      <a:pt x="325" y="1702"/>
                    </a:cubicBezTo>
                    <a:cubicBezTo>
                      <a:pt x="346" y="1723"/>
                      <a:pt x="373" y="1723"/>
                      <a:pt x="393" y="1723"/>
                    </a:cubicBezTo>
                    <a:cubicBezTo>
                      <a:pt x="435" y="1749"/>
                      <a:pt x="477" y="1770"/>
                      <a:pt x="524" y="1770"/>
                    </a:cubicBezTo>
                    <a:lnTo>
                      <a:pt x="524" y="1791"/>
                    </a:lnTo>
                    <a:cubicBezTo>
                      <a:pt x="524" y="1812"/>
                      <a:pt x="524" y="1812"/>
                      <a:pt x="503" y="1833"/>
                    </a:cubicBezTo>
                    <a:cubicBezTo>
                      <a:pt x="503" y="1854"/>
                      <a:pt x="503" y="1854"/>
                      <a:pt x="477" y="1854"/>
                    </a:cubicBezTo>
                    <a:cubicBezTo>
                      <a:pt x="477" y="1854"/>
                      <a:pt x="456" y="1854"/>
                      <a:pt x="456" y="1880"/>
                    </a:cubicBezTo>
                    <a:cubicBezTo>
                      <a:pt x="435" y="1880"/>
                      <a:pt x="414" y="1901"/>
                      <a:pt x="414" y="1922"/>
                    </a:cubicBezTo>
                    <a:cubicBezTo>
                      <a:pt x="414" y="1943"/>
                      <a:pt x="393" y="1985"/>
                      <a:pt x="414" y="2032"/>
                    </a:cubicBezTo>
                    <a:lnTo>
                      <a:pt x="414" y="2074"/>
                    </a:lnTo>
                    <a:cubicBezTo>
                      <a:pt x="414" y="2095"/>
                      <a:pt x="414" y="2095"/>
                      <a:pt x="393" y="2142"/>
                    </a:cubicBezTo>
                    <a:cubicBezTo>
                      <a:pt x="346" y="2205"/>
                      <a:pt x="304" y="2294"/>
                      <a:pt x="283" y="2378"/>
                    </a:cubicBezTo>
                    <a:cubicBezTo>
                      <a:pt x="242" y="2446"/>
                      <a:pt x="215" y="2509"/>
                      <a:pt x="194" y="2619"/>
                    </a:cubicBezTo>
                    <a:cubicBezTo>
                      <a:pt x="194" y="2687"/>
                      <a:pt x="194" y="2749"/>
                      <a:pt x="215" y="2818"/>
                    </a:cubicBezTo>
                    <a:lnTo>
                      <a:pt x="215" y="2990"/>
                    </a:lnTo>
                    <a:lnTo>
                      <a:pt x="215" y="3032"/>
                    </a:lnTo>
                    <a:cubicBezTo>
                      <a:pt x="215" y="3058"/>
                      <a:pt x="194" y="3079"/>
                      <a:pt x="194" y="3121"/>
                    </a:cubicBezTo>
                    <a:cubicBezTo>
                      <a:pt x="194" y="3163"/>
                      <a:pt x="194" y="3189"/>
                      <a:pt x="174" y="3210"/>
                    </a:cubicBezTo>
                    <a:cubicBezTo>
                      <a:pt x="174" y="3231"/>
                      <a:pt x="174" y="3252"/>
                      <a:pt x="194" y="3273"/>
                    </a:cubicBezTo>
                    <a:cubicBezTo>
                      <a:pt x="194" y="3294"/>
                      <a:pt x="215" y="3320"/>
                      <a:pt x="215" y="3341"/>
                    </a:cubicBezTo>
                    <a:lnTo>
                      <a:pt x="414" y="3535"/>
                    </a:lnTo>
                    <a:cubicBezTo>
                      <a:pt x="477" y="3582"/>
                      <a:pt x="524" y="3645"/>
                      <a:pt x="587" y="3713"/>
                    </a:cubicBezTo>
                    <a:cubicBezTo>
                      <a:pt x="655" y="3755"/>
                      <a:pt x="718" y="3797"/>
                      <a:pt x="786" y="3818"/>
                    </a:cubicBezTo>
                    <a:cubicBezTo>
                      <a:pt x="807" y="3818"/>
                      <a:pt x="807" y="3844"/>
                      <a:pt x="828" y="3844"/>
                    </a:cubicBezTo>
                    <a:cubicBezTo>
                      <a:pt x="849" y="3865"/>
                      <a:pt x="896" y="3865"/>
                      <a:pt x="938" y="3865"/>
                    </a:cubicBezTo>
                    <a:cubicBezTo>
                      <a:pt x="980" y="3844"/>
                      <a:pt x="980" y="3865"/>
                      <a:pt x="1090" y="3818"/>
                    </a:cubicBezTo>
                    <a:cubicBezTo>
                      <a:pt x="1179" y="3797"/>
                      <a:pt x="1158" y="3818"/>
                      <a:pt x="1242" y="3776"/>
                    </a:cubicBezTo>
                    <a:cubicBezTo>
                      <a:pt x="1310" y="3776"/>
                      <a:pt x="1331" y="3776"/>
                      <a:pt x="1352" y="3755"/>
                    </a:cubicBezTo>
                    <a:cubicBezTo>
                      <a:pt x="1373" y="3734"/>
                      <a:pt x="1394" y="3734"/>
                      <a:pt x="1420" y="3687"/>
                    </a:cubicBezTo>
                    <a:cubicBezTo>
                      <a:pt x="1441" y="3666"/>
                      <a:pt x="1462" y="3666"/>
                      <a:pt x="1462" y="3666"/>
                    </a:cubicBezTo>
                    <a:cubicBezTo>
                      <a:pt x="1483" y="3687"/>
                      <a:pt x="1483" y="3687"/>
                      <a:pt x="1483" y="3713"/>
                    </a:cubicBezTo>
                    <a:cubicBezTo>
                      <a:pt x="1483" y="3734"/>
                      <a:pt x="1504" y="3755"/>
                      <a:pt x="1525" y="3755"/>
                    </a:cubicBezTo>
                    <a:cubicBezTo>
                      <a:pt x="1551" y="3776"/>
                      <a:pt x="1572" y="3776"/>
                      <a:pt x="1593" y="3776"/>
                    </a:cubicBezTo>
                    <a:cubicBezTo>
                      <a:pt x="1614" y="3776"/>
                      <a:pt x="1635" y="3776"/>
                      <a:pt x="1656" y="3755"/>
                    </a:cubicBezTo>
                    <a:cubicBezTo>
                      <a:pt x="1656" y="3755"/>
                      <a:pt x="1656" y="3734"/>
                      <a:pt x="1682" y="3734"/>
                    </a:cubicBezTo>
                    <a:cubicBezTo>
                      <a:pt x="1703" y="3734"/>
                      <a:pt x="1724" y="3755"/>
                      <a:pt x="1724" y="3755"/>
                    </a:cubicBezTo>
                    <a:lnTo>
                      <a:pt x="1724" y="3818"/>
                    </a:lnTo>
                    <a:cubicBezTo>
                      <a:pt x="1703" y="3865"/>
                      <a:pt x="1703" y="3907"/>
                      <a:pt x="1682" y="3949"/>
                    </a:cubicBezTo>
                    <a:cubicBezTo>
                      <a:pt x="1682" y="3996"/>
                      <a:pt x="1656" y="4038"/>
                      <a:pt x="1682" y="4106"/>
                    </a:cubicBezTo>
                    <a:cubicBezTo>
                      <a:pt x="1703" y="4169"/>
                      <a:pt x="1724" y="4190"/>
                      <a:pt x="1745" y="4279"/>
                    </a:cubicBezTo>
                    <a:cubicBezTo>
                      <a:pt x="1766" y="4368"/>
                      <a:pt x="1745" y="4389"/>
                      <a:pt x="1745" y="4472"/>
                    </a:cubicBezTo>
                    <a:cubicBezTo>
                      <a:pt x="1745" y="4541"/>
                      <a:pt x="1724" y="4561"/>
                      <a:pt x="1724" y="4650"/>
                    </a:cubicBezTo>
                    <a:cubicBezTo>
                      <a:pt x="1724" y="4692"/>
                      <a:pt x="1724" y="4671"/>
                      <a:pt x="1703" y="4692"/>
                    </a:cubicBezTo>
                    <a:cubicBezTo>
                      <a:pt x="1703" y="4713"/>
                      <a:pt x="1703" y="4734"/>
                      <a:pt x="1682" y="4802"/>
                    </a:cubicBezTo>
                    <a:cubicBezTo>
                      <a:pt x="1656" y="4865"/>
                      <a:pt x="1656" y="4891"/>
                      <a:pt x="1635" y="4933"/>
                    </a:cubicBezTo>
                    <a:cubicBezTo>
                      <a:pt x="1635" y="4954"/>
                      <a:pt x="1614" y="4996"/>
                      <a:pt x="1614" y="5064"/>
                    </a:cubicBezTo>
                    <a:lnTo>
                      <a:pt x="1614" y="5153"/>
                    </a:lnTo>
                    <a:cubicBezTo>
                      <a:pt x="1593" y="5174"/>
                      <a:pt x="1593" y="5216"/>
                      <a:pt x="1593" y="5258"/>
                    </a:cubicBezTo>
                    <a:cubicBezTo>
                      <a:pt x="1614" y="5368"/>
                      <a:pt x="1593" y="5389"/>
                      <a:pt x="1551" y="5478"/>
                    </a:cubicBezTo>
                    <a:cubicBezTo>
                      <a:pt x="1525" y="5567"/>
                      <a:pt x="1525" y="5588"/>
                      <a:pt x="1525" y="5651"/>
                    </a:cubicBezTo>
                    <a:cubicBezTo>
                      <a:pt x="1504" y="5719"/>
                      <a:pt x="1504" y="5719"/>
                      <a:pt x="1483" y="5761"/>
                    </a:cubicBezTo>
                    <a:cubicBezTo>
                      <a:pt x="1462" y="5782"/>
                      <a:pt x="1441" y="5808"/>
                      <a:pt x="1441" y="5850"/>
                    </a:cubicBezTo>
                    <a:cubicBezTo>
                      <a:pt x="1441" y="5871"/>
                      <a:pt x="1441" y="5892"/>
                      <a:pt x="1483" y="5913"/>
                    </a:cubicBezTo>
                    <a:cubicBezTo>
                      <a:pt x="1493" y="5926"/>
                      <a:pt x="1504" y="5932"/>
                      <a:pt x="1515" y="5932"/>
                    </a:cubicBezTo>
                    <a:cubicBezTo>
                      <a:pt x="1526" y="5932"/>
                      <a:pt x="1538" y="5926"/>
                      <a:pt x="1551" y="5913"/>
                    </a:cubicBezTo>
                    <a:cubicBezTo>
                      <a:pt x="1614" y="5913"/>
                      <a:pt x="1656" y="5871"/>
                      <a:pt x="1724" y="5829"/>
                    </a:cubicBezTo>
                    <a:cubicBezTo>
                      <a:pt x="1786" y="5761"/>
                      <a:pt x="1855" y="5698"/>
                      <a:pt x="1896" y="5651"/>
                    </a:cubicBezTo>
                    <a:cubicBezTo>
                      <a:pt x="1944" y="5588"/>
                      <a:pt x="2006" y="5478"/>
                      <a:pt x="2075" y="5368"/>
                    </a:cubicBezTo>
                    <a:cubicBezTo>
                      <a:pt x="2137" y="5258"/>
                      <a:pt x="2205" y="5153"/>
                      <a:pt x="2247" y="5085"/>
                    </a:cubicBezTo>
                    <a:cubicBezTo>
                      <a:pt x="2310" y="4996"/>
                      <a:pt x="2357" y="4865"/>
                      <a:pt x="2420" y="4713"/>
                    </a:cubicBezTo>
                    <a:cubicBezTo>
                      <a:pt x="2467" y="4582"/>
                      <a:pt x="2509" y="4451"/>
                      <a:pt x="2530" y="4389"/>
                    </a:cubicBezTo>
                    <a:cubicBezTo>
                      <a:pt x="2551" y="4342"/>
                      <a:pt x="2551" y="4279"/>
                      <a:pt x="2572" y="4211"/>
                    </a:cubicBezTo>
                    <a:cubicBezTo>
                      <a:pt x="2572" y="4127"/>
                      <a:pt x="2598" y="4038"/>
                      <a:pt x="2598" y="3949"/>
                    </a:cubicBezTo>
                    <a:cubicBezTo>
                      <a:pt x="2619" y="3776"/>
                      <a:pt x="2640" y="3603"/>
                      <a:pt x="2661" y="3514"/>
                    </a:cubicBezTo>
                    <a:lnTo>
                      <a:pt x="2661" y="3142"/>
                    </a:lnTo>
                    <a:cubicBezTo>
                      <a:pt x="2640" y="3011"/>
                      <a:pt x="2640" y="2901"/>
                      <a:pt x="2640" y="2839"/>
                    </a:cubicBezTo>
                    <a:cubicBezTo>
                      <a:pt x="2619" y="2797"/>
                      <a:pt x="2598" y="2749"/>
                      <a:pt x="2572" y="2708"/>
                    </a:cubicBezTo>
                    <a:cubicBezTo>
                      <a:pt x="2551" y="2687"/>
                      <a:pt x="2530" y="2666"/>
                      <a:pt x="2530" y="2666"/>
                    </a:cubicBezTo>
                    <a:lnTo>
                      <a:pt x="2598" y="2619"/>
                    </a:lnTo>
                    <a:cubicBezTo>
                      <a:pt x="2336" y="1440"/>
                      <a:pt x="1525" y="482"/>
                      <a:pt x="414" y="0"/>
                    </a:cubicBezTo>
                    <a:lnTo>
                      <a:pt x="393" y="47"/>
                    </a:lnTo>
                    <a:lnTo>
                      <a:pt x="373" y="0"/>
                    </a:lnTo>
                    <a:lnTo>
                      <a:pt x="373" y="47"/>
                    </a:lnTo>
                    <a:lnTo>
                      <a:pt x="346" y="0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31" name="Google Shape;2631;p58">
              <a:extLst>
                <a:ext uri="{FF2B5EF4-FFF2-40B4-BE49-F238E27FC236}">
                  <a16:creationId xmlns:a16="http://schemas.microsoft.com/office/drawing/2014/main" id="{3698A210-B782-DFD5-97C9-764CEA8EEF6E}"/>
                </a:ext>
              </a:extLst>
            </p:cNvPr>
            <p:cNvGrpSpPr/>
            <p:nvPr/>
          </p:nvGrpSpPr>
          <p:grpSpPr>
            <a:xfrm>
              <a:off x="7357272" y="2467844"/>
              <a:ext cx="948658" cy="1725618"/>
              <a:chOff x="3427051" y="2433574"/>
              <a:chExt cx="1345423" cy="2447337"/>
            </a:xfrm>
          </p:grpSpPr>
          <p:sp>
            <p:nvSpPr>
              <p:cNvPr id="2632" name="Google Shape;2632;p58">
                <a:extLst>
                  <a:ext uri="{FF2B5EF4-FFF2-40B4-BE49-F238E27FC236}">
                    <a16:creationId xmlns:a16="http://schemas.microsoft.com/office/drawing/2014/main" id="{C5DE261D-3FCD-3572-D007-A10FD130EABA}"/>
                  </a:ext>
                </a:extLst>
              </p:cNvPr>
              <p:cNvSpPr/>
              <p:nvPr/>
            </p:nvSpPr>
            <p:spPr>
              <a:xfrm>
                <a:off x="3435910" y="2972651"/>
                <a:ext cx="1249861" cy="1501511"/>
              </a:xfrm>
              <a:custGeom>
                <a:avLst/>
                <a:gdLst/>
                <a:ahLst/>
                <a:cxnLst/>
                <a:rect l="l" t="t" r="r" b="b"/>
                <a:pathLst>
                  <a:path w="6631" h="7966" extrusionOk="0">
                    <a:moveTo>
                      <a:pt x="173" y="0"/>
                    </a:moveTo>
                    <a:cubicBezTo>
                      <a:pt x="63" y="0"/>
                      <a:pt x="0" y="84"/>
                      <a:pt x="0" y="173"/>
                    </a:cubicBezTo>
                    <a:lnTo>
                      <a:pt x="0" y="7787"/>
                    </a:lnTo>
                    <a:cubicBezTo>
                      <a:pt x="0" y="7876"/>
                      <a:pt x="63" y="7966"/>
                      <a:pt x="173" y="7966"/>
                    </a:cubicBezTo>
                    <a:lnTo>
                      <a:pt x="6457" y="7966"/>
                    </a:lnTo>
                    <a:cubicBezTo>
                      <a:pt x="6567" y="7966"/>
                      <a:pt x="6630" y="7876"/>
                      <a:pt x="6630" y="7787"/>
                    </a:cubicBezTo>
                    <a:lnTo>
                      <a:pt x="6630" y="173"/>
                    </a:lnTo>
                    <a:cubicBezTo>
                      <a:pt x="6630" y="84"/>
                      <a:pt x="6567" y="0"/>
                      <a:pt x="645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3" name="Google Shape;2633;p58">
                <a:extLst>
                  <a:ext uri="{FF2B5EF4-FFF2-40B4-BE49-F238E27FC236}">
                    <a16:creationId xmlns:a16="http://schemas.microsoft.com/office/drawing/2014/main" id="{F4A89A23-2195-4350-A9AB-749821F639C4}"/>
                  </a:ext>
                </a:extLst>
              </p:cNvPr>
              <p:cNvSpPr/>
              <p:nvPr/>
            </p:nvSpPr>
            <p:spPr>
              <a:xfrm>
                <a:off x="3427051" y="2963792"/>
                <a:ext cx="1271537" cy="1518287"/>
              </a:xfrm>
              <a:custGeom>
                <a:avLst/>
                <a:gdLst/>
                <a:ahLst/>
                <a:cxnLst/>
                <a:rect l="l" t="t" r="r" b="b"/>
                <a:pathLst>
                  <a:path w="6746" h="8055" extrusionOk="0">
                    <a:moveTo>
                      <a:pt x="6504" y="110"/>
                    </a:moveTo>
                    <a:cubicBezTo>
                      <a:pt x="6567" y="110"/>
                      <a:pt x="6635" y="157"/>
                      <a:pt x="6635" y="220"/>
                    </a:cubicBezTo>
                    <a:lnTo>
                      <a:pt x="6635" y="7834"/>
                    </a:lnTo>
                    <a:cubicBezTo>
                      <a:pt x="6635" y="7903"/>
                      <a:pt x="6567" y="7944"/>
                      <a:pt x="6504" y="7944"/>
                    </a:cubicBezTo>
                    <a:lnTo>
                      <a:pt x="220" y="7944"/>
                    </a:lnTo>
                    <a:cubicBezTo>
                      <a:pt x="152" y="7944"/>
                      <a:pt x="89" y="7903"/>
                      <a:pt x="89" y="7834"/>
                    </a:cubicBezTo>
                    <a:lnTo>
                      <a:pt x="89" y="220"/>
                    </a:lnTo>
                    <a:cubicBezTo>
                      <a:pt x="89" y="157"/>
                      <a:pt x="152" y="110"/>
                      <a:pt x="220" y="110"/>
                    </a:cubicBezTo>
                    <a:close/>
                    <a:moveTo>
                      <a:pt x="220" y="0"/>
                    </a:moveTo>
                    <a:cubicBezTo>
                      <a:pt x="89" y="0"/>
                      <a:pt x="0" y="89"/>
                      <a:pt x="0" y="220"/>
                    </a:cubicBezTo>
                    <a:lnTo>
                      <a:pt x="0" y="7834"/>
                    </a:lnTo>
                    <a:cubicBezTo>
                      <a:pt x="0" y="7965"/>
                      <a:pt x="89" y="8054"/>
                      <a:pt x="220" y="8054"/>
                    </a:cubicBezTo>
                    <a:lnTo>
                      <a:pt x="6504" y="8054"/>
                    </a:lnTo>
                    <a:cubicBezTo>
                      <a:pt x="6635" y="8054"/>
                      <a:pt x="6745" y="7965"/>
                      <a:pt x="6745" y="7834"/>
                    </a:cubicBezTo>
                    <a:lnTo>
                      <a:pt x="6745" y="220"/>
                    </a:lnTo>
                    <a:cubicBezTo>
                      <a:pt x="6745" y="89"/>
                      <a:pt x="6635" y="0"/>
                      <a:pt x="6504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4" name="Google Shape;2634;p58">
                <a:extLst>
                  <a:ext uri="{FF2B5EF4-FFF2-40B4-BE49-F238E27FC236}">
                    <a16:creationId xmlns:a16="http://schemas.microsoft.com/office/drawing/2014/main" id="{0C85C15E-4196-2318-8C6F-74C646C247B3}"/>
                  </a:ext>
                </a:extLst>
              </p:cNvPr>
              <p:cNvSpPr/>
              <p:nvPr/>
            </p:nvSpPr>
            <p:spPr>
              <a:xfrm>
                <a:off x="3538447" y="3042581"/>
                <a:ext cx="1044598" cy="304223"/>
              </a:xfrm>
              <a:custGeom>
                <a:avLst/>
                <a:gdLst/>
                <a:ahLst/>
                <a:cxnLst/>
                <a:rect l="l" t="t" r="r" b="b"/>
                <a:pathLst>
                  <a:path w="5542" h="1614" extrusionOk="0">
                    <a:moveTo>
                      <a:pt x="174" y="1"/>
                    </a:moveTo>
                    <a:cubicBezTo>
                      <a:pt x="85" y="1"/>
                      <a:pt x="1" y="85"/>
                      <a:pt x="1" y="174"/>
                    </a:cubicBezTo>
                    <a:lnTo>
                      <a:pt x="1" y="1441"/>
                    </a:lnTo>
                    <a:cubicBezTo>
                      <a:pt x="1" y="1525"/>
                      <a:pt x="85" y="1614"/>
                      <a:pt x="174" y="1614"/>
                    </a:cubicBezTo>
                    <a:lnTo>
                      <a:pt x="5390" y="1614"/>
                    </a:lnTo>
                    <a:cubicBezTo>
                      <a:pt x="5479" y="1614"/>
                      <a:pt x="5541" y="1525"/>
                      <a:pt x="5541" y="1441"/>
                    </a:cubicBezTo>
                    <a:lnTo>
                      <a:pt x="5541" y="174"/>
                    </a:lnTo>
                    <a:cubicBezTo>
                      <a:pt x="5541" y="85"/>
                      <a:pt x="5479" y="1"/>
                      <a:pt x="539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5" name="Google Shape;2635;p58">
                <a:extLst>
                  <a:ext uri="{FF2B5EF4-FFF2-40B4-BE49-F238E27FC236}">
                    <a16:creationId xmlns:a16="http://schemas.microsoft.com/office/drawing/2014/main" id="{A653E4E0-4562-4AFF-342F-896332E22AF9}"/>
                  </a:ext>
                </a:extLst>
              </p:cNvPr>
              <p:cNvSpPr/>
              <p:nvPr/>
            </p:nvSpPr>
            <p:spPr>
              <a:xfrm>
                <a:off x="3529588" y="3033722"/>
                <a:ext cx="1066274" cy="320998"/>
              </a:xfrm>
              <a:custGeom>
                <a:avLst/>
                <a:gdLst/>
                <a:ahLst/>
                <a:cxnLst/>
                <a:rect l="l" t="t" r="r" b="b"/>
                <a:pathLst>
                  <a:path w="5657" h="1703" extrusionOk="0">
                    <a:moveTo>
                      <a:pt x="5437" y="111"/>
                    </a:moveTo>
                    <a:cubicBezTo>
                      <a:pt x="5499" y="111"/>
                      <a:pt x="5547" y="153"/>
                      <a:pt x="5547" y="221"/>
                    </a:cubicBezTo>
                    <a:lnTo>
                      <a:pt x="5547" y="1488"/>
                    </a:lnTo>
                    <a:cubicBezTo>
                      <a:pt x="5547" y="1551"/>
                      <a:pt x="5499" y="1593"/>
                      <a:pt x="5437" y="1593"/>
                    </a:cubicBezTo>
                    <a:lnTo>
                      <a:pt x="221" y="1593"/>
                    </a:lnTo>
                    <a:cubicBezTo>
                      <a:pt x="158" y="1593"/>
                      <a:pt x="111" y="1551"/>
                      <a:pt x="111" y="1488"/>
                    </a:cubicBezTo>
                    <a:lnTo>
                      <a:pt x="111" y="221"/>
                    </a:lnTo>
                    <a:cubicBezTo>
                      <a:pt x="111" y="153"/>
                      <a:pt x="158" y="111"/>
                      <a:pt x="221" y="111"/>
                    </a:cubicBezTo>
                    <a:close/>
                    <a:moveTo>
                      <a:pt x="221" y="1"/>
                    </a:moveTo>
                    <a:cubicBezTo>
                      <a:pt x="111" y="1"/>
                      <a:pt x="1" y="90"/>
                      <a:pt x="1" y="221"/>
                    </a:cubicBezTo>
                    <a:lnTo>
                      <a:pt x="1" y="1488"/>
                    </a:lnTo>
                    <a:cubicBezTo>
                      <a:pt x="1" y="1593"/>
                      <a:pt x="111" y="1703"/>
                      <a:pt x="221" y="1703"/>
                    </a:cubicBezTo>
                    <a:lnTo>
                      <a:pt x="5437" y="1703"/>
                    </a:lnTo>
                    <a:cubicBezTo>
                      <a:pt x="5547" y="1703"/>
                      <a:pt x="5657" y="1593"/>
                      <a:pt x="5657" y="1488"/>
                    </a:cubicBezTo>
                    <a:lnTo>
                      <a:pt x="5657" y="221"/>
                    </a:lnTo>
                    <a:cubicBezTo>
                      <a:pt x="5657" y="90"/>
                      <a:pt x="5547" y="1"/>
                      <a:pt x="5437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6" name="Google Shape;2636;p58">
                <a:extLst>
                  <a:ext uri="{FF2B5EF4-FFF2-40B4-BE49-F238E27FC236}">
                    <a16:creationId xmlns:a16="http://schemas.microsoft.com/office/drawing/2014/main" id="{6D950186-D3D3-E29E-6D1F-1ADFC5BD9B5B}"/>
                  </a:ext>
                </a:extLst>
              </p:cNvPr>
              <p:cNvSpPr/>
              <p:nvPr/>
            </p:nvSpPr>
            <p:spPr>
              <a:xfrm>
                <a:off x="3538447" y="3388080"/>
                <a:ext cx="1044598" cy="304223"/>
              </a:xfrm>
              <a:custGeom>
                <a:avLst/>
                <a:gdLst/>
                <a:ahLst/>
                <a:cxnLst/>
                <a:rect l="l" t="t" r="r" b="b"/>
                <a:pathLst>
                  <a:path w="5542" h="1614" extrusionOk="0">
                    <a:moveTo>
                      <a:pt x="174" y="1"/>
                    </a:moveTo>
                    <a:cubicBezTo>
                      <a:pt x="85" y="1"/>
                      <a:pt x="1" y="85"/>
                      <a:pt x="1" y="174"/>
                    </a:cubicBezTo>
                    <a:lnTo>
                      <a:pt x="1" y="1441"/>
                    </a:lnTo>
                    <a:cubicBezTo>
                      <a:pt x="1" y="1525"/>
                      <a:pt x="85" y="1614"/>
                      <a:pt x="174" y="1614"/>
                    </a:cubicBezTo>
                    <a:lnTo>
                      <a:pt x="5390" y="1614"/>
                    </a:lnTo>
                    <a:cubicBezTo>
                      <a:pt x="5479" y="1614"/>
                      <a:pt x="5541" y="1525"/>
                      <a:pt x="5541" y="1441"/>
                    </a:cubicBezTo>
                    <a:lnTo>
                      <a:pt x="5541" y="174"/>
                    </a:lnTo>
                    <a:cubicBezTo>
                      <a:pt x="5541" y="85"/>
                      <a:pt x="5479" y="1"/>
                      <a:pt x="539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7" name="Google Shape;2637;p58">
                <a:extLst>
                  <a:ext uri="{FF2B5EF4-FFF2-40B4-BE49-F238E27FC236}">
                    <a16:creationId xmlns:a16="http://schemas.microsoft.com/office/drawing/2014/main" id="{A83B37CA-ECCB-6E87-FF5A-1117DD7824D1}"/>
                  </a:ext>
                </a:extLst>
              </p:cNvPr>
              <p:cNvSpPr/>
              <p:nvPr/>
            </p:nvSpPr>
            <p:spPr>
              <a:xfrm>
                <a:off x="3529588" y="3379221"/>
                <a:ext cx="1066274" cy="320998"/>
              </a:xfrm>
              <a:custGeom>
                <a:avLst/>
                <a:gdLst/>
                <a:ahLst/>
                <a:cxnLst/>
                <a:rect l="l" t="t" r="r" b="b"/>
                <a:pathLst>
                  <a:path w="5657" h="1703" extrusionOk="0">
                    <a:moveTo>
                      <a:pt x="5437" y="111"/>
                    </a:moveTo>
                    <a:cubicBezTo>
                      <a:pt x="5499" y="111"/>
                      <a:pt x="5547" y="153"/>
                      <a:pt x="5547" y="221"/>
                    </a:cubicBezTo>
                    <a:lnTo>
                      <a:pt x="5547" y="1488"/>
                    </a:lnTo>
                    <a:cubicBezTo>
                      <a:pt x="5547" y="1551"/>
                      <a:pt x="5499" y="1593"/>
                      <a:pt x="5437" y="1593"/>
                    </a:cubicBezTo>
                    <a:lnTo>
                      <a:pt x="221" y="1593"/>
                    </a:lnTo>
                    <a:cubicBezTo>
                      <a:pt x="158" y="1593"/>
                      <a:pt x="111" y="1551"/>
                      <a:pt x="111" y="1488"/>
                    </a:cubicBezTo>
                    <a:lnTo>
                      <a:pt x="111" y="221"/>
                    </a:lnTo>
                    <a:cubicBezTo>
                      <a:pt x="111" y="153"/>
                      <a:pt x="158" y="111"/>
                      <a:pt x="221" y="111"/>
                    </a:cubicBezTo>
                    <a:close/>
                    <a:moveTo>
                      <a:pt x="221" y="1"/>
                    </a:moveTo>
                    <a:cubicBezTo>
                      <a:pt x="111" y="1"/>
                      <a:pt x="1" y="90"/>
                      <a:pt x="1" y="221"/>
                    </a:cubicBezTo>
                    <a:lnTo>
                      <a:pt x="1" y="1488"/>
                    </a:lnTo>
                    <a:cubicBezTo>
                      <a:pt x="1" y="1619"/>
                      <a:pt x="111" y="1703"/>
                      <a:pt x="221" y="1703"/>
                    </a:cubicBezTo>
                    <a:lnTo>
                      <a:pt x="5437" y="1703"/>
                    </a:lnTo>
                    <a:cubicBezTo>
                      <a:pt x="5547" y="1703"/>
                      <a:pt x="5657" y="1619"/>
                      <a:pt x="5657" y="1488"/>
                    </a:cubicBezTo>
                    <a:lnTo>
                      <a:pt x="5657" y="221"/>
                    </a:lnTo>
                    <a:cubicBezTo>
                      <a:pt x="5657" y="90"/>
                      <a:pt x="5547" y="1"/>
                      <a:pt x="5437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8" name="Google Shape;2638;p58">
                <a:extLst>
                  <a:ext uri="{FF2B5EF4-FFF2-40B4-BE49-F238E27FC236}">
                    <a16:creationId xmlns:a16="http://schemas.microsoft.com/office/drawing/2014/main" id="{B68307B0-9EE5-8F37-8CE9-C5DCDF573A07}"/>
                  </a:ext>
                </a:extLst>
              </p:cNvPr>
              <p:cNvSpPr/>
              <p:nvPr/>
            </p:nvSpPr>
            <p:spPr>
              <a:xfrm>
                <a:off x="3538447" y="3758271"/>
                <a:ext cx="1044598" cy="300265"/>
              </a:xfrm>
              <a:custGeom>
                <a:avLst/>
                <a:gdLst/>
                <a:ahLst/>
                <a:cxnLst/>
                <a:rect l="l" t="t" r="r" b="b"/>
                <a:pathLst>
                  <a:path w="5542" h="1593" extrusionOk="0">
                    <a:moveTo>
                      <a:pt x="174" y="1"/>
                    </a:moveTo>
                    <a:cubicBezTo>
                      <a:pt x="85" y="1"/>
                      <a:pt x="1" y="64"/>
                      <a:pt x="1" y="153"/>
                    </a:cubicBezTo>
                    <a:lnTo>
                      <a:pt x="1" y="1415"/>
                    </a:lnTo>
                    <a:cubicBezTo>
                      <a:pt x="1" y="1525"/>
                      <a:pt x="85" y="1593"/>
                      <a:pt x="174" y="1593"/>
                    </a:cubicBezTo>
                    <a:lnTo>
                      <a:pt x="5390" y="1593"/>
                    </a:lnTo>
                    <a:cubicBezTo>
                      <a:pt x="5479" y="1593"/>
                      <a:pt x="5541" y="1525"/>
                      <a:pt x="5541" y="1415"/>
                    </a:cubicBezTo>
                    <a:lnTo>
                      <a:pt x="5541" y="153"/>
                    </a:lnTo>
                    <a:cubicBezTo>
                      <a:pt x="5541" y="64"/>
                      <a:pt x="5479" y="1"/>
                      <a:pt x="539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9" name="Google Shape;2639;p58">
                <a:extLst>
                  <a:ext uri="{FF2B5EF4-FFF2-40B4-BE49-F238E27FC236}">
                    <a16:creationId xmlns:a16="http://schemas.microsoft.com/office/drawing/2014/main" id="{A2858299-BA99-B55B-72B6-559A34D0F4A7}"/>
                  </a:ext>
                </a:extLst>
              </p:cNvPr>
              <p:cNvSpPr/>
              <p:nvPr/>
            </p:nvSpPr>
            <p:spPr>
              <a:xfrm>
                <a:off x="3529588" y="3745454"/>
                <a:ext cx="1066274" cy="324957"/>
              </a:xfrm>
              <a:custGeom>
                <a:avLst/>
                <a:gdLst/>
                <a:ahLst/>
                <a:cxnLst/>
                <a:rect l="l" t="t" r="r" b="b"/>
                <a:pathLst>
                  <a:path w="5657" h="1724" extrusionOk="0">
                    <a:moveTo>
                      <a:pt x="5437" y="111"/>
                    </a:moveTo>
                    <a:cubicBezTo>
                      <a:pt x="5499" y="111"/>
                      <a:pt x="5547" y="153"/>
                      <a:pt x="5547" y="221"/>
                    </a:cubicBezTo>
                    <a:lnTo>
                      <a:pt x="5547" y="1483"/>
                    </a:lnTo>
                    <a:cubicBezTo>
                      <a:pt x="5547" y="1551"/>
                      <a:pt x="5499" y="1614"/>
                      <a:pt x="5437" y="1614"/>
                    </a:cubicBezTo>
                    <a:lnTo>
                      <a:pt x="221" y="1614"/>
                    </a:lnTo>
                    <a:cubicBezTo>
                      <a:pt x="158" y="1614"/>
                      <a:pt x="111" y="1551"/>
                      <a:pt x="111" y="1483"/>
                    </a:cubicBezTo>
                    <a:lnTo>
                      <a:pt x="111" y="221"/>
                    </a:lnTo>
                    <a:cubicBezTo>
                      <a:pt x="111" y="153"/>
                      <a:pt x="158" y="111"/>
                      <a:pt x="221" y="111"/>
                    </a:cubicBezTo>
                    <a:close/>
                    <a:moveTo>
                      <a:pt x="221" y="1"/>
                    </a:moveTo>
                    <a:cubicBezTo>
                      <a:pt x="111" y="1"/>
                      <a:pt x="1" y="111"/>
                      <a:pt x="1" y="221"/>
                    </a:cubicBezTo>
                    <a:lnTo>
                      <a:pt x="1" y="1483"/>
                    </a:lnTo>
                    <a:cubicBezTo>
                      <a:pt x="1" y="1614"/>
                      <a:pt x="111" y="1724"/>
                      <a:pt x="221" y="1724"/>
                    </a:cubicBezTo>
                    <a:lnTo>
                      <a:pt x="5437" y="1724"/>
                    </a:lnTo>
                    <a:cubicBezTo>
                      <a:pt x="5547" y="1724"/>
                      <a:pt x="5657" y="1614"/>
                      <a:pt x="5657" y="1483"/>
                    </a:cubicBezTo>
                    <a:lnTo>
                      <a:pt x="5657" y="221"/>
                    </a:lnTo>
                    <a:cubicBezTo>
                      <a:pt x="5657" y="111"/>
                      <a:pt x="5547" y="1"/>
                      <a:pt x="5437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0" name="Google Shape;2640;p58">
                <a:extLst>
                  <a:ext uri="{FF2B5EF4-FFF2-40B4-BE49-F238E27FC236}">
                    <a16:creationId xmlns:a16="http://schemas.microsoft.com/office/drawing/2014/main" id="{58E7F154-3DCD-CDC6-511F-CAE629450737}"/>
                  </a:ext>
                </a:extLst>
              </p:cNvPr>
              <p:cNvSpPr/>
              <p:nvPr/>
            </p:nvSpPr>
            <p:spPr>
              <a:xfrm>
                <a:off x="3538447" y="4119604"/>
                <a:ext cx="1044598" cy="300265"/>
              </a:xfrm>
              <a:custGeom>
                <a:avLst/>
                <a:gdLst/>
                <a:ahLst/>
                <a:cxnLst/>
                <a:rect l="l" t="t" r="r" b="b"/>
                <a:pathLst>
                  <a:path w="5542" h="1593" extrusionOk="0">
                    <a:moveTo>
                      <a:pt x="174" y="0"/>
                    </a:moveTo>
                    <a:cubicBezTo>
                      <a:pt x="85" y="0"/>
                      <a:pt x="1" y="69"/>
                      <a:pt x="1" y="179"/>
                    </a:cubicBezTo>
                    <a:lnTo>
                      <a:pt x="1" y="1441"/>
                    </a:lnTo>
                    <a:cubicBezTo>
                      <a:pt x="1" y="1530"/>
                      <a:pt x="85" y="1592"/>
                      <a:pt x="174" y="1592"/>
                    </a:cubicBezTo>
                    <a:lnTo>
                      <a:pt x="5390" y="1592"/>
                    </a:lnTo>
                    <a:cubicBezTo>
                      <a:pt x="5479" y="1592"/>
                      <a:pt x="5541" y="1530"/>
                      <a:pt x="5541" y="1441"/>
                    </a:cubicBezTo>
                    <a:lnTo>
                      <a:pt x="5541" y="179"/>
                    </a:lnTo>
                    <a:cubicBezTo>
                      <a:pt x="5541" y="69"/>
                      <a:pt x="5479" y="0"/>
                      <a:pt x="539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1" name="Google Shape;2641;p58">
                <a:extLst>
                  <a:ext uri="{FF2B5EF4-FFF2-40B4-BE49-F238E27FC236}">
                    <a16:creationId xmlns:a16="http://schemas.microsoft.com/office/drawing/2014/main" id="{B1A5024E-1AF4-E492-70FA-5CEF5A8EA3A9}"/>
                  </a:ext>
                </a:extLst>
              </p:cNvPr>
              <p:cNvSpPr/>
              <p:nvPr/>
            </p:nvSpPr>
            <p:spPr>
              <a:xfrm>
                <a:off x="3529588" y="4107729"/>
                <a:ext cx="1066274" cy="324957"/>
              </a:xfrm>
              <a:custGeom>
                <a:avLst/>
                <a:gdLst/>
                <a:ahLst/>
                <a:cxnLst/>
                <a:rect l="l" t="t" r="r" b="b"/>
                <a:pathLst>
                  <a:path w="5657" h="1724" extrusionOk="0">
                    <a:moveTo>
                      <a:pt x="5437" y="111"/>
                    </a:moveTo>
                    <a:cubicBezTo>
                      <a:pt x="5499" y="111"/>
                      <a:pt x="5547" y="173"/>
                      <a:pt x="5547" y="242"/>
                    </a:cubicBezTo>
                    <a:lnTo>
                      <a:pt x="5547" y="1504"/>
                    </a:lnTo>
                    <a:cubicBezTo>
                      <a:pt x="5547" y="1572"/>
                      <a:pt x="5499" y="1614"/>
                      <a:pt x="5437" y="1614"/>
                    </a:cubicBezTo>
                    <a:lnTo>
                      <a:pt x="221" y="1614"/>
                    </a:lnTo>
                    <a:cubicBezTo>
                      <a:pt x="158" y="1614"/>
                      <a:pt x="111" y="1572"/>
                      <a:pt x="111" y="1504"/>
                    </a:cubicBezTo>
                    <a:lnTo>
                      <a:pt x="111" y="242"/>
                    </a:lnTo>
                    <a:cubicBezTo>
                      <a:pt x="111" y="173"/>
                      <a:pt x="158" y="111"/>
                      <a:pt x="221" y="111"/>
                    </a:cubicBezTo>
                    <a:close/>
                    <a:moveTo>
                      <a:pt x="221" y="1"/>
                    </a:moveTo>
                    <a:cubicBezTo>
                      <a:pt x="111" y="1"/>
                      <a:pt x="1" y="111"/>
                      <a:pt x="1" y="242"/>
                    </a:cubicBezTo>
                    <a:lnTo>
                      <a:pt x="1" y="1504"/>
                    </a:lnTo>
                    <a:cubicBezTo>
                      <a:pt x="1" y="1614"/>
                      <a:pt x="111" y="1724"/>
                      <a:pt x="221" y="1724"/>
                    </a:cubicBezTo>
                    <a:lnTo>
                      <a:pt x="5437" y="1724"/>
                    </a:lnTo>
                    <a:cubicBezTo>
                      <a:pt x="5547" y="1724"/>
                      <a:pt x="5657" y="1614"/>
                      <a:pt x="5657" y="1504"/>
                    </a:cubicBezTo>
                    <a:lnTo>
                      <a:pt x="5657" y="242"/>
                    </a:lnTo>
                    <a:cubicBezTo>
                      <a:pt x="5657" y="111"/>
                      <a:pt x="5547" y="1"/>
                      <a:pt x="5437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2" name="Google Shape;2642;p58">
                <a:extLst>
                  <a:ext uri="{FF2B5EF4-FFF2-40B4-BE49-F238E27FC236}">
                    <a16:creationId xmlns:a16="http://schemas.microsoft.com/office/drawing/2014/main" id="{F572BA4A-7D82-8654-9911-DBF324152889}"/>
                  </a:ext>
                </a:extLst>
              </p:cNvPr>
              <p:cNvSpPr/>
              <p:nvPr/>
            </p:nvSpPr>
            <p:spPr>
              <a:xfrm>
                <a:off x="3764631" y="3280642"/>
                <a:ext cx="45425" cy="193579"/>
              </a:xfrm>
              <a:custGeom>
                <a:avLst/>
                <a:gdLst/>
                <a:ahLst/>
                <a:cxnLst/>
                <a:rect l="l" t="t" r="r" b="b"/>
                <a:pathLst>
                  <a:path w="241" h="1027" extrusionOk="0">
                    <a:moveTo>
                      <a:pt x="131" y="0"/>
                    </a:moveTo>
                    <a:cubicBezTo>
                      <a:pt x="42" y="0"/>
                      <a:pt x="0" y="47"/>
                      <a:pt x="0" y="131"/>
                    </a:cubicBezTo>
                    <a:lnTo>
                      <a:pt x="0" y="896"/>
                    </a:lnTo>
                    <a:cubicBezTo>
                      <a:pt x="0" y="985"/>
                      <a:pt x="42" y="1027"/>
                      <a:pt x="131" y="1027"/>
                    </a:cubicBezTo>
                    <a:cubicBezTo>
                      <a:pt x="194" y="1027"/>
                      <a:pt x="241" y="985"/>
                      <a:pt x="241" y="896"/>
                    </a:cubicBezTo>
                    <a:lnTo>
                      <a:pt x="241" y="131"/>
                    </a:lnTo>
                    <a:cubicBezTo>
                      <a:pt x="241" y="47"/>
                      <a:pt x="194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3" name="Google Shape;2643;p58">
                <a:extLst>
                  <a:ext uri="{FF2B5EF4-FFF2-40B4-BE49-F238E27FC236}">
                    <a16:creationId xmlns:a16="http://schemas.microsoft.com/office/drawing/2014/main" id="{F04FA062-0358-5A21-E5A9-8830BE51AD6A}"/>
                  </a:ext>
                </a:extLst>
              </p:cNvPr>
              <p:cNvSpPr/>
              <p:nvPr/>
            </p:nvSpPr>
            <p:spPr>
              <a:xfrm>
                <a:off x="3749163" y="3268767"/>
                <a:ext cx="70306" cy="218271"/>
              </a:xfrm>
              <a:custGeom>
                <a:avLst/>
                <a:gdLst/>
                <a:ahLst/>
                <a:cxnLst/>
                <a:rect l="l" t="t" r="r" b="b"/>
                <a:pathLst>
                  <a:path w="373" h="1158" extrusionOk="0">
                    <a:moveTo>
                      <a:pt x="200" y="110"/>
                    </a:moveTo>
                    <a:cubicBezTo>
                      <a:pt x="242" y="110"/>
                      <a:pt x="263" y="152"/>
                      <a:pt x="263" y="194"/>
                    </a:cubicBezTo>
                    <a:lnTo>
                      <a:pt x="263" y="959"/>
                    </a:lnTo>
                    <a:cubicBezTo>
                      <a:pt x="263" y="1000"/>
                      <a:pt x="242" y="1048"/>
                      <a:pt x="200" y="1048"/>
                    </a:cubicBezTo>
                    <a:cubicBezTo>
                      <a:pt x="158" y="1048"/>
                      <a:pt x="111" y="1000"/>
                      <a:pt x="111" y="959"/>
                    </a:cubicBezTo>
                    <a:lnTo>
                      <a:pt x="111" y="194"/>
                    </a:lnTo>
                    <a:cubicBezTo>
                      <a:pt x="111" y="152"/>
                      <a:pt x="158" y="110"/>
                      <a:pt x="200" y="110"/>
                    </a:cubicBezTo>
                    <a:close/>
                    <a:moveTo>
                      <a:pt x="200" y="0"/>
                    </a:moveTo>
                    <a:cubicBezTo>
                      <a:pt x="90" y="0"/>
                      <a:pt x="1" y="84"/>
                      <a:pt x="1" y="194"/>
                    </a:cubicBezTo>
                    <a:lnTo>
                      <a:pt x="1" y="959"/>
                    </a:lnTo>
                    <a:cubicBezTo>
                      <a:pt x="1" y="1069"/>
                      <a:pt x="90" y="1158"/>
                      <a:pt x="200" y="1158"/>
                    </a:cubicBezTo>
                    <a:cubicBezTo>
                      <a:pt x="289" y="1158"/>
                      <a:pt x="373" y="1069"/>
                      <a:pt x="373" y="959"/>
                    </a:cubicBezTo>
                    <a:lnTo>
                      <a:pt x="373" y="194"/>
                    </a:lnTo>
                    <a:cubicBezTo>
                      <a:pt x="373" y="84"/>
                      <a:pt x="289" y="0"/>
                      <a:pt x="200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4" name="Google Shape;2644;p58">
                <a:extLst>
                  <a:ext uri="{FF2B5EF4-FFF2-40B4-BE49-F238E27FC236}">
                    <a16:creationId xmlns:a16="http://schemas.microsoft.com/office/drawing/2014/main" id="{AAA5A685-E23A-4F3F-00C5-18225417584C}"/>
                  </a:ext>
                </a:extLst>
              </p:cNvPr>
              <p:cNvSpPr/>
              <p:nvPr/>
            </p:nvSpPr>
            <p:spPr>
              <a:xfrm>
                <a:off x="3764631" y="3626141"/>
                <a:ext cx="45425" cy="193579"/>
              </a:xfrm>
              <a:custGeom>
                <a:avLst/>
                <a:gdLst/>
                <a:ahLst/>
                <a:cxnLst/>
                <a:rect l="l" t="t" r="r" b="b"/>
                <a:pathLst>
                  <a:path w="241" h="1027" extrusionOk="0">
                    <a:moveTo>
                      <a:pt x="131" y="0"/>
                    </a:moveTo>
                    <a:cubicBezTo>
                      <a:pt x="42" y="0"/>
                      <a:pt x="0" y="68"/>
                      <a:pt x="0" y="131"/>
                    </a:cubicBezTo>
                    <a:lnTo>
                      <a:pt x="0" y="896"/>
                    </a:lnTo>
                    <a:cubicBezTo>
                      <a:pt x="0" y="985"/>
                      <a:pt x="42" y="1026"/>
                      <a:pt x="131" y="1026"/>
                    </a:cubicBezTo>
                    <a:cubicBezTo>
                      <a:pt x="194" y="1026"/>
                      <a:pt x="241" y="985"/>
                      <a:pt x="241" y="896"/>
                    </a:cubicBezTo>
                    <a:lnTo>
                      <a:pt x="241" y="131"/>
                    </a:lnTo>
                    <a:cubicBezTo>
                      <a:pt x="241" y="68"/>
                      <a:pt x="194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5" name="Google Shape;2645;p58">
                <a:extLst>
                  <a:ext uri="{FF2B5EF4-FFF2-40B4-BE49-F238E27FC236}">
                    <a16:creationId xmlns:a16="http://schemas.microsoft.com/office/drawing/2014/main" id="{1CCE69DD-6FF9-6813-1D45-C1E96CA9C32E}"/>
                  </a:ext>
                </a:extLst>
              </p:cNvPr>
              <p:cNvSpPr/>
              <p:nvPr/>
            </p:nvSpPr>
            <p:spPr>
              <a:xfrm>
                <a:off x="3749163" y="3618224"/>
                <a:ext cx="70306" cy="214313"/>
              </a:xfrm>
              <a:custGeom>
                <a:avLst/>
                <a:gdLst/>
                <a:ahLst/>
                <a:cxnLst/>
                <a:rect l="l" t="t" r="r" b="b"/>
                <a:pathLst>
                  <a:path w="373" h="1137" extrusionOk="0">
                    <a:moveTo>
                      <a:pt x="200" y="89"/>
                    </a:moveTo>
                    <a:cubicBezTo>
                      <a:pt x="242" y="89"/>
                      <a:pt x="263" y="131"/>
                      <a:pt x="263" y="173"/>
                    </a:cubicBezTo>
                    <a:lnTo>
                      <a:pt x="263" y="938"/>
                    </a:lnTo>
                    <a:cubicBezTo>
                      <a:pt x="263" y="979"/>
                      <a:pt x="242" y="1027"/>
                      <a:pt x="200" y="1027"/>
                    </a:cubicBezTo>
                    <a:cubicBezTo>
                      <a:pt x="158" y="1027"/>
                      <a:pt x="111" y="979"/>
                      <a:pt x="111" y="938"/>
                    </a:cubicBezTo>
                    <a:lnTo>
                      <a:pt x="111" y="173"/>
                    </a:lnTo>
                    <a:cubicBezTo>
                      <a:pt x="111" y="131"/>
                      <a:pt x="158" y="89"/>
                      <a:pt x="200" y="89"/>
                    </a:cubicBezTo>
                    <a:close/>
                    <a:moveTo>
                      <a:pt x="200" y="0"/>
                    </a:moveTo>
                    <a:cubicBezTo>
                      <a:pt x="90" y="0"/>
                      <a:pt x="1" y="63"/>
                      <a:pt x="1" y="173"/>
                    </a:cubicBezTo>
                    <a:lnTo>
                      <a:pt x="1" y="938"/>
                    </a:lnTo>
                    <a:cubicBezTo>
                      <a:pt x="1" y="1047"/>
                      <a:pt x="90" y="1137"/>
                      <a:pt x="200" y="1137"/>
                    </a:cubicBezTo>
                    <a:cubicBezTo>
                      <a:pt x="289" y="1137"/>
                      <a:pt x="373" y="1047"/>
                      <a:pt x="373" y="938"/>
                    </a:cubicBezTo>
                    <a:lnTo>
                      <a:pt x="373" y="173"/>
                    </a:lnTo>
                    <a:cubicBezTo>
                      <a:pt x="373" y="63"/>
                      <a:pt x="289" y="0"/>
                      <a:pt x="200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6" name="Google Shape;2646;p58">
                <a:extLst>
                  <a:ext uri="{FF2B5EF4-FFF2-40B4-BE49-F238E27FC236}">
                    <a16:creationId xmlns:a16="http://schemas.microsoft.com/office/drawing/2014/main" id="{DA55884E-1229-96BE-67CE-A44DC323244E}"/>
                  </a:ext>
                </a:extLst>
              </p:cNvPr>
              <p:cNvSpPr/>
              <p:nvPr/>
            </p:nvSpPr>
            <p:spPr>
              <a:xfrm>
                <a:off x="3764631" y="3992186"/>
                <a:ext cx="45425" cy="197726"/>
              </a:xfrm>
              <a:custGeom>
                <a:avLst/>
                <a:gdLst/>
                <a:ahLst/>
                <a:cxnLst/>
                <a:rect l="l" t="t" r="r" b="b"/>
                <a:pathLst>
                  <a:path w="241" h="1049" extrusionOk="0">
                    <a:moveTo>
                      <a:pt x="131" y="1"/>
                    </a:moveTo>
                    <a:cubicBezTo>
                      <a:pt x="42" y="1"/>
                      <a:pt x="0" y="69"/>
                      <a:pt x="0" y="132"/>
                    </a:cubicBezTo>
                    <a:lnTo>
                      <a:pt x="0" y="917"/>
                    </a:lnTo>
                    <a:cubicBezTo>
                      <a:pt x="0" y="985"/>
                      <a:pt x="42" y="1048"/>
                      <a:pt x="131" y="1048"/>
                    </a:cubicBezTo>
                    <a:cubicBezTo>
                      <a:pt x="194" y="1048"/>
                      <a:pt x="241" y="985"/>
                      <a:pt x="241" y="917"/>
                    </a:cubicBezTo>
                    <a:lnTo>
                      <a:pt x="241" y="132"/>
                    </a:lnTo>
                    <a:cubicBezTo>
                      <a:pt x="241" y="69"/>
                      <a:pt x="194" y="1"/>
                      <a:pt x="13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7" name="Google Shape;2647;p58">
                <a:extLst>
                  <a:ext uri="{FF2B5EF4-FFF2-40B4-BE49-F238E27FC236}">
                    <a16:creationId xmlns:a16="http://schemas.microsoft.com/office/drawing/2014/main" id="{5A00813B-A1C3-5337-FF25-5702F62708F5}"/>
                  </a:ext>
                </a:extLst>
              </p:cNvPr>
              <p:cNvSpPr/>
              <p:nvPr/>
            </p:nvSpPr>
            <p:spPr>
              <a:xfrm>
                <a:off x="3749163" y="3984458"/>
                <a:ext cx="70306" cy="213371"/>
              </a:xfrm>
              <a:custGeom>
                <a:avLst/>
                <a:gdLst/>
                <a:ahLst/>
                <a:cxnLst/>
                <a:rect l="l" t="t" r="r" b="b"/>
                <a:pathLst>
                  <a:path w="373" h="1132" extrusionOk="0">
                    <a:moveTo>
                      <a:pt x="200" y="110"/>
                    </a:moveTo>
                    <a:cubicBezTo>
                      <a:pt x="242" y="110"/>
                      <a:pt x="263" y="131"/>
                      <a:pt x="263" y="173"/>
                    </a:cubicBezTo>
                    <a:lnTo>
                      <a:pt x="263" y="958"/>
                    </a:lnTo>
                    <a:cubicBezTo>
                      <a:pt x="263" y="1000"/>
                      <a:pt x="242" y="1026"/>
                      <a:pt x="200" y="1026"/>
                    </a:cubicBezTo>
                    <a:cubicBezTo>
                      <a:pt x="158" y="1026"/>
                      <a:pt x="111" y="1000"/>
                      <a:pt x="111" y="958"/>
                    </a:cubicBezTo>
                    <a:lnTo>
                      <a:pt x="111" y="173"/>
                    </a:lnTo>
                    <a:cubicBezTo>
                      <a:pt x="111" y="131"/>
                      <a:pt x="158" y="110"/>
                      <a:pt x="200" y="110"/>
                    </a:cubicBezTo>
                    <a:close/>
                    <a:moveTo>
                      <a:pt x="200" y="0"/>
                    </a:moveTo>
                    <a:cubicBezTo>
                      <a:pt x="90" y="0"/>
                      <a:pt x="1" y="84"/>
                      <a:pt x="1" y="173"/>
                    </a:cubicBezTo>
                    <a:lnTo>
                      <a:pt x="1" y="958"/>
                    </a:lnTo>
                    <a:cubicBezTo>
                      <a:pt x="1" y="1047"/>
                      <a:pt x="90" y="1131"/>
                      <a:pt x="200" y="1131"/>
                    </a:cubicBezTo>
                    <a:cubicBezTo>
                      <a:pt x="289" y="1131"/>
                      <a:pt x="373" y="1047"/>
                      <a:pt x="373" y="958"/>
                    </a:cubicBezTo>
                    <a:lnTo>
                      <a:pt x="373" y="173"/>
                    </a:lnTo>
                    <a:cubicBezTo>
                      <a:pt x="373" y="84"/>
                      <a:pt x="289" y="0"/>
                      <a:pt x="200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8" name="Google Shape;2648;p58">
                <a:extLst>
                  <a:ext uri="{FF2B5EF4-FFF2-40B4-BE49-F238E27FC236}">
                    <a16:creationId xmlns:a16="http://schemas.microsoft.com/office/drawing/2014/main" id="{B3371E37-D6D7-2D3C-D726-8DF610955CC6}"/>
                  </a:ext>
                </a:extLst>
              </p:cNvPr>
              <p:cNvSpPr/>
              <p:nvPr/>
            </p:nvSpPr>
            <p:spPr>
              <a:xfrm>
                <a:off x="3863210" y="3280642"/>
                <a:ext cx="45614" cy="193579"/>
              </a:xfrm>
              <a:custGeom>
                <a:avLst/>
                <a:gdLst/>
                <a:ahLst/>
                <a:cxnLst/>
                <a:rect l="l" t="t" r="r" b="b"/>
                <a:pathLst>
                  <a:path w="242" h="1027" extrusionOk="0">
                    <a:moveTo>
                      <a:pt x="132" y="0"/>
                    </a:moveTo>
                    <a:cubicBezTo>
                      <a:pt x="43" y="0"/>
                      <a:pt x="1" y="47"/>
                      <a:pt x="1" y="131"/>
                    </a:cubicBezTo>
                    <a:lnTo>
                      <a:pt x="1" y="896"/>
                    </a:lnTo>
                    <a:cubicBezTo>
                      <a:pt x="1" y="985"/>
                      <a:pt x="43" y="1027"/>
                      <a:pt x="132" y="1027"/>
                    </a:cubicBezTo>
                    <a:cubicBezTo>
                      <a:pt x="194" y="1027"/>
                      <a:pt x="242" y="985"/>
                      <a:pt x="242" y="896"/>
                    </a:cubicBezTo>
                    <a:lnTo>
                      <a:pt x="242" y="131"/>
                    </a:lnTo>
                    <a:cubicBezTo>
                      <a:pt x="242" y="47"/>
                      <a:pt x="194" y="0"/>
                      <a:pt x="13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9" name="Google Shape;2649;p58">
                <a:extLst>
                  <a:ext uri="{FF2B5EF4-FFF2-40B4-BE49-F238E27FC236}">
                    <a16:creationId xmlns:a16="http://schemas.microsoft.com/office/drawing/2014/main" id="{A8325E5D-CD60-926E-860C-3896678F91AD}"/>
                  </a:ext>
                </a:extLst>
              </p:cNvPr>
              <p:cNvSpPr/>
              <p:nvPr/>
            </p:nvSpPr>
            <p:spPr>
              <a:xfrm>
                <a:off x="3847930" y="3268767"/>
                <a:ext cx="70306" cy="218271"/>
              </a:xfrm>
              <a:custGeom>
                <a:avLst/>
                <a:gdLst/>
                <a:ahLst/>
                <a:cxnLst/>
                <a:rect l="l" t="t" r="r" b="b"/>
                <a:pathLst>
                  <a:path w="373" h="1158" extrusionOk="0">
                    <a:moveTo>
                      <a:pt x="200" y="110"/>
                    </a:moveTo>
                    <a:cubicBezTo>
                      <a:pt x="221" y="110"/>
                      <a:pt x="262" y="152"/>
                      <a:pt x="262" y="194"/>
                    </a:cubicBezTo>
                    <a:lnTo>
                      <a:pt x="262" y="959"/>
                    </a:lnTo>
                    <a:cubicBezTo>
                      <a:pt x="262" y="1000"/>
                      <a:pt x="221" y="1048"/>
                      <a:pt x="200" y="1048"/>
                    </a:cubicBezTo>
                    <a:cubicBezTo>
                      <a:pt x="158" y="1048"/>
                      <a:pt x="111" y="1000"/>
                      <a:pt x="111" y="959"/>
                    </a:cubicBezTo>
                    <a:lnTo>
                      <a:pt x="111" y="194"/>
                    </a:lnTo>
                    <a:cubicBezTo>
                      <a:pt x="111" y="152"/>
                      <a:pt x="158" y="110"/>
                      <a:pt x="200" y="110"/>
                    </a:cubicBezTo>
                    <a:close/>
                    <a:moveTo>
                      <a:pt x="200" y="0"/>
                    </a:moveTo>
                    <a:cubicBezTo>
                      <a:pt x="90" y="0"/>
                      <a:pt x="1" y="84"/>
                      <a:pt x="1" y="194"/>
                    </a:cubicBezTo>
                    <a:lnTo>
                      <a:pt x="1" y="959"/>
                    </a:lnTo>
                    <a:cubicBezTo>
                      <a:pt x="1" y="1069"/>
                      <a:pt x="90" y="1158"/>
                      <a:pt x="200" y="1158"/>
                    </a:cubicBezTo>
                    <a:cubicBezTo>
                      <a:pt x="289" y="1158"/>
                      <a:pt x="372" y="1069"/>
                      <a:pt x="372" y="959"/>
                    </a:cubicBezTo>
                    <a:lnTo>
                      <a:pt x="372" y="194"/>
                    </a:lnTo>
                    <a:cubicBezTo>
                      <a:pt x="372" y="84"/>
                      <a:pt x="289" y="0"/>
                      <a:pt x="200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0" name="Google Shape;2650;p58">
                <a:extLst>
                  <a:ext uri="{FF2B5EF4-FFF2-40B4-BE49-F238E27FC236}">
                    <a16:creationId xmlns:a16="http://schemas.microsoft.com/office/drawing/2014/main" id="{A421F11C-3B0A-B398-338F-6319CAB03CE1}"/>
                  </a:ext>
                </a:extLst>
              </p:cNvPr>
              <p:cNvSpPr/>
              <p:nvPr/>
            </p:nvSpPr>
            <p:spPr>
              <a:xfrm>
                <a:off x="3863210" y="3626141"/>
                <a:ext cx="45614" cy="193579"/>
              </a:xfrm>
              <a:custGeom>
                <a:avLst/>
                <a:gdLst/>
                <a:ahLst/>
                <a:cxnLst/>
                <a:rect l="l" t="t" r="r" b="b"/>
                <a:pathLst>
                  <a:path w="242" h="1027" extrusionOk="0">
                    <a:moveTo>
                      <a:pt x="132" y="0"/>
                    </a:moveTo>
                    <a:cubicBezTo>
                      <a:pt x="43" y="0"/>
                      <a:pt x="1" y="68"/>
                      <a:pt x="1" y="131"/>
                    </a:cubicBezTo>
                    <a:lnTo>
                      <a:pt x="1" y="896"/>
                    </a:lnTo>
                    <a:cubicBezTo>
                      <a:pt x="1" y="985"/>
                      <a:pt x="43" y="1026"/>
                      <a:pt x="132" y="1026"/>
                    </a:cubicBezTo>
                    <a:cubicBezTo>
                      <a:pt x="194" y="1026"/>
                      <a:pt x="242" y="985"/>
                      <a:pt x="242" y="896"/>
                    </a:cubicBezTo>
                    <a:lnTo>
                      <a:pt x="242" y="131"/>
                    </a:lnTo>
                    <a:cubicBezTo>
                      <a:pt x="242" y="68"/>
                      <a:pt x="194" y="0"/>
                      <a:pt x="13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1" name="Google Shape;2651;p58">
                <a:extLst>
                  <a:ext uri="{FF2B5EF4-FFF2-40B4-BE49-F238E27FC236}">
                    <a16:creationId xmlns:a16="http://schemas.microsoft.com/office/drawing/2014/main" id="{C6610B20-8E39-16C0-0B0B-4D80E679486C}"/>
                  </a:ext>
                </a:extLst>
              </p:cNvPr>
              <p:cNvSpPr/>
              <p:nvPr/>
            </p:nvSpPr>
            <p:spPr>
              <a:xfrm>
                <a:off x="3847930" y="3618224"/>
                <a:ext cx="70306" cy="214313"/>
              </a:xfrm>
              <a:custGeom>
                <a:avLst/>
                <a:gdLst/>
                <a:ahLst/>
                <a:cxnLst/>
                <a:rect l="l" t="t" r="r" b="b"/>
                <a:pathLst>
                  <a:path w="373" h="1137" extrusionOk="0">
                    <a:moveTo>
                      <a:pt x="200" y="89"/>
                    </a:moveTo>
                    <a:cubicBezTo>
                      <a:pt x="221" y="89"/>
                      <a:pt x="262" y="131"/>
                      <a:pt x="262" y="173"/>
                    </a:cubicBezTo>
                    <a:lnTo>
                      <a:pt x="262" y="938"/>
                    </a:lnTo>
                    <a:cubicBezTo>
                      <a:pt x="262" y="979"/>
                      <a:pt x="221" y="1027"/>
                      <a:pt x="200" y="1027"/>
                    </a:cubicBezTo>
                    <a:cubicBezTo>
                      <a:pt x="158" y="1027"/>
                      <a:pt x="111" y="979"/>
                      <a:pt x="111" y="938"/>
                    </a:cubicBezTo>
                    <a:lnTo>
                      <a:pt x="111" y="173"/>
                    </a:lnTo>
                    <a:cubicBezTo>
                      <a:pt x="111" y="131"/>
                      <a:pt x="158" y="89"/>
                      <a:pt x="200" y="89"/>
                    </a:cubicBezTo>
                    <a:close/>
                    <a:moveTo>
                      <a:pt x="200" y="0"/>
                    </a:moveTo>
                    <a:cubicBezTo>
                      <a:pt x="90" y="0"/>
                      <a:pt x="1" y="63"/>
                      <a:pt x="1" y="173"/>
                    </a:cubicBezTo>
                    <a:lnTo>
                      <a:pt x="1" y="938"/>
                    </a:lnTo>
                    <a:cubicBezTo>
                      <a:pt x="1" y="1047"/>
                      <a:pt x="90" y="1137"/>
                      <a:pt x="200" y="1137"/>
                    </a:cubicBezTo>
                    <a:cubicBezTo>
                      <a:pt x="289" y="1137"/>
                      <a:pt x="372" y="1047"/>
                      <a:pt x="372" y="938"/>
                    </a:cubicBezTo>
                    <a:lnTo>
                      <a:pt x="372" y="173"/>
                    </a:lnTo>
                    <a:cubicBezTo>
                      <a:pt x="372" y="63"/>
                      <a:pt x="289" y="0"/>
                      <a:pt x="200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2" name="Google Shape;2652;p58">
                <a:extLst>
                  <a:ext uri="{FF2B5EF4-FFF2-40B4-BE49-F238E27FC236}">
                    <a16:creationId xmlns:a16="http://schemas.microsoft.com/office/drawing/2014/main" id="{CC9DC043-ACB6-2AC4-A45B-13D1483B479D}"/>
                  </a:ext>
                </a:extLst>
              </p:cNvPr>
              <p:cNvSpPr/>
              <p:nvPr/>
            </p:nvSpPr>
            <p:spPr>
              <a:xfrm>
                <a:off x="3863210" y="3992186"/>
                <a:ext cx="45614" cy="197726"/>
              </a:xfrm>
              <a:custGeom>
                <a:avLst/>
                <a:gdLst/>
                <a:ahLst/>
                <a:cxnLst/>
                <a:rect l="l" t="t" r="r" b="b"/>
                <a:pathLst>
                  <a:path w="242" h="1049" extrusionOk="0">
                    <a:moveTo>
                      <a:pt x="132" y="1"/>
                    </a:moveTo>
                    <a:cubicBezTo>
                      <a:pt x="43" y="1"/>
                      <a:pt x="1" y="69"/>
                      <a:pt x="1" y="132"/>
                    </a:cubicBezTo>
                    <a:lnTo>
                      <a:pt x="1" y="917"/>
                    </a:lnTo>
                    <a:cubicBezTo>
                      <a:pt x="1" y="985"/>
                      <a:pt x="43" y="1048"/>
                      <a:pt x="132" y="1048"/>
                    </a:cubicBezTo>
                    <a:cubicBezTo>
                      <a:pt x="194" y="1048"/>
                      <a:pt x="242" y="985"/>
                      <a:pt x="242" y="917"/>
                    </a:cubicBezTo>
                    <a:lnTo>
                      <a:pt x="242" y="132"/>
                    </a:lnTo>
                    <a:cubicBezTo>
                      <a:pt x="242" y="69"/>
                      <a:pt x="194" y="1"/>
                      <a:pt x="13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3" name="Google Shape;2653;p58">
                <a:extLst>
                  <a:ext uri="{FF2B5EF4-FFF2-40B4-BE49-F238E27FC236}">
                    <a16:creationId xmlns:a16="http://schemas.microsoft.com/office/drawing/2014/main" id="{E776386B-FDB1-A72D-F7A2-161A128EEF3D}"/>
                  </a:ext>
                </a:extLst>
              </p:cNvPr>
              <p:cNvSpPr/>
              <p:nvPr/>
            </p:nvSpPr>
            <p:spPr>
              <a:xfrm>
                <a:off x="3847930" y="3984458"/>
                <a:ext cx="70306" cy="213371"/>
              </a:xfrm>
              <a:custGeom>
                <a:avLst/>
                <a:gdLst/>
                <a:ahLst/>
                <a:cxnLst/>
                <a:rect l="l" t="t" r="r" b="b"/>
                <a:pathLst>
                  <a:path w="373" h="1132" extrusionOk="0">
                    <a:moveTo>
                      <a:pt x="200" y="110"/>
                    </a:moveTo>
                    <a:cubicBezTo>
                      <a:pt x="221" y="110"/>
                      <a:pt x="262" y="131"/>
                      <a:pt x="262" y="173"/>
                    </a:cubicBezTo>
                    <a:lnTo>
                      <a:pt x="262" y="958"/>
                    </a:lnTo>
                    <a:cubicBezTo>
                      <a:pt x="262" y="1000"/>
                      <a:pt x="221" y="1026"/>
                      <a:pt x="200" y="1026"/>
                    </a:cubicBezTo>
                    <a:cubicBezTo>
                      <a:pt x="158" y="1026"/>
                      <a:pt x="111" y="1000"/>
                      <a:pt x="111" y="958"/>
                    </a:cubicBezTo>
                    <a:lnTo>
                      <a:pt x="111" y="173"/>
                    </a:lnTo>
                    <a:cubicBezTo>
                      <a:pt x="111" y="131"/>
                      <a:pt x="158" y="110"/>
                      <a:pt x="200" y="110"/>
                    </a:cubicBezTo>
                    <a:close/>
                    <a:moveTo>
                      <a:pt x="200" y="0"/>
                    </a:moveTo>
                    <a:cubicBezTo>
                      <a:pt x="90" y="0"/>
                      <a:pt x="1" y="84"/>
                      <a:pt x="1" y="173"/>
                    </a:cubicBezTo>
                    <a:lnTo>
                      <a:pt x="1" y="958"/>
                    </a:lnTo>
                    <a:cubicBezTo>
                      <a:pt x="1" y="1047"/>
                      <a:pt x="90" y="1131"/>
                      <a:pt x="200" y="1131"/>
                    </a:cubicBezTo>
                    <a:cubicBezTo>
                      <a:pt x="289" y="1131"/>
                      <a:pt x="372" y="1047"/>
                      <a:pt x="372" y="958"/>
                    </a:cubicBezTo>
                    <a:lnTo>
                      <a:pt x="372" y="173"/>
                    </a:lnTo>
                    <a:cubicBezTo>
                      <a:pt x="372" y="84"/>
                      <a:pt x="289" y="0"/>
                      <a:pt x="200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4" name="Google Shape;2654;p58">
                <a:extLst>
                  <a:ext uri="{FF2B5EF4-FFF2-40B4-BE49-F238E27FC236}">
                    <a16:creationId xmlns:a16="http://schemas.microsoft.com/office/drawing/2014/main" id="{EF8CD29F-4387-B362-16FD-701364DA3B26}"/>
                  </a:ext>
                </a:extLst>
              </p:cNvPr>
              <p:cNvSpPr/>
              <p:nvPr/>
            </p:nvSpPr>
            <p:spPr>
              <a:xfrm>
                <a:off x="3954061" y="3062372"/>
                <a:ext cx="98956" cy="267656"/>
              </a:xfrm>
              <a:custGeom>
                <a:avLst/>
                <a:gdLst/>
                <a:ahLst/>
                <a:cxnLst/>
                <a:rect l="l" t="t" r="r" b="b"/>
                <a:pathLst>
                  <a:path w="525" h="1420" extrusionOk="0">
                    <a:moveTo>
                      <a:pt x="131" y="1"/>
                    </a:moveTo>
                    <a:cubicBezTo>
                      <a:pt x="63" y="1"/>
                      <a:pt x="1" y="69"/>
                      <a:pt x="1" y="132"/>
                    </a:cubicBezTo>
                    <a:lnTo>
                      <a:pt x="1" y="1289"/>
                    </a:lnTo>
                    <a:cubicBezTo>
                      <a:pt x="1" y="1357"/>
                      <a:pt x="63" y="1420"/>
                      <a:pt x="131" y="1420"/>
                    </a:cubicBezTo>
                    <a:lnTo>
                      <a:pt x="393" y="1420"/>
                    </a:lnTo>
                    <a:cubicBezTo>
                      <a:pt x="477" y="1420"/>
                      <a:pt x="524" y="1357"/>
                      <a:pt x="524" y="1289"/>
                    </a:cubicBezTo>
                    <a:lnTo>
                      <a:pt x="524" y="132"/>
                    </a:lnTo>
                    <a:cubicBezTo>
                      <a:pt x="524" y="69"/>
                      <a:pt x="477" y="1"/>
                      <a:pt x="39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5" name="Google Shape;2655;p58">
                <a:extLst>
                  <a:ext uri="{FF2B5EF4-FFF2-40B4-BE49-F238E27FC236}">
                    <a16:creationId xmlns:a16="http://schemas.microsoft.com/office/drawing/2014/main" id="{AD61C16C-B485-B535-3720-6E5B0ECD3747}"/>
                  </a:ext>
                </a:extLst>
              </p:cNvPr>
              <p:cNvSpPr/>
              <p:nvPr/>
            </p:nvSpPr>
            <p:spPr>
              <a:xfrm>
                <a:off x="3941244" y="3054455"/>
                <a:ext cx="123648" cy="284620"/>
              </a:xfrm>
              <a:custGeom>
                <a:avLst/>
                <a:gdLst/>
                <a:ahLst/>
                <a:cxnLst/>
                <a:rect l="l" t="t" r="r" b="b"/>
                <a:pathLst>
                  <a:path w="656" h="1510" extrusionOk="0">
                    <a:moveTo>
                      <a:pt x="461" y="111"/>
                    </a:moveTo>
                    <a:cubicBezTo>
                      <a:pt x="503" y="111"/>
                      <a:pt x="545" y="132"/>
                      <a:pt x="545" y="174"/>
                    </a:cubicBezTo>
                    <a:lnTo>
                      <a:pt x="545" y="1331"/>
                    </a:lnTo>
                    <a:cubicBezTo>
                      <a:pt x="545" y="1378"/>
                      <a:pt x="503" y="1399"/>
                      <a:pt x="461" y="1399"/>
                    </a:cubicBezTo>
                    <a:lnTo>
                      <a:pt x="199" y="1399"/>
                    </a:lnTo>
                    <a:cubicBezTo>
                      <a:pt x="152" y="1399"/>
                      <a:pt x="110" y="1378"/>
                      <a:pt x="110" y="1331"/>
                    </a:cubicBezTo>
                    <a:lnTo>
                      <a:pt x="110" y="174"/>
                    </a:lnTo>
                    <a:cubicBezTo>
                      <a:pt x="110" y="132"/>
                      <a:pt x="152" y="111"/>
                      <a:pt x="199" y="111"/>
                    </a:cubicBezTo>
                    <a:close/>
                    <a:moveTo>
                      <a:pt x="199" y="1"/>
                    </a:moveTo>
                    <a:cubicBezTo>
                      <a:pt x="89" y="1"/>
                      <a:pt x="0" y="90"/>
                      <a:pt x="0" y="174"/>
                    </a:cubicBezTo>
                    <a:lnTo>
                      <a:pt x="0" y="1331"/>
                    </a:lnTo>
                    <a:cubicBezTo>
                      <a:pt x="0" y="1420"/>
                      <a:pt x="89" y="1509"/>
                      <a:pt x="199" y="1509"/>
                    </a:cubicBezTo>
                    <a:lnTo>
                      <a:pt x="461" y="1509"/>
                    </a:lnTo>
                    <a:cubicBezTo>
                      <a:pt x="566" y="1509"/>
                      <a:pt x="655" y="1420"/>
                      <a:pt x="655" y="1331"/>
                    </a:cubicBezTo>
                    <a:lnTo>
                      <a:pt x="655" y="174"/>
                    </a:lnTo>
                    <a:cubicBezTo>
                      <a:pt x="655" y="90"/>
                      <a:pt x="566" y="1"/>
                      <a:pt x="461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6" name="Google Shape;2656;p58">
                <a:extLst>
                  <a:ext uri="{FF2B5EF4-FFF2-40B4-BE49-F238E27FC236}">
                    <a16:creationId xmlns:a16="http://schemas.microsoft.com/office/drawing/2014/main" id="{8CD0E14F-0E3B-EEC1-DFBD-86C1B20F8E99}"/>
                  </a:ext>
                </a:extLst>
              </p:cNvPr>
              <p:cNvSpPr/>
              <p:nvPr/>
            </p:nvSpPr>
            <p:spPr>
              <a:xfrm>
                <a:off x="3954061" y="3412772"/>
                <a:ext cx="98956" cy="262755"/>
              </a:xfrm>
              <a:custGeom>
                <a:avLst/>
                <a:gdLst/>
                <a:ahLst/>
                <a:cxnLst/>
                <a:rect l="l" t="t" r="r" b="b"/>
                <a:pathLst>
                  <a:path w="525" h="1394" extrusionOk="0">
                    <a:moveTo>
                      <a:pt x="131" y="1"/>
                    </a:moveTo>
                    <a:cubicBezTo>
                      <a:pt x="63" y="1"/>
                      <a:pt x="1" y="43"/>
                      <a:pt x="1" y="106"/>
                    </a:cubicBezTo>
                    <a:lnTo>
                      <a:pt x="1" y="1263"/>
                    </a:lnTo>
                    <a:cubicBezTo>
                      <a:pt x="1" y="1331"/>
                      <a:pt x="63" y="1394"/>
                      <a:pt x="131" y="1394"/>
                    </a:cubicBezTo>
                    <a:lnTo>
                      <a:pt x="393" y="1394"/>
                    </a:lnTo>
                    <a:cubicBezTo>
                      <a:pt x="477" y="1394"/>
                      <a:pt x="524" y="1331"/>
                      <a:pt x="524" y="1263"/>
                    </a:cubicBezTo>
                    <a:lnTo>
                      <a:pt x="524" y="106"/>
                    </a:lnTo>
                    <a:cubicBezTo>
                      <a:pt x="524" y="43"/>
                      <a:pt x="477" y="1"/>
                      <a:pt x="39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7" name="Google Shape;2657;p58">
                <a:extLst>
                  <a:ext uri="{FF2B5EF4-FFF2-40B4-BE49-F238E27FC236}">
                    <a16:creationId xmlns:a16="http://schemas.microsoft.com/office/drawing/2014/main" id="{0322DD34-7F0F-F5D6-CAB1-030B28D3F3F0}"/>
                  </a:ext>
                </a:extLst>
              </p:cNvPr>
              <p:cNvSpPr/>
              <p:nvPr/>
            </p:nvSpPr>
            <p:spPr>
              <a:xfrm>
                <a:off x="3941244" y="3399955"/>
                <a:ext cx="123648" cy="284431"/>
              </a:xfrm>
              <a:custGeom>
                <a:avLst/>
                <a:gdLst/>
                <a:ahLst/>
                <a:cxnLst/>
                <a:rect l="l" t="t" r="r" b="b"/>
                <a:pathLst>
                  <a:path w="656" h="1509" extrusionOk="0">
                    <a:moveTo>
                      <a:pt x="461" y="111"/>
                    </a:moveTo>
                    <a:cubicBezTo>
                      <a:pt x="503" y="111"/>
                      <a:pt x="545" y="132"/>
                      <a:pt x="545" y="174"/>
                    </a:cubicBezTo>
                    <a:lnTo>
                      <a:pt x="545" y="1331"/>
                    </a:lnTo>
                    <a:cubicBezTo>
                      <a:pt x="545" y="1378"/>
                      <a:pt x="503" y="1399"/>
                      <a:pt x="461" y="1399"/>
                    </a:cubicBezTo>
                    <a:lnTo>
                      <a:pt x="199" y="1399"/>
                    </a:lnTo>
                    <a:cubicBezTo>
                      <a:pt x="152" y="1399"/>
                      <a:pt x="110" y="1378"/>
                      <a:pt x="110" y="1331"/>
                    </a:cubicBezTo>
                    <a:lnTo>
                      <a:pt x="110" y="174"/>
                    </a:lnTo>
                    <a:cubicBezTo>
                      <a:pt x="110" y="132"/>
                      <a:pt x="152" y="111"/>
                      <a:pt x="199" y="111"/>
                    </a:cubicBezTo>
                    <a:close/>
                    <a:moveTo>
                      <a:pt x="199" y="1"/>
                    </a:moveTo>
                    <a:cubicBezTo>
                      <a:pt x="89" y="1"/>
                      <a:pt x="0" y="90"/>
                      <a:pt x="0" y="174"/>
                    </a:cubicBezTo>
                    <a:lnTo>
                      <a:pt x="0" y="1331"/>
                    </a:lnTo>
                    <a:cubicBezTo>
                      <a:pt x="0" y="1441"/>
                      <a:pt x="89" y="1509"/>
                      <a:pt x="199" y="1509"/>
                    </a:cubicBezTo>
                    <a:lnTo>
                      <a:pt x="461" y="1509"/>
                    </a:lnTo>
                    <a:cubicBezTo>
                      <a:pt x="566" y="1509"/>
                      <a:pt x="655" y="1441"/>
                      <a:pt x="655" y="1331"/>
                    </a:cubicBezTo>
                    <a:lnTo>
                      <a:pt x="655" y="174"/>
                    </a:lnTo>
                    <a:cubicBezTo>
                      <a:pt x="655" y="90"/>
                      <a:pt x="566" y="1"/>
                      <a:pt x="461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8" name="Google Shape;2658;p58">
                <a:extLst>
                  <a:ext uri="{FF2B5EF4-FFF2-40B4-BE49-F238E27FC236}">
                    <a16:creationId xmlns:a16="http://schemas.microsoft.com/office/drawing/2014/main" id="{993FAFB5-87FD-2B7F-164B-C2279E835DD2}"/>
                  </a:ext>
                </a:extLst>
              </p:cNvPr>
              <p:cNvSpPr/>
              <p:nvPr/>
            </p:nvSpPr>
            <p:spPr>
              <a:xfrm>
                <a:off x="3954061" y="3778063"/>
                <a:ext cx="98956" cy="263698"/>
              </a:xfrm>
              <a:custGeom>
                <a:avLst/>
                <a:gdLst/>
                <a:ahLst/>
                <a:cxnLst/>
                <a:rect l="l" t="t" r="r" b="b"/>
                <a:pathLst>
                  <a:path w="525" h="1399" extrusionOk="0">
                    <a:moveTo>
                      <a:pt x="131" y="0"/>
                    </a:moveTo>
                    <a:cubicBezTo>
                      <a:pt x="63" y="0"/>
                      <a:pt x="1" y="48"/>
                      <a:pt x="1" y="131"/>
                    </a:cubicBezTo>
                    <a:lnTo>
                      <a:pt x="1" y="1268"/>
                    </a:lnTo>
                    <a:cubicBezTo>
                      <a:pt x="1" y="1357"/>
                      <a:pt x="63" y="1399"/>
                      <a:pt x="131" y="1399"/>
                    </a:cubicBezTo>
                    <a:lnTo>
                      <a:pt x="393" y="1399"/>
                    </a:lnTo>
                    <a:cubicBezTo>
                      <a:pt x="477" y="1399"/>
                      <a:pt x="524" y="1357"/>
                      <a:pt x="524" y="1268"/>
                    </a:cubicBezTo>
                    <a:lnTo>
                      <a:pt x="524" y="131"/>
                    </a:lnTo>
                    <a:cubicBezTo>
                      <a:pt x="524" y="48"/>
                      <a:pt x="477" y="0"/>
                      <a:pt x="39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9" name="Google Shape;2659;p58">
                <a:extLst>
                  <a:ext uri="{FF2B5EF4-FFF2-40B4-BE49-F238E27FC236}">
                    <a16:creationId xmlns:a16="http://schemas.microsoft.com/office/drawing/2014/main" id="{3C10287F-79F4-0A33-C0C7-EAEBDCD3C7EC}"/>
                  </a:ext>
                </a:extLst>
              </p:cNvPr>
              <p:cNvSpPr/>
              <p:nvPr/>
            </p:nvSpPr>
            <p:spPr>
              <a:xfrm>
                <a:off x="3941244" y="3766188"/>
                <a:ext cx="123648" cy="288390"/>
              </a:xfrm>
              <a:custGeom>
                <a:avLst/>
                <a:gdLst/>
                <a:ahLst/>
                <a:cxnLst/>
                <a:rect l="l" t="t" r="r" b="b"/>
                <a:pathLst>
                  <a:path w="656" h="1530" extrusionOk="0">
                    <a:moveTo>
                      <a:pt x="461" y="111"/>
                    </a:moveTo>
                    <a:cubicBezTo>
                      <a:pt x="503" y="111"/>
                      <a:pt x="545" y="153"/>
                      <a:pt x="545" y="194"/>
                    </a:cubicBezTo>
                    <a:lnTo>
                      <a:pt x="545" y="1331"/>
                    </a:lnTo>
                    <a:cubicBezTo>
                      <a:pt x="545" y="1373"/>
                      <a:pt x="503" y="1420"/>
                      <a:pt x="461" y="1420"/>
                    </a:cubicBezTo>
                    <a:lnTo>
                      <a:pt x="199" y="1420"/>
                    </a:lnTo>
                    <a:cubicBezTo>
                      <a:pt x="152" y="1420"/>
                      <a:pt x="110" y="1373"/>
                      <a:pt x="110" y="1331"/>
                    </a:cubicBezTo>
                    <a:lnTo>
                      <a:pt x="110" y="194"/>
                    </a:lnTo>
                    <a:cubicBezTo>
                      <a:pt x="110" y="153"/>
                      <a:pt x="152" y="111"/>
                      <a:pt x="199" y="111"/>
                    </a:cubicBezTo>
                    <a:close/>
                    <a:moveTo>
                      <a:pt x="199" y="1"/>
                    </a:moveTo>
                    <a:cubicBezTo>
                      <a:pt x="89" y="1"/>
                      <a:pt x="0" y="90"/>
                      <a:pt x="0" y="194"/>
                    </a:cubicBezTo>
                    <a:lnTo>
                      <a:pt x="0" y="1331"/>
                    </a:lnTo>
                    <a:cubicBezTo>
                      <a:pt x="0" y="1441"/>
                      <a:pt x="89" y="1530"/>
                      <a:pt x="199" y="1530"/>
                    </a:cubicBezTo>
                    <a:lnTo>
                      <a:pt x="461" y="1530"/>
                    </a:lnTo>
                    <a:cubicBezTo>
                      <a:pt x="566" y="1530"/>
                      <a:pt x="655" y="1441"/>
                      <a:pt x="655" y="1331"/>
                    </a:cubicBezTo>
                    <a:lnTo>
                      <a:pt x="655" y="194"/>
                    </a:lnTo>
                    <a:cubicBezTo>
                      <a:pt x="655" y="90"/>
                      <a:pt x="566" y="1"/>
                      <a:pt x="461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0" name="Google Shape;2660;p58">
                <a:extLst>
                  <a:ext uri="{FF2B5EF4-FFF2-40B4-BE49-F238E27FC236}">
                    <a16:creationId xmlns:a16="http://schemas.microsoft.com/office/drawing/2014/main" id="{2CFCB49A-8758-91D1-2016-FF87E0775A5C}"/>
                  </a:ext>
                </a:extLst>
              </p:cNvPr>
              <p:cNvSpPr/>
              <p:nvPr/>
            </p:nvSpPr>
            <p:spPr>
              <a:xfrm>
                <a:off x="3954061" y="4140338"/>
                <a:ext cx="98956" cy="263698"/>
              </a:xfrm>
              <a:custGeom>
                <a:avLst/>
                <a:gdLst/>
                <a:ahLst/>
                <a:cxnLst/>
                <a:rect l="l" t="t" r="r" b="b"/>
                <a:pathLst>
                  <a:path w="525" h="1399" extrusionOk="0">
                    <a:moveTo>
                      <a:pt x="131" y="0"/>
                    </a:moveTo>
                    <a:cubicBezTo>
                      <a:pt x="63" y="0"/>
                      <a:pt x="1" y="69"/>
                      <a:pt x="1" y="131"/>
                    </a:cubicBezTo>
                    <a:lnTo>
                      <a:pt x="1" y="1289"/>
                    </a:lnTo>
                    <a:cubicBezTo>
                      <a:pt x="1" y="1352"/>
                      <a:pt x="63" y="1399"/>
                      <a:pt x="131" y="1399"/>
                    </a:cubicBezTo>
                    <a:lnTo>
                      <a:pt x="393" y="1399"/>
                    </a:lnTo>
                    <a:cubicBezTo>
                      <a:pt x="477" y="1399"/>
                      <a:pt x="524" y="1352"/>
                      <a:pt x="524" y="1289"/>
                    </a:cubicBezTo>
                    <a:lnTo>
                      <a:pt x="524" y="131"/>
                    </a:lnTo>
                    <a:cubicBezTo>
                      <a:pt x="524" y="69"/>
                      <a:pt x="477" y="0"/>
                      <a:pt x="39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1" name="Google Shape;2661;p58">
                <a:extLst>
                  <a:ext uri="{FF2B5EF4-FFF2-40B4-BE49-F238E27FC236}">
                    <a16:creationId xmlns:a16="http://schemas.microsoft.com/office/drawing/2014/main" id="{9E2FD530-E458-9789-67A1-D04AC2E0F921}"/>
                  </a:ext>
                </a:extLst>
              </p:cNvPr>
              <p:cNvSpPr/>
              <p:nvPr/>
            </p:nvSpPr>
            <p:spPr>
              <a:xfrm>
                <a:off x="3941244" y="4132421"/>
                <a:ext cx="123648" cy="283489"/>
              </a:xfrm>
              <a:custGeom>
                <a:avLst/>
                <a:gdLst/>
                <a:ahLst/>
                <a:cxnLst/>
                <a:rect l="l" t="t" r="r" b="b"/>
                <a:pathLst>
                  <a:path w="656" h="1504" extrusionOk="0">
                    <a:moveTo>
                      <a:pt x="461" y="111"/>
                    </a:moveTo>
                    <a:cubicBezTo>
                      <a:pt x="503" y="111"/>
                      <a:pt x="545" y="131"/>
                      <a:pt x="545" y="173"/>
                    </a:cubicBezTo>
                    <a:lnTo>
                      <a:pt x="545" y="1331"/>
                    </a:lnTo>
                    <a:cubicBezTo>
                      <a:pt x="545" y="1373"/>
                      <a:pt x="503" y="1394"/>
                      <a:pt x="461" y="1394"/>
                    </a:cubicBezTo>
                    <a:lnTo>
                      <a:pt x="199" y="1394"/>
                    </a:lnTo>
                    <a:cubicBezTo>
                      <a:pt x="152" y="1394"/>
                      <a:pt x="110" y="1373"/>
                      <a:pt x="110" y="1331"/>
                    </a:cubicBezTo>
                    <a:lnTo>
                      <a:pt x="110" y="173"/>
                    </a:lnTo>
                    <a:cubicBezTo>
                      <a:pt x="110" y="131"/>
                      <a:pt x="152" y="111"/>
                      <a:pt x="199" y="111"/>
                    </a:cubicBezTo>
                    <a:close/>
                    <a:moveTo>
                      <a:pt x="199" y="1"/>
                    </a:moveTo>
                    <a:cubicBezTo>
                      <a:pt x="89" y="1"/>
                      <a:pt x="0" y="63"/>
                      <a:pt x="0" y="173"/>
                    </a:cubicBezTo>
                    <a:lnTo>
                      <a:pt x="0" y="1331"/>
                    </a:lnTo>
                    <a:cubicBezTo>
                      <a:pt x="0" y="1420"/>
                      <a:pt x="89" y="1504"/>
                      <a:pt x="199" y="1504"/>
                    </a:cubicBezTo>
                    <a:lnTo>
                      <a:pt x="461" y="1504"/>
                    </a:lnTo>
                    <a:cubicBezTo>
                      <a:pt x="566" y="1504"/>
                      <a:pt x="655" y="1420"/>
                      <a:pt x="655" y="1331"/>
                    </a:cubicBezTo>
                    <a:lnTo>
                      <a:pt x="655" y="173"/>
                    </a:lnTo>
                    <a:cubicBezTo>
                      <a:pt x="655" y="63"/>
                      <a:pt x="566" y="1"/>
                      <a:pt x="461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2" name="Google Shape;2662;p58">
                <a:extLst>
                  <a:ext uri="{FF2B5EF4-FFF2-40B4-BE49-F238E27FC236}">
                    <a16:creationId xmlns:a16="http://schemas.microsoft.com/office/drawing/2014/main" id="{61A9D78E-B46D-6047-FD37-AB235C057732}"/>
                  </a:ext>
                </a:extLst>
              </p:cNvPr>
              <p:cNvSpPr/>
              <p:nvPr/>
            </p:nvSpPr>
            <p:spPr>
              <a:xfrm>
                <a:off x="4081478" y="3062372"/>
                <a:ext cx="98767" cy="267656"/>
              </a:xfrm>
              <a:custGeom>
                <a:avLst/>
                <a:gdLst/>
                <a:ahLst/>
                <a:cxnLst/>
                <a:rect l="l" t="t" r="r" b="b"/>
                <a:pathLst>
                  <a:path w="524" h="1420" extrusionOk="0">
                    <a:moveTo>
                      <a:pt x="131" y="1"/>
                    </a:moveTo>
                    <a:cubicBezTo>
                      <a:pt x="63" y="1"/>
                      <a:pt x="0" y="69"/>
                      <a:pt x="0" y="132"/>
                    </a:cubicBezTo>
                    <a:lnTo>
                      <a:pt x="0" y="1289"/>
                    </a:lnTo>
                    <a:cubicBezTo>
                      <a:pt x="0" y="1357"/>
                      <a:pt x="63" y="1420"/>
                      <a:pt x="131" y="1420"/>
                    </a:cubicBezTo>
                    <a:lnTo>
                      <a:pt x="414" y="1420"/>
                    </a:lnTo>
                    <a:cubicBezTo>
                      <a:pt x="477" y="1420"/>
                      <a:pt x="524" y="1357"/>
                      <a:pt x="524" y="1289"/>
                    </a:cubicBezTo>
                    <a:lnTo>
                      <a:pt x="524" y="132"/>
                    </a:lnTo>
                    <a:cubicBezTo>
                      <a:pt x="524" y="69"/>
                      <a:pt x="477" y="1"/>
                      <a:pt x="41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3" name="Google Shape;2663;p58">
                <a:extLst>
                  <a:ext uri="{FF2B5EF4-FFF2-40B4-BE49-F238E27FC236}">
                    <a16:creationId xmlns:a16="http://schemas.microsoft.com/office/drawing/2014/main" id="{75AA93E0-E6AB-2C9C-16C5-7231DE0EA120}"/>
                  </a:ext>
                </a:extLst>
              </p:cNvPr>
              <p:cNvSpPr/>
              <p:nvPr/>
            </p:nvSpPr>
            <p:spPr>
              <a:xfrm>
                <a:off x="4072431" y="3054455"/>
                <a:ext cx="119690" cy="284620"/>
              </a:xfrm>
              <a:custGeom>
                <a:avLst/>
                <a:gdLst/>
                <a:ahLst/>
                <a:cxnLst/>
                <a:rect l="l" t="t" r="r" b="b"/>
                <a:pathLst>
                  <a:path w="635" h="1510" extrusionOk="0">
                    <a:moveTo>
                      <a:pt x="462" y="111"/>
                    </a:moveTo>
                    <a:cubicBezTo>
                      <a:pt x="483" y="111"/>
                      <a:pt x="525" y="132"/>
                      <a:pt x="525" y="174"/>
                    </a:cubicBezTo>
                    <a:lnTo>
                      <a:pt x="525" y="1331"/>
                    </a:lnTo>
                    <a:cubicBezTo>
                      <a:pt x="525" y="1378"/>
                      <a:pt x="483" y="1399"/>
                      <a:pt x="462" y="1399"/>
                    </a:cubicBezTo>
                    <a:lnTo>
                      <a:pt x="179" y="1399"/>
                    </a:lnTo>
                    <a:cubicBezTo>
                      <a:pt x="132" y="1399"/>
                      <a:pt x="111" y="1378"/>
                      <a:pt x="111" y="1331"/>
                    </a:cubicBezTo>
                    <a:lnTo>
                      <a:pt x="111" y="174"/>
                    </a:lnTo>
                    <a:cubicBezTo>
                      <a:pt x="111" y="132"/>
                      <a:pt x="132" y="111"/>
                      <a:pt x="179" y="111"/>
                    </a:cubicBezTo>
                    <a:close/>
                    <a:moveTo>
                      <a:pt x="179" y="1"/>
                    </a:moveTo>
                    <a:cubicBezTo>
                      <a:pt x="69" y="1"/>
                      <a:pt x="1" y="90"/>
                      <a:pt x="1" y="174"/>
                    </a:cubicBezTo>
                    <a:lnTo>
                      <a:pt x="1" y="1331"/>
                    </a:lnTo>
                    <a:cubicBezTo>
                      <a:pt x="1" y="1420"/>
                      <a:pt x="69" y="1509"/>
                      <a:pt x="179" y="1509"/>
                    </a:cubicBezTo>
                    <a:lnTo>
                      <a:pt x="462" y="1509"/>
                    </a:lnTo>
                    <a:cubicBezTo>
                      <a:pt x="551" y="1509"/>
                      <a:pt x="635" y="1420"/>
                      <a:pt x="635" y="1331"/>
                    </a:cubicBezTo>
                    <a:lnTo>
                      <a:pt x="635" y="174"/>
                    </a:lnTo>
                    <a:cubicBezTo>
                      <a:pt x="635" y="90"/>
                      <a:pt x="551" y="1"/>
                      <a:pt x="462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4" name="Google Shape;2664;p58">
                <a:extLst>
                  <a:ext uri="{FF2B5EF4-FFF2-40B4-BE49-F238E27FC236}">
                    <a16:creationId xmlns:a16="http://schemas.microsoft.com/office/drawing/2014/main" id="{C4434FB0-F43A-68A7-FDA0-DCAF36FD80AB}"/>
                  </a:ext>
                </a:extLst>
              </p:cNvPr>
              <p:cNvSpPr/>
              <p:nvPr/>
            </p:nvSpPr>
            <p:spPr>
              <a:xfrm>
                <a:off x="4081478" y="3412772"/>
                <a:ext cx="98767" cy="262755"/>
              </a:xfrm>
              <a:custGeom>
                <a:avLst/>
                <a:gdLst/>
                <a:ahLst/>
                <a:cxnLst/>
                <a:rect l="l" t="t" r="r" b="b"/>
                <a:pathLst>
                  <a:path w="524" h="1394" extrusionOk="0">
                    <a:moveTo>
                      <a:pt x="131" y="1"/>
                    </a:moveTo>
                    <a:cubicBezTo>
                      <a:pt x="63" y="1"/>
                      <a:pt x="0" y="43"/>
                      <a:pt x="0" y="106"/>
                    </a:cubicBezTo>
                    <a:lnTo>
                      <a:pt x="0" y="1263"/>
                    </a:lnTo>
                    <a:cubicBezTo>
                      <a:pt x="0" y="1331"/>
                      <a:pt x="63" y="1394"/>
                      <a:pt x="131" y="1394"/>
                    </a:cubicBezTo>
                    <a:lnTo>
                      <a:pt x="414" y="1394"/>
                    </a:lnTo>
                    <a:cubicBezTo>
                      <a:pt x="477" y="1394"/>
                      <a:pt x="524" y="1331"/>
                      <a:pt x="524" y="1263"/>
                    </a:cubicBezTo>
                    <a:lnTo>
                      <a:pt x="524" y="106"/>
                    </a:lnTo>
                    <a:cubicBezTo>
                      <a:pt x="524" y="43"/>
                      <a:pt x="477" y="1"/>
                      <a:pt x="41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5" name="Google Shape;2665;p58">
                <a:extLst>
                  <a:ext uri="{FF2B5EF4-FFF2-40B4-BE49-F238E27FC236}">
                    <a16:creationId xmlns:a16="http://schemas.microsoft.com/office/drawing/2014/main" id="{FFADD830-74AB-748F-CB3F-E21EB6F1C805}"/>
                  </a:ext>
                </a:extLst>
              </p:cNvPr>
              <p:cNvSpPr/>
              <p:nvPr/>
            </p:nvSpPr>
            <p:spPr>
              <a:xfrm>
                <a:off x="4072431" y="3399955"/>
                <a:ext cx="119690" cy="284431"/>
              </a:xfrm>
              <a:custGeom>
                <a:avLst/>
                <a:gdLst/>
                <a:ahLst/>
                <a:cxnLst/>
                <a:rect l="l" t="t" r="r" b="b"/>
                <a:pathLst>
                  <a:path w="635" h="1509" extrusionOk="0">
                    <a:moveTo>
                      <a:pt x="462" y="111"/>
                    </a:moveTo>
                    <a:cubicBezTo>
                      <a:pt x="483" y="111"/>
                      <a:pt x="525" y="132"/>
                      <a:pt x="525" y="174"/>
                    </a:cubicBezTo>
                    <a:lnTo>
                      <a:pt x="525" y="1331"/>
                    </a:lnTo>
                    <a:cubicBezTo>
                      <a:pt x="525" y="1378"/>
                      <a:pt x="483" y="1399"/>
                      <a:pt x="462" y="1399"/>
                    </a:cubicBezTo>
                    <a:lnTo>
                      <a:pt x="179" y="1399"/>
                    </a:lnTo>
                    <a:cubicBezTo>
                      <a:pt x="132" y="1399"/>
                      <a:pt x="111" y="1378"/>
                      <a:pt x="111" y="1331"/>
                    </a:cubicBezTo>
                    <a:lnTo>
                      <a:pt x="111" y="174"/>
                    </a:lnTo>
                    <a:cubicBezTo>
                      <a:pt x="111" y="132"/>
                      <a:pt x="132" y="111"/>
                      <a:pt x="179" y="111"/>
                    </a:cubicBezTo>
                    <a:close/>
                    <a:moveTo>
                      <a:pt x="179" y="1"/>
                    </a:moveTo>
                    <a:cubicBezTo>
                      <a:pt x="69" y="1"/>
                      <a:pt x="1" y="90"/>
                      <a:pt x="1" y="174"/>
                    </a:cubicBezTo>
                    <a:lnTo>
                      <a:pt x="1" y="1331"/>
                    </a:lnTo>
                    <a:cubicBezTo>
                      <a:pt x="1" y="1441"/>
                      <a:pt x="69" y="1509"/>
                      <a:pt x="179" y="1509"/>
                    </a:cubicBezTo>
                    <a:lnTo>
                      <a:pt x="462" y="1509"/>
                    </a:lnTo>
                    <a:cubicBezTo>
                      <a:pt x="551" y="1509"/>
                      <a:pt x="635" y="1441"/>
                      <a:pt x="635" y="1331"/>
                    </a:cubicBezTo>
                    <a:lnTo>
                      <a:pt x="635" y="174"/>
                    </a:lnTo>
                    <a:cubicBezTo>
                      <a:pt x="635" y="90"/>
                      <a:pt x="551" y="1"/>
                      <a:pt x="462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6" name="Google Shape;2666;p58">
                <a:extLst>
                  <a:ext uri="{FF2B5EF4-FFF2-40B4-BE49-F238E27FC236}">
                    <a16:creationId xmlns:a16="http://schemas.microsoft.com/office/drawing/2014/main" id="{8002F645-ED7F-DDBC-5319-A64021745784}"/>
                  </a:ext>
                </a:extLst>
              </p:cNvPr>
              <p:cNvSpPr/>
              <p:nvPr/>
            </p:nvSpPr>
            <p:spPr>
              <a:xfrm>
                <a:off x="4081478" y="3778063"/>
                <a:ext cx="98767" cy="263698"/>
              </a:xfrm>
              <a:custGeom>
                <a:avLst/>
                <a:gdLst/>
                <a:ahLst/>
                <a:cxnLst/>
                <a:rect l="l" t="t" r="r" b="b"/>
                <a:pathLst>
                  <a:path w="524" h="1399" extrusionOk="0">
                    <a:moveTo>
                      <a:pt x="131" y="0"/>
                    </a:moveTo>
                    <a:cubicBezTo>
                      <a:pt x="63" y="0"/>
                      <a:pt x="0" y="48"/>
                      <a:pt x="0" y="131"/>
                    </a:cubicBezTo>
                    <a:lnTo>
                      <a:pt x="0" y="1268"/>
                    </a:lnTo>
                    <a:cubicBezTo>
                      <a:pt x="0" y="1357"/>
                      <a:pt x="63" y="1399"/>
                      <a:pt x="131" y="1399"/>
                    </a:cubicBezTo>
                    <a:lnTo>
                      <a:pt x="414" y="1399"/>
                    </a:lnTo>
                    <a:cubicBezTo>
                      <a:pt x="477" y="1399"/>
                      <a:pt x="524" y="1357"/>
                      <a:pt x="524" y="1268"/>
                    </a:cubicBezTo>
                    <a:lnTo>
                      <a:pt x="524" y="131"/>
                    </a:lnTo>
                    <a:cubicBezTo>
                      <a:pt x="524" y="48"/>
                      <a:pt x="477" y="0"/>
                      <a:pt x="41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7" name="Google Shape;2667;p58">
                <a:extLst>
                  <a:ext uri="{FF2B5EF4-FFF2-40B4-BE49-F238E27FC236}">
                    <a16:creationId xmlns:a16="http://schemas.microsoft.com/office/drawing/2014/main" id="{20E43F9B-9C1E-7EF2-13E9-984152A95515}"/>
                  </a:ext>
                </a:extLst>
              </p:cNvPr>
              <p:cNvSpPr/>
              <p:nvPr/>
            </p:nvSpPr>
            <p:spPr>
              <a:xfrm>
                <a:off x="4072431" y="3766188"/>
                <a:ext cx="119690" cy="288390"/>
              </a:xfrm>
              <a:custGeom>
                <a:avLst/>
                <a:gdLst/>
                <a:ahLst/>
                <a:cxnLst/>
                <a:rect l="l" t="t" r="r" b="b"/>
                <a:pathLst>
                  <a:path w="635" h="1530" extrusionOk="0">
                    <a:moveTo>
                      <a:pt x="462" y="111"/>
                    </a:moveTo>
                    <a:cubicBezTo>
                      <a:pt x="483" y="111"/>
                      <a:pt x="525" y="153"/>
                      <a:pt x="525" y="194"/>
                    </a:cubicBezTo>
                    <a:lnTo>
                      <a:pt x="525" y="1331"/>
                    </a:lnTo>
                    <a:cubicBezTo>
                      <a:pt x="525" y="1373"/>
                      <a:pt x="483" y="1420"/>
                      <a:pt x="462" y="1420"/>
                    </a:cubicBezTo>
                    <a:lnTo>
                      <a:pt x="179" y="1420"/>
                    </a:lnTo>
                    <a:cubicBezTo>
                      <a:pt x="132" y="1420"/>
                      <a:pt x="111" y="1373"/>
                      <a:pt x="111" y="1331"/>
                    </a:cubicBezTo>
                    <a:lnTo>
                      <a:pt x="111" y="194"/>
                    </a:lnTo>
                    <a:cubicBezTo>
                      <a:pt x="111" y="153"/>
                      <a:pt x="132" y="111"/>
                      <a:pt x="179" y="111"/>
                    </a:cubicBezTo>
                    <a:close/>
                    <a:moveTo>
                      <a:pt x="179" y="1"/>
                    </a:moveTo>
                    <a:cubicBezTo>
                      <a:pt x="69" y="1"/>
                      <a:pt x="1" y="90"/>
                      <a:pt x="1" y="194"/>
                    </a:cubicBezTo>
                    <a:lnTo>
                      <a:pt x="1" y="1331"/>
                    </a:lnTo>
                    <a:cubicBezTo>
                      <a:pt x="1" y="1441"/>
                      <a:pt x="69" y="1530"/>
                      <a:pt x="179" y="1530"/>
                    </a:cubicBezTo>
                    <a:lnTo>
                      <a:pt x="462" y="1530"/>
                    </a:lnTo>
                    <a:cubicBezTo>
                      <a:pt x="551" y="1530"/>
                      <a:pt x="635" y="1441"/>
                      <a:pt x="635" y="1331"/>
                    </a:cubicBezTo>
                    <a:lnTo>
                      <a:pt x="635" y="194"/>
                    </a:lnTo>
                    <a:cubicBezTo>
                      <a:pt x="635" y="90"/>
                      <a:pt x="551" y="1"/>
                      <a:pt x="462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8" name="Google Shape;2668;p58">
                <a:extLst>
                  <a:ext uri="{FF2B5EF4-FFF2-40B4-BE49-F238E27FC236}">
                    <a16:creationId xmlns:a16="http://schemas.microsoft.com/office/drawing/2014/main" id="{C7879981-9AB6-30B3-C292-94214B5FBEA1}"/>
                  </a:ext>
                </a:extLst>
              </p:cNvPr>
              <p:cNvSpPr/>
              <p:nvPr/>
            </p:nvSpPr>
            <p:spPr>
              <a:xfrm>
                <a:off x="4081478" y="4140338"/>
                <a:ext cx="98767" cy="263698"/>
              </a:xfrm>
              <a:custGeom>
                <a:avLst/>
                <a:gdLst/>
                <a:ahLst/>
                <a:cxnLst/>
                <a:rect l="l" t="t" r="r" b="b"/>
                <a:pathLst>
                  <a:path w="524" h="1399" extrusionOk="0">
                    <a:moveTo>
                      <a:pt x="131" y="0"/>
                    </a:moveTo>
                    <a:cubicBezTo>
                      <a:pt x="63" y="0"/>
                      <a:pt x="0" y="69"/>
                      <a:pt x="0" y="131"/>
                    </a:cubicBezTo>
                    <a:lnTo>
                      <a:pt x="0" y="1289"/>
                    </a:lnTo>
                    <a:cubicBezTo>
                      <a:pt x="0" y="1352"/>
                      <a:pt x="63" y="1399"/>
                      <a:pt x="131" y="1399"/>
                    </a:cubicBezTo>
                    <a:lnTo>
                      <a:pt x="414" y="1399"/>
                    </a:lnTo>
                    <a:cubicBezTo>
                      <a:pt x="477" y="1399"/>
                      <a:pt x="524" y="1352"/>
                      <a:pt x="524" y="1289"/>
                    </a:cubicBezTo>
                    <a:lnTo>
                      <a:pt x="524" y="131"/>
                    </a:lnTo>
                    <a:cubicBezTo>
                      <a:pt x="524" y="69"/>
                      <a:pt x="477" y="0"/>
                      <a:pt x="41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9" name="Google Shape;2669;p58">
                <a:extLst>
                  <a:ext uri="{FF2B5EF4-FFF2-40B4-BE49-F238E27FC236}">
                    <a16:creationId xmlns:a16="http://schemas.microsoft.com/office/drawing/2014/main" id="{749715D4-6D63-01EE-12B0-AEEC96142368}"/>
                  </a:ext>
                </a:extLst>
              </p:cNvPr>
              <p:cNvSpPr/>
              <p:nvPr/>
            </p:nvSpPr>
            <p:spPr>
              <a:xfrm>
                <a:off x="4072431" y="4132421"/>
                <a:ext cx="119690" cy="28348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1504" extrusionOk="0">
                    <a:moveTo>
                      <a:pt x="462" y="111"/>
                    </a:moveTo>
                    <a:cubicBezTo>
                      <a:pt x="483" y="111"/>
                      <a:pt x="525" y="131"/>
                      <a:pt x="525" y="173"/>
                    </a:cubicBezTo>
                    <a:lnTo>
                      <a:pt x="525" y="1331"/>
                    </a:lnTo>
                    <a:cubicBezTo>
                      <a:pt x="525" y="1373"/>
                      <a:pt x="483" y="1394"/>
                      <a:pt x="462" y="1394"/>
                    </a:cubicBezTo>
                    <a:lnTo>
                      <a:pt x="179" y="1394"/>
                    </a:lnTo>
                    <a:cubicBezTo>
                      <a:pt x="132" y="1394"/>
                      <a:pt x="111" y="1373"/>
                      <a:pt x="111" y="1331"/>
                    </a:cubicBezTo>
                    <a:lnTo>
                      <a:pt x="111" y="173"/>
                    </a:lnTo>
                    <a:cubicBezTo>
                      <a:pt x="111" y="131"/>
                      <a:pt x="132" y="111"/>
                      <a:pt x="179" y="111"/>
                    </a:cubicBezTo>
                    <a:close/>
                    <a:moveTo>
                      <a:pt x="179" y="1"/>
                    </a:moveTo>
                    <a:cubicBezTo>
                      <a:pt x="69" y="1"/>
                      <a:pt x="1" y="63"/>
                      <a:pt x="1" y="173"/>
                    </a:cubicBezTo>
                    <a:lnTo>
                      <a:pt x="1" y="1331"/>
                    </a:lnTo>
                    <a:cubicBezTo>
                      <a:pt x="1" y="1420"/>
                      <a:pt x="69" y="1504"/>
                      <a:pt x="179" y="1504"/>
                    </a:cubicBezTo>
                    <a:lnTo>
                      <a:pt x="462" y="1504"/>
                    </a:lnTo>
                    <a:cubicBezTo>
                      <a:pt x="551" y="1504"/>
                      <a:pt x="635" y="1420"/>
                      <a:pt x="635" y="1331"/>
                    </a:cubicBezTo>
                    <a:lnTo>
                      <a:pt x="635" y="173"/>
                    </a:lnTo>
                    <a:cubicBezTo>
                      <a:pt x="635" y="63"/>
                      <a:pt x="551" y="1"/>
                      <a:pt x="462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0" name="Google Shape;2670;p58">
                <a:extLst>
                  <a:ext uri="{FF2B5EF4-FFF2-40B4-BE49-F238E27FC236}">
                    <a16:creationId xmlns:a16="http://schemas.microsoft.com/office/drawing/2014/main" id="{E09310C9-5E18-A671-71DD-2CB5D85D7C57}"/>
                  </a:ext>
                </a:extLst>
              </p:cNvPr>
              <p:cNvSpPr/>
              <p:nvPr/>
            </p:nvSpPr>
            <p:spPr>
              <a:xfrm>
                <a:off x="4208707" y="3062372"/>
                <a:ext cx="102914" cy="267656"/>
              </a:xfrm>
              <a:custGeom>
                <a:avLst/>
                <a:gdLst/>
                <a:ahLst/>
                <a:cxnLst/>
                <a:rect l="l" t="t" r="r" b="b"/>
                <a:pathLst>
                  <a:path w="546" h="1420" extrusionOk="0">
                    <a:moveTo>
                      <a:pt x="132" y="1"/>
                    </a:moveTo>
                    <a:cubicBezTo>
                      <a:pt x="63" y="1"/>
                      <a:pt x="1" y="69"/>
                      <a:pt x="1" y="132"/>
                    </a:cubicBezTo>
                    <a:lnTo>
                      <a:pt x="1" y="1289"/>
                    </a:lnTo>
                    <a:cubicBezTo>
                      <a:pt x="1" y="1357"/>
                      <a:pt x="63" y="1420"/>
                      <a:pt x="132" y="1420"/>
                    </a:cubicBezTo>
                    <a:lnTo>
                      <a:pt x="414" y="1420"/>
                    </a:lnTo>
                    <a:cubicBezTo>
                      <a:pt x="482" y="1420"/>
                      <a:pt x="545" y="1357"/>
                      <a:pt x="545" y="1289"/>
                    </a:cubicBezTo>
                    <a:lnTo>
                      <a:pt x="545" y="132"/>
                    </a:lnTo>
                    <a:cubicBezTo>
                      <a:pt x="545" y="69"/>
                      <a:pt x="482" y="1"/>
                      <a:pt x="41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1" name="Google Shape;2671;p58">
                <a:extLst>
                  <a:ext uri="{FF2B5EF4-FFF2-40B4-BE49-F238E27FC236}">
                    <a16:creationId xmlns:a16="http://schemas.microsoft.com/office/drawing/2014/main" id="{9238E9F1-2393-D9FE-7FA5-ECEB5F74EAA7}"/>
                  </a:ext>
                </a:extLst>
              </p:cNvPr>
              <p:cNvSpPr/>
              <p:nvPr/>
            </p:nvSpPr>
            <p:spPr>
              <a:xfrm>
                <a:off x="4200791" y="3054455"/>
                <a:ext cx="118747" cy="284620"/>
              </a:xfrm>
              <a:custGeom>
                <a:avLst/>
                <a:gdLst/>
                <a:ahLst/>
                <a:cxnLst/>
                <a:rect l="l" t="t" r="r" b="b"/>
                <a:pathLst>
                  <a:path w="630" h="1510" extrusionOk="0">
                    <a:moveTo>
                      <a:pt x="456" y="111"/>
                    </a:moveTo>
                    <a:cubicBezTo>
                      <a:pt x="498" y="111"/>
                      <a:pt x="524" y="132"/>
                      <a:pt x="524" y="174"/>
                    </a:cubicBezTo>
                    <a:lnTo>
                      <a:pt x="524" y="1331"/>
                    </a:lnTo>
                    <a:cubicBezTo>
                      <a:pt x="524" y="1378"/>
                      <a:pt x="498" y="1399"/>
                      <a:pt x="456" y="1399"/>
                    </a:cubicBezTo>
                    <a:lnTo>
                      <a:pt x="174" y="1399"/>
                    </a:lnTo>
                    <a:cubicBezTo>
                      <a:pt x="132" y="1399"/>
                      <a:pt x="105" y="1378"/>
                      <a:pt x="105" y="1331"/>
                    </a:cubicBezTo>
                    <a:lnTo>
                      <a:pt x="105" y="174"/>
                    </a:lnTo>
                    <a:cubicBezTo>
                      <a:pt x="105" y="132"/>
                      <a:pt x="132" y="111"/>
                      <a:pt x="174" y="111"/>
                    </a:cubicBezTo>
                    <a:close/>
                    <a:moveTo>
                      <a:pt x="174" y="1"/>
                    </a:moveTo>
                    <a:cubicBezTo>
                      <a:pt x="85" y="1"/>
                      <a:pt x="1" y="90"/>
                      <a:pt x="1" y="174"/>
                    </a:cubicBezTo>
                    <a:lnTo>
                      <a:pt x="1" y="1331"/>
                    </a:lnTo>
                    <a:cubicBezTo>
                      <a:pt x="1" y="1420"/>
                      <a:pt x="85" y="1509"/>
                      <a:pt x="174" y="1509"/>
                    </a:cubicBezTo>
                    <a:lnTo>
                      <a:pt x="456" y="1509"/>
                    </a:lnTo>
                    <a:cubicBezTo>
                      <a:pt x="545" y="1509"/>
                      <a:pt x="629" y="1420"/>
                      <a:pt x="629" y="1331"/>
                    </a:cubicBezTo>
                    <a:lnTo>
                      <a:pt x="629" y="174"/>
                    </a:lnTo>
                    <a:cubicBezTo>
                      <a:pt x="629" y="90"/>
                      <a:pt x="545" y="1"/>
                      <a:pt x="456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2" name="Google Shape;2672;p58">
                <a:extLst>
                  <a:ext uri="{FF2B5EF4-FFF2-40B4-BE49-F238E27FC236}">
                    <a16:creationId xmlns:a16="http://schemas.microsoft.com/office/drawing/2014/main" id="{817DFAEE-08FC-8C71-3654-EDC7899FB8E2}"/>
                  </a:ext>
                </a:extLst>
              </p:cNvPr>
              <p:cNvSpPr/>
              <p:nvPr/>
            </p:nvSpPr>
            <p:spPr>
              <a:xfrm>
                <a:off x="4208707" y="3412772"/>
                <a:ext cx="102914" cy="262755"/>
              </a:xfrm>
              <a:custGeom>
                <a:avLst/>
                <a:gdLst/>
                <a:ahLst/>
                <a:cxnLst/>
                <a:rect l="l" t="t" r="r" b="b"/>
                <a:pathLst>
                  <a:path w="546" h="1394" extrusionOk="0">
                    <a:moveTo>
                      <a:pt x="132" y="1"/>
                    </a:moveTo>
                    <a:cubicBezTo>
                      <a:pt x="63" y="1"/>
                      <a:pt x="1" y="43"/>
                      <a:pt x="1" y="106"/>
                    </a:cubicBezTo>
                    <a:lnTo>
                      <a:pt x="1" y="1263"/>
                    </a:lnTo>
                    <a:cubicBezTo>
                      <a:pt x="1" y="1331"/>
                      <a:pt x="63" y="1394"/>
                      <a:pt x="132" y="1394"/>
                    </a:cubicBezTo>
                    <a:lnTo>
                      <a:pt x="414" y="1394"/>
                    </a:lnTo>
                    <a:cubicBezTo>
                      <a:pt x="482" y="1394"/>
                      <a:pt x="545" y="1331"/>
                      <a:pt x="545" y="1263"/>
                    </a:cubicBezTo>
                    <a:lnTo>
                      <a:pt x="545" y="106"/>
                    </a:lnTo>
                    <a:cubicBezTo>
                      <a:pt x="545" y="43"/>
                      <a:pt x="482" y="1"/>
                      <a:pt x="41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3" name="Google Shape;2673;p58">
                <a:extLst>
                  <a:ext uri="{FF2B5EF4-FFF2-40B4-BE49-F238E27FC236}">
                    <a16:creationId xmlns:a16="http://schemas.microsoft.com/office/drawing/2014/main" id="{A280B799-D622-7861-563E-FEC7CFBA656A}"/>
                  </a:ext>
                </a:extLst>
              </p:cNvPr>
              <p:cNvSpPr/>
              <p:nvPr/>
            </p:nvSpPr>
            <p:spPr>
              <a:xfrm>
                <a:off x="4200791" y="3399955"/>
                <a:ext cx="118747" cy="284431"/>
              </a:xfrm>
              <a:custGeom>
                <a:avLst/>
                <a:gdLst/>
                <a:ahLst/>
                <a:cxnLst/>
                <a:rect l="l" t="t" r="r" b="b"/>
                <a:pathLst>
                  <a:path w="630" h="1509" extrusionOk="0">
                    <a:moveTo>
                      <a:pt x="456" y="111"/>
                    </a:moveTo>
                    <a:cubicBezTo>
                      <a:pt x="498" y="111"/>
                      <a:pt x="524" y="132"/>
                      <a:pt x="524" y="174"/>
                    </a:cubicBezTo>
                    <a:lnTo>
                      <a:pt x="524" y="1331"/>
                    </a:lnTo>
                    <a:cubicBezTo>
                      <a:pt x="524" y="1378"/>
                      <a:pt x="498" y="1399"/>
                      <a:pt x="456" y="1399"/>
                    </a:cubicBezTo>
                    <a:lnTo>
                      <a:pt x="174" y="1399"/>
                    </a:lnTo>
                    <a:cubicBezTo>
                      <a:pt x="132" y="1399"/>
                      <a:pt x="105" y="1378"/>
                      <a:pt x="105" y="1331"/>
                    </a:cubicBezTo>
                    <a:lnTo>
                      <a:pt x="105" y="174"/>
                    </a:lnTo>
                    <a:cubicBezTo>
                      <a:pt x="105" y="132"/>
                      <a:pt x="132" y="111"/>
                      <a:pt x="174" y="111"/>
                    </a:cubicBezTo>
                    <a:close/>
                    <a:moveTo>
                      <a:pt x="174" y="1"/>
                    </a:moveTo>
                    <a:cubicBezTo>
                      <a:pt x="85" y="1"/>
                      <a:pt x="1" y="90"/>
                      <a:pt x="1" y="174"/>
                    </a:cubicBezTo>
                    <a:lnTo>
                      <a:pt x="1" y="1331"/>
                    </a:lnTo>
                    <a:cubicBezTo>
                      <a:pt x="1" y="1441"/>
                      <a:pt x="85" y="1509"/>
                      <a:pt x="174" y="1509"/>
                    </a:cubicBezTo>
                    <a:lnTo>
                      <a:pt x="456" y="1509"/>
                    </a:lnTo>
                    <a:cubicBezTo>
                      <a:pt x="545" y="1509"/>
                      <a:pt x="629" y="1441"/>
                      <a:pt x="629" y="1331"/>
                    </a:cubicBezTo>
                    <a:lnTo>
                      <a:pt x="629" y="174"/>
                    </a:lnTo>
                    <a:cubicBezTo>
                      <a:pt x="629" y="90"/>
                      <a:pt x="545" y="1"/>
                      <a:pt x="456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4" name="Google Shape;2674;p58">
                <a:extLst>
                  <a:ext uri="{FF2B5EF4-FFF2-40B4-BE49-F238E27FC236}">
                    <a16:creationId xmlns:a16="http://schemas.microsoft.com/office/drawing/2014/main" id="{FF014AD1-A699-A43E-D115-0BA9C6D807AE}"/>
                  </a:ext>
                </a:extLst>
              </p:cNvPr>
              <p:cNvSpPr/>
              <p:nvPr/>
            </p:nvSpPr>
            <p:spPr>
              <a:xfrm>
                <a:off x="4208707" y="3778063"/>
                <a:ext cx="102914" cy="263698"/>
              </a:xfrm>
              <a:custGeom>
                <a:avLst/>
                <a:gdLst/>
                <a:ahLst/>
                <a:cxnLst/>
                <a:rect l="l" t="t" r="r" b="b"/>
                <a:pathLst>
                  <a:path w="546" h="1399" extrusionOk="0">
                    <a:moveTo>
                      <a:pt x="132" y="0"/>
                    </a:moveTo>
                    <a:cubicBezTo>
                      <a:pt x="63" y="0"/>
                      <a:pt x="1" y="48"/>
                      <a:pt x="1" y="131"/>
                    </a:cubicBezTo>
                    <a:lnTo>
                      <a:pt x="1" y="1268"/>
                    </a:lnTo>
                    <a:cubicBezTo>
                      <a:pt x="1" y="1357"/>
                      <a:pt x="63" y="1399"/>
                      <a:pt x="132" y="1399"/>
                    </a:cubicBezTo>
                    <a:lnTo>
                      <a:pt x="414" y="1399"/>
                    </a:lnTo>
                    <a:cubicBezTo>
                      <a:pt x="482" y="1399"/>
                      <a:pt x="545" y="1357"/>
                      <a:pt x="545" y="1268"/>
                    </a:cubicBezTo>
                    <a:lnTo>
                      <a:pt x="545" y="131"/>
                    </a:lnTo>
                    <a:cubicBezTo>
                      <a:pt x="545" y="48"/>
                      <a:pt x="482" y="0"/>
                      <a:pt x="41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5" name="Google Shape;2675;p58">
                <a:extLst>
                  <a:ext uri="{FF2B5EF4-FFF2-40B4-BE49-F238E27FC236}">
                    <a16:creationId xmlns:a16="http://schemas.microsoft.com/office/drawing/2014/main" id="{F9D34D8A-3F3B-D2E0-D836-9DBBFA203613}"/>
                  </a:ext>
                </a:extLst>
              </p:cNvPr>
              <p:cNvSpPr/>
              <p:nvPr/>
            </p:nvSpPr>
            <p:spPr>
              <a:xfrm>
                <a:off x="4200791" y="3766188"/>
                <a:ext cx="118747" cy="288390"/>
              </a:xfrm>
              <a:custGeom>
                <a:avLst/>
                <a:gdLst/>
                <a:ahLst/>
                <a:cxnLst/>
                <a:rect l="l" t="t" r="r" b="b"/>
                <a:pathLst>
                  <a:path w="630" h="1530" extrusionOk="0">
                    <a:moveTo>
                      <a:pt x="456" y="111"/>
                    </a:moveTo>
                    <a:cubicBezTo>
                      <a:pt x="498" y="111"/>
                      <a:pt x="524" y="153"/>
                      <a:pt x="524" y="194"/>
                    </a:cubicBezTo>
                    <a:lnTo>
                      <a:pt x="524" y="1331"/>
                    </a:lnTo>
                    <a:cubicBezTo>
                      <a:pt x="524" y="1373"/>
                      <a:pt x="498" y="1420"/>
                      <a:pt x="456" y="1420"/>
                    </a:cubicBezTo>
                    <a:lnTo>
                      <a:pt x="174" y="1420"/>
                    </a:lnTo>
                    <a:cubicBezTo>
                      <a:pt x="132" y="1420"/>
                      <a:pt x="105" y="1373"/>
                      <a:pt x="105" y="1331"/>
                    </a:cubicBezTo>
                    <a:lnTo>
                      <a:pt x="105" y="194"/>
                    </a:lnTo>
                    <a:cubicBezTo>
                      <a:pt x="105" y="153"/>
                      <a:pt x="132" y="111"/>
                      <a:pt x="174" y="111"/>
                    </a:cubicBezTo>
                    <a:close/>
                    <a:moveTo>
                      <a:pt x="174" y="1"/>
                    </a:moveTo>
                    <a:cubicBezTo>
                      <a:pt x="85" y="1"/>
                      <a:pt x="1" y="90"/>
                      <a:pt x="1" y="194"/>
                    </a:cubicBezTo>
                    <a:lnTo>
                      <a:pt x="1" y="1331"/>
                    </a:lnTo>
                    <a:cubicBezTo>
                      <a:pt x="1" y="1441"/>
                      <a:pt x="85" y="1530"/>
                      <a:pt x="174" y="1530"/>
                    </a:cubicBezTo>
                    <a:lnTo>
                      <a:pt x="456" y="1530"/>
                    </a:lnTo>
                    <a:cubicBezTo>
                      <a:pt x="545" y="1530"/>
                      <a:pt x="629" y="1441"/>
                      <a:pt x="629" y="1331"/>
                    </a:cubicBezTo>
                    <a:lnTo>
                      <a:pt x="629" y="194"/>
                    </a:lnTo>
                    <a:cubicBezTo>
                      <a:pt x="629" y="90"/>
                      <a:pt x="545" y="1"/>
                      <a:pt x="456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6" name="Google Shape;2676;p58">
                <a:extLst>
                  <a:ext uri="{FF2B5EF4-FFF2-40B4-BE49-F238E27FC236}">
                    <a16:creationId xmlns:a16="http://schemas.microsoft.com/office/drawing/2014/main" id="{A56477AA-481F-8D89-9B16-312F5167FE3D}"/>
                  </a:ext>
                </a:extLst>
              </p:cNvPr>
              <p:cNvSpPr/>
              <p:nvPr/>
            </p:nvSpPr>
            <p:spPr>
              <a:xfrm>
                <a:off x="4208707" y="4140338"/>
                <a:ext cx="102914" cy="263698"/>
              </a:xfrm>
              <a:custGeom>
                <a:avLst/>
                <a:gdLst/>
                <a:ahLst/>
                <a:cxnLst/>
                <a:rect l="l" t="t" r="r" b="b"/>
                <a:pathLst>
                  <a:path w="546" h="1399" extrusionOk="0">
                    <a:moveTo>
                      <a:pt x="132" y="0"/>
                    </a:moveTo>
                    <a:cubicBezTo>
                      <a:pt x="63" y="0"/>
                      <a:pt x="1" y="69"/>
                      <a:pt x="1" y="131"/>
                    </a:cubicBezTo>
                    <a:lnTo>
                      <a:pt x="1" y="1289"/>
                    </a:lnTo>
                    <a:cubicBezTo>
                      <a:pt x="1" y="1352"/>
                      <a:pt x="63" y="1399"/>
                      <a:pt x="132" y="1399"/>
                    </a:cubicBezTo>
                    <a:lnTo>
                      <a:pt x="414" y="1399"/>
                    </a:lnTo>
                    <a:cubicBezTo>
                      <a:pt x="482" y="1399"/>
                      <a:pt x="545" y="1352"/>
                      <a:pt x="545" y="1289"/>
                    </a:cubicBezTo>
                    <a:lnTo>
                      <a:pt x="545" y="131"/>
                    </a:lnTo>
                    <a:cubicBezTo>
                      <a:pt x="545" y="69"/>
                      <a:pt x="482" y="0"/>
                      <a:pt x="41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7" name="Google Shape;2677;p58">
                <a:extLst>
                  <a:ext uri="{FF2B5EF4-FFF2-40B4-BE49-F238E27FC236}">
                    <a16:creationId xmlns:a16="http://schemas.microsoft.com/office/drawing/2014/main" id="{27B5498B-5189-8DC7-D5E2-963A3C9C6E14}"/>
                  </a:ext>
                </a:extLst>
              </p:cNvPr>
              <p:cNvSpPr/>
              <p:nvPr/>
            </p:nvSpPr>
            <p:spPr>
              <a:xfrm>
                <a:off x="4200791" y="4132421"/>
                <a:ext cx="118747" cy="283489"/>
              </a:xfrm>
              <a:custGeom>
                <a:avLst/>
                <a:gdLst/>
                <a:ahLst/>
                <a:cxnLst/>
                <a:rect l="l" t="t" r="r" b="b"/>
                <a:pathLst>
                  <a:path w="630" h="1504" extrusionOk="0">
                    <a:moveTo>
                      <a:pt x="456" y="111"/>
                    </a:moveTo>
                    <a:cubicBezTo>
                      <a:pt x="498" y="111"/>
                      <a:pt x="524" y="131"/>
                      <a:pt x="524" y="173"/>
                    </a:cubicBezTo>
                    <a:lnTo>
                      <a:pt x="524" y="1331"/>
                    </a:lnTo>
                    <a:cubicBezTo>
                      <a:pt x="524" y="1373"/>
                      <a:pt x="498" y="1394"/>
                      <a:pt x="456" y="1394"/>
                    </a:cubicBezTo>
                    <a:lnTo>
                      <a:pt x="174" y="1394"/>
                    </a:lnTo>
                    <a:cubicBezTo>
                      <a:pt x="132" y="1394"/>
                      <a:pt x="105" y="1373"/>
                      <a:pt x="105" y="1331"/>
                    </a:cubicBezTo>
                    <a:lnTo>
                      <a:pt x="105" y="173"/>
                    </a:lnTo>
                    <a:cubicBezTo>
                      <a:pt x="105" y="131"/>
                      <a:pt x="132" y="111"/>
                      <a:pt x="174" y="111"/>
                    </a:cubicBezTo>
                    <a:close/>
                    <a:moveTo>
                      <a:pt x="174" y="1"/>
                    </a:moveTo>
                    <a:cubicBezTo>
                      <a:pt x="85" y="1"/>
                      <a:pt x="1" y="63"/>
                      <a:pt x="1" y="173"/>
                    </a:cubicBezTo>
                    <a:lnTo>
                      <a:pt x="1" y="1331"/>
                    </a:lnTo>
                    <a:cubicBezTo>
                      <a:pt x="1" y="1420"/>
                      <a:pt x="85" y="1504"/>
                      <a:pt x="174" y="1504"/>
                    </a:cubicBezTo>
                    <a:lnTo>
                      <a:pt x="456" y="1504"/>
                    </a:lnTo>
                    <a:cubicBezTo>
                      <a:pt x="545" y="1504"/>
                      <a:pt x="629" y="1420"/>
                      <a:pt x="629" y="1331"/>
                    </a:cubicBezTo>
                    <a:lnTo>
                      <a:pt x="629" y="173"/>
                    </a:lnTo>
                    <a:cubicBezTo>
                      <a:pt x="629" y="63"/>
                      <a:pt x="545" y="1"/>
                      <a:pt x="456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8" name="Google Shape;2678;p58">
                <a:extLst>
                  <a:ext uri="{FF2B5EF4-FFF2-40B4-BE49-F238E27FC236}">
                    <a16:creationId xmlns:a16="http://schemas.microsoft.com/office/drawing/2014/main" id="{833DBDF7-57AF-9759-9F9D-F151251E2C39}"/>
                  </a:ext>
                </a:extLst>
              </p:cNvPr>
              <p:cNvSpPr/>
              <p:nvPr/>
            </p:nvSpPr>
            <p:spPr>
              <a:xfrm>
                <a:off x="4340083" y="3062372"/>
                <a:ext cx="98767" cy="267656"/>
              </a:xfrm>
              <a:custGeom>
                <a:avLst/>
                <a:gdLst/>
                <a:ahLst/>
                <a:cxnLst/>
                <a:rect l="l" t="t" r="r" b="b"/>
                <a:pathLst>
                  <a:path w="524" h="1420" extrusionOk="0">
                    <a:moveTo>
                      <a:pt x="131" y="1"/>
                    </a:moveTo>
                    <a:cubicBezTo>
                      <a:pt x="47" y="1"/>
                      <a:pt x="0" y="69"/>
                      <a:pt x="0" y="132"/>
                    </a:cubicBezTo>
                    <a:lnTo>
                      <a:pt x="0" y="1289"/>
                    </a:lnTo>
                    <a:cubicBezTo>
                      <a:pt x="0" y="1357"/>
                      <a:pt x="47" y="1420"/>
                      <a:pt x="131" y="1420"/>
                    </a:cubicBezTo>
                    <a:lnTo>
                      <a:pt x="393" y="1420"/>
                    </a:lnTo>
                    <a:cubicBezTo>
                      <a:pt x="461" y="1420"/>
                      <a:pt x="524" y="1357"/>
                      <a:pt x="524" y="1289"/>
                    </a:cubicBezTo>
                    <a:lnTo>
                      <a:pt x="524" y="132"/>
                    </a:lnTo>
                    <a:cubicBezTo>
                      <a:pt x="524" y="69"/>
                      <a:pt x="461" y="1"/>
                      <a:pt x="39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9" name="Google Shape;2679;p58">
                <a:extLst>
                  <a:ext uri="{FF2B5EF4-FFF2-40B4-BE49-F238E27FC236}">
                    <a16:creationId xmlns:a16="http://schemas.microsoft.com/office/drawing/2014/main" id="{A0DD4848-06E2-5472-67E7-63648EC92EDC}"/>
                  </a:ext>
                </a:extLst>
              </p:cNvPr>
              <p:cNvSpPr/>
              <p:nvPr/>
            </p:nvSpPr>
            <p:spPr>
              <a:xfrm>
                <a:off x="4328208" y="3054455"/>
                <a:ext cx="119501" cy="284620"/>
              </a:xfrm>
              <a:custGeom>
                <a:avLst/>
                <a:gdLst/>
                <a:ahLst/>
                <a:cxnLst/>
                <a:rect l="l" t="t" r="r" b="b"/>
                <a:pathLst>
                  <a:path w="634" h="1510" extrusionOk="0">
                    <a:moveTo>
                      <a:pt x="456" y="111"/>
                    </a:moveTo>
                    <a:cubicBezTo>
                      <a:pt x="503" y="111"/>
                      <a:pt x="524" y="132"/>
                      <a:pt x="524" y="174"/>
                    </a:cubicBezTo>
                    <a:lnTo>
                      <a:pt x="524" y="1331"/>
                    </a:lnTo>
                    <a:cubicBezTo>
                      <a:pt x="524" y="1378"/>
                      <a:pt x="503" y="1399"/>
                      <a:pt x="456" y="1399"/>
                    </a:cubicBezTo>
                    <a:lnTo>
                      <a:pt x="194" y="1399"/>
                    </a:lnTo>
                    <a:cubicBezTo>
                      <a:pt x="152" y="1399"/>
                      <a:pt x="110" y="1378"/>
                      <a:pt x="110" y="1331"/>
                    </a:cubicBezTo>
                    <a:lnTo>
                      <a:pt x="110" y="174"/>
                    </a:lnTo>
                    <a:cubicBezTo>
                      <a:pt x="110" y="132"/>
                      <a:pt x="152" y="111"/>
                      <a:pt x="194" y="111"/>
                    </a:cubicBezTo>
                    <a:close/>
                    <a:moveTo>
                      <a:pt x="194" y="1"/>
                    </a:moveTo>
                    <a:cubicBezTo>
                      <a:pt x="84" y="1"/>
                      <a:pt x="0" y="90"/>
                      <a:pt x="0" y="174"/>
                    </a:cubicBezTo>
                    <a:lnTo>
                      <a:pt x="0" y="1331"/>
                    </a:lnTo>
                    <a:cubicBezTo>
                      <a:pt x="0" y="1420"/>
                      <a:pt x="84" y="1509"/>
                      <a:pt x="194" y="1509"/>
                    </a:cubicBezTo>
                    <a:lnTo>
                      <a:pt x="456" y="1509"/>
                    </a:lnTo>
                    <a:cubicBezTo>
                      <a:pt x="566" y="1509"/>
                      <a:pt x="634" y="1420"/>
                      <a:pt x="634" y="1331"/>
                    </a:cubicBezTo>
                    <a:lnTo>
                      <a:pt x="634" y="174"/>
                    </a:lnTo>
                    <a:cubicBezTo>
                      <a:pt x="634" y="90"/>
                      <a:pt x="566" y="1"/>
                      <a:pt x="456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0" name="Google Shape;2680;p58">
                <a:extLst>
                  <a:ext uri="{FF2B5EF4-FFF2-40B4-BE49-F238E27FC236}">
                    <a16:creationId xmlns:a16="http://schemas.microsoft.com/office/drawing/2014/main" id="{2D0F6E79-1CB4-4A96-E364-5277DEF1ECEF}"/>
                  </a:ext>
                </a:extLst>
              </p:cNvPr>
              <p:cNvSpPr/>
              <p:nvPr/>
            </p:nvSpPr>
            <p:spPr>
              <a:xfrm>
                <a:off x="4340083" y="3412772"/>
                <a:ext cx="98767" cy="262755"/>
              </a:xfrm>
              <a:custGeom>
                <a:avLst/>
                <a:gdLst/>
                <a:ahLst/>
                <a:cxnLst/>
                <a:rect l="l" t="t" r="r" b="b"/>
                <a:pathLst>
                  <a:path w="524" h="1394" extrusionOk="0">
                    <a:moveTo>
                      <a:pt x="131" y="1"/>
                    </a:moveTo>
                    <a:cubicBezTo>
                      <a:pt x="47" y="1"/>
                      <a:pt x="0" y="43"/>
                      <a:pt x="0" y="106"/>
                    </a:cubicBezTo>
                    <a:lnTo>
                      <a:pt x="0" y="1263"/>
                    </a:lnTo>
                    <a:cubicBezTo>
                      <a:pt x="0" y="1331"/>
                      <a:pt x="47" y="1394"/>
                      <a:pt x="131" y="1394"/>
                    </a:cubicBezTo>
                    <a:lnTo>
                      <a:pt x="393" y="1394"/>
                    </a:lnTo>
                    <a:cubicBezTo>
                      <a:pt x="461" y="1394"/>
                      <a:pt x="524" y="1331"/>
                      <a:pt x="524" y="1263"/>
                    </a:cubicBezTo>
                    <a:lnTo>
                      <a:pt x="524" y="106"/>
                    </a:lnTo>
                    <a:cubicBezTo>
                      <a:pt x="524" y="43"/>
                      <a:pt x="461" y="1"/>
                      <a:pt x="39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1" name="Google Shape;2681;p58">
                <a:extLst>
                  <a:ext uri="{FF2B5EF4-FFF2-40B4-BE49-F238E27FC236}">
                    <a16:creationId xmlns:a16="http://schemas.microsoft.com/office/drawing/2014/main" id="{B4FA0529-F8E4-2DB7-28CE-1E7E18D919E9}"/>
                  </a:ext>
                </a:extLst>
              </p:cNvPr>
              <p:cNvSpPr/>
              <p:nvPr/>
            </p:nvSpPr>
            <p:spPr>
              <a:xfrm>
                <a:off x="4328208" y="3399955"/>
                <a:ext cx="119501" cy="284431"/>
              </a:xfrm>
              <a:custGeom>
                <a:avLst/>
                <a:gdLst/>
                <a:ahLst/>
                <a:cxnLst/>
                <a:rect l="l" t="t" r="r" b="b"/>
                <a:pathLst>
                  <a:path w="634" h="1509" extrusionOk="0">
                    <a:moveTo>
                      <a:pt x="456" y="111"/>
                    </a:moveTo>
                    <a:cubicBezTo>
                      <a:pt x="503" y="111"/>
                      <a:pt x="524" y="132"/>
                      <a:pt x="524" y="174"/>
                    </a:cubicBezTo>
                    <a:lnTo>
                      <a:pt x="524" y="1331"/>
                    </a:lnTo>
                    <a:cubicBezTo>
                      <a:pt x="524" y="1378"/>
                      <a:pt x="503" y="1399"/>
                      <a:pt x="456" y="1399"/>
                    </a:cubicBezTo>
                    <a:lnTo>
                      <a:pt x="194" y="1399"/>
                    </a:lnTo>
                    <a:cubicBezTo>
                      <a:pt x="152" y="1399"/>
                      <a:pt x="110" y="1378"/>
                      <a:pt x="110" y="1331"/>
                    </a:cubicBezTo>
                    <a:lnTo>
                      <a:pt x="110" y="174"/>
                    </a:lnTo>
                    <a:cubicBezTo>
                      <a:pt x="110" y="132"/>
                      <a:pt x="152" y="111"/>
                      <a:pt x="194" y="111"/>
                    </a:cubicBezTo>
                    <a:close/>
                    <a:moveTo>
                      <a:pt x="194" y="1"/>
                    </a:moveTo>
                    <a:cubicBezTo>
                      <a:pt x="84" y="1"/>
                      <a:pt x="0" y="90"/>
                      <a:pt x="0" y="174"/>
                    </a:cubicBezTo>
                    <a:lnTo>
                      <a:pt x="0" y="1331"/>
                    </a:lnTo>
                    <a:cubicBezTo>
                      <a:pt x="0" y="1441"/>
                      <a:pt x="84" y="1509"/>
                      <a:pt x="194" y="1509"/>
                    </a:cubicBezTo>
                    <a:lnTo>
                      <a:pt x="456" y="1509"/>
                    </a:lnTo>
                    <a:cubicBezTo>
                      <a:pt x="566" y="1509"/>
                      <a:pt x="634" y="1441"/>
                      <a:pt x="634" y="1331"/>
                    </a:cubicBezTo>
                    <a:lnTo>
                      <a:pt x="634" y="174"/>
                    </a:lnTo>
                    <a:cubicBezTo>
                      <a:pt x="634" y="90"/>
                      <a:pt x="566" y="1"/>
                      <a:pt x="456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2" name="Google Shape;2682;p58">
                <a:extLst>
                  <a:ext uri="{FF2B5EF4-FFF2-40B4-BE49-F238E27FC236}">
                    <a16:creationId xmlns:a16="http://schemas.microsoft.com/office/drawing/2014/main" id="{903665E0-10F2-B229-D177-3B56DCF2FD6A}"/>
                  </a:ext>
                </a:extLst>
              </p:cNvPr>
              <p:cNvSpPr/>
              <p:nvPr/>
            </p:nvSpPr>
            <p:spPr>
              <a:xfrm>
                <a:off x="4340083" y="3778063"/>
                <a:ext cx="98767" cy="263698"/>
              </a:xfrm>
              <a:custGeom>
                <a:avLst/>
                <a:gdLst/>
                <a:ahLst/>
                <a:cxnLst/>
                <a:rect l="l" t="t" r="r" b="b"/>
                <a:pathLst>
                  <a:path w="524" h="1399" extrusionOk="0">
                    <a:moveTo>
                      <a:pt x="131" y="0"/>
                    </a:moveTo>
                    <a:cubicBezTo>
                      <a:pt x="47" y="0"/>
                      <a:pt x="0" y="48"/>
                      <a:pt x="0" y="131"/>
                    </a:cubicBezTo>
                    <a:lnTo>
                      <a:pt x="0" y="1268"/>
                    </a:lnTo>
                    <a:cubicBezTo>
                      <a:pt x="0" y="1357"/>
                      <a:pt x="47" y="1399"/>
                      <a:pt x="131" y="1399"/>
                    </a:cubicBezTo>
                    <a:lnTo>
                      <a:pt x="393" y="1399"/>
                    </a:lnTo>
                    <a:cubicBezTo>
                      <a:pt x="461" y="1399"/>
                      <a:pt x="524" y="1357"/>
                      <a:pt x="524" y="1268"/>
                    </a:cubicBezTo>
                    <a:lnTo>
                      <a:pt x="524" y="131"/>
                    </a:lnTo>
                    <a:cubicBezTo>
                      <a:pt x="524" y="48"/>
                      <a:pt x="461" y="0"/>
                      <a:pt x="39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3" name="Google Shape;2683;p58">
                <a:extLst>
                  <a:ext uri="{FF2B5EF4-FFF2-40B4-BE49-F238E27FC236}">
                    <a16:creationId xmlns:a16="http://schemas.microsoft.com/office/drawing/2014/main" id="{F43D8C61-DC8A-A4BF-3E04-E6AB16259325}"/>
                  </a:ext>
                </a:extLst>
              </p:cNvPr>
              <p:cNvSpPr/>
              <p:nvPr/>
            </p:nvSpPr>
            <p:spPr>
              <a:xfrm>
                <a:off x="4328208" y="3766188"/>
                <a:ext cx="119501" cy="288390"/>
              </a:xfrm>
              <a:custGeom>
                <a:avLst/>
                <a:gdLst/>
                <a:ahLst/>
                <a:cxnLst/>
                <a:rect l="l" t="t" r="r" b="b"/>
                <a:pathLst>
                  <a:path w="634" h="1530" extrusionOk="0">
                    <a:moveTo>
                      <a:pt x="456" y="111"/>
                    </a:moveTo>
                    <a:cubicBezTo>
                      <a:pt x="503" y="111"/>
                      <a:pt x="524" y="153"/>
                      <a:pt x="524" y="194"/>
                    </a:cubicBezTo>
                    <a:lnTo>
                      <a:pt x="524" y="1331"/>
                    </a:lnTo>
                    <a:cubicBezTo>
                      <a:pt x="524" y="1373"/>
                      <a:pt x="503" y="1420"/>
                      <a:pt x="456" y="1420"/>
                    </a:cubicBezTo>
                    <a:lnTo>
                      <a:pt x="194" y="1420"/>
                    </a:lnTo>
                    <a:cubicBezTo>
                      <a:pt x="152" y="1420"/>
                      <a:pt x="110" y="1373"/>
                      <a:pt x="110" y="1331"/>
                    </a:cubicBezTo>
                    <a:lnTo>
                      <a:pt x="110" y="194"/>
                    </a:lnTo>
                    <a:cubicBezTo>
                      <a:pt x="110" y="153"/>
                      <a:pt x="152" y="111"/>
                      <a:pt x="194" y="111"/>
                    </a:cubicBezTo>
                    <a:close/>
                    <a:moveTo>
                      <a:pt x="194" y="1"/>
                    </a:moveTo>
                    <a:cubicBezTo>
                      <a:pt x="84" y="1"/>
                      <a:pt x="0" y="90"/>
                      <a:pt x="0" y="194"/>
                    </a:cubicBezTo>
                    <a:lnTo>
                      <a:pt x="0" y="1331"/>
                    </a:lnTo>
                    <a:cubicBezTo>
                      <a:pt x="0" y="1441"/>
                      <a:pt x="84" y="1530"/>
                      <a:pt x="194" y="1530"/>
                    </a:cubicBezTo>
                    <a:lnTo>
                      <a:pt x="456" y="1530"/>
                    </a:lnTo>
                    <a:cubicBezTo>
                      <a:pt x="566" y="1530"/>
                      <a:pt x="634" y="1441"/>
                      <a:pt x="634" y="1331"/>
                    </a:cubicBezTo>
                    <a:lnTo>
                      <a:pt x="634" y="194"/>
                    </a:lnTo>
                    <a:cubicBezTo>
                      <a:pt x="634" y="90"/>
                      <a:pt x="566" y="1"/>
                      <a:pt x="456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4" name="Google Shape;2684;p58">
                <a:extLst>
                  <a:ext uri="{FF2B5EF4-FFF2-40B4-BE49-F238E27FC236}">
                    <a16:creationId xmlns:a16="http://schemas.microsoft.com/office/drawing/2014/main" id="{31E5A7B7-59B9-6149-C38D-AD59D866756E}"/>
                  </a:ext>
                </a:extLst>
              </p:cNvPr>
              <p:cNvSpPr/>
              <p:nvPr/>
            </p:nvSpPr>
            <p:spPr>
              <a:xfrm>
                <a:off x="4340083" y="4140338"/>
                <a:ext cx="98767" cy="263698"/>
              </a:xfrm>
              <a:custGeom>
                <a:avLst/>
                <a:gdLst/>
                <a:ahLst/>
                <a:cxnLst/>
                <a:rect l="l" t="t" r="r" b="b"/>
                <a:pathLst>
                  <a:path w="524" h="1399" extrusionOk="0">
                    <a:moveTo>
                      <a:pt x="131" y="0"/>
                    </a:moveTo>
                    <a:cubicBezTo>
                      <a:pt x="47" y="0"/>
                      <a:pt x="0" y="69"/>
                      <a:pt x="0" y="131"/>
                    </a:cubicBezTo>
                    <a:lnTo>
                      <a:pt x="0" y="1289"/>
                    </a:lnTo>
                    <a:cubicBezTo>
                      <a:pt x="0" y="1352"/>
                      <a:pt x="47" y="1399"/>
                      <a:pt x="131" y="1399"/>
                    </a:cubicBezTo>
                    <a:lnTo>
                      <a:pt x="393" y="1399"/>
                    </a:lnTo>
                    <a:cubicBezTo>
                      <a:pt x="461" y="1399"/>
                      <a:pt x="524" y="1352"/>
                      <a:pt x="524" y="1289"/>
                    </a:cubicBezTo>
                    <a:lnTo>
                      <a:pt x="524" y="131"/>
                    </a:lnTo>
                    <a:cubicBezTo>
                      <a:pt x="524" y="69"/>
                      <a:pt x="461" y="0"/>
                      <a:pt x="39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5" name="Google Shape;2685;p58">
                <a:extLst>
                  <a:ext uri="{FF2B5EF4-FFF2-40B4-BE49-F238E27FC236}">
                    <a16:creationId xmlns:a16="http://schemas.microsoft.com/office/drawing/2014/main" id="{668849D8-9B9A-78B7-69FB-55E8EA91DD7A}"/>
                  </a:ext>
                </a:extLst>
              </p:cNvPr>
              <p:cNvSpPr/>
              <p:nvPr/>
            </p:nvSpPr>
            <p:spPr>
              <a:xfrm>
                <a:off x="4328208" y="4132421"/>
                <a:ext cx="119501" cy="283489"/>
              </a:xfrm>
              <a:custGeom>
                <a:avLst/>
                <a:gdLst/>
                <a:ahLst/>
                <a:cxnLst/>
                <a:rect l="l" t="t" r="r" b="b"/>
                <a:pathLst>
                  <a:path w="634" h="1504" extrusionOk="0">
                    <a:moveTo>
                      <a:pt x="456" y="111"/>
                    </a:moveTo>
                    <a:cubicBezTo>
                      <a:pt x="503" y="111"/>
                      <a:pt x="524" y="131"/>
                      <a:pt x="524" y="173"/>
                    </a:cubicBezTo>
                    <a:lnTo>
                      <a:pt x="524" y="1331"/>
                    </a:lnTo>
                    <a:cubicBezTo>
                      <a:pt x="524" y="1373"/>
                      <a:pt x="503" y="1394"/>
                      <a:pt x="456" y="1394"/>
                    </a:cubicBezTo>
                    <a:lnTo>
                      <a:pt x="194" y="1394"/>
                    </a:lnTo>
                    <a:cubicBezTo>
                      <a:pt x="152" y="1394"/>
                      <a:pt x="110" y="1373"/>
                      <a:pt x="110" y="1331"/>
                    </a:cubicBezTo>
                    <a:lnTo>
                      <a:pt x="110" y="173"/>
                    </a:lnTo>
                    <a:cubicBezTo>
                      <a:pt x="110" y="131"/>
                      <a:pt x="152" y="111"/>
                      <a:pt x="194" y="111"/>
                    </a:cubicBezTo>
                    <a:close/>
                    <a:moveTo>
                      <a:pt x="194" y="1"/>
                    </a:moveTo>
                    <a:cubicBezTo>
                      <a:pt x="84" y="1"/>
                      <a:pt x="0" y="63"/>
                      <a:pt x="0" y="173"/>
                    </a:cubicBezTo>
                    <a:lnTo>
                      <a:pt x="0" y="1331"/>
                    </a:lnTo>
                    <a:cubicBezTo>
                      <a:pt x="0" y="1420"/>
                      <a:pt x="84" y="1504"/>
                      <a:pt x="194" y="1504"/>
                    </a:cubicBezTo>
                    <a:lnTo>
                      <a:pt x="456" y="1504"/>
                    </a:lnTo>
                    <a:cubicBezTo>
                      <a:pt x="566" y="1504"/>
                      <a:pt x="634" y="1420"/>
                      <a:pt x="634" y="1331"/>
                    </a:cubicBezTo>
                    <a:lnTo>
                      <a:pt x="634" y="173"/>
                    </a:lnTo>
                    <a:cubicBezTo>
                      <a:pt x="634" y="63"/>
                      <a:pt x="566" y="1"/>
                      <a:pt x="456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6" name="Google Shape;2686;p58">
                <a:extLst>
                  <a:ext uri="{FF2B5EF4-FFF2-40B4-BE49-F238E27FC236}">
                    <a16:creationId xmlns:a16="http://schemas.microsoft.com/office/drawing/2014/main" id="{C9FE920E-BBBE-393D-694A-56BF587D3152}"/>
                  </a:ext>
                </a:extLst>
              </p:cNvPr>
              <p:cNvSpPr/>
              <p:nvPr/>
            </p:nvSpPr>
            <p:spPr>
              <a:xfrm>
                <a:off x="4467312" y="3062372"/>
                <a:ext cx="98956" cy="267656"/>
              </a:xfrm>
              <a:custGeom>
                <a:avLst/>
                <a:gdLst/>
                <a:ahLst/>
                <a:cxnLst/>
                <a:rect l="l" t="t" r="r" b="b"/>
                <a:pathLst>
                  <a:path w="525" h="1420" extrusionOk="0">
                    <a:moveTo>
                      <a:pt x="132" y="1"/>
                    </a:moveTo>
                    <a:cubicBezTo>
                      <a:pt x="69" y="1"/>
                      <a:pt x="1" y="69"/>
                      <a:pt x="1" y="132"/>
                    </a:cubicBezTo>
                    <a:lnTo>
                      <a:pt x="1" y="1289"/>
                    </a:lnTo>
                    <a:cubicBezTo>
                      <a:pt x="1" y="1357"/>
                      <a:pt x="69" y="1420"/>
                      <a:pt x="132" y="1420"/>
                    </a:cubicBezTo>
                    <a:lnTo>
                      <a:pt x="393" y="1420"/>
                    </a:lnTo>
                    <a:cubicBezTo>
                      <a:pt x="483" y="1420"/>
                      <a:pt x="524" y="1357"/>
                      <a:pt x="524" y="1289"/>
                    </a:cubicBezTo>
                    <a:lnTo>
                      <a:pt x="524" y="132"/>
                    </a:lnTo>
                    <a:cubicBezTo>
                      <a:pt x="524" y="69"/>
                      <a:pt x="483" y="1"/>
                      <a:pt x="39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7" name="Google Shape;2687;p58">
                <a:extLst>
                  <a:ext uri="{FF2B5EF4-FFF2-40B4-BE49-F238E27FC236}">
                    <a16:creationId xmlns:a16="http://schemas.microsoft.com/office/drawing/2014/main" id="{BE18B870-C7CD-312D-11F6-2E5B5F59F987}"/>
                  </a:ext>
                </a:extLst>
              </p:cNvPr>
              <p:cNvSpPr/>
              <p:nvPr/>
            </p:nvSpPr>
            <p:spPr>
              <a:xfrm>
                <a:off x="4459395" y="3054455"/>
                <a:ext cx="119690" cy="284620"/>
              </a:xfrm>
              <a:custGeom>
                <a:avLst/>
                <a:gdLst/>
                <a:ahLst/>
                <a:cxnLst/>
                <a:rect l="l" t="t" r="r" b="b"/>
                <a:pathLst>
                  <a:path w="635" h="1510" extrusionOk="0">
                    <a:moveTo>
                      <a:pt x="435" y="111"/>
                    </a:moveTo>
                    <a:cubicBezTo>
                      <a:pt x="483" y="111"/>
                      <a:pt x="525" y="132"/>
                      <a:pt x="525" y="174"/>
                    </a:cubicBezTo>
                    <a:lnTo>
                      <a:pt x="525" y="1331"/>
                    </a:lnTo>
                    <a:cubicBezTo>
                      <a:pt x="525" y="1378"/>
                      <a:pt x="483" y="1399"/>
                      <a:pt x="435" y="1399"/>
                    </a:cubicBezTo>
                    <a:lnTo>
                      <a:pt x="174" y="1399"/>
                    </a:lnTo>
                    <a:cubicBezTo>
                      <a:pt x="132" y="1399"/>
                      <a:pt x="90" y="1378"/>
                      <a:pt x="90" y="1331"/>
                    </a:cubicBezTo>
                    <a:lnTo>
                      <a:pt x="90" y="174"/>
                    </a:lnTo>
                    <a:cubicBezTo>
                      <a:pt x="90" y="132"/>
                      <a:pt x="132" y="111"/>
                      <a:pt x="174" y="111"/>
                    </a:cubicBezTo>
                    <a:close/>
                    <a:moveTo>
                      <a:pt x="174" y="1"/>
                    </a:moveTo>
                    <a:cubicBezTo>
                      <a:pt x="69" y="1"/>
                      <a:pt x="1" y="90"/>
                      <a:pt x="1" y="174"/>
                    </a:cubicBezTo>
                    <a:lnTo>
                      <a:pt x="1" y="1331"/>
                    </a:lnTo>
                    <a:cubicBezTo>
                      <a:pt x="1" y="1420"/>
                      <a:pt x="69" y="1509"/>
                      <a:pt x="174" y="1509"/>
                    </a:cubicBezTo>
                    <a:lnTo>
                      <a:pt x="435" y="1509"/>
                    </a:lnTo>
                    <a:cubicBezTo>
                      <a:pt x="545" y="1509"/>
                      <a:pt x="634" y="1420"/>
                      <a:pt x="634" y="1331"/>
                    </a:cubicBezTo>
                    <a:lnTo>
                      <a:pt x="634" y="174"/>
                    </a:lnTo>
                    <a:cubicBezTo>
                      <a:pt x="634" y="90"/>
                      <a:pt x="545" y="1"/>
                      <a:pt x="435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8" name="Google Shape;2688;p58">
                <a:extLst>
                  <a:ext uri="{FF2B5EF4-FFF2-40B4-BE49-F238E27FC236}">
                    <a16:creationId xmlns:a16="http://schemas.microsoft.com/office/drawing/2014/main" id="{41C6ED5A-A752-6C1D-10D4-D92DAB18D54A}"/>
                  </a:ext>
                </a:extLst>
              </p:cNvPr>
              <p:cNvSpPr/>
              <p:nvPr/>
            </p:nvSpPr>
            <p:spPr>
              <a:xfrm>
                <a:off x="4467312" y="3412772"/>
                <a:ext cx="98956" cy="262755"/>
              </a:xfrm>
              <a:custGeom>
                <a:avLst/>
                <a:gdLst/>
                <a:ahLst/>
                <a:cxnLst/>
                <a:rect l="l" t="t" r="r" b="b"/>
                <a:pathLst>
                  <a:path w="525" h="1394" extrusionOk="0">
                    <a:moveTo>
                      <a:pt x="132" y="1"/>
                    </a:moveTo>
                    <a:cubicBezTo>
                      <a:pt x="69" y="1"/>
                      <a:pt x="1" y="43"/>
                      <a:pt x="1" y="106"/>
                    </a:cubicBezTo>
                    <a:lnTo>
                      <a:pt x="1" y="1263"/>
                    </a:lnTo>
                    <a:cubicBezTo>
                      <a:pt x="1" y="1331"/>
                      <a:pt x="69" y="1394"/>
                      <a:pt x="132" y="1394"/>
                    </a:cubicBezTo>
                    <a:lnTo>
                      <a:pt x="393" y="1394"/>
                    </a:lnTo>
                    <a:cubicBezTo>
                      <a:pt x="483" y="1394"/>
                      <a:pt x="524" y="1331"/>
                      <a:pt x="524" y="1263"/>
                    </a:cubicBezTo>
                    <a:lnTo>
                      <a:pt x="524" y="106"/>
                    </a:lnTo>
                    <a:cubicBezTo>
                      <a:pt x="524" y="43"/>
                      <a:pt x="483" y="1"/>
                      <a:pt x="39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9" name="Google Shape;2689;p58">
                <a:extLst>
                  <a:ext uri="{FF2B5EF4-FFF2-40B4-BE49-F238E27FC236}">
                    <a16:creationId xmlns:a16="http://schemas.microsoft.com/office/drawing/2014/main" id="{4EEB142E-9943-440E-E76F-7527A2BA8B5E}"/>
                  </a:ext>
                </a:extLst>
              </p:cNvPr>
              <p:cNvSpPr/>
              <p:nvPr/>
            </p:nvSpPr>
            <p:spPr>
              <a:xfrm>
                <a:off x="4459395" y="3399955"/>
                <a:ext cx="119690" cy="284431"/>
              </a:xfrm>
              <a:custGeom>
                <a:avLst/>
                <a:gdLst/>
                <a:ahLst/>
                <a:cxnLst/>
                <a:rect l="l" t="t" r="r" b="b"/>
                <a:pathLst>
                  <a:path w="635" h="1509" extrusionOk="0">
                    <a:moveTo>
                      <a:pt x="435" y="111"/>
                    </a:moveTo>
                    <a:cubicBezTo>
                      <a:pt x="483" y="111"/>
                      <a:pt x="525" y="132"/>
                      <a:pt x="525" y="174"/>
                    </a:cubicBezTo>
                    <a:lnTo>
                      <a:pt x="525" y="1331"/>
                    </a:lnTo>
                    <a:cubicBezTo>
                      <a:pt x="525" y="1378"/>
                      <a:pt x="483" y="1399"/>
                      <a:pt x="435" y="1399"/>
                    </a:cubicBezTo>
                    <a:lnTo>
                      <a:pt x="174" y="1399"/>
                    </a:lnTo>
                    <a:cubicBezTo>
                      <a:pt x="132" y="1399"/>
                      <a:pt x="90" y="1378"/>
                      <a:pt x="90" y="1331"/>
                    </a:cubicBezTo>
                    <a:lnTo>
                      <a:pt x="90" y="174"/>
                    </a:lnTo>
                    <a:cubicBezTo>
                      <a:pt x="90" y="132"/>
                      <a:pt x="132" y="111"/>
                      <a:pt x="174" y="111"/>
                    </a:cubicBezTo>
                    <a:close/>
                    <a:moveTo>
                      <a:pt x="174" y="1"/>
                    </a:moveTo>
                    <a:cubicBezTo>
                      <a:pt x="69" y="1"/>
                      <a:pt x="1" y="90"/>
                      <a:pt x="1" y="174"/>
                    </a:cubicBezTo>
                    <a:lnTo>
                      <a:pt x="1" y="1331"/>
                    </a:lnTo>
                    <a:cubicBezTo>
                      <a:pt x="1" y="1441"/>
                      <a:pt x="69" y="1509"/>
                      <a:pt x="174" y="1509"/>
                    </a:cubicBezTo>
                    <a:lnTo>
                      <a:pt x="435" y="1509"/>
                    </a:lnTo>
                    <a:cubicBezTo>
                      <a:pt x="545" y="1509"/>
                      <a:pt x="634" y="1441"/>
                      <a:pt x="634" y="1331"/>
                    </a:cubicBezTo>
                    <a:lnTo>
                      <a:pt x="634" y="174"/>
                    </a:lnTo>
                    <a:cubicBezTo>
                      <a:pt x="634" y="90"/>
                      <a:pt x="545" y="1"/>
                      <a:pt x="435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0" name="Google Shape;2690;p58">
                <a:extLst>
                  <a:ext uri="{FF2B5EF4-FFF2-40B4-BE49-F238E27FC236}">
                    <a16:creationId xmlns:a16="http://schemas.microsoft.com/office/drawing/2014/main" id="{863DFB3B-1A8B-106A-08A3-3CA80F13F3CE}"/>
                  </a:ext>
                </a:extLst>
              </p:cNvPr>
              <p:cNvSpPr/>
              <p:nvPr/>
            </p:nvSpPr>
            <p:spPr>
              <a:xfrm>
                <a:off x="4467312" y="3778063"/>
                <a:ext cx="98956" cy="263698"/>
              </a:xfrm>
              <a:custGeom>
                <a:avLst/>
                <a:gdLst/>
                <a:ahLst/>
                <a:cxnLst/>
                <a:rect l="l" t="t" r="r" b="b"/>
                <a:pathLst>
                  <a:path w="525" h="1399" extrusionOk="0">
                    <a:moveTo>
                      <a:pt x="132" y="0"/>
                    </a:moveTo>
                    <a:cubicBezTo>
                      <a:pt x="69" y="0"/>
                      <a:pt x="1" y="48"/>
                      <a:pt x="1" y="131"/>
                    </a:cubicBezTo>
                    <a:lnTo>
                      <a:pt x="1" y="1268"/>
                    </a:lnTo>
                    <a:cubicBezTo>
                      <a:pt x="1" y="1357"/>
                      <a:pt x="69" y="1399"/>
                      <a:pt x="132" y="1399"/>
                    </a:cubicBezTo>
                    <a:lnTo>
                      <a:pt x="393" y="1399"/>
                    </a:lnTo>
                    <a:cubicBezTo>
                      <a:pt x="483" y="1399"/>
                      <a:pt x="524" y="1357"/>
                      <a:pt x="524" y="1268"/>
                    </a:cubicBezTo>
                    <a:lnTo>
                      <a:pt x="524" y="131"/>
                    </a:lnTo>
                    <a:cubicBezTo>
                      <a:pt x="524" y="48"/>
                      <a:pt x="483" y="0"/>
                      <a:pt x="39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1" name="Google Shape;2691;p58">
                <a:extLst>
                  <a:ext uri="{FF2B5EF4-FFF2-40B4-BE49-F238E27FC236}">
                    <a16:creationId xmlns:a16="http://schemas.microsoft.com/office/drawing/2014/main" id="{0BE0E489-7C91-69CB-453D-7106C8CDFEC7}"/>
                  </a:ext>
                </a:extLst>
              </p:cNvPr>
              <p:cNvSpPr/>
              <p:nvPr/>
            </p:nvSpPr>
            <p:spPr>
              <a:xfrm>
                <a:off x="4459395" y="3766188"/>
                <a:ext cx="119690" cy="288390"/>
              </a:xfrm>
              <a:custGeom>
                <a:avLst/>
                <a:gdLst/>
                <a:ahLst/>
                <a:cxnLst/>
                <a:rect l="l" t="t" r="r" b="b"/>
                <a:pathLst>
                  <a:path w="635" h="1530" extrusionOk="0">
                    <a:moveTo>
                      <a:pt x="435" y="111"/>
                    </a:moveTo>
                    <a:cubicBezTo>
                      <a:pt x="483" y="111"/>
                      <a:pt x="525" y="153"/>
                      <a:pt x="525" y="194"/>
                    </a:cubicBezTo>
                    <a:lnTo>
                      <a:pt x="525" y="1331"/>
                    </a:lnTo>
                    <a:cubicBezTo>
                      <a:pt x="525" y="1373"/>
                      <a:pt x="483" y="1420"/>
                      <a:pt x="435" y="1420"/>
                    </a:cubicBezTo>
                    <a:lnTo>
                      <a:pt x="174" y="1420"/>
                    </a:lnTo>
                    <a:cubicBezTo>
                      <a:pt x="132" y="1420"/>
                      <a:pt x="90" y="1373"/>
                      <a:pt x="90" y="1331"/>
                    </a:cubicBezTo>
                    <a:lnTo>
                      <a:pt x="90" y="194"/>
                    </a:lnTo>
                    <a:cubicBezTo>
                      <a:pt x="90" y="153"/>
                      <a:pt x="132" y="111"/>
                      <a:pt x="174" y="111"/>
                    </a:cubicBezTo>
                    <a:close/>
                    <a:moveTo>
                      <a:pt x="174" y="1"/>
                    </a:moveTo>
                    <a:cubicBezTo>
                      <a:pt x="69" y="1"/>
                      <a:pt x="1" y="90"/>
                      <a:pt x="1" y="194"/>
                    </a:cubicBezTo>
                    <a:lnTo>
                      <a:pt x="1" y="1331"/>
                    </a:lnTo>
                    <a:cubicBezTo>
                      <a:pt x="1" y="1441"/>
                      <a:pt x="69" y="1530"/>
                      <a:pt x="174" y="1530"/>
                    </a:cubicBezTo>
                    <a:lnTo>
                      <a:pt x="435" y="1530"/>
                    </a:lnTo>
                    <a:cubicBezTo>
                      <a:pt x="545" y="1530"/>
                      <a:pt x="634" y="1441"/>
                      <a:pt x="634" y="1331"/>
                    </a:cubicBezTo>
                    <a:lnTo>
                      <a:pt x="634" y="194"/>
                    </a:lnTo>
                    <a:cubicBezTo>
                      <a:pt x="634" y="90"/>
                      <a:pt x="545" y="1"/>
                      <a:pt x="435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2" name="Google Shape;2692;p58">
                <a:extLst>
                  <a:ext uri="{FF2B5EF4-FFF2-40B4-BE49-F238E27FC236}">
                    <a16:creationId xmlns:a16="http://schemas.microsoft.com/office/drawing/2014/main" id="{4091B9DA-B388-C04B-536E-D8149D0CBC9A}"/>
                  </a:ext>
                </a:extLst>
              </p:cNvPr>
              <p:cNvSpPr/>
              <p:nvPr/>
            </p:nvSpPr>
            <p:spPr>
              <a:xfrm>
                <a:off x="4467312" y="4140338"/>
                <a:ext cx="98956" cy="263698"/>
              </a:xfrm>
              <a:custGeom>
                <a:avLst/>
                <a:gdLst/>
                <a:ahLst/>
                <a:cxnLst/>
                <a:rect l="l" t="t" r="r" b="b"/>
                <a:pathLst>
                  <a:path w="525" h="1399" extrusionOk="0">
                    <a:moveTo>
                      <a:pt x="132" y="0"/>
                    </a:moveTo>
                    <a:cubicBezTo>
                      <a:pt x="69" y="0"/>
                      <a:pt x="1" y="69"/>
                      <a:pt x="1" y="131"/>
                    </a:cubicBezTo>
                    <a:lnTo>
                      <a:pt x="1" y="1289"/>
                    </a:lnTo>
                    <a:cubicBezTo>
                      <a:pt x="1" y="1352"/>
                      <a:pt x="69" y="1399"/>
                      <a:pt x="132" y="1399"/>
                    </a:cubicBezTo>
                    <a:lnTo>
                      <a:pt x="393" y="1399"/>
                    </a:lnTo>
                    <a:cubicBezTo>
                      <a:pt x="483" y="1399"/>
                      <a:pt x="524" y="1352"/>
                      <a:pt x="524" y="1289"/>
                    </a:cubicBezTo>
                    <a:lnTo>
                      <a:pt x="524" y="131"/>
                    </a:lnTo>
                    <a:cubicBezTo>
                      <a:pt x="524" y="69"/>
                      <a:pt x="483" y="0"/>
                      <a:pt x="39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3" name="Google Shape;2693;p58">
                <a:extLst>
                  <a:ext uri="{FF2B5EF4-FFF2-40B4-BE49-F238E27FC236}">
                    <a16:creationId xmlns:a16="http://schemas.microsoft.com/office/drawing/2014/main" id="{10362F43-68C5-6B22-A708-F22B92AB28CA}"/>
                  </a:ext>
                </a:extLst>
              </p:cNvPr>
              <p:cNvSpPr/>
              <p:nvPr/>
            </p:nvSpPr>
            <p:spPr>
              <a:xfrm>
                <a:off x="4459395" y="4132421"/>
                <a:ext cx="119690" cy="28348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1504" extrusionOk="0">
                    <a:moveTo>
                      <a:pt x="435" y="111"/>
                    </a:moveTo>
                    <a:cubicBezTo>
                      <a:pt x="483" y="111"/>
                      <a:pt x="525" y="131"/>
                      <a:pt x="525" y="173"/>
                    </a:cubicBezTo>
                    <a:lnTo>
                      <a:pt x="525" y="1331"/>
                    </a:lnTo>
                    <a:cubicBezTo>
                      <a:pt x="525" y="1373"/>
                      <a:pt x="483" y="1394"/>
                      <a:pt x="435" y="1394"/>
                    </a:cubicBezTo>
                    <a:lnTo>
                      <a:pt x="174" y="1394"/>
                    </a:lnTo>
                    <a:cubicBezTo>
                      <a:pt x="132" y="1394"/>
                      <a:pt x="90" y="1373"/>
                      <a:pt x="90" y="1331"/>
                    </a:cubicBezTo>
                    <a:lnTo>
                      <a:pt x="90" y="173"/>
                    </a:lnTo>
                    <a:cubicBezTo>
                      <a:pt x="90" y="131"/>
                      <a:pt x="132" y="111"/>
                      <a:pt x="174" y="111"/>
                    </a:cubicBezTo>
                    <a:close/>
                    <a:moveTo>
                      <a:pt x="174" y="1"/>
                    </a:moveTo>
                    <a:cubicBezTo>
                      <a:pt x="69" y="1"/>
                      <a:pt x="1" y="63"/>
                      <a:pt x="1" y="173"/>
                    </a:cubicBezTo>
                    <a:lnTo>
                      <a:pt x="1" y="1331"/>
                    </a:lnTo>
                    <a:cubicBezTo>
                      <a:pt x="1" y="1420"/>
                      <a:pt x="69" y="1504"/>
                      <a:pt x="174" y="1504"/>
                    </a:cubicBezTo>
                    <a:lnTo>
                      <a:pt x="435" y="1504"/>
                    </a:lnTo>
                    <a:cubicBezTo>
                      <a:pt x="545" y="1504"/>
                      <a:pt x="634" y="1420"/>
                      <a:pt x="634" y="1331"/>
                    </a:cubicBezTo>
                    <a:lnTo>
                      <a:pt x="634" y="173"/>
                    </a:lnTo>
                    <a:cubicBezTo>
                      <a:pt x="634" y="63"/>
                      <a:pt x="545" y="1"/>
                      <a:pt x="435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4" name="Google Shape;2694;p58">
                <a:extLst>
                  <a:ext uri="{FF2B5EF4-FFF2-40B4-BE49-F238E27FC236}">
                    <a16:creationId xmlns:a16="http://schemas.microsoft.com/office/drawing/2014/main" id="{571A3456-98FC-B7B1-9996-7D15CE4C0559}"/>
                  </a:ext>
                </a:extLst>
              </p:cNvPr>
              <p:cNvSpPr/>
              <p:nvPr/>
            </p:nvSpPr>
            <p:spPr>
              <a:xfrm>
                <a:off x="3595747" y="3091965"/>
                <a:ext cx="197535" cy="192825"/>
              </a:xfrm>
              <a:custGeom>
                <a:avLst/>
                <a:gdLst/>
                <a:ahLst/>
                <a:cxnLst/>
                <a:rect l="l" t="t" r="r" b="b"/>
                <a:pathLst>
                  <a:path w="1048" h="1023" extrusionOk="0">
                    <a:moveTo>
                      <a:pt x="524" y="1"/>
                    </a:moveTo>
                    <a:cubicBezTo>
                      <a:pt x="241" y="1"/>
                      <a:pt x="1" y="236"/>
                      <a:pt x="1" y="525"/>
                    </a:cubicBezTo>
                    <a:cubicBezTo>
                      <a:pt x="1" y="807"/>
                      <a:pt x="241" y="1022"/>
                      <a:pt x="524" y="1022"/>
                    </a:cubicBezTo>
                    <a:cubicBezTo>
                      <a:pt x="807" y="1022"/>
                      <a:pt x="1048" y="807"/>
                      <a:pt x="1048" y="525"/>
                    </a:cubicBezTo>
                    <a:cubicBezTo>
                      <a:pt x="1048" y="236"/>
                      <a:pt x="807" y="1"/>
                      <a:pt x="52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5" name="Google Shape;2695;p58">
                <a:extLst>
                  <a:ext uri="{FF2B5EF4-FFF2-40B4-BE49-F238E27FC236}">
                    <a16:creationId xmlns:a16="http://schemas.microsoft.com/office/drawing/2014/main" id="{CCFDB1E2-AD72-9BF8-0B5E-A18833E2F957}"/>
                  </a:ext>
                </a:extLst>
              </p:cNvPr>
              <p:cNvSpPr/>
              <p:nvPr/>
            </p:nvSpPr>
            <p:spPr>
              <a:xfrm>
                <a:off x="3587730" y="3083106"/>
                <a:ext cx="213368" cy="214502"/>
              </a:xfrm>
              <a:custGeom>
                <a:avLst/>
                <a:gdLst/>
                <a:ahLst/>
                <a:cxnLst/>
                <a:rect l="l" t="t" r="r" b="b"/>
                <a:pathLst>
                  <a:path w="1132" h="1138" extrusionOk="0">
                    <a:moveTo>
                      <a:pt x="566" y="111"/>
                    </a:moveTo>
                    <a:cubicBezTo>
                      <a:pt x="828" y="111"/>
                      <a:pt x="1027" y="310"/>
                      <a:pt x="1027" y="572"/>
                    </a:cubicBezTo>
                    <a:cubicBezTo>
                      <a:pt x="1027" y="833"/>
                      <a:pt x="828" y="1027"/>
                      <a:pt x="566" y="1027"/>
                    </a:cubicBezTo>
                    <a:cubicBezTo>
                      <a:pt x="304" y="1027"/>
                      <a:pt x="111" y="833"/>
                      <a:pt x="111" y="572"/>
                    </a:cubicBezTo>
                    <a:cubicBezTo>
                      <a:pt x="111" y="310"/>
                      <a:pt x="304" y="111"/>
                      <a:pt x="566" y="111"/>
                    </a:cubicBezTo>
                    <a:close/>
                    <a:moveTo>
                      <a:pt x="566" y="1"/>
                    </a:moveTo>
                    <a:cubicBezTo>
                      <a:pt x="262" y="1"/>
                      <a:pt x="1" y="242"/>
                      <a:pt x="1" y="572"/>
                    </a:cubicBezTo>
                    <a:cubicBezTo>
                      <a:pt x="1" y="875"/>
                      <a:pt x="262" y="1137"/>
                      <a:pt x="566" y="1137"/>
                    </a:cubicBezTo>
                    <a:cubicBezTo>
                      <a:pt x="870" y="1137"/>
                      <a:pt x="1132" y="875"/>
                      <a:pt x="1132" y="572"/>
                    </a:cubicBezTo>
                    <a:cubicBezTo>
                      <a:pt x="1132" y="242"/>
                      <a:pt x="870" y="1"/>
                      <a:pt x="566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6" name="Google Shape;2696;p58">
                <a:extLst>
                  <a:ext uri="{FF2B5EF4-FFF2-40B4-BE49-F238E27FC236}">
                    <a16:creationId xmlns:a16="http://schemas.microsoft.com/office/drawing/2014/main" id="{2AC3BF6F-4C7B-928E-FDF9-1C3D1924F1C7}"/>
                  </a:ext>
                </a:extLst>
              </p:cNvPr>
              <p:cNvSpPr/>
              <p:nvPr/>
            </p:nvSpPr>
            <p:spPr>
              <a:xfrm>
                <a:off x="3595747" y="3437464"/>
                <a:ext cx="197535" cy="197726"/>
              </a:xfrm>
              <a:custGeom>
                <a:avLst/>
                <a:gdLst/>
                <a:ahLst/>
                <a:cxnLst/>
                <a:rect l="l" t="t" r="r" b="b"/>
                <a:pathLst>
                  <a:path w="1048" h="1049" extrusionOk="0">
                    <a:moveTo>
                      <a:pt x="524" y="1"/>
                    </a:moveTo>
                    <a:cubicBezTo>
                      <a:pt x="241" y="1"/>
                      <a:pt x="1" y="236"/>
                      <a:pt x="1" y="524"/>
                    </a:cubicBezTo>
                    <a:cubicBezTo>
                      <a:pt x="1" y="807"/>
                      <a:pt x="241" y="1048"/>
                      <a:pt x="524" y="1048"/>
                    </a:cubicBezTo>
                    <a:cubicBezTo>
                      <a:pt x="807" y="1048"/>
                      <a:pt x="1048" y="807"/>
                      <a:pt x="1048" y="524"/>
                    </a:cubicBezTo>
                    <a:cubicBezTo>
                      <a:pt x="1048" y="236"/>
                      <a:pt x="807" y="1"/>
                      <a:pt x="52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7" name="Google Shape;2697;p58">
                <a:extLst>
                  <a:ext uri="{FF2B5EF4-FFF2-40B4-BE49-F238E27FC236}">
                    <a16:creationId xmlns:a16="http://schemas.microsoft.com/office/drawing/2014/main" id="{C99E5901-B206-22D0-C7A9-6CEE5CC91399}"/>
                  </a:ext>
                </a:extLst>
              </p:cNvPr>
              <p:cNvSpPr/>
              <p:nvPr/>
            </p:nvSpPr>
            <p:spPr>
              <a:xfrm>
                <a:off x="3587730" y="3428605"/>
                <a:ext cx="213368" cy="214502"/>
              </a:xfrm>
              <a:custGeom>
                <a:avLst/>
                <a:gdLst/>
                <a:ahLst/>
                <a:cxnLst/>
                <a:rect l="l" t="t" r="r" b="b"/>
                <a:pathLst>
                  <a:path w="1132" h="1138" extrusionOk="0">
                    <a:moveTo>
                      <a:pt x="566" y="111"/>
                    </a:moveTo>
                    <a:cubicBezTo>
                      <a:pt x="828" y="111"/>
                      <a:pt x="1027" y="310"/>
                      <a:pt x="1027" y="571"/>
                    </a:cubicBezTo>
                    <a:cubicBezTo>
                      <a:pt x="1027" y="833"/>
                      <a:pt x="828" y="1027"/>
                      <a:pt x="566" y="1027"/>
                    </a:cubicBezTo>
                    <a:cubicBezTo>
                      <a:pt x="304" y="1027"/>
                      <a:pt x="111" y="833"/>
                      <a:pt x="111" y="571"/>
                    </a:cubicBezTo>
                    <a:cubicBezTo>
                      <a:pt x="111" y="310"/>
                      <a:pt x="304" y="111"/>
                      <a:pt x="566" y="111"/>
                    </a:cubicBezTo>
                    <a:close/>
                    <a:moveTo>
                      <a:pt x="566" y="1"/>
                    </a:moveTo>
                    <a:cubicBezTo>
                      <a:pt x="262" y="1"/>
                      <a:pt x="1" y="262"/>
                      <a:pt x="1" y="571"/>
                    </a:cubicBezTo>
                    <a:cubicBezTo>
                      <a:pt x="1" y="875"/>
                      <a:pt x="262" y="1137"/>
                      <a:pt x="566" y="1137"/>
                    </a:cubicBezTo>
                    <a:cubicBezTo>
                      <a:pt x="870" y="1137"/>
                      <a:pt x="1132" y="875"/>
                      <a:pt x="1132" y="571"/>
                    </a:cubicBezTo>
                    <a:cubicBezTo>
                      <a:pt x="1132" y="262"/>
                      <a:pt x="870" y="1"/>
                      <a:pt x="566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8" name="Google Shape;2698;p58">
                <a:extLst>
                  <a:ext uri="{FF2B5EF4-FFF2-40B4-BE49-F238E27FC236}">
                    <a16:creationId xmlns:a16="http://schemas.microsoft.com/office/drawing/2014/main" id="{09E02A41-E638-8813-423F-0EC31EE5900C}"/>
                  </a:ext>
                </a:extLst>
              </p:cNvPr>
              <p:cNvSpPr/>
              <p:nvPr/>
            </p:nvSpPr>
            <p:spPr>
              <a:xfrm>
                <a:off x="3595747" y="3807655"/>
                <a:ext cx="197535" cy="192637"/>
              </a:xfrm>
              <a:custGeom>
                <a:avLst/>
                <a:gdLst/>
                <a:ahLst/>
                <a:cxnLst/>
                <a:rect l="l" t="t" r="r" b="b"/>
                <a:pathLst>
                  <a:path w="1048" h="1022" extrusionOk="0">
                    <a:moveTo>
                      <a:pt x="524" y="1"/>
                    </a:moveTo>
                    <a:cubicBezTo>
                      <a:pt x="241" y="1"/>
                      <a:pt x="1" y="215"/>
                      <a:pt x="1" y="498"/>
                    </a:cubicBezTo>
                    <a:cubicBezTo>
                      <a:pt x="1" y="786"/>
                      <a:pt x="241" y="1022"/>
                      <a:pt x="524" y="1022"/>
                    </a:cubicBezTo>
                    <a:cubicBezTo>
                      <a:pt x="807" y="1022"/>
                      <a:pt x="1048" y="786"/>
                      <a:pt x="1048" y="498"/>
                    </a:cubicBezTo>
                    <a:cubicBezTo>
                      <a:pt x="1048" y="215"/>
                      <a:pt x="807" y="1"/>
                      <a:pt x="52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9" name="Google Shape;2699;p58">
                <a:extLst>
                  <a:ext uri="{FF2B5EF4-FFF2-40B4-BE49-F238E27FC236}">
                    <a16:creationId xmlns:a16="http://schemas.microsoft.com/office/drawing/2014/main" id="{C9734F55-F1FB-5CFF-91A4-88534208FB47}"/>
                  </a:ext>
                </a:extLst>
              </p:cNvPr>
              <p:cNvSpPr/>
              <p:nvPr/>
            </p:nvSpPr>
            <p:spPr>
              <a:xfrm>
                <a:off x="3587730" y="3794838"/>
                <a:ext cx="213368" cy="214313"/>
              </a:xfrm>
              <a:custGeom>
                <a:avLst/>
                <a:gdLst/>
                <a:ahLst/>
                <a:cxnLst/>
                <a:rect l="l" t="t" r="r" b="b"/>
                <a:pathLst>
                  <a:path w="1132" h="1137" extrusionOk="0">
                    <a:moveTo>
                      <a:pt x="566" y="110"/>
                    </a:moveTo>
                    <a:cubicBezTo>
                      <a:pt x="828" y="110"/>
                      <a:pt x="1027" y="304"/>
                      <a:pt x="1027" y="566"/>
                    </a:cubicBezTo>
                    <a:cubicBezTo>
                      <a:pt x="1027" y="828"/>
                      <a:pt x="828" y="1048"/>
                      <a:pt x="566" y="1048"/>
                    </a:cubicBezTo>
                    <a:cubicBezTo>
                      <a:pt x="304" y="1048"/>
                      <a:pt x="111" y="828"/>
                      <a:pt x="111" y="566"/>
                    </a:cubicBezTo>
                    <a:cubicBezTo>
                      <a:pt x="111" y="304"/>
                      <a:pt x="304" y="110"/>
                      <a:pt x="566" y="110"/>
                    </a:cubicBezTo>
                    <a:close/>
                    <a:moveTo>
                      <a:pt x="566" y="1"/>
                    </a:moveTo>
                    <a:cubicBezTo>
                      <a:pt x="262" y="1"/>
                      <a:pt x="1" y="262"/>
                      <a:pt x="1" y="566"/>
                    </a:cubicBezTo>
                    <a:cubicBezTo>
                      <a:pt x="1" y="896"/>
                      <a:pt x="262" y="1137"/>
                      <a:pt x="566" y="1137"/>
                    </a:cubicBezTo>
                    <a:cubicBezTo>
                      <a:pt x="870" y="1137"/>
                      <a:pt x="1132" y="896"/>
                      <a:pt x="1132" y="566"/>
                    </a:cubicBezTo>
                    <a:cubicBezTo>
                      <a:pt x="1132" y="262"/>
                      <a:pt x="870" y="1"/>
                      <a:pt x="566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0" name="Google Shape;2700;p58">
                <a:extLst>
                  <a:ext uri="{FF2B5EF4-FFF2-40B4-BE49-F238E27FC236}">
                    <a16:creationId xmlns:a16="http://schemas.microsoft.com/office/drawing/2014/main" id="{22031255-A827-1109-38EA-88D4F988962D}"/>
                  </a:ext>
                </a:extLst>
              </p:cNvPr>
              <p:cNvSpPr/>
              <p:nvPr/>
            </p:nvSpPr>
            <p:spPr>
              <a:xfrm>
                <a:off x="3595747" y="4168988"/>
                <a:ext cx="197535" cy="193579"/>
              </a:xfrm>
              <a:custGeom>
                <a:avLst/>
                <a:gdLst/>
                <a:ahLst/>
                <a:cxnLst/>
                <a:rect l="l" t="t" r="r" b="b"/>
                <a:pathLst>
                  <a:path w="1048" h="1027" extrusionOk="0">
                    <a:moveTo>
                      <a:pt x="524" y="0"/>
                    </a:moveTo>
                    <a:cubicBezTo>
                      <a:pt x="241" y="0"/>
                      <a:pt x="1" y="220"/>
                      <a:pt x="1" y="503"/>
                    </a:cubicBezTo>
                    <a:cubicBezTo>
                      <a:pt x="1" y="807"/>
                      <a:pt x="241" y="1027"/>
                      <a:pt x="524" y="1027"/>
                    </a:cubicBezTo>
                    <a:cubicBezTo>
                      <a:pt x="807" y="1027"/>
                      <a:pt x="1048" y="807"/>
                      <a:pt x="1048" y="503"/>
                    </a:cubicBezTo>
                    <a:cubicBezTo>
                      <a:pt x="1048" y="220"/>
                      <a:pt x="807" y="0"/>
                      <a:pt x="52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1" name="Google Shape;2701;p58">
                <a:extLst>
                  <a:ext uri="{FF2B5EF4-FFF2-40B4-BE49-F238E27FC236}">
                    <a16:creationId xmlns:a16="http://schemas.microsoft.com/office/drawing/2014/main" id="{53AC5263-0BA9-E1B7-F6DD-515F42D5CB8B}"/>
                  </a:ext>
                </a:extLst>
              </p:cNvPr>
              <p:cNvSpPr/>
              <p:nvPr/>
            </p:nvSpPr>
            <p:spPr>
              <a:xfrm>
                <a:off x="3587730" y="4157113"/>
                <a:ext cx="213368" cy="218271"/>
              </a:xfrm>
              <a:custGeom>
                <a:avLst/>
                <a:gdLst/>
                <a:ahLst/>
                <a:cxnLst/>
                <a:rect l="l" t="t" r="r" b="b"/>
                <a:pathLst>
                  <a:path w="1132" h="1158" extrusionOk="0">
                    <a:moveTo>
                      <a:pt x="566" y="110"/>
                    </a:moveTo>
                    <a:cubicBezTo>
                      <a:pt x="828" y="110"/>
                      <a:pt x="1027" y="325"/>
                      <a:pt x="1027" y="566"/>
                    </a:cubicBezTo>
                    <a:cubicBezTo>
                      <a:pt x="1027" y="828"/>
                      <a:pt x="828" y="1048"/>
                      <a:pt x="566" y="1048"/>
                    </a:cubicBezTo>
                    <a:cubicBezTo>
                      <a:pt x="304" y="1048"/>
                      <a:pt x="111" y="828"/>
                      <a:pt x="111" y="566"/>
                    </a:cubicBezTo>
                    <a:cubicBezTo>
                      <a:pt x="111" y="325"/>
                      <a:pt x="304" y="110"/>
                      <a:pt x="566" y="110"/>
                    </a:cubicBezTo>
                    <a:close/>
                    <a:moveTo>
                      <a:pt x="566" y="0"/>
                    </a:moveTo>
                    <a:cubicBezTo>
                      <a:pt x="262" y="0"/>
                      <a:pt x="1" y="262"/>
                      <a:pt x="1" y="566"/>
                    </a:cubicBezTo>
                    <a:cubicBezTo>
                      <a:pt x="1" y="896"/>
                      <a:pt x="262" y="1158"/>
                      <a:pt x="566" y="1158"/>
                    </a:cubicBezTo>
                    <a:cubicBezTo>
                      <a:pt x="870" y="1158"/>
                      <a:pt x="1132" y="896"/>
                      <a:pt x="1132" y="566"/>
                    </a:cubicBezTo>
                    <a:cubicBezTo>
                      <a:pt x="1132" y="262"/>
                      <a:pt x="870" y="0"/>
                      <a:pt x="566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2" name="Google Shape;2702;p58">
                <a:extLst>
                  <a:ext uri="{FF2B5EF4-FFF2-40B4-BE49-F238E27FC236}">
                    <a16:creationId xmlns:a16="http://schemas.microsoft.com/office/drawing/2014/main" id="{7DE9285B-6253-163D-10B2-024900F2AC35}"/>
                  </a:ext>
                </a:extLst>
              </p:cNvPr>
              <p:cNvSpPr/>
              <p:nvPr/>
            </p:nvSpPr>
            <p:spPr>
              <a:xfrm>
                <a:off x="3633256" y="3128531"/>
                <a:ext cx="123648" cy="123649"/>
              </a:xfrm>
              <a:custGeom>
                <a:avLst/>
                <a:gdLst/>
                <a:ahLst/>
                <a:cxnLst/>
                <a:rect l="l" t="t" r="r" b="b"/>
                <a:pathLst>
                  <a:path w="656" h="656" extrusionOk="0">
                    <a:moveTo>
                      <a:pt x="325" y="1"/>
                    </a:moveTo>
                    <a:cubicBezTo>
                      <a:pt x="152" y="1"/>
                      <a:pt x="1" y="132"/>
                      <a:pt x="1" y="331"/>
                    </a:cubicBezTo>
                    <a:cubicBezTo>
                      <a:pt x="1" y="503"/>
                      <a:pt x="152" y="655"/>
                      <a:pt x="325" y="655"/>
                    </a:cubicBezTo>
                    <a:cubicBezTo>
                      <a:pt x="498" y="655"/>
                      <a:pt x="655" y="503"/>
                      <a:pt x="655" y="331"/>
                    </a:cubicBezTo>
                    <a:cubicBezTo>
                      <a:pt x="655" y="132"/>
                      <a:pt x="498" y="1"/>
                      <a:pt x="32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3" name="Google Shape;2703;p58">
                <a:extLst>
                  <a:ext uri="{FF2B5EF4-FFF2-40B4-BE49-F238E27FC236}">
                    <a16:creationId xmlns:a16="http://schemas.microsoft.com/office/drawing/2014/main" id="{992C226E-6E03-F0EA-C52D-207C86981CC2}"/>
                  </a:ext>
                </a:extLst>
              </p:cNvPr>
              <p:cNvSpPr/>
              <p:nvPr/>
            </p:nvSpPr>
            <p:spPr>
              <a:xfrm>
                <a:off x="3620439" y="3116657"/>
                <a:ext cx="148151" cy="143441"/>
              </a:xfrm>
              <a:custGeom>
                <a:avLst/>
                <a:gdLst/>
                <a:ahLst/>
                <a:cxnLst/>
                <a:rect l="l" t="t" r="r" b="b"/>
                <a:pathLst>
                  <a:path w="786" h="761" extrusionOk="0">
                    <a:moveTo>
                      <a:pt x="393" y="105"/>
                    </a:moveTo>
                    <a:cubicBezTo>
                      <a:pt x="545" y="105"/>
                      <a:pt x="676" y="236"/>
                      <a:pt x="676" y="394"/>
                    </a:cubicBezTo>
                    <a:cubicBezTo>
                      <a:pt x="676" y="545"/>
                      <a:pt x="545" y="655"/>
                      <a:pt x="393" y="655"/>
                    </a:cubicBezTo>
                    <a:cubicBezTo>
                      <a:pt x="241" y="655"/>
                      <a:pt x="110" y="545"/>
                      <a:pt x="110" y="394"/>
                    </a:cubicBezTo>
                    <a:cubicBezTo>
                      <a:pt x="110" y="236"/>
                      <a:pt x="241" y="105"/>
                      <a:pt x="393" y="105"/>
                    </a:cubicBezTo>
                    <a:close/>
                    <a:moveTo>
                      <a:pt x="393" y="1"/>
                    </a:moveTo>
                    <a:cubicBezTo>
                      <a:pt x="173" y="1"/>
                      <a:pt x="0" y="174"/>
                      <a:pt x="0" y="394"/>
                    </a:cubicBezTo>
                    <a:cubicBezTo>
                      <a:pt x="0" y="587"/>
                      <a:pt x="173" y="760"/>
                      <a:pt x="393" y="760"/>
                    </a:cubicBezTo>
                    <a:cubicBezTo>
                      <a:pt x="613" y="760"/>
                      <a:pt x="786" y="587"/>
                      <a:pt x="786" y="394"/>
                    </a:cubicBezTo>
                    <a:cubicBezTo>
                      <a:pt x="786" y="174"/>
                      <a:pt x="613" y="1"/>
                      <a:pt x="393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4" name="Google Shape;2704;p58">
                <a:extLst>
                  <a:ext uri="{FF2B5EF4-FFF2-40B4-BE49-F238E27FC236}">
                    <a16:creationId xmlns:a16="http://schemas.microsoft.com/office/drawing/2014/main" id="{3782EAE1-9F62-27E9-96E5-24584846551C}"/>
                  </a:ext>
                </a:extLst>
              </p:cNvPr>
              <p:cNvSpPr/>
              <p:nvPr/>
            </p:nvSpPr>
            <p:spPr>
              <a:xfrm>
                <a:off x="3633256" y="3474031"/>
                <a:ext cx="123648" cy="123649"/>
              </a:xfrm>
              <a:custGeom>
                <a:avLst/>
                <a:gdLst/>
                <a:ahLst/>
                <a:cxnLst/>
                <a:rect l="l" t="t" r="r" b="b"/>
                <a:pathLst>
                  <a:path w="656" h="656" extrusionOk="0">
                    <a:moveTo>
                      <a:pt x="325" y="1"/>
                    </a:moveTo>
                    <a:cubicBezTo>
                      <a:pt x="152" y="1"/>
                      <a:pt x="1" y="152"/>
                      <a:pt x="1" y="330"/>
                    </a:cubicBezTo>
                    <a:cubicBezTo>
                      <a:pt x="1" y="503"/>
                      <a:pt x="152" y="655"/>
                      <a:pt x="325" y="655"/>
                    </a:cubicBezTo>
                    <a:cubicBezTo>
                      <a:pt x="498" y="655"/>
                      <a:pt x="655" y="503"/>
                      <a:pt x="655" y="330"/>
                    </a:cubicBezTo>
                    <a:cubicBezTo>
                      <a:pt x="655" y="152"/>
                      <a:pt x="498" y="1"/>
                      <a:pt x="32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5" name="Google Shape;2705;p58">
                <a:extLst>
                  <a:ext uri="{FF2B5EF4-FFF2-40B4-BE49-F238E27FC236}">
                    <a16:creationId xmlns:a16="http://schemas.microsoft.com/office/drawing/2014/main" id="{2AFC3CEA-9A09-DB59-51DA-0C5AC3FC0CDA}"/>
                  </a:ext>
                </a:extLst>
              </p:cNvPr>
              <p:cNvSpPr/>
              <p:nvPr/>
            </p:nvSpPr>
            <p:spPr>
              <a:xfrm>
                <a:off x="3620439" y="3462156"/>
                <a:ext cx="148151" cy="143441"/>
              </a:xfrm>
              <a:custGeom>
                <a:avLst/>
                <a:gdLst/>
                <a:ahLst/>
                <a:cxnLst/>
                <a:rect l="l" t="t" r="r" b="b"/>
                <a:pathLst>
                  <a:path w="786" h="761" extrusionOk="0">
                    <a:moveTo>
                      <a:pt x="393" y="105"/>
                    </a:moveTo>
                    <a:cubicBezTo>
                      <a:pt x="545" y="105"/>
                      <a:pt x="676" y="236"/>
                      <a:pt x="676" y="393"/>
                    </a:cubicBezTo>
                    <a:cubicBezTo>
                      <a:pt x="676" y="545"/>
                      <a:pt x="545" y="676"/>
                      <a:pt x="393" y="676"/>
                    </a:cubicBezTo>
                    <a:cubicBezTo>
                      <a:pt x="241" y="676"/>
                      <a:pt x="110" y="545"/>
                      <a:pt x="110" y="393"/>
                    </a:cubicBezTo>
                    <a:cubicBezTo>
                      <a:pt x="110" y="236"/>
                      <a:pt x="241" y="105"/>
                      <a:pt x="393" y="105"/>
                    </a:cubicBezTo>
                    <a:close/>
                    <a:moveTo>
                      <a:pt x="393" y="1"/>
                    </a:moveTo>
                    <a:cubicBezTo>
                      <a:pt x="173" y="1"/>
                      <a:pt x="0" y="174"/>
                      <a:pt x="0" y="393"/>
                    </a:cubicBezTo>
                    <a:cubicBezTo>
                      <a:pt x="0" y="608"/>
                      <a:pt x="173" y="760"/>
                      <a:pt x="393" y="760"/>
                    </a:cubicBezTo>
                    <a:cubicBezTo>
                      <a:pt x="613" y="760"/>
                      <a:pt x="786" y="608"/>
                      <a:pt x="786" y="393"/>
                    </a:cubicBezTo>
                    <a:cubicBezTo>
                      <a:pt x="786" y="174"/>
                      <a:pt x="613" y="1"/>
                      <a:pt x="393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6" name="Google Shape;2706;p58">
                <a:extLst>
                  <a:ext uri="{FF2B5EF4-FFF2-40B4-BE49-F238E27FC236}">
                    <a16:creationId xmlns:a16="http://schemas.microsoft.com/office/drawing/2014/main" id="{E65210D9-5C4A-FDB0-81D1-696B4D0382EA}"/>
                  </a:ext>
                </a:extLst>
              </p:cNvPr>
              <p:cNvSpPr/>
              <p:nvPr/>
            </p:nvSpPr>
            <p:spPr>
              <a:xfrm>
                <a:off x="3633256" y="3840264"/>
                <a:ext cx="123648" cy="123649"/>
              </a:xfrm>
              <a:custGeom>
                <a:avLst/>
                <a:gdLst/>
                <a:ahLst/>
                <a:cxnLst/>
                <a:rect l="l" t="t" r="r" b="b"/>
                <a:pathLst>
                  <a:path w="656" h="656" extrusionOk="0">
                    <a:moveTo>
                      <a:pt x="325" y="0"/>
                    </a:moveTo>
                    <a:cubicBezTo>
                      <a:pt x="152" y="0"/>
                      <a:pt x="1" y="152"/>
                      <a:pt x="1" y="325"/>
                    </a:cubicBezTo>
                    <a:cubicBezTo>
                      <a:pt x="1" y="524"/>
                      <a:pt x="152" y="655"/>
                      <a:pt x="325" y="655"/>
                    </a:cubicBezTo>
                    <a:cubicBezTo>
                      <a:pt x="498" y="655"/>
                      <a:pt x="655" y="524"/>
                      <a:pt x="655" y="325"/>
                    </a:cubicBezTo>
                    <a:cubicBezTo>
                      <a:pt x="655" y="152"/>
                      <a:pt x="498" y="0"/>
                      <a:pt x="32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7" name="Google Shape;2707;p58">
                <a:extLst>
                  <a:ext uri="{FF2B5EF4-FFF2-40B4-BE49-F238E27FC236}">
                    <a16:creationId xmlns:a16="http://schemas.microsoft.com/office/drawing/2014/main" id="{D08B0303-11CF-5C6C-BC69-7064251A7B7F}"/>
                  </a:ext>
                </a:extLst>
              </p:cNvPr>
              <p:cNvSpPr/>
              <p:nvPr/>
            </p:nvSpPr>
            <p:spPr>
              <a:xfrm>
                <a:off x="3620439" y="3832347"/>
                <a:ext cx="148151" cy="143252"/>
              </a:xfrm>
              <a:custGeom>
                <a:avLst/>
                <a:gdLst/>
                <a:ahLst/>
                <a:cxnLst/>
                <a:rect l="l" t="t" r="r" b="b"/>
                <a:pathLst>
                  <a:path w="786" h="760" extrusionOk="0">
                    <a:moveTo>
                      <a:pt x="393" y="105"/>
                    </a:moveTo>
                    <a:cubicBezTo>
                      <a:pt x="545" y="105"/>
                      <a:pt x="676" y="215"/>
                      <a:pt x="676" y="367"/>
                    </a:cubicBezTo>
                    <a:cubicBezTo>
                      <a:pt x="676" y="524"/>
                      <a:pt x="545" y="655"/>
                      <a:pt x="393" y="655"/>
                    </a:cubicBezTo>
                    <a:cubicBezTo>
                      <a:pt x="241" y="655"/>
                      <a:pt x="110" y="524"/>
                      <a:pt x="110" y="367"/>
                    </a:cubicBezTo>
                    <a:cubicBezTo>
                      <a:pt x="110" y="215"/>
                      <a:pt x="241" y="105"/>
                      <a:pt x="393" y="105"/>
                    </a:cubicBezTo>
                    <a:close/>
                    <a:moveTo>
                      <a:pt x="393" y="1"/>
                    </a:moveTo>
                    <a:cubicBezTo>
                      <a:pt x="173" y="1"/>
                      <a:pt x="0" y="173"/>
                      <a:pt x="0" y="367"/>
                    </a:cubicBezTo>
                    <a:cubicBezTo>
                      <a:pt x="0" y="587"/>
                      <a:pt x="173" y="760"/>
                      <a:pt x="393" y="760"/>
                    </a:cubicBezTo>
                    <a:cubicBezTo>
                      <a:pt x="613" y="760"/>
                      <a:pt x="786" y="587"/>
                      <a:pt x="786" y="367"/>
                    </a:cubicBezTo>
                    <a:cubicBezTo>
                      <a:pt x="786" y="173"/>
                      <a:pt x="613" y="1"/>
                      <a:pt x="393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8" name="Google Shape;2708;p58">
                <a:extLst>
                  <a:ext uri="{FF2B5EF4-FFF2-40B4-BE49-F238E27FC236}">
                    <a16:creationId xmlns:a16="http://schemas.microsoft.com/office/drawing/2014/main" id="{0793891C-9CDE-695D-68A0-CA5F67A091AC}"/>
                  </a:ext>
                </a:extLst>
              </p:cNvPr>
              <p:cNvSpPr/>
              <p:nvPr/>
            </p:nvSpPr>
            <p:spPr>
              <a:xfrm>
                <a:off x="3633256" y="4202539"/>
                <a:ext cx="123648" cy="127419"/>
              </a:xfrm>
              <a:custGeom>
                <a:avLst/>
                <a:gdLst/>
                <a:ahLst/>
                <a:cxnLst/>
                <a:rect l="l" t="t" r="r" b="b"/>
                <a:pathLst>
                  <a:path w="656" h="676" extrusionOk="0">
                    <a:moveTo>
                      <a:pt x="325" y="0"/>
                    </a:moveTo>
                    <a:cubicBezTo>
                      <a:pt x="152" y="0"/>
                      <a:pt x="1" y="152"/>
                      <a:pt x="1" y="325"/>
                    </a:cubicBezTo>
                    <a:cubicBezTo>
                      <a:pt x="1" y="524"/>
                      <a:pt x="152" y="676"/>
                      <a:pt x="325" y="676"/>
                    </a:cubicBezTo>
                    <a:cubicBezTo>
                      <a:pt x="498" y="676"/>
                      <a:pt x="655" y="524"/>
                      <a:pt x="655" y="325"/>
                    </a:cubicBezTo>
                    <a:cubicBezTo>
                      <a:pt x="655" y="152"/>
                      <a:pt x="498" y="0"/>
                      <a:pt x="32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9" name="Google Shape;2709;p58">
                <a:extLst>
                  <a:ext uri="{FF2B5EF4-FFF2-40B4-BE49-F238E27FC236}">
                    <a16:creationId xmlns:a16="http://schemas.microsoft.com/office/drawing/2014/main" id="{C49BD97E-3BC3-78F6-8781-BA3D49FD16A4}"/>
                  </a:ext>
                </a:extLst>
              </p:cNvPr>
              <p:cNvSpPr/>
              <p:nvPr/>
            </p:nvSpPr>
            <p:spPr>
              <a:xfrm>
                <a:off x="3620439" y="4193680"/>
                <a:ext cx="148151" cy="144195"/>
              </a:xfrm>
              <a:custGeom>
                <a:avLst/>
                <a:gdLst/>
                <a:ahLst/>
                <a:cxnLst/>
                <a:rect l="l" t="t" r="r" b="b"/>
                <a:pathLst>
                  <a:path w="786" h="765" extrusionOk="0">
                    <a:moveTo>
                      <a:pt x="393" y="110"/>
                    </a:moveTo>
                    <a:cubicBezTo>
                      <a:pt x="545" y="110"/>
                      <a:pt x="676" y="220"/>
                      <a:pt x="676" y="372"/>
                    </a:cubicBezTo>
                    <a:cubicBezTo>
                      <a:pt x="676" y="545"/>
                      <a:pt x="545" y="655"/>
                      <a:pt x="393" y="655"/>
                    </a:cubicBezTo>
                    <a:cubicBezTo>
                      <a:pt x="241" y="655"/>
                      <a:pt x="110" y="545"/>
                      <a:pt x="110" y="372"/>
                    </a:cubicBezTo>
                    <a:cubicBezTo>
                      <a:pt x="110" y="220"/>
                      <a:pt x="241" y="110"/>
                      <a:pt x="393" y="110"/>
                    </a:cubicBezTo>
                    <a:close/>
                    <a:moveTo>
                      <a:pt x="393" y="0"/>
                    </a:moveTo>
                    <a:cubicBezTo>
                      <a:pt x="173" y="0"/>
                      <a:pt x="0" y="178"/>
                      <a:pt x="0" y="372"/>
                    </a:cubicBezTo>
                    <a:cubicBezTo>
                      <a:pt x="0" y="592"/>
                      <a:pt x="173" y="765"/>
                      <a:pt x="393" y="765"/>
                    </a:cubicBezTo>
                    <a:cubicBezTo>
                      <a:pt x="613" y="765"/>
                      <a:pt x="786" y="592"/>
                      <a:pt x="786" y="372"/>
                    </a:cubicBezTo>
                    <a:cubicBezTo>
                      <a:pt x="786" y="178"/>
                      <a:pt x="613" y="0"/>
                      <a:pt x="393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0" name="Google Shape;2710;p58">
                <a:extLst>
                  <a:ext uri="{FF2B5EF4-FFF2-40B4-BE49-F238E27FC236}">
                    <a16:creationId xmlns:a16="http://schemas.microsoft.com/office/drawing/2014/main" id="{7D8A62CC-7322-668C-556A-272952E1D5CC}"/>
                  </a:ext>
                </a:extLst>
              </p:cNvPr>
              <p:cNvSpPr/>
              <p:nvPr/>
            </p:nvSpPr>
            <p:spPr>
              <a:xfrm>
                <a:off x="3809868" y="3198649"/>
                <a:ext cx="53530" cy="53531"/>
              </a:xfrm>
              <a:custGeom>
                <a:avLst/>
                <a:gdLst/>
                <a:ahLst/>
                <a:cxnLst/>
                <a:rect l="l" t="t" r="r" b="b"/>
                <a:pathLst>
                  <a:path w="284" h="284" extrusionOk="0">
                    <a:moveTo>
                      <a:pt x="132" y="0"/>
                    </a:moveTo>
                    <a:cubicBezTo>
                      <a:pt x="64" y="0"/>
                      <a:pt x="1" y="63"/>
                      <a:pt x="1" y="152"/>
                    </a:cubicBezTo>
                    <a:cubicBezTo>
                      <a:pt x="1" y="220"/>
                      <a:pt x="64" y="283"/>
                      <a:pt x="132" y="283"/>
                    </a:cubicBezTo>
                    <a:cubicBezTo>
                      <a:pt x="216" y="283"/>
                      <a:pt x="284" y="220"/>
                      <a:pt x="284" y="152"/>
                    </a:cubicBezTo>
                    <a:cubicBezTo>
                      <a:pt x="284" y="63"/>
                      <a:pt x="216" y="0"/>
                      <a:pt x="13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1" name="Google Shape;2711;p58">
                <a:extLst>
                  <a:ext uri="{FF2B5EF4-FFF2-40B4-BE49-F238E27FC236}">
                    <a16:creationId xmlns:a16="http://schemas.microsoft.com/office/drawing/2014/main" id="{C3697FFA-64D8-715E-E43C-223D263D2D39}"/>
                  </a:ext>
                </a:extLst>
              </p:cNvPr>
              <p:cNvSpPr/>
              <p:nvPr/>
            </p:nvSpPr>
            <p:spPr>
              <a:xfrm>
                <a:off x="3799489" y="3190733"/>
                <a:ext cx="74264" cy="74265"/>
              </a:xfrm>
              <a:custGeom>
                <a:avLst/>
                <a:gdLst/>
                <a:ahLst/>
                <a:cxnLst/>
                <a:rect l="l" t="t" r="r" b="b"/>
                <a:pathLst>
                  <a:path w="394" h="394" extrusionOk="0">
                    <a:moveTo>
                      <a:pt x="200" y="105"/>
                    </a:moveTo>
                    <a:cubicBezTo>
                      <a:pt x="263" y="105"/>
                      <a:pt x="284" y="131"/>
                      <a:pt x="284" y="194"/>
                    </a:cubicBezTo>
                    <a:cubicBezTo>
                      <a:pt x="284" y="236"/>
                      <a:pt x="263" y="283"/>
                      <a:pt x="200" y="283"/>
                    </a:cubicBezTo>
                    <a:cubicBezTo>
                      <a:pt x="153" y="283"/>
                      <a:pt x="111" y="236"/>
                      <a:pt x="111" y="194"/>
                    </a:cubicBezTo>
                    <a:cubicBezTo>
                      <a:pt x="111" y="131"/>
                      <a:pt x="153" y="105"/>
                      <a:pt x="200" y="105"/>
                    </a:cubicBezTo>
                    <a:close/>
                    <a:moveTo>
                      <a:pt x="200" y="1"/>
                    </a:moveTo>
                    <a:cubicBezTo>
                      <a:pt x="90" y="1"/>
                      <a:pt x="1" y="84"/>
                      <a:pt x="1" y="194"/>
                    </a:cubicBezTo>
                    <a:cubicBezTo>
                      <a:pt x="1" y="304"/>
                      <a:pt x="90" y="393"/>
                      <a:pt x="200" y="393"/>
                    </a:cubicBezTo>
                    <a:cubicBezTo>
                      <a:pt x="310" y="393"/>
                      <a:pt x="394" y="304"/>
                      <a:pt x="394" y="194"/>
                    </a:cubicBezTo>
                    <a:cubicBezTo>
                      <a:pt x="394" y="84"/>
                      <a:pt x="310" y="1"/>
                      <a:pt x="200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2" name="Google Shape;2712;p58">
                <a:extLst>
                  <a:ext uri="{FF2B5EF4-FFF2-40B4-BE49-F238E27FC236}">
                    <a16:creationId xmlns:a16="http://schemas.microsoft.com/office/drawing/2014/main" id="{C48B4179-A176-5ABA-6492-57AD4AB9C9DF}"/>
                  </a:ext>
                </a:extLst>
              </p:cNvPr>
              <p:cNvSpPr/>
              <p:nvPr/>
            </p:nvSpPr>
            <p:spPr>
              <a:xfrm>
                <a:off x="3809868" y="3544148"/>
                <a:ext cx="53530" cy="57489"/>
              </a:xfrm>
              <a:custGeom>
                <a:avLst/>
                <a:gdLst/>
                <a:ahLst/>
                <a:cxnLst/>
                <a:rect l="l" t="t" r="r" b="b"/>
                <a:pathLst>
                  <a:path w="284" h="305" extrusionOk="0">
                    <a:moveTo>
                      <a:pt x="132" y="0"/>
                    </a:moveTo>
                    <a:cubicBezTo>
                      <a:pt x="64" y="0"/>
                      <a:pt x="1" y="63"/>
                      <a:pt x="1" y="152"/>
                    </a:cubicBezTo>
                    <a:cubicBezTo>
                      <a:pt x="1" y="241"/>
                      <a:pt x="64" y="304"/>
                      <a:pt x="132" y="304"/>
                    </a:cubicBezTo>
                    <a:cubicBezTo>
                      <a:pt x="216" y="304"/>
                      <a:pt x="284" y="241"/>
                      <a:pt x="284" y="152"/>
                    </a:cubicBezTo>
                    <a:cubicBezTo>
                      <a:pt x="284" y="63"/>
                      <a:pt x="216" y="0"/>
                      <a:pt x="13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3" name="Google Shape;2713;p58">
                <a:extLst>
                  <a:ext uri="{FF2B5EF4-FFF2-40B4-BE49-F238E27FC236}">
                    <a16:creationId xmlns:a16="http://schemas.microsoft.com/office/drawing/2014/main" id="{4BD25330-E409-3B1A-0625-18F2E285807F}"/>
                  </a:ext>
                </a:extLst>
              </p:cNvPr>
              <p:cNvSpPr/>
              <p:nvPr/>
            </p:nvSpPr>
            <p:spPr>
              <a:xfrm>
                <a:off x="3799489" y="3536232"/>
                <a:ext cx="74264" cy="74265"/>
              </a:xfrm>
              <a:custGeom>
                <a:avLst/>
                <a:gdLst/>
                <a:ahLst/>
                <a:cxnLst/>
                <a:rect l="l" t="t" r="r" b="b"/>
                <a:pathLst>
                  <a:path w="394" h="394" extrusionOk="0">
                    <a:moveTo>
                      <a:pt x="200" y="105"/>
                    </a:moveTo>
                    <a:cubicBezTo>
                      <a:pt x="263" y="105"/>
                      <a:pt x="284" y="152"/>
                      <a:pt x="284" y="194"/>
                    </a:cubicBezTo>
                    <a:cubicBezTo>
                      <a:pt x="284" y="236"/>
                      <a:pt x="263" y="283"/>
                      <a:pt x="200" y="283"/>
                    </a:cubicBezTo>
                    <a:cubicBezTo>
                      <a:pt x="153" y="283"/>
                      <a:pt x="111" y="236"/>
                      <a:pt x="111" y="194"/>
                    </a:cubicBezTo>
                    <a:cubicBezTo>
                      <a:pt x="111" y="152"/>
                      <a:pt x="153" y="105"/>
                      <a:pt x="200" y="105"/>
                    </a:cubicBezTo>
                    <a:close/>
                    <a:moveTo>
                      <a:pt x="200" y="0"/>
                    </a:moveTo>
                    <a:cubicBezTo>
                      <a:pt x="90" y="0"/>
                      <a:pt x="1" y="84"/>
                      <a:pt x="1" y="194"/>
                    </a:cubicBezTo>
                    <a:cubicBezTo>
                      <a:pt x="1" y="304"/>
                      <a:pt x="90" y="393"/>
                      <a:pt x="200" y="393"/>
                    </a:cubicBezTo>
                    <a:cubicBezTo>
                      <a:pt x="310" y="393"/>
                      <a:pt x="394" y="304"/>
                      <a:pt x="394" y="194"/>
                    </a:cubicBezTo>
                    <a:cubicBezTo>
                      <a:pt x="394" y="84"/>
                      <a:pt x="310" y="0"/>
                      <a:pt x="200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4" name="Google Shape;2714;p58">
                <a:extLst>
                  <a:ext uri="{FF2B5EF4-FFF2-40B4-BE49-F238E27FC236}">
                    <a16:creationId xmlns:a16="http://schemas.microsoft.com/office/drawing/2014/main" id="{92974B4C-198B-AEAC-F56C-FDF6A4AC905E}"/>
                  </a:ext>
                </a:extLst>
              </p:cNvPr>
              <p:cNvSpPr/>
              <p:nvPr/>
            </p:nvSpPr>
            <p:spPr>
              <a:xfrm>
                <a:off x="3809868" y="3914340"/>
                <a:ext cx="53530" cy="53343"/>
              </a:xfrm>
              <a:custGeom>
                <a:avLst/>
                <a:gdLst/>
                <a:ahLst/>
                <a:cxnLst/>
                <a:rect l="l" t="t" r="r" b="b"/>
                <a:pathLst>
                  <a:path w="284" h="283" extrusionOk="0">
                    <a:moveTo>
                      <a:pt x="132" y="0"/>
                    </a:moveTo>
                    <a:cubicBezTo>
                      <a:pt x="64" y="0"/>
                      <a:pt x="1" y="63"/>
                      <a:pt x="1" y="131"/>
                    </a:cubicBezTo>
                    <a:cubicBezTo>
                      <a:pt x="1" y="220"/>
                      <a:pt x="64" y="283"/>
                      <a:pt x="132" y="283"/>
                    </a:cubicBezTo>
                    <a:cubicBezTo>
                      <a:pt x="216" y="283"/>
                      <a:pt x="284" y="220"/>
                      <a:pt x="284" y="131"/>
                    </a:cubicBezTo>
                    <a:cubicBezTo>
                      <a:pt x="284" y="63"/>
                      <a:pt x="216" y="0"/>
                      <a:pt x="13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5" name="Google Shape;2715;p58">
                <a:extLst>
                  <a:ext uri="{FF2B5EF4-FFF2-40B4-BE49-F238E27FC236}">
                    <a16:creationId xmlns:a16="http://schemas.microsoft.com/office/drawing/2014/main" id="{26A30091-8CD3-6496-5D58-5E55B6EF0E1D}"/>
                  </a:ext>
                </a:extLst>
              </p:cNvPr>
              <p:cNvSpPr/>
              <p:nvPr/>
            </p:nvSpPr>
            <p:spPr>
              <a:xfrm>
                <a:off x="3799489" y="3901523"/>
                <a:ext cx="74264" cy="74077"/>
              </a:xfrm>
              <a:custGeom>
                <a:avLst/>
                <a:gdLst/>
                <a:ahLst/>
                <a:cxnLst/>
                <a:rect l="l" t="t" r="r" b="b"/>
                <a:pathLst>
                  <a:path w="394" h="393" extrusionOk="0">
                    <a:moveTo>
                      <a:pt x="200" y="110"/>
                    </a:moveTo>
                    <a:cubicBezTo>
                      <a:pt x="263" y="110"/>
                      <a:pt x="284" y="157"/>
                      <a:pt x="284" y="199"/>
                    </a:cubicBezTo>
                    <a:cubicBezTo>
                      <a:pt x="284" y="262"/>
                      <a:pt x="263" y="288"/>
                      <a:pt x="200" y="288"/>
                    </a:cubicBezTo>
                    <a:cubicBezTo>
                      <a:pt x="153" y="288"/>
                      <a:pt x="111" y="262"/>
                      <a:pt x="111" y="199"/>
                    </a:cubicBezTo>
                    <a:cubicBezTo>
                      <a:pt x="111" y="157"/>
                      <a:pt x="153" y="110"/>
                      <a:pt x="200" y="110"/>
                    </a:cubicBezTo>
                    <a:close/>
                    <a:moveTo>
                      <a:pt x="200" y="0"/>
                    </a:moveTo>
                    <a:cubicBezTo>
                      <a:pt x="90" y="0"/>
                      <a:pt x="1" y="89"/>
                      <a:pt x="1" y="199"/>
                    </a:cubicBezTo>
                    <a:cubicBezTo>
                      <a:pt x="1" y="309"/>
                      <a:pt x="90" y="393"/>
                      <a:pt x="200" y="393"/>
                    </a:cubicBezTo>
                    <a:cubicBezTo>
                      <a:pt x="310" y="393"/>
                      <a:pt x="394" y="309"/>
                      <a:pt x="394" y="199"/>
                    </a:cubicBezTo>
                    <a:cubicBezTo>
                      <a:pt x="394" y="89"/>
                      <a:pt x="310" y="0"/>
                      <a:pt x="200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6" name="Google Shape;2716;p58">
                <a:extLst>
                  <a:ext uri="{FF2B5EF4-FFF2-40B4-BE49-F238E27FC236}">
                    <a16:creationId xmlns:a16="http://schemas.microsoft.com/office/drawing/2014/main" id="{99558110-1346-9325-DF13-DB7DE7A1A30E}"/>
                  </a:ext>
                </a:extLst>
              </p:cNvPr>
              <p:cNvSpPr/>
              <p:nvPr/>
            </p:nvSpPr>
            <p:spPr>
              <a:xfrm>
                <a:off x="3809868" y="4276615"/>
                <a:ext cx="53530" cy="53343"/>
              </a:xfrm>
              <a:custGeom>
                <a:avLst/>
                <a:gdLst/>
                <a:ahLst/>
                <a:cxnLst/>
                <a:rect l="l" t="t" r="r" b="b"/>
                <a:pathLst>
                  <a:path w="284" h="283" extrusionOk="0">
                    <a:moveTo>
                      <a:pt x="132" y="0"/>
                    </a:moveTo>
                    <a:cubicBezTo>
                      <a:pt x="64" y="0"/>
                      <a:pt x="1" y="63"/>
                      <a:pt x="1" y="131"/>
                    </a:cubicBezTo>
                    <a:cubicBezTo>
                      <a:pt x="1" y="215"/>
                      <a:pt x="64" y="283"/>
                      <a:pt x="132" y="283"/>
                    </a:cubicBezTo>
                    <a:cubicBezTo>
                      <a:pt x="216" y="283"/>
                      <a:pt x="284" y="215"/>
                      <a:pt x="284" y="131"/>
                    </a:cubicBezTo>
                    <a:cubicBezTo>
                      <a:pt x="284" y="63"/>
                      <a:pt x="216" y="0"/>
                      <a:pt x="13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7" name="Google Shape;2717;p58">
                <a:extLst>
                  <a:ext uri="{FF2B5EF4-FFF2-40B4-BE49-F238E27FC236}">
                    <a16:creationId xmlns:a16="http://schemas.microsoft.com/office/drawing/2014/main" id="{6C673386-311E-0BD4-E188-4838E9B4AB3A}"/>
                  </a:ext>
                </a:extLst>
              </p:cNvPr>
              <p:cNvSpPr/>
              <p:nvPr/>
            </p:nvSpPr>
            <p:spPr>
              <a:xfrm>
                <a:off x="3799489" y="4263797"/>
                <a:ext cx="74264" cy="78035"/>
              </a:xfrm>
              <a:custGeom>
                <a:avLst/>
                <a:gdLst/>
                <a:ahLst/>
                <a:cxnLst/>
                <a:rect l="l" t="t" r="r" b="b"/>
                <a:pathLst>
                  <a:path w="394" h="414" extrusionOk="0">
                    <a:moveTo>
                      <a:pt x="200" y="110"/>
                    </a:moveTo>
                    <a:cubicBezTo>
                      <a:pt x="263" y="110"/>
                      <a:pt x="284" y="152"/>
                      <a:pt x="284" y="199"/>
                    </a:cubicBezTo>
                    <a:cubicBezTo>
                      <a:pt x="284" y="262"/>
                      <a:pt x="263" y="304"/>
                      <a:pt x="200" y="304"/>
                    </a:cubicBezTo>
                    <a:cubicBezTo>
                      <a:pt x="153" y="304"/>
                      <a:pt x="111" y="262"/>
                      <a:pt x="111" y="199"/>
                    </a:cubicBezTo>
                    <a:cubicBezTo>
                      <a:pt x="111" y="152"/>
                      <a:pt x="153" y="110"/>
                      <a:pt x="200" y="110"/>
                    </a:cubicBezTo>
                    <a:close/>
                    <a:moveTo>
                      <a:pt x="200" y="0"/>
                    </a:moveTo>
                    <a:cubicBezTo>
                      <a:pt x="90" y="0"/>
                      <a:pt x="1" y="89"/>
                      <a:pt x="1" y="199"/>
                    </a:cubicBezTo>
                    <a:cubicBezTo>
                      <a:pt x="1" y="304"/>
                      <a:pt x="90" y="414"/>
                      <a:pt x="200" y="414"/>
                    </a:cubicBezTo>
                    <a:cubicBezTo>
                      <a:pt x="310" y="414"/>
                      <a:pt x="394" y="304"/>
                      <a:pt x="394" y="199"/>
                    </a:cubicBezTo>
                    <a:cubicBezTo>
                      <a:pt x="394" y="89"/>
                      <a:pt x="310" y="0"/>
                      <a:pt x="200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8" name="Google Shape;2718;p58">
                <a:extLst>
                  <a:ext uri="{FF2B5EF4-FFF2-40B4-BE49-F238E27FC236}">
                    <a16:creationId xmlns:a16="http://schemas.microsoft.com/office/drawing/2014/main" id="{CE711A41-B515-BC4C-FA36-F5362ECF9DF2}"/>
                  </a:ext>
                </a:extLst>
              </p:cNvPr>
              <p:cNvSpPr/>
              <p:nvPr/>
            </p:nvSpPr>
            <p:spPr>
              <a:xfrm>
                <a:off x="3879985" y="3198649"/>
                <a:ext cx="57489" cy="53531"/>
              </a:xfrm>
              <a:custGeom>
                <a:avLst/>
                <a:gdLst/>
                <a:ahLst/>
                <a:cxnLst/>
                <a:rect l="l" t="t" r="r" b="b"/>
                <a:pathLst>
                  <a:path w="305" h="284" extrusionOk="0">
                    <a:moveTo>
                      <a:pt x="153" y="0"/>
                    </a:moveTo>
                    <a:cubicBezTo>
                      <a:pt x="64" y="0"/>
                      <a:pt x="1" y="63"/>
                      <a:pt x="1" y="152"/>
                    </a:cubicBezTo>
                    <a:cubicBezTo>
                      <a:pt x="1" y="220"/>
                      <a:pt x="64" y="283"/>
                      <a:pt x="153" y="283"/>
                    </a:cubicBezTo>
                    <a:cubicBezTo>
                      <a:pt x="236" y="283"/>
                      <a:pt x="304" y="220"/>
                      <a:pt x="304" y="152"/>
                    </a:cubicBezTo>
                    <a:cubicBezTo>
                      <a:pt x="304" y="63"/>
                      <a:pt x="236" y="0"/>
                      <a:pt x="1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9" name="Google Shape;2719;p58">
                <a:extLst>
                  <a:ext uri="{FF2B5EF4-FFF2-40B4-BE49-F238E27FC236}">
                    <a16:creationId xmlns:a16="http://schemas.microsoft.com/office/drawing/2014/main" id="{2323C090-9B63-ABB7-7D5F-E0AAD0FDFFC3}"/>
                  </a:ext>
                </a:extLst>
              </p:cNvPr>
              <p:cNvSpPr/>
              <p:nvPr/>
            </p:nvSpPr>
            <p:spPr>
              <a:xfrm>
                <a:off x="3873564" y="3190733"/>
                <a:ext cx="74264" cy="74265"/>
              </a:xfrm>
              <a:custGeom>
                <a:avLst/>
                <a:gdLst/>
                <a:ahLst/>
                <a:cxnLst/>
                <a:rect l="l" t="t" r="r" b="b"/>
                <a:pathLst>
                  <a:path w="394" h="394" extrusionOk="0">
                    <a:moveTo>
                      <a:pt x="200" y="105"/>
                    </a:moveTo>
                    <a:cubicBezTo>
                      <a:pt x="242" y="105"/>
                      <a:pt x="283" y="131"/>
                      <a:pt x="283" y="194"/>
                    </a:cubicBezTo>
                    <a:cubicBezTo>
                      <a:pt x="283" y="236"/>
                      <a:pt x="242" y="283"/>
                      <a:pt x="200" y="283"/>
                    </a:cubicBezTo>
                    <a:cubicBezTo>
                      <a:pt x="152" y="283"/>
                      <a:pt x="111" y="236"/>
                      <a:pt x="111" y="194"/>
                    </a:cubicBezTo>
                    <a:cubicBezTo>
                      <a:pt x="111" y="131"/>
                      <a:pt x="152" y="105"/>
                      <a:pt x="200" y="105"/>
                    </a:cubicBezTo>
                    <a:close/>
                    <a:moveTo>
                      <a:pt x="200" y="1"/>
                    </a:moveTo>
                    <a:cubicBezTo>
                      <a:pt x="90" y="1"/>
                      <a:pt x="1" y="84"/>
                      <a:pt x="1" y="194"/>
                    </a:cubicBezTo>
                    <a:cubicBezTo>
                      <a:pt x="1" y="304"/>
                      <a:pt x="90" y="393"/>
                      <a:pt x="200" y="393"/>
                    </a:cubicBezTo>
                    <a:cubicBezTo>
                      <a:pt x="310" y="393"/>
                      <a:pt x="393" y="304"/>
                      <a:pt x="393" y="194"/>
                    </a:cubicBezTo>
                    <a:cubicBezTo>
                      <a:pt x="393" y="84"/>
                      <a:pt x="310" y="1"/>
                      <a:pt x="200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0" name="Google Shape;2720;p58">
                <a:extLst>
                  <a:ext uri="{FF2B5EF4-FFF2-40B4-BE49-F238E27FC236}">
                    <a16:creationId xmlns:a16="http://schemas.microsoft.com/office/drawing/2014/main" id="{79FEABB9-8CF0-1EB3-7A1D-1FAECC12A23C}"/>
                  </a:ext>
                </a:extLst>
              </p:cNvPr>
              <p:cNvSpPr/>
              <p:nvPr/>
            </p:nvSpPr>
            <p:spPr>
              <a:xfrm>
                <a:off x="3879985" y="3544148"/>
                <a:ext cx="57489" cy="57489"/>
              </a:xfrm>
              <a:custGeom>
                <a:avLst/>
                <a:gdLst/>
                <a:ahLst/>
                <a:cxnLst/>
                <a:rect l="l" t="t" r="r" b="b"/>
                <a:pathLst>
                  <a:path w="305" h="305" extrusionOk="0">
                    <a:moveTo>
                      <a:pt x="153" y="0"/>
                    </a:moveTo>
                    <a:cubicBezTo>
                      <a:pt x="64" y="0"/>
                      <a:pt x="1" y="63"/>
                      <a:pt x="1" y="152"/>
                    </a:cubicBezTo>
                    <a:cubicBezTo>
                      <a:pt x="1" y="241"/>
                      <a:pt x="64" y="304"/>
                      <a:pt x="153" y="304"/>
                    </a:cubicBezTo>
                    <a:cubicBezTo>
                      <a:pt x="236" y="304"/>
                      <a:pt x="304" y="241"/>
                      <a:pt x="304" y="152"/>
                    </a:cubicBezTo>
                    <a:cubicBezTo>
                      <a:pt x="304" y="63"/>
                      <a:pt x="236" y="0"/>
                      <a:pt x="1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1" name="Google Shape;2721;p58">
                <a:extLst>
                  <a:ext uri="{FF2B5EF4-FFF2-40B4-BE49-F238E27FC236}">
                    <a16:creationId xmlns:a16="http://schemas.microsoft.com/office/drawing/2014/main" id="{D1C84C4C-A412-7C91-234F-D59C51FF97A9}"/>
                  </a:ext>
                </a:extLst>
              </p:cNvPr>
              <p:cNvSpPr/>
              <p:nvPr/>
            </p:nvSpPr>
            <p:spPr>
              <a:xfrm>
                <a:off x="3873564" y="3536232"/>
                <a:ext cx="74264" cy="74265"/>
              </a:xfrm>
              <a:custGeom>
                <a:avLst/>
                <a:gdLst/>
                <a:ahLst/>
                <a:cxnLst/>
                <a:rect l="l" t="t" r="r" b="b"/>
                <a:pathLst>
                  <a:path w="394" h="394" extrusionOk="0">
                    <a:moveTo>
                      <a:pt x="200" y="105"/>
                    </a:moveTo>
                    <a:cubicBezTo>
                      <a:pt x="242" y="105"/>
                      <a:pt x="283" y="152"/>
                      <a:pt x="283" y="194"/>
                    </a:cubicBezTo>
                    <a:cubicBezTo>
                      <a:pt x="283" y="236"/>
                      <a:pt x="242" y="283"/>
                      <a:pt x="200" y="283"/>
                    </a:cubicBezTo>
                    <a:cubicBezTo>
                      <a:pt x="152" y="283"/>
                      <a:pt x="111" y="236"/>
                      <a:pt x="111" y="194"/>
                    </a:cubicBezTo>
                    <a:cubicBezTo>
                      <a:pt x="111" y="152"/>
                      <a:pt x="152" y="105"/>
                      <a:pt x="200" y="105"/>
                    </a:cubicBezTo>
                    <a:close/>
                    <a:moveTo>
                      <a:pt x="200" y="0"/>
                    </a:moveTo>
                    <a:cubicBezTo>
                      <a:pt x="90" y="0"/>
                      <a:pt x="1" y="84"/>
                      <a:pt x="1" y="194"/>
                    </a:cubicBezTo>
                    <a:cubicBezTo>
                      <a:pt x="1" y="304"/>
                      <a:pt x="90" y="393"/>
                      <a:pt x="200" y="393"/>
                    </a:cubicBezTo>
                    <a:cubicBezTo>
                      <a:pt x="310" y="393"/>
                      <a:pt x="393" y="304"/>
                      <a:pt x="393" y="194"/>
                    </a:cubicBezTo>
                    <a:cubicBezTo>
                      <a:pt x="393" y="84"/>
                      <a:pt x="310" y="0"/>
                      <a:pt x="200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2" name="Google Shape;2722;p58">
                <a:extLst>
                  <a:ext uri="{FF2B5EF4-FFF2-40B4-BE49-F238E27FC236}">
                    <a16:creationId xmlns:a16="http://schemas.microsoft.com/office/drawing/2014/main" id="{551D89A7-6C76-4D39-1538-DB5445E47DB1}"/>
                  </a:ext>
                </a:extLst>
              </p:cNvPr>
              <p:cNvSpPr/>
              <p:nvPr/>
            </p:nvSpPr>
            <p:spPr>
              <a:xfrm>
                <a:off x="3879985" y="3914340"/>
                <a:ext cx="57489" cy="53343"/>
              </a:xfrm>
              <a:custGeom>
                <a:avLst/>
                <a:gdLst/>
                <a:ahLst/>
                <a:cxnLst/>
                <a:rect l="l" t="t" r="r" b="b"/>
                <a:pathLst>
                  <a:path w="305" h="283" extrusionOk="0">
                    <a:moveTo>
                      <a:pt x="153" y="0"/>
                    </a:moveTo>
                    <a:cubicBezTo>
                      <a:pt x="64" y="0"/>
                      <a:pt x="1" y="63"/>
                      <a:pt x="1" y="131"/>
                    </a:cubicBezTo>
                    <a:cubicBezTo>
                      <a:pt x="1" y="220"/>
                      <a:pt x="64" y="283"/>
                      <a:pt x="153" y="283"/>
                    </a:cubicBezTo>
                    <a:cubicBezTo>
                      <a:pt x="236" y="283"/>
                      <a:pt x="304" y="220"/>
                      <a:pt x="304" y="131"/>
                    </a:cubicBezTo>
                    <a:cubicBezTo>
                      <a:pt x="304" y="63"/>
                      <a:pt x="236" y="0"/>
                      <a:pt x="1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3" name="Google Shape;2723;p58">
                <a:extLst>
                  <a:ext uri="{FF2B5EF4-FFF2-40B4-BE49-F238E27FC236}">
                    <a16:creationId xmlns:a16="http://schemas.microsoft.com/office/drawing/2014/main" id="{098A051D-0480-6B0E-A11C-1E09F209708A}"/>
                  </a:ext>
                </a:extLst>
              </p:cNvPr>
              <p:cNvSpPr/>
              <p:nvPr/>
            </p:nvSpPr>
            <p:spPr>
              <a:xfrm>
                <a:off x="3873564" y="3901523"/>
                <a:ext cx="74264" cy="74077"/>
              </a:xfrm>
              <a:custGeom>
                <a:avLst/>
                <a:gdLst/>
                <a:ahLst/>
                <a:cxnLst/>
                <a:rect l="l" t="t" r="r" b="b"/>
                <a:pathLst>
                  <a:path w="394" h="393" extrusionOk="0">
                    <a:moveTo>
                      <a:pt x="200" y="110"/>
                    </a:moveTo>
                    <a:cubicBezTo>
                      <a:pt x="242" y="110"/>
                      <a:pt x="283" y="157"/>
                      <a:pt x="283" y="199"/>
                    </a:cubicBezTo>
                    <a:cubicBezTo>
                      <a:pt x="283" y="262"/>
                      <a:pt x="242" y="288"/>
                      <a:pt x="200" y="288"/>
                    </a:cubicBezTo>
                    <a:cubicBezTo>
                      <a:pt x="152" y="288"/>
                      <a:pt x="111" y="262"/>
                      <a:pt x="111" y="199"/>
                    </a:cubicBezTo>
                    <a:cubicBezTo>
                      <a:pt x="111" y="157"/>
                      <a:pt x="152" y="110"/>
                      <a:pt x="200" y="110"/>
                    </a:cubicBezTo>
                    <a:close/>
                    <a:moveTo>
                      <a:pt x="200" y="0"/>
                    </a:moveTo>
                    <a:cubicBezTo>
                      <a:pt x="90" y="0"/>
                      <a:pt x="1" y="89"/>
                      <a:pt x="1" y="199"/>
                    </a:cubicBezTo>
                    <a:cubicBezTo>
                      <a:pt x="1" y="309"/>
                      <a:pt x="90" y="393"/>
                      <a:pt x="200" y="393"/>
                    </a:cubicBezTo>
                    <a:cubicBezTo>
                      <a:pt x="310" y="393"/>
                      <a:pt x="393" y="309"/>
                      <a:pt x="393" y="199"/>
                    </a:cubicBezTo>
                    <a:cubicBezTo>
                      <a:pt x="393" y="89"/>
                      <a:pt x="310" y="0"/>
                      <a:pt x="200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4" name="Google Shape;2724;p58">
                <a:extLst>
                  <a:ext uri="{FF2B5EF4-FFF2-40B4-BE49-F238E27FC236}">
                    <a16:creationId xmlns:a16="http://schemas.microsoft.com/office/drawing/2014/main" id="{9CAB388C-F0EE-8614-4DCD-FA545200ED8C}"/>
                  </a:ext>
                </a:extLst>
              </p:cNvPr>
              <p:cNvSpPr/>
              <p:nvPr/>
            </p:nvSpPr>
            <p:spPr>
              <a:xfrm>
                <a:off x="3879985" y="4276615"/>
                <a:ext cx="57489" cy="53343"/>
              </a:xfrm>
              <a:custGeom>
                <a:avLst/>
                <a:gdLst/>
                <a:ahLst/>
                <a:cxnLst/>
                <a:rect l="l" t="t" r="r" b="b"/>
                <a:pathLst>
                  <a:path w="305" h="283" extrusionOk="0">
                    <a:moveTo>
                      <a:pt x="153" y="0"/>
                    </a:moveTo>
                    <a:cubicBezTo>
                      <a:pt x="64" y="0"/>
                      <a:pt x="1" y="63"/>
                      <a:pt x="1" y="131"/>
                    </a:cubicBezTo>
                    <a:cubicBezTo>
                      <a:pt x="1" y="215"/>
                      <a:pt x="64" y="283"/>
                      <a:pt x="153" y="283"/>
                    </a:cubicBezTo>
                    <a:cubicBezTo>
                      <a:pt x="236" y="283"/>
                      <a:pt x="304" y="215"/>
                      <a:pt x="304" y="131"/>
                    </a:cubicBezTo>
                    <a:cubicBezTo>
                      <a:pt x="304" y="63"/>
                      <a:pt x="236" y="0"/>
                      <a:pt x="1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5" name="Google Shape;2725;p58">
                <a:extLst>
                  <a:ext uri="{FF2B5EF4-FFF2-40B4-BE49-F238E27FC236}">
                    <a16:creationId xmlns:a16="http://schemas.microsoft.com/office/drawing/2014/main" id="{8016B36D-7C70-6088-095C-B990BF98B873}"/>
                  </a:ext>
                </a:extLst>
              </p:cNvPr>
              <p:cNvSpPr/>
              <p:nvPr/>
            </p:nvSpPr>
            <p:spPr>
              <a:xfrm>
                <a:off x="3873564" y="4263797"/>
                <a:ext cx="74264" cy="78035"/>
              </a:xfrm>
              <a:custGeom>
                <a:avLst/>
                <a:gdLst/>
                <a:ahLst/>
                <a:cxnLst/>
                <a:rect l="l" t="t" r="r" b="b"/>
                <a:pathLst>
                  <a:path w="394" h="414" extrusionOk="0">
                    <a:moveTo>
                      <a:pt x="200" y="110"/>
                    </a:moveTo>
                    <a:cubicBezTo>
                      <a:pt x="242" y="110"/>
                      <a:pt x="283" y="152"/>
                      <a:pt x="283" y="199"/>
                    </a:cubicBezTo>
                    <a:cubicBezTo>
                      <a:pt x="283" y="262"/>
                      <a:pt x="242" y="304"/>
                      <a:pt x="200" y="304"/>
                    </a:cubicBezTo>
                    <a:cubicBezTo>
                      <a:pt x="152" y="304"/>
                      <a:pt x="111" y="262"/>
                      <a:pt x="111" y="199"/>
                    </a:cubicBezTo>
                    <a:cubicBezTo>
                      <a:pt x="111" y="152"/>
                      <a:pt x="152" y="110"/>
                      <a:pt x="200" y="110"/>
                    </a:cubicBezTo>
                    <a:close/>
                    <a:moveTo>
                      <a:pt x="200" y="0"/>
                    </a:moveTo>
                    <a:cubicBezTo>
                      <a:pt x="90" y="0"/>
                      <a:pt x="1" y="89"/>
                      <a:pt x="1" y="199"/>
                    </a:cubicBezTo>
                    <a:cubicBezTo>
                      <a:pt x="1" y="304"/>
                      <a:pt x="90" y="414"/>
                      <a:pt x="200" y="414"/>
                    </a:cubicBezTo>
                    <a:cubicBezTo>
                      <a:pt x="310" y="414"/>
                      <a:pt x="393" y="304"/>
                      <a:pt x="393" y="199"/>
                    </a:cubicBezTo>
                    <a:cubicBezTo>
                      <a:pt x="393" y="89"/>
                      <a:pt x="310" y="0"/>
                      <a:pt x="200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6" name="Google Shape;2726;p58">
                <a:extLst>
                  <a:ext uri="{FF2B5EF4-FFF2-40B4-BE49-F238E27FC236}">
                    <a16:creationId xmlns:a16="http://schemas.microsoft.com/office/drawing/2014/main" id="{578FB9BD-425B-3584-CAFA-DB19E9A8A4B4}"/>
                  </a:ext>
                </a:extLst>
              </p:cNvPr>
              <p:cNvSpPr/>
              <p:nvPr/>
            </p:nvSpPr>
            <p:spPr>
              <a:xfrm>
                <a:off x="4028136" y="2454308"/>
                <a:ext cx="19980" cy="46029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2442" extrusionOk="0">
                    <a:moveTo>
                      <a:pt x="63" y="1"/>
                    </a:moveTo>
                    <a:cubicBezTo>
                      <a:pt x="21" y="1"/>
                      <a:pt x="0" y="22"/>
                      <a:pt x="0" y="43"/>
                    </a:cubicBezTo>
                    <a:lnTo>
                      <a:pt x="0" y="2399"/>
                    </a:lnTo>
                    <a:cubicBezTo>
                      <a:pt x="0" y="2420"/>
                      <a:pt x="21" y="2441"/>
                      <a:pt x="63" y="2441"/>
                    </a:cubicBezTo>
                    <a:cubicBezTo>
                      <a:pt x="84" y="2441"/>
                      <a:pt x="105" y="2420"/>
                      <a:pt x="105" y="2399"/>
                    </a:cubicBezTo>
                    <a:lnTo>
                      <a:pt x="105" y="43"/>
                    </a:lnTo>
                    <a:cubicBezTo>
                      <a:pt x="105" y="22"/>
                      <a:pt x="84" y="1"/>
                      <a:pt x="63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7" name="Google Shape;2727;p58">
                <a:extLst>
                  <a:ext uri="{FF2B5EF4-FFF2-40B4-BE49-F238E27FC236}">
                    <a16:creationId xmlns:a16="http://schemas.microsoft.com/office/drawing/2014/main" id="{2ABE44F9-B033-0F94-217C-1681209B61C7}"/>
                  </a:ext>
                </a:extLst>
              </p:cNvPr>
              <p:cNvSpPr/>
              <p:nvPr/>
            </p:nvSpPr>
            <p:spPr>
              <a:xfrm>
                <a:off x="4047928" y="4523346"/>
                <a:ext cx="24692" cy="357566"/>
              </a:xfrm>
              <a:custGeom>
                <a:avLst/>
                <a:gdLst/>
                <a:ahLst/>
                <a:cxnLst/>
                <a:rect l="l" t="t" r="r" b="b"/>
                <a:pathLst>
                  <a:path w="131" h="1897" extrusionOk="0">
                    <a:moveTo>
                      <a:pt x="68" y="0"/>
                    </a:moveTo>
                    <a:cubicBezTo>
                      <a:pt x="26" y="0"/>
                      <a:pt x="0" y="21"/>
                      <a:pt x="0" y="42"/>
                    </a:cubicBezTo>
                    <a:lnTo>
                      <a:pt x="0" y="1833"/>
                    </a:lnTo>
                    <a:cubicBezTo>
                      <a:pt x="0" y="1875"/>
                      <a:pt x="26" y="1896"/>
                      <a:pt x="68" y="1896"/>
                    </a:cubicBezTo>
                    <a:cubicBezTo>
                      <a:pt x="89" y="1896"/>
                      <a:pt x="131" y="1875"/>
                      <a:pt x="131" y="1833"/>
                    </a:cubicBezTo>
                    <a:lnTo>
                      <a:pt x="131" y="42"/>
                    </a:lnTo>
                    <a:cubicBezTo>
                      <a:pt x="131" y="21"/>
                      <a:pt x="89" y="0"/>
                      <a:pt x="68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8" name="Google Shape;2728;p58">
                <a:extLst>
                  <a:ext uri="{FF2B5EF4-FFF2-40B4-BE49-F238E27FC236}">
                    <a16:creationId xmlns:a16="http://schemas.microsoft.com/office/drawing/2014/main" id="{E1C75FA3-3840-6B84-232D-F4374D2533F7}"/>
                  </a:ext>
                </a:extLst>
              </p:cNvPr>
              <p:cNvSpPr/>
              <p:nvPr/>
            </p:nvSpPr>
            <p:spPr>
              <a:xfrm>
                <a:off x="4126715" y="2433574"/>
                <a:ext cx="645758" cy="2397970"/>
              </a:xfrm>
              <a:custGeom>
                <a:avLst/>
                <a:gdLst/>
                <a:ahLst/>
                <a:cxnLst/>
                <a:rect l="l" t="t" r="r" b="b"/>
                <a:pathLst>
                  <a:path w="3426" h="12722" extrusionOk="0">
                    <a:moveTo>
                      <a:pt x="64" y="1"/>
                    </a:moveTo>
                    <a:cubicBezTo>
                      <a:pt x="22" y="1"/>
                      <a:pt x="1" y="22"/>
                      <a:pt x="1" y="64"/>
                    </a:cubicBezTo>
                    <a:lnTo>
                      <a:pt x="1" y="2316"/>
                    </a:lnTo>
                    <a:lnTo>
                      <a:pt x="64" y="2378"/>
                    </a:lnTo>
                    <a:lnTo>
                      <a:pt x="3316" y="2378"/>
                    </a:lnTo>
                    <a:lnTo>
                      <a:pt x="3316" y="11302"/>
                    </a:lnTo>
                    <a:lnTo>
                      <a:pt x="132" y="11302"/>
                    </a:lnTo>
                    <a:lnTo>
                      <a:pt x="85" y="11370"/>
                    </a:lnTo>
                    <a:lnTo>
                      <a:pt x="85" y="12658"/>
                    </a:lnTo>
                    <a:cubicBezTo>
                      <a:pt x="85" y="12700"/>
                      <a:pt x="106" y="12721"/>
                      <a:pt x="132" y="12721"/>
                    </a:cubicBezTo>
                    <a:cubicBezTo>
                      <a:pt x="174" y="12721"/>
                      <a:pt x="195" y="12700"/>
                      <a:pt x="195" y="12658"/>
                    </a:cubicBezTo>
                    <a:lnTo>
                      <a:pt x="195" y="11412"/>
                    </a:lnTo>
                    <a:lnTo>
                      <a:pt x="3379" y="11412"/>
                    </a:lnTo>
                    <a:lnTo>
                      <a:pt x="3426" y="11370"/>
                    </a:lnTo>
                    <a:lnTo>
                      <a:pt x="3426" y="2316"/>
                    </a:lnTo>
                    <a:lnTo>
                      <a:pt x="3379" y="2268"/>
                    </a:lnTo>
                    <a:lnTo>
                      <a:pt x="106" y="2268"/>
                    </a:lnTo>
                    <a:lnTo>
                      <a:pt x="106" y="64"/>
                    </a:lnTo>
                    <a:cubicBezTo>
                      <a:pt x="106" y="22"/>
                      <a:pt x="85" y="1"/>
                      <a:pt x="64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911833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6">
          <a:extLst>
            <a:ext uri="{FF2B5EF4-FFF2-40B4-BE49-F238E27FC236}">
              <a16:creationId xmlns:a16="http://schemas.microsoft.com/office/drawing/2014/main" id="{6421CE78-CCE0-986B-DD01-45A40185B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7" name="Google Shape;2607;p58">
            <a:extLst>
              <a:ext uri="{FF2B5EF4-FFF2-40B4-BE49-F238E27FC236}">
                <a16:creationId xmlns:a16="http://schemas.microsoft.com/office/drawing/2014/main" id="{C6EAB278-4F86-5B9E-4C7B-D4689E1A48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8488" y="59713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we saw!</a:t>
            </a:r>
            <a:endParaRPr dirty="0"/>
          </a:p>
        </p:txBody>
      </p:sp>
      <p:sp>
        <p:nvSpPr>
          <p:cNvPr id="2608" name="Google Shape;2608;p58">
            <a:extLst>
              <a:ext uri="{FF2B5EF4-FFF2-40B4-BE49-F238E27FC236}">
                <a16:creationId xmlns:a16="http://schemas.microsoft.com/office/drawing/2014/main" id="{ED0CC0E1-C113-8AC4-5ADA-3A59E84EB3F0}"/>
              </a:ext>
            </a:extLst>
          </p:cNvPr>
          <p:cNvSpPr/>
          <p:nvPr/>
        </p:nvSpPr>
        <p:spPr>
          <a:xfrm>
            <a:off x="720025" y="1984060"/>
            <a:ext cx="2178000" cy="86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Defination of RAG and why need RAG and how it is useful.</a:t>
            </a:r>
            <a:endParaRPr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09" name="Google Shape;2609;p58">
            <a:extLst>
              <a:ext uri="{FF2B5EF4-FFF2-40B4-BE49-F238E27FC236}">
                <a16:creationId xmlns:a16="http://schemas.microsoft.com/office/drawing/2014/main" id="{91F833AE-96C6-3A4D-098A-EF75290B509D}"/>
              </a:ext>
            </a:extLst>
          </p:cNvPr>
          <p:cNvSpPr/>
          <p:nvPr/>
        </p:nvSpPr>
        <p:spPr>
          <a:xfrm>
            <a:off x="3374864" y="1937103"/>
            <a:ext cx="3526200" cy="91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How RAG works and key steps for the RAG</a:t>
            </a:r>
            <a:endParaRPr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10" name="Google Shape;2610;p58">
            <a:extLst>
              <a:ext uri="{FF2B5EF4-FFF2-40B4-BE49-F238E27FC236}">
                <a16:creationId xmlns:a16="http://schemas.microsoft.com/office/drawing/2014/main" id="{D34E9735-0E79-8D39-2552-8A7D7508A39A}"/>
              </a:ext>
            </a:extLst>
          </p:cNvPr>
          <p:cNvSpPr/>
          <p:nvPr/>
        </p:nvSpPr>
        <p:spPr>
          <a:xfrm>
            <a:off x="720037" y="3145000"/>
            <a:ext cx="2178000" cy="3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RAG Pipeline</a:t>
            </a:r>
            <a:endParaRPr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11" name="Google Shape;2611;p58">
            <a:extLst>
              <a:ext uri="{FF2B5EF4-FFF2-40B4-BE49-F238E27FC236}">
                <a16:creationId xmlns:a16="http://schemas.microsoft.com/office/drawing/2014/main" id="{CBF4A236-4115-A90D-772E-DE1C118C70A9}"/>
              </a:ext>
            </a:extLst>
          </p:cNvPr>
          <p:cNvSpPr/>
          <p:nvPr/>
        </p:nvSpPr>
        <p:spPr>
          <a:xfrm>
            <a:off x="720018" y="1639247"/>
            <a:ext cx="2178000" cy="3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What is RAG?</a:t>
            </a:r>
            <a:endParaRPr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12" name="Google Shape;2612;p58">
            <a:extLst>
              <a:ext uri="{FF2B5EF4-FFF2-40B4-BE49-F238E27FC236}">
                <a16:creationId xmlns:a16="http://schemas.microsoft.com/office/drawing/2014/main" id="{6BA814ED-3767-E25E-362C-73D120C8C0C9}"/>
              </a:ext>
            </a:extLst>
          </p:cNvPr>
          <p:cNvSpPr/>
          <p:nvPr/>
        </p:nvSpPr>
        <p:spPr>
          <a:xfrm>
            <a:off x="3374864" y="1598261"/>
            <a:ext cx="3526200" cy="3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What we learned?</a:t>
            </a:r>
            <a:endParaRPr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13" name="Google Shape;2613;p58">
            <a:extLst>
              <a:ext uri="{FF2B5EF4-FFF2-40B4-BE49-F238E27FC236}">
                <a16:creationId xmlns:a16="http://schemas.microsoft.com/office/drawing/2014/main" id="{83A86F6D-B3A1-68D8-9D16-4AB032379C82}"/>
              </a:ext>
            </a:extLst>
          </p:cNvPr>
          <p:cNvSpPr/>
          <p:nvPr/>
        </p:nvSpPr>
        <p:spPr>
          <a:xfrm>
            <a:off x="3424179" y="3530800"/>
            <a:ext cx="3526200" cy="8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15" name="Google Shape;2615;p58">
            <a:extLst>
              <a:ext uri="{FF2B5EF4-FFF2-40B4-BE49-F238E27FC236}">
                <a16:creationId xmlns:a16="http://schemas.microsoft.com/office/drawing/2014/main" id="{B712CCDC-0182-FEE3-F792-1F8B53D2600F}"/>
              </a:ext>
            </a:extLst>
          </p:cNvPr>
          <p:cNvSpPr/>
          <p:nvPr/>
        </p:nvSpPr>
        <p:spPr>
          <a:xfrm>
            <a:off x="720018" y="3483705"/>
            <a:ext cx="2178000" cy="8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Char char="●"/>
            </a:pPr>
            <a:r>
              <a:rPr lang="en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Doc. injection</a:t>
            </a:r>
            <a:endParaRPr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Char char="●"/>
            </a:pPr>
            <a:r>
              <a:rPr lang="en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Info. retrival</a:t>
            </a:r>
            <a:endParaRPr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Char char="●"/>
            </a:pPr>
            <a:r>
              <a:rPr lang="en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Resp. generation</a:t>
            </a:r>
            <a:endParaRPr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616" name="Google Shape;2616;p58">
            <a:extLst>
              <a:ext uri="{FF2B5EF4-FFF2-40B4-BE49-F238E27FC236}">
                <a16:creationId xmlns:a16="http://schemas.microsoft.com/office/drawing/2014/main" id="{8D09B2B9-C2A9-E080-6297-67EFA1034BD1}"/>
              </a:ext>
            </a:extLst>
          </p:cNvPr>
          <p:cNvCxnSpPr>
            <a:cxnSpLocks/>
            <a:stCxn id="2608" idx="2"/>
            <a:endCxn id="2610" idx="0"/>
          </p:cNvCxnSpPr>
          <p:nvPr/>
        </p:nvCxnSpPr>
        <p:spPr>
          <a:xfrm>
            <a:off x="1809025" y="2847459"/>
            <a:ext cx="12" cy="297541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17" name="Google Shape;2617;p58">
            <a:extLst>
              <a:ext uri="{FF2B5EF4-FFF2-40B4-BE49-F238E27FC236}">
                <a16:creationId xmlns:a16="http://schemas.microsoft.com/office/drawing/2014/main" id="{2B642110-D69C-28E3-16A7-D662A6722DFF}"/>
              </a:ext>
            </a:extLst>
          </p:cNvPr>
          <p:cNvCxnSpPr>
            <a:stCxn id="2610" idx="3"/>
            <a:endCxn id="2612" idx="1"/>
          </p:cNvCxnSpPr>
          <p:nvPr/>
        </p:nvCxnSpPr>
        <p:spPr>
          <a:xfrm flipV="1">
            <a:off x="2898037" y="1791161"/>
            <a:ext cx="476827" cy="1546739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619" name="Google Shape;2619;p58">
            <a:extLst>
              <a:ext uri="{FF2B5EF4-FFF2-40B4-BE49-F238E27FC236}">
                <a16:creationId xmlns:a16="http://schemas.microsoft.com/office/drawing/2014/main" id="{784160DA-B6F2-81B4-226D-528525CC3A07}"/>
              </a:ext>
            </a:extLst>
          </p:cNvPr>
          <p:cNvGrpSpPr/>
          <p:nvPr/>
        </p:nvGrpSpPr>
        <p:grpSpPr>
          <a:xfrm>
            <a:off x="7357272" y="1541721"/>
            <a:ext cx="948658" cy="2651740"/>
            <a:chOff x="7357272" y="1541721"/>
            <a:chExt cx="948658" cy="2651740"/>
          </a:xfrm>
        </p:grpSpPr>
        <p:grpSp>
          <p:nvGrpSpPr>
            <p:cNvPr id="2620" name="Google Shape;2620;p58">
              <a:extLst>
                <a:ext uri="{FF2B5EF4-FFF2-40B4-BE49-F238E27FC236}">
                  <a16:creationId xmlns:a16="http://schemas.microsoft.com/office/drawing/2014/main" id="{3F2EE52A-EF3F-07A7-9877-7C536BB4D709}"/>
                </a:ext>
              </a:extLst>
            </p:cNvPr>
            <p:cNvGrpSpPr/>
            <p:nvPr/>
          </p:nvGrpSpPr>
          <p:grpSpPr>
            <a:xfrm>
              <a:off x="7418753" y="1541721"/>
              <a:ext cx="825701" cy="825712"/>
              <a:chOff x="3295675" y="450448"/>
              <a:chExt cx="1414599" cy="1414617"/>
            </a:xfrm>
          </p:grpSpPr>
          <p:sp>
            <p:nvSpPr>
              <p:cNvPr id="2621" name="Google Shape;2621;p58">
                <a:extLst>
                  <a:ext uri="{FF2B5EF4-FFF2-40B4-BE49-F238E27FC236}">
                    <a16:creationId xmlns:a16="http://schemas.microsoft.com/office/drawing/2014/main" id="{9A7601A1-7CFA-67EA-B392-40FD950944BF}"/>
                  </a:ext>
                </a:extLst>
              </p:cNvPr>
              <p:cNvSpPr/>
              <p:nvPr/>
            </p:nvSpPr>
            <p:spPr>
              <a:xfrm>
                <a:off x="3307550" y="458365"/>
                <a:ext cx="1394996" cy="1398784"/>
              </a:xfrm>
              <a:custGeom>
                <a:avLst/>
                <a:gdLst/>
                <a:ahLst/>
                <a:cxnLst/>
                <a:rect l="l" t="t" r="r" b="b"/>
                <a:pathLst>
                  <a:path w="7401" h="7421" extrusionOk="0">
                    <a:moveTo>
                      <a:pt x="3692" y="0"/>
                    </a:moveTo>
                    <a:cubicBezTo>
                      <a:pt x="1660" y="0"/>
                      <a:pt x="0" y="1660"/>
                      <a:pt x="0" y="3713"/>
                    </a:cubicBezTo>
                    <a:cubicBezTo>
                      <a:pt x="0" y="5761"/>
                      <a:pt x="1660" y="7421"/>
                      <a:pt x="3692" y="7421"/>
                    </a:cubicBezTo>
                    <a:cubicBezTo>
                      <a:pt x="5740" y="7421"/>
                      <a:pt x="7400" y="5761"/>
                      <a:pt x="7400" y="3713"/>
                    </a:cubicBezTo>
                    <a:cubicBezTo>
                      <a:pt x="7400" y="1660"/>
                      <a:pt x="5740" y="0"/>
                      <a:pt x="369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2" name="Google Shape;2622;p58">
                <a:extLst>
                  <a:ext uri="{FF2B5EF4-FFF2-40B4-BE49-F238E27FC236}">
                    <a16:creationId xmlns:a16="http://schemas.microsoft.com/office/drawing/2014/main" id="{F5F430A3-FDF9-C84F-1432-983D5E5F26E7}"/>
                  </a:ext>
                </a:extLst>
              </p:cNvPr>
              <p:cNvSpPr/>
              <p:nvPr/>
            </p:nvSpPr>
            <p:spPr>
              <a:xfrm>
                <a:off x="3295675" y="450448"/>
                <a:ext cx="1414599" cy="1414617"/>
              </a:xfrm>
              <a:custGeom>
                <a:avLst/>
                <a:gdLst/>
                <a:ahLst/>
                <a:cxnLst/>
                <a:rect l="l" t="t" r="r" b="b"/>
                <a:pathLst>
                  <a:path w="7505" h="7505" extrusionOk="0">
                    <a:moveTo>
                      <a:pt x="3755" y="110"/>
                    </a:moveTo>
                    <a:cubicBezTo>
                      <a:pt x="5782" y="110"/>
                      <a:pt x="7395" y="1744"/>
                      <a:pt x="7395" y="3755"/>
                    </a:cubicBezTo>
                    <a:cubicBezTo>
                      <a:pt x="7395" y="5761"/>
                      <a:pt x="5782" y="7395"/>
                      <a:pt x="3755" y="7395"/>
                    </a:cubicBezTo>
                    <a:cubicBezTo>
                      <a:pt x="1744" y="7395"/>
                      <a:pt x="110" y="5761"/>
                      <a:pt x="110" y="3755"/>
                    </a:cubicBezTo>
                    <a:cubicBezTo>
                      <a:pt x="110" y="1744"/>
                      <a:pt x="1744" y="110"/>
                      <a:pt x="3755" y="110"/>
                    </a:cubicBezTo>
                    <a:close/>
                    <a:moveTo>
                      <a:pt x="3755" y="0"/>
                    </a:moveTo>
                    <a:cubicBezTo>
                      <a:pt x="1682" y="0"/>
                      <a:pt x="1" y="1681"/>
                      <a:pt x="1" y="3755"/>
                    </a:cubicBezTo>
                    <a:cubicBezTo>
                      <a:pt x="1" y="5824"/>
                      <a:pt x="1682" y="7505"/>
                      <a:pt x="3755" y="7505"/>
                    </a:cubicBezTo>
                    <a:cubicBezTo>
                      <a:pt x="5824" y="7505"/>
                      <a:pt x="7505" y="5824"/>
                      <a:pt x="7505" y="3755"/>
                    </a:cubicBezTo>
                    <a:cubicBezTo>
                      <a:pt x="7505" y="1681"/>
                      <a:pt x="5824" y="0"/>
                      <a:pt x="3755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3" name="Google Shape;2623;p58">
                <a:extLst>
                  <a:ext uri="{FF2B5EF4-FFF2-40B4-BE49-F238E27FC236}">
                    <a16:creationId xmlns:a16="http://schemas.microsoft.com/office/drawing/2014/main" id="{1FE365A8-7AB2-E81E-868E-7B51C72BE91E}"/>
                  </a:ext>
                </a:extLst>
              </p:cNvPr>
              <p:cNvSpPr/>
              <p:nvPr/>
            </p:nvSpPr>
            <p:spPr>
              <a:xfrm>
                <a:off x="3369750" y="507749"/>
                <a:ext cx="666492" cy="1298696"/>
              </a:xfrm>
              <a:custGeom>
                <a:avLst/>
                <a:gdLst/>
                <a:ahLst/>
                <a:cxnLst/>
                <a:rect l="l" t="t" r="r" b="b"/>
                <a:pathLst>
                  <a:path w="3536" h="6890" extrusionOk="0">
                    <a:moveTo>
                      <a:pt x="2027" y="0"/>
                    </a:moveTo>
                    <a:cubicBezTo>
                      <a:pt x="2027" y="0"/>
                      <a:pt x="1922" y="47"/>
                      <a:pt x="1723" y="131"/>
                    </a:cubicBezTo>
                    <a:cubicBezTo>
                      <a:pt x="1529" y="241"/>
                      <a:pt x="1241" y="414"/>
                      <a:pt x="1137" y="503"/>
                    </a:cubicBezTo>
                    <a:cubicBezTo>
                      <a:pt x="1048" y="571"/>
                      <a:pt x="634" y="917"/>
                      <a:pt x="545" y="1068"/>
                    </a:cubicBezTo>
                    <a:cubicBezTo>
                      <a:pt x="435" y="1199"/>
                      <a:pt x="262" y="1487"/>
                      <a:pt x="262" y="1508"/>
                    </a:cubicBezTo>
                    <a:cubicBezTo>
                      <a:pt x="241" y="1550"/>
                      <a:pt x="194" y="1618"/>
                      <a:pt x="173" y="1681"/>
                    </a:cubicBezTo>
                    <a:cubicBezTo>
                      <a:pt x="131" y="1723"/>
                      <a:pt x="110" y="1791"/>
                      <a:pt x="89" y="1880"/>
                    </a:cubicBezTo>
                    <a:cubicBezTo>
                      <a:pt x="42" y="1943"/>
                      <a:pt x="63" y="1964"/>
                      <a:pt x="42" y="2053"/>
                    </a:cubicBezTo>
                    <a:cubicBezTo>
                      <a:pt x="21" y="2142"/>
                      <a:pt x="0" y="2184"/>
                      <a:pt x="21" y="2205"/>
                    </a:cubicBezTo>
                    <a:cubicBezTo>
                      <a:pt x="24" y="2208"/>
                      <a:pt x="27" y="2209"/>
                      <a:pt x="29" y="2209"/>
                    </a:cubicBezTo>
                    <a:cubicBezTo>
                      <a:pt x="42" y="2209"/>
                      <a:pt x="42" y="2160"/>
                      <a:pt x="42" y="2142"/>
                    </a:cubicBezTo>
                    <a:cubicBezTo>
                      <a:pt x="42" y="2095"/>
                      <a:pt x="63" y="2032"/>
                      <a:pt x="89" y="1985"/>
                    </a:cubicBezTo>
                    <a:cubicBezTo>
                      <a:pt x="110" y="1922"/>
                      <a:pt x="131" y="1854"/>
                      <a:pt x="152" y="1791"/>
                    </a:cubicBezTo>
                    <a:cubicBezTo>
                      <a:pt x="173" y="1749"/>
                      <a:pt x="220" y="1618"/>
                      <a:pt x="220" y="1618"/>
                    </a:cubicBezTo>
                    <a:lnTo>
                      <a:pt x="241" y="1639"/>
                    </a:lnTo>
                    <a:cubicBezTo>
                      <a:pt x="241" y="1639"/>
                      <a:pt x="241" y="1681"/>
                      <a:pt x="194" y="1770"/>
                    </a:cubicBezTo>
                    <a:cubicBezTo>
                      <a:pt x="152" y="1833"/>
                      <a:pt x="152" y="1880"/>
                      <a:pt x="131" y="1964"/>
                    </a:cubicBezTo>
                    <a:cubicBezTo>
                      <a:pt x="110" y="2053"/>
                      <a:pt x="89" y="2142"/>
                      <a:pt x="63" y="2226"/>
                    </a:cubicBezTo>
                    <a:cubicBezTo>
                      <a:pt x="21" y="2315"/>
                      <a:pt x="42" y="2378"/>
                      <a:pt x="42" y="2488"/>
                    </a:cubicBezTo>
                    <a:cubicBezTo>
                      <a:pt x="21" y="2577"/>
                      <a:pt x="89" y="2666"/>
                      <a:pt x="152" y="2749"/>
                    </a:cubicBezTo>
                    <a:cubicBezTo>
                      <a:pt x="220" y="2859"/>
                      <a:pt x="262" y="2880"/>
                      <a:pt x="325" y="2969"/>
                    </a:cubicBezTo>
                    <a:cubicBezTo>
                      <a:pt x="372" y="3032"/>
                      <a:pt x="482" y="3210"/>
                      <a:pt x="456" y="3273"/>
                    </a:cubicBezTo>
                    <a:cubicBezTo>
                      <a:pt x="435" y="3341"/>
                      <a:pt x="566" y="3341"/>
                      <a:pt x="587" y="3404"/>
                    </a:cubicBezTo>
                    <a:cubicBezTo>
                      <a:pt x="613" y="3472"/>
                      <a:pt x="634" y="3493"/>
                      <a:pt x="676" y="3514"/>
                    </a:cubicBezTo>
                    <a:cubicBezTo>
                      <a:pt x="680" y="3518"/>
                      <a:pt x="683" y="3520"/>
                      <a:pt x="685" y="3520"/>
                    </a:cubicBezTo>
                    <a:cubicBezTo>
                      <a:pt x="696" y="3520"/>
                      <a:pt x="693" y="3485"/>
                      <a:pt x="676" y="3451"/>
                    </a:cubicBezTo>
                    <a:cubicBezTo>
                      <a:pt x="676" y="3431"/>
                      <a:pt x="688" y="3420"/>
                      <a:pt x="703" y="3420"/>
                    </a:cubicBezTo>
                    <a:cubicBezTo>
                      <a:pt x="725" y="3420"/>
                      <a:pt x="753" y="3442"/>
                      <a:pt x="765" y="3493"/>
                    </a:cubicBezTo>
                    <a:cubicBezTo>
                      <a:pt x="786" y="3556"/>
                      <a:pt x="807" y="3582"/>
                      <a:pt x="807" y="3666"/>
                    </a:cubicBezTo>
                    <a:cubicBezTo>
                      <a:pt x="786" y="3776"/>
                      <a:pt x="807" y="3797"/>
                      <a:pt x="744" y="3907"/>
                    </a:cubicBezTo>
                    <a:cubicBezTo>
                      <a:pt x="676" y="3996"/>
                      <a:pt x="676" y="3996"/>
                      <a:pt x="676" y="4106"/>
                    </a:cubicBezTo>
                    <a:cubicBezTo>
                      <a:pt x="676" y="4211"/>
                      <a:pt x="655" y="4169"/>
                      <a:pt x="634" y="4279"/>
                    </a:cubicBezTo>
                    <a:cubicBezTo>
                      <a:pt x="587" y="4389"/>
                      <a:pt x="697" y="4451"/>
                      <a:pt x="765" y="4582"/>
                    </a:cubicBezTo>
                    <a:cubicBezTo>
                      <a:pt x="807" y="4734"/>
                      <a:pt x="875" y="4823"/>
                      <a:pt x="917" y="4933"/>
                    </a:cubicBezTo>
                    <a:cubicBezTo>
                      <a:pt x="980" y="5043"/>
                      <a:pt x="1048" y="5043"/>
                      <a:pt x="1137" y="5127"/>
                    </a:cubicBezTo>
                    <a:cubicBezTo>
                      <a:pt x="1241" y="5195"/>
                      <a:pt x="1330" y="5258"/>
                      <a:pt x="1330" y="5347"/>
                    </a:cubicBezTo>
                    <a:cubicBezTo>
                      <a:pt x="1351" y="5457"/>
                      <a:pt x="1372" y="5478"/>
                      <a:pt x="1372" y="5609"/>
                    </a:cubicBezTo>
                    <a:cubicBezTo>
                      <a:pt x="1372" y="5761"/>
                      <a:pt x="1482" y="5850"/>
                      <a:pt x="1503" y="6023"/>
                    </a:cubicBezTo>
                    <a:cubicBezTo>
                      <a:pt x="1550" y="6174"/>
                      <a:pt x="1571" y="6201"/>
                      <a:pt x="1613" y="6305"/>
                    </a:cubicBezTo>
                    <a:cubicBezTo>
                      <a:pt x="1660" y="6394"/>
                      <a:pt x="1702" y="6415"/>
                      <a:pt x="1791" y="6546"/>
                    </a:cubicBezTo>
                    <a:cubicBezTo>
                      <a:pt x="1854" y="6677"/>
                      <a:pt x="1875" y="6656"/>
                      <a:pt x="1964" y="6724"/>
                    </a:cubicBezTo>
                    <a:cubicBezTo>
                      <a:pt x="2053" y="6808"/>
                      <a:pt x="2137" y="6829"/>
                      <a:pt x="2247" y="6876"/>
                    </a:cubicBezTo>
                    <a:cubicBezTo>
                      <a:pt x="2272" y="6886"/>
                      <a:pt x="2290" y="6890"/>
                      <a:pt x="2300" y="6890"/>
                    </a:cubicBezTo>
                    <a:cubicBezTo>
                      <a:pt x="2335" y="6890"/>
                      <a:pt x="2294" y="6844"/>
                      <a:pt x="2226" y="6808"/>
                    </a:cubicBezTo>
                    <a:cubicBezTo>
                      <a:pt x="2158" y="6787"/>
                      <a:pt x="2158" y="6787"/>
                      <a:pt x="2116" y="6677"/>
                    </a:cubicBezTo>
                    <a:cubicBezTo>
                      <a:pt x="2074" y="6567"/>
                      <a:pt x="2053" y="6546"/>
                      <a:pt x="2053" y="6483"/>
                    </a:cubicBezTo>
                    <a:cubicBezTo>
                      <a:pt x="2053" y="6436"/>
                      <a:pt x="2116" y="6462"/>
                      <a:pt x="2205" y="6394"/>
                    </a:cubicBezTo>
                    <a:cubicBezTo>
                      <a:pt x="2289" y="6332"/>
                      <a:pt x="2247" y="6332"/>
                      <a:pt x="2336" y="6243"/>
                    </a:cubicBezTo>
                    <a:cubicBezTo>
                      <a:pt x="2420" y="6153"/>
                      <a:pt x="2619" y="5892"/>
                      <a:pt x="2640" y="5850"/>
                    </a:cubicBezTo>
                    <a:cubicBezTo>
                      <a:pt x="2661" y="5808"/>
                      <a:pt x="2682" y="5782"/>
                      <a:pt x="2771" y="5740"/>
                    </a:cubicBezTo>
                    <a:cubicBezTo>
                      <a:pt x="2881" y="5677"/>
                      <a:pt x="2970" y="5698"/>
                      <a:pt x="3053" y="5630"/>
                    </a:cubicBezTo>
                    <a:cubicBezTo>
                      <a:pt x="3142" y="5567"/>
                      <a:pt x="3184" y="5478"/>
                      <a:pt x="3205" y="5305"/>
                    </a:cubicBezTo>
                    <a:cubicBezTo>
                      <a:pt x="3231" y="5127"/>
                      <a:pt x="3231" y="5153"/>
                      <a:pt x="3273" y="5085"/>
                    </a:cubicBezTo>
                    <a:cubicBezTo>
                      <a:pt x="3336" y="4996"/>
                      <a:pt x="3467" y="4912"/>
                      <a:pt x="3493" y="4844"/>
                    </a:cubicBezTo>
                    <a:cubicBezTo>
                      <a:pt x="3535" y="4760"/>
                      <a:pt x="3514" y="4650"/>
                      <a:pt x="3404" y="4561"/>
                    </a:cubicBezTo>
                    <a:cubicBezTo>
                      <a:pt x="3294" y="4499"/>
                      <a:pt x="3252" y="4520"/>
                      <a:pt x="2991" y="4410"/>
                    </a:cubicBezTo>
                    <a:cubicBezTo>
                      <a:pt x="2729" y="4321"/>
                      <a:pt x="2619" y="4300"/>
                      <a:pt x="2509" y="4211"/>
                    </a:cubicBezTo>
                    <a:cubicBezTo>
                      <a:pt x="2420" y="4127"/>
                      <a:pt x="2467" y="4038"/>
                      <a:pt x="2336" y="3907"/>
                    </a:cubicBezTo>
                    <a:cubicBezTo>
                      <a:pt x="2184" y="3755"/>
                      <a:pt x="2137" y="3797"/>
                      <a:pt x="1964" y="3687"/>
                    </a:cubicBezTo>
                    <a:cubicBezTo>
                      <a:pt x="1791" y="3582"/>
                      <a:pt x="1660" y="3493"/>
                      <a:pt x="1503" y="3425"/>
                    </a:cubicBezTo>
                    <a:cubicBezTo>
                      <a:pt x="1417" y="3383"/>
                      <a:pt x="1374" y="3378"/>
                      <a:pt x="1344" y="3378"/>
                    </a:cubicBezTo>
                    <a:cubicBezTo>
                      <a:pt x="1334" y="3378"/>
                      <a:pt x="1326" y="3378"/>
                      <a:pt x="1318" y="3378"/>
                    </a:cubicBezTo>
                    <a:cubicBezTo>
                      <a:pt x="1303" y="3378"/>
                      <a:pt x="1289" y="3376"/>
                      <a:pt x="1268" y="3362"/>
                    </a:cubicBezTo>
                    <a:cubicBezTo>
                      <a:pt x="1200" y="3320"/>
                      <a:pt x="1158" y="3273"/>
                      <a:pt x="1048" y="3273"/>
                    </a:cubicBezTo>
                    <a:cubicBezTo>
                      <a:pt x="938" y="3273"/>
                      <a:pt x="980" y="3320"/>
                      <a:pt x="938" y="3362"/>
                    </a:cubicBezTo>
                    <a:cubicBezTo>
                      <a:pt x="896" y="3425"/>
                      <a:pt x="896" y="3425"/>
                      <a:pt x="849" y="3472"/>
                    </a:cubicBezTo>
                    <a:cubicBezTo>
                      <a:pt x="841" y="3480"/>
                      <a:pt x="836" y="3483"/>
                      <a:pt x="833" y="3483"/>
                    </a:cubicBezTo>
                    <a:cubicBezTo>
                      <a:pt x="820" y="3483"/>
                      <a:pt x="845" y="3421"/>
                      <a:pt x="828" y="3404"/>
                    </a:cubicBezTo>
                    <a:cubicBezTo>
                      <a:pt x="828" y="3380"/>
                      <a:pt x="813" y="3369"/>
                      <a:pt x="784" y="3369"/>
                    </a:cubicBezTo>
                    <a:cubicBezTo>
                      <a:pt x="762" y="3369"/>
                      <a:pt x="734" y="3374"/>
                      <a:pt x="697" y="3383"/>
                    </a:cubicBezTo>
                    <a:cubicBezTo>
                      <a:pt x="678" y="3389"/>
                      <a:pt x="667" y="3392"/>
                      <a:pt x="659" y="3392"/>
                    </a:cubicBezTo>
                    <a:cubicBezTo>
                      <a:pt x="641" y="3392"/>
                      <a:pt x="643" y="3377"/>
                      <a:pt x="613" y="3362"/>
                    </a:cubicBezTo>
                    <a:cubicBezTo>
                      <a:pt x="587" y="3341"/>
                      <a:pt x="587" y="3320"/>
                      <a:pt x="566" y="3252"/>
                    </a:cubicBezTo>
                    <a:cubicBezTo>
                      <a:pt x="566" y="3189"/>
                      <a:pt x="613" y="3121"/>
                      <a:pt x="613" y="3058"/>
                    </a:cubicBezTo>
                    <a:cubicBezTo>
                      <a:pt x="634" y="3011"/>
                      <a:pt x="613" y="2948"/>
                      <a:pt x="587" y="2880"/>
                    </a:cubicBezTo>
                    <a:cubicBezTo>
                      <a:pt x="578" y="2853"/>
                      <a:pt x="569" y="2846"/>
                      <a:pt x="558" y="2846"/>
                    </a:cubicBezTo>
                    <a:cubicBezTo>
                      <a:pt x="544" y="2846"/>
                      <a:pt x="527" y="2859"/>
                      <a:pt x="503" y="2859"/>
                    </a:cubicBezTo>
                    <a:cubicBezTo>
                      <a:pt x="456" y="2859"/>
                      <a:pt x="456" y="2839"/>
                      <a:pt x="435" y="2797"/>
                    </a:cubicBezTo>
                    <a:cubicBezTo>
                      <a:pt x="414" y="2770"/>
                      <a:pt x="482" y="2770"/>
                      <a:pt x="503" y="2687"/>
                    </a:cubicBezTo>
                    <a:cubicBezTo>
                      <a:pt x="545" y="2598"/>
                      <a:pt x="566" y="2598"/>
                      <a:pt x="587" y="2535"/>
                    </a:cubicBezTo>
                    <a:cubicBezTo>
                      <a:pt x="587" y="2488"/>
                      <a:pt x="545" y="2488"/>
                      <a:pt x="503" y="2488"/>
                    </a:cubicBezTo>
                    <a:cubicBezTo>
                      <a:pt x="435" y="2488"/>
                      <a:pt x="456" y="2509"/>
                      <a:pt x="435" y="2598"/>
                    </a:cubicBezTo>
                    <a:cubicBezTo>
                      <a:pt x="414" y="2653"/>
                      <a:pt x="404" y="2663"/>
                      <a:pt x="390" y="2663"/>
                    </a:cubicBezTo>
                    <a:cubicBezTo>
                      <a:pt x="381" y="2663"/>
                      <a:pt x="372" y="2659"/>
                      <a:pt x="357" y="2659"/>
                    </a:cubicBezTo>
                    <a:cubicBezTo>
                      <a:pt x="349" y="2659"/>
                      <a:pt x="338" y="2661"/>
                      <a:pt x="325" y="2666"/>
                    </a:cubicBezTo>
                    <a:cubicBezTo>
                      <a:pt x="262" y="2666"/>
                      <a:pt x="283" y="2666"/>
                      <a:pt x="241" y="2619"/>
                    </a:cubicBezTo>
                    <a:cubicBezTo>
                      <a:pt x="220" y="2598"/>
                      <a:pt x="220" y="2509"/>
                      <a:pt x="220" y="2446"/>
                    </a:cubicBezTo>
                    <a:cubicBezTo>
                      <a:pt x="220" y="2378"/>
                      <a:pt x="283" y="2273"/>
                      <a:pt x="304" y="2163"/>
                    </a:cubicBezTo>
                    <a:cubicBezTo>
                      <a:pt x="325" y="2053"/>
                      <a:pt x="393" y="2032"/>
                      <a:pt x="456" y="1985"/>
                    </a:cubicBezTo>
                    <a:cubicBezTo>
                      <a:pt x="506" y="1954"/>
                      <a:pt x="519" y="1935"/>
                      <a:pt x="547" y="1935"/>
                    </a:cubicBezTo>
                    <a:cubicBezTo>
                      <a:pt x="558" y="1935"/>
                      <a:pt x="570" y="1937"/>
                      <a:pt x="587" y="1943"/>
                    </a:cubicBezTo>
                    <a:cubicBezTo>
                      <a:pt x="634" y="1943"/>
                      <a:pt x="613" y="1964"/>
                      <a:pt x="655" y="1985"/>
                    </a:cubicBezTo>
                    <a:cubicBezTo>
                      <a:pt x="662" y="1989"/>
                      <a:pt x="667" y="1991"/>
                      <a:pt x="671" y="1991"/>
                    </a:cubicBezTo>
                    <a:cubicBezTo>
                      <a:pt x="689" y="1991"/>
                      <a:pt x="688" y="1960"/>
                      <a:pt x="721" y="1960"/>
                    </a:cubicBezTo>
                    <a:cubicBezTo>
                      <a:pt x="727" y="1960"/>
                      <a:pt x="735" y="1961"/>
                      <a:pt x="744" y="1964"/>
                    </a:cubicBezTo>
                    <a:cubicBezTo>
                      <a:pt x="786" y="1964"/>
                      <a:pt x="765" y="1985"/>
                      <a:pt x="828" y="1985"/>
                    </a:cubicBezTo>
                    <a:cubicBezTo>
                      <a:pt x="896" y="2011"/>
                      <a:pt x="896" y="2011"/>
                      <a:pt x="896" y="2032"/>
                    </a:cubicBezTo>
                    <a:cubicBezTo>
                      <a:pt x="917" y="2053"/>
                      <a:pt x="875" y="2116"/>
                      <a:pt x="849" y="2163"/>
                    </a:cubicBezTo>
                    <a:lnTo>
                      <a:pt x="849" y="2273"/>
                    </a:lnTo>
                    <a:cubicBezTo>
                      <a:pt x="865" y="2313"/>
                      <a:pt x="880" y="2327"/>
                      <a:pt x="893" y="2327"/>
                    </a:cubicBezTo>
                    <a:cubicBezTo>
                      <a:pt x="901" y="2327"/>
                      <a:pt x="909" y="2322"/>
                      <a:pt x="917" y="2315"/>
                    </a:cubicBezTo>
                    <a:cubicBezTo>
                      <a:pt x="959" y="2273"/>
                      <a:pt x="1006" y="2184"/>
                      <a:pt x="980" y="2116"/>
                    </a:cubicBezTo>
                    <a:cubicBezTo>
                      <a:pt x="980" y="2053"/>
                      <a:pt x="1006" y="2011"/>
                      <a:pt x="1027" y="1922"/>
                    </a:cubicBezTo>
                    <a:cubicBezTo>
                      <a:pt x="1069" y="1854"/>
                      <a:pt x="1090" y="1880"/>
                      <a:pt x="1158" y="1833"/>
                    </a:cubicBezTo>
                    <a:cubicBezTo>
                      <a:pt x="1241" y="1791"/>
                      <a:pt x="1351" y="1681"/>
                      <a:pt x="1419" y="1592"/>
                    </a:cubicBezTo>
                    <a:cubicBezTo>
                      <a:pt x="1482" y="1508"/>
                      <a:pt x="1503" y="1508"/>
                      <a:pt x="1571" y="1419"/>
                    </a:cubicBezTo>
                    <a:cubicBezTo>
                      <a:pt x="1634" y="1356"/>
                      <a:pt x="1702" y="1330"/>
                      <a:pt x="1791" y="1267"/>
                    </a:cubicBezTo>
                    <a:cubicBezTo>
                      <a:pt x="1896" y="1226"/>
                      <a:pt x="1943" y="1178"/>
                      <a:pt x="2053" y="1178"/>
                    </a:cubicBezTo>
                    <a:cubicBezTo>
                      <a:pt x="2073" y="1174"/>
                      <a:pt x="2084" y="1173"/>
                      <a:pt x="2089" y="1173"/>
                    </a:cubicBezTo>
                    <a:cubicBezTo>
                      <a:pt x="2111" y="1173"/>
                      <a:pt x="2015" y="1204"/>
                      <a:pt x="1964" y="1226"/>
                    </a:cubicBezTo>
                    <a:cubicBezTo>
                      <a:pt x="1922" y="1226"/>
                      <a:pt x="1943" y="1267"/>
                      <a:pt x="1985" y="1288"/>
                    </a:cubicBezTo>
                    <a:cubicBezTo>
                      <a:pt x="2027" y="1288"/>
                      <a:pt x="2053" y="1267"/>
                      <a:pt x="2137" y="1199"/>
                    </a:cubicBezTo>
                    <a:cubicBezTo>
                      <a:pt x="2181" y="1178"/>
                      <a:pt x="2204" y="1173"/>
                      <a:pt x="2220" y="1173"/>
                    </a:cubicBezTo>
                    <a:cubicBezTo>
                      <a:pt x="2236" y="1173"/>
                      <a:pt x="2247" y="1178"/>
                      <a:pt x="2268" y="1178"/>
                    </a:cubicBezTo>
                    <a:cubicBezTo>
                      <a:pt x="2315" y="1157"/>
                      <a:pt x="2268" y="1137"/>
                      <a:pt x="2226" y="1116"/>
                    </a:cubicBezTo>
                    <a:lnTo>
                      <a:pt x="2116" y="1116"/>
                    </a:lnTo>
                    <a:cubicBezTo>
                      <a:pt x="2074" y="1095"/>
                      <a:pt x="2095" y="1068"/>
                      <a:pt x="2137" y="1047"/>
                    </a:cubicBezTo>
                    <a:cubicBezTo>
                      <a:pt x="2184" y="1006"/>
                      <a:pt x="2205" y="1006"/>
                      <a:pt x="2184" y="964"/>
                    </a:cubicBezTo>
                    <a:cubicBezTo>
                      <a:pt x="2179" y="958"/>
                      <a:pt x="2172" y="956"/>
                      <a:pt x="2164" y="956"/>
                    </a:cubicBezTo>
                    <a:cubicBezTo>
                      <a:pt x="2132" y="956"/>
                      <a:pt x="2077" y="993"/>
                      <a:pt x="2006" y="1027"/>
                    </a:cubicBezTo>
                    <a:cubicBezTo>
                      <a:pt x="1971" y="1035"/>
                      <a:pt x="1951" y="1040"/>
                      <a:pt x="1942" y="1040"/>
                    </a:cubicBezTo>
                    <a:cubicBezTo>
                      <a:pt x="1929" y="1040"/>
                      <a:pt x="1940" y="1030"/>
                      <a:pt x="1964" y="1006"/>
                    </a:cubicBezTo>
                    <a:cubicBezTo>
                      <a:pt x="2006" y="964"/>
                      <a:pt x="2053" y="964"/>
                      <a:pt x="2116" y="938"/>
                    </a:cubicBezTo>
                    <a:cubicBezTo>
                      <a:pt x="2137" y="925"/>
                      <a:pt x="2155" y="920"/>
                      <a:pt x="2172" y="920"/>
                    </a:cubicBezTo>
                    <a:cubicBezTo>
                      <a:pt x="2210" y="920"/>
                      <a:pt x="2239" y="946"/>
                      <a:pt x="2268" y="964"/>
                    </a:cubicBezTo>
                    <a:cubicBezTo>
                      <a:pt x="2336" y="964"/>
                      <a:pt x="2357" y="938"/>
                      <a:pt x="2420" y="896"/>
                    </a:cubicBezTo>
                    <a:cubicBezTo>
                      <a:pt x="2467" y="875"/>
                      <a:pt x="2551" y="896"/>
                      <a:pt x="2598" y="854"/>
                    </a:cubicBezTo>
                    <a:cubicBezTo>
                      <a:pt x="2619" y="833"/>
                      <a:pt x="2598" y="807"/>
                      <a:pt x="2551" y="744"/>
                    </a:cubicBezTo>
                    <a:cubicBezTo>
                      <a:pt x="2488" y="676"/>
                      <a:pt x="2488" y="702"/>
                      <a:pt x="2467" y="655"/>
                    </a:cubicBezTo>
                    <a:cubicBezTo>
                      <a:pt x="2446" y="634"/>
                      <a:pt x="2488" y="592"/>
                      <a:pt x="2488" y="545"/>
                    </a:cubicBezTo>
                    <a:cubicBezTo>
                      <a:pt x="2488" y="505"/>
                      <a:pt x="2488" y="490"/>
                      <a:pt x="2470" y="490"/>
                    </a:cubicBezTo>
                    <a:cubicBezTo>
                      <a:pt x="2460" y="490"/>
                      <a:pt x="2445" y="495"/>
                      <a:pt x="2420" y="503"/>
                    </a:cubicBezTo>
                    <a:cubicBezTo>
                      <a:pt x="2378" y="503"/>
                      <a:pt x="2399" y="524"/>
                      <a:pt x="2357" y="545"/>
                    </a:cubicBezTo>
                    <a:cubicBezTo>
                      <a:pt x="2348" y="550"/>
                      <a:pt x="2340" y="552"/>
                      <a:pt x="2333" y="552"/>
                    </a:cubicBezTo>
                    <a:cubicBezTo>
                      <a:pt x="2305" y="552"/>
                      <a:pt x="2289" y="519"/>
                      <a:pt x="2289" y="503"/>
                    </a:cubicBezTo>
                    <a:cubicBezTo>
                      <a:pt x="2268" y="482"/>
                      <a:pt x="2336" y="461"/>
                      <a:pt x="2315" y="440"/>
                    </a:cubicBezTo>
                    <a:cubicBezTo>
                      <a:pt x="2289" y="393"/>
                      <a:pt x="2289" y="372"/>
                      <a:pt x="2226" y="372"/>
                    </a:cubicBezTo>
                    <a:cubicBezTo>
                      <a:pt x="2215" y="366"/>
                      <a:pt x="2208" y="364"/>
                      <a:pt x="2203" y="364"/>
                    </a:cubicBezTo>
                    <a:cubicBezTo>
                      <a:pt x="2190" y="364"/>
                      <a:pt x="2192" y="383"/>
                      <a:pt x="2158" y="414"/>
                    </a:cubicBezTo>
                    <a:cubicBezTo>
                      <a:pt x="2116" y="482"/>
                      <a:pt x="2116" y="461"/>
                      <a:pt x="2095" y="482"/>
                    </a:cubicBezTo>
                    <a:cubicBezTo>
                      <a:pt x="2053" y="482"/>
                      <a:pt x="2053" y="503"/>
                      <a:pt x="2027" y="545"/>
                    </a:cubicBezTo>
                    <a:cubicBezTo>
                      <a:pt x="2027" y="592"/>
                      <a:pt x="2027" y="571"/>
                      <a:pt x="2006" y="613"/>
                    </a:cubicBezTo>
                    <a:cubicBezTo>
                      <a:pt x="1964" y="655"/>
                      <a:pt x="1943" y="655"/>
                      <a:pt x="1896" y="655"/>
                    </a:cubicBezTo>
                    <a:cubicBezTo>
                      <a:pt x="1854" y="676"/>
                      <a:pt x="1875" y="655"/>
                      <a:pt x="1833" y="702"/>
                    </a:cubicBezTo>
                    <a:cubicBezTo>
                      <a:pt x="1812" y="744"/>
                      <a:pt x="1833" y="765"/>
                      <a:pt x="1791" y="807"/>
                    </a:cubicBezTo>
                    <a:cubicBezTo>
                      <a:pt x="1758" y="825"/>
                      <a:pt x="1737" y="841"/>
                      <a:pt x="1721" y="841"/>
                    </a:cubicBezTo>
                    <a:cubicBezTo>
                      <a:pt x="1714" y="841"/>
                      <a:pt x="1708" y="839"/>
                      <a:pt x="1702" y="833"/>
                    </a:cubicBezTo>
                    <a:cubicBezTo>
                      <a:pt x="1702" y="833"/>
                      <a:pt x="1681" y="786"/>
                      <a:pt x="1702" y="744"/>
                    </a:cubicBezTo>
                    <a:cubicBezTo>
                      <a:pt x="1744" y="676"/>
                      <a:pt x="1791" y="655"/>
                      <a:pt x="1765" y="634"/>
                    </a:cubicBezTo>
                    <a:cubicBezTo>
                      <a:pt x="1744" y="613"/>
                      <a:pt x="1723" y="592"/>
                      <a:pt x="1681" y="571"/>
                    </a:cubicBezTo>
                    <a:cubicBezTo>
                      <a:pt x="1634" y="524"/>
                      <a:pt x="1660" y="482"/>
                      <a:pt x="1702" y="414"/>
                    </a:cubicBezTo>
                    <a:cubicBezTo>
                      <a:pt x="1744" y="372"/>
                      <a:pt x="1854" y="330"/>
                      <a:pt x="1922" y="309"/>
                    </a:cubicBezTo>
                    <a:cubicBezTo>
                      <a:pt x="1985" y="283"/>
                      <a:pt x="2074" y="283"/>
                      <a:pt x="2137" y="241"/>
                    </a:cubicBezTo>
                    <a:cubicBezTo>
                      <a:pt x="2205" y="220"/>
                      <a:pt x="2158" y="220"/>
                      <a:pt x="2205" y="199"/>
                    </a:cubicBezTo>
                    <a:cubicBezTo>
                      <a:pt x="2268" y="199"/>
                      <a:pt x="2289" y="199"/>
                      <a:pt x="2336" y="178"/>
                    </a:cubicBezTo>
                    <a:cubicBezTo>
                      <a:pt x="2378" y="178"/>
                      <a:pt x="2399" y="131"/>
                      <a:pt x="2399" y="110"/>
                    </a:cubicBezTo>
                    <a:cubicBezTo>
                      <a:pt x="2399" y="97"/>
                      <a:pt x="2395" y="92"/>
                      <a:pt x="2388" y="92"/>
                    </a:cubicBezTo>
                    <a:cubicBezTo>
                      <a:pt x="2373" y="92"/>
                      <a:pt x="2344" y="117"/>
                      <a:pt x="2315" y="131"/>
                    </a:cubicBezTo>
                    <a:cubicBezTo>
                      <a:pt x="2288" y="158"/>
                      <a:pt x="2270" y="170"/>
                      <a:pt x="2255" y="170"/>
                    </a:cubicBezTo>
                    <a:cubicBezTo>
                      <a:pt x="2244" y="170"/>
                      <a:pt x="2235" y="163"/>
                      <a:pt x="2226" y="152"/>
                    </a:cubicBezTo>
                    <a:cubicBezTo>
                      <a:pt x="2205" y="152"/>
                      <a:pt x="2268" y="110"/>
                      <a:pt x="2289" y="89"/>
                    </a:cubicBezTo>
                    <a:cubicBezTo>
                      <a:pt x="2315" y="89"/>
                      <a:pt x="2336" y="47"/>
                      <a:pt x="2336" y="21"/>
                    </a:cubicBezTo>
                    <a:cubicBezTo>
                      <a:pt x="2332" y="18"/>
                      <a:pt x="2329" y="16"/>
                      <a:pt x="2325" y="16"/>
                    </a:cubicBezTo>
                    <a:cubicBezTo>
                      <a:pt x="2306" y="16"/>
                      <a:pt x="2282" y="54"/>
                      <a:pt x="2247" y="89"/>
                    </a:cubicBezTo>
                    <a:cubicBezTo>
                      <a:pt x="2184" y="131"/>
                      <a:pt x="2184" y="131"/>
                      <a:pt x="2116" y="131"/>
                    </a:cubicBezTo>
                    <a:cubicBezTo>
                      <a:pt x="2074" y="131"/>
                      <a:pt x="2074" y="110"/>
                      <a:pt x="2027" y="110"/>
                    </a:cubicBezTo>
                    <a:cubicBezTo>
                      <a:pt x="1985" y="110"/>
                      <a:pt x="1985" y="89"/>
                      <a:pt x="2027" y="68"/>
                    </a:cubicBezTo>
                    <a:cubicBezTo>
                      <a:pt x="2095" y="47"/>
                      <a:pt x="2095" y="0"/>
                      <a:pt x="202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4" name="Google Shape;2624;p58">
                <a:extLst>
                  <a:ext uri="{FF2B5EF4-FFF2-40B4-BE49-F238E27FC236}">
                    <a16:creationId xmlns:a16="http://schemas.microsoft.com/office/drawing/2014/main" id="{302474DE-BCF1-C076-7305-8CE72B1E9238}"/>
                  </a:ext>
                </a:extLst>
              </p:cNvPr>
              <p:cNvSpPr/>
              <p:nvPr/>
            </p:nvSpPr>
            <p:spPr>
              <a:xfrm>
                <a:off x="3361834" y="499832"/>
                <a:ext cx="686283" cy="1316037"/>
              </a:xfrm>
              <a:custGeom>
                <a:avLst/>
                <a:gdLst/>
                <a:ahLst/>
                <a:cxnLst/>
                <a:rect l="l" t="t" r="r" b="b"/>
                <a:pathLst>
                  <a:path w="3641" h="6982" extrusionOk="0">
                    <a:moveTo>
                      <a:pt x="980" y="2158"/>
                    </a:moveTo>
                    <a:cubicBezTo>
                      <a:pt x="980" y="2184"/>
                      <a:pt x="980" y="2226"/>
                      <a:pt x="959" y="2247"/>
                    </a:cubicBezTo>
                    <a:lnTo>
                      <a:pt x="959" y="2268"/>
                    </a:lnTo>
                    <a:lnTo>
                      <a:pt x="938" y="2247"/>
                    </a:lnTo>
                    <a:lnTo>
                      <a:pt x="959" y="2226"/>
                    </a:lnTo>
                    <a:cubicBezTo>
                      <a:pt x="959" y="2205"/>
                      <a:pt x="959" y="2184"/>
                      <a:pt x="980" y="2158"/>
                    </a:cubicBezTo>
                    <a:close/>
                    <a:moveTo>
                      <a:pt x="566" y="2598"/>
                    </a:moveTo>
                    <a:cubicBezTo>
                      <a:pt x="545" y="2619"/>
                      <a:pt x="545" y="2639"/>
                      <a:pt x="499" y="2706"/>
                    </a:cubicBezTo>
                    <a:lnTo>
                      <a:pt x="499" y="2706"/>
                    </a:lnTo>
                    <a:cubicBezTo>
                      <a:pt x="501" y="2691"/>
                      <a:pt x="507" y="2675"/>
                      <a:pt x="524" y="2661"/>
                    </a:cubicBezTo>
                    <a:cubicBezTo>
                      <a:pt x="545" y="2619"/>
                      <a:pt x="545" y="2598"/>
                      <a:pt x="545" y="2598"/>
                    </a:cubicBezTo>
                    <a:close/>
                    <a:moveTo>
                      <a:pt x="1985" y="131"/>
                    </a:moveTo>
                    <a:cubicBezTo>
                      <a:pt x="1985" y="152"/>
                      <a:pt x="1985" y="173"/>
                      <a:pt x="2006" y="194"/>
                    </a:cubicBezTo>
                    <a:cubicBezTo>
                      <a:pt x="2027" y="220"/>
                      <a:pt x="2048" y="220"/>
                      <a:pt x="2069" y="220"/>
                    </a:cubicBezTo>
                    <a:lnTo>
                      <a:pt x="2179" y="220"/>
                    </a:lnTo>
                    <a:lnTo>
                      <a:pt x="2179" y="241"/>
                    </a:lnTo>
                    <a:lnTo>
                      <a:pt x="2158" y="241"/>
                    </a:lnTo>
                    <a:cubicBezTo>
                      <a:pt x="2137" y="262"/>
                      <a:pt x="2095" y="262"/>
                      <a:pt x="2069" y="262"/>
                    </a:cubicBezTo>
                    <a:cubicBezTo>
                      <a:pt x="2027" y="283"/>
                      <a:pt x="1985" y="283"/>
                      <a:pt x="1938" y="283"/>
                    </a:cubicBezTo>
                    <a:cubicBezTo>
                      <a:pt x="1917" y="304"/>
                      <a:pt x="1854" y="325"/>
                      <a:pt x="1807" y="351"/>
                    </a:cubicBezTo>
                    <a:cubicBezTo>
                      <a:pt x="1765" y="372"/>
                      <a:pt x="1723" y="393"/>
                      <a:pt x="1702" y="435"/>
                    </a:cubicBezTo>
                    <a:cubicBezTo>
                      <a:pt x="1676" y="456"/>
                      <a:pt x="1655" y="503"/>
                      <a:pt x="1655" y="524"/>
                    </a:cubicBezTo>
                    <a:cubicBezTo>
                      <a:pt x="1634" y="545"/>
                      <a:pt x="1634" y="566"/>
                      <a:pt x="1655" y="587"/>
                    </a:cubicBezTo>
                    <a:cubicBezTo>
                      <a:pt x="1655" y="613"/>
                      <a:pt x="1676" y="634"/>
                      <a:pt x="1702" y="655"/>
                    </a:cubicBezTo>
                    <a:cubicBezTo>
                      <a:pt x="1723" y="676"/>
                      <a:pt x="1744" y="676"/>
                      <a:pt x="1744" y="697"/>
                    </a:cubicBezTo>
                    <a:cubicBezTo>
                      <a:pt x="1744" y="697"/>
                      <a:pt x="1723" y="718"/>
                      <a:pt x="1702" y="744"/>
                    </a:cubicBezTo>
                    <a:cubicBezTo>
                      <a:pt x="1676" y="786"/>
                      <a:pt x="1676" y="807"/>
                      <a:pt x="1676" y="849"/>
                    </a:cubicBezTo>
                    <a:cubicBezTo>
                      <a:pt x="1676" y="875"/>
                      <a:pt x="1702" y="896"/>
                      <a:pt x="1723" y="917"/>
                    </a:cubicBezTo>
                    <a:cubicBezTo>
                      <a:pt x="1723" y="938"/>
                      <a:pt x="1744" y="938"/>
                      <a:pt x="1765" y="938"/>
                    </a:cubicBezTo>
                    <a:lnTo>
                      <a:pt x="1807" y="938"/>
                    </a:lnTo>
                    <a:cubicBezTo>
                      <a:pt x="1833" y="917"/>
                      <a:pt x="1854" y="896"/>
                      <a:pt x="1875" y="875"/>
                    </a:cubicBezTo>
                    <a:cubicBezTo>
                      <a:pt x="1896" y="849"/>
                      <a:pt x="1896" y="828"/>
                      <a:pt x="1917" y="807"/>
                    </a:cubicBezTo>
                    <a:cubicBezTo>
                      <a:pt x="1917" y="807"/>
                      <a:pt x="1917" y="786"/>
                      <a:pt x="1938" y="765"/>
                    </a:cubicBezTo>
                    <a:lnTo>
                      <a:pt x="1964" y="765"/>
                    </a:lnTo>
                    <a:cubicBezTo>
                      <a:pt x="1964" y="744"/>
                      <a:pt x="1985" y="744"/>
                      <a:pt x="2006" y="744"/>
                    </a:cubicBezTo>
                    <a:cubicBezTo>
                      <a:pt x="2027" y="718"/>
                      <a:pt x="2048" y="718"/>
                      <a:pt x="2069" y="676"/>
                    </a:cubicBezTo>
                    <a:cubicBezTo>
                      <a:pt x="2116" y="655"/>
                      <a:pt x="2116" y="655"/>
                      <a:pt x="2137" y="613"/>
                    </a:cubicBezTo>
                    <a:lnTo>
                      <a:pt x="2137" y="566"/>
                    </a:lnTo>
                    <a:cubicBezTo>
                      <a:pt x="2158" y="566"/>
                      <a:pt x="2179" y="566"/>
                      <a:pt x="2200" y="545"/>
                    </a:cubicBezTo>
                    <a:cubicBezTo>
                      <a:pt x="2226" y="545"/>
                      <a:pt x="2226" y="524"/>
                      <a:pt x="2247" y="503"/>
                    </a:cubicBezTo>
                    <a:cubicBezTo>
                      <a:pt x="2268" y="482"/>
                      <a:pt x="2268" y="482"/>
                      <a:pt x="2268" y="456"/>
                    </a:cubicBezTo>
                    <a:lnTo>
                      <a:pt x="2289" y="482"/>
                    </a:lnTo>
                    <a:lnTo>
                      <a:pt x="2289" y="503"/>
                    </a:lnTo>
                    <a:cubicBezTo>
                      <a:pt x="2268" y="524"/>
                      <a:pt x="2268" y="566"/>
                      <a:pt x="2289" y="587"/>
                    </a:cubicBezTo>
                    <a:cubicBezTo>
                      <a:pt x="2289" y="587"/>
                      <a:pt x="2289" y="613"/>
                      <a:pt x="2310" y="634"/>
                    </a:cubicBezTo>
                    <a:cubicBezTo>
                      <a:pt x="2310" y="634"/>
                      <a:pt x="2331" y="655"/>
                      <a:pt x="2357" y="655"/>
                    </a:cubicBezTo>
                    <a:cubicBezTo>
                      <a:pt x="2378" y="655"/>
                      <a:pt x="2399" y="655"/>
                      <a:pt x="2399" y="634"/>
                    </a:cubicBezTo>
                    <a:cubicBezTo>
                      <a:pt x="2441" y="634"/>
                      <a:pt x="2462" y="613"/>
                      <a:pt x="2462" y="587"/>
                    </a:cubicBezTo>
                    <a:lnTo>
                      <a:pt x="2462" y="634"/>
                    </a:lnTo>
                    <a:cubicBezTo>
                      <a:pt x="2462" y="655"/>
                      <a:pt x="2441" y="655"/>
                      <a:pt x="2441" y="676"/>
                    </a:cubicBezTo>
                    <a:cubicBezTo>
                      <a:pt x="2441" y="697"/>
                      <a:pt x="2462" y="718"/>
                      <a:pt x="2462" y="744"/>
                    </a:cubicBezTo>
                    <a:cubicBezTo>
                      <a:pt x="2488" y="765"/>
                      <a:pt x="2509" y="765"/>
                      <a:pt x="2509" y="786"/>
                    </a:cubicBezTo>
                    <a:cubicBezTo>
                      <a:pt x="2509" y="786"/>
                      <a:pt x="2530" y="786"/>
                      <a:pt x="2551" y="807"/>
                    </a:cubicBezTo>
                    <a:cubicBezTo>
                      <a:pt x="2572" y="849"/>
                      <a:pt x="2572" y="849"/>
                      <a:pt x="2572" y="875"/>
                    </a:cubicBezTo>
                    <a:lnTo>
                      <a:pt x="2551" y="875"/>
                    </a:lnTo>
                    <a:cubicBezTo>
                      <a:pt x="2509" y="875"/>
                      <a:pt x="2462" y="875"/>
                      <a:pt x="2420" y="896"/>
                    </a:cubicBezTo>
                    <a:cubicBezTo>
                      <a:pt x="2399" y="917"/>
                      <a:pt x="2378" y="938"/>
                      <a:pt x="2378" y="938"/>
                    </a:cubicBezTo>
                    <a:cubicBezTo>
                      <a:pt x="2367" y="948"/>
                      <a:pt x="2362" y="953"/>
                      <a:pt x="2356" y="953"/>
                    </a:cubicBezTo>
                    <a:cubicBezTo>
                      <a:pt x="2350" y="953"/>
                      <a:pt x="2344" y="948"/>
                      <a:pt x="2331" y="938"/>
                    </a:cubicBezTo>
                    <a:cubicBezTo>
                      <a:pt x="2310" y="938"/>
                      <a:pt x="2289" y="917"/>
                      <a:pt x="2247" y="917"/>
                    </a:cubicBezTo>
                    <a:cubicBezTo>
                      <a:pt x="2226" y="917"/>
                      <a:pt x="2179" y="917"/>
                      <a:pt x="2137" y="938"/>
                    </a:cubicBezTo>
                    <a:cubicBezTo>
                      <a:pt x="2095" y="938"/>
                      <a:pt x="2069" y="938"/>
                      <a:pt x="2048" y="959"/>
                    </a:cubicBezTo>
                    <a:cubicBezTo>
                      <a:pt x="2027" y="959"/>
                      <a:pt x="2006" y="980"/>
                      <a:pt x="1985" y="1006"/>
                    </a:cubicBezTo>
                    <a:cubicBezTo>
                      <a:pt x="1964" y="1006"/>
                      <a:pt x="1964" y="1027"/>
                      <a:pt x="1938" y="1027"/>
                    </a:cubicBezTo>
                    <a:lnTo>
                      <a:pt x="1938" y="1048"/>
                    </a:lnTo>
                    <a:cubicBezTo>
                      <a:pt x="1938" y="1048"/>
                      <a:pt x="1917" y="1048"/>
                      <a:pt x="1917" y="1069"/>
                    </a:cubicBezTo>
                    <a:lnTo>
                      <a:pt x="1917" y="1089"/>
                    </a:lnTo>
                    <a:lnTo>
                      <a:pt x="1938" y="1110"/>
                    </a:lnTo>
                    <a:lnTo>
                      <a:pt x="1964" y="1137"/>
                    </a:lnTo>
                    <a:lnTo>
                      <a:pt x="2006" y="1137"/>
                    </a:lnTo>
                    <a:cubicBezTo>
                      <a:pt x="2027" y="1137"/>
                      <a:pt x="2027" y="1110"/>
                      <a:pt x="2069" y="1110"/>
                    </a:cubicBezTo>
                    <a:lnTo>
                      <a:pt x="2095" y="1089"/>
                    </a:lnTo>
                    <a:lnTo>
                      <a:pt x="2095" y="1110"/>
                    </a:lnTo>
                    <a:cubicBezTo>
                      <a:pt x="2069" y="1110"/>
                      <a:pt x="2069" y="1137"/>
                      <a:pt x="2095" y="1158"/>
                    </a:cubicBezTo>
                    <a:cubicBezTo>
                      <a:pt x="1964" y="1179"/>
                      <a:pt x="1917" y="1199"/>
                      <a:pt x="1807" y="1268"/>
                    </a:cubicBezTo>
                    <a:cubicBezTo>
                      <a:pt x="1723" y="1330"/>
                      <a:pt x="1655" y="1351"/>
                      <a:pt x="1571" y="1440"/>
                    </a:cubicBezTo>
                    <a:cubicBezTo>
                      <a:pt x="1503" y="1503"/>
                      <a:pt x="1482" y="1529"/>
                      <a:pt x="1414" y="1613"/>
                    </a:cubicBezTo>
                    <a:cubicBezTo>
                      <a:pt x="1352" y="1681"/>
                      <a:pt x="1242" y="1791"/>
                      <a:pt x="1179" y="1833"/>
                    </a:cubicBezTo>
                    <a:cubicBezTo>
                      <a:pt x="1153" y="1854"/>
                      <a:pt x="1132" y="1854"/>
                      <a:pt x="1111" y="1854"/>
                    </a:cubicBezTo>
                    <a:cubicBezTo>
                      <a:pt x="1069" y="1875"/>
                      <a:pt x="1048" y="1922"/>
                      <a:pt x="1022" y="1964"/>
                    </a:cubicBezTo>
                    <a:cubicBezTo>
                      <a:pt x="1010" y="1987"/>
                      <a:pt x="999" y="2017"/>
                      <a:pt x="991" y="2051"/>
                    </a:cubicBezTo>
                    <a:lnTo>
                      <a:pt x="991" y="2051"/>
                    </a:lnTo>
                    <a:cubicBezTo>
                      <a:pt x="980" y="2044"/>
                      <a:pt x="980" y="2027"/>
                      <a:pt x="980" y="2027"/>
                    </a:cubicBezTo>
                    <a:lnTo>
                      <a:pt x="959" y="2006"/>
                    </a:lnTo>
                    <a:cubicBezTo>
                      <a:pt x="938" y="1985"/>
                      <a:pt x="917" y="1985"/>
                      <a:pt x="870" y="1985"/>
                    </a:cubicBezTo>
                    <a:lnTo>
                      <a:pt x="849" y="1985"/>
                    </a:lnTo>
                    <a:cubicBezTo>
                      <a:pt x="849" y="1985"/>
                      <a:pt x="828" y="1964"/>
                      <a:pt x="786" y="1943"/>
                    </a:cubicBezTo>
                    <a:cubicBezTo>
                      <a:pt x="760" y="1943"/>
                      <a:pt x="739" y="1943"/>
                      <a:pt x="718" y="1964"/>
                    </a:cubicBezTo>
                    <a:lnTo>
                      <a:pt x="697" y="1985"/>
                    </a:lnTo>
                    <a:lnTo>
                      <a:pt x="697" y="1964"/>
                    </a:lnTo>
                    <a:cubicBezTo>
                      <a:pt x="697" y="1964"/>
                      <a:pt x="655" y="1922"/>
                      <a:pt x="629" y="1922"/>
                    </a:cubicBezTo>
                    <a:cubicBezTo>
                      <a:pt x="608" y="1922"/>
                      <a:pt x="566" y="1922"/>
                      <a:pt x="545" y="1943"/>
                    </a:cubicBezTo>
                    <a:cubicBezTo>
                      <a:pt x="524" y="1943"/>
                      <a:pt x="498" y="1964"/>
                      <a:pt x="456" y="1985"/>
                    </a:cubicBezTo>
                    <a:cubicBezTo>
                      <a:pt x="393" y="2027"/>
                      <a:pt x="325" y="2074"/>
                      <a:pt x="304" y="2184"/>
                    </a:cubicBezTo>
                    <a:cubicBezTo>
                      <a:pt x="262" y="2289"/>
                      <a:pt x="215" y="2399"/>
                      <a:pt x="215" y="2488"/>
                    </a:cubicBezTo>
                    <a:lnTo>
                      <a:pt x="215" y="2598"/>
                    </a:lnTo>
                    <a:cubicBezTo>
                      <a:pt x="215" y="2640"/>
                      <a:pt x="215" y="2682"/>
                      <a:pt x="262" y="2708"/>
                    </a:cubicBezTo>
                    <a:cubicBezTo>
                      <a:pt x="262" y="2708"/>
                      <a:pt x="262" y="2729"/>
                      <a:pt x="283" y="2750"/>
                    </a:cubicBezTo>
                    <a:lnTo>
                      <a:pt x="456" y="2750"/>
                    </a:lnTo>
                    <a:cubicBezTo>
                      <a:pt x="477" y="2750"/>
                      <a:pt x="477" y="2729"/>
                      <a:pt x="477" y="2729"/>
                    </a:cubicBezTo>
                    <a:lnTo>
                      <a:pt x="477" y="2729"/>
                    </a:lnTo>
                    <a:cubicBezTo>
                      <a:pt x="477" y="2750"/>
                      <a:pt x="477" y="2750"/>
                      <a:pt x="456" y="2750"/>
                    </a:cubicBezTo>
                    <a:cubicBezTo>
                      <a:pt x="456" y="2771"/>
                      <a:pt x="435" y="2771"/>
                      <a:pt x="435" y="2791"/>
                    </a:cubicBezTo>
                    <a:cubicBezTo>
                      <a:pt x="414" y="2812"/>
                      <a:pt x="435" y="2860"/>
                      <a:pt x="435" y="2860"/>
                    </a:cubicBezTo>
                    <a:cubicBezTo>
                      <a:pt x="435" y="2881"/>
                      <a:pt x="456" y="2901"/>
                      <a:pt x="456" y="2922"/>
                    </a:cubicBezTo>
                    <a:cubicBezTo>
                      <a:pt x="477" y="2943"/>
                      <a:pt x="524" y="2970"/>
                      <a:pt x="545" y="2970"/>
                    </a:cubicBezTo>
                    <a:cubicBezTo>
                      <a:pt x="566" y="2970"/>
                      <a:pt x="566" y="2943"/>
                      <a:pt x="587" y="2943"/>
                    </a:cubicBezTo>
                    <a:cubicBezTo>
                      <a:pt x="608" y="3011"/>
                      <a:pt x="629" y="3053"/>
                      <a:pt x="608" y="3100"/>
                    </a:cubicBezTo>
                    <a:cubicBezTo>
                      <a:pt x="587" y="3142"/>
                      <a:pt x="545" y="3205"/>
                      <a:pt x="566" y="3294"/>
                    </a:cubicBezTo>
                    <a:lnTo>
                      <a:pt x="566" y="3336"/>
                    </a:lnTo>
                    <a:cubicBezTo>
                      <a:pt x="566" y="3315"/>
                      <a:pt x="545" y="3315"/>
                      <a:pt x="545" y="3315"/>
                    </a:cubicBezTo>
                    <a:cubicBezTo>
                      <a:pt x="566" y="3252"/>
                      <a:pt x="524" y="3205"/>
                      <a:pt x="498" y="3142"/>
                    </a:cubicBezTo>
                    <a:cubicBezTo>
                      <a:pt x="477" y="3074"/>
                      <a:pt x="435" y="3011"/>
                      <a:pt x="414" y="2970"/>
                    </a:cubicBezTo>
                    <a:cubicBezTo>
                      <a:pt x="346" y="2901"/>
                      <a:pt x="304" y="2860"/>
                      <a:pt x="236" y="2771"/>
                    </a:cubicBezTo>
                    <a:cubicBezTo>
                      <a:pt x="173" y="2661"/>
                      <a:pt x="131" y="2598"/>
                      <a:pt x="131" y="2530"/>
                    </a:cubicBezTo>
                    <a:cubicBezTo>
                      <a:pt x="131" y="2420"/>
                      <a:pt x="131" y="2357"/>
                      <a:pt x="152" y="2289"/>
                    </a:cubicBezTo>
                    <a:cubicBezTo>
                      <a:pt x="194" y="2184"/>
                      <a:pt x="194" y="2095"/>
                      <a:pt x="215" y="2027"/>
                    </a:cubicBezTo>
                    <a:cubicBezTo>
                      <a:pt x="236" y="1922"/>
                      <a:pt x="236" y="1896"/>
                      <a:pt x="283" y="1833"/>
                    </a:cubicBezTo>
                    <a:cubicBezTo>
                      <a:pt x="325" y="1744"/>
                      <a:pt x="325" y="1681"/>
                      <a:pt x="325" y="1681"/>
                    </a:cubicBezTo>
                    <a:lnTo>
                      <a:pt x="325" y="1660"/>
                    </a:lnTo>
                    <a:lnTo>
                      <a:pt x="304" y="1660"/>
                    </a:lnTo>
                    <a:cubicBezTo>
                      <a:pt x="325" y="1613"/>
                      <a:pt x="325" y="1592"/>
                      <a:pt x="346" y="1571"/>
                    </a:cubicBezTo>
                    <a:cubicBezTo>
                      <a:pt x="346" y="1571"/>
                      <a:pt x="393" y="1482"/>
                      <a:pt x="456" y="1398"/>
                    </a:cubicBezTo>
                    <a:cubicBezTo>
                      <a:pt x="498" y="1309"/>
                      <a:pt x="587" y="1199"/>
                      <a:pt x="629" y="1137"/>
                    </a:cubicBezTo>
                    <a:cubicBezTo>
                      <a:pt x="655" y="1069"/>
                      <a:pt x="786" y="938"/>
                      <a:pt x="917" y="828"/>
                    </a:cubicBezTo>
                    <a:cubicBezTo>
                      <a:pt x="1048" y="718"/>
                      <a:pt x="1179" y="613"/>
                      <a:pt x="1221" y="587"/>
                    </a:cubicBezTo>
                    <a:cubicBezTo>
                      <a:pt x="1310" y="503"/>
                      <a:pt x="1592" y="325"/>
                      <a:pt x="1786" y="241"/>
                    </a:cubicBezTo>
                    <a:cubicBezTo>
                      <a:pt x="1917" y="173"/>
                      <a:pt x="1938" y="152"/>
                      <a:pt x="1985" y="131"/>
                    </a:cubicBezTo>
                    <a:close/>
                    <a:moveTo>
                      <a:pt x="1090" y="3383"/>
                    </a:moveTo>
                    <a:cubicBezTo>
                      <a:pt x="1179" y="3383"/>
                      <a:pt x="1221" y="3404"/>
                      <a:pt x="1262" y="3446"/>
                    </a:cubicBezTo>
                    <a:cubicBezTo>
                      <a:pt x="1310" y="3467"/>
                      <a:pt x="1352" y="3467"/>
                      <a:pt x="1393" y="3467"/>
                    </a:cubicBezTo>
                    <a:cubicBezTo>
                      <a:pt x="1414" y="3467"/>
                      <a:pt x="1441" y="3467"/>
                      <a:pt x="1524" y="3514"/>
                    </a:cubicBezTo>
                    <a:cubicBezTo>
                      <a:pt x="1676" y="3577"/>
                      <a:pt x="1807" y="3666"/>
                      <a:pt x="1985" y="3776"/>
                    </a:cubicBezTo>
                    <a:cubicBezTo>
                      <a:pt x="2069" y="3818"/>
                      <a:pt x="2137" y="3839"/>
                      <a:pt x="2179" y="3860"/>
                    </a:cubicBezTo>
                    <a:cubicBezTo>
                      <a:pt x="2226" y="3886"/>
                      <a:pt x="2268" y="3907"/>
                      <a:pt x="2331" y="3970"/>
                    </a:cubicBezTo>
                    <a:cubicBezTo>
                      <a:pt x="2399" y="4038"/>
                      <a:pt x="2420" y="4080"/>
                      <a:pt x="2420" y="4148"/>
                    </a:cubicBezTo>
                    <a:cubicBezTo>
                      <a:pt x="2441" y="4190"/>
                      <a:pt x="2462" y="4253"/>
                      <a:pt x="2530" y="4300"/>
                    </a:cubicBezTo>
                    <a:cubicBezTo>
                      <a:pt x="2640" y="4384"/>
                      <a:pt x="2750" y="4410"/>
                      <a:pt x="3012" y="4514"/>
                    </a:cubicBezTo>
                    <a:cubicBezTo>
                      <a:pt x="3143" y="4562"/>
                      <a:pt x="3226" y="4583"/>
                      <a:pt x="3294" y="4583"/>
                    </a:cubicBezTo>
                    <a:cubicBezTo>
                      <a:pt x="3336" y="4603"/>
                      <a:pt x="3357" y="4624"/>
                      <a:pt x="3425" y="4645"/>
                    </a:cubicBezTo>
                    <a:cubicBezTo>
                      <a:pt x="3509" y="4713"/>
                      <a:pt x="3509" y="4802"/>
                      <a:pt x="3488" y="4865"/>
                    </a:cubicBezTo>
                    <a:cubicBezTo>
                      <a:pt x="3467" y="4886"/>
                      <a:pt x="3446" y="4907"/>
                      <a:pt x="3404" y="4954"/>
                    </a:cubicBezTo>
                    <a:cubicBezTo>
                      <a:pt x="3357" y="4996"/>
                      <a:pt x="3315" y="5038"/>
                      <a:pt x="3273" y="5085"/>
                    </a:cubicBezTo>
                    <a:cubicBezTo>
                      <a:pt x="3247" y="5127"/>
                      <a:pt x="3226" y="5148"/>
                      <a:pt x="3226" y="5169"/>
                    </a:cubicBezTo>
                    <a:cubicBezTo>
                      <a:pt x="3205" y="5216"/>
                      <a:pt x="3205" y="5258"/>
                      <a:pt x="3184" y="5347"/>
                    </a:cubicBezTo>
                    <a:cubicBezTo>
                      <a:pt x="3184" y="5499"/>
                      <a:pt x="3143" y="5562"/>
                      <a:pt x="3053" y="5630"/>
                    </a:cubicBezTo>
                    <a:cubicBezTo>
                      <a:pt x="3033" y="5672"/>
                      <a:pt x="2985" y="5672"/>
                      <a:pt x="2944" y="5672"/>
                    </a:cubicBezTo>
                    <a:cubicBezTo>
                      <a:pt x="2902" y="5693"/>
                      <a:pt x="2854" y="5693"/>
                      <a:pt x="2792" y="5719"/>
                    </a:cubicBezTo>
                    <a:cubicBezTo>
                      <a:pt x="2750" y="5761"/>
                      <a:pt x="2703" y="5782"/>
                      <a:pt x="2682" y="5803"/>
                    </a:cubicBezTo>
                    <a:cubicBezTo>
                      <a:pt x="2661" y="5824"/>
                      <a:pt x="2661" y="5850"/>
                      <a:pt x="2640" y="5871"/>
                    </a:cubicBezTo>
                    <a:cubicBezTo>
                      <a:pt x="2640" y="5871"/>
                      <a:pt x="2619" y="5913"/>
                      <a:pt x="2593" y="5934"/>
                    </a:cubicBezTo>
                    <a:cubicBezTo>
                      <a:pt x="2572" y="5955"/>
                      <a:pt x="2551" y="6002"/>
                      <a:pt x="2530" y="6044"/>
                    </a:cubicBezTo>
                    <a:cubicBezTo>
                      <a:pt x="2462" y="6112"/>
                      <a:pt x="2399" y="6195"/>
                      <a:pt x="2357" y="6243"/>
                    </a:cubicBezTo>
                    <a:cubicBezTo>
                      <a:pt x="2289" y="6305"/>
                      <a:pt x="2289" y="6326"/>
                      <a:pt x="2268" y="6347"/>
                    </a:cubicBezTo>
                    <a:cubicBezTo>
                      <a:pt x="2268" y="6374"/>
                      <a:pt x="2268" y="6374"/>
                      <a:pt x="2226" y="6394"/>
                    </a:cubicBezTo>
                    <a:cubicBezTo>
                      <a:pt x="2179" y="6415"/>
                      <a:pt x="2158" y="6415"/>
                      <a:pt x="2116" y="6436"/>
                    </a:cubicBezTo>
                    <a:cubicBezTo>
                      <a:pt x="2116" y="6436"/>
                      <a:pt x="2095" y="6436"/>
                      <a:pt x="2069" y="6457"/>
                    </a:cubicBezTo>
                    <a:cubicBezTo>
                      <a:pt x="2048" y="6478"/>
                      <a:pt x="2048" y="6504"/>
                      <a:pt x="2048" y="6525"/>
                    </a:cubicBezTo>
                    <a:cubicBezTo>
                      <a:pt x="2027" y="6567"/>
                      <a:pt x="2048" y="6588"/>
                      <a:pt x="2048" y="6635"/>
                    </a:cubicBezTo>
                    <a:cubicBezTo>
                      <a:pt x="2069" y="6656"/>
                      <a:pt x="2095" y="6698"/>
                      <a:pt x="2116" y="6740"/>
                    </a:cubicBezTo>
                    <a:cubicBezTo>
                      <a:pt x="2116" y="6766"/>
                      <a:pt x="2116" y="6766"/>
                      <a:pt x="2137" y="6787"/>
                    </a:cubicBezTo>
                    <a:cubicBezTo>
                      <a:pt x="2095" y="6766"/>
                      <a:pt x="2069" y="6766"/>
                      <a:pt x="2048" y="6740"/>
                    </a:cubicBezTo>
                    <a:cubicBezTo>
                      <a:pt x="2006" y="6698"/>
                      <a:pt x="1964" y="6677"/>
                      <a:pt x="1938" y="6656"/>
                    </a:cubicBezTo>
                    <a:cubicBezTo>
                      <a:pt x="1917" y="6656"/>
                      <a:pt x="1896" y="6635"/>
                      <a:pt x="1875" y="6567"/>
                    </a:cubicBezTo>
                    <a:cubicBezTo>
                      <a:pt x="1833" y="6504"/>
                      <a:pt x="1786" y="6457"/>
                      <a:pt x="1765" y="6415"/>
                    </a:cubicBezTo>
                    <a:cubicBezTo>
                      <a:pt x="1744" y="6394"/>
                      <a:pt x="1723" y="6374"/>
                      <a:pt x="1702" y="6326"/>
                    </a:cubicBezTo>
                    <a:cubicBezTo>
                      <a:pt x="1676" y="6264"/>
                      <a:pt x="1655" y="6243"/>
                      <a:pt x="1655" y="6195"/>
                    </a:cubicBezTo>
                    <a:cubicBezTo>
                      <a:pt x="1634" y="6154"/>
                      <a:pt x="1613" y="6112"/>
                      <a:pt x="1613" y="6044"/>
                    </a:cubicBezTo>
                    <a:cubicBezTo>
                      <a:pt x="1592" y="5955"/>
                      <a:pt x="1545" y="5892"/>
                      <a:pt x="1524" y="5824"/>
                    </a:cubicBezTo>
                    <a:cubicBezTo>
                      <a:pt x="1503" y="5782"/>
                      <a:pt x="1482" y="5719"/>
                      <a:pt x="1482" y="5651"/>
                    </a:cubicBezTo>
                    <a:cubicBezTo>
                      <a:pt x="1482" y="5588"/>
                      <a:pt x="1461" y="5541"/>
                      <a:pt x="1461" y="5499"/>
                    </a:cubicBezTo>
                    <a:cubicBezTo>
                      <a:pt x="1441" y="5457"/>
                      <a:pt x="1441" y="5431"/>
                      <a:pt x="1441" y="5389"/>
                    </a:cubicBezTo>
                    <a:cubicBezTo>
                      <a:pt x="1414" y="5326"/>
                      <a:pt x="1393" y="5279"/>
                      <a:pt x="1352" y="5237"/>
                    </a:cubicBezTo>
                    <a:cubicBezTo>
                      <a:pt x="1310" y="5195"/>
                      <a:pt x="1262" y="5169"/>
                      <a:pt x="1221" y="5127"/>
                    </a:cubicBezTo>
                    <a:cubicBezTo>
                      <a:pt x="1179" y="5085"/>
                      <a:pt x="1132" y="5064"/>
                      <a:pt x="1090" y="5038"/>
                    </a:cubicBezTo>
                    <a:cubicBezTo>
                      <a:pt x="1048" y="5017"/>
                      <a:pt x="1022" y="4996"/>
                      <a:pt x="1022" y="4954"/>
                    </a:cubicBezTo>
                    <a:cubicBezTo>
                      <a:pt x="959" y="4844"/>
                      <a:pt x="891" y="4755"/>
                      <a:pt x="849" y="4603"/>
                    </a:cubicBezTo>
                    <a:cubicBezTo>
                      <a:pt x="828" y="4541"/>
                      <a:pt x="786" y="4473"/>
                      <a:pt x="739" y="4431"/>
                    </a:cubicBezTo>
                    <a:cubicBezTo>
                      <a:pt x="718" y="4384"/>
                      <a:pt x="718" y="4384"/>
                      <a:pt x="718" y="4342"/>
                    </a:cubicBezTo>
                    <a:cubicBezTo>
                      <a:pt x="739" y="4279"/>
                      <a:pt x="739" y="4279"/>
                      <a:pt x="760" y="4253"/>
                    </a:cubicBezTo>
                    <a:lnTo>
                      <a:pt x="760" y="4148"/>
                    </a:lnTo>
                    <a:cubicBezTo>
                      <a:pt x="760" y="4080"/>
                      <a:pt x="760" y="4080"/>
                      <a:pt x="786" y="4059"/>
                    </a:cubicBezTo>
                    <a:cubicBezTo>
                      <a:pt x="786" y="4059"/>
                      <a:pt x="807" y="4017"/>
                      <a:pt x="828" y="3970"/>
                    </a:cubicBezTo>
                    <a:cubicBezTo>
                      <a:pt x="891" y="3860"/>
                      <a:pt x="891" y="3818"/>
                      <a:pt x="891" y="3729"/>
                    </a:cubicBezTo>
                    <a:cubicBezTo>
                      <a:pt x="891" y="3645"/>
                      <a:pt x="891" y="3598"/>
                      <a:pt x="870" y="3556"/>
                    </a:cubicBezTo>
                    <a:lnTo>
                      <a:pt x="917" y="3556"/>
                    </a:lnTo>
                    <a:cubicBezTo>
                      <a:pt x="980" y="3514"/>
                      <a:pt x="980" y="3493"/>
                      <a:pt x="1022" y="3446"/>
                    </a:cubicBezTo>
                    <a:cubicBezTo>
                      <a:pt x="1048" y="3404"/>
                      <a:pt x="1048" y="3383"/>
                      <a:pt x="1069" y="3383"/>
                    </a:cubicBezTo>
                    <a:close/>
                    <a:moveTo>
                      <a:pt x="2048" y="0"/>
                    </a:moveTo>
                    <a:cubicBezTo>
                      <a:pt x="2048" y="0"/>
                      <a:pt x="1938" y="42"/>
                      <a:pt x="1744" y="131"/>
                    </a:cubicBezTo>
                    <a:cubicBezTo>
                      <a:pt x="1524" y="241"/>
                      <a:pt x="1242" y="414"/>
                      <a:pt x="1153" y="503"/>
                    </a:cubicBezTo>
                    <a:cubicBezTo>
                      <a:pt x="1090" y="524"/>
                      <a:pt x="980" y="634"/>
                      <a:pt x="849" y="744"/>
                    </a:cubicBezTo>
                    <a:cubicBezTo>
                      <a:pt x="718" y="875"/>
                      <a:pt x="587" y="980"/>
                      <a:pt x="545" y="1069"/>
                    </a:cubicBezTo>
                    <a:cubicBezTo>
                      <a:pt x="498" y="1158"/>
                      <a:pt x="414" y="1241"/>
                      <a:pt x="367" y="1330"/>
                    </a:cubicBezTo>
                    <a:cubicBezTo>
                      <a:pt x="304" y="1440"/>
                      <a:pt x="262" y="1503"/>
                      <a:pt x="236" y="1529"/>
                    </a:cubicBezTo>
                    <a:cubicBezTo>
                      <a:pt x="236" y="1550"/>
                      <a:pt x="215" y="1571"/>
                      <a:pt x="215" y="1613"/>
                    </a:cubicBezTo>
                    <a:cubicBezTo>
                      <a:pt x="194" y="1634"/>
                      <a:pt x="173" y="1681"/>
                      <a:pt x="173" y="1702"/>
                    </a:cubicBezTo>
                    <a:cubicBezTo>
                      <a:pt x="131" y="1744"/>
                      <a:pt x="105" y="1812"/>
                      <a:pt x="63" y="1896"/>
                    </a:cubicBezTo>
                    <a:cubicBezTo>
                      <a:pt x="42" y="1943"/>
                      <a:pt x="42" y="1964"/>
                      <a:pt x="42" y="1985"/>
                    </a:cubicBezTo>
                    <a:cubicBezTo>
                      <a:pt x="42" y="2027"/>
                      <a:pt x="42" y="2027"/>
                      <a:pt x="21" y="2074"/>
                    </a:cubicBezTo>
                    <a:cubicBezTo>
                      <a:pt x="21" y="2116"/>
                      <a:pt x="0" y="2158"/>
                      <a:pt x="0" y="2184"/>
                    </a:cubicBezTo>
                    <a:cubicBezTo>
                      <a:pt x="0" y="2226"/>
                      <a:pt x="0" y="2247"/>
                      <a:pt x="21" y="2268"/>
                    </a:cubicBezTo>
                    <a:lnTo>
                      <a:pt x="42" y="2289"/>
                    </a:lnTo>
                    <a:cubicBezTo>
                      <a:pt x="21" y="2378"/>
                      <a:pt x="21" y="2446"/>
                      <a:pt x="21" y="2509"/>
                    </a:cubicBezTo>
                    <a:cubicBezTo>
                      <a:pt x="21" y="2640"/>
                      <a:pt x="84" y="2729"/>
                      <a:pt x="152" y="2839"/>
                    </a:cubicBezTo>
                    <a:cubicBezTo>
                      <a:pt x="236" y="2922"/>
                      <a:pt x="262" y="2970"/>
                      <a:pt x="325" y="3032"/>
                    </a:cubicBezTo>
                    <a:cubicBezTo>
                      <a:pt x="346" y="3074"/>
                      <a:pt x="393" y="3121"/>
                      <a:pt x="414" y="3184"/>
                    </a:cubicBezTo>
                    <a:cubicBezTo>
                      <a:pt x="435" y="3231"/>
                      <a:pt x="456" y="3294"/>
                      <a:pt x="456" y="3294"/>
                    </a:cubicBezTo>
                    <a:cubicBezTo>
                      <a:pt x="435" y="3336"/>
                      <a:pt x="456" y="3362"/>
                      <a:pt x="477" y="3383"/>
                    </a:cubicBezTo>
                    <a:cubicBezTo>
                      <a:pt x="477" y="3404"/>
                      <a:pt x="498" y="3425"/>
                      <a:pt x="524" y="3425"/>
                    </a:cubicBezTo>
                    <a:cubicBezTo>
                      <a:pt x="545" y="3446"/>
                      <a:pt x="566" y="3467"/>
                      <a:pt x="587" y="3467"/>
                    </a:cubicBezTo>
                    <a:cubicBezTo>
                      <a:pt x="608" y="3535"/>
                      <a:pt x="629" y="3556"/>
                      <a:pt x="676" y="3598"/>
                    </a:cubicBezTo>
                    <a:cubicBezTo>
                      <a:pt x="697" y="3598"/>
                      <a:pt x="697" y="3624"/>
                      <a:pt x="739" y="3624"/>
                    </a:cubicBezTo>
                    <a:cubicBezTo>
                      <a:pt x="760" y="3624"/>
                      <a:pt x="760" y="3598"/>
                      <a:pt x="760" y="3598"/>
                    </a:cubicBezTo>
                    <a:cubicBezTo>
                      <a:pt x="786" y="3624"/>
                      <a:pt x="786" y="3645"/>
                      <a:pt x="786" y="3708"/>
                    </a:cubicBezTo>
                    <a:cubicBezTo>
                      <a:pt x="786" y="3818"/>
                      <a:pt x="786" y="3818"/>
                      <a:pt x="739" y="3928"/>
                    </a:cubicBezTo>
                    <a:cubicBezTo>
                      <a:pt x="718" y="3970"/>
                      <a:pt x="697" y="3991"/>
                      <a:pt x="676" y="4017"/>
                    </a:cubicBezTo>
                    <a:cubicBezTo>
                      <a:pt x="655" y="4059"/>
                      <a:pt x="655" y="4080"/>
                      <a:pt x="655" y="4148"/>
                    </a:cubicBezTo>
                    <a:lnTo>
                      <a:pt x="655" y="4211"/>
                    </a:lnTo>
                    <a:cubicBezTo>
                      <a:pt x="655" y="4232"/>
                      <a:pt x="629" y="4253"/>
                      <a:pt x="608" y="4300"/>
                    </a:cubicBezTo>
                    <a:cubicBezTo>
                      <a:pt x="587" y="4384"/>
                      <a:pt x="629" y="4452"/>
                      <a:pt x="655" y="4493"/>
                    </a:cubicBezTo>
                    <a:cubicBezTo>
                      <a:pt x="697" y="4541"/>
                      <a:pt x="718" y="4583"/>
                      <a:pt x="760" y="4645"/>
                    </a:cubicBezTo>
                    <a:cubicBezTo>
                      <a:pt x="807" y="4802"/>
                      <a:pt x="870" y="4886"/>
                      <a:pt x="917" y="4996"/>
                    </a:cubicBezTo>
                    <a:cubicBezTo>
                      <a:pt x="938" y="5064"/>
                      <a:pt x="980" y="5106"/>
                      <a:pt x="1022" y="5127"/>
                    </a:cubicBezTo>
                    <a:cubicBezTo>
                      <a:pt x="1069" y="5148"/>
                      <a:pt x="1111" y="5169"/>
                      <a:pt x="1153" y="5216"/>
                    </a:cubicBezTo>
                    <a:cubicBezTo>
                      <a:pt x="1200" y="5258"/>
                      <a:pt x="1242" y="5279"/>
                      <a:pt x="1283" y="5300"/>
                    </a:cubicBezTo>
                    <a:cubicBezTo>
                      <a:pt x="1310" y="5347"/>
                      <a:pt x="1331" y="5368"/>
                      <a:pt x="1331" y="5410"/>
                    </a:cubicBezTo>
                    <a:cubicBezTo>
                      <a:pt x="1331" y="5457"/>
                      <a:pt x="1352" y="5499"/>
                      <a:pt x="1352" y="5520"/>
                    </a:cubicBezTo>
                    <a:cubicBezTo>
                      <a:pt x="1372" y="5562"/>
                      <a:pt x="1372" y="5588"/>
                      <a:pt x="1372" y="5651"/>
                    </a:cubicBezTo>
                    <a:cubicBezTo>
                      <a:pt x="1372" y="5740"/>
                      <a:pt x="1393" y="5803"/>
                      <a:pt x="1441" y="5871"/>
                    </a:cubicBezTo>
                    <a:cubicBezTo>
                      <a:pt x="1461" y="5934"/>
                      <a:pt x="1482" y="6002"/>
                      <a:pt x="1503" y="6065"/>
                    </a:cubicBezTo>
                    <a:cubicBezTo>
                      <a:pt x="1503" y="6154"/>
                      <a:pt x="1524" y="6195"/>
                      <a:pt x="1545" y="6243"/>
                    </a:cubicBezTo>
                    <a:cubicBezTo>
                      <a:pt x="1571" y="6285"/>
                      <a:pt x="1592" y="6305"/>
                      <a:pt x="1613" y="6347"/>
                    </a:cubicBezTo>
                    <a:cubicBezTo>
                      <a:pt x="1634" y="6415"/>
                      <a:pt x="1655" y="6457"/>
                      <a:pt x="1676" y="6478"/>
                    </a:cubicBezTo>
                    <a:cubicBezTo>
                      <a:pt x="1723" y="6525"/>
                      <a:pt x="1744" y="6546"/>
                      <a:pt x="1786" y="6609"/>
                    </a:cubicBezTo>
                    <a:cubicBezTo>
                      <a:pt x="1807" y="6698"/>
                      <a:pt x="1854" y="6719"/>
                      <a:pt x="1875" y="6740"/>
                    </a:cubicBezTo>
                    <a:cubicBezTo>
                      <a:pt x="1917" y="6766"/>
                      <a:pt x="1938" y="6787"/>
                      <a:pt x="1964" y="6808"/>
                    </a:cubicBezTo>
                    <a:cubicBezTo>
                      <a:pt x="2048" y="6897"/>
                      <a:pt x="2179" y="6939"/>
                      <a:pt x="2268" y="6960"/>
                    </a:cubicBezTo>
                    <a:cubicBezTo>
                      <a:pt x="2310" y="6981"/>
                      <a:pt x="2331" y="6981"/>
                      <a:pt x="2357" y="6981"/>
                    </a:cubicBezTo>
                    <a:cubicBezTo>
                      <a:pt x="2378" y="6981"/>
                      <a:pt x="2399" y="6960"/>
                      <a:pt x="2399" y="6939"/>
                    </a:cubicBezTo>
                    <a:cubicBezTo>
                      <a:pt x="2420" y="6918"/>
                      <a:pt x="2399" y="6897"/>
                      <a:pt x="2399" y="6871"/>
                    </a:cubicBezTo>
                    <a:cubicBezTo>
                      <a:pt x="2378" y="6850"/>
                      <a:pt x="2378" y="6850"/>
                      <a:pt x="2357" y="6829"/>
                    </a:cubicBezTo>
                    <a:cubicBezTo>
                      <a:pt x="2331" y="6829"/>
                      <a:pt x="2310" y="6808"/>
                      <a:pt x="2289" y="6808"/>
                    </a:cubicBezTo>
                    <a:cubicBezTo>
                      <a:pt x="2268" y="6787"/>
                      <a:pt x="2247" y="6787"/>
                      <a:pt x="2247" y="6787"/>
                    </a:cubicBezTo>
                    <a:cubicBezTo>
                      <a:pt x="2247" y="6787"/>
                      <a:pt x="2226" y="6740"/>
                      <a:pt x="2200" y="6698"/>
                    </a:cubicBezTo>
                    <a:cubicBezTo>
                      <a:pt x="2179" y="6656"/>
                      <a:pt x="2158" y="6609"/>
                      <a:pt x="2158" y="6588"/>
                    </a:cubicBezTo>
                    <a:cubicBezTo>
                      <a:pt x="2137" y="6567"/>
                      <a:pt x="2137" y="6567"/>
                      <a:pt x="2137" y="6546"/>
                    </a:cubicBezTo>
                    <a:lnTo>
                      <a:pt x="2158" y="6546"/>
                    </a:lnTo>
                    <a:cubicBezTo>
                      <a:pt x="2179" y="6525"/>
                      <a:pt x="2226" y="6525"/>
                      <a:pt x="2268" y="6478"/>
                    </a:cubicBezTo>
                    <a:cubicBezTo>
                      <a:pt x="2331" y="6457"/>
                      <a:pt x="2357" y="6436"/>
                      <a:pt x="2357" y="6394"/>
                    </a:cubicBezTo>
                    <a:cubicBezTo>
                      <a:pt x="2378" y="6374"/>
                      <a:pt x="2378" y="6374"/>
                      <a:pt x="2420" y="6326"/>
                    </a:cubicBezTo>
                    <a:cubicBezTo>
                      <a:pt x="2462" y="6264"/>
                      <a:pt x="2551" y="6175"/>
                      <a:pt x="2593" y="6112"/>
                    </a:cubicBezTo>
                    <a:cubicBezTo>
                      <a:pt x="2640" y="6065"/>
                      <a:pt x="2661" y="6023"/>
                      <a:pt x="2682" y="6002"/>
                    </a:cubicBezTo>
                    <a:cubicBezTo>
                      <a:pt x="2703" y="5955"/>
                      <a:pt x="2724" y="5934"/>
                      <a:pt x="2724" y="5913"/>
                    </a:cubicBezTo>
                    <a:cubicBezTo>
                      <a:pt x="2750" y="5913"/>
                      <a:pt x="2750" y="5892"/>
                      <a:pt x="2771" y="5871"/>
                    </a:cubicBezTo>
                    <a:lnTo>
                      <a:pt x="2854" y="5824"/>
                    </a:lnTo>
                    <a:cubicBezTo>
                      <a:pt x="2881" y="5803"/>
                      <a:pt x="2923" y="5782"/>
                      <a:pt x="2964" y="5782"/>
                    </a:cubicBezTo>
                    <a:cubicBezTo>
                      <a:pt x="3012" y="5782"/>
                      <a:pt x="3074" y="5761"/>
                      <a:pt x="3116" y="5719"/>
                    </a:cubicBezTo>
                    <a:cubicBezTo>
                      <a:pt x="3226" y="5630"/>
                      <a:pt x="3273" y="5520"/>
                      <a:pt x="3294" y="5347"/>
                    </a:cubicBezTo>
                    <a:cubicBezTo>
                      <a:pt x="3315" y="5258"/>
                      <a:pt x="3315" y="5237"/>
                      <a:pt x="3315" y="5216"/>
                    </a:cubicBezTo>
                    <a:cubicBezTo>
                      <a:pt x="3315" y="5216"/>
                      <a:pt x="3336" y="5195"/>
                      <a:pt x="3357" y="5148"/>
                    </a:cubicBezTo>
                    <a:cubicBezTo>
                      <a:pt x="3404" y="5127"/>
                      <a:pt x="3446" y="5085"/>
                      <a:pt x="3488" y="5038"/>
                    </a:cubicBezTo>
                    <a:cubicBezTo>
                      <a:pt x="3509" y="4996"/>
                      <a:pt x="3556" y="4954"/>
                      <a:pt x="3577" y="4907"/>
                    </a:cubicBezTo>
                    <a:cubicBezTo>
                      <a:pt x="3640" y="4802"/>
                      <a:pt x="3598" y="4672"/>
                      <a:pt x="3467" y="4562"/>
                    </a:cubicBezTo>
                    <a:cubicBezTo>
                      <a:pt x="3425" y="4541"/>
                      <a:pt x="3378" y="4514"/>
                      <a:pt x="3315" y="4493"/>
                    </a:cubicBezTo>
                    <a:cubicBezTo>
                      <a:pt x="3247" y="4473"/>
                      <a:pt x="3184" y="4452"/>
                      <a:pt x="3053" y="4410"/>
                    </a:cubicBezTo>
                    <a:cubicBezTo>
                      <a:pt x="2792" y="4321"/>
                      <a:pt x="2682" y="4300"/>
                      <a:pt x="2593" y="4211"/>
                    </a:cubicBezTo>
                    <a:cubicBezTo>
                      <a:pt x="2551" y="4190"/>
                      <a:pt x="2551" y="4148"/>
                      <a:pt x="2530" y="4101"/>
                    </a:cubicBezTo>
                    <a:cubicBezTo>
                      <a:pt x="2509" y="4059"/>
                      <a:pt x="2488" y="3970"/>
                      <a:pt x="2420" y="3907"/>
                    </a:cubicBezTo>
                    <a:cubicBezTo>
                      <a:pt x="2331" y="3818"/>
                      <a:pt x="2289" y="3797"/>
                      <a:pt x="2226" y="3776"/>
                    </a:cubicBezTo>
                    <a:cubicBezTo>
                      <a:pt x="2179" y="3755"/>
                      <a:pt x="2116" y="3729"/>
                      <a:pt x="2048" y="3687"/>
                    </a:cubicBezTo>
                    <a:cubicBezTo>
                      <a:pt x="1875" y="3577"/>
                      <a:pt x="1744" y="3493"/>
                      <a:pt x="1571" y="3404"/>
                    </a:cubicBezTo>
                    <a:cubicBezTo>
                      <a:pt x="1482" y="3383"/>
                      <a:pt x="1414" y="3362"/>
                      <a:pt x="1393" y="3362"/>
                    </a:cubicBezTo>
                    <a:cubicBezTo>
                      <a:pt x="1365" y="3362"/>
                      <a:pt x="1356" y="3372"/>
                      <a:pt x="1347" y="3372"/>
                    </a:cubicBezTo>
                    <a:cubicBezTo>
                      <a:pt x="1342" y="3372"/>
                      <a:pt x="1338" y="3369"/>
                      <a:pt x="1331" y="3362"/>
                    </a:cubicBezTo>
                    <a:cubicBezTo>
                      <a:pt x="1262" y="3315"/>
                      <a:pt x="1200" y="3273"/>
                      <a:pt x="1090" y="3273"/>
                    </a:cubicBezTo>
                    <a:lnTo>
                      <a:pt x="1022" y="3273"/>
                    </a:lnTo>
                    <a:cubicBezTo>
                      <a:pt x="1001" y="3273"/>
                      <a:pt x="980" y="3315"/>
                      <a:pt x="959" y="3315"/>
                    </a:cubicBezTo>
                    <a:cubicBezTo>
                      <a:pt x="959" y="3362"/>
                      <a:pt x="959" y="3362"/>
                      <a:pt x="938" y="3383"/>
                    </a:cubicBezTo>
                    <a:cubicBezTo>
                      <a:pt x="938" y="3404"/>
                      <a:pt x="917" y="3404"/>
                      <a:pt x="917" y="3404"/>
                    </a:cubicBezTo>
                    <a:cubicBezTo>
                      <a:pt x="917" y="3404"/>
                      <a:pt x="917" y="3383"/>
                      <a:pt x="891" y="3383"/>
                    </a:cubicBezTo>
                    <a:cubicBezTo>
                      <a:pt x="870" y="3362"/>
                      <a:pt x="849" y="3362"/>
                      <a:pt x="849" y="3362"/>
                    </a:cubicBezTo>
                    <a:lnTo>
                      <a:pt x="739" y="3362"/>
                    </a:lnTo>
                    <a:lnTo>
                      <a:pt x="718" y="3383"/>
                    </a:lnTo>
                    <a:cubicBezTo>
                      <a:pt x="718" y="3383"/>
                      <a:pt x="697" y="3362"/>
                      <a:pt x="676" y="3362"/>
                    </a:cubicBezTo>
                    <a:lnTo>
                      <a:pt x="676" y="3273"/>
                    </a:lnTo>
                    <a:cubicBezTo>
                      <a:pt x="676" y="3231"/>
                      <a:pt x="697" y="3184"/>
                      <a:pt x="718" y="3121"/>
                    </a:cubicBezTo>
                    <a:cubicBezTo>
                      <a:pt x="739" y="3032"/>
                      <a:pt x="697" y="2970"/>
                      <a:pt x="676" y="2901"/>
                    </a:cubicBezTo>
                    <a:cubicBezTo>
                      <a:pt x="676" y="2901"/>
                      <a:pt x="676" y="2881"/>
                      <a:pt x="655" y="2860"/>
                    </a:cubicBezTo>
                    <a:cubicBezTo>
                      <a:pt x="629" y="2839"/>
                      <a:pt x="608" y="2839"/>
                      <a:pt x="587" y="2839"/>
                    </a:cubicBezTo>
                    <a:cubicBezTo>
                      <a:pt x="566" y="2860"/>
                      <a:pt x="566" y="2860"/>
                      <a:pt x="545" y="2860"/>
                    </a:cubicBezTo>
                    <a:lnTo>
                      <a:pt x="545" y="2839"/>
                    </a:lnTo>
                    <a:cubicBezTo>
                      <a:pt x="545" y="2812"/>
                      <a:pt x="587" y="2791"/>
                      <a:pt x="608" y="2750"/>
                    </a:cubicBezTo>
                    <a:cubicBezTo>
                      <a:pt x="629" y="2682"/>
                      <a:pt x="655" y="2640"/>
                      <a:pt x="676" y="2598"/>
                    </a:cubicBezTo>
                    <a:lnTo>
                      <a:pt x="676" y="2530"/>
                    </a:lnTo>
                    <a:cubicBezTo>
                      <a:pt x="655" y="2509"/>
                      <a:pt x="629" y="2488"/>
                      <a:pt x="608" y="2488"/>
                    </a:cubicBezTo>
                    <a:lnTo>
                      <a:pt x="477" y="2488"/>
                    </a:lnTo>
                    <a:cubicBezTo>
                      <a:pt x="456" y="2488"/>
                      <a:pt x="456" y="2530"/>
                      <a:pt x="435" y="2530"/>
                    </a:cubicBezTo>
                    <a:cubicBezTo>
                      <a:pt x="435" y="2551"/>
                      <a:pt x="435" y="2577"/>
                      <a:pt x="414" y="2619"/>
                    </a:cubicBezTo>
                    <a:lnTo>
                      <a:pt x="414" y="2640"/>
                    </a:lnTo>
                    <a:lnTo>
                      <a:pt x="346" y="2640"/>
                    </a:lnTo>
                    <a:lnTo>
                      <a:pt x="325" y="2619"/>
                    </a:lnTo>
                    <a:lnTo>
                      <a:pt x="325" y="2598"/>
                    </a:lnTo>
                    <a:lnTo>
                      <a:pt x="325" y="2488"/>
                    </a:lnTo>
                    <a:cubicBezTo>
                      <a:pt x="325" y="2446"/>
                      <a:pt x="367" y="2336"/>
                      <a:pt x="393" y="2226"/>
                    </a:cubicBezTo>
                    <a:cubicBezTo>
                      <a:pt x="414" y="2116"/>
                      <a:pt x="456" y="2116"/>
                      <a:pt x="524" y="2074"/>
                    </a:cubicBezTo>
                    <a:cubicBezTo>
                      <a:pt x="566" y="2053"/>
                      <a:pt x="566" y="2027"/>
                      <a:pt x="587" y="2027"/>
                    </a:cubicBezTo>
                    <a:lnTo>
                      <a:pt x="608" y="2027"/>
                    </a:lnTo>
                    <a:cubicBezTo>
                      <a:pt x="608" y="2027"/>
                      <a:pt x="629" y="2074"/>
                      <a:pt x="676" y="2074"/>
                    </a:cubicBezTo>
                    <a:cubicBezTo>
                      <a:pt x="686" y="2085"/>
                      <a:pt x="697" y="2090"/>
                      <a:pt x="707" y="2090"/>
                    </a:cubicBezTo>
                    <a:cubicBezTo>
                      <a:pt x="718" y="2090"/>
                      <a:pt x="728" y="2085"/>
                      <a:pt x="739" y="2074"/>
                    </a:cubicBezTo>
                    <a:cubicBezTo>
                      <a:pt x="760" y="2074"/>
                      <a:pt x="760" y="2053"/>
                      <a:pt x="786" y="2053"/>
                    </a:cubicBezTo>
                    <a:lnTo>
                      <a:pt x="786" y="2074"/>
                    </a:lnTo>
                    <a:lnTo>
                      <a:pt x="828" y="2074"/>
                    </a:lnTo>
                    <a:cubicBezTo>
                      <a:pt x="828" y="2095"/>
                      <a:pt x="849" y="2095"/>
                      <a:pt x="870" y="2095"/>
                    </a:cubicBezTo>
                    <a:lnTo>
                      <a:pt x="891" y="2095"/>
                    </a:lnTo>
                    <a:lnTo>
                      <a:pt x="891" y="2116"/>
                    </a:lnTo>
                    <a:cubicBezTo>
                      <a:pt x="870" y="2116"/>
                      <a:pt x="870" y="2158"/>
                      <a:pt x="849" y="2184"/>
                    </a:cubicBezTo>
                    <a:lnTo>
                      <a:pt x="849" y="2247"/>
                    </a:lnTo>
                    <a:lnTo>
                      <a:pt x="849" y="2336"/>
                    </a:lnTo>
                    <a:cubicBezTo>
                      <a:pt x="849" y="2357"/>
                      <a:pt x="849" y="2357"/>
                      <a:pt x="870" y="2378"/>
                    </a:cubicBezTo>
                    <a:cubicBezTo>
                      <a:pt x="870" y="2399"/>
                      <a:pt x="891" y="2420"/>
                      <a:pt x="917" y="2420"/>
                    </a:cubicBezTo>
                    <a:lnTo>
                      <a:pt x="959" y="2420"/>
                    </a:lnTo>
                    <a:cubicBezTo>
                      <a:pt x="980" y="2399"/>
                      <a:pt x="1001" y="2399"/>
                      <a:pt x="1001" y="2399"/>
                    </a:cubicBezTo>
                    <a:cubicBezTo>
                      <a:pt x="1048" y="2357"/>
                      <a:pt x="1048" y="2336"/>
                      <a:pt x="1069" y="2289"/>
                    </a:cubicBezTo>
                    <a:cubicBezTo>
                      <a:pt x="1090" y="2247"/>
                      <a:pt x="1090" y="2205"/>
                      <a:pt x="1090" y="2158"/>
                    </a:cubicBezTo>
                    <a:cubicBezTo>
                      <a:pt x="1090" y="2095"/>
                      <a:pt x="1090" y="2074"/>
                      <a:pt x="1132" y="1985"/>
                    </a:cubicBezTo>
                    <a:cubicBezTo>
                      <a:pt x="1132" y="1964"/>
                      <a:pt x="1132" y="1964"/>
                      <a:pt x="1153" y="1964"/>
                    </a:cubicBezTo>
                    <a:cubicBezTo>
                      <a:pt x="1153" y="1964"/>
                      <a:pt x="1200" y="1943"/>
                      <a:pt x="1242" y="1922"/>
                    </a:cubicBezTo>
                    <a:cubicBezTo>
                      <a:pt x="1331" y="1875"/>
                      <a:pt x="1441" y="1744"/>
                      <a:pt x="1503" y="1681"/>
                    </a:cubicBezTo>
                    <a:cubicBezTo>
                      <a:pt x="1571" y="1592"/>
                      <a:pt x="1592" y="1571"/>
                      <a:pt x="1655" y="1503"/>
                    </a:cubicBezTo>
                    <a:cubicBezTo>
                      <a:pt x="1723" y="1440"/>
                      <a:pt x="1765" y="1419"/>
                      <a:pt x="1875" y="1351"/>
                    </a:cubicBezTo>
                    <a:cubicBezTo>
                      <a:pt x="1896" y="1330"/>
                      <a:pt x="1917" y="1330"/>
                      <a:pt x="1964" y="1330"/>
                    </a:cubicBezTo>
                    <a:cubicBezTo>
                      <a:pt x="1964" y="1351"/>
                      <a:pt x="1985" y="1372"/>
                      <a:pt x="2006" y="1372"/>
                    </a:cubicBezTo>
                    <a:lnTo>
                      <a:pt x="2069" y="1372"/>
                    </a:lnTo>
                    <a:cubicBezTo>
                      <a:pt x="2095" y="1372"/>
                      <a:pt x="2095" y="1351"/>
                      <a:pt x="2116" y="1351"/>
                    </a:cubicBezTo>
                    <a:cubicBezTo>
                      <a:pt x="2137" y="1330"/>
                      <a:pt x="2158" y="1330"/>
                      <a:pt x="2200" y="1309"/>
                    </a:cubicBezTo>
                    <a:cubicBezTo>
                      <a:pt x="2247" y="1288"/>
                      <a:pt x="2268" y="1268"/>
                      <a:pt x="2268" y="1268"/>
                    </a:cubicBezTo>
                    <a:lnTo>
                      <a:pt x="2331" y="1268"/>
                    </a:lnTo>
                    <a:cubicBezTo>
                      <a:pt x="2331" y="1268"/>
                      <a:pt x="2357" y="1268"/>
                      <a:pt x="2378" y="1220"/>
                    </a:cubicBezTo>
                    <a:cubicBezTo>
                      <a:pt x="2399" y="1220"/>
                      <a:pt x="2399" y="1199"/>
                      <a:pt x="2378" y="1179"/>
                    </a:cubicBezTo>
                    <a:lnTo>
                      <a:pt x="2378" y="1158"/>
                    </a:lnTo>
                    <a:cubicBezTo>
                      <a:pt x="2331" y="1137"/>
                      <a:pt x="2310" y="1110"/>
                      <a:pt x="2289" y="1110"/>
                    </a:cubicBezTo>
                    <a:lnTo>
                      <a:pt x="2247" y="1110"/>
                    </a:lnTo>
                    <a:cubicBezTo>
                      <a:pt x="2247" y="1089"/>
                      <a:pt x="2268" y="1089"/>
                      <a:pt x="2268" y="1089"/>
                    </a:cubicBezTo>
                    <a:cubicBezTo>
                      <a:pt x="2268" y="1069"/>
                      <a:pt x="2289" y="1048"/>
                      <a:pt x="2289" y="1048"/>
                    </a:cubicBezTo>
                    <a:lnTo>
                      <a:pt x="2420" y="1048"/>
                    </a:lnTo>
                    <a:cubicBezTo>
                      <a:pt x="2441" y="1027"/>
                      <a:pt x="2462" y="1006"/>
                      <a:pt x="2488" y="980"/>
                    </a:cubicBezTo>
                    <a:lnTo>
                      <a:pt x="2551" y="980"/>
                    </a:lnTo>
                    <a:cubicBezTo>
                      <a:pt x="2572" y="980"/>
                      <a:pt x="2593" y="980"/>
                      <a:pt x="2619" y="959"/>
                    </a:cubicBezTo>
                    <a:cubicBezTo>
                      <a:pt x="2640" y="959"/>
                      <a:pt x="2661" y="959"/>
                      <a:pt x="2682" y="938"/>
                    </a:cubicBezTo>
                    <a:lnTo>
                      <a:pt x="2682" y="896"/>
                    </a:lnTo>
                    <a:cubicBezTo>
                      <a:pt x="2703" y="875"/>
                      <a:pt x="2682" y="849"/>
                      <a:pt x="2682" y="828"/>
                    </a:cubicBezTo>
                    <a:cubicBezTo>
                      <a:pt x="2682" y="807"/>
                      <a:pt x="2661" y="786"/>
                      <a:pt x="2640" y="744"/>
                    </a:cubicBezTo>
                    <a:cubicBezTo>
                      <a:pt x="2593" y="718"/>
                      <a:pt x="2593" y="697"/>
                      <a:pt x="2572" y="676"/>
                    </a:cubicBezTo>
                    <a:lnTo>
                      <a:pt x="2551" y="676"/>
                    </a:lnTo>
                    <a:cubicBezTo>
                      <a:pt x="2572" y="655"/>
                      <a:pt x="2572" y="634"/>
                      <a:pt x="2593" y="587"/>
                    </a:cubicBezTo>
                    <a:lnTo>
                      <a:pt x="2593" y="545"/>
                    </a:lnTo>
                    <a:cubicBezTo>
                      <a:pt x="2572" y="524"/>
                      <a:pt x="2572" y="503"/>
                      <a:pt x="2551" y="482"/>
                    </a:cubicBezTo>
                    <a:lnTo>
                      <a:pt x="2462" y="482"/>
                    </a:lnTo>
                    <a:cubicBezTo>
                      <a:pt x="2420" y="503"/>
                      <a:pt x="2420" y="503"/>
                      <a:pt x="2399" y="524"/>
                    </a:cubicBezTo>
                    <a:cubicBezTo>
                      <a:pt x="2420" y="503"/>
                      <a:pt x="2399" y="456"/>
                      <a:pt x="2399" y="435"/>
                    </a:cubicBezTo>
                    <a:cubicBezTo>
                      <a:pt x="2378" y="435"/>
                      <a:pt x="2378" y="414"/>
                      <a:pt x="2357" y="393"/>
                    </a:cubicBezTo>
                    <a:cubicBezTo>
                      <a:pt x="2357" y="372"/>
                      <a:pt x="2331" y="372"/>
                      <a:pt x="2289" y="351"/>
                    </a:cubicBezTo>
                    <a:lnTo>
                      <a:pt x="2247" y="351"/>
                    </a:lnTo>
                    <a:cubicBezTo>
                      <a:pt x="2226" y="351"/>
                      <a:pt x="2226" y="351"/>
                      <a:pt x="2200" y="372"/>
                    </a:cubicBezTo>
                    <a:cubicBezTo>
                      <a:pt x="2200" y="372"/>
                      <a:pt x="2179" y="372"/>
                      <a:pt x="2179" y="393"/>
                    </a:cubicBezTo>
                    <a:cubicBezTo>
                      <a:pt x="2179" y="414"/>
                      <a:pt x="2179" y="414"/>
                      <a:pt x="2158" y="435"/>
                    </a:cubicBezTo>
                    <a:lnTo>
                      <a:pt x="2137" y="456"/>
                    </a:lnTo>
                    <a:lnTo>
                      <a:pt x="2116" y="482"/>
                    </a:lnTo>
                    <a:lnTo>
                      <a:pt x="2069" y="482"/>
                    </a:lnTo>
                    <a:lnTo>
                      <a:pt x="2048" y="503"/>
                    </a:lnTo>
                    <a:cubicBezTo>
                      <a:pt x="2027" y="524"/>
                      <a:pt x="2027" y="545"/>
                      <a:pt x="2027" y="566"/>
                    </a:cubicBezTo>
                    <a:cubicBezTo>
                      <a:pt x="2006" y="613"/>
                      <a:pt x="2027" y="587"/>
                      <a:pt x="2006" y="613"/>
                    </a:cubicBezTo>
                    <a:lnTo>
                      <a:pt x="1985" y="634"/>
                    </a:lnTo>
                    <a:cubicBezTo>
                      <a:pt x="1964" y="634"/>
                      <a:pt x="1938" y="655"/>
                      <a:pt x="1917" y="655"/>
                    </a:cubicBezTo>
                    <a:lnTo>
                      <a:pt x="1896" y="655"/>
                    </a:lnTo>
                    <a:lnTo>
                      <a:pt x="1875" y="676"/>
                    </a:lnTo>
                    <a:cubicBezTo>
                      <a:pt x="1854" y="676"/>
                      <a:pt x="1854" y="676"/>
                      <a:pt x="1854" y="697"/>
                    </a:cubicBezTo>
                    <a:lnTo>
                      <a:pt x="1854" y="655"/>
                    </a:lnTo>
                    <a:cubicBezTo>
                      <a:pt x="1833" y="634"/>
                      <a:pt x="1807" y="587"/>
                      <a:pt x="1744" y="566"/>
                    </a:cubicBezTo>
                    <a:lnTo>
                      <a:pt x="1744" y="545"/>
                    </a:lnTo>
                    <a:cubicBezTo>
                      <a:pt x="1744" y="545"/>
                      <a:pt x="1765" y="524"/>
                      <a:pt x="1786" y="503"/>
                    </a:cubicBezTo>
                    <a:cubicBezTo>
                      <a:pt x="1786" y="482"/>
                      <a:pt x="1833" y="456"/>
                      <a:pt x="1875" y="435"/>
                    </a:cubicBezTo>
                    <a:cubicBezTo>
                      <a:pt x="1896" y="414"/>
                      <a:pt x="1938" y="414"/>
                      <a:pt x="1985" y="393"/>
                    </a:cubicBezTo>
                    <a:cubicBezTo>
                      <a:pt x="2006" y="393"/>
                      <a:pt x="2027" y="372"/>
                      <a:pt x="2069" y="372"/>
                    </a:cubicBezTo>
                    <a:cubicBezTo>
                      <a:pt x="2116" y="372"/>
                      <a:pt x="2158" y="372"/>
                      <a:pt x="2200" y="351"/>
                    </a:cubicBezTo>
                    <a:cubicBezTo>
                      <a:pt x="2226" y="325"/>
                      <a:pt x="2247" y="325"/>
                      <a:pt x="2247" y="304"/>
                    </a:cubicBezTo>
                    <a:lnTo>
                      <a:pt x="2268" y="304"/>
                    </a:lnTo>
                    <a:cubicBezTo>
                      <a:pt x="2310" y="304"/>
                      <a:pt x="2357" y="304"/>
                      <a:pt x="2399" y="283"/>
                    </a:cubicBezTo>
                    <a:cubicBezTo>
                      <a:pt x="2420" y="262"/>
                      <a:pt x="2441" y="241"/>
                      <a:pt x="2462" y="220"/>
                    </a:cubicBezTo>
                    <a:cubicBezTo>
                      <a:pt x="2488" y="194"/>
                      <a:pt x="2509" y="173"/>
                      <a:pt x="2488" y="131"/>
                    </a:cubicBezTo>
                    <a:lnTo>
                      <a:pt x="2488" y="110"/>
                    </a:lnTo>
                    <a:cubicBezTo>
                      <a:pt x="2462" y="89"/>
                      <a:pt x="2462" y="89"/>
                      <a:pt x="2441" y="89"/>
                    </a:cubicBezTo>
                    <a:lnTo>
                      <a:pt x="2420" y="89"/>
                    </a:lnTo>
                    <a:lnTo>
                      <a:pt x="2420" y="42"/>
                    </a:lnTo>
                    <a:cubicBezTo>
                      <a:pt x="2405" y="27"/>
                      <a:pt x="2390" y="12"/>
                      <a:pt x="2375" y="12"/>
                    </a:cubicBezTo>
                    <a:cubicBezTo>
                      <a:pt x="2369" y="12"/>
                      <a:pt x="2363" y="15"/>
                      <a:pt x="2357" y="21"/>
                    </a:cubicBezTo>
                    <a:cubicBezTo>
                      <a:pt x="2331" y="21"/>
                      <a:pt x="2310" y="21"/>
                      <a:pt x="2310" y="42"/>
                    </a:cubicBezTo>
                    <a:cubicBezTo>
                      <a:pt x="2289" y="42"/>
                      <a:pt x="2268" y="63"/>
                      <a:pt x="2247" y="89"/>
                    </a:cubicBezTo>
                    <a:cubicBezTo>
                      <a:pt x="2226" y="110"/>
                      <a:pt x="2200" y="110"/>
                      <a:pt x="2200" y="110"/>
                    </a:cubicBezTo>
                    <a:lnTo>
                      <a:pt x="2137" y="110"/>
                    </a:lnTo>
                    <a:cubicBezTo>
                      <a:pt x="2158" y="110"/>
                      <a:pt x="2158" y="89"/>
                      <a:pt x="2158" y="63"/>
                    </a:cubicBezTo>
                    <a:cubicBezTo>
                      <a:pt x="2158" y="42"/>
                      <a:pt x="2137" y="0"/>
                      <a:pt x="2116" y="0"/>
                    </a:cubicBezTo>
                    <a:lnTo>
                      <a:pt x="2069" y="0"/>
                    </a:lnTo>
                    <a:lnTo>
                      <a:pt x="2069" y="42"/>
                    </a:lnTo>
                    <a:lnTo>
                      <a:pt x="2048" y="42"/>
                    </a:lnTo>
                    <a:lnTo>
                      <a:pt x="2048" y="0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5" name="Google Shape;2625;p58">
                <a:extLst>
                  <a:ext uri="{FF2B5EF4-FFF2-40B4-BE49-F238E27FC236}">
                    <a16:creationId xmlns:a16="http://schemas.microsoft.com/office/drawing/2014/main" id="{E8D6A90D-748E-296A-E463-9F7F0D869326}"/>
                  </a:ext>
                </a:extLst>
              </p:cNvPr>
              <p:cNvSpPr/>
              <p:nvPr/>
            </p:nvSpPr>
            <p:spPr>
              <a:xfrm>
                <a:off x="3912594" y="475140"/>
                <a:ext cx="152298" cy="132508"/>
              </a:xfrm>
              <a:custGeom>
                <a:avLst/>
                <a:gdLst/>
                <a:ahLst/>
                <a:cxnLst/>
                <a:rect l="l" t="t" r="r" b="b"/>
                <a:pathLst>
                  <a:path w="808" h="703" extrusionOk="0">
                    <a:moveTo>
                      <a:pt x="545" y="0"/>
                    </a:moveTo>
                    <a:cubicBezTo>
                      <a:pt x="435" y="21"/>
                      <a:pt x="435" y="21"/>
                      <a:pt x="351" y="21"/>
                    </a:cubicBezTo>
                    <a:cubicBezTo>
                      <a:pt x="262" y="21"/>
                      <a:pt x="152" y="42"/>
                      <a:pt x="152" y="42"/>
                    </a:cubicBezTo>
                    <a:cubicBezTo>
                      <a:pt x="111" y="63"/>
                      <a:pt x="90" y="89"/>
                      <a:pt x="63" y="110"/>
                    </a:cubicBezTo>
                    <a:cubicBezTo>
                      <a:pt x="22" y="152"/>
                      <a:pt x="1" y="131"/>
                      <a:pt x="63" y="152"/>
                    </a:cubicBezTo>
                    <a:cubicBezTo>
                      <a:pt x="131" y="173"/>
                      <a:pt x="173" y="152"/>
                      <a:pt x="131" y="220"/>
                    </a:cubicBezTo>
                    <a:cubicBezTo>
                      <a:pt x="90" y="304"/>
                      <a:pt x="63" y="262"/>
                      <a:pt x="90" y="325"/>
                    </a:cubicBezTo>
                    <a:cubicBezTo>
                      <a:pt x="90" y="393"/>
                      <a:pt x="90" y="372"/>
                      <a:pt x="63" y="435"/>
                    </a:cubicBezTo>
                    <a:cubicBezTo>
                      <a:pt x="42" y="524"/>
                      <a:pt x="22" y="503"/>
                      <a:pt x="63" y="545"/>
                    </a:cubicBezTo>
                    <a:cubicBezTo>
                      <a:pt x="111" y="587"/>
                      <a:pt x="63" y="587"/>
                      <a:pt x="131" y="634"/>
                    </a:cubicBezTo>
                    <a:cubicBezTo>
                      <a:pt x="194" y="655"/>
                      <a:pt x="194" y="655"/>
                      <a:pt x="241" y="676"/>
                    </a:cubicBezTo>
                    <a:cubicBezTo>
                      <a:pt x="258" y="692"/>
                      <a:pt x="261" y="702"/>
                      <a:pt x="263" y="702"/>
                    </a:cubicBezTo>
                    <a:cubicBezTo>
                      <a:pt x="267" y="702"/>
                      <a:pt x="266" y="677"/>
                      <a:pt x="304" y="613"/>
                    </a:cubicBezTo>
                    <a:cubicBezTo>
                      <a:pt x="372" y="524"/>
                      <a:pt x="325" y="524"/>
                      <a:pt x="435" y="482"/>
                    </a:cubicBezTo>
                    <a:cubicBezTo>
                      <a:pt x="545" y="435"/>
                      <a:pt x="587" y="393"/>
                      <a:pt x="676" y="372"/>
                    </a:cubicBezTo>
                    <a:cubicBezTo>
                      <a:pt x="786" y="351"/>
                      <a:pt x="786" y="372"/>
                      <a:pt x="786" y="304"/>
                    </a:cubicBezTo>
                    <a:cubicBezTo>
                      <a:pt x="786" y="262"/>
                      <a:pt x="807" y="241"/>
                      <a:pt x="765" y="173"/>
                    </a:cubicBezTo>
                    <a:cubicBezTo>
                      <a:pt x="718" y="110"/>
                      <a:pt x="744" y="110"/>
                      <a:pt x="697" y="63"/>
                    </a:cubicBezTo>
                    <a:cubicBezTo>
                      <a:pt x="634" y="21"/>
                      <a:pt x="634" y="0"/>
                      <a:pt x="54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6" name="Google Shape;2626;p58">
                <a:extLst>
                  <a:ext uri="{FF2B5EF4-FFF2-40B4-BE49-F238E27FC236}">
                    <a16:creationId xmlns:a16="http://schemas.microsoft.com/office/drawing/2014/main" id="{7D3C48C5-4259-9610-9C13-4E50E857EEA5}"/>
                  </a:ext>
                </a:extLst>
              </p:cNvPr>
              <p:cNvSpPr/>
              <p:nvPr/>
            </p:nvSpPr>
            <p:spPr>
              <a:xfrm>
                <a:off x="3908636" y="467224"/>
                <a:ext cx="163984" cy="152111"/>
              </a:xfrm>
              <a:custGeom>
                <a:avLst/>
                <a:gdLst/>
                <a:ahLst/>
                <a:cxnLst/>
                <a:rect l="l" t="t" r="r" b="b"/>
                <a:pathLst>
                  <a:path w="870" h="807" extrusionOk="0">
                    <a:moveTo>
                      <a:pt x="634" y="105"/>
                    </a:moveTo>
                    <a:cubicBezTo>
                      <a:pt x="655" y="105"/>
                      <a:pt x="655" y="105"/>
                      <a:pt x="676" y="152"/>
                    </a:cubicBezTo>
                    <a:lnTo>
                      <a:pt x="697" y="173"/>
                    </a:lnTo>
                    <a:cubicBezTo>
                      <a:pt x="718" y="194"/>
                      <a:pt x="718" y="215"/>
                      <a:pt x="739" y="236"/>
                    </a:cubicBezTo>
                    <a:lnTo>
                      <a:pt x="765" y="283"/>
                    </a:lnTo>
                    <a:lnTo>
                      <a:pt x="765" y="346"/>
                    </a:lnTo>
                    <a:cubicBezTo>
                      <a:pt x="765" y="346"/>
                      <a:pt x="739" y="346"/>
                      <a:pt x="697" y="367"/>
                    </a:cubicBezTo>
                    <a:cubicBezTo>
                      <a:pt x="587" y="393"/>
                      <a:pt x="545" y="414"/>
                      <a:pt x="435" y="477"/>
                    </a:cubicBezTo>
                    <a:cubicBezTo>
                      <a:pt x="414" y="477"/>
                      <a:pt x="393" y="498"/>
                      <a:pt x="372" y="498"/>
                    </a:cubicBezTo>
                    <a:cubicBezTo>
                      <a:pt x="372" y="524"/>
                      <a:pt x="346" y="524"/>
                      <a:pt x="346" y="545"/>
                    </a:cubicBezTo>
                    <a:cubicBezTo>
                      <a:pt x="325" y="566"/>
                      <a:pt x="325" y="587"/>
                      <a:pt x="283" y="629"/>
                    </a:cubicBezTo>
                    <a:cubicBezTo>
                      <a:pt x="283" y="655"/>
                      <a:pt x="283" y="655"/>
                      <a:pt x="262" y="676"/>
                    </a:cubicBezTo>
                    <a:cubicBezTo>
                      <a:pt x="262" y="655"/>
                      <a:pt x="242" y="655"/>
                      <a:pt x="242" y="655"/>
                    </a:cubicBezTo>
                    <a:cubicBezTo>
                      <a:pt x="215" y="629"/>
                      <a:pt x="194" y="629"/>
                      <a:pt x="173" y="608"/>
                    </a:cubicBezTo>
                    <a:lnTo>
                      <a:pt x="152" y="608"/>
                    </a:lnTo>
                    <a:cubicBezTo>
                      <a:pt x="152" y="587"/>
                      <a:pt x="152" y="566"/>
                      <a:pt x="132" y="566"/>
                    </a:cubicBezTo>
                    <a:lnTo>
                      <a:pt x="111" y="545"/>
                    </a:lnTo>
                    <a:cubicBezTo>
                      <a:pt x="132" y="545"/>
                      <a:pt x="132" y="545"/>
                      <a:pt x="132" y="498"/>
                    </a:cubicBezTo>
                    <a:cubicBezTo>
                      <a:pt x="152" y="477"/>
                      <a:pt x="152" y="456"/>
                      <a:pt x="152" y="435"/>
                    </a:cubicBezTo>
                    <a:lnTo>
                      <a:pt x="152" y="393"/>
                    </a:lnTo>
                    <a:lnTo>
                      <a:pt x="152" y="367"/>
                    </a:lnTo>
                    <a:lnTo>
                      <a:pt x="152" y="346"/>
                    </a:lnTo>
                    <a:lnTo>
                      <a:pt x="194" y="304"/>
                    </a:lnTo>
                    <a:cubicBezTo>
                      <a:pt x="194" y="283"/>
                      <a:pt x="215" y="262"/>
                      <a:pt x="215" y="236"/>
                    </a:cubicBezTo>
                    <a:lnTo>
                      <a:pt x="215" y="194"/>
                    </a:lnTo>
                    <a:cubicBezTo>
                      <a:pt x="194" y="173"/>
                      <a:pt x="173" y="173"/>
                      <a:pt x="173" y="173"/>
                    </a:cubicBezTo>
                    <a:lnTo>
                      <a:pt x="152" y="152"/>
                    </a:lnTo>
                    <a:cubicBezTo>
                      <a:pt x="173" y="152"/>
                      <a:pt x="194" y="152"/>
                      <a:pt x="194" y="131"/>
                    </a:cubicBezTo>
                    <a:cubicBezTo>
                      <a:pt x="215" y="131"/>
                      <a:pt x="304" y="105"/>
                      <a:pt x="372" y="105"/>
                    </a:cubicBezTo>
                    <a:close/>
                    <a:moveTo>
                      <a:pt x="372" y="0"/>
                    </a:moveTo>
                    <a:cubicBezTo>
                      <a:pt x="283" y="21"/>
                      <a:pt x="173" y="21"/>
                      <a:pt x="173" y="21"/>
                    </a:cubicBezTo>
                    <a:lnTo>
                      <a:pt x="152" y="42"/>
                    </a:lnTo>
                    <a:cubicBezTo>
                      <a:pt x="111" y="63"/>
                      <a:pt x="84" y="84"/>
                      <a:pt x="43" y="105"/>
                    </a:cubicBezTo>
                    <a:lnTo>
                      <a:pt x="22" y="131"/>
                    </a:lnTo>
                    <a:lnTo>
                      <a:pt x="1" y="152"/>
                    </a:lnTo>
                    <a:lnTo>
                      <a:pt x="1" y="173"/>
                    </a:lnTo>
                    <a:lnTo>
                      <a:pt x="1" y="194"/>
                    </a:lnTo>
                    <a:lnTo>
                      <a:pt x="1" y="215"/>
                    </a:lnTo>
                    <a:lnTo>
                      <a:pt x="22" y="215"/>
                    </a:lnTo>
                    <a:lnTo>
                      <a:pt x="43" y="236"/>
                    </a:lnTo>
                    <a:lnTo>
                      <a:pt x="63" y="236"/>
                    </a:lnTo>
                    <a:cubicBezTo>
                      <a:pt x="63" y="262"/>
                      <a:pt x="84" y="262"/>
                      <a:pt x="84" y="262"/>
                    </a:cubicBezTo>
                    <a:lnTo>
                      <a:pt x="63" y="283"/>
                    </a:lnTo>
                    <a:cubicBezTo>
                      <a:pt x="43" y="304"/>
                      <a:pt x="43" y="325"/>
                      <a:pt x="43" y="346"/>
                    </a:cubicBezTo>
                    <a:lnTo>
                      <a:pt x="43" y="393"/>
                    </a:lnTo>
                    <a:lnTo>
                      <a:pt x="43" y="414"/>
                    </a:lnTo>
                    <a:lnTo>
                      <a:pt x="43" y="477"/>
                    </a:lnTo>
                    <a:cubicBezTo>
                      <a:pt x="22" y="498"/>
                      <a:pt x="1" y="524"/>
                      <a:pt x="1" y="545"/>
                    </a:cubicBezTo>
                    <a:cubicBezTo>
                      <a:pt x="1" y="566"/>
                      <a:pt x="22" y="587"/>
                      <a:pt x="22" y="608"/>
                    </a:cubicBezTo>
                    <a:cubicBezTo>
                      <a:pt x="43" y="608"/>
                      <a:pt x="43" y="608"/>
                      <a:pt x="63" y="629"/>
                    </a:cubicBezTo>
                    <a:cubicBezTo>
                      <a:pt x="63" y="655"/>
                      <a:pt x="63" y="676"/>
                      <a:pt x="84" y="697"/>
                    </a:cubicBezTo>
                    <a:cubicBezTo>
                      <a:pt x="84" y="697"/>
                      <a:pt x="111" y="718"/>
                      <a:pt x="132" y="718"/>
                    </a:cubicBezTo>
                    <a:cubicBezTo>
                      <a:pt x="173" y="739"/>
                      <a:pt x="173" y="739"/>
                      <a:pt x="194" y="739"/>
                    </a:cubicBezTo>
                    <a:lnTo>
                      <a:pt x="215" y="760"/>
                    </a:lnTo>
                    <a:cubicBezTo>
                      <a:pt x="242" y="760"/>
                      <a:pt x="242" y="786"/>
                      <a:pt x="242" y="786"/>
                    </a:cubicBezTo>
                    <a:lnTo>
                      <a:pt x="262" y="786"/>
                    </a:lnTo>
                    <a:lnTo>
                      <a:pt x="262" y="807"/>
                    </a:lnTo>
                    <a:lnTo>
                      <a:pt x="283" y="807"/>
                    </a:lnTo>
                    <a:lnTo>
                      <a:pt x="304" y="786"/>
                    </a:lnTo>
                    <a:lnTo>
                      <a:pt x="325" y="760"/>
                    </a:lnTo>
                    <a:cubicBezTo>
                      <a:pt x="346" y="760"/>
                      <a:pt x="346" y="760"/>
                      <a:pt x="346" y="739"/>
                    </a:cubicBezTo>
                    <a:cubicBezTo>
                      <a:pt x="346" y="739"/>
                      <a:pt x="372" y="718"/>
                      <a:pt x="372" y="697"/>
                    </a:cubicBezTo>
                    <a:cubicBezTo>
                      <a:pt x="414" y="629"/>
                      <a:pt x="414" y="608"/>
                      <a:pt x="435" y="608"/>
                    </a:cubicBezTo>
                    <a:lnTo>
                      <a:pt x="435" y="587"/>
                    </a:lnTo>
                    <a:cubicBezTo>
                      <a:pt x="435" y="587"/>
                      <a:pt x="456" y="587"/>
                      <a:pt x="477" y="566"/>
                    </a:cubicBezTo>
                    <a:cubicBezTo>
                      <a:pt x="587" y="524"/>
                      <a:pt x="634" y="477"/>
                      <a:pt x="718" y="456"/>
                    </a:cubicBezTo>
                    <a:cubicBezTo>
                      <a:pt x="765" y="456"/>
                      <a:pt x="786" y="456"/>
                      <a:pt x="807" y="435"/>
                    </a:cubicBezTo>
                    <a:cubicBezTo>
                      <a:pt x="828" y="435"/>
                      <a:pt x="849" y="414"/>
                      <a:pt x="849" y="393"/>
                    </a:cubicBezTo>
                    <a:cubicBezTo>
                      <a:pt x="870" y="393"/>
                      <a:pt x="870" y="367"/>
                      <a:pt x="870" y="346"/>
                    </a:cubicBezTo>
                    <a:lnTo>
                      <a:pt x="870" y="283"/>
                    </a:lnTo>
                    <a:cubicBezTo>
                      <a:pt x="870" y="262"/>
                      <a:pt x="870" y="215"/>
                      <a:pt x="828" y="194"/>
                    </a:cubicBezTo>
                    <a:cubicBezTo>
                      <a:pt x="807" y="152"/>
                      <a:pt x="807" y="152"/>
                      <a:pt x="807" y="131"/>
                    </a:cubicBezTo>
                    <a:cubicBezTo>
                      <a:pt x="786" y="105"/>
                      <a:pt x="786" y="84"/>
                      <a:pt x="739" y="63"/>
                    </a:cubicBezTo>
                    <a:cubicBezTo>
                      <a:pt x="718" y="42"/>
                      <a:pt x="697" y="21"/>
                      <a:pt x="676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7" name="Google Shape;2627;p58">
                <a:extLst>
                  <a:ext uri="{FF2B5EF4-FFF2-40B4-BE49-F238E27FC236}">
                    <a16:creationId xmlns:a16="http://schemas.microsoft.com/office/drawing/2014/main" id="{0973ED99-FB9F-2EFD-03F2-1FB76381BBB7}"/>
                  </a:ext>
                </a:extLst>
              </p:cNvPr>
              <p:cNvSpPr/>
              <p:nvPr/>
            </p:nvSpPr>
            <p:spPr>
              <a:xfrm>
                <a:off x="4195890" y="602370"/>
                <a:ext cx="94998" cy="85197"/>
              </a:xfrm>
              <a:custGeom>
                <a:avLst/>
                <a:gdLst/>
                <a:ahLst/>
                <a:cxnLst/>
                <a:rect l="l" t="t" r="r" b="b"/>
                <a:pathLst>
                  <a:path w="504" h="452" extrusionOk="0">
                    <a:moveTo>
                      <a:pt x="48" y="1"/>
                    </a:moveTo>
                    <a:cubicBezTo>
                      <a:pt x="27" y="22"/>
                      <a:pt x="27" y="22"/>
                      <a:pt x="48" y="69"/>
                    </a:cubicBezTo>
                    <a:cubicBezTo>
                      <a:pt x="48" y="111"/>
                      <a:pt x="69" y="111"/>
                      <a:pt x="111" y="132"/>
                    </a:cubicBezTo>
                    <a:cubicBezTo>
                      <a:pt x="158" y="174"/>
                      <a:pt x="158" y="174"/>
                      <a:pt x="200" y="200"/>
                    </a:cubicBezTo>
                    <a:cubicBezTo>
                      <a:pt x="241" y="221"/>
                      <a:pt x="241" y="221"/>
                      <a:pt x="241" y="242"/>
                    </a:cubicBezTo>
                    <a:cubicBezTo>
                      <a:pt x="252" y="252"/>
                      <a:pt x="252" y="257"/>
                      <a:pt x="244" y="257"/>
                    </a:cubicBezTo>
                    <a:cubicBezTo>
                      <a:pt x="236" y="257"/>
                      <a:pt x="221" y="252"/>
                      <a:pt x="200" y="242"/>
                    </a:cubicBezTo>
                    <a:cubicBezTo>
                      <a:pt x="158" y="242"/>
                      <a:pt x="158" y="221"/>
                      <a:pt x="131" y="200"/>
                    </a:cubicBezTo>
                    <a:cubicBezTo>
                      <a:pt x="111" y="187"/>
                      <a:pt x="100" y="180"/>
                      <a:pt x="90" y="180"/>
                    </a:cubicBezTo>
                    <a:cubicBezTo>
                      <a:pt x="79" y="180"/>
                      <a:pt x="69" y="187"/>
                      <a:pt x="48" y="200"/>
                    </a:cubicBezTo>
                    <a:cubicBezTo>
                      <a:pt x="1" y="200"/>
                      <a:pt x="27" y="200"/>
                      <a:pt x="27" y="263"/>
                    </a:cubicBezTo>
                    <a:cubicBezTo>
                      <a:pt x="1" y="331"/>
                      <a:pt x="48" y="352"/>
                      <a:pt x="90" y="373"/>
                    </a:cubicBezTo>
                    <a:cubicBezTo>
                      <a:pt x="99" y="376"/>
                      <a:pt x="107" y="377"/>
                      <a:pt x="114" y="377"/>
                    </a:cubicBezTo>
                    <a:cubicBezTo>
                      <a:pt x="152" y="377"/>
                      <a:pt x="141" y="331"/>
                      <a:pt x="200" y="331"/>
                    </a:cubicBezTo>
                    <a:cubicBezTo>
                      <a:pt x="289" y="331"/>
                      <a:pt x="241" y="331"/>
                      <a:pt x="289" y="352"/>
                    </a:cubicBezTo>
                    <a:cubicBezTo>
                      <a:pt x="330" y="373"/>
                      <a:pt x="289" y="373"/>
                      <a:pt x="330" y="436"/>
                    </a:cubicBezTo>
                    <a:cubicBezTo>
                      <a:pt x="336" y="447"/>
                      <a:pt x="339" y="451"/>
                      <a:pt x="343" y="451"/>
                    </a:cubicBezTo>
                    <a:cubicBezTo>
                      <a:pt x="354" y="451"/>
                      <a:pt x="361" y="405"/>
                      <a:pt x="393" y="373"/>
                    </a:cubicBezTo>
                    <a:cubicBezTo>
                      <a:pt x="427" y="362"/>
                      <a:pt x="444" y="362"/>
                      <a:pt x="456" y="362"/>
                    </a:cubicBezTo>
                    <a:cubicBezTo>
                      <a:pt x="467" y="362"/>
                      <a:pt x="472" y="362"/>
                      <a:pt x="482" y="352"/>
                    </a:cubicBezTo>
                    <a:cubicBezTo>
                      <a:pt x="503" y="331"/>
                      <a:pt x="461" y="305"/>
                      <a:pt x="420" y="263"/>
                    </a:cubicBezTo>
                    <a:cubicBezTo>
                      <a:pt x="351" y="242"/>
                      <a:pt x="351" y="221"/>
                      <a:pt x="289" y="200"/>
                    </a:cubicBezTo>
                    <a:cubicBezTo>
                      <a:pt x="221" y="153"/>
                      <a:pt x="221" y="132"/>
                      <a:pt x="179" y="111"/>
                    </a:cubicBezTo>
                    <a:cubicBezTo>
                      <a:pt x="158" y="69"/>
                      <a:pt x="158" y="43"/>
                      <a:pt x="111" y="43"/>
                    </a:cubicBezTo>
                    <a:cubicBezTo>
                      <a:pt x="111" y="43"/>
                      <a:pt x="69" y="1"/>
                      <a:pt x="4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8" name="Google Shape;2628;p58">
                <a:extLst>
                  <a:ext uri="{FF2B5EF4-FFF2-40B4-BE49-F238E27FC236}">
                    <a16:creationId xmlns:a16="http://schemas.microsoft.com/office/drawing/2014/main" id="{BEA2E2D9-A234-7825-77B2-0827B04F6380}"/>
                  </a:ext>
                </a:extLst>
              </p:cNvPr>
              <p:cNvSpPr/>
              <p:nvPr/>
            </p:nvSpPr>
            <p:spPr>
              <a:xfrm>
                <a:off x="4187974" y="594453"/>
                <a:ext cx="111773" cy="102916"/>
              </a:xfrm>
              <a:custGeom>
                <a:avLst/>
                <a:gdLst/>
                <a:ahLst/>
                <a:cxnLst/>
                <a:rect l="l" t="t" r="r" b="b"/>
                <a:pathLst>
                  <a:path w="593" h="546" extrusionOk="0">
                    <a:moveTo>
                      <a:pt x="153" y="43"/>
                    </a:moveTo>
                    <a:lnTo>
                      <a:pt x="153" y="111"/>
                    </a:lnTo>
                    <a:lnTo>
                      <a:pt x="132" y="111"/>
                    </a:lnTo>
                    <a:lnTo>
                      <a:pt x="153" y="43"/>
                    </a:lnTo>
                    <a:close/>
                    <a:moveTo>
                      <a:pt x="132" y="263"/>
                    </a:moveTo>
                    <a:lnTo>
                      <a:pt x="132" y="284"/>
                    </a:lnTo>
                    <a:cubicBezTo>
                      <a:pt x="153" y="284"/>
                      <a:pt x="153" y="284"/>
                      <a:pt x="173" y="305"/>
                    </a:cubicBezTo>
                    <a:cubicBezTo>
                      <a:pt x="173" y="305"/>
                      <a:pt x="200" y="326"/>
                      <a:pt x="221" y="326"/>
                    </a:cubicBezTo>
                    <a:cubicBezTo>
                      <a:pt x="200" y="347"/>
                      <a:pt x="173" y="347"/>
                      <a:pt x="153" y="347"/>
                    </a:cubicBezTo>
                    <a:cubicBezTo>
                      <a:pt x="132" y="347"/>
                      <a:pt x="111" y="326"/>
                      <a:pt x="111" y="326"/>
                    </a:cubicBezTo>
                    <a:lnTo>
                      <a:pt x="111" y="305"/>
                    </a:lnTo>
                    <a:lnTo>
                      <a:pt x="111" y="284"/>
                    </a:lnTo>
                    <a:lnTo>
                      <a:pt x="132" y="263"/>
                    </a:lnTo>
                    <a:close/>
                    <a:moveTo>
                      <a:pt x="352" y="305"/>
                    </a:moveTo>
                    <a:cubicBezTo>
                      <a:pt x="372" y="326"/>
                      <a:pt x="393" y="326"/>
                      <a:pt x="435" y="347"/>
                    </a:cubicBezTo>
                    <a:lnTo>
                      <a:pt x="435" y="373"/>
                    </a:lnTo>
                    <a:lnTo>
                      <a:pt x="414" y="373"/>
                    </a:lnTo>
                    <a:lnTo>
                      <a:pt x="393" y="394"/>
                    </a:lnTo>
                    <a:lnTo>
                      <a:pt x="393" y="373"/>
                    </a:lnTo>
                    <a:cubicBezTo>
                      <a:pt x="393" y="347"/>
                      <a:pt x="372" y="347"/>
                      <a:pt x="352" y="326"/>
                    </a:cubicBezTo>
                    <a:lnTo>
                      <a:pt x="352" y="305"/>
                    </a:lnTo>
                    <a:close/>
                    <a:moveTo>
                      <a:pt x="69" y="1"/>
                    </a:moveTo>
                    <a:cubicBezTo>
                      <a:pt x="43" y="1"/>
                      <a:pt x="43" y="22"/>
                      <a:pt x="22" y="43"/>
                    </a:cubicBezTo>
                    <a:lnTo>
                      <a:pt x="22" y="85"/>
                    </a:lnTo>
                    <a:lnTo>
                      <a:pt x="22" y="132"/>
                    </a:lnTo>
                    <a:cubicBezTo>
                      <a:pt x="43" y="153"/>
                      <a:pt x="69" y="174"/>
                      <a:pt x="69" y="174"/>
                    </a:cubicBezTo>
                    <a:cubicBezTo>
                      <a:pt x="69" y="195"/>
                      <a:pt x="43" y="195"/>
                      <a:pt x="43" y="195"/>
                    </a:cubicBezTo>
                    <a:cubicBezTo>
                      <a:pt x="43" y="195"/>
                      <a:pt x="22" y="216"/>
                      <a:pt x="22" y="242"/>
                    </a:cubicBezTo>
                    <a:cubicBezTo>
                      <a:pt x="1" y="263"/>
                      <a:pt x="1" y="263"/>
                      <a:pt x="1" y="305"/>
                    </a:cubicBezTo>
                    <a:cubicBezTo>
                      <a:pt x="1" y="347"/>
                      <a:pt x="1" y="394"/>
                      <a:pt x="43" y="415"/>
                    </a:cubicBezTo>
                    <a:cubicBezTo>
                      <a:pt x="69" y="436"/>
                      <a:pt x="90" y="436"/>
                      <a:pt x="111" y="457"/>
                    </a:cubicBezTo>
                    <a:lnTo>
                      <a:pt x="173" y="457"/>
                    </a:lnTo>
                    <a:cubicBezTo>
                      <a:pt x="200" y="457"/>
                      <a:pt x="221" y="436"/>
                      <a:pt x="221" y="436"/>
                    </a:cubicBezTo>
                    <a:lnTo>
                      <a:pt x="242" y="436"/>
                    </a:lnTo>
                    <a:cubicBezTo>
                      <a:pt x="263" y="425"/>
                      <a:pt x="278" y="420"/>
                      <a:pt x="286" y="417"/>
                    </a:cubicBezTo>
                    <a:lnTo>
                      <a:pt x="286" y="417"/>
                    </a:lnTo>
                    <a:lnTo>
                      <a:pt x="304" y="436"/>
                    </a:lnTo>
                    <a:lnTo>
                      <a:pt x="304" y="504"/>
                    </a:lnTo>
                    <a:cubicBezTo>
                      <a:pt x="331" y="504"/>
                      <a:pt x="331" y="525"/>
                      <a:pt x="331" y="525"/>
                    </a:cubicBezTo>
                    <a:cubicBezTo>
                      <a:pt x="331" y="525"/>
                      <a:pt x="352" y="546"/>
                      <a:pt x="372" y="546"/>
                    </a:cubicBezTo>
                    <a:cubicBezTo>
                      <a:pt x="393" y="546"/>
                      <a:pt x="414" y="546"/>
                      <a:pt x="414" y="525"/>
                    </a:cubicBezTo>
                    <a:cubicBezTo>
                      <a:pt x="435" y="525"/>
                      <a:pt x="435" y="525"/>
                      <a:pt x="435" y="504"/>
                    </a:cubicBezTo>
                    <a:cubicBezTo>
                      <a:pt x="462" y="478"/>
                      <a:pt x="462" y="478"/>
                      <a:pt x="482" y="457"/>
                    </a:cubicBezTo>
                    <a:lnTo>
                      <a:pt x="524" y="457"/>
                    </a:lnTo>
                    <a:cubicBezTo>
                      <a:pt x="545" y="436"/>
                      <a:pt x="545" y="436"/>
                      <a:pt x="566" y="415"/>
                    </a:cubicBezTo>
                    <a:cubicBezTo>
                      <a:pt x="566" y="415"/>
                      <a:pt x="592" y="394"/>
                      <a:pt x="566" y="373"/>
                    </a:cubicBezTo>
                    <a:cubicBezTo>
                      <a:pt x="566" y="347"/>
                      <a:pt x="566" y="326"/>
                      <a:pt x="545" y="326"/>
                    </a:cubicBezTo>
                    <a:cubicBezTo>
                      <a:pt x="524" y="284"/>
                      <a:pt x="503" y="284"/>
                      <a:pt x="482" y="263"/>
                    </a:cubicBezTo>
                    <a:cubicBezTo>
                      <a:pt x="414" y="242"/>
                      <a:pt x="414" y="216"/>
                      <a:pt x="352" y="174"/>
                    </a:cubicBezTo>
                    <a:cubicBezTo>
                      <a:pt x="331" y="174"/>
                      <a:pt x="304" y="153"/>
                      <a:pt x="304" y="153"/>
                    </a:cubicBezTo>
                    <a:cubicBezTo>
                      <a:pt x="304" y="153"/>
                      <a:pt x="283" y="132"/>
                      <a:pt x="263" y="111"/>
                    </a:cubicBezTo>
                    <a:cubicBezTo>
                      <a:pt x="242" y="85"/>
                      <a:pt x="242" y="85"/>
                      <a:pt x="242" y="64"/>
                    </a:cubicBezTo>
                    <a:cubicBezTo>
                      <a:pt x="242" y="64"/>
                      <a:pt x="221" y="43"/>
                      <a:pt x="200" y="43"/>
                    </a:cubicBezTo>
                    <a:lnTo>
                      <a:pt x="173" y="43"/>
                    </a:lnTo>
                    <a:cubicBezTo>
                      <a:pt x="173" y="22"/>
                      <a:pt x="173" y="22"/>
                      <a:pt x="153" y="22"/>
                    </a:cubicBezTo>
                    <a:cubicBezTo>
                      <a:pt x="153" y="22"/>
                      <a:pt x="132" y="1"/>
                      <a:pt x="111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9" name="Google Shape;2629;p58">
                <a:extLst>
                  <a:ext uri="{FF2B5EF4-FFF2-40B4-BE49-F238E27FC236}">
                    <a16:creationId xmlns:a16="http://schemas.microsoft.com/office/drawing/2014/main" id="{05C24729-8C3C-0906-9362-3F57A16FF774}"/>
                  </a:ext>
                </a:extLst>
              </p:cNvPr>
              <p:cNvSpPr/>
              <p:nvPr/>
            </p:nvSpPr>
            <p:spPr>
              <a:xfrm>
                <a:off x="4208707" y="516608"/>
                <a:ext cx="493837" cy="1098520"/>
              </a:xfrm>
              <a:custGeom>
                <a:avLst/>
                <a:gdLst/>
                <a:ahLst/>
                <a:cxnLst/>
                <a:rect l="l" t="t" r="r" b="b"/>
                <a:pathLst>
                  <a:path w="2620" h="5828" extrusionOk="0">
                    <a:moveTo>
                      <a:pt x="1441" y="828"/>
                    </a:moveTo>
                    <a:cubicBezTo>
                      <a:pt x="1483" y="870"/>
                      <a:pt x="1483" y="917"/>
                      <a:pt x="1530" y="959"/>
                    </a:cubicBezTo>
                    <a:cubicBezTo>
                      <a:pt x="1572" y="1000"/>
                      <a:pt x="1572" y="1000"/>
                      <a:pt x="1614" y="1021"/>
                    </a:cubicBezTo>
                    <a:cubicBezTo>
                      <a:pt x="1661" y="1069"/>
                      <a:pt x="1682" y="1090"/>
                      <a:pt x="1682" y="1090"/>
                    </a:cubicBezTo>
                    <a:cubicBezTo>
                      <a:pt x="1682" y="1090"/>
                      <a:pt x="1672" y="1080"/>
                      <a:pt x="1652" y="1080"/>
                    </a:cubicBezTo>
                    <a:cubicBezTo>
                      <a:pt x="1642" y="1080"/>
                      <a:pt x="1629" y="1083"/>
                      <a:pt x="1614" y="1090"/>
                    </a:cubicBezTo>
                    <a:cubicBezTo>
                      <a:pt x="1551" y="1110"/>
                      <a:pt x="1572" y="1110"/>
                      <a:pt x="1551" y="1152"/>
                    </a:cubicBezTo>
                    <a:cubicBezTo>
                      <a:pt x="1530" y="1179"/>
                      <a:pt x="1504" y="1179"/>
                      <a:pt x="1530" y="1199"/>
                    </a:cubicBezTo>
                    <a:cubicBezTo>
                      <a:pt x="1551" y="1241"/>
                      <a:pt x="1593" y="1330"/>
                      <a:pt x="1614" y="1351"/>
                    </a:cubicBezTo>
                    <a:cubicBezTo>
                      <a:pt x="1635" y="1393"/>
                      <a:pt x="1724" y="1393"/>
                      <a:pt x="1745" y="1414"/>
                    </a:cubicBezTo>
                    <a:cubicBezTo>
                      <a:pt x="1765" y="1414"/>
                      <a:pt x="1765" y="1414"/>
                      <a:pt x="1792" y="1393"/>
                    </a:cubicBezTo>
                    <a:cubicBezTo>
                      <a:pt x="1792" y="1351"/>
                      <a:pt x="1813" y="1309"/>
                      <a:pt x="1813" y="1309"/>
                    </a:cubicBezTo>
                    <a:cubicBezTo>
                      <a:pt x="1834" y="1330"/>
                      <a:pt x="1834" y="1372"/>
                      <a:pt x="1855" y="1440"/>
                    </a:cubicBezTo>
                    <a:cubicBezTo>
                      <a:pt x="1875" y="1524"/>
                      <a:pt x="1896" y="1545"/>
                      <a:pt x="1944" y="1571"/>
                    </a:cubicBezTo>
                    <a:cubicBezTo>
                      <a:pt x="1985" y="1613"/>
                      <a:pt x="1985" y="1634"/>
                      <a:pt x="1944" y="1655"/>
                    </a:cubicBezTo>
                    <a:cubicBezTo>
                      <a:pt x="1923" y="1676"/>
                      <a:pt x="1875" y="1655"/>
                      <a:pt x="1923" y="1702"/>
                    </a:cubicBezTo>
                    <a:cubicBezTo>
                      <a:pt x="1935" y="1727"/>
                      <a:pt x="1924" y="1737"/>
                      <a:pt x="1904" y="1737"/>
                    </a:cubicBezTo>
                    <a:cubicBezTo>
                      <a:pt x="1890" y="1737"/>
                      <a:pt x="1872" y="1732"/>
                      <a:pt x="1855" y="1723"/>
                    </a:cubicBezTo>
                    <a:cubicBezTo>
                      <a:pt x="1834" y="1702"/>
                      <a:pt x="1765" y="1676"/>
                      <a:pt x="1724" y="1676"/>
                    </a:cubicBezTo>
                    <a:cubicBezTo>
                      <a:pt x="1682" y="1676"/>
                      <a:pt x="1635" y="1702"/>
                      <a:pt x="1682" y="1765"/>
                    </a:cubicBezTo>
                    <a:cubicBezTo>
                      <a:pt x="1695" y="1808"/>
                      <a:pt x="1683" y="1832"/>
                      <a:pt x="1661" y="1832"/>
                    </a:cubicBezTo>
                    <a:cubicBezTo>
                      <a:pt x="1647" y="1832"/>
                      <a:pt x="1631" y="1824"/>
                      <a:pt x="1614" y="1807"/>
                    </a:cubicBezTo>
                    <a:cubicBezTo>
                      <a:pt x="1572" y="1786"/>
                      <a:pt x="1551" y="1786"/>
                      <a:pt x="1504" y="1765"/>
                    </a:cubicBezTo>
                    <a:cubicBezTo>
                      <a:pt x="1441" y="1744"/>
                      <a:pt x="1420" y="1765"/>
                      <a:pt x="1352" y="1723"/>
                    </a:cubicBezTo>
                    <a:cubicBezTo>
                      <a:pt x="1310" y="1655"/>
                      <a:pt x="1289" y="1655"/>
                      <a:pt x="1268" y="1613"/>
                    </a:cubicBezTo>
                    <a:cubicBezTo>
                      <a:pt x="1221" y="1571"/>
                      <a:pt x="1242" y="1524"/>
                      <a:pt x="1179" y="1524"/>
                    </a:cubicBezTo>
                    <a:cubicBezTo>
                      <a:pt x="1111" y="1524"/>
                      <a:pt x="1048" y="1545"/>
                      <a:pt x="1006" y="1571"/>
                    </a:cubicBezTo>
                    <a:cubicBezTo>
                      <a:pt x="959" y="1592"/>
                      <a:pt x="849" y="1634"/>
                      <a:pt x="807" y="1655"/>
                    </a:cubicBezTo>
                    <a:cubicBezTo>
                      <a:pt x="773" y="1672"/>
                      <a:pt x="720" y="1707"/>
                      <a:pt x="691" y="1707"/>
                    </a:cubicBezTo>
                    <a:cubicBezTo>
                      <a:pt x="685" y="1707"/>
                      <a:pt x="680" y="1706"/>
                      <a:pt x="676" y="1702"/>
                    </a:cubicBezTo>
                    <a:cubicBezTo>
                      <a:pt x="655" y="1702"/>
                      <a:pt x="613" y="1676"/>
                      <a:pt x="587" y="1676"/>
                    </a:cubicBezTo>
                    <a:cubicBezTo>
                      <a:pt x="613" y="1676"/>
                      <a:pt x="613" y="1676"/>
                      <a:pt x="634" y="1655"/>
                    </a:cubicBezTo>
                    <a:cubicBezTo>
                      <a:pt x="676" y="1613"/>
                      <a:pt x="697" y="1634"/>
                      <a:pt x="744" y="1613"/>
                    </a:cubicBezTo>
                    <a:cubicBezTo>
                      <a:pt x="786" y="1592"/>
                      <a:pt x="786" y="1571"/>
                      <a:pt x="786" y="1524"/>
                    </a:cubicBezTo>
                    <a:cubicBezTo>
                      <a:pt x="765" y="1461"/>
                      <a:pt x="676" y="1440"/>
                      <a:pt x="718" y="1393"/>
                    </a:cubicBezTo>
                    <a:cubicBezTo>
                      <a:pt x="726" y="1381"/>
                      <a:pt x="733" y="1378"/>
                      <a:pt x="740" y="1378"/>
                    </a:cubicBezTo>
                    <a:cubicBezTo>
                      <a:pt x="748" y="1378"/>
                      <a:pt x="755" y="1381"/>
                      <a:pt x="761" y="1381"/>
                    </a:cubicBezTo>
                    <a:cubicBezTo>
                      <a:pt x="770" y="1381"/>
                      <a:pt x="778" y="1376"/>
                      <a:pt x="786" y="1351"/>
                    </a:cubicBezTo>
                    <a:cubicBezTo>
                      <a:pt x="807" y="1283"/>
                      <a:pt x="828" y="1309"/>
                      <a:pt x="786" y="1262"/>
                    </a:cubicBezTo>
                    <a:cubicBezTo>
                      <a:pt x="744" y="1199"/>
                      <a:pt x="676" y="1199"/>
                      <a:pt x="744" y="1199"/>
                    </a:cubicBezTo>
                    <a:cubicBezTo>
                      <a:pt x="776" y="1199"/>
                      <a:pt x="786" y="1205"/>
                      <a:pt x="794" y="1205"/>
                    </a:cubicBezTo>
                    <a:cubicBezTo>
                      <a:pt x="802" y="1205"/>
                      <a:pt x="807" y="1199"/>
                      <a:pt x="828" y="1179"/>
                    </a:cubicBezTo>
                    <a:cubicBezTo>
                      <a:pt x="861" y="1160"/>
                      <a:pt x="838" y="1135"/>
                      <a:pt x="844" y="1135"/>
                    </a:cubicBezTo>
                    <a:cubicBezTo>
                      <a:pt x="846" y="1135"/>
                      <a:pt x="854" y="1140"/>
                      <a:pt x="875" y="1152"/>
                    </a:cubicBezTo>
                    <a:cubicBezTo>
                      <a:pt x="959" y="1179"/>
                      <a:pt x="896" y="1179"/>
                      <a:pt x="980" y="1199"/>
                    </a:cubicBezTo>
                    <a:cubicBezTo>
                      <a:pt x="1048" y="1220"/>
                      <a:pt x="1027" y="1199"/>
                      <a:pt x="1111" y="1241"/>
                    </a:cubicBezTo>
                    <a:cubicBezTo>
                      <a:pt x="1200" y="1262"/>
                      <a:pt x="1200" y="1283"/>
                      <a:pt x="1268" y="1309"/>
                    </a:cubicBezTo>
                    <a:cubicBezTo>
                      <a:pt x="1310" y="1351"/>
                      <a:pt x="1310" y="1393"/>
                      <a:pt x="1289" y="1414"/>
                    </a:cubicBezTo>
                    <a:cubicBezTo>
                      <a:pt x="1289" y="1440"/>
                      <a:pt x="1221" y="1440"/>
                      <a:pt x="1268" y="1482"/>
                    </a:cubicBezTo>
                    <a:cubicBezTo>
                      <a:pt x="1311" y="1497"/>
                      <a:pt x="1334" y="1533"/>
                      <a:pt x="1351" y="1533"/>
                    </a:cubicBezTo>
                    <a:cubicBezTo>
                      <a:pt x="1359" y="1533"/>
                      <a:pt x="1366" y="1525"/>
                      <a:pt x="1373" y="1503"/>
                    </a:cubicBezTo>
                    <a:cubicBezTo>
                      <a:pt x="1373" y="1440"/>
                      <a:pt x="1352" y="1440"/>
                      <a:pt x="1352" y="1372"/>
                    </a:cubicBezTo>
                    <a:cubicBezTo>
                      <a:pt x="1352" y="1309"/>
                      <a:pt x="1420" y="1309"/>
                      <a:pt x="1352" y="1262"/>
                    </a:cubicBezTo>
                    <a:cubicBezTo>
                      <a:pt x="1268" y="1199"/>
                      <a:pt x="1268" y="1241"/>
                      <a:pt x="1200" y="1199"/>
                    </a:cubicBezTo>
                    <a:cubicBezTo>
                      <a:pt x="1111" y="1152"/>
                      <a:pt x="1090" y="1131"/>
                      <a:pt x="1027" y="1110"/>
                    </a:cubicBezTo>
                    <a:cubicBezTo>
                      <a:pt x="980" y="1069"/>
                      <a:pt x="938" y="1048"/>
                      <a:pt x="959" y="1021"/>
                    </a:cubicBezTo>
                    <a:cubicBezTo>
                      <a:pt x="959" y="1013"/>
                      <a:pt x="962" y="1008"/>
                      <a:pt x="969" y="1008"/>
                    </a:cubicBezTo>
                    <a:cubicBezTo>
                      <a:pt x="980" y="1008"/>
                      <a:pt x="999" y="1019"/>
                      <a:pt x="1027" y="1048"/>
                    </a:cubicBezTo>
                    <a:cubicBezTo>
                      <a:pt x="1069" y="1069"/>
                      <a:pt x="1027" y="1090"/>
                      <a:pt x="1111" y="1131"/>
                    </a:cubicBezTo>
                    <a:cubicBezTo>
                      <a:pt x="1179" y="1152"/>
                      <a:pt x="1179" y="1152"/>
                      <a:pt x="1242" y="1179"/>
                    </a:cubicBezTo>
                    <a:cubicBezTo>
                      <a:pt x="1289" y="1199"/>
                      <a:pt x="1310" y="1199"/>
                      <a:pt x="1331" y="1241"/>
                    </a:cubicBezTo>
                    <a:cubicBezTo>
                      <a:pt x="1373" y="1262"/>
                      <a:pt x="1399" y="1283"/>
                      <a:pt x="1420" y="1309"/>
                    </a:cubicBezTo>
                    <a:cubicBezTo>
                      <a:pt x="1462" y="1351"/>
                      <a:pt x="1483" y="1372"/>
                      <a:pt x="1504" y="1393"/>
                    </a:cubicBezTo>
                    <a:cubicBezTo>
                      <a:pt x="1525" y="1411"/>
                      <a:pt x="1543" y="1446"/>
                      <a:pt x="1561" y="1446"/>
                    </a:cubicBezTo>
                    <a:cubicBezTo>
                      <a:pt x="1564" y="1446"/>
                      <a:pt x="1568" y="1444"/>
                      <a:pt x="1572" y="1440"/>
                    </a:cubicBezTo>
                    <a:cubicBezTo>
                      <a:pt x="1572" y="1414"/>
                      <a:pt x="1551" y="1393"/>
                      <a:pt x="1530" y="1351"/>
                    </a:cubicBezTo>
                    <a:cubicBezTo>
                      <a:pt x="1504" y="1330"/>
                      <a:pt x="1462" y="1283"/>
                      <a:pt x="1462" y="1262"/>
                    </a:cubicBezTo>
                    <a:cubicBezTo>
                      <a:pt x="1462" y="1241"/>
                      <a:pt x="1420" y="1199"/>
                      <a:pt x="1441" y="1179"/>
                    </a:cubicBezTo>
                    <a:cubicBezTo>
                      <a:pt x="1457" y="1179"/>
                      <a:pt x="1470" y="1182"/>
                      <a:pt x="1478" y="1182"/>
                    </a:cubicBezTo>
                    <a:cubicBezTo>
                      <a:pt x="1493" y="1182"/>
                      <a:pt x="1496" y="1174"/>
                      <a:pt x="1483" y="1131"/>
                    </a:cubicBezTo>
                    <a:cubicBezTo>
                      <a:pt x="1462" y="1069"/>
                      <a:pt x="1373" y="1021"/>
                      <a:pt x="1373" y="959"/>
                    </a:cubicBezTo>
                    <a:cubicBezTo>
                      <a:pt x="1373" y="917"/>
                      <a:pt x="1331" y="891"/>
                      <a:pt x="1399" y="870"/>
                    </a:cubicBezTo>
                    <a:cubicBezTo>
                      <a:pt x="1441" y="870"/>
                      <a:pt x="1399" y="828"/>
                      <a:pt x="1420" y="828"/>
                    </a:cubicBezTo>
                    <a:close/>
                    <a:moveTo>
                      <a:pt x="2074" y="1807"/>
                    </a:moveTo>
                    <a:cubicBezTo>
                      <a:pt x="2116" y="1854"/>
                      <a:pt x="2158" y="1964"/>
                      <a:pt x="2205" y="2048"/>
                    </a:cubicBezTo>
                    <a:cubicBezTo>
                      <a:pt x="2158" y="1985"/>
                      <a:pt x="2137" y="1964"/>
                      <a:pt x="2095" y="1896"/>
                    </a:cubicBezTo>
                    <a:cubicBezTo>
                      <a:pt x="2074" y="1854"/>
                      <a:pt x="2054" y="1807"/>
                      <a:pt x="2054" y="1807"/>
                    </a:cubicBezTo>
                    <a:close/>
                    <a:moveTo>
                      <a:pt x="352" y="0"/>
                    </a:moveTo>
                    <a:cubicBezTo>
                      <a:pt x="352" y="42"/>
                      <a:pt x="372" y="42"/>
                      <a:pt x="435" y="84"/>
                    </a:cubicBezTo>
                    <a:cubicBezTo>
                      <a:pt x="476" y="125"/>
                      <a:pt x="482" y="177"/>
                      <a:pt x="452" y="177"/>
                    </a:cubicBezTo>
                    <a:cubicBezTo>
                      <a:pt x="447" y="177"/>
                      <a:pt x="442" y="176"/>
                      <a:pt x="435" y="173"/>
                    </a:cubicBezTo>
                    <a:cubicBezTo>
                      <a:pt x="414" y="152"/>
                      <a:pt x="372" y="131"/>
                      <a:pt x="325" y="84"/>
                    </a:cubicBezTo>
                    <a:cubicBezTo>
                      <a:pt x="304" y="42"/>
                      <a:pt x="325" y="42"/>
                      <a:pt x="262" y="42"/>
                    </a:cubicBezTo>
                    <a:cubicBezTo>
                      <a:pt x="173" y="42"/>
                      <a:pt x="132" y="42"/>
                      <a:pt x="90" y="21"/>
                    </a:cubicBezTo>
                    <a:cubicBezTo>
                      <a:pt x="43" y="21"/>
                      <a:pt x="1" y="63"/>
                      <a:pt x="43" y="105"/>
                    </a:cubicBezTo>
                    <a:cubicBezTo>
                      <a:pt x="90" y="152"/>
                      <a:pt x="132" y="152"/>
                      <a:pt x="111" y="215"/>
                    </a:cubicBezTo>
                    <a:cubicBezTo>
                      <a:pt x="111" y="283"/>
                      <a:pt x="43" y="283"/>
                      <a:pt x="111" y="325"/>
                    </a:cubicBezTo>
                    <a:cubicBezTo>
                      <a:pt x="173" y="346"/>
                      <a:pt x="173" y="367"/>
                      <a:pt x="221" y="414"/>
                    </a:cubicBezTo>
                    <a:cubicBezTo>
                      <a:pt x="265" y="444"/>
                      <a:pt x="289" y="473"/>
                      <a:pt x="306" y="473"/>
                    </a:cubicBezTo>
                    <a:cubicBezTo>
                      <a:pt x="313" y="473"/>
                      <a:pt x="319" y="468"/>
                      <a:pt x="325" y="456"/>
                    </a:cubicBezTo>
                    <a:cubicBezTo>
                      <a:pt x="361" y="440"/>
                      <a:pt x="343" y="398"/>
                      <a:pt x="361" y="398"/>
                    </a:cubicBezTo>
                    <a:cubicBezTo>
                      <a:pt x="367" y="398"/>
                      <a:pt x="377" y="402"/>
                      <a:pt x="393" y="414"/>
                    </a:cubicBezTo>
                    <a:cubicBezTo>
                      <a:pt x="456" y="456"/>
                      <a:pt x="456" y="456"/>
                      <a:pt x="503" y="498"/>
                    </a:cubicBezTo>
                    <a:cubicBezTo>
                      <a:pt x="524" y="566"/>
                      <a:pt x="503" y="566"/>
                      <a:pt x="545" y="566"/>
                    </a:cubicBezTo>
                    <a:cubicBezTo>
                      <a:pt x="562" y="566"/>
                      <a:pt x="580" y="569"/>
                      <a:pt x="593" y="569"/>
                    </a:cubicBezTo>
                    <a:cubicBezTo>
                      <a:pt x="614" y="569"/>
                      <a:pt x="626" y="562"/>
                      <a:pt x="613" y="524"/>
                    </a:cubicBezTo>
                    <a:cubicBezTo>
                      <a:pt x="613" y="456"/>
                      <a:pt x="566" y="435"/>
                      <a:pt x="524" y="414"/>
                    </a:cubicBezTo>
                    <a:cubicBezTo>
                      <a:pt x="482" y="367"/>
                      <a:pt x="482" y="325"/>
                      <a:pt x="435" y="325"/>
                    </a:cubicBezTo>
                    <a:cubicBezTo>
                      <a:pt x="372" y="304"/>
                      <a:pt x="372" y="304"/>
                      <a:pt x="352" y="262"/>
                    </a:cubicBezTo>
                    <a:cubicBezTo>
                      <a:pt x="304" y="194"/>
                      <a:pt x="262" y="194"/>
                      <a:pt x="262" y="173"/>
                    </a:cubicBezTo>
                    <a:cubicBezTo>
                      <a:pt x="271" y="164"/>
                      <a:pt x="276" y="159"/>
                      <a:pt x="282" y="159"/>
                    </a:cubicBezTo>
                    <a:cubicBezTo>
                      <a:pt x="291" y="159"/>
                      <a:pt x="301" y="169"/>
                      <a:pt x="325" y="194"/>
                    </a:cubicBezTo>
                    <a:cubicBezTo>
                      <a:pt x="393" y="236"/>
                      <a:pt x="372" y="262"/>
                      <a:pt x="435" y="304"/>
                    </a:cubicBezTo>
                    <a:cubicBezTo>
                      <a:pt x="502" y="320"/>
                      <a:pt x="519" y="362"/>
                      <a:pt x="541" y="362"/>
                    </a:cubicBezTo>
                    <a:cubicBezTo>
                      <a:pt x="548" y="362"/>
                      <a:pt x="556" y="358"/>
                      <a:pt x="566" y="346"/>
                    </a:cubicBezTo>
                    <a:cubicBezTo>
                      <a:pt x="613" y="304"/>
                      <a:pt x="587" y="304"/>
                      <a:pt x="613" y="283"/>
                    </a:cubicBezTo>
                    <a:cubicBezTo>
                      <a:pt x="655" y="283"/>
                      <a:pt x="613" y="236"/>
                      <a:pt x="634" y="236"/>
                    </a:cubicBezTo>
                    <a:cubicBezTo>
                      <a:pt x="676" y="262"/>
                      <a:pt x="697" y="304"/>
                      <a:pt x="676" y="325"/>
                    </a:cubicBezTo>
                    <a:cubicBezTo>
                      <a:pt x="655" y="346"/>
                      <a:pt x="613" y="325"/>
                      <a:pt x="634" y="367"/>
                    </a:cubicBezTo>
                    <a:cubicBezTo>
                      <a:pt x="655" y="414"/>
                      <a:pt x="655" y="393"/>
                      <a:pt x="697" y="435"/>
                    </a:cubicBezTo>
                    <a:cubicBezTo>
                      <a:pt x="744" y="477"/>
                      <a:pt x="676" y="477"/>
                      <a:pt x="718" y="524"/>
                    </a:cubicBezTo>
                    <a:cubicBezTo>
                      <a:pt x="765" y="566"/>
                      <a:pt x="786" y="545"/>
                      <a:pt x="786" y="566"/>
                    </a:cubicBezTo>
                    <a:cubicBezTo>
                      <a:pt x="786" y="608"/>
                      <a:pt x="786" y="608"/>
                      <a:pt x="718" y="608"/>
                    </a:cubicBezTo>
                    <a:cubicBezTo>
                      <a:pt x="682" y="596"/>
                      <a:pt x="653" y="584"/>
                      <a:pt x="629" y="584"/>
                    </a:cubicBezTo>
                    <a:cubicBezTo>
                      <a:pt x="612" y="584"/>
                      <a:pt x="598" y="590"/>
                      <a:pt x="587" y="608"/>
                    </a:cubicBezTo>
                    <a:cubicBezTo>
                      <a:pt x="575" y="620"/>
                      <a:pt x="570" y="634"/>
                      <a:pt x="559" y="634"/>
                    </a:cubicBezTo>
                    <a:cubicBezTo>
                      <a:pt x="552" y="634"/>
                      <a:pt x="542" y="627"/>
                      <a:pt x="524" y="608"/>
                    </a:cubicBezTo>
                    <a:cubicBezTo>
                      <a:pt x="503" y="566"/>
                      <a:pt x="482" y="524"/>
                      <a:pt x="456" y="498"/>
                    </a:cubicBezTo>
                    <a:cubicBezTo>
                      <a:pt x="444" y="486"/>
                      <a:pt x="425" y="474"/>
                      <a:pt x="415" y="474"/>
                    </a:cubicBezTo>
                    <a:cubicBezTo>
                      <a:pt x="408" y="474"/>
                      <a:pt x="406" y="480"/>
                      <a:pt x="414" y="498"/>
                    </a:cubicBezTo>
                    <a:cubicBezTo>
                      <a:pt x="435" y="545"/>
                      <a:pt x="414" y="545"/>
                      <a:pt x="456" y="587"/>
                    </a:cubicBezTo>
                    <a:cubicBezTo>
                      <a:pt x="503" y="608"/>
                      <a:pt x="545" y="629"/>
                      <a:pt x="545" y="655"/>
                    </a:cubicBezTo>
                    <a:cubicBezTo>
                      <a:pt x="541" y="659"/>
                      <a:pt x="537" y="661"/>
                      <a:pt x="534" y="661"/>
                    </a:cubicBezTo>
                    <a:cubicBezTo>
                      <a:pt x="530" y="661"/>
                      <a:pt x="527" y="658"/>
                      <a:pt x="524" y="658"/>
                    </a:cubicBezTo>
                    <a:cubicBezTo>
                      <a:pt x="519" y="658"/>
                      <a:pt x="513" y="664"/>
                      <a:pt x="503" y="697"/>
                    </a:cubicBezTo>
                    <a:cubicBezTo>
                      <a:pt x="482" y="760"/>
                      <a:pt x="482" y="760"/>
                      <a:pt x="482" y="786"/>
                    </a:cubicBezTo>
                    <a:cubicBezTo>
                      <a:pt x="482" y="828"/>
                      <a:pt x="482" y="807"/>
                      <a:pt x="456" y="849"/>
                    </a:cubicBezTo>
                    <a:cubicBezTo>
                      <a:pt x="435" y="870"/>
                      <a:pt x="482" y="849"/>
                      <a:pt x="414" y="891"/>
                    </a:cubicBezTo>
                    <a:cubicBezTo>
                      <a:pt x="372" y="959"/>
                      <a:pt x="372" y="917"/>
                      <a:pt x="325" y="959"/>
                    </a:cubicBezTo>
                    <a:cubicBezTo>
                      <a:pt x="304" y="980"/>
                      <a:pt x="283" y="1000"/>
                      <a:pt x="352" y="1021"/>
                    </a:cubicBezTo>
                    <a:cubicBezTo>
                      <a:pt x="375" y="1029"/>
                      <a:pt x="390" y="1030"/>
                      <a:pt x="401" y="1030"/>
                    </a:cubicBezTo>
                    <a:cubicBezTo>
                      <a:pt x="409" y="1030"/>
                      <a:pt x="415" y="1029"/>
                      <a:pt x="420" y="1029"/>
                    </a:cubicBezTo>
                    <a:cubicBezTo>
                      <a:pt x="430" y="1029"/>
                      <a:pt x="435" y="1035"/>
                      <a:pt x="456" y="1069"/>
                    </a:cubicBezTo>
                    <a:cubicBezTo>
                      <a:pt x="503" y="1110"/>
                      <a:pt x="482" y="1110"/>
                      <a:pt x="503" y="1152"/>
                    </a:cubicBezTo>
                    <a:cubicBezTo>
                      <a:pt x="524" y="1179"/>
                      <a:pt x="545" y="1179"/>
                      <a:pt x="545" y="1220"/>
                    </a:cubicBezTo>
                    <a:cubicBezTo>
                      <a:pt x="545" y="1241"/>
                      <a:pt x="524" y="1241"/>
                      <a:pt x="456" y="1262"/>
                    </a:cubicBezTo>
                    <a:cubicBezTo>
                      <a:pt x="406" y="1262"/>
                      <a:pt x="369" y="1236"/>
                      <a:pt x="332" y="1236"/>
                    </a:cubicBezTo>
                    <a:cubicBezTo>
                      <a:pt x="323" y="1236"/>
                      <a:pt x="314" y="1237"/>
                      <a:pt x="304" y="1241"/>
                    </a:cubicBezTo>
                    <a:cubicBezTo>
                      <a:pt x="283" y="1262"/>
                      <a:pt x="242" y="1283"/>
                      <a:pt x="283" y="1330"/>
                    </a:cubicBezTo>
                    <a:cubicBezTo>
                      <a:pt x="325" y="1372"/>
                      <a:pt x="352" y="1372"/>
                      <a:pt x="352" y="1440"/>
                    </a:cubicBezTo>
                    <a:cubicBezTo>
                      <a:pt x="325" y="1482"/>
                      <a:pt x="352" y="1482"/>
                      <a:pt x="304" y="1524"/>
                    </a:cubicBezTo>
                    <a:cubicBezTo>
                      <a:pt x="262" y="1545"/>
                      <a:pt x="242" y="1545"/>
                      <a:pt x="262" y="1592"/>
                    </a:cubicBezTo>
                    <a:cubicBezTo>
                      <a:pt x="304" y="1613"/>
                      <a:pt x="325" y="1613"/>
                      <a:pt x="393" y="1634"/>
                    </a:cubicBezTo>
                    <a:cubicBezTo>
                      <a:pt x="435" y="1655"/>
                      <a:pt x="482" y="1676"/>
                      <a:pt x="524" y="1676"/>
                    </a:cubicBezTo>
                    <a:lnTo>
                      <a:pt x="566" y="1676"/>
                    </a:lnTo>
                    <a:lnTo>
                      <a:pt x="566" y="1702"/>
                    </a:lnTo>
                    <a:cubicBezTo>
                      <a:pt x="545" y="1723"/>
                      <a:pt x="566" y="1765"/>
                      <a:pt x="524" y="1807"/>
                    </a:cubicBezTo>
                    <a:cubicBezTo>
                      <a:pt x="503" y="1875"/>
                      <a:pt x="456" y="1854"/>
                      <a:pt x="435" y="1875"/>
                    </a:cubicBezTo>
                    <a:cubicBezTo>
                      <a:pt x="435" y="1917"/>
                      <a:pt x="414" y="1917"/>
                      <a:pt x="435" y="1985"/>
                    </a:cubicBezTo>
                    <a:cubicBezTo>
                      <a:pt x="456" y="2027"/>
                      <a:pt x="456" y="2048"/>
                      <a:pt x="414" y="2116"/>
                    </a:cubicBezTo>
                    <a:cubicBezTo>
                      <a:pt x="372" y="2179"/>
                      <a:pt x="352" y="2268"/>
                      <a:pt x="304" y="2357"/>
                    </a:cubicBezTo>
                    <a:cubicBezTo>
                      <a:pt x="262" y="2420"/>
                      <a:pt x="242" y="2488"/>
                      <a:pt x="242" y="2572"/>
                    </a:cubicBezTo>
                    <a:cubicBezTo>
                      <a:pt x="221" y="2682"/>
                      <a:pt x="262" y="2854"/>
                      <a:pt x="262" y="2943"/>
                    </a:cubicBezTo>
                    <a:cubicBezTo>
                      <a:pt x="242" y="3032"/>
                      <a:pt x="242" y="2985"/>
                      <a:pt x="242" y="3095"/>
                    </a:cubicBezTo>
                    <a:cubicBezTo>
                      <a:pt x="221" y="3184"/>
                      <a:pt x="173" y="3184"/>
                      <a:pt x="242" y="3247"/>
                    </a:cubicBezTo>
                    <a:cubicBezTo>
                      <a:pt x="304" y="3336"/>
                      <a:pt x="372" y="3404"/>
                      <a:pt x="435" y="3446"/>
                    </a:cubicBezTo>
                    <a:cubicBezTo>
                      <a:pt x="503" y="3509"/>
                      <a:pt x="524" y="3577"/>
                      <a:pt x="587" y="3619"/>
                    </a:cubicBezTo>
                    <a:cubicBezTo>
                      <a:pt x="655" y="3666"/>
                      <a:pt x="718" y="3708"/>
                      <a:pt x="786" y="3729"/>
                    </a:cubicBezTo>
                    <a:cubicBezTo>
                      <a:pt x="816" y="3744"/>
                      <a:pt x="824" y="3759"/>
                      <a:pt x="851" y="3759"/>
                    </a:cubicBezTo>
                    <a:cubicBezTo>
                      <a:pt x="862" y="3759"/>
                      <a:pt x="876" y="3756"/>
                      <a:pt x="896" y="3750"/>
                    </a:cubicBezTo>
                    <a:cubicBezTo>
                      <a:pt x="959" y="3750"/>
                      <a:pt x="959" y="3750"/>
                      <a:pt x="1048" y="3729"/>
                    </a:cubicBezTo>
                    <a:cubicBezTo>
                      <a:pt x="1158" y="3708"/>
                      <a:pt x="1111" y="3708"/>
                      <a:pt x="1221" y="3687"/>
                    </a:cubicBezTo>
                    <a:cubicBezTo>
                      <a:pt x="1310" y="3666"/>
                      <a:pt x="1310" y="3666"/>
                      <a:pt x="1373" y="3619"/>
                    </a:cubicBezTo>
                    <a:cubicBezTo>
                      <a:pt x="1399" y="3584"/>
                      <a:pt x="1417" y="3569"/>
                      <a:pt x="1435" y="3569"/>
                    </a:cubicBezTo>
                    <a:cubicBezTo>
                      <a:pt x="1449" y="3569"/>
                      <a:pt x="1464" y="3579"/>
                      <a:pt x="1483" y="3598"/>
                    </a:cubicBezTo>
                    <a:cubicBezTo>
                      <a:pt x="1522" y="3633"/>
                      <a:pt x="1510" y="3671"/>
                      <a:pt x="1544" y="3671"/>
                    </a:cubicBezTo>
                    <a:cubicBezTo>
                      <a:pt x="1551" y="3671"/>
                      <a:pt x="1560" y="3670"/>
                      <a:pt x="1572" y="3666"/>
                    </a:cubicBezTo>
                    <a:cubicBezTo>
                      <a:pt x="1623" y="3666"/>
                      <a:pt x="1604" y="3635"/>
                      <a:pt x="1633" y="3635"/>
                    </a:cubicBezTo>
                    <a:cubicBezTo>
                      <a:pt x="1640" y="3635"/>
                      <a:pt x="1648" y="3636"/>
                      <a:pt x="1661" y="3640"/>
                    </a:cubicBezTo>
                    <a:cubicBezTo>
                      <a:pt x="1745" y="3666"/>
                      <a:pt x="1765" y="3687"/>
                      <a:pt x="1745" y="3771"/>
                    </a:cubicBezTo>
                    <a:cubicBezTo>
                      <a:pt x="1724" y="3860"/>
                      <a:pt x="1682" y="3970"/>
                      <a:pt x="1703" y="4033"/>
                    </a:cubicBezTo>
                    <a:cubicBezTo>
                      <a:pt x="1724" y="4101"/>
                      <a:pt x="1745" y="4122"/>
                      <a:pt x="1765" y="4211"/>
                    </a:cubicBezTo>
                    <a:cubicBezTo>
                      <a:pt x="1792" y="4295"/>
                      <a:pt x="1792" y="4342"/>
                      <a:pt x="1765" y="4425"/>
                    </a:cubicBezTo>
                    <a:cubicBezTo>
                      <a:pt x="1765" y="4494"/>
                      <a:pt x="1765" y="4535"/>
                      <a:pt x="1745" y="4603"/>
                    </a:cubicBezTo>
                    <a:cubicBezTo>
                      <a:pt x="1745" y="4687"/>
                      <a:pt x="1745" y="4645"/>
                      <a:pt x="1703" y="4776"/>
                    </a:cubicBezTo>
                    <a:cubicBezTo>
                      <a:pt x="1682" y="4907"/>
                      <a:pt x="1635" y="4907"/>
                      <a:pt x="1661" y="5017"/>
                    </a:cubicBezTo>
                    <a:cubicBezTo>
                      <a:pt x="1661" y="5106"/>
                      <a:pt x="1614" y="5127"/>
                      <a:pt x="1635" y="5211"/>
                    </a:cubicBezTo>
                    <a:cubicBezTo>
                      <a:pt x="1635" y="5321"/>
                      <a:pt x="1614" y="5368"/>
                      <a:pt x="1593" y="5452"/>
                    </a:cubicBezTo>
                    <a:cubicBezTo>
                      <a:pt x="1551" y="5520"/>
                      <a:pt x="1572" y="5541"/>
                      <a:pt x="1551" y="5604"/>
                    </a:cubicBezTo>
                    <a:cubicBezTo>
                      <a:pt x="1551" y="5672"/>
                      <a:pt x="1530" y="5714"/>
                      <a:pt x="1504" y="5735"/>
                    </a:cubicBezTo>
                    <a:cubicBezTo>
                      <a:pt x="1486" y="5775"/>
                      <a:pt x="1467" y="5828"/>
                      <a:pt x="1507" y="5828"/>
                    </a:cubicBezTo>
                    <a:cubicBezTo>
                      <a:pt x="1513" y="5828"/>
                      <a:pt x="1521" y="5827"/>
                      <a:pt x="1530" y="5824"/>
                    </a:cubicBezTo>
                    <a:cubicBezTo>
                      <a:pt x="1572" y="5803"/>
                      <a:pt x="1745" y="5672"/>
                      <a:pt x="1834" y="5562"/>
                    </a:cubicBezTo>
                    <a:cubicBezTo>
                      <a:pt x="1923" y="5473"/>
                      <a:pt x="2095" y="5148"/>
                      <a:pt x="2184" y="5017"/>
                    </a:cubicBezTo>
                    <a:cubicBezTo>
                      <a:pt x="2289" y="4865"/>
                      <a:pt x="2420" y="4452"/>
                      <a:pt x="2467" y="4321"/>
                    </a:cubicBezTo>
                    <a:cubicBezTo>
                      <a:pt x="2509" y="4190"/>
                      <a:pt x="2551" y="3619"/>
                      <a:pt x="2577" y="3467"/>
                    </a:cubicBezTo>
                    <a:cubicBezTo>
                      <a:pt x="2619" y="3294"/>
                      <a:pt x="2577" y="2901"/>
                      <a:pt x="2551" y="2812"/>
                    </a:cubicBezTo>
                    <a:cubicBezTo>
                      <a:pt x="2551" y="2723"/>
                      <a:pt x="2467" y="2682"/>
                      <a:pt x="2446" y="2619"/>
                    </a:cubicBezTo>
                    <a:cubicBezTo>
                      <a:pt x="2420" y="2551"/>
                      <a:pt x="2378" y="2509"/>
                      <a:pt x="2357" y="2420"/>
                    </a:cubicBezTo>
                    <a:lnTo>
                      <a:pt x="2357" y="2357"/>
                    </a:lnTo>
                    <a:cubicBezTo>
                      <a:pt x="2399" y="2462"/>
                      <a:pt x="2420" y="2462"/>
                      <a:pt x="2488" y="2551"/>
                    </a:cubicBezTo>
                    <a:cubicBezTo>
                      <a:pt x="2509" y="2572"/>
                      <a:pt x="2509" y="2572"/>
                      <a:pt x="2530" y="2593"/>
                    </a:cubicBezTo>
                    <a:cubicBezTo>
                      <a:pt x="2268" y="1440"/>
                      <a:pt x="1462" y="456"/>
                      <a:pt x="37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0" name="Google Shape;2630;p58">
                <a:extLst>
                  <a:ext uri="{FF2B5EF4-FFF2-40B4-BE49-F238E27FC236}">
                    <a16:creationId xmlns:a16="http://schemas.microsoft.com/office/drawing/2014/main" id="{AFFC4900-EFC9-629E-7898-733BCC5B276D}"/>
                  </a:ext>
                </a:extLst>
              </p:cNvPr>
              <p:cNvSpPr/>
              <p:nvPr/>
            </p:nvSpPr>
            <p:spPr>
              <a:xfrm>
                <a:off x="4204749" y="507749"/>
                <a:ext cx="501754" cy="1118311"/>
              </a:xfrm>
              <a:custGeom>
                <a:avLst/>
                <a:gdLst/>
                <a:ahLst/>
                <a:cxnLst/>
                <a:rect l="l" t="t" r="r" b="b"/>
                <a:pathLst>
                  <a:path w="2662" h="5933" extrusionOk="0">
                    <a:moveTo>
                      <a:pt x="545" y="199"/>
                    </a:moveTo>
                    <a:cubicBezTo>
                      <a:pt x="566" y="220"/>
                      <a:pt x="587" y="220"/>
                      <a:pt x="634" y="241"/>
                    </a:cubicBezTo>
                    <a:lnTo>
                      <a:pt x="608" y="262"/>
                    </a:lnTo>
                    <a:lnTo>
                      <a:pt x="587" y="283"/>
                    </a:lnTo>
                    <a:cubicBezTo>
                      <a:pt x="566" y="309"/>
                      <a:pt x="566" y="330"/>
                      <a:pt x="566" y="330"/>
                    </a:cubicBezTo>
                    <a:lnTo>
                      <a:pt x="545" y="351"/>
                    </a:lnTo>
                    <a:cubicBezTo>
                      <a:pt x="545" y="330"/>
                      <a:pt x="524" y="309"/>
                      <a:pt x="477" y="283"/>
                    </a:cubicBezTo>
                    <a:lnTo>
                      <a:pt x="456" y="283"/>
                    </a:lnTo>
                    <a:cubicBezTo>
                      <a:pt x="477" y="283"/>
                      <a:pt x="503" y="283"/>
                      <a:pt x="503" y="262"/>
                    </a:cubicBezTo>
                    <a:cubicBezTo>
                      <a:pt x="545" y="241"/>
                      <a:pt x="545" y="220"/>
                      <a:pt x="545" y="199"/>
                    </a:cubicBezTo>
                    <a:close/>
                    <a:moveTo>
                      <a:pt x="435" y="414"/>
                    </a:moveTo>
                    <a:cubicBezTo>
                      <a:pt x="452" y="414"/>
                      <a:pt x="455" y="414"/>
                      <a:pt x="456" y="427"/>
                    </a:cubicBezTo>
                    <a:lnTo>
                      <a:pt x="456" y="427"/>
                    </a:lnTo>
                    <a:cubicBezTo>
                      <a:pt x="450" y="423"/>
                      <a:pt x="443" y="418"/>
                      <a:pt x="435" y="414"/>
                    </a:cubicBezTo>
                    <a:close/>
                    <a:moveTo>
                      <a:pt x="304" y="131"/>
                    </a:moveTo>
                    <a:lnTo>
                      <a:pt x="304" y="152"/>
                    </a:lnTo>
                    <a:lnTo>
                      <a:pt x="263" y="152"/>
                    </a:lnTo>
                    <a:cubicBezTo>
                      <a:pt x="242" y="178"/>
                      <a:pt x="242" y="178"/>
                      <a:pt x="242" y="199"/>
                    </a:cubicBezTo>
                    <a:lnTo>
                      <a:pt x="242" y="262"/>
                    </a:lnTo>
                    <a:cubicBezTo>
                      <a:pt x="263" y="283"/>
                      <a:pt x="263" y="283"/>
                      <a:pt x="283" y="283"/>
                    </a:cubicBezTo>
                    <a:cubicBezTo>
                      <a:pt x="283" y="309"/>
                      <a:pt x="304" y="309"/>
                      <a:pt x="325" y="330"/>
                    </a:cubicBezTo>
                    <a:cubicBezTo>
                      <a:pt x="346" y="351"/>
                      <a:pt x="346" y="372"/>
                      <a:pt x="373" y="393"/>
                    </a:cubicBezTo>
                    <a:cubicBezTo>
                      <a:pt x="346" y="393"/>
                      <a:pt x="346" y="414"/>
                      <a:pt x="325" y="414"/>
                    </a:cubicBezTo>
                    <a:lnTo>
                      <a:pt x="325" y="440"/>
                    </a:lnTo>
                    <a:cubicBezTo>
                      <a:pt x="304" y="440"/>
                      <a:pt x="304" y="440"/>
                      <a:pt x="283" y="414"/>
                    </a:cubicBezTo>
                    <a:cubicBezTo>
                      <a:pt x="215" y="372"/>
                      <a:pt x="215" y="351"/>
                      <a:pt x="174" y="330"/>
                    </a:cubicBezTo>
                    <a:cubicBezTo>
                      <a:pt x="174" y="309"/>
                      <a:pt x="174" y="309"/>
                      <a:pt x="194" y="283"/>
                    </a:cubicBezTo>
                    <a:cubicBezTo>
                      <a:pt x="194" y="241"/>
                      <a:pt x="174" y="199"/>
                      <a:pt x="174" y="178"/>
                    </a:cubicBezTo>
                    <a:cubicBezTo>
                      <a:pt x="153" y="152"/>
                      <a:pt x="132" y="131"/>
                      <a:pt x="111" y="131"/>
                    </a:cubicBezTo>
                    <a:close/>
                    <a:moveTo>
                      <a:pt x="494" y="460"/>
                    </a:moveTo>
                    <a:lnTo>
                      <a:pt x="494" y="460"/>
                    </a:lnTo>
                    <a:cubicBezTo>
                      <a:pt x="500" y="467"/>
                      <a:pt x="503" y="474"/>
                      <a:pt x="503" y="482"/>
                    </a:cubicBezTo>
                    <a:cubicBezTo>
                      <a:pt x="503" y="475"/>
                      <a:pt x="500" y="467"/>
                      <a:pt x="494" y="460"/>
                    </a:cubicBezTo>
                    <a:close/>
                    <a:moveTo>
                      <a:pt x="1462" y="964"/>
                    </a:moveTo>
                    <a:cubicBezTo>
                      <a:pt x="1462" y="985"/>
                      <a:pt x="1483" y="1027"/>
                      <a:pt x="1525" y="1047"/>
                    </a:cubicBezTo>
                    <a:cubicBezTo>
                      <a:pt x="1551" y="1068"/>
                      <a:pt x="1572" y="1095"/>
                      <a:pt x="1593" y="1095"/>
                    </a:cubicBezTo>
                    <a:cubicBezTo>
                      <a:pt x="1572" y="1116"/>
                      <a:pt x="1551" y="1116"/>
                      <a:pt x="1551" y="1137"/>
                    </a:cubicBezTo>
                    <a:cubicBezTo>
                      <a:pt x="1525" y="1095"/>
                      <a:pt x="1504" y="1068"/>
                      <a:pt x="1483" y="1047"/>
                    </a:cubicBezTo>
                    <a:cubicBezTo>
                      <a:pt x="1462" y="1047"/>
                      <a:pt x="1462" y="1027"/>
                      <a:pt x="1441" y="1027"/>
                    </a:cubicBezTo>
                    <a:cubicBezTo>
                      <a:pt x="1462" y="985"/>
                      <a:pt x="1441" y="985"/>
                      <a:pt x="1441" y="964"/>
                    </a:cubicBezTo>
                    <a:close/>
                    <a:moveTo>
                      <a:pt x="1310" y="1330"/>
                    </a:moveTo>
                    <a:lnTo>
                      <a:pt x="1331" y="1356"/>
                    </a:lnTo>
                    <a:lnTo>
                      <a:pt x="1352" y="1356"/>
                    </a:lnTo>
                    <a:cubicBezTo>
                      <a:pt x="1331" y="1356"/>
                      <a:pt x="1331" y="1377"/>
                      <a:pt x="1331" y="1377"/>
                    </a:cubicBezTo>
                    <a:cubicBezTo>
                      <a:pt x="1331" y="1377"/>
                      <a:pt x="1331" y="1356"/>
                      <a:pt x="1310" y="1330"/>
                    </a:cubicBezTo>
                    <a:close/>
                    <a:moveTo>
                      <a:pt x="1745" y="1116"/>
                    </a:moveTo>
                    <a:cubicBezTo>
                      <a:pt x="1786" y="1178"/>
                      <a:pt x="1813" y="1246"/>
                      <a:pt x="1876" y="1309"/>
                    </a:cubicBezTo>
                    <a:lnTo>
                      <a:pt x="1834" y="1309"/>
                    </a:lnTo>
                    <a:cubicBezTo>
                      <a:pt x="1813" y="1309"/>
                      <a:pt x="1786" y="1309"/>
                      <a:pt x="1786" y="1330"/>
                    </a:cubicBezTo>
                    <a:cubicBezTo>
                      <a:pt x="1766" y="1330"/>
                      <a:pt x="1766" y="1356"/>
                      <a:pt x="1766" y="1356"/>
                    </a:cubicBezTo>
                    <a:lnTo>
                      <a:pt x="1766" y="1398"/>
                    </a:lnTo>
                    <a:cubicBezTo>
                      <a:pt x="1745" y="1398"/>
                      <a:pt x="1724" y="1398"/>
                      <a:pt x="1724" y="1377"/>
                    </a:cubicBezTo>
                    <a:lnTo>
                      <a:pt x="1682" y="1377"/>
                    </a:lnTo>
                    <a:cubicBezTo>
                      <a:pt x="1682" y="1377"/>
                      <a:pt x="1656" y="1330"/>
                      <a:pt x="1635" y="1309"/>
                    </a:cubicBezTo>
                    <a:cubicBezTo>
                      <a:pt x="1635" y="1288"/>
                      <a:pt x="1614" y="1267"/>
                      <a:pt x="1593" y="1246"/>
                    </a:cubicBezTo>
                    <a:lnTo>
                      <a:pt x="1614" y="1226"/>
                    </a:lnTo>
                    <a:cubicBezTo>
                      <a:pt x="1635" y="1199"/>
                      <a:pt x="1635" y="1178"/>
                      <a:pt x="1635" y="1178"/>
                    </a:cubicBezTo>
                    <a:lnTo>
                      <a:pt x="1682" y="1178"/>
                    </a:lnTo>
                    <a:lnTo>
                      <a:pt x="1745" y="1116"/>
                    </a:lnTo>
                    <a:close/>
                    <a:moveTo>
                      <a:pt x="896" y="1246"/>
                    </a:moveTo>
                    <a:cubicBezTo>
                      <a:pt x="917" y="1267"/>
                      <a:pt x="917" y="1267"/>
                      <a:pt x="917" y="1288"/>
                    </a:cubicBezTo>
                    <a:cubicBezTo>
                      <a:pt x="938" y="1288"/>
                      <a:pt x="959" y="1288"/>
                      <a:pt x="980" y="1309"/>
                    </a:cubicBezTo>
                    <a:lnTo>
                      <a:pt x="1069" y="1309"/>
                    </a:lnTo>
                    <a:cubicBezTo>
                      <a:pt x="1069" y="1309"/>
                      <a:pt x="1090" y="1309"/>
                      <a:pt x="1132" y="1330"/>
                    </a:cubicBezTo>
                    <a:cubicBezTo>
                      <a:pt x="1200" y="1356"/>
                      <a:pt x="1200" y="1356"/>
                      <a:pt x="1242" y="1398"/>
                    </a:cubicBezTo>
                    <a:cubicBezTo>
                      <a:pt x="1263" y="1419"/>
                      <a:pt x="1263" y="1440"/>
                      <a:pt x="1263" y="1440"/>
                    </a:cubicBezTo>
                    <a:lnTo>
                      <a:pt x="1242" y="1440"/>
                    </a:lnTo>
                    <a:cubicBezTo>
                      <a:pt x="1242" y="1461"/>
                      <a:pt x="1242" y="1461"/>
                      <a:pt x="1221" y="1461"/>
                    </a:cubicBezTo>
                    <a:lnTo>
                      <a:pt x="1221" y="1529"/>
                    </a:lnTo>
                    <a:lnTo>
                      <a:pt x="1200" y="1508"/>
                    </a:lnTo>
                    <a:cubicBezTo>
                      <a:pt x="1111" y="1529"/>
                      <a:pt x="1048" y="1529"/>
                      <a:pt x="980" y="1571"/>
                    </a:cubicBezTo>
                    <a:cubicBezTo>
                      <a:pt x="980" y="1571"/>
                      <a:pt x="938" y="1592"/>
                      <a:pt x="917" y="1618"/>
                    </a:cubicBezTo>
                    <a:cubicBezTo>
                      <a:pt x="896" y="1618"/>
                      <a:pt x="870" y="1639"/>
                      <a:pt x="849" y="1639"/>
                    </a:cubicBezTo>
                    <a:lnTo>
                      <a:pt x="849" y="1550"/>
                    </a:lnTo>
                    <a:cubicBezTo>
                      <a:pt x="849" y="1508"/>
                      <a:pt x="807" y="1487"/>
                      <a:pt x="786" y="1461"/>
                    </a:cubicBezTo>
                    <a:lnTo>
                      <a:pt x="807" y="1461"/>
                    </a:lnTo>
                    <a:cubicBezTo>
                      <a:pt x="828" y="1461"/>
                      <a:pt x="849" y="1440"/>
                      <a:pt x="849" y="1419"/>
                    </a:cubicBezTo>
                    <a:lnTo>
                      <a:pt x="870" y="1398"/>
                    </a:lnTo>
                    <a:cubicBezTo>
                      <a:pt x="870" y="1398"/>
                      <a:pt x="870" y="1377"/>
                      <a:pt x="896" y="1356"/>
                    </a:cubicBezTo>
                    <a:cubicBezTo>
                      <a:pt x="896" y="1356"/>
                      <a:pt x="896" y="1309"/>
                      <a:pt x="870" y="1309"/>
                    </a:cubicBezTo>
                    <a:lnTo>
                      <a:pt x="870" y="1288"/>
                    </a:lnTo>
                    <a:lnTo>
                      <a:pt x="870" y="1267"/>
                    </a:lnTo>
                    <a:cubicBezTo>
                      <a:pt x="896" y="1267"/>
                      <a:pt x="896" y="1267"/>
                      <a:pt x="896" y="1246"/>
                    </a:cubicBezTo>
                    <a:close/>
                    <a:moveTo>
                      <a:pt x="765" y="330"/>
                    </a:moveTo>
                    <a:cubicBezTo>
                      <a:pt x="1001" y="461"/>
                      <a:pt x="1221" y="634"/>
                      <a:pt x="1420" y="807"/>
                    </a:cubicBezTo>
                    <a:lnTo>
                      <a:pt x="1420" y="833"/>
                    </a:lnTo>
                    <a:lnTo>
                      <a:pt x="1394" y="833"/>
                    </a:lnTo>
                    <a:lnTo>
                      <a:pt x="1373" y="854"/>
                    </a:lnTo>
                    <a:lnTo>
                      <a:pt x="1373" y="875"/>
                    </a:lnTo>
                    <a:lnTo>
                      <a:pt x="1352" y="896"/>
                    </a:lnTo>
                    <a:cubicBezTo>
                      <a:pt x="1331" y="917"/>
                      <a:pt x="1331" y="938"/>
                      <a:pt x="1331" y="964"/>
                    </a:cubicBezTo>
                    <a:cubicBezTo>
                      <a:pt x="1331" y="985"/>
                      <a:pt x="1352" y="1006"/>
                      <a:pt x="1352" y="1006"/>
                    </a:cubicBezTo>
                    <a:cubicBezTo>
                      <a:pt x="1331" y="1027"/>
                      <a:pt x="1352" y="1068"/>
                      <a:pt x="1352" y="1068"/>
                    </a:cubicBezTo>
                    <a:cubicBezTo>
                      <a:pt x="1373" y="1095"/>
                      <a:pt x="1394" y="1116"/>
                      <a:pt x="1394" y="1137"/>
                    </a:cubicBezTo>
                    <a:lnTo>
                      <a:pt x="1441" y="1178"/>
                    </a:lnTo>
                    <a:cubicBezTo>
                      <a:pt x="1420" y="1199"/>
                      <a:pt x="1394" y="1226"/>
                      <a:pt x="1394" y="1246"/>
                    </a:cubicBezTo>
                    <a:cubicBezTo>
                      <a:pt x="1352" y="1199"/>
                      <a:pt x="1331" y="1199"/>
                      <a:pt x="1289" y="1178"/>
                    </a:cubicBezTo>
                    <a:lnTo>
                      <a:pt x="1158" y="1137"/>
                    </a:lnTo>
                    <a:cubicBezTo>
                      <a:pt x="1111" y="1116"/>
                      <a:pt x="1111" y="1116"/>
                      <a:pt x="1111" y="1095"/>
                    </a:cubicBezTo>
                    <a:cubicBezTo>
                      <a:pt x="1111" y="1095"/>
                      <a:pt x="1090" y="1068"/>
                      <a:pt x="1069" y="1047"/>
                    </a:cubicBezTo>
                    <a:cubicBezTo>
                      <a:pt x="1048" y="1027"/>
                      <a:pt x="1027" y="1006"/>
                      <a:pt x="1001" y="1006"/>
                    </a:cubicBezTo>
                    <a:cubicBezTo>
                      <a:pt x="980" y="1006"/>
                      <a:pt x="959" y="1006"/>
                      <a:pt x="959" y="1027"/>
                    </a:cubicBezTo>
                    <a:cubicBezTo>
                      <a:pt x="938" y="1027"/>
                      <a:pt x="938" y="1047"/>
                      <a:pt x="938" y="1047"/>
                    </a:cubicBezTo>
                    <a:cubicBezTo>
                      <a:pt x="917" y="1068"/>
                      <a:pt x="917" y="1116"/>
                      <a:pt x="938" y="1116"/>
                    </a:cubicBezTo>
                    <a:cubicBezTo>
                      <a:pt x="938" y="1137"/>
                      <a:pt x="959" y="1157"/>
                      <a:pt x="959" y="1157"/>
                    </a:cubicBezTo>
                    <a:cubicBezTo>
                      <a:pt x="980" y="1157"/>
                      <a:pt x="1001" y="1178"/>
                      <a:pt x="1027" y="1199"/>
                    </a:cubicBezTo>
                    <a:lnTo>
                      <a:pt x="980" y="1199"/>
                    </a:lnTo>
                    <a:lnTo>
                      <a:pt x="980" y="1178"/>
                    </a:lnTo>
                    <a:cubicBezTo>
                      <a:pt x="959" y="1157"/>
                      <a:pt x="938" y="1157"/>
                      <a:pt x="917" y="1137"/>
                    </a:cubicBezTo>
                    <a:lnTo>
                      <a:pt x="849" y="1137"/>
                    </a:lnTo>
                    <a:lnTo>
                      <a:pt x="828" y="1157"/>
                    </a:lnTo>
                    <a:cubicBezTo>
                      <a:pt x="807" y="1178"/>
                      <a:pt x="828" y="1178"/>
                      <a:pt x="828" y="1178"/>
                    </a:cubicBezTo>
                    <a:lnTo>
                      <a:pt x="807" y="1199"/>
                    </a:lnTo>
                    <a:lnTo>
                      <a:pt x="718" y="1199"/>
                    </a:lnTo>
                    <a:lnTo>
                      <a:pt x="697" y="1226"/>
                    </a:lnTo>
                    <a:lnTo>
                      <a:pt x="676" y="1246"/>
                    </a:lnTo>
                    <a:lnTo>
                      <a:pt x="697" y="1267"/>
                    </a:lnTo>
                    <a:lnTo>
                      <a:pt x="697" y="1288"/>
                    </a:lnTo>
                    <a:lnTo>
                      <a:pt x="718" y="1288"/>
                    </a:lnTo>
                    <a:lnTo>
                      <a:pt x="718" y="1309"/>
                    </a:lnTo>
                    <a:cubicBezTo>
                      <a:pt x="739" y="1309"/>
                      <a:pt x="765" y="1330"/>
                      <a:pt x="765" y="1330"/>
                    </a:cubicBezTo>
                    <a:lnTo>
                      <a:pt x="786" y="1356"/>
                    </a:lnTo>
                    <a:cubicBezTo>
                      <a:pt x="765" y="1356"/>
                      <a:pt x="765" y="1356"/>
                      <a:pt x="765" y="1377"/>
                    </a:cubicBezTo>
                    <a:lnTo>
                      <a:pt x="739" y="1377"/>
                    </a:lnTo>
                    <a:cubicBezTo>
                      <a:pt x="718" y="1377"/>
                      <a:pt x="697" y="1398"/>
                      <a:pt x="697" y="1398"/>
                    </a:cubicBezTo>
                    <a:cubicBezTo>
                      <a:pt x="676" y="1419"/>
                      <a:pt x="676" y="1461"/>
                      <a:pt x="676" y="1487"/>
                    </a:cubicBezTo>
                    <a:cubicBezTo>
                      <a:pt x="697" y="1508"/>
                      <a:pt x="697" y="1529"/>
                      <a:pt x="718" y="1529"/>
                    </a:cubicBezTo>
                    <a:cubicBezTo>
                      <a:pt x="739" y="1550"/>
                      <a:pt x="739" y="1571"/>
                      <a:pt x="739" y="1571"/>
                    </a:cubicBezTo>
                    <a:cubicBezTo>
                      <a:pt x="765" y="1592"/>
                      <a:pt x="739" y="1592"/>
                      <a:pt x="765" y="1592"/>
                    </a:cubicBezTo>
                    <a:cubicBezTo>
                      <a:pt x="765" y="1592"/>
                      <a:pt x="739" y="1592"/>
                      <a:pt x="718" y="1618"/>
                    </a:cubicBezTo>
                    <a:lnTo>
                      <a:pt x="676" y="1618"/>
                    </a:lnTo>
                    <a:cubicBezTo>
                      <a:pt x="676" y="1639"/>
                      <a:pt x="634" y="1639"/>
                      <a:pt x="608" y="1660"/>
                    </a:cubicBezTo>
                    <a:cubicBezTo>
                      <a:pt x="608" y="1681"/>
                      <a:pt x="587" y="1681"/>
                      <a:pt x="587" y="1681"/>
                    </a:cubicBezTo>
                    <a:lnTo>
                      <a:pt x="545" y="1681"/>
                    </a:lnTo>
                    <a:cubicBezTo>
                      <a:pt x="503" y="1660"/>
                      <a:pt x="477" y="1660"/>
                      <a:pt x="435" y="1639"/>
                    </a:cubicBezTo>
                    <a:cubicBezTo>
                      <a:pt x="393" y="1618"/>
                      <a:pt x="373" y="1618"/>
                      <a:pt x="373" y="1618"/>
                    </a:cubicBezTo>
                    <a:cubicBezTo>
                      <a:pt x="393" y="1592"/>
                      <a:pt x="393" y="1571"/>
                      <a:pt x="414" y="1550"/>
                    </a:cubicBezTo>
                    <a:lnTo>
                      <a:pt x="414" y="1487"/>
                    </a:lnTo>
                    <a:lnTo>
                      <a:pt x="414" y="1419"/>
                    </a:lnTo>
                    <a:lnTo>
                      <a:pt x="393" y="1398"/>
                    </a:lnTo>
                    <a:cubicBezTo>
                      <a:pt x="373" y="1377"/>
                      <a:pt x="346" y="1377"/>
                      <a:pt x="346" y="1356"/>
                    </a:cubicBezTo>
                    <a:lnTo>
                      <a:pt x="373" y="1330"/>
                    </a:lnTo>
                    <a:cubicBezTo>
                      <a:pt x="393" y="1356"/>
                      <a:pt x="435" y="1356"/>
                      <a:pt x="477" y="1356"/>
                    </a:cubicBezTo>
                    <a:lnTo>
                      <a:pt x="566" y="1356"/>
                    </a:lnTo>
                    <a:cubicBezTo>
                      <a:pt x="587" y="1330"/>
                      <a:pt x="587" y="1330"/>
                      <a:pt x="608" y="1309"/>
                    </a:cubicBezTo>
                    <a:lnTo>
                      <a:pt x="608" y="1267"/>
                    </a:lnTo>
                    <a:cubicBezTo>
                      <a:pt x="608" y="1246"/>
                      <a:pt x="608" y="1226"/>
                      <a:pt x="587" y="1199"/>
                    </a:cubicBezTo>
                    <a:cubicBezTo>
                      <a:pt x="587" y="1178"/>
                      <a:pt x="587" y="1178"/>
                      <a:pt x="566" y="1157"/>
                    </a:cubicBezTo>
                    <a:cubicBezTo>
                      <a:pt x="566" y="1137"/>
                      <a:pt x="566" y="1137"/>
                      <a:pt x="524" y="1068"/>
                    </a:cubicBezTo>
                    <a:cubicBezTo>
                      <a:pt x="524" y="1068"/>
                      <a:pt x="503" y="1047"/>
                      <a:pt x="503" y="1027"/>
                    </a:cubicBezTo>
                    <a:lnTo>
                      <a:pt x="414" y="1027"/>
                    </a:lnTo>
                    <a:cubicBezTo>
                      <a:pt x="435" y="1006"/>
                      <a:pt x="456" y="1006"/>
                      <a:pt x="477" y="985"/>
                    </a:cubicBezTo>
                    <a:lnTo>
                      <a:pt x="503" y="964"/>
                    </a:lnTo>
                    <a:lnTo>
                      <a:pt x="524" y="938"/>
                    </a:lnTo>
                    <a:lnTo>
                      <a:pt x="524" y="917"/>
                    </a:lnTo>
                    <a:lnTo>
                      <a:pt x="545" y="896"/>
                    </a:lnTo>
                    <a:cubicBezTo>
                      <a:pt x="545" y="896"/>
                      <a:pt x="566" y="875"/>
                      <a:pt x="566" y="854"/>
                    </a:cubicBezTo>
                    <a:lnTo>
                      <a:pt x="566" y="833"/>
                    </a:lnTo>
                    <a:cubicBezTo>
                      <a:pt x="566" y="786"/>
                      <a:pt x="545" y="807"/>
                      <a:pt x="566" y="765"/>
                    </a:cubicBezTo>
                    <a:lnTo>
                      <a:pt x="587" y="744"/>
                    </a:lnTo>
                    <a:lnTo>
                      <a:pt x="608" y="723"/>
                    </a:lnTo>
                    <a:cubicBezTo>
                      <a:pt x="634" y="723"/>
                      <a:pt x="634" y="702"/>
                      <a:pt x="634" y="702"/>
                    </a:cubicBezTo>
                    <a:lnTo>
                      <a:pt x="655" y="676"/>
                    </a:lnTo>
                    <a:cubicBezTo>
                      <a:pt x="676" y="702"/>
                      <a:pt x="697" y="702"/>
                      <a:pt x="739" y="702"/>
                    </a:cubicBezTo>
                    <a:lnTo>
                      <a:pt x="828" y="702"/>
                    </a:lnTo>
                    <a:cubicBezTo>
                      <a:pt x="849" y="676"/>
                      <a:pt x="849" y="655"/>
                      <a:pt x="849" y="655"/>
                    </a:cubicBezTo>
                    <a:lnTo>
                      <a:pt x="849" y="634"/>
                    </a:lnTo>
                    <a:cubicBezTo>
                      <a:pt x="849" y="613"/>
                      <a:pt x="849" y="592"/>
                      <a:pt x="828" y="571"/>
                    </a:cubicBezTo>
                    <a:cubicBezTo>
                      <a:pt x="828" y="545"/>
                      <a:pt x="807" y="545"/>
                      <a:pt x="807" y="545"/>
                    </a:cubicBezTo>
                    <a:cubicBezTo>
                      <a:pt x="786" y="545"/>
                      <a:pt x="786" y="545"/>
                      <a:pt x="786" y="524"/>
                    </a:cubicBezTo>
                    <a:lnTo>
                      <a:pt x="786" y="503"/>
                    </a:lnTo>
                    <a:cubicBezTo>
                      <a:pt x="786" y="482"/>
                      <a:pt x="765" y="461"/>
                      <a:pt x="739" y="440"/>
                    </a:cubicBezTo>
                    <a:cubicBezTo>
                      <a:pt x="739" y="414"/>
                      <a:pt x="718" y="414"/>
                      <a:pt x="718" y="414"/>
                    </a:cubicBezTo>
                    <a:lnTo>
                      <a:pt x="739" y="414"/>
                    </a:lnTo>
                    <a:cubicBezTo>
                      <a:pt x="765" y="393"/>
                      <a:pt x="765" y="372"/>
                      <a:pt x="765" y="351"/>
                    </a:cubicBezTo>
                    <a:lnTo>
                      <a:pt x="765" y="330"/>
                    </a:lnTo>
                    <a:close/>
                    <a:moveTo>
                      <a:pt x="1441" y="1419"/>
                    </a:moveTo>
                    <a:cubicBezTo>
                      <a:pt x="1462" y="1440"/>
                      <a:pt x="1483" y="1461"/>
                      <a:pt x="1504" y="1487"/>
                    </a:cubicBezTo>
                    <a:lnTo>
                      <a:pt x="1525" y="1508"/>
                    </a:lnTo>
                    <a:cubicBezTo>
                      <a:pt x="1525" y="1529"/>
                      <a:pt x="1525" y="1529"/>
                      <a:pt x="1572" y="1529"/>
                    </a:cubicBezTo>
                    <a:cubicBezTo>
                      <a:pt x="1572" y="1540"/>
                      <a:pt x="1577" y="1545"/>
                      <a:pt x="1585" y="1545"/>
                    </a:cubicBezTo>
                    <a:cubicBezTo>
                      <a:pt x="1593" y="1545"/>
                      <a:pt x="1603" y="1540"/>
                      <a:pt x="1614" y="1529"/>
                    </a:cubicBezTo>
                    <a:cubicBezTo>
                      <a:pt x="1635" y="1508"/>
                      <a:pt x="1635" y="1508"/>
                      <a:pt x="1635" y="1487"/>
                    </a:cubicBezTo>
                    <a:lnTo>
                      <a:pt x="1635" y="1461"/>
                    </a:lnTo>
                    <a:cubicBezTo>
                      <a:pt x="1656" y="1461"/>
                      <a:pt x="1682" y="1487"/>
                      <a:pt x="1682" y="1487"/>
                    </a:cubicBezTo>
                    <a:cubicBezTo>
                      <a:pt x="1724" y="1487"/>
                      <a:pt x="1745" y="1508"/>
                      <a:pt x="1745" y="1508"/>
                    </a:cubicBezTo>
                    <a:lnTo>
                      <a:pt x="1766" y="1508"/>
                    </a:lnTo>
                    <a:cubicBezTo>
                      <a:pt x="1766" y="1508"/>
                      <a:pt x="1775" y="1518"/>
                      <a:pt x="1789" y="1518"/>
                    </a:cubicBezTo>
                    <a:cubicBezTo>
                      <a:pt x="1796" y="1518"/>
                      <a:pt x="1804" y="1515"/>
                      <a:pt x="1813" y="1508"/>
                    </a:cubicBezTo>
                    <a:lnTo>
                      <a:pt x="1834" y="1508"/>
                    </a:lnTo>
                    <a:cubicBezTo>
                      <a:pt x="1834" y="1550"/>
                      <a:pt x="1855" y="1571"/>
                      <a:pt x="1855" y="1592"/>
                    </a:cubicBezTo>
                    <a:cubicBezTo>
                      <a:pt x="1876" y="1618"/>
                      <a:pt x="1896" y="1639"/>
                      <a:pt x="1917" y="1660"/>
                    </a:cubicBezTo>
                    <a:lnTo>
                      <a:pt x="1896" y="1681"/>
                    </a:lnTo>
                    <a:cubicBezTo>
                      <a:pt x="1896" y="1681"/>
                      <a:pt x="1896" y="1702"/>
                      <a:pt x="1876" y="1702"/>
                    </a:cubicBezTo>
                    <a:cubicBezTo>
                      <a:pt x="1834" y="1681"/>
                      <a:pt x="1786" y="1660"/>
                      <a:pt x="1745" y="1660"/>
                    </a:cubicBezTo>
                    <a:cubicBezTo>
                      <a:pt x="1703" y="1660"/>
                      <a:pt x="1682" y="1681"/>
                      <a:pt x="1656" y="1702"/>
                    </a:cubicBezTo>
                    <a:cubicBezTo>
                      <a:pt x="1635" y="1749"/>
                      <a:pt x="1635" y="1770"/>
                      <a:pt x="1635" y="1812"/>
                    </a:cubicBezTo>
                    <a:cubicBezTo>
                      <a:pt x="1614" y="1791"/>
                      <a:pt x="1593" y="1791"/>
                      <a:pt x="1551" y="1770"/>
                    </a:cubicBezTo>
                    <a:cubicBezTo>
                      <a:pt x="1504" y="1749"/>
                      <a:pt x="1483" y="1749"/>
                      <a:pt x="1462" y="1749"/>
                    </a:cubicBezTo>
                    <a:cubicBezTo>
                      <a:pt x="1462" y="1749"/>
                      <a:pt x="1441" y="1749"/>
                      <a:pt x="1420" y="1723"/>
                    </a:cubicBezTo>
                    <a:cubicBezTo>
                      <a:pt x="1373" y="1660"/>
                      <a:pt x="1352" y="1660"/>
                      <a:pt x="1331" y="1618"/>
                    </a:cubicBezTo>
                    <a:lnTo>
                      <a:pt x="1331" y="1618"/>
                    </a:lnTo>
                    <a:lnTo>
                      <a:pt x="1352" y="1639"/>
                    </a:lnTo>
                    <a:cubicBezTo>
                      <a:pt x="1373" y="1639"/>
                      <a:pt x="1394" y="1639"/>
                      <a:pt x="1420" y="1618"/>
                    </a:cubicBezTo>
                    <a:cubicBezTo>
                      <a:pt x="1441" y="1592"/>
                      <a:pt x="1441" y="1571"/>
                      <a:pt x="1441" y="1550"/>
                    </a:cubicBezTo>
                    <a:lnTo>
                      <a:pt x="1441" y="1487"/>
                    </a:lnTo>
                    <a:lnTo>
                      <a:pt x="1441" y="1419"/>
                    </a:lnTo>
                    <a:close/>
                    <a:moveTo>
                      <a:pt x="2075" y="1791"/>
                    </a:moveTo>
                    <a:lnTo>
                      <a:pt x="2048" y="1812"/>
                    </a:lnTo>
                    <a:lnTo>
                      <a:pt x="2027" y="1812"/>
                    </a:lnTo>
                    <a:lnTo>
                      <a:pt x="2027" y="1833"/>
                    </a:lnTo>
                    <a:lnTo>
                      <a:pt x="2027" y="1854"/>
                    </a:lnTo>
                    <a:lnTo>
                      <a:pt x="2027" y="1880"/>
                    </a:lnTo>
                    <a:cubicBezTo>
                      <a:pt x="2027" y="1880"/>
                      <a:pt x="2027" y="1901"/>
                      <a:pt x="2048" y="1901"/>
                    </a:cubicBezTo>
                    <a:cubicBezTo>
                      <a:pt x="2048" y="1922"/>
                      <a:pt x="2075" y="1964"/>
                      <a:pt x="2075" y="1985"/>
                    </a:cubicBezTo>
                    <a:cubicBezTo>
                      <a:pt x="2116" y="2032"/>
                      <a:pt x="2137" y="2053"/>
                      <a:pt x="2179" y="2116"/>
                    </a:cubicBezTo>
                    <a:cubicBezTo>
                      <a:pt x="2179" y="2142"/>
                      <a:pt x="2179" y="2142"/>
                      <a:pt x="2205" y="2163"/>
                    </a:cubicBezTo>
                    <a:lnTo>
                      <a:pt x="2289" y="2116"/>
                    </a:lnTo>
                    <a:lnTo>
                      <a:pt x="2289" y="2095"/>
                    </a:lnTo>
                    <a:cubicBezTo>
                      <a:pt x="2268" y="2095"/>
                      <a:pt x="2268" y="2074"/>
                      <a:pt x="2268" y="2074"/>
                    </a:cubicBezTo>
                    <a:cubicBezTo>
                      <a:pt x="2247" y="2032"/>
                      <a:pt x="2226" y="1985"/>
                      <a:pt x="2205" y="1943"/>
                    </a:cubicBezTo>
                    <a:cubicBezTo>
                      <a:pt x="2179" y="1901"/>
                      <a:pt x="2158" y="1854"/>
                      <a:pt x="2137" y="1812"/>
                    </a:cubicBezTo>
                    <a:lnTo>
                      <a:pt x="2116" y="1812"/>
                    </a:lnTo>
                    <a:cubicBezTo>
                      <a:pt x="2116" y="1812"/>
                      <a:pt x="2095" y="1791"/>
                      <a:pt x="2075" y="1791"/>
                    </a:cubicBezTo>
                    <a:close/>
                    <a:moveTo>
                      <a:pt x="1896" y="1377"/>
                    </a:moveTo>
                    <a:cubicBezTo>
                      <a:pt x="2116" y="1681"/>
                      <a:pt x="2289" y="2032"/>
                      <a:pt x="2399" y="2378"/>
                    </a:cubicBezTo>
                    <a:lnTo>
                      <a:pt x="2310" y="2425"/>
                    </a:lnTo>
                    <a:cubicBezTo>
                      <a:pt x="2310" y="2446"/>
                      <a:pt x="2336" y="2446"/>
                      <a:pt x="2336" y="2467"/>
                    </a:cubicBezTo>
                    <a:cubicBezTo>
                      <a:pt x="2357" y="2577"/>
                      <a:pt x="2399" y="2619"/>
                      <a:pt x="2420" y="2687"/>
                    </a:cubicBezTo>
                    <a:cubicBezTo>
                      <a:pt x="2441" y="2729"/>
                      <a:pt x="2467" y="2749"/>
                      <a:pt x="2488" y="2770"/>
                    </a:cubicBezTo>
                    <a:cubicBezTo>
                      <a:pt x="2509" y="2818"/>
                      <a:pt x="2530" y="2839"/>
                      <a:pt x="2530" y="2859"/>
                    </a:cubicBezTo>
                    <a:cubicBezTo>
                      <a:pt x="2530" y="2901"/>
                      <a:pt x="2551" y="3032"/>
                      <a:pt x="2551" y="3163"/>
                    </a:cubicBezTo>
                    <a:lnTo>
                      <a:pt x="2551" y="3493"/>
                    </a:lnTo>
                    <a:cubicBezTo>
                      <a:pt x="2530" y="3582"/>
                      <a:pt x="2509" y="3776"/>
                      <a:pt x="2509" y="3949"/>
                    </a:cubicBezTo>
                    <a:cubicBezTo>
                      <a:pt x="2488" y="4038"/>
                      <a:pt x="2488" y="4127"/>
                      <a:pt x="2467" y="4190"/>
                    </a:cubicBezTo>
                    <a:cubicBezTo>
                      <a:pt x="2467" y="4258"/>
                      <a:pt x="2441" y="4321"/>
                      <a:pt x="2441" y="4342"/>
                    </a:cubicBezTo>
                    <a:cubicBezTo>
                      <a:pt x="2399" y="4410"/>
                      <a:pt x="2357" y="4541"/>
                      <a:pt x="2310" y="4692"/>
                    </a:cubicBezTo>
                    <a:cubicBezTo>
                      <a:pt x="2268" y="4823"/>
                      <a:pt x="2205" y="4975"/>
                      <a:pt x="2179" y="5022"/>
                    </a:cubicBezTo>
                    <a:cubicBezTo>
                      <a:pt x="2116" y="5085"/>
                      <a:pt x="2048" y="5216"/>
                      <a:pt x="1985" y="5326"/>
                    </a:cubicBezTo>
                    <a:cubicBezTo>
                      <a:pt x="1917" y="5436"/>
                      <a:pt x="1855" y="5546"/>
                      <a:pt x="1813" y="5588"/>
                    </a:cubicBezTo>
                    <a:cubicBezTo>
                      <a:pt x="1766" y="5630"/>
                      <a:pt x="1703" y="5698"/>
                      <a:pt x="1656" y="5740"/>
                    </a:cubicBezTo>
                    <a:cubicBezTo>
                      <a:pt x="1614" y="5761"/>
                      <a:pt x="1614" y="5761"/>
                      <a:pt x="1572" y="5782"/>
                    </a:cubicBezTo>
                    <a:cubicBezTo>
                      <a:pt x="1593" y="5761"/>
                      <a:pt x="1614" y="5719"/>
                      <a:pt x="1635" y="5677"/>
                    </a:cubicBezTo>
                    <a:cubicBezTo>
                      <a:pt x="1635" y="5588"/>
                      <a:pt x="1635" y="5588"/>
                      <a:pt x="1656" y="5499"/>
                    </a:cubicBezTo>
                    <a:cubicBezTo>
                      <a:pt x="1682" y="5436"/>
                      <a:pt x="1703" y="5368"/>
                      <a:pt x="1703" y="5258"/>
                    </a:cubicBezTo>
                    <a:lnTo>
                      <a:pt x="1703" y="5174"/>
                    </a:lnTo>
                    <a:cubicBezTo>
                      <a:pt x="1724" y="5153"/>
                      <a:pt x="1724" y="5106"/>
                      <a:pt x="1724" y="5064"/>
                    </a:cubicBezTo>
                    <a:cubicBezTo>
                      <a:pt x="1724" y="5022"/>
                      <a:pt x="1724" y="4996"/>
                      <a:pt x="1745" y="4975"/>
                    </a:cubicBezTo>
                    <a:cubicBezTo>
                      <a:pt x="1745" y="4933"/>
                      <a:pt x="1766" y="4891"/>
                      <a:pt x="1786" y="4823"/>
                    </a:cubicBezTo>
                    <a:cubicBezTo>
                      <a:pt x="1786" y="4760"/>
                      <a:pt x="1813" y="4760"/>
                      <a:pt x="1813" y="4734"/>
                    </a:cubicBezTo>
                    <a:cubicBezTo>
                      <a:pt x="1813" y="4734"/>
                      <a:pt x="1813" y="4713"/>
                      <a:pt x="1834" y="4671"/>
                    </a:cubicBezTo>
                    <a:cubicBezTo>
                      <a:pt x="1834" y="4582"/>
                      <a:pt x="1855" y="4561"/>
                      <a:pt x="1855" y="4472"/>
                    </a:cubicBezTo>
                    <a:cubicBezTo>
                      <a:pt x="1855" y="4410"/>
                      <a:pt x="1876" y="4342"/>
                      <a:pt x="1855" y="4258"/>
                    </a:cubicBezTo>
                    <a:cubicBezTo>
                      <a:pt x="1813" y="4148"/>
                      <a:pt x="1786" y="4127"/>
                      <a:pt x="1786" y="4059"/>
                    </a:cubicBezTo>
                    <a:cubicBezTo>
                      <a:pt x="1766" y="4059"/>
                      <a:pt x="1786" y="4017"/>
                      <a:pt x="1786" y="3975"/>
                    </a:cubicBezTo>
                    <a:cubicBezTo>
                      <a:pt x="1786" y="3928"/>
                      <a:pt x="1813" y="3886"/>
                      <a:pt x="1813" y="3844"/>
                    </a:cubicBezTo>
                    <a:cubicBezTo>
                      <a:pt x="1834" y="3776"/>
                      <a:pt x="1834" y="3734"/>
                      <a:pt x="1813" y="3713"/>
                    </a:cubicBezTo>
                    <a:cubicBezTo>
                      <a:pt x="1786" y="3666"/>
                      <a:pt x="1745" y="3645"/>
                      <a:pt x="1703" y="3624"/>
                    </a:cubicBezTo>
                    <a:lnTo>
                      <a:pt x="1635" y="3624"/>
                    </a:lnTo>
                    <a:cubicBezTo>
                      <a:pt x="1614" y="3645"/>
                      <a:pt x="1593" y="3645"/>
                      <a:pt x="1593" y="3666"/>
                    </a:cubicBezTo>
                    <a:lnTo>
                      <a:pt x="1572" y="3666"/>
                    </a:lnTo>
                    <a:cubicBezTo>
                      <a:pt x="1572" y="3666"/>
                      <a:pt x="1572" y="3624"/>
                      <a:pt x="1551" y="3603"/>
                    </a:cubicBezTo>
                    <a:cubicBezTo>
                      <a:pt x="1504" y="3582"/>
                      <a:pt x="1483" y="3556"/>
                      <a:pt x="1441" y="3556"/>
                    </a:cubicBezTo>
                    <a:cubicBezTo>
                      <a:pt x="1394" y="3582"/>
                      <a:pt x="1373" y="3603"/>
                      <a:pt x="1352" y="3624"/>
                    </a:cubicBezTo>
                    <a:cubicBezTo>
                      <a:pt x="1331" y="3645"/>
                      <a:pt x="1331" y="3645"/>
                      <a:pt x="1310" y="3666"/>
                    </a:cubicBezTo>
                    <a:cubicBezTo>
                      <a:pt x="1310" y="3666"/>
                      <a:pt x="1289" y="3666"/>
                      <a:pt x="1221" y="3687"/>
                    </a:cubicBezTo>
                    <a:cubicBezTo>
                      <a:pt x="1111" y="3713"/>
                      <a:pt x="1158" y="3687"/>
                      <a:pt x="1069" y="3734"/>
                    </a:cubicBezTo>
                    <a:cubicBezTo>
                      <a:pt x="1014" y="3744"/>
                      <a:pt x="992" y="3744"/>
                      <a:pt x="975" y="3744"/>
                    </a:cubicBezTo>
                    <a:cubicBezTo>
                      <a:pt x="959" y="3744"/>
                      <a:pt x="949" y="3744"/>
                      <a:pt x="917" y="3755"/>
                    </a:cubicBezTo>
                    <a:lnTo>
                      <a:pt x="870" y="3755"/>
                    </a:lnTo>
                    <a:cubicBezTo>
                      <a:pt x="870" y="3755"/>
                      <a:pt x="849" y="3734"/>
                      <a:pt x="807" y="3713"/>
                    </a:cubicBezTo>
                    <a:cubicBezTo>
                      <a:pt x="765" y="3713"/>
                      <a:pt x="718" y="3666"/>
                      <a:pt x="655" y="3624"/>
                    </a:cubicBezTo>
                    <a:cubicBezTo>
                      <a:pt x="587" y="3582"/>
                      <a:pt x="566" y="3514"/>
                      <a:pt x="503" y="3451"/>
                    </a:cubicBezTo>
                    <a:cubicBezTo>
                      <a:pt x="435" y="3404"/>
                      <a:pt x="373" y="3341"/>
                      <a:pt x="304" y="3273"/>
                    </a:cubicBezTo>
                    <a:cubicBezTo>
                      <a:pt x="304" y="3252"/>
                      <a:pt x="283" y="3231"/>
                      <a:pt x="283" y="3231"/>
                    </a:cubicBezTo>
                    <a:cubicBezTo>
                      <a:pt x="283" y="3231"/>
                      <a:pt x="304" y="3189"/>
                      <a:pt x="304" y="3142"/>
                    </a:cubicBezTo>
                    <a:cubicBezTo>
                      <a:pt x="304" y="3079"/>
                      <a:pt x="304" y="3079"/>
                      <a:pt x="325" y="3079"/>
                    </a:cubicBezTo>
                    <a:lnTo>
                      <a:pt x="325" y="2990"/>
                    </a:lnTo>
                    <a:lnTo>
                      <a:pt x="325" y="2797"/>
                    </a:lnTo>
                    <a:cubicBezTo>
                      <a:pt x="304" y="2729"/>
                      <a:pt x="304" y="2666"/>
                      <a:pt x="304" y="2619"/>
                    </a:cubicBezTo>
                    <a:cubicBezTo>
                      <a:pt x="304" y="2535"/>
                      <a:pt x="325" y="2488"/>
                      <a:pt x="373" y="2425"/>
                    </a:cubicBezTo>
                    <a:cubicBezTo>
                      <a:pt x="414" y="2336"/>
                      <a:pt x="456" y="2247"/>
                      <a:pt x="477" y="2184"/>
                    </a:cubicBezTo>
                    <a:cubicBezTo>
                      <a:pt x="503" y="2142"/>
                      <a:pt x="524" y="2116"/>
                      <a:pt x="524" y="2095"/>
                    </a:cubicBezTo>
                    <a:cubicBezTo>
                      <a:pt x="524" y="2074"/>
                      <a:pt x="524" y="2032"/>
                      <a:pt x="503" y="2011"/>
                    </a:cubicBezTo>
                    <a:cubicBezTo>
                      <a:pt x="503" y="1964"/>
                      <a:pt x="503" y="1985"/>
                      <a:pt x="524" y="1964"/>
                    </a:cubicBezTo>
                    <a:lnTo>
                      <a:pt x="524" y="1943"/>
                    </a:lnTo>
                    <a:cubicBezTo>
                      <a:pt x="545" y="1943"/>
                      <a:pt x="566" y="1922"/>
                      <a:pt x="587" y="1901"/>
                    </a:cubicBezTo>
                    <a:cubicBezTo>
                      <a:pt x="608" y="1854"/>
                      <a:pt x="634" y="1812"/>
                      <a:pt x="634" y="1791"/>
                    </a:cubicBezTo>
                    <a:lnTo>
                      <a:pt x="676" y="1791"/>
                    </a:lnTo>
                    <a:cubicBezTo>
                      <a:pt x="690" y="1798"/>
                      <a:pt x="702" y="1800"/>
                      <a:pt x="712" y="1800"/>
                    </a:cubicBezTo>
                    <a:cubicBezTo>
                      <a:pt x="733" y="1800"/>
                      <a:pt x="748" y="1791"/>
                      <a:pt x="765" y="1791"/>
                    </a:cubicBezTo>
                    <a:cubicBezTo>
                      <a:pt x="807" y="1770"/>
                      <a:pt x="828" y="1770"/>
                      <a:pt x="849" y="1749"/>
                    </a:cubicBezTo>
                    <a:cubicBezTo>
                      <a:pt x="870" y="1749"/>
                      <a:pt x="896" y="1723"/>
                      <a:pt x="938" y="1702"/>
                    </a:cubicBezTo>
                    <a:cubicBezTo>
                      <a:pt x="980" y="1702"/>
                      <a:pt x="1027" y="1681"/>
                      <a:pt x="1048" y="1660"/>
                    </a:cubicBezTo>
                    <a:cubicBezTo>
                      <a:pt x="1069" y="1639"/>
                      <a:pt x="1132" y="1618"/>
                      <a:pt x="1200" y="1618"/>
                    </a:cubicBezTo>
                    <a:cubicBezTo>
                      <a:pt x="1200" y="1639"/>
                      <a:pt x="1221" y="1660"/>
                      <a:pt x="1242" y="1681"/>
                    </a:cubicBezTo>
                    <a:cubicBezTo>
                      <a:pt x="1263" y="1723"/>
                      <a:pt x="1289" y="1749"/>
                      <a:pt x="1352" y="1791"/>
                    </a:cubicBezTo>
                    <a:cubicBezTo>
                      <a:pt x="1373" y="1833"/>
                      <a:pt x="1420" y="1833"/>
                      <a:pt x="1441" y="1854"/>
                    </a:cubicBezTo>
                    <a:cubicBezTo>
                      <a:pt x="1462" y="1854"/>
                      <a:pt x="1483" y="1854"/>
                      <a:pt x="1504" y="1880"/>
                    </a:cubicBezTo>
                    <a:cubicBezTo>
                      <a:pt x="1572" y="1880"/>
                      <a:pt x="1572" y="1880"/>
                      <a:pt x="1593" y="1901"/>
                    </a:cubicBezTo>
                    <a:cubicBezTo>
                      <a:pt x="1622" y="1916"/>
                      <a:pt x="1655" y="1931"/>
                      <a:pt x="1686" y="1931"/>
                    </a:cubicBezTo>
                    <a:cubicBezTo>
                      <a:pt x="1699" y="1931"/>
                      <a:pt x="1711" y="1928"/>
                      <a:pt x="1724" y="1922"/>
                    </a:cubicBezTo>
                    <a:cubicBezTo>
                      <a:pt x="1745" y="1901"/>
                      <a:pt x="1745" y="1880"/>
                      <a:pt x="1745" y="1854"/>
                    </a:cubicBezTo>
                    <a:lnTo>
                      <a:pt x="1745" y="1791"/>
                    </a:lnTo>
                    <a:cubicBezTo>
                      <a:pt x="1724" y="1770"/>
                      <a:pt x="1745" y="1770"/>
                      <a:pt x="1745" y="1770"/>
                    </a:cubicBezTo>
                    <a:cubicBezTo>
                      <a:pt x="1766" y="1770"/>
                      <a:pt x="1834" y="1791"/>
                      <a:pt x="1855" y="1812"/>
                    </a:cubicBezTo>
                    <a:cubicBezTo>
                      <a:pt x="1876" y="1833"/>
                      <a:pt x="1896" y="1833"/>
                      <a:pt x="1944" y="1833"/>
                    </a:cubicBezTo>
                    <a:cubicBezTo>
                      <a:pt x="1965" y="1833"/>
                      <a:pt x="1985" y="1812"/>
                      <a:pt x="1985" y="1770"/>
                    </a:cubicBezTo>
                    <a:lnTo>
                      <a:pt x="1985" y="1749"/>
                    </a:lnTo>
                    <a:lnTo>
                      <a:pt x="2006" y="1749"/>
                    </a:lnTo>
                    <a:lnTo>
                      <a:pt x="2027" y="1723"/>
                    </a:lnTo>
                    <a:cubicBezTo>
                      <a:pt x="2048" y="1702"/>
                      <a:pt x="2048" y="1681"/>
                      <a:pt x="2048" y="1660"/>
                    </a:cubicBezTo>
                    <a:cubicBezTo>
                      <a:pt x="2048" y="1618"/>
                      <a:pt x="2006" y="1592"/>
                      <a:pt x="1985" y="1571"/>
                    </a:cubicBezTo>
                    <a:cubicBezTo>
                      <a:pt x="1965" y="1571"/>
                      <a:pt x="1965" y="1550"/>
                      <a:pt x="1965" y="1550"/>
                    </a:cubicBezTo>
                    <a:cubicBezTo>
                      <a:pt x="1944" y="1529"/>
                      <a:pt x="1944" y="1508"/>
                      <a:pt x="1917" y="1461"/>
                    </a:cubicBezTo>
                    <a:cubicBezTo>
                      <a:pt x="1917" y="1440"/>
                      <a:pt x="1917" y="1419"/>
                      <a:pt x="1896" y="1398"/>
                    </a:cubicBezTo>
                    <a:lnTo>
                      <a:pt x="1896" y="1377"/>
                    </a:lnTo>
                    <a:close/>
                    <a:moveTo>
                      <a:pt x="346" y="0"/>
                    </a:moveTo>
                    <a:lnTo>
                      <a:pt x="346" y="21"/>
                    </a:lnTo>
                    <a:lnTo>
                      <a:pt x="132" y="21"/>
                    </a:lnTo>
                    <a:cubicBezTo>
                      <a:pt x="119" y="16"/>
                      <a:pt x="107" y="13"/>
                      <a:pt x="96" y="13"/>
                    </a:cubicBezTo>
                    <a:cubicBezTo>
                      <a:pt x="64" y="13"/>
                      <a:pt x="37" y="33"/>
                      <a:pt x="22" y="68"/>
                    </a:cubicBezTo>
                    <a:cubicBezTo>
                      <a:pt x="1" y="68"/>
                      <a:pt x="1" y="110"/>
                      <a:pt x="1" y="131"/>
                    </a:cubicBezTo>
                    <a:cubicBezTo>
                      <a:pt x="1" y="152"/>
                      <a:pt x="22" y="178"/>
                      <a:pt x="22" y="199"/>
                    </a:cubicBezTo>
                    <a:cubicBezTo>
                      <a:pt x="64" y="220"/>
                      <a:pt x="84" y="241"/>
                      <a:pt x="84" y="241"/>
                    </a:cubicBezTo>
                    <a:lnTo>
                      <a:pt x="84" y="262"/>
                    </a:lnTo>
                    <a:cubicBezTo>
                      <a:pt x="84" y="272"/>
                      <a:pt x="79" y="272"/>
                      <a:pt x="74" y="272"/>
                    </a:cubicBezTo>
                    <a:cubicBezTo>
                      <a:pt x="69" y="272"/>
                      <a:pt x="64" y="272"/>
                      <a:pt x="64" y="283"/>
                    </a:cubicBezTo>
                    <a:cubicBezTo>
                      <a:pt x="64" y="309"/>
                      <a:pt x="43" y="309"/>
                      <a:pt x="43" y="330"/>
                    </a:cubicBezTo>
                    <a:cubicBezTo>
                      <a:pt x="43" y="330"/>
                      <a:pt x="43" y="351"/>
                      <a:pt x="64" y="372"/>
                    </a:cubicBezTo>
                    <a:cubicBezTo>
                      <a:pt x="64" y="393"/>
                      <a:pt x="84" y="393"/>
                      <a:pt x="111" y="393"/>
                    </a:cubicBezTo>
                    <a:cubicBezTo>
                      <a:pt x="153" y="440"/>
                      <a:pt x="153" y="461"/>
                      <a:pt x="215" y="503"/>
                    </a:cubicBezTo>
                    <a:cubicBezTo>
                      <a:pt x="242" y="524"/>
                      <a:pt x="263" y="524"/>
                      <a:pt x="283" y="545"/>
                    </a:cubicBezTo>
                    <a:cubicBezTo>
                      <a:pt x="283" y="571"/>
                      <a:pt x="304" y="571"/>
                      <a:pt x="325" y="571"/>
                    </a:cubicBezTo>
                    <a:cubicBezTo>
                      <a:pt x="346" y="571"/>
                      <a:pt x="373" y="571"/>
                      <a:pt x="373" y="545"/>
                    </a:cubicBezTo>
                    <a:lnTo>
                      <a:pt x="393" y="571"/>
                    </a:lnTo>
                    <a:lnTo>
                      <a:pt x="393" y="613"/>
                    </a:lnTo>
                    <a:cubicBezTo>
                      <a:pt x="414" y="634"/>
                      <a:pt x="414" y="655"/>
                      <a:pt x="456" y="676"/>
                    </a:cubicBezTo>
                    <a:cubicBezTo>
                      <a:pt x="477" y="676"/>
                      <a:pt x="477" y="676"/>
                      <a:pt x="477" y="702"/>
                    </a:cubicBezTo>
                    <a:lnTo>
                      <a:pt x="477" y="723"/>
                    </a:lnTo>
                    <a:cubicBezTo>
                      <a:pt x="456" y="786"/>
                      <a:pt x="456" y="807"/>
                      <a:pt x="456" y="833"/>
                    </a:cubicBezTo>
                    <a:lnTo>
                      <a:pt x="456" y="854"/>
                    </a:lnTo>
                    <a:lnTo>
                      <a:pt x="435" y="854"/>
                    </a:lnTo>
                    <a:cubicBezTo>
                      <a:pt x="435" y="875"/>
                      <a:pt x="414" y="875"/>
                      <a:pt x="414" y="896"/>
                    </a:cubicBezTo>
                    <a:lnTo>
                      <a:pt x="414" y="917"/>
                    </a:lnTo>
                    <a:lnTo>
                      <a:pt x="373" y="917"/>
                    </a:lnTo>
                    <a:cubicBezTo>
                      <a:pt x="373" y="938"/>
                      <a:pt x="346" y="938"/>
                      <a:pt x="304" y="964"/>
                    </a:cubicBezTo>
                    <a:cubicBezTo>
                      <a:pt x="304" y="964"/>
                      <a:pt x="304" y="985"/>
                      <a:pt x="283" y="985"/>
                    </a:cubicBezTo>
                    <a:cubicBezTo>
                      <a:pt x="283" y="1006"/>
                      <a:pt x="263" y="1027"/>
                      <a:pt x="263" y="1047"/>
                    </a:cubicBezTo>
                    <a:cubicBezTo>
                      <a:pt x="283" y="1068"/>
                      <a:pt x="304" y="1095"/>
                      <a:pt x="304" y="1095"/>
                    </a:cubicBezTo>
                    <a:cubicBezTo>
                      <a:pt x="325" y="1116"/>
                      <a:pt x="346" y="1116"/>
                      <a:pt x="373" y="1116"/>
                    </a:cubicBezTo>
                    <a:cubicBezTo>
                      <a:pt x="393" y="1137"/>
                      <a:pt x="414" y="1137"/>
                      <a:pt x="435" y="1137"/>
                    </a:cubicBezTo>
                    <a:cubicBezTo>
                      <a:pt x="456" y="1178"/>
                      <a:pt x="456" y="1178"/>
                      <a:pt x="477" y="1226"/>
                    </a:cubicBezTo>
                    <a:lnTo>
                      <a:pt x="503" y="1246"/>
                    </a:lnTo>
                    <a:lnTo>
                      <a:pt x="414" y="1246"/>
                    </a:lnTo>
                    <a:cubicBezTo>
                      <a:pt x="393" y="1226"/>
                      <a:pt x="393" y="1226"/>
                      <a:pt x="373" y="1226"/>
                    </a:cubicBezTo>
                    <a:cubicBezTo>
                      <a:pt x="346" y="1226"/>
                      <a:pt x="325" y="1246"/>
                      <a:pt x="304" y="1246"/>
                    </a:cubicBezTo>
                    <a:cubicBezTo>
                      <a:pt x="283" y="1267"/>
                      <a:pt x="263" y="1267"/>
                      <a:pt x="242" y="1309"/>
                    </a:cubicBezTo>
                    <a:cubicBezTo>
                      <a:pt x="242" y="1309"/>
                      <a:pt x="215" y="1356"/>
                      <a:pt x="242" y="1377"/>
                    </a:cubicBezTo>
                    <a:cubicBezTo>
                      <a:pt x="242" y="1398"/>
                      <a:pt x="242" y="1398"/>
                      <a:pt x="263" y="1419"/>
                    </a:cubicBezTo>
                    <a:cubicBezTo>
                      <a:pt x="283" y="1440"/>
                      <a:pt x="304" y="1461"/>
                      <a:pt x="304" y="1461"/>
                    </a:cubicBezTo>
                    <a:lnTo>
                      <a:pt x="304" y="1508"/>
                    </a:lnTo>
                    <a:lnTo>
                      <a:pt x="283" y="1529"/>
                    </a:lnTo>
                    <a:cubicBezTo>
                      <a:pt x="283" y="1550"/>
                      <a:pt x="263" y="1550"/>
                      <a:pt x="242" y="1571"/>
                    </a:cubicBezTo>
                    <a:lnTo>
                      <a:pt x="242" y="1592"/>
                    </a:lnTo>
                    <a:cubicBezTo>
                      <a:pt x="215" y="1592"/>
                      <a:pt x="215" y="1618"/>
                      <a:pt x="215" y="1639"/>
                    </a:cubicBezTo>
                    <a:cubicBezTo>
                      <a:pt x="242" y="1660"/>
                      <a:pt x="242" y="1660"/>
                      <a:pt x="263" y="1681"/>
                    </a:cubicBezTo>
                    <a:cubicBezTo>
                      <a:pt x="283" y="1702"/>
                      <a:pt x="304" y="1702"/>
                      <a:pt x="325" y="1702"/>
                    </a:cubicBezTo>
                    <a:cubicBezTo>
                      <a:pt x="346" y="1723"/>
                      <a:pt x="373" y="1723"/>
                      <a:pt x="393" y="1723"/>
                    </a:cubicBezTo>
                    <a:cubicBezTo>
                      <a:pt x="435" y="1749"/>
                      <a:pt x="477" y="1770"/>
                      <a:pt x="524" y="1770"/>
                    </a:cubicBezTo>
                    <a:lnTo>
                      <a:pt x="524" y="1791"/>
                    </a:lnTo>
                    <a:cubicBezTo>
                      <a:pt x="524" y="1812"/>
                      <a:pt x="524" y="1812"/>
                      <a:pt x="503" y="1833"/>
                    </a:cubicBezTo>
                    <a:cubicBezTo>
                      <a:pt x="503" y="1854"/>
                      <a:pt x="503" y="1854"/>
                      <a:pt x="477" y="1854"/>
                    </a:cubicBezTo>
                    <a:cubicBezTo>
                      <a:pt x="477" y="1854"/>
                      <a:pt x="456" y="1854"/>
                      <a:pt x="456" y="1880"/>
                    </a:cubicBezTo>
                    <a:cubicBezTo>
                      <a:pt x="435" y="1880"/>
                      <a:pt x="414" y="1901"/>
                      <a:pt x="414" y="1922"/>
                    </a:cubicBezTo>
                    <a:cubicBezTo>
                      <a:pt x="414" y="1943"/>
                      <a:pt x="393" y="1985"/>
                      <a:pt x="414" y="2032"/>
                    </a:cubicBezTo>
                    <a:lnTo>
                      <a:pt x="414" y="2074"/>
                    </a:lnTo>
                    <a:cubicBezTo>
                      <a:pt x="414" y="2095"/>
                      <a:pt x="414" y="2095"/>
                      <a:pt x="393" y="2142"/>
                    </a:cubicBezTo>
                    <a:cubicBezTo>
                      <a:pt x="346" y="2205"/>
                      <a:pt x="304" y="2294"/>
                      <a:pt x="283" y="2378"/>
                    </a:cubicBezTo>
                    <a:cubicBezTo>
                      <a:pt x="242" y="2446"/>
                      <a:pt x="215" y="2509"/>
                      <a:pt x="194" y="2619"/>
                    </a:cubicBezTo>
                    <a:cubicBezTo>
                      <a:pt x="194" y="2687"/>
                      <a:pt x="194" y="2749"/>
                      <a:pt x="215" y="2818"/>
                    </a:cubicBezTo>
                    <a:lnTo>
                      <a:pt x="215" y="2990"/>
                    </a:lnTo>
                    <a:lnTo>
                      <a:pt x="215" y="3032"/>
                    </a:lnTo>
                    <a:cubicBezTo>
                      <a:pt x="215" y="3058"/>
                      <a:pt x="194" y="3079"/>
                      <a:pt x="194" y="3121"/>
                    </a:cubicBezTo>
                    <a:cubicBezTo>
                      <a:pt x="194" y="3163"/>
                      <a:pt x="194" y="3189"/>
                      <a:pt x="174" y="3210"/>
                    </a:cubicBezTo>
                    <a:cubicBezTo>
                      <a:pt x="174" y="3231"/>
                      <a:pt x="174" y="3252"/>
                      <a:pt x="194" y="3273"/>
                    </a:cubicBezTo>
                    <a:cubicBezTo>
                      <a:pt x="194" y="3294"/>
                      <a:pt x="215" y="3320"/>
                      <a:pt x="215" y="3341"/>
                    </a:cubicBezTo>
                    <a:lnTo>
                      <a:pt x="414" y="3535"/>
                    </a:lnTo>
                    <a:cubicBezTo>
                      <a:pt x="477" y="3582"/>
                      <a:pt x="524" y="3645"/>
                      <a:pt x="587" y="3713"/>
                    </a:cubicBezTo>
                    <a:cubicBezTo>
                      <a:pt x="655" y="3755"/>
                      <a:pt x="718" y="3797"/>
                      <a:pt x="786" y="3818"/>
                    </a:cubicBezTo>
                    <a:cubicBezTo>
                      <a:pt x="807" y="3818"/>
                      <a:pt x="807" y="3844"/>
                      <a:pt x="828" y="3844"/>
                    </a:cubicBezTo>
                    <a:cubicBezTo>
                      <a:pt x="849" y="3865"/>
                      <a:pt x="896" y="3865"/>
                      <a:pt x="938" y="3865"/>
                    </a:cubicBezTo>
                    <a:cubicBezTo>
                      <a:pt x="980" y="3844"/>
                      <a:pt x="980" y="3865"/>
                      <a:pt x="1090" y="3818"/>
                    </a:cubicBezTo>
                    <a:cubicBezTo>
                      <a:pt x="1179" y="3797"/>
                      <a:pt x="1158" y="3818"/>
                      <a:pt x="1242" y="3776"/>
                    </a:cubicBezTo>
                    <a:cubicBezTo>
                      <a:pt x="1310" y="3776"/>
                      <a:pt x="1331" y="3776"/>
                      <a:pt x="1352" y="3755"/>
                    </a:cubicBezTo>
                    <a:cubicBezTo>
                      <a:pt x="1373" y="3734"/>
                      <a:pt x="1394" y="3734"/>
                      <a:pt x="1420" y="3687"/>
                    </a:cubicBezTo>
                    <a:cubicBezTo>
                      <a:pt x="1441" y="3666"/>
                      <a:pt x="1462" y="3666"/>
                      <a:pt x="1462" y="3666"/>
                    </a:cubicBezTo>
                    <a:cubicBezTo>
                      <a:pt x="1483" y="3687"/>
                      <a:pt x="1483" y="3687"/>
                      <a:pt x="1483" y="3713"/>
                    </a:cubicBezTo>
                    <a:cubicBezTo>
                      <a:pt x="1483" y="3734"/>
                      <a:pt x="1504" y="3755"/>
                      <a:pt x="1525" y="3755"/>
                    </a:cubicBezTo>
                    <a:cubicBezTo>
                      <a:pt x="1551" y="3776"/>
                      <a:pt x="1572" y="3776"/>
                      <a:pt x="1593" y="3776"/>
                    </a:cubicBezTo>
                    <a:cubicBezTo>
                      <a:pt x="1614" y="3776"/>
                      <a:pt x="1635" y="3776"/>
                      <a:pt x="1656" y="3755"/>
                    </a:cubicBezTo>
                    <a:cubicBezTo>
                      <a:pt x="1656" y="3755"/>
                      <a:pt x="1656" y="3734"/>
                      <a:pt x="1682" y="3734"/>
                    </a:cubicBezTo>
                    <a:cubicBezTo>
                      <a:pt x="1703" y="3734"/>
                      <a:pt x="1724" y="3755"/>
                      <a:pt x="1724" y="3755"/>
                    </a:cubicBezTo>
                    <a:lnTo>
                      <a:pt x="1724" y="3818"/>
                    </a:lnTo>
                    <a:cubicBezTo>
                      <a:pt x="1703" y="3865"/>
                      <a:pt x="1703" y="3907"/>
                      <a:pt x="1682" y="3949"/>
                    </a:cubicBezTo>
                    <a:cubicBezTo>
                      <a:pt x="1682" y="3996"/>
                      <a:pt x="1656" y="4038"/>
                      <a:pt x="1682" y="4106"/>
                    </a:cubicBezTo>
                    <a:cubicBezTo>
                      <a:pt x="1703" y="4169"/>
                      <a:pt x="1724" y="4190"/>
                      <a:pt x="1745" y="4279"/>
                    </a:cubicBezTo>
                    <a:cubicBezTo>
                      <a:pt x="1766" y="4368"/>
                      <a:pt x="1745" y="4389"/>
                      <a:pt x="1745" y="4472"/>
                    </a:cubicBezTo>
                    <a:cubicBezTo>
                      <a:pt x="1745" y="4541"/>
                      <a:pt x="1724" y="4561"/>
                      <a:pt x="1724" y="4650"/>
                    </a:cubicBezTo>
                    <a:cubicBezTo>
                      <a:pt x="1724" y="4692"/>
                      <a:pt x="1724" y="4671"/>
                      <a:pt x="1703" y="4692"/>
                    </a:cubicBezTo>
                    <a:cubicBezTo>
                      <a:pt x="1703" y="4713"/>
                      <a:pt x="1703" y="4734"/>
                      <a:pt x="1682" y="4802"/>
                    </a:cubicBezTo>
                    <a:cubicBezTo>
                      <a:pt x="1656" y="4865"/>
                      <a:pt x="1656" y="4891"/>
                      <a:pt x="1635" y="4933"/>
                    </a:cubicBezTo>
                    <a:cubicBezTo>
                      <a:pt x="1635" y="4954"/>
                      <a:pt x="1614" y="4996"/>
                      <a:pt x="1614" y="5064"/>
                    </a:cubicBezTo>
                    <a:lnTo>
                      <a:pt x="1614" y="5153"/>
                    </a:lnTo>
                    <a:cubicBezTo>
                      <a:pt x="1593" y="5174"/>
                      <a:pt x="1593" y="5216"/>
                      <a:pt x="1593" y="5258"/>
                    </a:cubicBezTo>
                    <a:cubicBezTo>
                      <a:pt x="1614" y="5368"/>
                      <a:pt x="1593" y="5389"/>
                      <a:pt x="1551" y="5478"/>
                    </a:cubicBezTo>
                    <a:cubicBezTo>
                      <a:pt x="1525" y="5567"/>
                      <a:pt x="1525" y="5588"/>
                      <a:pt x="1525" y="5651"/>
                    </a:cubicBezTo>
                    <a:cubicBezTo>
                      <a:pt x="1504" y="5719"/>
                      <a:pt x="1504" y="5719"/>
                      <a:pt x="1483" y="5761"/>
                    </a:cubicBezTo>
                    <a:cubicBezTo>
                      <a:pt x="1462" y="5782"/>
                      <a:pt x="1441" y="5808"/>
                      <a:pt x="1441" y="5850"/>
                    </a:cubicBezTo>
                    <a:cubicBezTo>
                      <a:pt x="1441" y="5871"/>
                      <a:pt x="1441" y="5892"/>
                      <a:pt x="1483" y="5913"/>
                    </a:cubicBezTo>
                    <a:cubicBezTo>
                      <a:pt x="1493" y="5926"/>
                      <a:pt x="1504" y="5932"/>
                      <a:pt x="1515" y="5932"/>
                    </a:cubicBezTo>
                    <a:cubicBezTo>
                      <a:pt x="1526" y="5932"/>
                      <a:pt x="1538" y="5926"/>
                      <a:pt x="1551" y="5913"/>
                    </a:cubicBezTo>
                    <a:cubicBezTo>
                      <a:pt x="1614" y="5913"/>
                      <a:pt x="1656" y="5871"/>
                      <a:pt x="1724" y="5829"/>
                    </a:cubicBezTo>
                    <a:cubicBezTo>
                      <a:pt x="1786" y="5761"/>
                      <a:pt x="1855" y="5698"/>
                      <a:pt x="1896" y="5651"/>
                    </a:cubicBezTo>
                    <a:cubicBezTo>
                      <a:pt x="1944" y="5588"/>
                      <a:pt x="2006" y="5478"/>
                      <a:pt x="2075" y="5368"/>
                    </a:cubicBezTo>
                    <a:cubicBezTo>
                      <a:pt x="2137" y="5258"/>
                      <a:pt x="2205" y="5153"/>
                      <a:pt x="2247" y="5085"/>
                    </a:cubicBezTo>
                    <a:cubicBezTo>
                      <a:pt x="2310" y="4996"/>
                      <a:pt x="2357" y="4865"/>
                      <a:pt x="2420" y="4713"/>
                    </a:cubicBezTo>
                    <a:cubicBezTo>
                      <a:pt x="2467" y="4582"/>
                      <a:pt x="2509" y="4451"/>
                      <a:pt x="2530" y="4389"/>
                    </a:cubicBezTo>
                    <a:cubicBezTo>
                      <a:pt x="2551" y="4342"/>
                      <a:pt x="2551" y="4279"/>
                      <a:pt x="2572" y="4211"/>
                    </a:cubicBezTo>
                    <a:cubicBezTo>
                      <a:pt x="2572" y="4127"/>
                      <a:pt x="2598" y="4038"/>
                      <a:pt x="2598" y="3949"/>
                    </a:cubicBezTo>
                    <a:cubicBezTo>
                      <a:pt x="2619" y="3776"/>
                      <a:pt x="2640" y="3603"/>
                      <a:pt x="2661" y="3514"/>
                    </a:cubicBezTo>
                    <a:lnTo>
                      <a:pt x="2661" y="3142"/>
                    </a:lnTo>
                    <a:cubicBezTo>
                      <a:pt x="2640" y="3011"/>
                      <a:pt x="2640" y="2901"/>
                      <a:pt x="2640" y="2839"/>
                    </a:cubicBezTo>
                    <a:cubicBezTo>
                      <a:pt x="2619" y="2797"/>
                      <a:pt x="2598" y="2749"/>
                      <a:pt x="2572" y="2708"/>
                    </a:cubicBezTo>
                    <a:cubicBezTo>
                      <a:pt x="2551" y="2687"/>
                      <a:pt x="2530" y="2666"/>
                      <a:pt x="2530" y="2666"/>
                    </a:cubicBezTo>
                    <a:lnTo>
                      <a:pt x="2598" y="2619"/>
                    </a:lnTo>
                    <a:cubicBezTo>
                      <a:pt x="2336" y="1440"/>
                      <a:pt x="1525" y="482"/>
                      <a:pt x="414" y="0"/>
                    </a:cubicBezTo>
                    <a:lnTo>
                      <a:pt x="393" y="47"/>
                    </a:lnTo>
                    <a:lnTo>
                      <a:pt x="373" y="0"/>
                    </a:lnTo>
                    <a:lnTo>
                      <a:pt x="373" y="47"/>
                    </a:lnTo>
                    <a:lnTo>
                      <a:pt x="346" y="0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31" name="Google Shape;2631;p58">
              <a:extLst>
                <a:ext uri="{FF2B5EF4-FFF2-40B4-BE49-F238E27FC236}">
                  <a16:creationId xmlns:a16="http://schemas.microsoft.com/office/drawing/2014/main" id="{9659F1D7-A861-3DF6-F83E-2A3DC39837F8}"/>
                </a:ext>
              </a:extLst>
            </p:cNvPr>
            <p:cNvGrpSpPr/>
            <p:nvPr/>
          </p:nvGrpSpPr>
          <p:grpSpPr>
            <a:xfrm>
              <a:off x="7357272" y="2467844"/>
              <a:ext cx="948658" cy="1725618"/>
              <a:chOff x="3427051" y="2433574"/>
              <a:chExt cx="1345423" cy="2447337"/>
            </a:xfrm>
          </p:grpSpPr>
          <p:sp>
            <p:nvSpPr>
              <p:cNvPr id="2632" name="Google Shape;2632;p58">
                <a:extLst>
                  <a:ext uri="{FF2B5EF4-FFF2-40B4-BE49-F238E27FC236}">
                    <a16:creationId xmlns:a16="http://schemas.microsoft.com/office/drawing/2014/main" id="{6759EBBF-0C08-CD35-30A0-597BC4D7C101}"/>
                  </a:ext>
                </a:extLst>
              </p:cNvPr>
              <p:cNvSpPr/>
              <p:nvPr/>
            </p:nvSpPr>
            <p:spPr>
              <a:xfrm>
                <a:off x="3435910" y="2972651"/>
                <a:ext cx="1249861" cy="1501511"/>
              </a:xfrm>
              <a:custGeom>
                <a:avLst/>
                <a:gdLst/>
                <a:ahLst/>
                <a:cxnLst/>
                <a:rect l="l" t="t" r="r" b="b"/>
                <a:pathLst>
                  <a:path w="6631" h="7966" extrusionOk="0">
                    <a:moveTo>
                      <a:pt x="173" y="0"/>
                    </a:moveTo>
                    <a:cubicBezTo>
                      <a:pt x="63" y="0"/>
                      <a:pt x="0" y="84"/>
                      <a:pt x="0" y="173"/>
                    </a:cubicBezTo>
                    <a:lnTo>
                      <a:pt x="0" y="7787"/>
                    </a:lnTo>
                    <a:cubicBezTo>
                      <a:pt x="0" y="7876"/>
                      <a:pt x="63" y="7966"/>
                      <a:pt x="173" y="7966"/>
                    </a:cubicBezTo>
                    <a:lnTo>
                      <a:pt x="6457" y="7966"/>
                    </a:lnTo>
                    <a:cubicBezTo>
                      <a:pt x="6567" y="7966"/>
                      <a:pt x="6630" y="7876"/>
                      <a:pt x="6630" y="7787"/>
                    </a:cubicBezTo>
                    <a:lnTo>
                      <a:pt x="6630" y="173"/>
                    </a:lnTo>
                    <a:cubicBezTo>
                      <a:pt x="6630" y="84"/>
                      <a:pt x="6567" y="0"/>
                      <a:pt x="645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3" name="Google Shape;2633;p58">
                <a:extLst>
                  <a:ext uri="{FF2B5EF4-FFF2-40B4-BE49-F238E27FC236}">
                    <a16:creationId xmlns:a16="http://schemas.microsoft.com/office/drawing/2014/main" id="{9D46E4AF-2907-F5DC-B284-4ACA083EC904}"/>
                  </a:ext>
                </a:extLst>
              </p:cNvPr>
              <p:cNvSpPr/>
              <p:nvPr/>
            </p:nvSpPr>
            <p:spPr>
              <a:xfrm>
                <a:off x="3427051" y="2963792"/>
                <a:ext cx="1271537" cy="1518287"/>
              </a:xfrm>
              <a:custGeom>
                <a:avLst/>
                <a:gdLst/>
                <a:ahLst/>
                <a:cxnLst/>
                <a:rect l="l" t="t" r="r" b="b"/>
                <a:pathLst>
                  <a:path w="6746" h="8055" extrusionOk="0">
                    <a:moveTo>
                      <a:pt x="6504" y="110"/>
                    </a:moveTo>
                    <a:cubicBezTo>
                      <a:pt x="6567" y="110"/>
                      <a:pt x="6635" y="157"/>
                      <a:pt x="6635" y="220"/>
                    </a:cubicBezTo>
                    <a:lnTo>
                      <a:pt x="6635" y="7834"/>
                    </a:lnTo>
                    <a:cubicBezTo>
                      <a:pt x="6635" y="7903"/>
                      <a:pt x="6567" y="7944"/>
                      <a:pt x="6504" y="7944"/>
                    </a:cubicBezTo>
                    <a:lnTo>
                      <a:pt x="220" y="7944"/>
                    </a:lnTo>
                    <a:cubicBezTo>
                      <a:pt x="152" y="7944"/>
                      <a:pt x="89" y="7903"/>
                      <a:pt x="89" y="7834"/>
                    </a:cubicBezTo>
                    <a:lnTo>
                      <a:pt x="89" y="220"/>
                    </a:lnTo>
                    <a:cubicBezTo>
                      <a:pt x="89" y="157"/>
                      <a:pt x="152" y="110"/>
                      <a:pt x="220" y="110"/>
                    </a:cubicBezTo>
                    <a:close/>
                    <a:moveTo>
                      <a:pt x="220" y="0"/>
                    </a:moveTo>
                    <a:cubicBezTo>
                      <a:pt x="89" y="0"/>
                      <a:pt x="0" y="89"/>
                      <a:pt x="0" y="220"/>
                    </a:cubicBezTo>
                    <a:lnTo>
                      <a:pt x="0" y="7834"/>
                    </a:lnTo>
                    <a:cubicBezTo>
                      <a:pt x="0" y="7965"/>
                      <a:pt x="89" y="8054"/>
                      <a:pt x="220" y="8054"/>
                    </a:cubicBezTo>
                    <a:lnTo>
                      <a:pt x="6504" y="8054"/>
                    </a:lnTo>
                    <a:cubicBezTo>
                      <a:pt x="6635" y="8054"/>
                      <a:pt x="6745" y="7965"/>
                      <a:pt x="6745" y="7834"/>
                    </a:cubicBezTo>
                    <a:lnTo>
                      <a:pt x="6745" y="220"/>
                    </a:lnTo>
                    <a:cubicBezTo>
                      <a:pt x="6745" y="89"/>
                      <a:pt x="6635" y="0"/>
                      <a:pt x="6504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4" name="Google Shape;2634;p58">
                <a:extLst>
                  <a:ext uri="{FF2B5EF4-FFF2-40B4-BE49-F238E27FC236}">
                    <a16:creationId xmlns:a16="http://schemas.microsoft.com/office/drawing/2014/main" id="{3C817EED-76D4-66FC-3BE2-BFB76D4DA954}"/>
                  </a:ext>
                </a:extLst>
              </p:cNvPr>
              <p:cNvSpPr/>
              <p:nvPr/>
            </p:nvSpPr>
            <p:spPr>
              <a:xfrm>
                <a:off x="3538447" y="3042581"/>
                <a:ext cx="1044598" cy="304223"/>
              </a:xfrm>
              <a:custGeom>
                <a:avLst/>
                <a:gdLst/>
                <a:ahLst/>
                <a:cxnLst/>
                <a:rect l="l" t="t" r="r" b="b"/>
                <a:pathLst>
                  <a:path w="5542" h="1614" extrusionOk="0">
                    <a:moveTo>
                      <a:pt x="174" y="1"/>
                    </a:moveTo>
                    <a:cubicBezTo>
                      <a:pt x="85" y="1"/>
                      <a:pt x="1" y="85"/>
                      <a:pt x="1" y="174"/>
                    </a:cubicBezTo>
                    <a:lnTo>
                      <a:pt x="1" y="1441"/>
                    </a:lnTo>
                    <a:cubicBezTo>
                      <a:pt x="1" y="1525"/>
                      <a:pt x="85" y="1614"/>
                      <a:pt x="174" y="1614"/>
                    </a:cubicBezTo>
                    <a:lnTo>
                      <a:pt x="5390" y="1614"/>
                    </a:lnTo>
                    <a:cubicBezTo>
                      <a:pt x="5479" y="1614"/>
                      <a:pt x="5541" y="1525"/>
                      <a:pt x="5541" y="1441"/>
                    </a:cubicBezTo>
                    <a:lnTo>
                      <a:pt x="5541" y="174"/>
                    </a:lnTo>
                    <a:cubicBezTo>
                      <a:pt x="5541" y="85"/>
                      <a:pt x="5479" y="1"/>
                      <a:pt x="539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5" name="Google Shape;2635;p58">
                <a:extLst>
                  <a:ext uri="{FF2B5EF4-FFF2-40B4-BE49-F238E27FC236}">
                    <a16:creationId xmlns:a16="http://schemas.microsoft.com/office/drawing/2014/main" id="{09ACAB5B-CC56-6179-E62D-48D5A0C9B669}"/>
                  </a:ext>
                </a:extLst>
              </p:cNvPr>
              <p:cNvSpPr/>
              <p:nvPr/>
            </p:nvSpPr>
            <p:spPr>
              <a:xfrm>
                <a:off x="3529588" y="3033722"/>
                <a:ext cx="1066274" cy="320998"/>
              </a:xfrm>
              <a:custGeom>
                <a:avLst/>
                <a:gdLst/>
                <a:ahLst/>
                <a:cxnLst/>
                <a:rect l="l" t="t" r="r" b="b"/>
                <a:pathLst>
                  <a:path w="5657" h="1703" extrusionOk="0">
                    <a:moveTo>
                      <a:pt x="5437" y="111"/>
                    </a:moveTo>
                    <a:cubicBezTo>
                      <a:pt x="5499" y="111"/>
                      <a:pt x="5547" y="153"/>
                      <a:pt x="5547" y="221"/>
                    </a:cubicBezTo>
                    <a:lnTo>
                      <a:pt x="5547" y="1488"/>
                    </a:lnTo>
                    <a:cubicBezTo>
                      <a:pt x="5547" y="1551"/>
                      <a:pt x="5499" y="1593"/>
                      <a:pt x="5437" y="1593"/>
                    </a:cubicBezTo>
                    <a:lnTo>
                      <a:pt x="221" y="1593"/>
                    </a:lnTo>
                    <a:cubicBezTo>
                      <a:pt x="158" y="1593"/>
                      <a:pt x="111" y="1551"/>
                      <a:pt x="111" y="1488"/>
                    </a:cubicBezTo>
                    <a:lnTo>
                      <a:pt x="111" y="221"/>
                    </a:lnTo>
                    <a:cubicBezTo>
                      <a:pt x="111" y="153"/>
                      <a:pt x="158" y="111"/>
                      <a:pt x="221" y="111"/>
                    </a:cubicBezTo>
                    <a:close/>
                    <a:moveTo>
                      <a:pt x="221" y="1"/>
                    </a:moveTo>
                    <a:cubicBezTo>
                      <a:pt x="111" y="1"/>
                      <a:pt x="1" y="90"/>
                      <a:pt x="1" y="221"/>
                    </a:cubicBezTo>
                    <a:lnTo>
                      <a:pt x="1" y="1488"/>
                    </a:lnTo>
                    <a:cubicBezTo>
                      <a:pt x="1" y="1593"/>
                      <a:pt x="111" y="1703"/>
                      <a:pt x="221" y="1703"/>
                    </a:cubicBezTo>
                    <a:lnTo>
                      <a:pt x="5437" y="1703"/>
                    </a:lnTo>
                    <a:cubicBezTo>
                      <a:pt x="5547" y="1703"/>
                      <a:pt x="5657" y="1593"/>
                      <a:pt x="5657" y="1488"/>
                    </a:cubicBezTo>
                    <a:lnTo>
                      <a:pt x="5657" y="221"/>
                    </a:lnTo>
                    <a:cubicBezTo>
                      <a:pt x="5657" y="90"/>
                      <a:pt x="5547" y="1"/>
                      <a:pt x="5437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6" name="Google Shape;2636;p58">
                <a:extLst>
                  <a:ext uri="{FF2B5EF4-FFF2-40B4-BE49-F238E27FC236}">
                    <a16:creationId xmlns:a16="http://schemas.microsoft.com/office/drawing/2014/main" id="{4C01AC9B-0D11-F08B-2E8D-78C708DED911}"/>
                  </a:ext>
                </a:extLst>
              </p:cNvPr>
              <p:cNvSpPr/>
              <p:nvPr/>
            </p:nvSpPr>
            <p:spPr>
              <a:xfrm>
                <a:off x="3538447" y="3388080"/>
                <a:ext cx="1044598" cy="304223"/>
              </a:xfrm>
              <a:custGeom>
                <a:avLst/>
                <a:gdLst/>
                <a:ahLst/>
                <a:cxnLst/>
                <a:rect l="l" t="t" r="r" b="b"/>
                <a:pathLst>
                  <a:path w="5542" h="1614" extrusionOk="0">
                    <a:moveTo>
                      <a:pt x="174" y="1"/>
                    </a:moveTo>
                    <a:cubicBezTo>
                      <a:pt x="85" y="1"/>
                      <a:pt x="1" y="85"/>
                      <a:pt x="1" y="174"/>
                    </a:cubicBezTo>
                    <a:lnTo>
                      <a:pt x="1" y="1441"/>
                    </a:lnTo>
                    <a:cubicBezTo>
                      <a:pt x="1" y="1525"/>
                      <a:pt x="85" y="1614"/>
                      <a:pt x="174" y="1614"/>
                    </a:cubicBezTo>
                    <a:lnTo>
                      <a:pt x="5390" y="1614"/>
                    </a:lnTo>
                    <a:cubicBezTo>
                      <a:pt x="5479" y="1614"/>
                      <a:pt x="5541" y="1525"/>
                      <a:pt x="5541" y="1441"/>
                    </a:cubicBezTo>
                    <a:lnTo>
                      <a:pt x="5541" y="174"/>
                    </a:lnTo>
                    <a:cubicBezTo>
                      <a:pt x="5541" y="85"/>
                      <a:pt x="5479" y="1"/>
                      <a:pt x="539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7" name="Google Shape;2637;p58">
                <a:extLst>
                  <a:ext uri="{FF2B5EF4-FFF2-40B4-BE49-F238E27FC236}">
                    <a16:creationId xmlns:a16="http://schemas.microsoft.com/office/drawing/2014/main" id="{38ECD495-89A8-840A-C919-E0D9CE89FAA0}"/>
                  </a:ext>
                </a:extLst>
              </p:cNvPr>
              <p:cNvSpPr/>
              <p:nvPr/>
            </p:nvSpPr>
            <p:spPr>
              <a:xfrm>
                <a:off x="3529588" y="3379221"/>
                <a:ext cx="1066274" cy="320998"/>
              </a:xfrm>
              <a:custGeom>
                <a:avLst/>
                <a:gdLst/>
                <a:ahLst/>
                <a:cxnLst/>
                <a:rect l="l" t="t" r="r" b="b"/>
                <a:pathLst>
                  <a:path w="5657" h="1703" extrusionOk="0">
                    <a:moveTo>
                      <a:pt x="5437" y="111"/>
                    </a:moveTo>
                    <a:cubicBezTo>
                      <a:pt x="5499" y="111"/>
                      <a:pt x="5547" y="153"/>
                      <a:pt x="5547" y="221"/>
                    </a:cubicBezTo>
                    <a:lnTo>
                      <a:pt x="5547" y="1488"/>
                    </a:lnTo>
                    <a:cubicBezTo>
                      <a:pt x="5547" y="1551"/>
                      <a:pt x="5499" y="1593"/>
                      <a:pt x="5437" y="1593"/>
                    </a:cubicBezTo>
                    <a:lnTo>
                      <a:pt x="221" y="1593"/>
                    </a:lnTo>
                    <a:cubicBezTo>
                      <a:pt x="158" y="1593"/>
                      <a:pt x="111" y="1551"/>
                      <a:pt x="111" y="1488"/>
                    </a:cubicBezTo>
                    <a:lnTo>
                      <a:pt x="111" y="221"/>
                    </a:lnTo>
                    <a:cubicBezTo>
                      <a:pt x="111" y="153"/>
                      <a:pt x="158" y="111"/>
                      <a:pt x="221" y="111"/>
                    </a:cubicBezTo>
                    <a:close/>
                    <a:moveTo>
                      <a:pt x="221" y="1"/>
                    </a:moveTo>
                    <a:cubicBezTo>
                      <a:pt x="111" y="1"/>
                      <a:pt x="1" y="90"/>
                      <a:pt x="1" y="221"/>
                    </a:cubicBezTo>
                    <a:lnTo>
                      <a:pt x="1" y="1488"/>
                    </a:lnTo>
                    <a:cubicBezTo>
                      <a:pt x="1" y="1619"/>
                      <a:pt x="111" y="1703"/>
                      <a:pt x="221" y="1703"/>
                    </a:cubicBezTo>
                    <a:lnTo>
                      <a:pt x="5437" y="1703"/>
                    </a:lnTo>
                    <a:cubicBezTo>
                      <a:pt x="5547" y="1703"/>
                      <a:pt x="5657" y="1619"/>
                      <a:pt x="5657" y="1488"/>
                    </a:cubicBezTo>
                    <a:lnTo>
                      <a:pt x="5657" y="221"/>
                    </a:lnTo>
                    <a:cubicBezTo>
                      <a:pt x="5657" y="90"/>
                      <a:pt x="5547" y="1"/>
                      <a:pt x="5437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8" name="Google Shape;2638;p58">
                <a:extLst>
                  <a:ext uri="{FF2B5EF4-FFF2-40B4-BE49-F238E27FC236}">
                    <a16:creationId xmlns:a16="http://schemas.microsoft.com/office/drawing/2014/main" id="{6C5BF8BF-845F-36D0-83C5-213B0FFEA52F}"/>
                  </a:ext>
                </a:extLst>
              </p:cNvPr>
              <p:cNvSpPr/>
              <p:nvPr/>
            </p:nvSpPr>
            <p:spPr>
              <a:xfrm>
                <a:off x="3538447" y="3758271"/>
                <a:ext cx="1044598" cy="300265"/>
              </a:xfrm>
              <a:custGeom>
                <a:avLst/>
                <a:gdLst/>
                <a:ahLst/>
                <a:cxnLst/>
                <a:rect l="l" t="t" r="r" b="b"/>
                <a:pathLst>
                  <a:path w="5542" h="1593" extrusionOk="0">
                    <a:moveTo>
                      <a:pt x="174" y="1"/>
                    </a:moveTo>
                    <a:cubicBezTo>
                      <a:pt x="85" y="1"/>
                      <a:pt x="1" y="64"/>
                      <a:pt x="1" y="153"/>
                    </a:cubicBezTo>
                    <a:lnTo>
                      <a:pt x="1" y="1415"/>
                    </a:lnTo>
                    <a:cubicBezTo>
                      <a:pt x="1" y="1525"/>
                      <a:pt x="85" y="1593"/>
                      <a:pt x="174" y="1593"/>
                    </a:cubicBezTo>
                    <a:lnTo>
                      <a:pt x="5390" y="1593"/>
                    </a:lnTo>
                    <a:cubicBezTo>
                      <a:pt x="5479" y="1593"/>
                      <a:pt x="5541" y="1525"/>
                      <a:pt x="5541" y="1415"/>
                    </a:cubicBezTo>
                    <a:lnTo>
                      <a:pt x="5541" y="153"/>
                    </a:lnTo>
                    <a:cubicBezTo>
                      <a:pt x="5541" y="64"/>
                      <a:pt x="5479" y="1"/>
                      <a:pt x="539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9" name="Google Shape;2639;p58">
                <a:extLst>
                  <a:ext uri="{FF2B5EF4-FFF2-40B4-BE49-F238E27FC236}">
                    <a16:creationId xmlns:a16="http://schemas.microsoft.com/office/drawing/2014/main" id="{BCF6FF93-4675-16E1-7E35-8212E94EF733}"/>
                  </a:ext>
                </a:extLst>
              </p:cNvPr>
              <p:cNvSpPr/>
              <p:nvPr/>
            </p:nvSpPr>
            <p:spPr>
              <a:xfrm>
                <a:off x="3529588" y="3745454"/>
                <a:ext cx="1066274" cy="324957"/>
              </a:xfrm>
              <a:custGeom>
                <a:avLst/>
                <a:gdLst/>
                <a:ahLst/>
                <a:cxnLst/>
                <a:rect l="l" t="t" r="r" b="b"/>
                <a:pathLst>
                  <a:path w="5657" h="1724" extrusionOk="0">
                    <a:moveTo>
                      <a:pt x="5437" y="111"/>
                    </a:moveTo>
                    <a:cubicBezTo>
                      <a:pt x="5499" y="111"/>
                      <a:pt x="5547" y="153"/>
                      <a:pt x="5547" y="221"/>
                    </a:cubicBezTo>
                    <a:lnTo>
                      <a:pt x="5547" y="1483"/>
                    </a:lnTo>
                    <a:cubicBezTo>
                      <a:pt x="5547" y="1551"/>
                      <a:pt x="5499" y="1614"/>
                      <a:pt x="5437" y="1614"/>
                    </a:cubicBezTo>
                    <a:lnTo>
                      <a:pt x="221" y="1614"/>
                    </a:lnTo>
                    <a:cubicBezTo>
                      <a:pt x="158" y="1614"/>
                      <a:pt x="111" y="1551"/>
                      <a:pt x="111" y="1483"/>
                    </a:cubicBezTo>
                    <a:lnTo>
                      <a:pt x="111" y="221"/>
                    </a:lnTo>
                    <a:cubicBezTo>
                      <a:pt x="111" y="153"/>
                      <a:pt x="158" y="111"/>
                      <a:pt x="221" y="111"/>
                    </a:cubicBezTo>
                    <a:close/>
                    <a:moveTo>
                      <a:pt x="221" y="1"/>
                    </a:moveTo>
                    <a:cubicBezTo>
                      <a:pt x="111" y="1"/>
                      <a:pt x="1" y="111"/>
                      <a:pt x="1" y="221"/>
                    </a:cubicBezTo>
                    <a:lnTo>
                      <a:pt x="1" y="1483"/>
                    </a:lnTo>
                    <a:cubicBezTo>
                      <a:pt x="1" y="1614"/>
                      <a:pt x="111" y="1724"/>
                      <a:pt x="221" y="1724"/>
                    </a:cubicBezTo>
                    <a:lnTo>
                      <a:pt x="5437" y="1724"/>
                    </a:lnTo>
                    <a:cubicBezTo>
                      <a:pt x="5547" y="1724"/>
                      <a:pt x="5657" y="1614"/>
                      <a:pt x="5657" y="1483"/>
                    </a:cubicBezTo>
                    <a:lnTo>
                      <a:pt x="5657" y="221"/>
                    </a:lnTo>
                    <a:cubicBezTo>
                      <a:pt x="5657" y="111"/>
                      <a:pt x="5547" y="1"/>
                      <a:pt x="5437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0" name="Google Shape;2640;p58">
                <a:extLst>
                  <a:ext uri="{FF2B5EF4-FFF2-40B4-BE49-F238E27FC236}">
                    <a16:creationId xmlns:a16="http://schemas.microsoft.com/office/drawing/2014/main" id="{C9CA8020-D9EA-F154-CFB9-AEE6438FDFBE}"/>
                  </a:ext>
                </a:extLst>
              </p:cNvPr>
              <p:cNvSpPr/>
              <p:nvPr/>
            </p:nvSpPr>
            <p:spPr>
              <a:xfrm>
                <a:off x="3538447" y="4119604"/>
                <a:ext cx="1044598" cy="300265"/>
              </a:xfrm>
              <a:custGeom>
                <a:avLst/>
                <a:gdLst/>
                <a:ahLst/>
                <a:cxnLst/>
                <a:rect l="l" t="t" r="r" b="b"/>
                <a:pathLst>
                  <a:path w="5542" h="1593" extrusionOk="0">
                    <a:moveTo>
                      <a:pt x="174" y="0"/>
                    </a:moveTo>
                    <a:cubicBezTo>
                      <a:pt x="85" y="0"/>
                      <a:pt x="1" y="69"/>
                      <a:pt x="1" y="179"/>
                    </a:cubicBezTo>
                    <a:lnTo>
                      <a:pt x="1" y="1441"/>
                    </a:lnTo>
                    <a:cubicBezTo>
                      <a:pt x="1" y="1530"/>
                      <a:pt x="85" y="1592"/>
                      <a:pt x="174" y="1592"/>
                    </a:cubicBezTo>
                    <a:lnTo>
                      <a:pt x="5390" y="1592"/>
                    </a:lnTo>
                    <a:cubicBezTo>
                      <a:pt x="5479" y="1592"/>
                      <a:pt x="5541" y="1530"/>
                      <a:pt x="5541" y="1441"/>
                    </a:cubicBezTo>
                    <a:lnTo>
                      <a:pt x="5541" y="179"/>
                    </a:lnTo>
                    <a:cubicBezTo>
                      <a:pt x="5541" y="69"/>
                      <a:pt x="5479" y="0"/>
                      <a:pt x="539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1" name="Google Shape;2641;p58">
                <a:extLst>
                  <a:ext uri="{FF2B5EF4-FFF2-40B4-BE49-F238E27FC236}">
                    <a16:creationId xmlns:a16="http://schemas.microsoft.com/office/drawing/2014/main" id="{8DFAD900-189E-6585-597C-B67219CD26CB}"/>
                  </a:ext>
                </a:extLst>
              </p:cNvPr>
              <p:cNvSpPr/>
              <p:nvPr/>
            </p:nvSpPr>
            <p:spPr>
              <a:xfrm>
                <a:off x="3529588" y="4107729"/>
                <a:ext cx="1066274" cy="324957"/>
              </a:xfrm>
              <a:custGeom>
                <a:avLst/>
                <a:gdLst/>
                <a:ahLst/>
                <a:cxnLst/>
                <a:rect l="l" t="t" r="r" b="b"/>
                <a:pathLst>
                  <a:path w="5657" h="1724" extrusionOk="0">
                    <a:moveTo>
                      <a:pt x="5437" y="111"/>
                    </a:moveTo>
                    <a:cubicBezTo>
                      <a:pt x="5499" y="111"/>
                      <a:pt x="5547" y="173"/>
                      <a:pt x="5547" y="242"/>
                    </a:cubicBezTo>
                    <a:lnTo>
                      <a:pt x="5547" y="1504"/>
                    </a:lnTo>
                    <a:cubicBezTo>
                      <a:pt x="5547" y="1572"/>
                      <a:pt x="5499" y="1614"/>
                      <a:pt x="5437" y="1614"/>
                    </a:cubicBezTo>
                    <a:lnTo>
                      <a:pt x="221" y="1614"/>
                    </a:lnTo>
                    <a:cubicBezTo>
                      <a:pt x="158" y="1614"/>
                      <a:pt x="111" y="1572"/>
                      <a:pt x="111" y="1504"/>
                    </a:cubicBezTo>
                    <a:lnTo>
                      <a:pt x="111" y="242"/>
                    </a:lnTo>
                    <a:cubicBezTo>
                      <a:pt x="111" y="173"/>
                      <a:pt x="158" y="111"/>
                      <a:pt x="221" y="111"/>
                    </a:cubicBezTo>
                    <a:close/>
                    <a:moveTo>
                      <a:pt x="221" y="1"/>
                    </a:moveTo>
                    <a:cubicBezTo>
                      <a:pt x="111" y="1"/>
                      <a:pt x="1" y="111"/>
                      <a:pt x="1" y="242"/>
                    </a:cubicBezTo>
                    <a:lnTo>
                      <a:pt x="1" y="1504"/>
                    </a:lnTo>
                    <a:cubicBezTo>
                      <a:pt x="1" y="1614"/>
                      <a:pt x="111" y="1724"/>
                      <a:pt x="221" y="1724"/>
                    </a:cubicBezTo>
                    <a:lnTo>
                      <a:pt x="5437" y="1724"/>
                    </a:lnTo>
                    <a:cubicBezTo>
                      <a:pt x="5547" y="1724"/>
                      <a:pt x="5657" y="1614"/>
                      <a:pt x="5657" y="1504"/>
                    </a:cubicBezTo>
                    <a:lnTo>
                      <a:pt x="5657" y="242"/>
                    </a:lnTo>
                    <a:cubicBezTo>
                      <a:pt x="5657" y="111"/>
                      <a:pt x="5547" y="1"/>
                      <a:pt x="5437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2" name="Google Shape;2642;p58">
                <a:extLst>
                  <a:ext uri="{FF2B5EF4-FFF2-40B4-BE49-F238E27FC236}">
                    <a16:creationId xmlns:a16="http://schemas.microsoft.com/office/drawing/2014/main" id="{0FDE07F1-EA7B-2B2F-53F3-DBC0C4714128}"/>
                  </a:ext>
                </a:extLst>
              </p:cNvPr>
              <p:cNvSpPr/>
              <p:nvPr/>
            </p:nvSpPr>
            <p:spPr>
              <a:xfrm>
                <a:off x="3764631" y="3280642"/>
                <a:ext cx="45425" cy="193579"/>
              </a:xfrm>
              <a:custGeom>
                <a:avLst/>
                <a:gdLst/>
                <a:ahLst/>
                <a:cxnLst/>
                <a:rect l="l" t="t" r="r" b="b"/>
                <a:pathLst>
                  <a:path w="241" h="1027" extrusionOk="0">
                    <a:moveTo>
                      <a:pt x="131" y="0"/>
                    </a:moveTo>
                    <a:cubicBezTo>
                      <a:pt x="42" y="0"/>
                      <a:pt x="0" y="47"/>
                      <a:pt x="0" y="131"/>
                    </a:cubicBezTo>
                    <a:lnTo>
                      <a:pt x="0" y="896"/>
                    </a:lnTo>
                    <a:cubicBezTo>
                      <a:pt x="0" y="985"/>
                      <a:pt x="42" y="1027"/>
                      <a:pt x="131" y="1027"/>
                    </a:cubicBezTo>
                    <a:cubicBezTo>
                      <a:pt x="194" y="1027"/>
                      <a:pt x="241" y="985"/>
                      <a:pt x="241" y="896"/>
                    </a:cubicBezTo>
                    <a:lnTo>
                      <a:pt x="241" y="131"/>
                    </a:lnTo>
                    <a:cubicBezTo>
                      <a:pt x="241" y="47"/>
                      <a:pt x="194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3" name="Google Shape;2643;p58">
                <a:extLst>
                  <a:ext uri="{FF2B5EF4-FFF2-40B4-BE49-F238E27FC236}">
                    <a16:creationId xmlns:a16="http://schemas.microsoft.com/office/drawing/2014/main" id="{B1342D38-4184-620C-976D-1F20614A1C90}"/>
                  </a:ext>
                </a:extLst>
              </p:cNvPr>
              <p:cNvSpPr/>
              <p:nvPr/>
            </p:nvSpPr>
            <p:spPr>
              <a:xfrm>
                <a:off x="3749163" y="3268767"/>
                <a:ext cx="70306" cy="218271"/>
              </a:xfrm>
              <a:custGeom>
                <a:avLst/>
                <a:gdLst/>
                <a:ahLst/>
                <a:cxnLst/>
                <a:rect l="l" t="t" r="r" b="b"/>
                <a:pathLst>
                  <a:path w="373" h="1158" extrusionOk="0">
                    <a:moveTo>
                      <a:pt x="200" y="110"/>
                    </a:moveTo>
                    <a:cubicBezTo>
                      <a:pt x="242" y="110"/>
                      <a:pt x="263" y="152"/>
                      <a:pt x="263" y="194"/>
                    </a:cubicBezTo>
                    <a:lnTo>
                      <a:pt x="263" y="959"/>
                    </a:lnTo>
                    <a:cubicBezTo>
                      <a:pt x="263" y="1000"/>
                      <a:pt x="242" y="1048"/>
                      <a:pt x="200" y="1048"/>
                    </a:cubicBezTo>
                    <a:cubicBezTo>
                      <a:pt x="158" y="1048"/>
                      <a:pt x="111" y="1000"/>
                      <a:pt x="111" y="959"/>
                    </a:cubicBezTo>
                    <a:lnTo>
                      <a:pt x="111" y="194"/>
                    </a:lnTo>
                    <a:cubicBezTo>
                      <a:pt x="111" y="152"/>
                      <a:pt x="158" y="110"/>
                      <a:pt x="200" y="110"/>
                    </a:cubicBezTo>
                    <a:close/>
                    <a:moveTo>
                      <a:pt x="200" y="0"/>
                    </a:moveTo>
                    <a:cubicBezTo>
                      <a:pt x="90" y="0"/>
                      <a:pt x="1" y="84"/>
                      <a:pt x="1" y="194"/>
                    </a:cubicBezTo>
                    <a:lnTo>
                      <a:pt x="1" y="959"/>
                    </a:lnTo>
                    <a:cubicBezTo>
                      <a:pt x="1" y="1069"/>
                      <a:pt x="90" y="1158"/>
                      <a:pt x="200" y="1158"/>
                    </a:cubicBezTo>
                    <a:cubicBezTo>
                      <a:pt x="289" y="1158"/>
                      <a:pt x="373" y="1069"/>
                      <a:pt x="373" y="959"/>
                    </a:cubicBezTo>
                    <a:lnTo>
                      <a:pt x="373" y="194"/>
                    </a:lnTo>
                    <a:cubicBezTo>
                      <a:pt x="373" y="84"/>
                      <a:pt x="289" y="0"/>
                      <a:pt x="200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4" name="Google Shape;2644;p58">
                <a:extLst>
                  <a:ext uri="{FF2B5EF4-FFF2-40B4-BE49-F238E27FC236}">
                    <a16:creationId xmlns:a16="http://schemas.microsoft.com/office/drawing/2014/main" id="{C2CF86A6-306F-2891-8E1C-FF9679D6B59A}"/>
                  </a:ext>
                </a:extLst>
              </p:cNvPr>
              <p:cNvSpPr/>
              <p:nvPr/>
            </p:nvSpPr>
            <p:spPr>
              <a:xfrm>
                <a:off x="3764631" y="3626141"/>
                <a:ext cx="45425" cy="193579"/>
              </a:xfrm>
              <a:custGeom>
                <a:avLst/>
                <a:gdLst/>
                <a:ahLst/>
                <a:cxnLst/>
                <a:rect l="l" t="t" r="r" b="b"/>
                <a:pathLst>
                  <a:path w="241" h="1027" extrusionOk="0">
                    <a:moveTo>
                      <a:pt x="131" y="0"/>
                    </a:moveTo>
                    <a:cubicBezTo>
                      <a:pt x="42" y="0"/>
                      <a:pt x="0" y="68"/>
                      <a:pt x="0" y="131"/>
                    </a:cubicBezTo>
                    <a:lnTo>
                      <a:pt x="0" y="896"/>
                    </a:lnTo>
                    <a:cubicBezTo>
                      <a:pt x="0" y="985"/>
                      <a:pt x="42" y="1026"/>
                      <a:pt x="131" y="1026"/>
                    </a:cubicBezTo>
                    <a:cubicBezTo>
                      <a:pt x="194" y="1026"/>
                      <a:pt x="241" y="985"/>
                      <a:pt x="241" y="896"/>
                    </a:cubicBezTo>
                    <a:lnTo>
                      <a:pt x="241" y="131"/>
                    </a:lnTo>
                    <a:cubicBezTo>
                      <a:pt x="241" y="68"/>
                      <a:pt x="194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5" name="Google Shape;2645;p58">
                <a:extLst>
                  <a:ext uri="{FF2B5EF4-FFF2-40B4-BE49-F238E27FC236}">
                    <a16:creationId xmlns:a16="http://schemas.microsoft.com/office/drawing/2014/main" id="{B3E7DE88-7CBD-AB5B-5811-F5FC0F1A8E2F}"/>
                  </a:ext>
                </a:extLst>
              </p:cNvPr>
              <p:cNvSpPr/>
              <p:nvPr/>
            </p:nvSpPr>
            <p:spPr>
              <a:xfrm>
                <a:off x="3749163" y="3618224"/>
                <a:ext cx="70306" cy="214313"/>
              </a:xfrm>
              <a:custGeom>
                <a:avLst/>
                <a:gdLst/>
                <a:ahLst/>
                <a:cxnLst/>
                <a:rect l="l" t="t" r="r" b="b"/>
                <a:pathLst>
                  <a:path w="373" h="1137" extrusionOk="0">
                    <a:moveTo>
                      <a:pt x="200" y="89"/>
                    </a:moveTo>
                    <a:cubicBezTo>
                      <a:pt x="242" y="89"/>
                      <a:pt x="263" y="131"/>
                      <a:pt x="263" y="173"/>
                    </a:cubicBezTo>
                    <a:lnTo>
                      <a:pt x="263" y="938"/>
                    </a:lnTo>
                    <a:cubicBezTo>
                      <a:pt x="263" y="979"/>
                      <a:pt x="242" y="1027"/>
                      <a:pt x="200" y="1027"/>
                    </a:cubicBezTo>
                    <a:cubicBezTo>
                      <a:pt x="158" y="1027"/>
                      <a:pt x="111" y="979"/>
                      <a:pt x="111" y="938"/>
                    </a:cubicBezTo>
                    <a:lnTo>
                      <a:pt x="111" y="173"/>
                    </a:lnTo>
                    <a:cubicBezTo>
                      <a:pt x="111" y="131"/>
                      <a:pt x="158" y="89"/>
                      <a:pt x="200" y="89"/>
                    </a:cubicBezTo>
                    <a:close/>
                    <a:moveTo>
                      <a:pt x="200" y="0"/>
                    </a:moveTo>
                    <a:cubicBezTo>
                      <a:pt x="90" y="0"/>
                      <a:pt x="1" y="63"/>
                      <a:pt x="1" y="173"/>
                    </a:cubicBezTo>
                    <a:lnTo>
                      <a:pt x="1" y="938"/>
                    </a:lnTo>
                    <a:cubicBezTo>
                      <a:pt x="1" y="1047"/>
                      <a:pt x="90" y="1137"/>
                      <a:pt x="200" y="1137"/>
                    </a:cubicBezTo>
                    <a:cubicBezTo>
                      <a:pt x="289" y="1137"/>
                      <a:pt x="373" y="1047"/>
                      <a:pt x="373" y="938"/>
                    </a:cubicBezTo>
                    <a:lnTo>
                      <a:pt x="373" y="173"/>
                    </a:lnTo>
                    <a:cubicBezTo>
                      <a:pt x="373" y="63"/>
                      <a:pt x="289" y="0"/>
                      <a:pt x="200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6" name="Google Shape;2646;p58">
                <a:extLst>
                  <a:ext uri="{FF2B5EF4-FFF2-40B4-BE49-F238E27FC236}">
                    <a16:creationId xmlns:a16="http://schemas.microsoft.com/office/drawing/2014/main" id="{D1464885-BFEF-BF51-3890-FAB14EB7E9BC}"/>
                  </a:ext>
                </a:extLst>
              </p:cNvPr>
              <p:cNvSpPr/>
              <p:nvPr/>
            </p:nvSpPr>
            <p:spPr>
              <a:xfrm>
                <a:off x="3764631" y="3992186"/>
                <a:ext cx="45425" cy="197726"/>
              </a:xfrm>
              <a:custGeom>
                <a:avLst/>
                <a:gdLst/>
                <a:ahLst/>
                <a:cxnLst/>
                <a:rect l="l" t="t" r="r" b="b"/>
                <a:pathLst>
                  <a:path w="241" h="1049" extrusionOk="0">
                    <a:moveTo>
                      <a:pt x="131" y="1"/>
                    </a:moveTo>
                    <a:cubicBezTo>
                      <a:pt x="42" y="1"/>
                      <a:pt x="0" y="69"/>
                      <a:pt x="0" y="132"/>
                    </a:cubicBezTo>
                    <a:lnTo>
                      <a:pt x="0" y="917"/>
                    </a:lnTo>
                    <a:cubicBezTo>
                      <a:pt x="0" y="985"/>
                      <a:pt x="42" y="1048"/>
                      <a:pt x="131" y="1048"/>
                    </a:cubicBezTo>
                    <a:cubicBezTo>
                      <a:pt x="194" y="1048"/>
                      <a:pt x="241" y="985"/>
                      <a:pt x="241" y="917"/>
                    </a:cubicBezTo>
                    <a:lnTo>
                      <a:pt x="241" y="132"/>
                    </a:lnTo>
                    <a:cubicBezTo>
                      <a:pt x="241" y="69"/>
                      <a:pt x="194" y="1"/>
                      <a:pt x="13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7" name="Google Shape;2647;p58">
                <a:extLst>
                  <a:ext uri="{FF2B5EF4-FFF2-40B4-BE49-F238E27FC236}">
                    <a16:creationId xmlns:a16="http://schemas.microsoft.com/office/drawing/2014/main" id="{2A7D5245-496F-D07F-50F7-94A608BF8545}"/>
                  </a:ext>
                </a:extLst>
              </p:cNvPr>
              <p:cNvSpPr/>
              <p:nvPr/>
            </p:nvSpPr>
            <p:spPr>
              <a:xfrm>
                <a:off x="3749163" y="3984458"/>
                <a:ext cx="70306" cy="213371"/>
              </a:xfrm>
              <a:custGeom>
                <a:avLst/>
                <a:gdLst/>
                <a:ahLst/>
                <a:cxnLst/>
                <a:rect l="l" t="t" r="r" b="b"/>
                <a:pathLst>
                  <a:path w="373" h="1132" extrusionOk="0">
                    <a:moveTo>
                      <a:pt x="200" y="110"/>
                    </a:moveTo>
                    <a:cubicBezTo>
                      <a:pt x="242" y="110"/>
                      <a:pt x="263" y="131"/>
                      <a:pt x="263" y="173"/>
                    </a:cubicBezTo>
                    <a:lnTo>
                      <a:pt x="263" y="958"/>
                    </a:lnTo>
                    <a:cubicBezTo>
                      <a:pt x="263" y="1000"/>
                      <a:pt x="242" y="1026"/>
                      <a:pt x="200" y="1026"/>
                    </a:cubicBezTo>
                    <a:cubicBezTo>
                      <a:pt x="158" y="1026"/>
                      <a:pt x="111" y="1000"/>
                      <a:pt x="111" y="958"/>
                    </a:cubicBezTo>
                    <a:lnTo>
                      <a:pt x="111" y="173"/>
                    </a:lnTo>
                    <a:cubicBezTo>
                      <a:pt x="111" y="131"/>
                      <a:pt x="158" y="110"/>
                      <a:pt x="200" y="110"/>
                    </a:cubicBezTo>
                    <a:close/>
                    <a:moveTo>
                      <a:pt x="200" y="0"/>
                    </a:moveTo>
                    <a:cubicBezTo>
                      <a:pt x="90" y="0"/>
                      <a:pt x="1" y="84"/>
                      <a:pt x="1" y="173"/>
                    </a:cubicBezTo>
                    <a:lnTo>
                      <a:pt x="1" y="958"/>
                    </a:lnTo>
                    <a:cubicBezTo>
                      <a:pt x="1" y="1047"/>
                      <a:pt x="90" y="1131"/>
                      <a:pt x="200" y="1131"/>
                    </a:cubicBezTo>
                    <a:cubicBezTo>
                      <a:pt x="289" y="1131"/>
                      <a:pt x="373" y="1047"/>
                      <a:pt x="373" y="958"/>
                    </a:cubicBezTo>
                    <a:lnTo>
                      <a:pt x="373" y="173"/>
                    </a:lnTo>
                    <a:cubicBezTo>
                      <a:pt x="373" y="84"/>
                      <a:pt x="289" y="0"/>
                      <a:pt x="200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8" name="Google Shape;2648;p58">
                <a:extLst>
                  <a:ext uri="{FF2B5EF4-FFF2-40B4-BE49-F238E27FC236}">
                    <a16:creationId xmlns:a16="http://schemas.microsoft.com/office/drawing/2014/main" id="{B72800AD-DA52-7661-2F15-165FBA2DE458}"/>
                  </a:ext>
                </a:extLst>
              </p:cNvPr>
              <p:cNvSpPr/>
              <p:nvPr/>
            </p:nvSpPr>
            <p:spPr>
              <a:xfrm>
                <a:off x="3863210" y="3280642"/>
                <a:ext cx="45614" cy="193579"/>
              </a:xfrm>
              <a:custGeom>
                <a:avLst/>
                <a:gdLst/>
                <a:ahLst/>
                <a:cxnLst/>
                <a:rect l="l" t="t" r="r" b="b"/>
                <a:pathLst>
                  <a:path w="242" h="1027" extrusionOk="0">
                    <a:moveTo>
                      <a:pt x="132" y="0"/>
                    </a:moveTo>
                    <a:cubicBezTo>
                      <a:pt x="43" y="0"/>
                      <a:pt x="1" y="47"/>
                      <a:pt x="1" y="131"/>
                    </a:cubicBezTo>
                    <a:lnTo>
                      <a:pt x="1" y="896"/>
                    </a:lnTo>
                    <a:cubicBezTo>
                      <a:pt x="1" y="985"/>
                      <a:pt x="43" y="1027"/>
                      <a:pt x="132" y="1027"/>
                    </a:cubicBezTo>
                    <a:cubicBezTo>
                      <a:pt x="194" y="1027"/>
                      <a:pt x="242" y="985"/>
                      <a:pt x="242" y="896"/>
                    </a:cubicBezTo>
                    <a:lnTo>
                      <a:pt x="242" y="131"/>
                    </a:lnTo>
                    <a:cubicBezTo>
                      <a:pt x="242" y="47"/>
                      <a:pt x="194" y="0"/>
                      <a:pt x="13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9" name="Google Shape;2649;p58">
                <a:extLst>
                  <a:ext uri="{FF2B5EF4-FFF2-40B4-BE49-F238E27FC236}">
                    <a16:creationId xmlns:a16="http://schemas.microsoft.com/office/drawing/2014/main" id="{C9C36D01-719A-9FCA-04CF-09703145C6C1}"/>
                  </a:ext>
                </a:extLst>
              </p:cNvPr>
              <p:cNvSpPr/>
              <p:nvPr/>
            </p:nvSpPr>
            <p:spPr>
              <a:xfrm>
                <a:off x="3847930" y="3268767"/>
                <a:ext cx="70306" cy="218271"/>
              </a:xfrm>
              <a:custGeom>
                <a:avLst/>
                <a:gdLst/>
                <a:ahLst/>
                <a:cxnLst/>
                <a:rect l="l" t="t" r="r" b="b"/>
                <a:pathLst>
                  <a:path w="373" h="1158" extrusionOk="0">
                    <a:moveTo>
                      <a:pt x="200" y="110"/>
                    </a:moveTo>
                    <a:cubicBezTo>
                      <a:pt x="221" y="110"/>
                      <a:pt x="262" y="152"/>
                      <a:pt x="262" y="194"/>
                    </a:cubicBezTo>
                    <a:lnTo>
                      <a:pt x="262" y="959"/>
                    </a:lnTo>
                    <a:cubicBezTo>
                      <a:pt x="262" y="1000"/>
                      <a:pt x="221" y="1048"/>
                      <a:pt x="200" y="1048"/>
                    </a:cubicBezTo>
                    <a:cubicBezTo>
                      <a:pt x="158" y="1048"/>
                      <a:pt x="111" y="1000"/>
                      <a:pt x="111" y="959"/>
                    </a:cubicBezTo>
                    <a:lnTo>
                      <a:pt x="111" y="194"/>
                    </a:lnTo>
                    <a:cubicBezTo>
                      <a:pt x="111" y="152"/>
                      <a:pt x="158" y="110"/>
                      <a:pt x="200" y="110"/>
                    </a:cubicBezTo>
                    <a:close/>
                    <a:moveTo>
                      <a:pt x="200" y="0"/>
                    </a:moveTo>
                    <a:cubicBezTo>
                      <a:pt x="90" y="0"/>
                      <a:pt x="1" y="84"/>
                      <a:pt x="1" y="194"/>
                    </a:cubicBezTo>
                    <a:lnTo>
                      <a:pt x="1" y="959"/>
                    </a:lnTo>
                    <a:cubicBezTo>
                      <a:pt x="1" y="1069"/>
                      <a:pt x="90" y="1158"/>
                      <a:pt x="200" y="1158"/>
                    </a:cubicBezTo>
                    <a:cubicBezTo>
                      <a:pt x="289" y="1158"/>
                      <a:pt x="372" y="1069"/>
                      <a:pt x="372" y="959"/>
                    </a:cubicBezTo>
                    <a:lnTo>
                      <a:pt x="372" y="194"/>
                    </a:lnTo>
                    <a:cubicBezTo>
                      <a:pt x="372" y="84"/>
                      <a:pt x="289" y="0"/>
                      <a:pt x="200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0" name="Google Shape;2650;p58">
                <a:extLst>
                  <a:ext uri="{FF2B5EF4-FFF2-40B4-BE49-F238E27FC236}">
                    <a16:creationId xmlns:a16="http://schemas.microsoft.com/office/drawing/2014/main" id="{77CBBD80-A139-F012-5E71-FED550247C19}"/>
                  </a:ext>
                </a:extLst>
              </p:cNvPr>
              <p:cNvSpPr/>
              <p:nvPr/>
            </p:nvSpPr>
            <p:spPr>
              <a:xfrm>
                <a:off x="3863210" y="3626141"/>
                <a:ext cx="45614" cy="193579"/>
              </a:xfrm>
              <a:custGeom>
                <a:avLst/>
                <a:gdLst/>
                <a:ahLst/>
                <a:cxnLst/>
                <a:rect l="l" t="t" r="r" b="b"/>
                <a:pathLst>
                  <a:path w="242" h="1027" extrusionOk="0">
                    <a:moveTo>
                      <a:pt x="132" y="0"/>
                    </a:moveTo>
                    <a:cubicBezTo>
                      <a:pt x="43" y="0"/>
                      <a:pt x="1" y="68"/>
                      <a:pt x="1" y="131"/>
                    </a:cubicBezTo>
                    <a:lnTo>
                      <a:pt x="1" y="896"/>
                    </a:lnTo>
                    <a:cubicBezTo>
                      <a:pt x="1" y="985"/>
                      <a:pt x="43" y="1026"/>
                      <a:pt x="132" y="1026"/>
                    </a:cubicBezTo>
                    <a:cubicBezTo>
                      <a:pt x="194" y="1026"/>
                      <a:pt x="242" y="985"/>
                      <a:pt x="242" y="896"/>
                    </a:cubicBezTo>
                    <a:lnTo>
                      <a:pt x="242" y="131"/>
                    </a:lnTo>
                    <a:cubicBezTo>
                      <a:pt x="242" y="68"/>
                      <a:pt x="194" y="0"/>
                      <a:pt x="13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1" name="Google Shape;2651;p58">
                <a:extLst>
                  <a:ext uri="{FF2B5EF4-FFF2-40B4-BE49-F238E27FC236}">
                    <a16:creationId xmlns:a16="http://schemas.microsoft.com/office/drawing/2014/main" id="{F3612268-3594-29A8-0F9C-C437F8E7CBD1}"/>
                  </a:ext>
                </a:extLst>
              </p:cNvPr>
              <p:cNvSpPr/>
              <p:nvPr/>
            </p:nvSpPr>
            <p:spPr>
              <a:xfrm>
                <a:off x="3847930" y="3618224"/>
                <a:ext cx="70306" cy="214313"/>
              </a:xfrm>
              <a:custGeom>
                <a:avLst/>
                <a:gdLst/>
                <a:ahLst/>
                <a:cxnLst/>
                <a:rect l="l" t="t" r="r" b="b"/>
                <a:pathLst>
                  <a:path w="373" h="1137" extrusionOk="0">
                    <a:moveTo>
                      <a:pt x="200" y="89"/>
                    </a:moveTo>
                    <a:cubicBezTo>
                      <a:pt x="221" y="89"/>
                      <a:pt x="262" y="131"/>
                      <a:pt x="262" y="173"/>
                    </a:cubicBezTo>
                    <a:lnTo>
                      <a:pt x="262" y="938"/>
                    </a:lnTo>
                    <a:cubicBezTo>
                      <a:pt x="262" y="979"/>
                      <a:pt x="221" y="1027"/>
                      <a:pt x="200" y="1027"/>
                    </a:cubicBezTo>
                    <a:cubicBezTo>
                      <a:pt x="158" y="1027"/>
                      <a:pt x="111" y="979"/>
                      <a:pt x="111" y="938"/>
                    </a:cubicBezTo>
                    <a:lnTo>
                      <a:pt x="111" y="173"/>
                    </a:lnTo>
                    <a:cubicBezTo>
                      <a:pt x="111" y="131"/>
                      <a:pt x="158" y="89"/>
                      <a:pt x="200" y="89"/>
                    </a:cubicBezTo>
                    <a:close/>
                    <a:moveTo>
                      <a:pt x="200" y="0"/>
                    </a:moveTo>
                    <a:cubicBezTo>
                      <a:pt x="90" y="0"/>
                      <a:pt x="1" y="63"/>
                      <a:pt x="1" y="173"/>
                    </a:cubicBezTo>
                    <a:lnTo>
                      <a:pt x="1" y="938"/>
                    </a:lnTo>
                    <a:cubicBezTo>
                      <a:pt x="1" y="1047"/>
                      <a:pt x="90" y="1137"/>
                      <a:pt x="200" y="1137"/>
                    </a:cubicBezTo>
                    <a:cubicBezTo>
                      <a:pt x="289" y="1137"/>
                      <a:pt x="372" y="1047"/>
                      <a:pt x="372" y="938"/>
                    </a:cubicBezTo>
                    <a:lnTo>
                      <a:pt x="372" y="173"/>
                    </a:lnTo>
                    <a:cubicBezTo>
                      <a:pt x="372" y="63"/>
                      <a:pt x="289" y="0"/>
                      <a:pt x="200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2" name="Google Shape;2652;p58">
                <a:extLst>
                  <a:ext uri="{FF2B5EF4-FFF2-40B4-BE49-F238E27FC236}">
                    <a16:creationId xmlns:a16="http://schemas.microsoft.com/office/drawing/2014/main" id="{0E136381-EDD4-B6EE-883F-46E76C543514}"/>
                  </a:ext>
                </a:extLst>
              </p:cNvPr>
              <p:cNvSpPr/>
              <p:nvPr/>
            </p:nvSpPr>
            <p:spPr>
              <a:xfrm>
                <a:off x="3863210" y="3992186"/>
                <a:ext cx="45614" cy="197726"/>
              </a:xfrm>
              <a:custGeom>
                <a:avLst/>
                <a:gdLst/>
                <a:ahLst/>
                <a:cxnLst/>
                <a:rect l="l" t="t" r="r" b="b"/>
                <a:pathLst>
                  <a:path w="242" h="1049" extrusionOk="0">
                    <a:moveTo>
                      <a:pt x="132" y="1"/>
                    </a:moveTo>
                    <a:cubicBezTo>
                      <a:pt x="43" y="1"/>
                      <a:pt x="1" y="69"/>
                      <a:pt x="1" y="132"/>
                    </a:cubicBezTo>
                    <a:lnTo>
                      <a:pt x="1" y="917"/>
                    </a:lnTo>
                    <a:cubicBezTo>
                      <a:pt x="1" y="985"/>
                      <a:pt x="43" y="1048"/>
                      <a:pt x="132" y="1048"/>
                    </a:cubicBezTo>
                    <a:cubicBezTo>
                      <a:pt x="194" y="1048"/>
                      <a:pt x="242" y="985"/>
                      <a:pt x="242" y="917"/>
                    </a:cubicBezTo>
                    <a:lnTo>
                      <a:pt x="242" y="132"/>
                    </a:lnTo>
                    <a:cubicBezTo>
                      <a:pt x="242" y="69"/>
                      <a:pt x="194" y="1"/>
                      <a:pt x="13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3" name="Google Shape;2653;p58">
                <a:extLst>
                  <a:ext uri="{FF2B5EF4-FFF2-40B4-BE49-F238E27FC236}">
                    <a16:creationId xmlns:a16="http://schemas.microsoft.com/office/drawing/2014/main" id="{4FBE6AC0-5BC9-AE84-79B2-40AF702C0C38}"/>
                  </a:ext>
                </a:extLst>
              </p:cNvPr>
              <p:cNvSpPr/>
              <p:nvPr/>
            </p:nvSpPr>
            <p:spPr>
              <a:xfrm>
                <a:off x="3847930" y="3984458"/>
                <a:ext cx="70306" cy="213371"/>
              </a:xfrm>
              <a:custGeom>
                <a:avLst/>
                <a:gdLst/>
                <a:ahLst/>
                <a:cxnLst/>
                <a:rect l="l" t="t" r="r" b="b"/>
                <a:pathLst>
                  <a:path w="373" h="1132" extrusionOk="0">
                    <a:moveTo>
                      <a:pt x="200" y="110"/>
                    </a:moveTo>
                    <a:cubicBezTo>
                      <a:pt x="221" y="110"/>
                      <a:pt x="262" y="131"/>
                      <a:pt x="262" y="173"/>
                    </a:cubicBezTo>
                    <a:lnTo>
                      <a:pt x="262" y="958"/>
                    </a:lnTo>
                    <a:cubicBezTo>
                      <a:pt x="262" y="1000"/>
                      <a:pt x="221" y="1026"/>
                      <a:pt x="200" y="1026"/>
                    </a:cubicBezTo>
                    <a:cubicBezTo>
                      <a:pt x="158" y="1026"/>
                      <a:pt x="111" y="1000"/>
                      <a:pt x="111" y="958"/>
                    </a:cubicBezTo>
                    <a:lnTo>
                      <a:pt x="111" y="173"/>
                    </a:lnTo>
                    <a:cubicBezTo>
                      <a:pt x="111" y="131"/>
                      <a:pt x="158" y="110"/>
                      <a:pt x="200" y="110"/>
                    </a:cubicBezTo>
                    <a:close/>
                    <a:moveTo>
                      <a:pt x="200" y="0"/>
                    </a:moveTo>
                    <a:cubicBezTo>
                      <a:pt x="90" y="0"/>
                      <a:pt x="1" y="84"/>
                      <a:pt x="1" y="173"/>
                    </a:cubicBezTo>
                    <a:lnTo>
                      <a:pt x="1" y="958"/>
                    </a:lnTo>
                    <a:cubicBezTo>
                      <a:pt x="1" y="1047"/>
                      <a:pt x="90" y="1131"/>
                      <a:pt x="200" y="1131"/>
                    </a:cubicBezTo>
                    <a:cubicBezTo>
                      <a:pt x="289" y="1131"/>
                      <a:pt x="372" y="1047"/>
                      <a:pt x="372" y="958"/>
                    </a:cubicBezTo>
                    <a:lnTo>
                      <a:pt x="372" y="173"/>
                    </a:lnTo>
                    <a:cubicBezTo>
                      <a:pt x="372" y="84"/>
                      <a:pt x="289" y="0"/>
                      <a:pt x="200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4" name="Google Shape;2654;p58">
                <a:extLst>
                  <a:ext uri="{FF2B5EF4-FFF2-40B4-BE49-F238E27FC236}">
                    <a16:creationId xmlns:a16="http://schemas.microsoft.com/office/drawing/2014/main" id="{D0603586-DC6B-2CF6-9B19-A9076B988884}"/>
                  </a:ext>
                </a:extLst>
              </p:cNvPr>
              <p:cNvSpPr/>
              <p:nvPr/>
            </p:nvSpPr>
            <p:spPr>
              <a:xfrm>
                <a:off x="3954061" y="3062372"/>
                <a:ext cx="98956" cy="267656"/>
              </a:xfrm>
              <a:custGeom>
                <a:avLst/>
                <a:gdLst/>
                <a:ahLst/>
                <a:cxnLst/>
                <a:rect l="l" t="t" r="r" b="b"/>
                <a:pathLst>
                  <a:path w="525" h="1420" extrusionOk="0">
                    <a:moveTo>
                      <a:pt x="131" y="1"/>
                    </a:moveTo>
                    <a:cubicBezTo>
                      <a:pt x="63" y="1"/>
                      <a:pt x="1" y="69"/>
                      <a:pt x="1" y="132"/>
                    </a:cubicBezTo>
                    <a:lnTo>
                      <a:pt x="1" y="1289"/>
                    </a:lnTo>
                    <a:cubicBezTo>
                      <a:pt x="1" y="1357"/>
                      <a:pt x="63" y="1420"/>
                      <a:pt x="131" y="1420"/>
                    </a:cubicBezTo>
                    <a:lnTo>
                      <a:pt x="393" y="1420"/>
                    </a:lnTo>
                    <a:cubicBezTo>
                      <a:pt x="477" y="1420"/>
                      <a:pt x="524" y="1357"/>
                      <a:pt x="524" y="1289"/>
                    </a:cubicBezTo>
                    <a:lnTo>
                      <a:pt x="524" y="132"/>
                    </a:lnTo>
                    <a:cubicBezTo>
                      <a:pt x="524" y="69"/>
                      <a:pt x="477" y="1"/>
                      <a:pt x="39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5" name="Google Shape;2655;p58">
                <a:extLst>
                  <a:ext uri="{FF2B5EF4-FFF2-40B4-BE49-F238E27FC236}">
                    <a16:creationId xmlns:a16="http://schemas.microsoft.com/office/drawing/2014/main" id="{94274C1E-0B24-F7AD-9D8E-5469B580FF22}"/>
                  </a:ext>
                </a:extLst>
              </p:cNvPr>
              <p:cNvSpPr/>
              <p:nvPr/>
            </p:nvSpPr>
            <p:spPr>
              <a:xfrm>
                <a:off x="3941244" y="3054455"/>
                <a:ext cx="123648" cy="284620"/>
              </a:xfrm>
              <a:custGeom>
                <a:avLst/>
                <a:gdLst/>
                <a:ahLst/>
                <a:cxnLst/>
                <a:rect l="l" t="t" r="r" b="b"/>
                <a:pathLst>
                  <a:path w="656" h="1510" extrusionOk="0">
                    <a:moveTo>
                      <a:pt x="461" y="111"/>
                    </a:moveTo>
                    <a:cubicBezTo>
                      <a:pt x="503" y="111"/>
                      <a:pt x="545" y="132"/>
                      <a:pt x="545" y="174"/>
                    </a:cubicBezTo>
                    <a:lnTo>
                      <a:pt x="545" y="1331"/>
                    </a:lnTo>
                    <a:cubicBezTo>
                      <a:pt x="545" y="1378"/>
                      <a:pt x="503" y="1399"/>
                      <a:pt x="461" y="1399"/>
                    </a:cubicBezTo>
                    <a:lnTo>
                      <a:pt x="199" y="1399"/>
                    </a:lnTo>
                    <a:cubicBezTo>
                      <a:pt x="152" y="1399"/>
                      <a:pt x="110" y="1378"/>
                      <a:pt x="110" y="1331"/>
                    </a:cubicBezTo>
                    <a:lnTo>
                      <a:pt x="110" y="174"/>
                    </a:lnTo>
                    <a:cubicBezTo>
                      <a:pt x="110" y="132"/>
                      <a:pt x="152" y="111"/>
                      <a:pt x="199" y="111"/>
                    </a:cubicBezTo>
                    <a:close/>
                    <a:moveTo>
                      <a:pt x="199" y="1"/>
                    </a:moveTo>
                    <a:cubicBezTo>
                      <a:pt x="89" y="1"/>
                      <a:pt x="0" y="90"/>
                      <a:pt x="0" y="174"/>
                    </a:cubicBezTo>
                    <a:lnTo>
                      <a:pt x="0" y="1331"/>
                    </a:lnTo>
                    <a:cubicBezTo>
                      <a:pt x="0" y="1420"/>
                      <a:pt x="89" y="1509"/>
                      <a:pt x="199" y="1509"/>
                    </a:cubicBezTo>
                    <a:lnTo>
                      <a:pt x="461" y="1509"/>
                    </a:lnTo>
                    <a:cubicBezTo>
                      <a:pt x="566" y="1509"/>
                      <a:pt x="655" y="1420"/>
                      <a:pt x="655" y="1331"/>
                    </a:cubicBezTo>
                    <a:lnTo>
                      <a:pt x="655" y="174"/>
                    </a:lnTo>
                    <a:cubicBezTo>
                      <a:pt x="655" y="90"/>
                      <a:pt x="566" y="1"/>
                      <a:pt x="461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6" name="Google Shape;2656;p58">
                <a:extLst>
                  <a:ext uri="{FF2B5EF4-FFF2-40B4-BE49-F238E27FC236}">
                    <a16:creationId xmlns:a16="http://schemas.microsoft.com/office/drawing/2014/main" id="{49E534D7-B2F1-24FC-DF45-74819D590926}"/>
                  </a:ext>
                </a:extLst>
              </p:cNvPr>
              <p:cNvSpPr/>
              <p:nvPr/>
            </p:nvSpPr>
            <p:spPr>
              <a:xfrm>
                <a:off x="3954061" y="3412772"/>
                <a:ext cx="98956" cy="262755"/>
              </a:xfrm>
              <a:custGeom>
                <a:avLst/>
                <a:gdLst/>
                <a:ahLst/>
                <a:cxnLst/>
                <a:rect l="l" t="t" r="r" b="b"/>
                <a:pathLst>
                  <a:path w="525" h="1394" extrusionOk="0">
                    <a:moveTo>
                      <a:pt x="131" y="1"/>
                    </a:moveTo>
                    <a:cubicBezTo>
                      <a:pt x="63" y="1"/>
                      <a:pt x="1" y="43"/>
                      <a:pt x="1" y="106"/>
                    </a:cubicBezTo>
                    <a:lnTo>
                      <a:pt x="1" y="1263"/>
                    </a:lnTo>
                    <a:cubicBezTo>
                      <a:pt x="1" y="1331"/>
                      <a:pt x="63" y="1394"/>
                      <a:pt x="131" y="1394"/>
                    </a:cubicBezTo>
                    <a:lnTo>
                      <a:pt x="393" y="1394"/>
                    </a:lnTo>
                    <a:cubicBezTo>
                      <a:pt x="477" y="1394"/>
                      <a:pt x="524" y="1331"/>
                      <a:pt x="524" y="1263"/>
                    </a:cubicBezTo>
                    <a:lnTo>
                      <a:pt x="524" y="106"/>
                    </a:lnTo>
                    <a:cubicBezTo>
                      <a:pt x="524" y="43"/>
                      <a:pt x="477" y="1"/>
                      <a:pt x="39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7" name="Google Shape;2657;p58">
                <a:extLst>
                  <a:ext uri="{FF2B5EF4-FFF2-40B4-BE49-F238E27FC236}">
                    <a16:creationId xmlns:a16="http://schemas.microsoft.com/office/drawing/2014/main" id="{F56E58F6-9009-FE09-1391-C888F557BFB5}"/>
                  </a:ext>
                </a:extLst>
              </p:cNvPr>
              <p:cNvSpPr/>
              <p:nvPr/>
            </p:nvSpPr>
            <p:spPr>
              <a:xfrm>
                <a:off x="3941244" y="3399955"/>
                <a:ext cx="123648" cy="284431"/>
              </a:xfrm>
              <a:custGeom>
                <a:avLst/>
                <a:gdLst/>
                <a:ahLst/>
                <a:cxnLst/>
                <a:rect l="l" t="t" r="r" b="b"/>
                <a:pathLst>
                  <a:path w="656" h="1509" extrusionOk="0">
                    <a:moveTo>
                      <a:pt x="461" y="111"/>
                    </a:moveTo>
                    <a:cubicBezTo>
                      <a:pt x="503" y="111"/>
                      <a:pt x="545" y="132"/>
                      <a:pt x="545" y="174"/>
                    </a:cubicBezTo>
                    <a:lnTo>
                      <a:pt x="545" y="1331"/>
                    </a:lnTo>
                    <a:cubicBezTo>
                      <a:pt x="545" y="1378"/>
                      <a:pt x="503" y="1399"/>
                      <a:pt x="461" y="1399"/>
                    </a:cubicBezTo>
                    <a:lnTo>
                      <a:pt x="199" y="1399"/>
                    </a:lnTo>
                    <a:cubicBezTo>
                      <a:pt x="152" y="1399"/>
                      <a:pt x="110" y="1378"/>
                      <a:pt x="110" y="1331"/>
                    </a:cubicBezTo>
                    <a:lnTo>
                      <a:pt x="110" y="174"/>
                    </a:lnTo>
                    <a:cubicBezTo>
                      <a:pt x="110" y="132"/>
                      <a:pt x="152" y="111"/>
                      <a:pt x="199" y="111"/>
                    </a:cubicBezTo>
                    <a:close/>
                    <a:moveTo>
                      <a:pt x="199" y="1"/>
                    </a:moveTo>
                    <a:cubicBezTo>
                      <a:pt x="89" y="1"/>
                      <a:pt x="0" y="90"/>
                      <a:pt x="0" y="174"/>
                    </a:cubicBezTo>
                    <a:lnTo>
                      <a:pt x="0" y="1331"/>
                    </a:lnTo>
                    <a:cubicBezTo>
                      <a:pt x="0" y="1441"/>
                      <a:pt x="89" y="1509"/>
                      <a:pt x="199" y="1509"/>
                    </a:cubicBezTo>
                    <a:lnTo>
                      <a:pt x="461" y="1509"/>
                    </a:lnTo>
                    <a:cubicBezTo>
                      <a:pt x="566" y="1509"/>
                      <a:pt x="655" y="1441"/>
                      <a:pt x="655" y="1331"/>
                    </a:cubicBezTo>
                    <a:lnTo>
                      <a:pt x="655" y="174"/>
                    </a:lnTo>
                    <a:cubicBezTo>
                      <a:pt x="655" y="90"/>
                      <a:pt x="566" y="1"/>
                      <a:pt x="461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8" name="Google Shape;2658;p58">
                <a:extLst>
                  <a:ext uri="{FF2B5EF4-FFF2-40B4-BE49-F238E27FC236}">
                    <a16:creationId xmlns:a16="http://schemas.microsoft.com/office/drawing/2014/main" id="{3D9C282B-6412-1D32-0190-79602FB79D1F}"/>
                  </a:ext>
                </a:extLst>
              </p:cNvPr>
              <p:cNvSpPr/>
              <p:nvPr/>
            </p:nvSpPr>
            <p:spPr>
              <a:xfrm>
                <a:off x="3954061" y="3778063"/>
                <a:ext cx="98956" cy="263698"/>
              </a:xfrm>
              <a:custGeom>
                <a:avLst/>
                <a:gdLst/>
                <a:ahLst/>
                <a:cxnLst/>
                <a:rect l="l" t="t" r="r" b="b"/>
                <a:pathLst>
                  <a:path w="525" h="1399" extrusionOk="0">
                    <a:moveTo>
                      <a:pt x="131" y="0"/>
                    </a:moveTo>
                    <a:cubicBezTo>
                      <a:pt x="63" y="0"/>
                      <a:pt x="1" y="48"/>
                      <a:pt x="1" y="131"/>
                    </a:cubicBezTo>
                    <a:lnTo>
                      <a:pt x="1" y="1268"/>
                    </a:lnTo>
                    <a:cubicBezTo>
                      <a:pt x="1" y="1357"/>
                      <a:pt x="63" y="1399"/>
                      <a:pt x="131" y="1399"/>
                    </a:cubicBezTo>
                    <a:lnTo>
                      <a:pt x="393" y="1399"/>
                    </a:lnTo>
                    <a:cubicBezTo>
                      <a:pt x="477" y="1399"/>
                      <a:pt x="524" y="1357"/>
                      <a:pt x="524" y="1268"/>
                    </a:cubicBezTo>
                    <a:lnTo>
                      <a:pt x="524" y="131"/>
                    </a:lnTo>
                    <a:cubicBezTo>
                      <a:pt x="524" y="48"/>
                      <a:pt x="477" y="0"/>
                      <a:pt x="39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9" name="Google Shape;2659;p58">
                <a:extLst>
                  <a:ext uri="{FF2B5EF4-FFF2-40B4-BE49-F238E27FC236}">
                    <a16:creationId xmlns:a16="http://schemas.microsoft.com/office/drawing/2014/main" id="{B21F6B18-1F3A-76C2-52E1-5AFE9C14F7B5}"/>
                  </a:ext>
                </a:extLst>
              </p:cNvPr>
              <p:cNvSpPr/>
              <p:nvPr/>
            </p:nvSpPr>
            <p:spPr>
              <a:xfrm>
                <a:off x="3941244" y="3766188"/>
                <a:ext cx="123648" cy="288390"/>
              </a:xfrm>
              <a:custGeom>
                <a:avLst/>
                <a:gdLst/>
                <a:ahLst/>
                <a:cxnLst/>
                <a:rect l="l" t="t" r="r" b="b"/>
                <a:pathLst>
                  <a:path w="656" h="1530" extrusionOk="0">
                    <a:moveTo>
                      <a:pt x="461" y="111"/>
                    </a:moveTo>
                    <a:cubicBezTo>
                      <a:pt x="503" y="111"/>
                      <a:pt x="545" y="153"/>
                      <a:pt x="545" y="194"/>
                    </a:cubicBezTo>
                    <a:lnTo>
                      <a:pt x="545" y="1331"/>
                    </a:lnTo>
                    <a:cubicBezTo>
                      <a:pt x="545" y="1373"/>
                      <a:pt x="503" y="1420"/>
                      <a:pt x="461" y="1420"/>
                    </a:cubicBezTo>
                    <a:lnTo>
                      <a:pt x="199" y="1420"/>
                    </a:lnTo>
                    <a:cubicBezTo>
                      <a:pt x="152" y="1420"/>
                      <a:pt x="110" y="1373"/>
                      <a:pt x="110" y="1331"/>
                    </a:cubicBezTo>
                    <a:lnTo>
                      <a:pt x="110" y="194"/>
                    </a:lnTo>
                    <a:cubicBezTo>
                      <a:pt x="110" y="153"/>
                      <a:pt x="152" y="111"/>
                      <a:pt x="199" y="111"/>
                    </a:cubicBezTo>
                    <a:close/>
                    <a:moveTo>
                      <a:pt x="199" y="1"/>
                    </a:moveTo>
                    <a:cubicBezTo>
                      <a:pt x="89" y="1"/>
                      <a:pt x="0" y="90"/>
                      <a:pt x="0" y="194"/>
                    </a:cubicBezTo>
                    <a:lnTo>
                      <a:pt x="0" y="1331"/>
                    </a:lnTo>
                    <a:cubicBezTo>
                      <a:pt x="0" y="1441"/>
                      <a:pt x="89" y="1530"/>
                      <a:pt x="199" y="1530"/>
                    </a:cubicBezTo>
                    <a:lnTo>
                      <a:pt x="461" y="1530"/>
                    </a:lnTo>
                    <a:cubicBezTo>
                      <a:pt x="566" y="1530"/>
                      <a:pt x="655" y="1441"/>
                      <a:pt x="655" y="1331"/>
                    </a:cubicBezTo>
                    <a:lnTo>
                      <a:pt x="655" y="194"/>
                    </a:lnTo>
                    <a:cubicBezTo>
                      <a:pt x="655" y="90"/>
                      <a:pt x="566" y="1"/>
                      <a:pt x="461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0" name="Google Shape;2660;p58">
                <a:extLst>
                  <a:ext uri="{FF2B5EF4-FFF2-40B4-BE49-F238E27FC236}">
                    <a16:creationId xmlns:a16="http://schemas.microsoft.com/office/drawing/2014/main" id="{35B5A777-326F-8FF5-1885-FD6ED9DF5F78}"/>
                  </a:ext>
                </a:extLst>
              </p:cNvPr>
              <p:cNvSpPr/>
              <p:nvPr/>
            </p:nvSpPr>
            <p:spPr>
              <a:xfrm>
                <a:off x="3954061" y="4140338"/>
                <a:ext cx="98956" cy="263698"/>
              </a:xfrm>
              <a:custGeom>
                <a:avLst/>
                <a:gdLst/>
                <a:ahLst/>
                <a:cxnLst/>
                <a:rect l="l" t="t" r="r" b="b"/>
                <a:pathLst>
                  <a:path w="525" h="1399" extrusionOk="0">
                    <a:moveTo>
                      <a:pt x="131" y="0"/>
                    </a:moveTo>
                    <a:cubicBezTo>
                      <a:pt x="63" y="0"/>
                      <a:pt x="1" y="69"/>
                      <a:pt x="1" y="131"/>
                    </a:cubicBezTo>
                    <a:lnTo>
                      <a:pt x="1" y="1289"/>
                    </a:lnTo>
                    <a:cubicBezTo>
                      <a:pt x="1" y="1352"/>
                      <a:pt x="63" y="1399"/>
                      <a:pt x="131" y="1399"/>
                    </a:cubicBezTo>
                    <a:lnTo>
                      <a:pt x="393" y="1399"/>
                    </a:lnTo>
                    <a:cubicBezTo>
                      <a:pt x="477" y="1399"/>
                      <a:pt x="524" y="1352"/>
                      <a:pt x="524" y="1289"/>
                    </a:cubicBezTo>
                    <a:lnTo>
                      <a:pt x="524" y="131"/>
                    </a:lnTo>
                    <a:cubicBezTo>
                      <a:pt x="524" y="69"/>
                      <a:pt x="477" y="0"/>
                      <a:pt x="39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1" name="Google Shape;2661;p58">
                <a:extLst>
                  <a:ext uri="{FF2B5EF4-FFF2-40B4-BE49-F238E27FC236}">
                    <a16:creationId xmlns:a16="http://schemas.microsoft.com/office/drawing/2014/main" id="{A029EF89-C62B-0F77-36F5-0310F45C4925}"/>
                  </a:ext>
                </a:extLst>
              </p:cNvPr>
              <p:cNvSpPr/>
              <p:nvPr/>
            </p:nvSpPr>
            <p:spPr>
              <a:xfrm>
                <a:off x="3941244" y="4132421"/>
                <a:ext cx="123648" cy="283489"/>
              </a:xfrm>
              <a:custGeom>
                <a:avLst/>
                <a:gdLst/>
                <a:ahLst/>
                <a:cxnLst/>
                <a:rect l="l" t="t" r="r" b="b"/>
                <a:pathLst>
                  <a:path w="656" h="1504" extrusionOk="0">
                    <a:moveTo>
                      <a:pt x="461" y="111"/>
                    </a:moveTo>
                    <a:cubicBezTo>
                      <a:pt x="503" y="111"/>
                      <a:pt x="545" y="131"/>
                      <a:pt x="545" y="173"/>
                    </a:cubicBezTo>
                    <a:lnTo>
                      <a:pt x="545" y="1331"/>
                    </a:lnTo>
                    <a:cubicBezTo>
                      <a:pt x="545" y="1373"/>
                      <a:pt x="503" y="1394"/>
                      <a:pt x="461" y="1394"/>
                    </a:cubicBezTo>
                    <a:lnTo>
                      <a:pt x="199" y="1394"/>
                    </a:lnTo>
                    <a:cubicBezTo>
                      <a:pt x="152" y="1394"/>
                      <a:pt x="110" y="1373"/>
                      <a:pt x="110" y="1331"/>
                    </a:cubicBezTo>
                    <a:lnTo>
                      <a:pt x="110" y="173"/>
                    </a:lnTo>
                    <a:cubicBezTo>
                      <a:pt x="110" y="131"/>
                      <a:pt x="152" y="111"/>
                      <a:pt x="199" y="111"/>
                    </a:cubicBezTo>
                    <a:close/>
                    <a:moveTo>
                      <a:pt x="199" y="1"/>
                    </a:moveTo>
                    <a:cubicBezTo>
                      <a:pt x="89" y="1"/>
                      <a:pt x="0" y="63"/>
                      <a:pt x="0" y="173"/>
                    </a:cubicBezTo>
                    <a:lnTo>
                      <a:pt x="0" y="1331"/>
                    </a:lnTo>
                    <a:cubicBezTo>
                      <a:pt x="0" y="1420"/>
                      <a:pt x="89" y="1504"/>
                      <a:pt x="199" y="1504"/>
                    </a:cubicBezTo>
                    <a:lnTo>
                      <a:pt x="461" y="1504"/>
                    </a:lnTo>
                    <a:cubicBezTo>
                      <a:pt x="566" y="1504"/>
                      <a:pt x="655" y="1420"/>
                      <a:pt x="655" y="1331"/>
                    </a:cubicBezTo>
                    <a:lnTo>
                      <a:pt x="655" y="173"/>
                    </a:lnTo>
                    <a:cubicBezTo>
                      <a:pt x="655" y="63"/>
                      <a:pt x="566" y="1"/>
                      <a:pt x="461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2" name="Google Shape;2662;p58">
                <a:extLst>
                  <a:ext uri="{FF2B5EF4-FFF2-40B4-BE49-F238E27FC236}">
                    <a16:creationId xmlns:a16="http://schemas.microsoft.com/office/drawing/2014/main" id="{4A67FB83-0F05-5934-EA51-CE4BE723502F}"/>
                  </a:ext>
                </a:extLst>
              </p:cNvPr>
              <p:cNvSpPr/>
              <p:nvPr/>
            </p:nvSpPr>
            <p:spPr>
              <a:xfrm>
                <a:off x="4081478" y="3062372"/>
                <a:ext cx="98767" cy="267656"/>
              </a:xfrm>
              <a:custGeom>
                <a:avLst/>
                <a:gdLst/>
                <a:ahLst/>
                <a:cxnLst/>
                <a:rect l="l" t="t" r="r" b="b"/>
                <a:pathLst>
                  <a:path w="524" h="1420" extrusionOk="0">
                    <a:moveTo>
                      <a:pt x="131" y="1"/>
                    </a:moveTo>
                    <a:cubicBezTo>
                      <a:pt x="63" y="1"/>
                      <a:pt x="0" y="69"/>
                      <a:pt x="0" y="132"/>
                    </a:cubicBezTo>
                    <a:lnTo>
                      <a:pt x="0" y="1289"/>
                    </a:lnTo>
                    <a:cubicBezTo>
                      <a:pt x="0" y="1357"/>
                      <a:pt x="63" y="1420"/>
                      <a:pt x="131" y="1420"/>
                    </a:cubicBezTo>
                    <a:lnTo>
                      <a:pt x="414" y="1420"/>
                    </a:lnTo>
                    <a:cubicBezTo>
                      <a:pt x="477" y="1420"/>
                      <a:pt x="524" y="1357"/>
                      <a:pt x="524" y="1289"/>
                    </a:cubicBezTo>
                    <a:lnTo>
                      <a:pt x="524" y="132"/>
                    </a:lnTo>
                    <a:cubicBezTo>
                      <a:pt x="524" y="69"/>
                      <a:pt x="477" y="1"/>
                      <a:pt x="41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3" name="Google Shape;2663;p58">
                <a:extLst>
                  <a:ext uri="{FF2B5EF4-FFF2-40B4-BE49-F238E27FC236}">
                    <a16:creationId xmlns:a16="http://schemas.microsoft.com/office/drawing/2014/main" id="{DB3FD0AC-44E2-F527-372D-04D14F340F13}"/>
                  </a:ext>
                </a:extLst>
              </p:cNvPr>
              <p:cNvSpPr/>
              <p:nvPr/>
            </p:nvSpPr>
            <p:spPr>
              <a:xfrm>
                <a:off x="4072431" y="3054455"/>
                <a:ext cx="119690" cy="284620"/>
              </a:xfrm>
              <a:custGeom>
                <a:avLst/>
                <a:gdLst/>
                <a:ahLst/>
                <a:cxnLst/>
                <a:rect l="l" t="t" r="r" b="b"/>
                <a:pathLst>
                  <a:path w="635" h="1510" extrusionOk="0">
                    <a:moveTo>
                      <a:pt x="462" y="111"/>
                    </a:moveTo>
                    <a:cubicBezTo>
                      <a:pt x="483" y="111"/>
                      <a:pt x="525" y="132"/>
                      <a:pt x="525" y="174"/>
                    </a:cubicBezTo>
                    <a:lnTo>
                      <a:pt x="525" y="1331"/>
                    </a:lnTo>
                    <a:cubicBezTo>
                      <a:pt x="525" y="1378"/>
                      <a:pt x="483" y="1399"/>
                      <a:pt x="462" y="1399"/>
                    </a:cubicBezTo>
                    <a:lnTo>
                      <a:pt x="179" y="1399"/>
                    </a:lnTo>
                    <a:cubicBezTo>
                      <a:pt x="132" y="1399"/>
                      <a:pt x="111" y="1378"/>
                      <a:pt x="111" y="1331"/>
                    </a:cubicBezTo>
                    <a:lnTo>
                      <a:pt x="111" y="174"/>
                    </a:lnTo>
                    <a:cubicBezTo>
                      <a:pt x="111" y="132"/>
                      <a:pt x="132" y="111"/>
                      <a:pt x="179" y="111"/>
                    </a:cubicBezTo>
                    <a:close/>
                    <a:moveTo>
                      <a:pt x="179" y="1"/>
                    </a:moveTo>
                    <a:cubicBezTo>
                      <a:pt x="69" y="1"/>
                      <a:pt x="1" y="90"/>
                      <a:pt x="1" y="174"/>
                    </a:cubicBezTo>
                    <a:lnTo>
                      <a:pt x="1" y="1331"/>
                    </a:lnTo>
                    <a:cubicBezTo>
                      <a:pt x="1" y="1420"/>
                      <a:pt x="69" y="1509"/>
                      <a:pt x="179" y="1509"/>
                    </a:cubicBezTo>
                    <a:lnTo>
                      <a:pt x="462" y="1509"/>
                    </a:lnTo>
                    <a:cubicBezTo>
                      <a:pt x="551" y="1509"/>
                      <a:pt x="635" y="1420"/>
                      <a:pt x="635" y="1331"/>
                    </a:cubicBezTo>
                    <a:lnTo>
                      <a:pt x="635" y="174"/>
                    </a:lnTo>
                    <a:cubicBezTo>
                      <a:pt x="635" y="90"/>
                      <a:pt x="551" y="1"/>
                      <a:pt x="462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4" name="Google Shape;2664;p58">
                <a:extLst>
                  <a:ext uri="{FF2B5EF4-FFF2-40B4-BE49-F238E27FC236}">
                    <a16:creationId xmlns:a16="http://schemas.microsoft.com/office/drawing/2014/main" id="{AB1D6C67-D14F-7FF5-F923-7D9C39BD2739}"/>
                  </a:ext>
                </a:extLst>
              </p:cNvPr>
              <p:cNvSpPr/>
              <p:nvPr/>
            </p:nvSpPr>
            <p:spPr>
              <a:xfrm>
                <a:off x="4081478" y="3412772"/>
                <a:ext cx="98767" cy="262755"/>
              </a:xfrm>
              <a:custGeom>
                <a:avLst/>
                <a:gdLst/>
                <a:ahLst/>
                <a:cxnLst/>
                <a:rect l="l" t="t" r="r" b="b"/>
                <a:pathLst>
                  <a:path w="524" h="1394" extrusionOk="0">
                    <a:moveTo>
                      <a:pt x="131" y="1"/>
                    </a:moveTo>
                    <a:cubicBezTo>
                      <a:pt x="63" y="1"/>
                      <a:pt x="0" y="43"/>
                      <a:pt x="0" y="106"/>
                    </a:cubicBezTo>
                    <a:lnTo>
                      <a:pt x="0" y="1263"/>
                    </a:lnTo>
                    <a:cubicBezTo>
                      <a:pt x="0" y="1331"/>
                      <a:pt x="63" y="1394"/>
                      <a:pt x="131" y="1394"/>
                    </a:cubicBezTo>
                    <a:lnTo>
                      <a:pt x="414" y="1394"/>
                    </a:lnTo>
                    <a:cubicBezTo>
                      <a:pt x="477" y="1394"/>
                      <a:pt x="524" y="1331"/>
                      <a:pt x="524" y="1263"/>
                    </a:cubicBezTo>
                    <a:lnTo>
                      <a:pt x="524" y="106"/>
                    </a:lnTo>
                    <a:cubicBezTo>
                      <a:pt x="524" y="43"/>
                      <a:pt x="477" y="1"/>
                      <a:pt x="41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5" name="Google Shape;2665;p58">
                <a:extLst>
                  <a:ext uri="{FF2B5EF4-FFF2-40B4-BE49-F238E27FC236}">
                    <a16:creationId xmlns:a16="http://schemas.microsoft.com/office/drawing/2014/main" id="{07B87797-83B0-75A6-DFDD-4B6126C0887A}"/>
                  </a:ext>
                </a:extLst>
              </p:cNvPr>
              <p:cNvSpPr/>
              <p:nvPr/>
            </p:nvSpPr>
            <p:spPr>
              <a:xfrm>
                <a:off x="4072431" y="3399955"/>
                <a:ext cx="119690" cy="284431"/>
              </a:xfrm>
              <a:custGeom>
                <a:avLst/>
                <a:gdLst/>
                <a:ahLst/>
                <a:cxnLst/>
                <a:rect l="l" t="t" r="r" b="b"/>
                <a:pathLst>
                  <a:path w="635" h="1509" extrusionOk="0">
                    <a:moveTo>
                      <a:pt x="462" y="111"/>
                    </a:moveTo>
                    <a:cubicBezTo>
                      <a:pt x="483" y="111"/>
                      <a:pt x="525" y="132"/>
                      <a:pt x="525" y="174"/>
                    </a:cubicBezTo>
                    <a:lnTo>
                      <a:pt x="525" y="1331"/>
                    </a:lnTo>
                    <a:cubicBezTo>
                      <a:pt x="525" y="1378"/>
                      <a:pt x="483" y="1399"/>
                      <a:pt x="462" y="1399"/>
                    </a:cubicBezTo>
                    <a:lnTo>
                      <a:pt x="179" y="1399"/>
                    </a:lnTo>
                    <a:cubicBezTo>
                      <a:pt x="132" y="1399"/>
                      <a:pt x="111" y="1378"/>
                      <a:pt x="111" y="1331"/>
                    </a:cubicBezTo>
                    <a:lnTo>
                      <a:pt x="111" y="174"/>
                    </a:lnTo>
                    <a:cubicBezTo>
                      <a:pt x="111" y="132"/>
                      <a:pt x="132" y="111"/>
                      <a:pt x="179" y="111"/>
                    </a:cubicBezTo>
                    <a:close/>
                    <a:moveTo>
                      <a:pt x="179" y="1"/>
                    </a:moveTo>
                    <a:cubicBezTo>
                      <a:pt x="69" y="1"/>
                      <a:pt x="1" y="90"/>
                      <a:pt x="1" y="174"/>
                    </a:cubicBezTo>
                    <a:lnTo>
                      <a:pt x="1" y="1331"/>
                    </a:lnTo>
                    <a:cubicBezTo>
                      <a:pt x="1" y="1441"/>
                      <a:pt x="69" y="1509"/>
                      <a:pt x="179" y="1509"/>
                    </a:cubicBezTo>
                    <a:lnTo>
                      <a:pt x="462" y="1509"/>
                    </a:lnTo>
                    <a:cubicBezTo>
                      <a:pt x="551" y="1509"/>
                      <a:pt x="635" y="1441"/>
                      <a:pt x="635" y="1331"/>
                    </a:cubicBezTo>
                    <a:lnTo>
                      <a:pt x="635" y="174"/>
                    </a:lnTo>
                    <a:cubicBezTo>
                      <a:pt x="635" y="90"/>
                      <a:pt x="551" y="1"/>
                      <a:pt x="462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6" name="Google Shape;2666;p58">
                <a:extLst>
                  <a:ext uri="{FF2B5EF4-FFF2-40B4-BE49-F238E27FC236}">
                    <a16:creationId xmlns:a16="http://schemas.microsoft.com/office/drawing/2014/main" id="{79124B31-5EA4-F2D6-F438-1F48FC83299B}"/>
                  </a:ext>
                </a:extLst>
              </p:cNvPr>
              <p:cNvSpPr/>
              <p:nvPr/>
            </p:nvSpPr>
            <p:spPr>
              <a:xfrm>
                <a:off x="4081478" y="3778063"/>
                <a:ext cx="98767" cy="263698"/>
              </a:xfrm>
              <a:custGeom>
                <a:avLst/>
                <a:gdLst/>
                <a:ahLst/>
                <a:cxnLst/>
                <a:rect l="l" t="t" r="r" b="b"/>
                <a:pathLst>
                  <a:path w="524" h="1399" extrusionOk="0">
                    <a:moveTo>
                      <a:pt x="131" y="0"/>
                    </a:moveTo>
                    <a:cubicBezTo>
                      <a:pt x="63" y="0"/>
                      <a:pt x="0" y="48"/>
                      <a:pt x="0" y="131"/>
                    </a:cubicBezTo>
                    <a:lnTo>
                      <a:pt x="0" y="1268"/>
                    </a:lnTo>
                    <a:cubicBezTo>
                      <a:pt x="0" y="1357"/>
                      <a:pt x="63" y="1399"/>
                      <a:pt x="131" y="1399"/>
                    </a:cubicBezTo>
                    <a:lnTo>
                      <a:pt x="414" y="1399"/>
                    </a:lnTo>
                    <a:cubicBezTo>
                      <a:pt x="477" y="1399"/>
                      <a:pt x="524" y="1357"/>
                      <a:pt x="524" y="1268"/>
                    </a:cubicBezTo>
                    <a:lnTo>
                      <a:pt x="524" y="131"/>
                    </a:lnTo>
                    <a:cubicBezTo>
                      <a:pt x="524" y="48"/>
                      <a:pt x="477" y="0"/>
                      <a:pt x="41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7" name="Google Shape;2667;p58">
                <a:extLst>
                  <a:ext uri="{FF2B5EF4-FFF2-40B4-BE49-F238E27FC236}">
                    <a16:creationId xmlns:a16="http://schemas.microsoft.com/office/drawing/2014/main" id="{AC32D16D-3DE8-E7BB-0AD5-7772620F3551}"/>
                  </a:ext>
                </a:extLst>
              </p:cNvPr>
              <p:cNvSpPr/>
              <p:nvPr/>
            </p:nvSpPr>
            <p:spPr>
              <a:xfrm>
                <a:off x="4072431" y="3766188"/>
                <a:ext cx="119690" cy="288390"/>
              </a:xfrm>
              <a:custGeom>
                <a:avLst/>
                <a:gdLst/>
                <a:ahLst/>
                <a:cxnLst/>
                <a:rect l="l" t="t" r="r" b="b"/>
                <a:pathLst>
                  <a:path w="635" h="1530" extrusionOk="0">
                    <a:moveTo>
                      <a:pt x="462" y="111"/>
                    </a:moveTo>
                    <a:cubicBezTo>
                      <a:pt x="483" y="111"/>
                      <a:pt x="525" y="153"/>
                      <a:pt x="525" y="194"/>
                    </a:cubicBezTo>
                    <a:lnTo>
                      <a:pt x="525" y="1331"/>
                    </a:lnTo>
                    <a:cubicBezTo>
                      <a:pt x="525" y="1373"/>
                      <a:pt x="483" y="1420"/>
                      <a:pt x="462" y="1420"/>
                    </a:cubicBezTo>
                    <a:lnTo>
                      <a:pt x="179" y="1420"/>
                    </a:lnTo>
                    <a:cubicBezTo>
                      <a:pt x="132" y="1420"/>
                      <a:pt x="111" y="1373"/>
                      <a:pt x="111" y="1331"/>
                    </a:cubicBezTo>
                    <a:lnTo>
                      <a:pt x="111" y="194"/>
                    </a:lnTo>
                    <a:cubicBezTo>
                      <a:pt x="111" y="153"/>
                      <a:pt x="132" y="111"/>
                      <a:pt x="179" y="111"/>
                    </a:cubicBezTo>
                    <a:close/>
                    <a:moveTo>
                      <a:pt x="179" y="1"/>
                    </a:moveTo>
                    <a:cubicBezTo>
                      <a:pt x="69" y="1"/>
                      <a:pt x="1" y="90"/>
                      <a:pt x="1" y="194"/>
                    </a:cubicBezTo>
                    <a:lnTo>
                      <a:pt x="1" y="1331"/>
                    </a:lnTo>
                    <a:cubicBezTo>
                      <a:pt x="1" y="1441"/>
                      <a:pt x="69" y="1530"/>
                      <a:pt x="179" y="1530"/>
                    </a:cubicBezTo>
                    <a:lnTo>
                      <a:pt x="462" y="1530"/>
                    </a:lnTo>
                    <a:cubicBezTo>
                      <a:pt x="551" y="1530"/>
                      <a:pt x="635" y="1441"/>
                      <a:pt x="635" y="1331"/>
                    </a:cubicBezTo>
                    <a:lnTo>
                      <a:pt x="635" y="194"/>
                    </a:lnTo>
                    <a:cubicBezTo>
                      <a:pt x="635" y="90"/>
                      <a:pt x="551" y="1"/>
                      <a:pt x="462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8" name="Google Shape;2668;p58">
                <a:extLst>
                  <a:ext uri="{FF2B5EF4-FFF2-40B4-BE49-F238E27FC236}">
                    <a16:creationId xmlns:a16="http://schemas.microsoft.com/office/drawing/2014/main" id="{85526B2B-A1F9-FDB8-FCC0-AC7FC858A389}"/>
                  </a:ext>
                </a:extLst>
              </p:cNvPr>
              <p:cNvSpPr/>
              <p:nvPr/>
            </p:nvSpPr>
            <p:spPr>
              <a:xfrm>
                <a:off x="4081478" y="4140338"/>
                <a:ext cx="98767" cy="263698"/>
              </a:xfrm>
              <a:custGeom>
                <a:avLst/>
                <a:gdLst/>
                <a:ahLst/>
                <a:cxnLst/>
                <a:rect l="l" t="t" r="r" b="b"/>
                <a:pathLst>
                  <a:path w="524" h="1399" extrusionOk="0">
                    <a:moveTo>
                      <a:pt x="131" y="0"/>
                    </a:moveTo>
                    <a:cubicBezTo>
                      <a:pt x="63" y="0"/>
                      <a:pt x="0" y="69"/>
                      <a:pt x="0" y="131"/>
                    </a:cubicBezTo>
                    <a:lnTo>
                      <a:pt x="0" y="1289"/>
                    </a:lnTo>
                    <a:cubicBezTo>
                      <a:pt x="0" y="1352"/>
                      <a:pt x="63" y="1399"/>
                      <a:pt x="131" y="1399"/>
                    </a:cubicBezTo>
                    <a:lnTo>
                      <a:pt x="414" y="1399"/>
                    </a:lnTo>
                    <a:cubicBezTo>
                      <a:pt x="477" y="1399"/>
                      <a:pt x="524" y="1352"/>
                      <a:pt x="524" y="1289"/>
                    </a:cubicBezTo>
                    <a:lnTo>
                      <a:pt x="524" y="131"/>
                    </a:lnTo>
                    <a:cubicBezTo>
                      <a:pt x="524" y="69"/>
                      <a:pt x="477" y="0"/>
                      <a:pt x="41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9" name="Google Shape;2669;p58">
                <a:extLst>
                  <a:ext uri="{FF2B5EF4-FFF2-40B4-BE49-F238E27FC236}">
                    <a16:creationId xmlns:a16="http://schemas.microsoft.com/office/drawing/2014/main" id="{9860EAB5-8152-736B-751D-00B5C7E81954}"/>
                  </a:ext>
                </a:extLst>
              </p:cNvPr>
              <p:cNvSpPr/>
              <p:nvPr/>
            </p:nvSpPr>
            <p:spPr>
              <a:xfrm>
                <a:off x="4072431" y="4132421"/>
                <a:ext cx="119690" cy="28348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1504" extrusionOk="0">
                    <a:moveTo>
                      <a:pt x="462" y="111"/>
                    </a:moveTo>
                    <a:cubicBezTo>
                      <a:pt x="483" y="111"/>
                      <a:pt x="525" y="131"/>
                      <a:pt x="525" y="173"/>
                    </a:cubicBezTo>
                    <a:lnTo>
                      <a:pt x="525" y="1331"/>
                    </a:lnTo>
                    <a:cubicBezTo>
                      <a:pt x="525" y="1373"/>
                      <a:pt x="483" y="1394"/>
                      <a:pt x="462" y="1394"/>
                    </a:cubicBezTo>
                    <a:lnTo>
                      <a:pt x="179" y="1394"/>
                    </a:lnTo>
                    <a:cubicBezTo>
                      <a:pt x="132" y="1394"/>
                      <a:pt x="111" y="1373"/>
                      <a:pt x="111" y="1331"/>
                    </a:cubicBezTo>
                    <a:lnTo>
                      <a:pt x="111" y="173"/>
                    </a:lnTo>
                    <a:cubicBezTo>
                      <a:pt x="111" y="131"/>
                      <a:pt x="132" y="111"/>
                      <a:pt x="179" y="111"/>
                    </a:cubicBezTo>
                    <a:close/>
                    <a:moveTo>
                      <a:pt x="179" y="1"/>
                    </a:moveTo>
                    <a:cubicBezTo>
                      <a:pt x="69" y="1"/>
                      <a:pt x="1" y="63"/>
                      <a:pt x="1" y="173"/>
                    </a:cubicBezTo>
                    <a:lnTo>
                      <a:pt x="1" y="1331"/>
                    </a:lnTo>
                    <a:cubicBezTo>
                      <a:pt x="1" y="1420"/>
                      <a:pt x="69" y="1504"/>
                      <a:pt x="179" y="1504"/>
                    </a:cubicBezTo>
                    <a:lnTo>
                      <a:pt x="462" y="1504"/>
                    </a:lnTo>
                    <a:cubicBezTo>
                      <a:pt x="551" y="1504"/>
                      <a:pt x="635" y="1420"/>
                      <a:pt x="635" y="1331"/>
                    </a:cubicBezTo>
                    <a:lnTo>
                      <a:pt x="635" y="173"/>
                    </a:lnTo>
                    <a:cubicBezTo>
                      <a:pt x="635" y="63"/>
                      <a:pt x="551" y="1"/>
                      <a:pt x="462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0" name="Google Shape;2670;p58">
                <a:extLst>
                  <a:ext uri="{FF2B5EF4-FFF2-40B4-BE49-F238E27FC236}">
                    <a16:creationId xmlns:a16="http://schemas.microsoft.com/office/drawing/2014/main" id="{9273B1E7-D247-5171-56F2-409D4D8B8F5B}"/>
                  </a:ext>
                </a:extLst>
              </p:cNvPr>
              <p:cNvSpPr/>
              <p:nvPr/>
            </p:nvSpPr>
            <p:spPr>
              <a:xfrm>
                <a:off x="4208707" y="3062372"/>
                <a:ext cx="102914" cy="267656"/>
              </a:xfrm>
              <a:custGeom>
                <a:avLst/>
                <a:gdLst/>
                <a:ahLst/>
                <a:cxnLst/>
                <a:rect l="l" t="t" r="r" b="b"/>
                <a:pathLst>
                  <a:path w="546" h="1420" extrusionOk="0">
                    <a:moveTo>
                      <a:pt x="132" y="1"/>
                    </a:moveTo>
                    <a:cubicBezTo>
                      <a:pt x="63" y="1"/>
                      <a:pt x="1" y="69"/>
                      <a:pt x="1" y="132"/>
                    </a:cubicBezTo>
                    <a:lnTo>
                      <a:pt x="1" y="1289"/>
                    </a:lnTo>
                    <a:cubicBezTo>
                      <a:pt x="1" y="1357"/>
                      <a:pt x="63" y="1420"/>
                      <a:pt x="132" y="1420"/>
                    </a:cubicBezTo>
                    <a:lnTo>
                      <a:pt x="414" y="1420"/>
                    </a:lnTo>
                    <a:cubicBezTo>
                      <a:pt x="482" y="1420"/>
                      <a:pt x="545" y="1357"/>
                      <a:pt x="545" y="1289"/>
                    </a:cubicBezTo>
                    <a:lnTo>
                      <a:pt x="545" y="132"/>
                    </a:lnTo>
                    <a:cubicBezTo>
                      <a:pt x="545" y="69"/>
                      <a:pt x="482" y="1"/>
                      <a:pt x="41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1" name="Google Shape;2671;p58">
                <a:extLst>
                  <a:ext uri="{FF2B5EF4-FFF2-40B4-BE49-F238E27FC236}">
                    <a16:creationId xmlns:a16="http://schemas.microsoft.com/office/drawing/2014/main" id="{7683BC38-9C91-AA1F-4171-7AB1D1EA5F02}"/>
                  </a:ext>
                </a:extLst>
              </p:cNvPr>
              <p:cNvSpPr/>
              <p:nvPr/>
            </p:nvSpPr>
            <p:spPr>
              <a:xfrm>
                <a:off x="4200791" y="3054455"/>
                <a:ext cx="118747" cy="284620"/>
              </a:xfrm>
              <a:custGeom>
                <a:avLst/>
                <a:gdLst/>
                <a:ahLst/>
                <a:cxnLst/>
                <a:rect l="l" t="t" r="r" b="b"/>
                <a:pathLst>
                  <a:path w="630" h="1510" extrusionOk="0">
                    <a:moveTo>
                      <a:pt x="456" y="111"/>
                    </a:moveTo>
                    <a:cubicBezTo>
                      <a:pt x="498" y="111"/>
                      <a:pt x="524" y="132"/>
                      <a:pt x="524" y="174"/>
                    </a:cubicBezTo>
                    <a:lnTo>
                      <a:pt x="524" y="1331"/>
                    </a:lnTo>
                    <a:cubicBezTo>
                      <a:pt x="524" y="1378"/>
                      <a:pt x="498" y="1399"/>
                      <a:pt x="456" y="1399"/>
                    </a:cubicBezTo>
                    <a:lnTo>
                      <a:pt x="174" y="1399"/>
                    </a:lnTo>
                    <a:cubicBezTo>
                      <a:pt x="132" y="1399"/>
                      <a:pt x="105" y="1378"/>
                      <a:pt x="105" y="1331"/>
                    </a:cubicBezTo>
                    <a:lnTo>
                      <a:pt x="105" y="174"/>
                    </a:lnTo>
                    <a:cubicBezTo>
                      <a:pt x="105" y="132"/>
                      <a:pt x="132" y="111"/>
                      <a:pt x="174" y="111"/>
                    </a:cubicBezTo>
                    <a:close/>
                    <a:moveTo>
                      <a:pt x="174" y="1"/>
                    </a:moveTo>
                    <a:cubicBezTo>
                      <a:pt x="85" y="1"/>
                      <a:pt x="1" y="90"/>
                      <a:pt x="1" y="174"/>
                    </a:cubicBezTo>
                    <a:lnTo>
                      <a:pt x="1" y="1331"/>
                    </a:lnTo>
                    <a:cubicBezTo>
                      <a:pt x="1" y="1420"/>
                      <a:pt x="85" y="1509"/>
                      <a:pt x="174" y="1509"/>
                    </a:cubicBezTo>
                    <a:lnTo>
                      <a:pt x="456" y="1509"/>
                    </a:lnTo>
                    <a:cubicBezTo>
                      <a:pt x="545" y="1509"/>
                      <a:pt x="629" y="1420"/>
                      <a:pt x="629" y="1331"/>
                    </a:cubicBezTo>
                    <a:lnTo>
                      <a:pt x="629" y="174"/>
                    </a:lnTo>
                    <a:cubicBezTo>
                      <a:pt x="629" y="90"/>
                      <a:pt x="545" y="1"/>
                      <a:pt x="456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2" name="Google Shape;2672;p58">
                <a:extLst>
                  <a:ext uri="{FF2B5EF4-FFF2-40B4-BE49-F238E27FC236}">
                    <a16:creationId xmlns:a16="http://schemas.microsoft.com/office/drawing/2014/main" id="{C4263C6A-42D8-6AAC-87A1-5A21F7184D8B}"/>
                  </a:ext>
                </a:extLst>
              </p:cNvPr>
              <p:cNvSpPr/>
              <p:nvPr/>
            </p:nvSpPr>
            <p:spPr>
              <a:xfrm>
                <a:off x="4208707" y="3412772"/>
                <a:ext cx="102914" cy="262755"/>
              </a:xfrm>
              <a:custGeom>
                <a:avLst/>
                <a:gdLst/>
                <a:ahLst/>
                <a:cxnLst/>
                <a:rect l="l" t="t" r="r" b="b"/>
                <a:pathLst>
                  <a:path w="546" h="1394" extrusionOk="0">
                    <a:moveTo>
                      <a:pt x="132" y="1"/>
                    </a:moveTo>
                    <a:cubicBezTo>
                      <a:pt x="63" y="1"/>
                      <a:pt x="1" y="43"/>
                      <a:pt x="1" y="106"/>
                    </a:cubicBezTo>
                    <a:lnTo>
                      <a:pt x="1" y="1263"/>
                    </a:lnTo>
                    <a:cubicBezTo>
                      <a:pt x="1" y="1331"/>
                      <a:pt x="63" y="1394"/>
                      <a:pt x="132" y="1394"/>
                    </a:cubicBezTo>
                    <a:lnTo>
                      <a:pt x="414" y="1394"/>
                    </a:lnTo>
                    <a:cubicBezTo>
                      <a:pt x="482" y="1394"/>
                      <a:pt x="545" y="1331"/>
                      <a:pt x="545" y="1263"/>
                    </a:cubicBezTo>
                    <a:lnTo>
                      <a:pt x="545" y="106"/>
                    </a:lnTo>
                    <a:cubicBezTo>
                      <a:pt x="545" y="43"/>
                      <a:pt x="482" y="1"/>
                      <a:pt x="41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3" name="Google Shape;2673;p58">
                <a:extLst>
                  <a:ext uri="{FF2B5EF4-FFF2-40B4-BE49-F238E27FC236}">
                    <a16:creationId xmlns:a16="http://schemas.microsoft.com/office/drawing/2014/main" id="{B01527CE-4586-585F-2163-73D02C140C67}"/>
                  </a:ext>
                </a:extLst>
              </p:cNvPr>
              <p:cNvSpPr/>
              <p:nvPr/>
            </p:nvSpPr>
            <p:spPr>
              <a:xfrm>
                <a:off x="4200791" y="3399955"/>
                <a:ext cx="118747" cy="284431"/>
              </a:xfrm>
              <a:custGeom>
                <a:avLst/>
                <a:gdLst/>
                <a:ahLst/>
                <a:cxnLst/>
                <a:rect l="l" t="t" r="r" b="b"/>
                <a:pathLst>
                  <a:path w="630" h="1509" extrusionOk="0">
                    <a:moveTo>
                      <a:pt x="456" y="111"/>
                    </a:moveTo>
                    <a:cubicBezTo>
                      <a:pt x="498" y="111"/>
                      <a:pt x="524" y="132"/>
                      <a:pt x="524" y="174"/>
                    </a:cubicBezTo>
                    <a:lnTo>
                      <a:pt x="524" y="1331"/>
                    </a:lnTo>
                    <a:cubicBezTo>
                      <a:pt x="524" y="1378"/>
                      <a:pt x="498" y="1399"/>
                      <a:pt x="456" y="1399"/>
                    </a:cubicBezTo>
                    <a:lnTo>
                      <a:pt x="174" y="1399"/>
                    </a:lnTo>
                    <a:cubicBezTo>
                      <a:pt x="132" y="1399"/>
                      <a:pt x="105" y="1378"/>
                      <a:pt x="105" y="1331"/>
                    </a:cubicBezTo>
                    <a:lnTo>
                      <a:pt x="105" y="174"/>
                    </a:lnTo>
                    <a:cubicBezTo>
                      <a:pt x="105" y="132"/>
                      <a:pt x="132" y="111"/>
                      <a:pt x="174" y="111"/>
                    </a:cubicBezTo>
                    <a:close/>
                    <a:moveTo>
                      <a:pt x="174" y="1"/>
                    </a:moveTo>
                    <a:cubicBezTo>
                      <a:pt x="85" y="1"/>
                      <a:pt x="1" y="90"/>
                      <a:pt x="1" y="174"/>
                    </a:cubicBezTo>
                    <a:lnTo>
                      <a:pt x="1" y="1331"/>
                    </a:lnTo>
                    <a:cubicBezTo>
                      <a:pt x="1" y="1441"/>
                      <a:pt x="85" y="1509"/>
                      <a:pt x="174" y="1509"/>
                    </a:cubicBezTo>
                    <a:lnTo>
                      <a:pt x="456" y="1509"/>
                    </a:lnTo>
                    <a:cubicBezTo>
                      <a:pt x="545" y="1509"/>
                      <a:pt x="629" y="1441"/>
                      <a:pt x="629" y="1331"/>
                    </a:cubicBezTo>
                    <a:lnTo>
                      <a:pt x="629" y="174"/>
                    </a:lnTo>
                    <a:cubicBezTo>
                      <a:pt x="629" y="90"/>
                      <a:pt x="545" y="1"/>
                      <a:pt x="456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4" name="Google Shape;2674;p58">
                <a:extLst>
                  <a:ext uri="{FF2B5EF4-FFF2-40B4-BE49-F238E27FC236}">
                    <a16:creationId xmlns:a16="http://schemas.microsoft.com/office/drawing/2014/main" id="{5132E2F9-3EA7-6157-254B-77B5D4C513B3}"/>
                  </a:ext>
                </a:extLst>
              </p:cNvPr>
              <p:cNvSpPr/>
              <p:nvPr/>
            </p:nvSpPr>
            <p:spPr>
              <a:xfrm>
                <a:off x="4208707" y="3778063"/>
                <a:ext cx="102914" cy="263698"/>
              </a:xfrm>
              <a:custGeom>
                <a:avLst/>
                <a:gdLst/>
                <a:ahLst/>
                <a:cxnLst/>
                <a:rect l="l" t="t" r="r" b="b"/>
                <a:pathLst>
                  <a:path w="546" h="1399" extrusionOk="0">
                    <a:moveTo>
                      <a:pt x="132" y="0"/>
                    </a:moveTo>
                    <a:cubicBezTo>
                      <a:pt x="63" y="0"/>
                      <a:pt x="1" y="48"/>
                      <a:pt x="1" y="131"/>
                    </a:cubicBezTo>
                    <a:lnTo>
                      <a:pt x="1" y="1268"/>
                    </a:lnTo>
                    <a:cubicBezTo>
                      <a:pt x="1" y="1357"/>
                      <a:pt x="63" y="1399"/>
                      <a:pt x="132" y="1399"/>
                    </a:cubicBezTo>
                    <a:lnTo>
                      <a:pt x="414" y="1399"/>
                    </a:lnTo>
                    <a:cubicBezTo>
                      <a:pt x="482" y="1399"/>
                      <a:pt x="545" y="1357"/>
                      <a:pt x="545" y="1268"/>
                    </a:cubicBezTo>
                    <a:lnTo>
                      <a:pt x="545" y="131"/>
                    </a:lnTo>
                    <a:cubicBezTo>
                      <a:pt x="545" y="48"/>
                      <a:pt x="482" y="0"/>
                      <a:pt x="41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5" name="Google Shape;2675;p58">
                <a:extLst>
                  <a:ext uri="{FF2B5EF4-FFF2-40B4-BE49-F238E27FC236}">
                    <a16:creationId xmlns:a16="http://schemas.microsoft.com/office/drawing/2014/main" id="{85E17FEC-A12A-1434-8C28-6AA35029A4D7}"/>
                  </a:ext>
                </a:extLst>
              </p:cNvPr>
              <p:cNvSpPr/>
              <p:nvPr/>
            </p:nvSpPr>
            <p:spPr>
              <a:xfrm>
                <a:off x="4200791" y="3766188"/>
                <a:ext cx="118747" cy="288390"/>
              </a:xfrm>
              <a:custGeom>
                <a:avLst/>
                <a:gdLst/>
                <a:ahLst/>
                <a:cxnLst/>
                <a:rect l="l" t="t" r="r" b="b"/>
                <a:pathLst>
                  <a:path w="630" h="1530" extrusionOk="0">
                    <a:moveTo>
                      <a:pt x="456" y="111"/>
                    </a:moveTo>
                    <a:cubicBezTo>
                      <a:pt x="498" y="111"/>
                      <a:pt x="524" y="153"/>
                      <a:pt x="524" y="194"/>
                    </a:cubicBezTo>
                    <a:lnTo>
                      <a:pt x="524" y="1331"/>
                    </a:lnTo>
                    <a:cubicBezTo>
                      <a:pt x="524" y="1373"/>
                      <a:pt x="498" y="1420"/>
                      <a:pt x="456" y="1420"/>
                    </a:cubicBezTo>
                    <a:lnTo>
                      <a:pt x="174" y="1420"/>
                    </a:lnTo>
                    <a:cubicBezTo>
                      <a:pt x="132" y="1420"/>
                      <a:pt x="105" y="1373"/>
                      <a:pt x="105" y="1331"/>
                    </a:cubicBezTo>
                    <a:lnTo>
                      <a:pt x="105" y="194"/>
                    </a:lnTo>
                    <a:cubicBezTo>
                      <a:pt x="105" y="153"/>
                      <a:pt x="132" y="111"/>
                      <a:pt x="174" y="111"/>
                    </a:cubicBezTo>
                    <a:close/>
                    <a:moveTo>
                      <a:pt x="174" y="1"/>
                    </a:moveTo>
                    <a:cubicBezTo>
                      <a:pt x="85" y="1"/>
                      <a:pt x="1" y="90"/>
                      <a:pt x="1" y="194"/>
                    </a:cubicBezTo>
                    <a:lnTo>
                      <a:pt x="1" y="1331"/>
                    </a:lnTo>
                    <a:cubicBezTo>
                      <a:pt x="1" y="1441"/>
                      <a:pt x="85" y="1530"/>
                      <a:pt x="174" y="1530"/>
                    </a:cubicBezTo>
                    <a:lnTo>
                      <a:pt x="456" y="1530"/>
                    </a:lnTo>
                    <a:cubicBezTo>
                      <a:pt x="545" y="1530"/>
                      <a:pt x="629" y="1441"/>
                      <a:pt x="629" y="1331"/>
                    </a:cubicBezTo>
                    <a:lnTo>
                      <a:pt x="629" y="194"/>
                    </a:lnTo>
                    <a:cubicBezTo>
                      <a:pt x="629" y="90"/>
                      <a:pt x="545" y="1"/>
                      <a:pt x="456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6" name="Google Shape;2676;p58">
                <a:extLst>
                  <a:ext uri="{FF2B5EF4-FFF2-40B4-BE49-F238E27FC236}">
                    <a16:creationId xmlns:a16="http://schemas.microsoft.com/office/drawing/2014/main" id="{B305DA60-7594-5EEB-4AAF-E9CE32DA2BAF}"/>
                  </a:ext>
                </a:extLst>
              </p:cNvPr>
              <p:cNvSpPr/>
              <p:nvPr/>
            </p:nvSpPr>
            <p:spPr>
              <a:xfrm>
                <a:off x="4208707" y="4140338"/>
                <a:ext cx="102914" cy="263698"/>
              </a:xfrm>
              <a:custGeom>
                <a:avLst/>
                <a:gdLst/>
                <a:ahLst/>
                <a:cxnLst/>
                <a:rect l="l" t="t" r="r" b="b"/>
                <a:pathLst>
                  <a:path w="546" h="1399" extrusionOk="0">
                    <a:moveTo>
                      <a:pt x="132" y="0"/>
                    </a:moveTo>
                    <a:cubicBezTo>
                      <a:pt x="63" y="0"/>
                      <a:pt x="1" y="69"/>
                      <a:pt x="1" y="131"/>
                    </a:cubicBezTo>
                    <a:lnTo>
                      <a:pt x="1" y="1289"/>
                    </a:lnTo>
                    <a:cubicBezTo>
                      <a:pt x="1" y="1352"/>
                      <a:pt x="63" y="1399"/>
                      <a:pt x="132" y="1399"/>
                    </a:cubicBezTo>
                    <a:lnTo>
                      <a:pt x="414" y="1399"/>
                    </a:lnTo>
                    <a:cubicBezTo>
                      <a:pt x="482" y="1399"/>
                      <a:pt x="545" y="1352"/>
                      <a:pt x="545" y="1289"/>
                    </a:cubicBezTo>
                    <a:lnTo>
                      <a:pt x="545" y="131"/>
                    </a:lnTo>
                    <a:cubicBezTo>
                      <a:pt x="545" y="69"/>
                      <a:pt x="482" y="0"/>
                      <a:pt x="41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7" name="Google Shape;2677;p58">
                <a:extLst>
                  <a:ext uri="{FF2B5EF4-FFF2-40B4-BE49-F238E27FC236}">
                    <a16:creationId xmlns:a16="http://schemas.microsoft.com/office/drawing/2014/main" id="{647B3E2E-6F38-022D-C4E0-ADDF34210B5C}"/>
                  </a:ext>
                </a:extLst>
              </p:cNvPr>
              <p:cNvSpPr/>
              <p:nvPr/>
            </p:nvSpPr>
            <p:spPr>
              <a:xfrm>
                <a:off x="4200791" y="4132421"/>
                <a:ext cx="118747" cy="283489"/>
              </a:xfrm>
              <a:custGeom>
                <a:avLst/>
                <a:gdLst/>
                <a:ahLst/>
                <a:cxnLst/>
                <a:rect l="l" t="t" r="r" b="b"/>
                <a:pathLst>
                  <a:path w="630" h="1504" extrusionOk="0">
                    <a:moveTo>
                      <a:pt x="456" y="111"/>
                    </a:moveTo>
                    <a:cubicBezTo>
                      <a:pt x="498" y="111"/>
                      <a:pt x="524" y="131"/>
                      <a:pt x="524" y="173"/>
                    </a:cubicBezTo>
                    <a:lnTo>
                      <a:pt x="524" y="1331"/>
                    </a:lnTo>
                    <a:cubicBezTo>
                      <a:pt x="524" y="1373"/>
                      <a:pt x="498" y="1394"/>
                      <a:pt x="456" y="1394"/>
                    </a:cubicBezTo>
                    <a:lnTo>
                      <a:pt x="174" y="1394"/>
                    </a:lnTo>
                    <a:cubicBezTo>
                      <a:pt x="132" y="1394"/>
                      <a:pt x="105" y="1373"/>
                      <a:pt x="105" y="1331"/>
                    </a:cubicBezTo>
                    <a:lnTo>
                      <a:pt x="105" y="173"/>
                    </a:lnTo>
                    <a:cubicBezTo>
                      <a:pt x="105" y="131"/>
                      <a:pt x="132" y="111"/>
                      <a:pt x="174" y="111"/>
                    </a:cubicBezTo>
                    <a:close/>
                    <a:moveTo>
                      <a:pt x="174" y="1"/>
                    </a:moveTo>
                    <a:cubicBezTo>
                      <a:pt x="85" y="1"/>
                      <a:pt x="1" y="63"/>
                      <a:pt x="1" y="173"/>
                    </a:cubicBezTo>
                    <a:lnTo>
                      <a:pt x="1" y="1331"/>
                    </a:lnTo>
                    <a:cubicBezTo>
                      <a:pt x="1" y="1420"/>
                      <a:pt x="85" y="1504"/>
                      <a:pt x="174" y="1504"/>
                    </a:cubicBezTo>
                    <a:lnTo>
                      <a:pt x="456" y="1504"/>
                    </a:lnTo>
                    <a:cubicBezTo>
                      <a:pt x="545" y="1504"/>
                      <a:pt x="629" y="1420"/>
                      <a:pt x="629" y="1331"/>
                    </a:cubicBezTo>
                    <a:lnTo>
                      <a:pt x="629" y="173"/>
                    </a:lnTo>
                    <a:cubicBezTo>
                      <a:pt x="629" y="63"/>
                      <a:pt x="545" y="1"/>
                      <a:pt x="456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8" name="Google Shape;2678;p58">
                <a:extLst>
                  <a:ext uri="{FF2B5EF4-FFF2-40B4-BE49-F238E27FC236}">
                    <a16:creationId xmlns:a16="http://schemas.microsoft.com/office/drawing/2014/main" id="{B101EFE0-FDE5-0999-65D2-27D875882471}"/>
                  </a:ext>
                </a:extLst>
              </p:cNvPr>
              <p:cNvSpPr/>
              <p:nvPr/>
            </p:nvSpPr>
            <p:spPr>
              <a:xfrm>
                <a:off x="4340083" y="3062372"/>
                <a:ext cx="98767" cy="267656"/>
              </a:xfrm>
              <a:custGeom>
                <a:avLst/>
                <a:gdLst/>
                <a:ahLst/>
                <a:cxnLst/>
                <a:rect l="l" t="t" r="r" b="b"/>
                <a:pathLst>
                  <a:path w="524" h="1420" extrusionOk="0">
                    <a:moveTo>
                      <a:pt x="131" y="1"/>
                    </a:moveTo>
                    <a:cubicBezTo>
                      <a:pt x="47" y="1"/>
                      <a:pt x="0" y="69"/>
                      <a:pt x="0" y="132"/>
                    </a:cubicBezTo>
                    <a:lnTo>
                      <a:pt x="0" y="1289"/>
                    </a:lnTo>
                    <a:cubicBezTo>
                      <a:pt x="0" y="1357"/>
                      <a:pt x="47" y="1420"/>
                      <a:pt x="131" y="1420"/>
                    </a:cubicBezTo>
                    <a:lnTo>
                      <a:pt x="393" y="1420"/>
                    </a:lnTo>
                    <a:cubicBezTo>
                      <a:pt x="461" y="1420"/>
                      <a:pt x="524" y="1357"/>
                      <a:pt x="524" y="1289"/>
                    </a:cubicBezTo>
                    <a:lnTo>
                      <a:pt x="524" y="132"/>
                    </a:lnTo>
                    <a:cubicBezTo>
                      <a:pt x="524" y="69"/>
                      <a:pt x="461" y="1"/>
                      <a:pt x="39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9" name="Google Shape;2679;p58">
                <a:extLst>
                  <a:ext uri="{FF2B5EF4-FFF2-40B4-BE49-F238E27FC236}">
                    <a16:creationId xmlns:a16="http://schemas.microsoft.com/office/drawing/2014/main" id="{8A2DFE94-3491-105F-B372-32DB44C62BF8}"/>
                  </a:ext>
                </a:extLst>
              </p:cNvPr>
              <p:cNvSpPr/>
              <p:nvPr/>
            </p:nvSpPr>
            <p:spPr>
              <a:xfrm>
                <a:off x="4328208" y="3054455"/>
                <a:ext cx="119501" cy="284620"/>
              </a:xfrm>
              <a:custGeom>
                <a:avLst/>
                <a:gdLst/>
                <a:ahLst/>
                <a:cxnLst/>
                <a:rect l="l" t="t" r="r" b="b"/>
                <a:pathLst>
                  <a:path w="634" h="1510" extrusionOk="0">
                    <a:moveTo>
                      <a:pt x="456" y="111"/>
                    </a:moveTo>
                    <a:cubicBezTo>
                      <a:pt x="503" y="111"/>
                      <a:pt x="524" y="132"/>
                      <a:pt x="524" y="174"/>
                    </a:cubicBezTo>
                    <a:lnTo>
                      <a:pt x="524" y="1331"/>
                    </a:lnTo>
                    <a:cubicBezTo>
                      <a:pt x="524" y="1378"/>
                      <a:pt x="503" y="1399"/>
                      <a:pt x="456" y="1399"/>
                    </a:cubicBezTo>
                    <a:lnTo>
                      <a:pt x="194" y="1399"/>
                    </a:lnTo>
                    <a:cubicBezTo>
                      <a:pt x="152" y="1399"/>
                      <a:pt x="110" y="1378"/>
                      <a:pt x="110" y="1331"/>
                    </a:cubicBezTo>
                    <a:lnTo>
                      <a:pt x="110" y="174"/>
                    </a:lnTo>
                    <a:cubicBezTo>
                      <a:pt x="110" y="132"/>
                      <a:pt x="152" y="111"/>
                      <a:pt x="194" y="111"/>
                    </a:cubicBezTo>
                    <a:close/>
                    <a:moveTo>
                      <a:pt x="194" y="1"/>
                    </a:moveTo>
                    <a:cubicBezTo>
                      <a:pt x="84" y="1"/>
                      <a:pt x="0" y="90"/>
                      <a:pt x="0" y="174"/>
                    </a:cubicBezTo>
                    <a:lnTo>
                      <a:pt x="0" y="1331"/>
                    </a:lnTo>
                    <a:cubicBezTo>
                      <a:pt x="0" y="1420"/>
                      <a:pt x="84" y="1509"/>
                      <a:pt x="194" y="1509"/>
                    </a:cubicBezTo>
                    <a:lnTo>
                      <a:pt x="456" y="1509"/>
                    </a:lnTo>
                    <a:cubicBezTo>
                      <a:pt x="566" y="1509"/>
                      <a:pt x="634" y="1420"/>
                      <a:pt x="634" y="1331"/>
                    </a:cubicBezTo>
                    <a:lnTo>
                      <a:pt x="634" y="174"/>
                    </a:lnTo>
                    <a:cubicBezTo>
                      <a:pt x="634" y="90"/>
                      <a:pt x="566" y="1"/>
                      <a:pt x="456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0" name="Google Shape;2680;p58">
                <a:extLst>
                  <a:ext uri="{FF2B5EF4-FFF2-40B4-BE49-F238E27FC236}">
                    <a16:creationId xmlns:a16="http://schemas.microsoft.com/office/drawing/2014/main" id="{EF82B80C-FAF8-2606-56DE-F4E73DA2C1C8}"/>
                  </a:ext>
                </a:extLst>
              </p:cNvPr>
              <p:cNvSpPr/>
              <p:nvPr/>
            </p:nvSpPr>
            <p:spPr>
              <a:xfrm>
                <a:off x="4340083" y="3412772"/>
                <a:ext cx="98767" cy="262755"/>
              </a:xfrm>
              <a:custGeom>
                <a:avLst/>
                <a:gdLst/>
                <a:ahLst/>
                <a:cxnLst/>
                <a:rect l="l" t="t" r="r" b="b"/>
                <a:pathLst>
                  <a:path w="524" h="1394" extrusionOk="0">
                    <a:moveTo>
                      <a:pt x="131" y="1"/>
                    </a:moveTo>
                    <a:cubicBezTo>
                      <a:pt x="47" y="1"/>
                      <a:pt x="0" y="43"/>
                      <a:pt x="0" y="106"/>
                    </a:cubicBezTo>
                    <a:lnTo>
                      <a:pt x="0" y="1263"/>
                    </a:lnTo>
                    <a:cubicBezTo>
                      <a:pt x="0" y="1331"/>
                      <a:pt x="47" y="1394"/>
                      <a:pt x="131" y="1394"/>
                    </a:cubicBezTo>
                    <a:lnTo>
                      <a:pt x="393" y="1394"/>
                    </a:lnTo>
                    <a:cubicBezTo>
                      <a:pt x="461" y="1394"/>
                      <a:pt x="524" y="1331"/>
                      <a:pt x="524" y="1263"/>
                    </a:cubicBezTo>
                    <a:lnTo>
                      <a:pt x="524" y="106"/>
                    </a:lnTo>
                    <a:cubicBezTo>
                      <a:pt x="524" y="43"/>
                      <a:pt x="461" y="1"/>
                      <a:pt x="39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1" name="Google Shape;2681;p58">
                <a:extLst>
                  <a:ext uri="{FF2B5EF4-FFF2-40B4-BE49-F238E27FC236}">
                    <a16:creationId xmlns:a16="http://schemas.microsoft.com/office/drawing/2014/main" id="{F956C8A9-C29E-1C04-10B2-03BD1C89082D}"/>
                  </a:ext>
                </a:extLst>
              </p:cNvPr>
              <p:cNvSpPr/>
              <p:nvPr/>
            </p:nvSpPr>
            <p:spPr>
              <a:xfrm>
                <a:off x="4328208" y="3399955"/>
                <a:ext cx="119501" cy="284431"/>
              </a:xfrm>
              <a:custGeom>
                <a:avLst/>
                <a:gdLst/>
                <a:ahLst/>
                <a:cxnLst/>
                <a:rect l="l" t="t" r="r" b="b"/>
                <a:pathLst>
                  <a:path w="634" h="1509" extrusionOk="0">
                    <a:moveTo>
                      <a:pt x="456" y="111"/>
                    </a:moveTo>
                    <a:cubicBezTo>
                      <a:pt x="503" y="111"/>
                      <a:pt x="524" y="132"/>
                      <a:pt x="524" y="174"/>
                    </a:cubicBezTo>
                    <a:lnTo>
                      <a:pt x="524" y="1331"/>
                    </a:lnTo>
                    <a:cubicBezTo>
                      <a:pt x="524" y="1378"/>
                      <a:pt x="503" y="1399"/>
                      <a:pt x="456" y="1399"/>
                    </a:cubicBezTo>
                    <a:lnTo>
                      <a:pt x="194" y="1399"/>
                    </a:lnTo>
                    <a:cubicBezTo>
                      <a:pt x="152" y="1399"/>
                      <a:pt x="110" y="1378"/>
                      <a:pt x="110" y="1331"/>
                    </a:cubicBezTo>
                    <a:lnTo>
                      <a:pt x="110" y="174"/>
                    </a:lnTo>
                    <a:cubicBezTo>
                      <a:pt x="110" y="132"/>
                      <a:pt x="152" y="111"/>
                      <a:pt x="194" y="111"/>
                    </a:cubicBezTo>
                    <a:close/>
                    <a:moveTo>
                      <a:pt x="194" y="1"/>
                    </a:moveTo>
                    <a:cubicBezTo>
                      <a:pt x="84" y="1"/>
                      <a:pt x="0" y="90"/>
                      <a:pt x="0" y="174"/>
                    </a:cubicBezTo>
                    <a:lnTo>
                      <a:pt x="0" y="1331"/>
                    </a:lnTo>
                    <a:cubicBezTo>
                      <a:pt x="0" y="1441"/>
                      <a:pt x="84" y="1509"/>
                      <a:pt x="194" y="1509"/>
                    </a:cubicBezTo>
                    <a:lnTo>
                      <a:pt x="456" y="1509"/>
                    </a:lnTo>
                    <a:cubicBezTo>
                      <a:pt x="566" y="1509"/>
                      <a:pt x="634" y="1441"/>
                      <a:pt x="634" y="1331"/>
                    </a:cubicBezTo>
                    <a:lnTo>
                      <a:pt x="634" y="174"/>
                    </a:lnTo>
                    <a:cubicBezTo>
                      <a:pt x="634" y="90"/>
                      <a:pt x="566" y="1"/>
                      <a:pt x="456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2" name="Google Shape;2682;p58">
                <a:extLst>
                  <a:ext uri="{FF2B5EF4-FFF2-40B4-BE49-F238E27FC236}">
                    <a16:creationId xmlns:a16="http://schemas.microsoft.com/office/drawing/2014/main" id="{33EFEA80-487D-37A5-2B95-DD80A81F2729}"/>
                  </a:ext>
                </a:extLst>
              </p:cNvPr>
              <p:cNvSpPr/>
              <p:nvPr/>
            </p:nvSpPr>
            <p:spPr>
              <a:xfrm>
                <a:off x="4340083" y="3778063"/>
                <a:ext cx="98767" cy="263698"/>
              </a:xfrm>
              <a:custGeom>
                <a:avLst/>
                <a:gdLst/>
                <a:ahLst/>
                <a:cxnLst/>
                <a:rect l="l" t="t" r="r" b="b"/>
                <a:pathLst>
                  <a:path w="524" h="1399" extrusionOk="0">
                    <a:moveTo>
                      <a:pt x="131" y="0"/>
                    </a:moveTo>
                    <a:cubicBezTo>
                      <a:pt x="47" y="0"/>
                      <a:pt x="0" y="48"/>
                      <a:pt x="0" y="131"/>
                    </a:cubicBezTo>
                    <a:lnTo>
                      <a:pt x="0" y="1268"/>
                    </a:lnTo>
                    <a:cubicBezTo>
                      <a:pt x="0" y="1357"/>
                      <a:pt x="47" y="1399"/>
                      <a:pt x="131" y="1399"/>
                    </a:cubicBezTo>
                    <a:lnTo>
                      <a:pt x="393" y="1399"/>
                    </a:lnTo>
                    <a:cubicBezTo>
                      <a:pt x="461" y="1399"/>
                      <a:pt x="524" y="1357"/>
                      <a:pt x="524" y="1268"/>
                    </a:cubicBezTo>
                    <a:lnTo>
                      <a:pt x="524" y="131"/>
                    </a:lnTo>
                    <a:cubicBezTo>
                      <a:pt x="524" y="48"/>
                      <a:pt x="461" y="0"/>
                      <a:pt x="39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3" name="Google Shape;2683;p58">
                <a:extLst>
                  <a:ext uri="{FF2B5EF4-FFF2-40B4-BE49-F238E27FC236}">
                    <a16:creationId xmlns:a16="http://schemas.microsoft.com/office/drawing/2014/main" id="{C99E1628-9CB1-AB8C-D9C8-A8213B4E5432}"/>
                  </a:ext>
                </a:extLst>
              </p:cNvPr>
              <p:cNvSpPr/>
              <p:nvPr/>
            </p:nvSpPr>
            <p:spPr>
              <a:xfrm>
                <a:off x="4328208" y="3766188"/>
                <a:ext cx="119501" cy="288390"/>
              </a:xfrm>
              <a:custGeom>
                <a:avLst/>
                <a:gdLst/>
                <a:ahLst/>
                <a:cxnLst/>
                <a:rect l="l" t="t" r="r" b="b"/>
                <a:pathLst>
                  <a:path w="634" h="1530" extrusionOk="0">
                    <a:moveTo>
                      <a:pt x="456" y="111"/>
                    </a:moveTo>
                    <a:cubicBezTo>
                      <a:pt x="503" y="111"/>
                      <a:pt x="524" y="153"/>
                      <a:pt x="524" y="194"/>
                    </a:cubicBezTo>
                    <a:lnTo>
                      <a:pt x="524" y="1331"/>
                    </a:lnTo>
                    <a:cubicBezTo>
                      <a:pt x="524" y="1373"/>
                      <a:pt x="503" y="1420"/>
                      <a:pt x="456" y="1420"/>
                    </a:cubicBezTo>
                    <a:lnTo>
                      <a:pt x="194" y="1420"/>
                    </a:lnTo>
                    <a:cubicBezTo>
                      <a:pt x="152" y="1420"/>
                      <a:pt x="110" y="1373"/>
                      <a:pt x="110" y="1331"/>
                    </a:cubicBezTo>
                    <a:lnTo>
                      <a:pt x="110" y="194"/>
                    </a:lnTo>
                    <a:cubicBezTo>
                      <a:pt x="110" y="153"/>
                      <a:pt x="152" y="111"/>
                      <a:pt x="194" y="111"/>
                    </a:cubicBezTo>
                    <a:close/>
                    <a:moveTo>
                      <a:pt x="194" y="1"/>
                    </a:moveTo>
                    <a:cubicBezTo>
                      <a:pt x="84" y="1"/>
                      <a:pt x="0" y="90"/>
                      <a:pt x="0" y="194"/>
                    </a:cubicBezTo>
                    <a:lnTo>
                      <a:pt x="0" y="1331"/>
                    </a:lnTo>
                    <a:cubicBezTo>
                      <a:pt x="0" y="1441"/>
                      <a:pt x="84" y="1530"/>
                      <a:pt x="194" y="1530"/>
                    </a:cubicBezTo>
                    <a:lnTo>
                      <a:pt x="456" y="1530"/>
                    </a:lnTo>
                    <a:cubicBezTo>
                      <a:pt x="566" y="1530"/>
                      <a:pt x="634" y="1441"/>
                      <a:pt x="634" y="1331"/>
                    </a:cubicBezTo>
                    <a:lnTo>
                      <a:pt x="634" y="194"/>
                    </a:lnTo>
                    <a:cubicBezTo>
                      <a:pt x="634" y="90"/>
                      <a:pt x="566" y="1"/>
                      <a:pt x="456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4" name="Google Shape;2684;p58">
                <a:extLst>
                  <a:ext uri="{FF2B5EF4-FFF2-40B4-BE49-F238E27FC236}">
                    <a16:creationId xmlns:a16="http://schemas.microsoft.com/office/drawing/2014/main" id="{6145BFED-2343-8975-CE50-CB610DC5A9CF}"/>
                  </a:ext>
                </a:extLst>
              </p:cNvPr>
              <p:cNvSpPr/>
              <p:nvPr/>
            </p:nvSpPr>
            <p:spPr>
              <a:xfrm>
                <a:off x="4340083" y="4140338"/>
                <a:ext cx="98767" cy="263698"/>
              </a:xfrm>
              <a:custGeom>
                <a:avLst/>
                <a:gdLst/>
                <a:ahLst/>
                <a:cxnLst/>
                <a:rect l="l" t="t" r="r" b="b"/>
                <a:pathLst>
                  <a:path w="524" h="1399" extrusionOk="0">
                    <a:moveTo>
                      <a:pt x="131" y="0"/>
                    </a:moveTo>
                    <a:cubicBezTo>
                      <a:pt x="47" y="0"/>
                      <a:pt x="0" y="69"/>
                      <a:pt x="0" y="131"/>
                    </a:cubicBezTo>
                    <a:lnTo>
                      <a:pt x="0" y="1289"/>
                    </a:lnTo>
                    <a:cubicBezTo>
                      <a:pt x="0" y="1352"/>
                      <a:pt x="47" y="1399"/>
                      <a:pt x="131" y="1399"/>
                    </a:cubicBezTo>
                    <a:lnTo>
                      <a:pt x="393" y="1399"/>
                    </a:lnTo>
                    <a:cubicBezTo>
                      <a:pt x="461" y="1399"/>
                      <a:pt x="524" y="1352"/>
                      <a:pt x="524" y="1289"/>
                    </a:cubicBezTo>
                    <a:lnTo>
                      <a:pt x="524" y="131"/>
                    </a:lnTo>
                    <a:cubicBezTo>
                      <a:pt x="524" y="69"/>
                      <a:pt x="461" y="0"/>
                      <a:pt x="39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5" name="Google Shape;2685;p58">
                <a:extLst>
                  <a:ext uri="{FF2B5EF4-FFF2-40B4-BE49-F238E27FC236}">
                    <a16:creationId xmlns:a16="http://schemas.microsoft.com/office/drawing/2014/main" id="{A98A5DF1-C3DC-5A45-8316-8A4B840277BD}"/>
                  </a:ext>
                </a:extLst>
              </p:cNvPr>
              <p:cNvSpPr/>
              <p:nvPr/>
            </p:nvSpPr>
            <p:spPr>
              <a:xfrm>
                <a:off x="4328208" y="4132421"/>
                <a:ext cx="119501" cy="283489"/>
              </a:xfrm>
              <a:custGeom>
                <a:avLst/>
                <a:gdLst/>
                <a:ahLst/>
                <a:cxnLst/>
                <a:rect l="l" t="t" r="r" b="b"/>
                <a:pathLst>
                  <a:path w="634" h="1504" extrusionOk="0">
                    <a:moveTo>
                      <a:pt x="456" y="111"/>
                    </a:moveTo>
                    <a:cubicBezTo>
                      <a:pt x="503" y="111"/>
                      <a:pt x="524" y="131"/>
                      <a:pt x="524" y="173"/>
                    </a:cubicBezTo>
                    <a:lnTo>
                      <a:pt x="524" y="1331"/>
                    </a:lnTo>
                    <a:cubicBezTo>
                      <a:pt x="524" y="1373"/>
                      <a:pt x="503" y="1394"/>
                      <a:pt x="456" y="1394"/>
                    </a:cubicBezTo>
                    <a:lnTo>
                      <a:pt x="194" y="1394"/>
                    </a:lnTo>
                    <a:cubicBezTo>
                      <a:pt x="152" y="1394"/>
                      <a:pt x="110" y="1373"/>
                      <a:pt x="110" y="1331"/>
                    </a:cubicBezTo>
                    <a:lnTo>
                      <a:pt x="110" y="173"/>
                    </a:lnTo>
                    <a:cubicBezTo>
                      <a:pt x="110" y="131"/>
                      <a:pt x="152" y="111"/>
                      <a:pt x="194" y="111"/>
                    </a:cubicBezTo>
                    <a:close/>
                    <a:moveTo>
                      <a:pt x="194" y="1"/>
                    </a:moveTo>
                    <a:cubicBezTo>
                      <a:pt x="84" y="1"/>
                      <a:pt x="0" y="63"/>
                      <a:pt x="0" y="173"/>
                    </a:cubicBezTo>
                    <a:lnTo>
                      <a:pt x="0" y="1331"/>
                    </a:lnTo>
                    <a:cubicBezTo>
                      <a:pt x="0" y="1420"/>
                      <a:pt x="84" y="1504"/>
                      <a:pt x="194" y="1504"/>
                    </a:cubicBezTo>
                    <a:lnTo>
                      <a:pt x="456" y="1504"/>
                    </a:lnTo>
                    <a:cubicBezTo>
                      <a:pt x="566" y="1504"/>
                      <a:pt x="634" y="1420"/>
                      <a:pt x="634" y="1331"/>
                    </a:cubicBezTo>
                    <a:lnTo>
                      <a:pt x="634" y="173"/>
                    </a:lnTo>
                    <a:cubicBezTo>
                      <a:pt x="634" y="63"/>
                      <a:pt x="566" y="1"/>
                      <a:pt x="456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6" name="Google Shape;2686;p58">
                <a:extLst>
                  <a:ext uri="{FF2B5EF4-FFF2-40B4-BE49-F238E27FC236}">
                    <a16:creationId xmlns:a16="http://schemas.microsoft.com/office/drawing/2014/main" id="{ABD8D4D0-9E1B-28A3-C391-B63097D78865}"/>
                  </a:ext>
                </a:extLst>
              </p:cNvPr>
              <p:cNvSpPr/>
              <p:nvPr/>
            </p:nvSpPr>
            <p:spPr>
              <a:xfrm>
                <a:off x="4467312" y="3062372"/>
                <a:ext cx="98956" cy="267656"/>
              </a:xfrm>
              <a:custGeom>
                <a:avLst/>
                <a:gdLst/>
                <a:ahLst/>
                <a:cxnLst/>
                <a:rect l="l" t="t" r="r" b="b"/>
                <a:pathLst>
                  <a:path w="525" h="1420" extrusionOk="0">
                    <a:moveTo>
                      <a:pt x="132" y="1"/>
                    </a:moveTo>
                    <a:cubicBezTo>
                      <a:pt x="69" y="1"/>
                      <a:pt x="1" y="69"/>
                      <a:pt x="1" y="132"/>
                    </a:cubicBezTo>
                    <a:lnTo>
                      <a:pt x="1" y="1289"/>
                    </a:lnTo>
                    <a:cubicBezTo>
                      <a:pt x="1" y="1357"/>
                      <a:pt x="69" y="1420"/>
                      <a:pt x="132" y="1420"/>
                    </a:cubicBezTo>
                    <a:lnTo>
                      <a:pt x="393" y="1420"/>
                    </a:lnTo>
                    <a:cubicBezTo>
                      <a:pt x="483" y="1420"/>
                      <a:pt x="524" y="1357"/>
                      <a:pt x="524" y="1289"/>
                    </a:cubicBezTo>
                    <a:lnTo>
                      <a:pt x="524" y="132"/>
                    </a:lnTo>
                    <a:cubicBezTo>
                      <a:pt x="524" y="69"/>
                      <a:pt x="483" y="1"/>
                      <a:pt x="39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7" name="Google Shape;2687;p58">
                <a:extLst>
                  <a:ext uri="{FF2B5EF4-FFF2-40B4-BE49-F238E27FC236}">
                    <a16:creationId xmlns:a16="http://schemas.microsoft.com/office/drawing/2014/main" id="{EAD98353-D953-4ACD-13CD-8D8C36EE45B2}"/>
                  </a:ext>
                </a:extLst>
              </p:cNvPr>
              <p:cNvSpPr/>
              <p:nvPr/>
            </p:nvSpPr>
            <p:spPr>
              <a:xfrm>
                <a:off x="4459395" y="3054455"/>
                <a:ext cx="119690" cy="284620"/>
              </a:xfrm>
              <a:custGeom>
                <a:avLst/>
                <a:gdLst/>
                <a:ahLst/>
                <a:cxnLst/>
                <a:rect l="l" t="t" r="r" b="b"/>
                <a:pathLst>
                  <a:path w="635" h="1510" extrusionOk="0">
                    <a:moveTo>
                      <a:pt x="435" y="111"/>
                    </a:moveTo>
                    <a:cubicBezTo>
                      <a:pt x="483" y="111"/>
                      <a:pt x="525" y="132"/>
                      <a:pt x="525" y="174"/>
                    </a:cubicBezTo>
                    <a:lnTo>
                      <a:pt x="525" y="1331"/>
                    </a:lnTo>
                    <a:cubicBezTo>
                      <a:pt x="525" y="1378"/>
                      <a:pt x="483" y="1399"/>
                      <a:pt x="435" y="1399"/>
                    </a:cubicBezTo>
                    <a:lnTo>
                      <a:pt x="174" y="1399"/>
                    </a:lnTo>
                    <a:cubicBezTo>
                      <a:pt x="132" y="1399"/>
                      <a:pt x="90" y="1378"/>
                      <a:pt x="90" y="1331"/>
                    </a:cubicBezTo>
                    <a:lnTo>
                      <a:pt x="90" y="174"/>
                    </a:lnTo>
                    <a:cubicBezTo>
                      <a:pt x="90" y="132"/>
                      <a:pt x="132" y="111"/>
                      <a:pt x="174" y="111"/>
                    </a:cubicBezTo>
                    <a:close/>
                    <a:moveTo>
                      <a:pt x="174" y="1"/>
                    </a:moveTo>
                    <a:cubicBezTo>
                      <a:pt x="69" y="1"/>
                      <a:pt x="1" y="90"/>
                      <a:pt x="1" y="174"/>
                    </a:cubicBezTo>
                    <a:lnTo>
                      <a:pt x="1" y="1331"/>
                    </a:lnTo>
                    <a:cubicBezTo>
                      <a:pt x="1" y="1420"/>
                      <a:pt x="69" y="1509"/>
                      <a:pt x="174" y="1509"/>
                    </a:cubicBezTo>
                    <a:lnTo>
                      <a:pt x="435" y="1509"/>
                    </a:lnTo>
                    <a:cubicBezTo>
                      <a:pt x="545" y="1509"/>
                      <a:pt x="634" y="1420"/>
                      <a:pt x="634" y="1331"/>
                    </a:cubicBezTo>
                    <a:lnTo>
                      <a:pt x="634" y="174"/>
                    </a:lnTo>
                    <a:cubicBezTo>
                      <a:pt x="634" y="90"/>
                      <a:pt x="545" y="1"/>
                      <a:pt x="435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8" name="Google Shape;2688;p58">
                <a:extLst>
                  <a:ext uri="{FF2B5EF4-FFF2-40B4-BE49-F238E27FC236}">
                    <a16:creationId xmlns:a16="http://schemas.microsoft.com/office/drawing/2014/main" id="{BE723FE3-B384-2337-761F-F19F6DEF84FA}"/>
                  </a:ext>
                </a:extLst>
              </p:cNvPr>
              <p:cNvSpPr/>
              <p:nvPr/>
            </p:nvSpPr>
            <p:spPr>
              <a:xfrm>
                <a:off x="4467312" y="3412772"/>
                <a:ext cx="98956" cy="262755"/>
              </a:xfrm>
              <a:custGeom>
                <a:avLst/>
                <a:gdLst/>
                <a:ahLst/>
                <a:cxnLst/>
                <a:rect l="l" t="t" r="r" b="b"/>
                <a:pathLst>
                  <a:path w="525" h="1394" extrusionOk="0">
                    <a:moveTo>
                      <a:pt x="132" y="1"/>
                    </a:moveTo>
                    <a:cubicBezTo>
                      <a:pt x="69" y="1"/>
                      <a:pt x="1" y="43"/>
                      <a:pt x="1" y="106"/>
                    </a:cubicBezTo>
                    <a:lnTo>
                      <a:pt x="1" y="1263"/>
                    </a:lnTo>
                    <a:cubicBezTo>
                      <a:pt x="1" y="1331"/>
                      <a:pt x="69" y="1394"/>
                      <a:pt x="132" y="1394"/>
                    </a:cubicBezTo>
                    <a:lnTo>
                      <a:pt x="393" y="1394"/>
                    </a:lnTo>
                    <a:cubicBezTo>
                      <a:pt x="483" y="1394"/>
                      <a:pt x="524" y="1331"/>
                      <a:pt x="524" y="1263"/>
                    </a:cubicBezTo>
                    <a:lnTo>
                      <a:pt x="524" y="106"/>
                    </a:lnTo>
                    <a:cubicBezTo>
                      <a:pt x="524" y="43"/>
                      <a:pt x="483" y="1"/>
                      <a:pt x="39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9" name="Google Shape;2689;p58">
                <a:extLst>
                  <a:ext uri="{FF2B5EF4-FFF2-40B4-BE49-F238E27FC236}">
                    <a16:creationId xmlns:a16="http://schemas.microsoft.com/office/drawing/2014/main" id="{FBBA509E-6B61-4EC2-0D06-19BBB010C220}"/>
                  </a:ext>
                </a:extLst>
              </p:cNvPr>
              <p:cNvSpPr/>
              <p:nvPr/>
            </p:nvSpPr>
            <p:spPr>
              <a:xfrm>
                <a:off x="4459395" y="3399955"/>
                <a:ext cx="119690" cy="284431"/>
              </a:xfrm>
              <a:custGeom>
                <a:avLst/>
                <a:gdLst/>
                <a:ahLst/>
                <a:cxnLst/>
                <a:rect l="l" t="t" r="r" b="b"/>
                <a:pathLst>
                  <a:path w="635" h="1509" extrusionOk="0">
                    <a:moveTo>
                      <a:pt x="435" y="111"/>
                    </a:moveTo>
                    <a:cubicBezTo>
                      <a:pt x="483" y="111"/>
                      <a:pt x="525" y="132"/>
                      <a:pt x="525" y="174"/>
                    </a:cubicBezTo>
                    <a:lnTo>
                      <a:pt x="525" y="1331"/>
                    </a:lnTo>
                    <a:cubicBezTo>
                      <a:pt x="525" y="1378"/>
                      <a:pt x="483" y="1399"/>
                      <a:pt x="435" y="1399"/>
                    </a:cubicBezTo>
                    <a:lnTo>
                      <a:pt x="174" y="1399"/>
                    </a:lnTo>
                    <a:cubicBezTo>
                      <a:pt x="132" y="1399"/>
                      <a:pt x="90" y="1378"/>
                      <a:pt x="90" y="1331"/>
                    </a:cubicBezTo>
                    <a:lnTo>
                      <a:pt x="90" y="174"/>
                    </a:lnTo>
                    <a:cubicBezTo>
                      <a:pt x="90" y="132"/>
                      <a:pt x="132" y="111"/>
                      <a:pt x="174" y="111"/>
                    </a:cubicBezTo>
                    <a:close/>
                    <a:moveTo>
                      <a:pt x="174" y="1"/>
                    </a:moveTo>
                    <a:cubicBezTo>
                      <a:pt x="69" y="1"/>
                      <a:pt x="1" y="90"/>
                      <a:pt x="1" y="174"/>
                    </a:cubicBezTo>
                    <a:lnTo>
                      <a:pt x="1" y="1331"/>
                    </a:lnTo>
                    <a:cubicBezTo>
                      <a:pt x="1" y="1441"/>
                      <a:pt x="69" y="1509"/>
                      <a:pt x="174" y="1509"/>
                    </a:cubicBezTo>
                    <a:lnTo>
                      <a:pt x="435" y="1509"/>
                    </a:lnTo>
                    <a:cubicBezTo>
                      <a:pt x="545" y="1509"/>
                      <a:pt x="634" y="1441"/>
                      <a:pt x="634" y="1331"/>
                    </a:cubicBezTo>
                    <a:lnTo>
                      <a:pt x="634" y="174"/>
                    </a:lnTo>
                    <a:cubicBezTo>
                      <a:pt x="634" y="90"/>
                      <a:pt x="545" y="1"/>
                      <a:pt x="435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0" name="Google Shape;2690;p58">
                <a:extLst>
                  <a:ext uri="{FF2B5EF4-FFF2-40B4-BE49-F238E27FC236}">
                    <a16:creationId xmlns:a16="http://schemas.microsoft.com/office/drawing/2014/main" id="{D179A249-F4BD-B1E9-F394-D28D2245574C}"/>
                  </a:ext>
                </a:extLst>
              </p:cNvPr>
              <p:cNvSpPr/>
              <p:nvPr/>
            </p:nvSpPr>
            <p:spPr>
              <a:xfrm>
                <a:off x="4467312" y="3778063"/>
                <a:ext cx="98956" cy="263698"/>
              </a:xfrm>
              <a:custGeom>
                <a:avLst/>
                <a:gdLst/>
                <a:ahLst/>
                <a:cxnLst/>
                <a:rect l="l" t="t" r="r" b="b"/>
                <a:pathLst>
                  <a:path w="525" h="1399" extrusionOk="0">
                    <a:moveTo>
                      <a:pt x="132" y="0"/>
                    </a:moveTo>
                    <a:cubicBezTo>
                      <a:pt x="69" y="0"/>
                      <a:pt x="1" y="48"/>
                      <a:pt x="1" y="131"/>
                    </a:cubicBezTo>
                    <a:lnTo>
                      <a:pt x="1" y="1268"/>
                    </a:lnTo>
                    <a:cubicBezTo>
                      <a:pt x="1" y="1357"/>
                      <a:pt x="69" y="1399"/>
                      <a:pt x="132" y="1399"/>
                    </a:cubicBezTo>
                    <a:lnTo>
                      <a:pt x="393" y="1399"/>
                    </a:lnTo>
                    <a:cubicBezTo>
                      <a:pt x="483" y="1399"/>
                      <a:pt x="524" y="1357"/>
                      <a:pt x="524" y="1268"/>
                    </a:cubicBezTo>
                    <a:lnTo>
                      <a:pt x="524" y="131"/>
                    </a:lnTo>
                    <a:cubicBezTo>
                      <a:pt x="524" y="48"/>
                      <a:pt x="483" y="0"/>
                      <a:pt x="39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1" name="Google Shape;2691;p58">
                <a:extLst>
                  <a:ext uri="{FF2B5EF4-FFF2-40B4-BE49-F238E27FC236}">
                    <a16:creationId xmlns:a16="http://schemas.microsoft.com/office/drawing/2014/main" id="{471D05B5-52AD-FBB9-C4C2-C0E0B3AC21C8}"/>
                  </a:ext>
                </a:extLst>
              </p:cNvPr>
              <p:cNvSpPr/>
              <p:nvPr/>
            </p:nvSpPr>
            <p:spPr>
              <a:xfrm>
                <a:off x="4459395" y="3766188"/>
                <a:ext cx="119690" cy="288390"/>
              </a:xfrm>
              <a:custGeom>
                <a:avLst/>
                <a:gdLst/>
                <a:ahLst/>
                <a:cxnLst/>
                <a:rect l="l" t="t" r="r" b="b"/>
                <a:pathLst>
                  <a:path w="635" h="1530" extrusionOk="0">
                    <a:moveTo>
                      <a:pt x="435" y="111"/>
                    </a:moveTo>
                    <a:cubicBezTo>
                      <a:pt x="483" y="111"/>
                      <a:pt x="525" y="153"/>
                      <a:pt x="525" y="194"/>
                    </a:cubicBezTo>
                    <a:lnTo>
                      <a:pt x="525" y="1331"/>
                    </a:lnTo>
                    <a:cubicBezTo>
                      <a:pt x="525" y="1373"/>
                      <a:pt x="483" y="1420"/>
                      <a:pt x="435" y="1420"/>
                    </a:cubicBezTo>
                    <a:lnTo>
                      <a:pt x="174" y="1420"/>
                    </a:lnTo>
                    <a:cubicBezTo>
                      <a:pt x="132" y="1420"/>
                      <a:pt x="90" y="1373"/>
                      <a:pt x="90" y="1331"/>
                    </a:cubicBezTo>
                    <a:lnTo>
                      <a:pt x="90" y="194"/>
                    </a:lnTo>
                    <a:cubicBezTo>
                      <a:pt x="90" y="153"/>
                      <a:pt x="132" y="111"/>
                      <a:pt x="174" y="111"/>
                    </a:cubicBezTo>
                    <a:close/>
                    <a:moveTo>
                      <a:pt x="174" y="1"/>
                    </a:moveTo>
                    <a:cubicBezTo>
                      <a:pt x="69" y="1"/>
                      <a:pt x="1" y="90"/>
                      <a:pt x="1" y="194"/>
                    </a:cubicBezTo>
                    <a:lnTo>
                      <a:pt x="1" y="1331"/>
                    </a:lnTo>
                    <a:cubicBezTo>
                      <a:pt x="1" y="1441"/>
                      <a:pt x="69" y="1530"/>
                      <a:pt x="174" y="1530"/>
                    </a:cubicBezTo>
                    <a:lnTo>
                      <a:pt x="435" y="1530"/>
                    </a:lnTo>
                    <a:cubicBezTo>
                      <a:pt x="545" y="1530"/>
                      <a:pt x="634" y="1441"/>
                      <a:pt x="634" y="1331"/>
                    </a:cubicBezTo>
                    <a:lnTo>
                      <a:pt x="634" y="194"/>
                    </a:lnTo>
                    <a:cubicBezTo>
                      <a:pt x="634" y="90"/>
                      <a:pt x="545" y="1"/>
                      <a:pt x="435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2" name="Google Shape;2692;p58">
                <a:extLst>
                  <a:ext uri="{FF2B5EF4-FFF2-40B4-BE49-F238E27FC236}">
                    <a16:creationId xmlns:a16="http://schemas.microsoft.com/office/drawing/2014/main" id="{17E943B4-C460-48E5-EEBE-C4FF151C09D3}"/>
                  </a:ext>
                </a:extLst>
              </p:cNvPr>
              <p:cNvSpPr/>
              <p:nvPr/>
            </p:nvSpPr>
            <p:spPr>
              <a:xfrm>
                <a:off x="4467312" y="4140338"/>
                <a:ext cx="98956" cy="263698"/>
              </a:xfrm>
              <a:custGeom>
                <a:avLst/>
                <a:gdLst/>
                <a:ahLst/>
                <a:cxnLst/>
                <a:rect l="l" t="t" r="r" b="b"/>
                <a:pathLst>
                  <a:path w="525" h="1399" extrusionOk="0">
                    <a:moveTo>
                      <a:pt x="132" y="0"/>
                    </a:moveTo>
                    <a:cubicBezTo>
                      <a:pt x="69" y="0"/>
                      <a:pt x="1" y="69"/>
                      <a:pt x="1" y="131"/>
                    </a:cubicBezTo>
                    <a:lnTo>
                      <a:pt x="1" y="1289"/>
                    </a:lnTo>
                    <a:cubicBezTo>
                      <a:pt x="1" y="1352"/>
                      <a:pt x="69" y="1399"/>
                      <a:pt x="132" y="1399"/>
                    </a:cubicBezTo>
                    <a:lnTo>
                      <a:pt x="393" y="1399"/>
                    </a:lnTo>
                    <a:cubicBezTo>
                      <a:pt x="483" y="1399"/>
                      <a:pt x="524" y="1352"/>
                      <a:pt x="524" y="1289"/>
                    </a:cubicBezTo>
                    <a:lnTo>
                      <a:pt x="524" y="131"/>
                    </a:lnTo>
                    <a:cubicBezTo>
                      <a:pt x="524" y="69"/>
                      <a:pt x="483" y="0"/>
                      <a:pt x="39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3" name="Google Shape;2693;p58">
                <a:extLst>
                  <a:ext uri="{FF2B5EF4-FFF2-40B4-BE49-F238E27FC236}">
                    <a16:creationId xmlns:a16="http://schemas.microsoft.com/office/drawing/2014/main" id="{597E5752-1E5F-59EB-5529-3971AC01AF11}"/>
                  </a:ext>
                </a:extLst>
              </p:cNvPr>
              <p:cNvSpPr/>
              <p:nvPr/>
            </p:nvSpPr>
            <p:spPr>
              <a:xfrm>
                <a:off x="4459395" y="4132421"/>
                <a:ext cx="119690" cy="28348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1504" extrusionOk="0">
                    <a:moveTo>
                      <a:pt x="435" y="111"/>
                    </a:moveTo>
                    <a:cubicBezTo>
                      <a:pt x="483" y="111"/>
                      <a:pt x="525" y="131"/>
                      <a:pt x="525" y="173"/>
                    </a:cubicBezTo>
                    <a:lnTo>
                      <a:pt x="525" y="1331"/>
                    </a:lnTo>
                    <a:cubicBezTo>
                      <a:pt x="525" y="1373"/>
                      <a:pt x="483" y="1394"/>
                      <a:pt x="435" y="1394"/>
                    </a:cubicBezTo>
                    <a:lnTo>
                      <a:pt x="174" y="1394"/>
                    </a:lnTo>
                    <a:cubicBezTo>
                      <a:pt x="132" y="1394"/>
                      <a:pt x="90" y="1373"/>
                      <a:pt x="90" y="1331"/>
                    </a:cubicBezTo>
                    <a:lnTo>
                      <a:pt x="90" y="173"/>
                    </a:lnTo>
                    <a:cubicBezTo>
                      <a:pt x="90" y="131"/>
                      <a:pt x="132" y="111"/>
                      <a:pt x="174" y="111"/>
                    </a:cubicBezTo>
                    <a:close/>
                    <a:moveTo>
                      <a:pt x="174" y="1"/>
                    </a:moveTo>
                    <a:cubicBezTo>
                      <a:pt x="69" y="1"/>
                      <a:pt x="1" y="63"/>
                      <a:pt x="1" y="173"/>
                    </a:cubicBezTo>
                    <a:lnTo>
                      <a:pt x="1" y="1331"/>
                    </a:lnTo>
                    <a:cubicBezTo>
                      <a:pt x="1" y="1420"/>
                      <a:pt x="69" y="1504"/>
                      <a:pt x="174" y="1504"/>
                    </a:cubicBezTo>
                    <a:lnTo>
                      <a:pt x="435" y="1504"/>
                    </a:lnTo>
                    <a:cubicBezTo>
                      <a:pt x="545" y="1504"/>
                      <a:pt x="634" y="1420"/>
                      <a:pt x="634" y="1331"/>
                    </a:cubicBezTo>
                    <a:lnTo>
                      <a:pt x="634" y="173"/>
                    </a:lnTo>
                    <a:cubicBezTo>
                      <a:pt x="634" y="63"/>
                      <a:pt x="545" y="1"/>
                      <a:pt x="435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4" name="Google Shape;2694;p58">
                <a:extLst>
                  <a:ext uri="{FF2B5EF4-FFF2-40B4-BE49-F238E27FC236}">
                    <a16:creationId xmlns:a16="http://schemas.microsoft.com/office/drawing/2014/main" id="{7B04447C-1EE7-3868-5B29-F02A52DD96AC}"/>
                  </a:ext>
                </a:extLst>
              </p:cNvPr>
              <p:cNvSpPr/>
              <p:nvPr/>
            </p:nvSpPr>
            <p:spPr>
              <a:xfrm>
                <a:off x="3595747" y="3091965"/>
                <a:ext cx="197535" cy="192825"/>
              </a:xfrm>
              <a:custGeom>
                <a:avLst/>
                <a:gdLst/>
                <a:ahLst/>
                <a:cxnLst/>
                <a:rect l="l" t="t" r="r" b="b"/>
                <a:pathLst>
                  <a:path w="1048" h="1023" extrusionOk="0">
                    <a:moveTo>
                      <a:pt x="524" y="1"/>
                    </a:moveTo>
                    <a:cubicBezTo>
                      <a:pt x="241" y="1"/>
                      <a:pt x="1" y="236"/>
                      <a:pt x="1" y="525"/>
                    </a:cubicBezTo>
                    <a:cubicBezTo>
                      <a:pt x="1" y="807"/>
                      <a:pt x="241" y="1022"/>
                      <a:pt x="524" y="1022"/>
                    </a:cubicBezTo>
                    <a:cubicBezTo>
                      <a:pt x="807" y="1022"/>
                      <a:pt x="1048" y="807"/>
                      <a:pt x="1048" y="525"/>
                    </a:cubicBezTo>
                    <a:cubicBezTo>
                      <a:pt x="1048" y="236"/>
                      <a:pt x="807" y="1"/>
                      <a:pt x="52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5" name="Google Shape;2695;p58">
                <a:extLst>
                  <a:ext uri="{FF2B5EF4-FFF2-40B4-BE49-F238E27FC236}">
                    <a16:creationId xmlns:a16="http://schemas.microsoft.com/office/drawing/2014/main" id="{78D2B867-D6A2-ACA1-9EA1-BD16E7191BBC}"/>
                  </a:ext>
                </a:extLst>
              </p:cNvPr>
              <p:cNvSpPr/>
              <p:nvPr/>
            </p:nvSpPr>
            <p:spPr>
              <a:xfrm>
                <a:off x="3587730" y="3083106"/>
                <a:ext cx="213368" cy="214502"/>
              </a:xfrm>
              <a:custGeom>
                <a:avLst/>
                <a:gdLst/>
                <a:ahLst/>
                <a:cxnLst/>
                <a:rect l="l" t="t" r="r" b="b"/>
                <a:pathLst>
                  <a:path w="1132" h="1138" extrusionOk="0">
                    <a:moveTo>
                      <a:pt x="566" y="111"/>
                    </a:moveTo>
                    <a:cubicBezTo>
                      <a:pt x="828" y="111"/>
                      <a:pt x="1027" y="310"/>
                      <a:pt x="1027" y="572"/>
                    </a:cubicBezTo>
                    <a:cubicBezTo>
                      <a:pt x="1027" y="833"/>
                      <a:pt x="828" y="1027"/>
                      <a:pt x="566" y="1027"/>
                    </a:cubicBezTo>
                    <a:cubicBezTo>
                      <a:pt x="304" y="1027"/>
                      <a:pt x="111" y="833"/>
                      <a:pt x="111" y="572"/>
                    </a:cubicBezTo>
                    <a:cubicBezTo>
                      <a:pt x="111" y="310"/>
                      <a:pt x="304" y="111"/>
                      <a:pt x="566" y="111"/>
                    </a:cubicBezTo>
                    <a:close/>
                    <a:moveTo>
                      <a:pt x="566" y="1"/>
                    </a:moveTo>
                    <a:cubicBezTo>
                      <a:pt x="262" y="1"/>
                      <a:pt x="1" y="242"/>
                      <a:pt x="1" y="572"/>
                    </a:cubicBezTo>
                    <a:cubicBezTo>
                      <a:pt x="1" y="875"/>
                      <a:pt x="262" y="1137"/>
                      <a:pt x="566" y="1137"/>
                    </a:cubicBezTo>
                    <a:cubicBezTo>
                      <a:pt x="870" y="1137"/>
                      <a:pt x="1132" y="875"/>
                      <a:pt x="1132" y="572"/>
                    </a:cubicBezTo>
                    <a:cubicBezTo>
                      <a:pt x="1132" y="242"/>
                      <a:pt x="870" y="1"/>
                      <a:pt x="566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6" name="Google Shape;2696;p58">
                <a:extLst>
                  <a:ext uri="{FF2B5EF4-FFF2-40B4-BE49-F238E27FC236}">
                    <a16:creationId xmlns:a16="http://schemas.microsoft.com/office/drawing/2014/main" id="{D5460C81-DC46-253F-DD10-268C9866EA7D}"/>
                  </a:ext>
                </a:extLst>
              </p:cNvPr>
              <p:cNvSpPr/>
              <p:nvPr/>
            </p:nvSpPr>
            <p:spPr>
              <a:xfrm>
                <a:off x="3595747" y="3437464"/>
                <a:ext cx="197535" cy="197726"/>
              </a:xfrm>
              <a:custGeom>
                <a:avLst/>
                <a:gdLst/>
                <a:ahLst/>
                <a:cxnLst/>
                <a:rect l="l" t="t" r="r" b="b"/>
                <a:pathLst>
                  <a:path w="1048" h="1049" extrusionOk="0">
                    <a:moveTo>
                      <a:pt x="524" y="1"/>
                    </a:moveTo>
                    <a:cubicBezTo>
                      <a:pt x="241" y="1"/>
                      <a:pt x="1" y="236"/>
                      <a:pt x="1" y="524"/>
                    </a:cubicBezTo>
                    <a:cubicBezTo>
                      <a:pt x="1" y="807"/>
                      <a:pt x="241" y="1048"/>
                      <a:pt x="524" y="1048"/>
                    </a:cubicBezTo>
                    <a:cubicBezTo>
                      <a:pt x="807" y="1048"/>
                      <a:pt x="1048" y="807"/>
                      <a:pt x="1048" y="524"/>
                    </a:cubicBezTo>
                    <a:cubicBezTo>
                      <a:pt x="1048" y="236"/>
                      <a:pt x="807" y="1"/>
                      <a:pt x="52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7" name="Google Shape;2697;p58">
                <a:extLst>
                  <a:ext uri="{FF2B5EF4-FFF2-40B4-BE49-F238E27FC236}">
                    <a16:creationId xmlns:a16="http://schemas.microsoft.com/office/drawing/2014/main" id="{7E0507B5-0562-D2D3-DADE-61D72B60B8F3}"/>
                  </a:ext>
                </a:extLst>
              </p:cNvPr>
              <p:cNvSpPr/>
              <p:nvPr/>
            </p:nvSpPr>
            <p:spPr>
              <a:xfrm>
                <a:off x="3587730" y="3428605"/>
                <a:ext cx="213368" cy="214502"/>
              </a:xfrm>
              <a:custGeom>
                <a:avLst/>
                <a:gdLst/>
                <a:ahLst/>
                <a:cxnLst/>
                <a:rect l="l" t="t" r="r" b="b"/>
                <a:pathLst>
                  <a:path w="1132" h="1138" extrusionOk="0">
                    <a:moveTo>
                      <a:pt x="566" y="111"/>
                    </a:moveTo>
                    <a:cubicBezTo>
                      <a:pt x="828" y="111"/>
                      <a:pt x="1027" y="310"/>
                      <a:pt x="1027" y="571"/>
                    </a:cubicBezTo>
                    <a:cubicBezTo>
                      <a:pt x="1027" y="833"/>
                      <a:pt x="828" y="1027"/>
                      <a:pt x="566" y="1027"/>
                    </a:cubicBezTo>
                    <a:cubicBezTo>
                      <a:pt x="304" y="1027"/>
                      <a:pt x="111" y="833"/>
                      <a:pt x="111" y="571"/>
                    </a:cubicBezTo>
                    <a:cubicBezTo>
                      <a:pt x="111" y="310"/>
                      <a:pt x="304" y="111"/>
                      <a:pt x="566" y="111"/>
                    </a:cubicBezTo>
                    <a:close/>
                    <a:moveTo>
                      <a:pt x="566" y="1"/>
                    </a:moveTo>
                    <a:cubicBezTo>
                      <a:pt x="262" y="1"/>
                      <a:pt x="1" y="262"/>
                      <a:pt x="1" y="571"/>
                    </a:cubicBezTo>
                    <a:cubicBezTo>
                      <a:pt x="1" y="875"/>
                      <a:pt x="262" y="1137"/>
                      <a:pt x="566" y="1137"/>
                    </a:cubicBezTo>
                    <a:cubicBezTo>
                      <a:pt x="870" y="1137"/>
                      <a:pt x="1132" y="875"/>
                      <a:pt x="1132" y="571"/>
                    </a:cubicBezTo>
                    <a:cubicBezTo>
                      <a:pt x="1132" y="262"/>
                      <a:pt x="870" y="1"/>
                      <a:pt x="566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8" name="Google Shape;2698;p58">
                <a:extLst>
                  <a:ext uri="{FF2B5EF4-FFF2-40B4-BE49-F238E27FC236}">
                    <a16:creationId xmlns:a16="http://schemas.microsoft.com/office/drawing/2014/main" id="{E35034C6-C864-0B50-8AC7-CA61B6354661}"/>
                  </a:ext>
                </a:extLst>
              </p:cNvPr>
              <p:cNvSpPr/>
              <p:nvPr/>
            </p:nvSpPr>
            <p:spPr>
              <a:xfrm>
                <a:off x="3595747" y="3807655"/>
                <a:ext cx="197535" cy="192637"/>
              </a:xfrm>
              <a:custGeom>
                <a:avLst/>
                <a:gdLst/>
                <a:ahLst/>
                <a:cxnLst/>
                <a:rect l="l" t="t" r="r" b="b"/>
                <a:pathLst>
                  <a:path w="1048" h="1022" extrusionOk="0">
                    <a:moveTo>
                      <a:pt x="524" y="1"/>
                    </a:moveTo>
                    <a:cubicBezTo>
                      <a:pt x="241" y="1"/>
                      <a:pt x="1" y="215"/>
                      <a:pt x="1" y="498"/>
                    </a:cubicBezTo>
                    <a:cubicBezTo>
                      <a:pt x="1" y="786"/>
                      <a:pt x="241" y="1022"/>
                      <a:pt x="524" y="1022"/>
                    </a:cubicBezTo>
                    <a:cubicBezTo>
                      <a:pt x="807" y="1022"/>
                      <a:pt x="1048" y="786"/>
                      <a:pt x="1048" y="498"/>
                    </a:cubicBezTo>
                    <a:cubicBezTo>
                      <a:pt x="1048" y="215"/>
                      <a:pt x="807" y="1"/>
                      <a:pt x="52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9" name="Google Shape;2699;p58">
                <a:extLst>
                  <a:ext uri="{FF2B5EF4-FFF2-40B4-BE49-F238E27FC236}">
                    <a16:creationId xmlns:a16="http://schemas.microsoft.com/office/drawing/2014/main" id="{5F2EFEEE-565B-A5C9-1433-4AA391CA845C}"/>
                  </a:ext>
                </a:extLst>
              </p:cNvPr>
              <p:cNvSpPr/>
              <p:nvPr/>
            </p:nvSpPr>
            <p:spPr>
              <a:xfrm>
                <a:off x="3587730" y="3794838"/>
                <a:ext cx="213368" cy="214313"/>
              </a:xfrm>
              <a:custGeom>
                <a:avLst/>
                <a:gdLst/>
                <a:ahLst/>
                <a:cxnLst/>
                <a:rect l="l" t="t" r="r" b="b"/>
                <a:pathLst>
                  <a:path w="1132" h="1137" extrusionOk="0">
                    <a:moveTo>
                      <a:pt x="566" y="110"/>
                    </a:moveTo>
                    <a:cubicBezTo>
                      <a:pt x="828" y="110"/>
                      <a:pt x="1027" y="304"/>
                      <a:pt x="1027" y="566"/>
                    </a:cubicBezTo>
                    <a:cubicBezTo>
                      <a:pt x="1027" y="828"/>
                      <a:pt x="828" y="1048"/>
                      <a:pt x="566" y="1048"/>
                    </a:cubicBezTo>
                    <a:cubicBezTo>
                      <a:pt x="304" y="1048"/>
                      <a:pt x="111" y="828"/>
                      <a:pt x="111" y="566"/>
                    </a:cubicBezTo>
                    <a:cubicBezTo>
                      <a:pt x="111" y="304"/>
                      <a:pt x="304" y="110"/>
                      <a:pt x="566" y="110"/>
                    </a:cubicBezTo>
                    <a:close/>
                    <a:moveTo>
                      <a:pt x="566" y="1"/>
                    </a:moveTo>
                    <a:cubicBezTo>
                      <a:pt x="262" y="1"/>
                      <a:pt x="1" y="262"/>
                      <a:pt x="1" y="566"/>
                    </a:cubicBezTo>
                    <a:cubicBezTo>
                      <a:pt x="1" y="896"/>
                      <a:pt x="262" y="1137"/>
                      <a:pt x="566" y="1137"/>
                    </a:cubicBezTo>
                    <a:cubicBezTo>
                      <a:pt x="870" y="1137"/>
                      <a:pt x="1132" y="896"/>
                      <a:pt x="1132" y="566"/>
                    </a:cubicBezTo>
                    <a:cubicBezTo>
                      <a:pt x="1132" y="262"/>
                      <a:pt x="870" y="1"/>
                      <a:pt x="566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0" name="Google Shape;2700;p58">
                <a:extLst>
                  <a:ext uri="{FF2B5EF4-FFF2-40B4-BE49-F238E27FC236}">
                    <a16:creationId xmlns:a16="http://schemas.microsoft.com/office/drawing/2014/main" id="{54C92F9B-5D4C-A7EA-5A0D-5F86324B19D8}"/>
                  </a:ext>
                </a:extLst>
              </p:cNvPr>
              <p:cNvSpPr/>
              <p:nvPr/>
            </p:nvSpPr>
            <p:spPr>
              <a:xfrm>
                <a:off x="3595747" y="4168988"/>
                <a:ext cx="197535" cy="193579"/>
              </a:xfrm>
              <a:custGeom>
                <a:avLst/>
                <a:gdLst/>
                <a:ahLst/>
                <a:cxnLst/>
                <a:rect l="l" t="t" r="r" b="b"/>
                <a:pathLst>
                  <a:path w="1048" h="1027" extrusionOk="0">
                    <a:moveTo>
                      <a:pt x="524" y="0"/>
                    </a:moveTo>
                    <a:cubicBezTo>
                      <a:pt x="241" y="0"/>
                      <a:pt x="1" y="220"/>
                      <a:pt x="1" y="503"/>
                    </a:cubicBezTo>
                    <a:cubicBezTo>
                      <a:pt x="1" y="807"/>
                      <a:pt x="241" y="1027"/>
                      <a:pt x="524" y="1027"/>
                    </a:cubicBezTo>
                    <a:cubicBezTo>
                      <a:pt x="807" y="1027"/>
                      <a:pt x="1048" y="807"/>
                      <a:pt x="1048" y="503"/>
                    </a:cubicBezTo>
                    <a:cubicBezTo>
                      <a:pt x="1048" y="220"/>
                      <a:pt x="807" y="0"/>
                      <a:pt x="52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1" name="Google Shape;2701;p58">
                <a:extLst>
                  <a:ext uri="{FF2B5EF4-FFF2-40B4-BE49-F238E27FC236}">
                    <a16:creationId xmlns:a16="http://schemas.microsoft.com/office/drawing/2014/main" id="{4574B24F-1502-0E0E-E5B4-69640477C45F}"/>
                  </a:ext>
                </a:extLst>
              </p:cNvPr>
              <p:cNvSpPr/>
              <p:nvPr/>
            </p:nvSpPr>
            <p:spPr>
              <a:xfrm>
                <a:off x="3587730" y="4157113"/>
                <a:ext cx="213368" cy="218271"/>
              </a:xfrm>
              <a:custGeom>
                <a:avLst/>
                <a:gdLst/>
                <a:ahLst/>
                <a:cxnLst/>
                <a:rect l="l" t="t" r="r" b="b"/>
                <a:pathLst>
                  <a:path w="1132" h="1158" extrusionOk="0">
                    <a:moveTo>
                      <a:pt x="566" y="110"/>
                    </a:moveTo>
                    <a:cubicBezTo>
                      <a:pt x="828" y="110"/>
                      <a:pt x="1027" y="325"/>
                      <a:pt x="1027" y="566"/>
                    </a:cubicBezTo>
                    <a:cubicBezTo>
                      <a:pt x="1027" y="828"/>
                      <a:pt x="828" y="1048"/>
                      <a:pt x="566" y="1048"/>
                    </a:cubicBezTo>
                    <a:cubicBezTo>
                      <a:pt x="304" y="1048"/>
                      <a:pt x="111" y="828"/>
                      <a:pt x="111" y="566"/>
                    </a:cubicBezTo>
                    <a:cubicBezTo>
                      <a:pt x="111" y="325"/>
                      <a:pt x="304" y="110"/>
                      <a:pt x="566" y="110"/>
                    </a:cubicBezTo>
                    <a:close/>
                    <a:moveTo>
                      <a:pt x="566" y="0"/>
                    </a:moveTo>
                    <a:cubicBezTo>
                      <a:pt x="262" y="0"/>
                      <a:pt x="1" y="262"/>
                      <a:pt x="1" y="566"/>
                    </a:cubicBezTo>
                    <a:cubicBezTo>
                      <a:pt x="1" y="896"/>
                      <a:pt x="262" y="1158"/>
                      <a:pt x="566" y="1158"/>
                    </a:cubicBezTo>
                    <a:cubicBezTo>
                      <a:pt x="870" y="1158"/>
                      <a:pt x="1132" y="896"/>
                      <a:pt x="1132" y="566"/>
                    </a:cubicBezTo>
                    <a:cubicBezTo>
                      <a:pt x="1132" y="262"/>
                      <a:pt x="870" y="0"/>
                      <a:pt x="566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2" name="Google Shape;2702;p58">
                <a:extLst>
                  <a:ext uri="{FF2B5EF4-FFF2-40B4-BE49-F238E27FC236}">
                    <a16:creationId xmlns:a16="http://schemas.microsoft.com/office/drawing/2014/main" id="{1B7E3985-D387-4520-EA2C-3D8764317115}"/>
                  </a:ext>
                </a:extLst>
              </p:cNvPr>
              <p:cNvSpPr/>
              <p:nvPr/>
            </p:nvSpPr>
            <p:spPr>
              <a:xfrm>
                <a:off x="3633256" y="3128531"/>
                <a:ext cx="123648" cy="123649"/>
              </a:xfrm>
              <a:custGeom>
                <a:avLst/>
                <a:gdLst/>
                <a:ahLst/>
                <a:cxnLst/>
                <a:rect l="l" t="t" r="r" b="b"/>
                <a:pathLst>
                  <a:path w="656" h="656" extrusionOk="0">
                    <a:moveTo>
                      <a:pt x="325" y="1"/>
                    </a:moveTo>
                    <a:cubicBezTo>
                      <a:pt x="152" y="1"/>
                      <a:pt x="1" y="132"/>
                      <a:pt x="1" y="331"/>
                    </a:cubicBezTo>
                    <a:cubicBezTo>
                      <a:pt x="1" y="503"/>
                      <a:pt x="152" y="655"/>
                      <a:pt x="325" y="655"/>
                    </a:cubicBezTo>
                    <a:cubicBezTo>
                      <a:pt x="498" y="655"/>
                      <a:pt x="655" y="503"/>
                      <a:pt x="655" y="331"/>
                    </a:cubicBezTo>
                    <a:cubicBezTo>
                      <a:pt x="655" y="132"/>
                      <a:pt x="498" y="1"/>
                      <a:pt x="32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3" name="Google Shape;2703;p58">
                <a:extLst>
                  <a:ext uri="{FF2B5EF4-FFF2-40B4-BE49-F238E27FC236}">
                    <a16:creationId xmlns:a16="http://schemas.microsoft.com/office/drawing/2014/main" id="{B924C6B8-01BE-40B9-4959-0694B14FEA04}"/>
                  </a:ext>
                </a:extLst>
              </p:cNvPr>
              <p:cNvSpPr/>
              <p:nvPr/>
            </p:nvSpPr>
            <p:spPr>
              <a:xfrm>
                <a:off x="3620439" y="3116657"/>
                <a:ext cx="148151" cy="143441"/>
              </a:xfrm>
              <a:custGeom>
                <a:avLst/>
                <a:gdLst/>
                <a:ahLst/>
                <a:cxnLst/>
                <a:rect l="l" t="t" r="r" b="b"/>
                <a:pathLst>
                  <a:path w="786" h="761" extrusionOk="0">
                    <a:moveTo>
                      <a:pt x="393" y="105"/>
                    </a:moveTo>
                    <a:cubicBezTo>
                      <a:pt x="545" y="105"/>
                      <a:pt x="676" y="236"/>
                      <a:pt x="676" y="394"/>
                    </a:cubicBezTo>
                    <a:cubicBezTo>
                      <a:pt x="676" y="545"/>
                      <a:pt x="545" y="655"/>
                      <a:pt x="393" y="655"/>
                    </a:cubicBezTo>
                    <a:cubicBezTo>
                      <a:pt x="241" y="655"/>
                      <a:pt x="110" y="545"/>
                      <a:pt x="110" y="394"/>
                    </a:cubicBezTo>
                    <a:cubicBezTo>
                      <a:pt x="110" y="236"/>
                      <a:pt x="241" y="105"/>
                      <a:pt x="393" y="105"/>
                    </a:cubicBezTo>
                    <a:close/>
                    <a:moveTo>
                      <a:pt x="393" y="1"/>
                    </a:moveTo>
                    <a:cubicBezTo>
                      <a:pt x="173" y="1"/>
                      <a:pt x="0" y="174"/>
                      <a:pt x="0" y="394"/>
                    </a:cubicBezTo>
                    <a:cubicBezTo>
                      <a:pt x="0" y="587"/>
                      <a:pt x="173" y="760"/>
                      <a:pt x="393" y="760"/>
                    </a:cubicBezTo>
                    <a:cubicBezTo>
                      <a:pt x="613" y="760"/>
                      <a:pt x="786" y="587"/>
                      <a:pt x="786" y="394"/>
                    </a:cubicBezTo>
                    <a:cubicBezTo>
                      <a:pt x="786" y="174"/>
                      <a:pt x="613" y="1"/>
                      <a:pt x="393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4" name="Google Shape;2704;p58">
                <a:extLst>
                  <a:ext uri="{FF2B5EF4-FFF2-40B4-BE49-F238E27FC236}">
                    <a16:creationId xmlns:a16="http://schemas.microsoft.com/office/drawing/2014/main" id="{2EB7E614-1D34-278B-1B4C-51B0F8F286F5}"/>
                  </a:ext>
                </a:extLst>
              </p:cNvPr>
              <p:cNvSpPr/>
              <p:nvPr/>
            </p:nvSpPr>
            <p:spPr>
              <a:xfrm>
                <a:off x="3633256" y="3474031"/>
                <a:ext cx="123648" cy="123649"/>
              </a:xfrm>
              <a:custGeom>
                <a:avLst/>
                <a:gdLst/>
                <a:ahLst/>
                <a:cxnLst/>
                <a:rect l="l" t="t" r="r" b="b"/>
                <a:pathLst>
                  <a:path w="656" h="656" extrusionOk="0">
                    <a:moveTo>
                      <a:pt x="325" y="1"/>
                    </a:moveTo>
                    <a:cubicBezTo>
                      <a:pt x="152" y="1"/>
                      <a:pt x="1" y="152"/>
                      <a:pt x="1" y="330"/>
                    </a:cubicBezTo>
                    <a:cubicBezTo>
                      <a:pt x="1" y="503"/>
                      <a:pt x="152" y="655"/>
                      <a:pt x="325" y="655"/>
                    </a:cubicBezTo>
                    <a:cubicBezTo>
                      <a:pt x="498" y="655"/>
                      <a:pt x="655" y="503"/>
                      <a:pt x="655" y="330"/>
                    </a:cubicBezTo>
                    <a:cubicBezTo>
                      <a:pt x="655" y="152"/>
                      <a:pt x="498" y="1"/>
                      <a:pt x="32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5" name="Google Shape;2705;p58">
                <a:extLst>
                  <a:ext uri="{FF2B5EF4-FFF2-40B4-BE49-F238E27FC236}">
                    <a16:creationId xmlns:a16="http://schemas.microsoft.com/office/drawing/2014/main" id="{253E4753-71BC-14E3-654C-F6B5F642FA42}"/>
                  </a:ext>
                </a:extLst>
              </p:cNvPr>
              <p:cNvSpPr/>
              <p:nvPr/>
            </p:nvSpPr>
            <p:spPr>
              <a:xfrm>
                <a:off x="3620439" y="3462156"/>
                <a:ext cx="148151" cy="143441"/>
              </a:xfrm>
              <a:custGeom>
                <a:avLst/>
                <a:gdLst/>
                <a:ahLst/>
                <a:cxnLst/>
                <a:rect l="l" t="t" r="r" b="b"/>
                <a:pathLst>
                  <a:path w="786" h="761" extrusionOk="0">
                    <a:moveTo>
                      <a:pt x="393" y="105"/>
                    </a:moveTo>
                    <a:cubicBezTo>
                      <a:pt x="545" y="105"/>
                      <a:pt x="676" y="236"/>
                      <a:pt x="676" y="393"/>
                    </a:cubicBezTo>
                    <a:cubicBezTo>
                      <a:pt x="676" y="545"/>
                      <a:pt x="545" y="676"/>
                      <a:pt x="393" y="676"/>
                    </a:cubicBezTo>
                    <a:cubicBezTo>
                      <a:pt x="241" y="676"/>
                      <a:pt x="110" y="545"/>
                      <a:pt x="110" y="393"/>
                    </a:cubicBezTo>
                    <a:cubicBezTo>
                      <a:pt x="110" y="236"/>
                      <a:pt x="241" y="105"/>
                      <a:pt x="393" y="105"/>
                    </a:cubicBezTo>
                    <a:close/>
                    <a:moveTo>
                      <a:pt x="393" y="1"/>
                    </a:moveTo>
                    <a:cubicBezTo>
                      <a:pt x="173" y="1"/>
                      <a:pt x="0" y="174"/>
                      <a:pt x="0" y="393"/>
                    </a:cubicBezTo>
                    <a:cubicBezTo>
                      <a:pt x="0" y="608"/>
                      <a:pt x="173" y="760"/>
                      <a:pt x="393" y="760"/>
                    </a:cubicBezTo>
                    <a:cubicBezTo>
                      <a:pt x="613" y="760"/>
                      <a:pt x="786" y="608"/>
                      <a:pt x="786" y="393"/>
                    </a:cubicBezTo>
                    <a:cubicBezTo>
                      <a:pt x="786" y="174"/>
                      <a:pt x="613" y="1"/>
                      <a:pt x="393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6" name="Google Shape;2706;p58">
                <a:extLst>
                  <a:ext uri="{FF2B5EF4-FFF2-40B4-BE49-F238E27FC236}">
                    <a16:creationId xmlns:a16="http://schemas.microsoft.com/office/drawing/2014/main" id="{307BC4C3-0463-0A54-2459-93D03814CA74}"/>
                  </a:ext>
                </a:extLst>
              </p:cNvPr>
              <p:cNvSpPr/>
              <p:nvPr/>
            </p:nvSpPr>
            <p:spPr>
              <a:xfrm>
                <a:off x="3633256" y="3840264"/>
                <a:ext cx="123648" cy="123649"/>
              </a:xfrm>
              <a:custGeom>
                <a:avLst/>
                <a:gdLst/>
                <a:ahLst/>
                <a:cxnLst/>
                <a:rect l="l" t="t" r="r" b="b"/>
                <a:pathLst>
                  <a:path w="656" h="656" extrusionOk="0">
                    <a:moveTo>
                      <a:pt x="325" y="0"/>
                    </a:moveTo>
                    <a:cubicBezTo>
                      <a:pt x="152" y="0"/>
                      <a:pt x="1" y="152"/>
                      <a:pt x="1" y="325"/>
                    </a:cubicBezTo>
                    <a:cubicBezTo>
                      <a:pt x="1" y="524"/>
                      <a:pt x="152" y="655"/>
                      <a:pt x="325" y="655"/>
                    </a:cubicBezTo>
                    <a:cubicBezTo>
                      <a:pt x="498" y="655"/>
                      <a:pt x="655" y="524"/>
                      <a:pt x="655" y="325"/>
                    </a:cubicBezTo>
                    <a:cubicBezTo>
                      <a:pt x="655" y="152"/>
                      <a:pt x="498" y="0"/>
                      <a:pt x="32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7" name="Google Shape;2707;p58">
                <a:extLst>
                  <a:ext uri="{FF2B5EF4-FFF2-40B4-BE49-F238E27FC236}">
                    <a16:creationId xmlns:a16="http://schemas.microsoft.com/office/drawing/2014/main" id="{DDC78063-64F8-BF45-CF84-465F1FA4EAD2}"/>
                  </a:ext>
                </a:extLst>
              </p:cNvPr>
              <p:cNvSpPr/>
              <p:nvPr/>
            </p:nvSpPr>
            <p:spPr>
              <a:xfrm>
                <a:off x="3620439" y="3832347"/>
                <a:ext cx="148151" cy="143252"/>
              </a:xfrm>
              <a:custGeom>
                <a:avLst/>
                <a:gdLst/>
                <a:ahLst/>
                <a:cxnLst/>
                <a:rect l="l" t="t" r="r" b="b"/>
                <a:pathLst>
                  <a:path w="786" h="760" extrusionOk="0">
                    <a:moveTo>
                      <a:pt x="393" y="105"/>
                    </a:moveTo>
                    <a:cubicBezTo>
                      <a:pt x="545" y="105"/>
                      <a:pt x="676" y="215"/>
                      <a:pt x="676" y="367"/>
                    </a:cubicBezTo>
                    <a:cubicBezTo>
                      <a:pt x="676" y="524"/>
                      <a:pt x="545" y="655"/>
                      <a:pt x="393" y="655"/>
                    </a:cubicBezTo>
                    <a:cubicBezTo>
                      <a:pt x="241" y="655"/>
                      <a:pt x="110" y="524"/>
                      <a:pt x="110" y="367"/>
                    </a:cubicBezTo>
                    <a:cubicBezTo>
                      <a:pt x="110" y="215"/>
                      <a:pt x="241" y="105"/>
                      <a:pt x="393" y="105"/>
                    </a:cubicBezTo>
                    <a:close/>
                    <a:moveTo>
                      <a:pt x="393" y="1"/>
                    </a:moveTo>
                    <a:cubicBezTo>
                      <a:pt x="173" y="1"/>
                      <a:pt x="0" y="173"/>
                      <a:pt x="0" y="367"/>
                    </a:cubicBezTo>
                    <a:cubicBezTo>
                      <a:pt x="0" y="587"/>
                      <a:pt x="173" y="760"/>
                      <a:pt x="393" y="760"/>
                    </a:cubicBezTo>
                    <a:cubicBezTo>
                      <a:pt x="613" y="760"/>
                      <a:pt x="786" y="587"/>
                      <a:pt x="786" y="367"/>
                    </a:cubicBezTo>
                    <a:cubicBezTo>
                      <a:pt x="786" y="173"/>
                      <a:pt x="613" y="1"/>
                      <a:pt x="393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8" name="Google Shape;2708;p58">
                <a:extLst>
                  <a:ext uri="{FF2B5EF4-FFF2-40B4-BE49-F238E27FC236}">
                    <a16:creationId xmlns:a16="http://schemas.microsoft.com/office/drawing/2014/main" id="{05E24AB8-7450-CF4B-8AB7-710C6B37C956}"/>
                  </a:ext>
                </a:extLst>
              </p:cNvPr>
              <p:cNvSpPr/>
              <p:nvPr/>
            </p:nvSpPr>
            <p:spPr>
              <a:xfrm>
                <a:off x="3633256" y="4202539"/>
                <a:ext cx="123648" cy="127419"/>
              </a:xfrm>
              <a:custGeom>
                <a:avLst/>
                <a:gdLst/>
                <a:ahLst/>
                <a:cxnLst/>
                <a:rect l="l" t="t" r="r" b="b"/>
                <a:pathLst>
                  <a:path w="656" h="676" extrusionOk="0">
                    <a:moveTo>
                      <a:pt x="325" y="0"/>
                    </a:moveTo>
                    <a:cubicBezTo>
                      <a:pt x="152" y="0"/>
                      <a:pt x="1" y="152"/>
                      <a:pt x="1" y="325"/>
                    </a:cubicBezTo>
                    <a:cubicBezTo>
                      <a:pt x="1" y="524"/>
                      <a:pt x="152" y="676"/>
                      <a:pt x="325" y="676"/>
                    </a:cubicBezTo>
                    <a:cubicBezTo>
                      <a:pt x="498" y="676"/>
                      <a:pt x="655" y="524"/>
                      <a:pt x="655" y="325"/>
                    </a:cubicBezTo>
                    <a:cubicBezTo>
                      <a:pt x="655" y="152"/>
                      <a:pt x="498" y="0"/>
                      <a:pt x="32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9" name="Google Shape;2709;p58">
                <a:extLst>
                  <a:ext uri="{FF2B5EF4-FFF2-40B4-BE49-F238E27FC236}">
                    <a16:creationId xmlns:a16="http://schemas.microsoft.com/office/drawing/2014/main" id="{E11B86A2-B17F-5466-5092-F5B2E854369D}"/>
                  </a:ext>
                </a:extLst>
              </p:cNvPr>
              <p:cNvSpPr/>
              <p:nvPr/>
            </p:nvSpPr>
            <p:spPr>
              <a:xfrm>
                <a:off x="3620439" y="4193680"/>
                <a:ext cx="148151" cy="144195"/>
              </a:xfrm>
              <a:custGeom>
                <a:avLst/>
                <a:gdLst/>
                <a:ahLst/>
                <a:cxnLst/>
                <a:rect l="l" t="t" r="r" b="b"/>
                <a:pathLst>
                  <a:path w="786" h="765" extrusionOk="0">
                    <a:moveTo>
                      <a:pt x="393" y="110"/>
                    </a:moveTo>
                    <a:cubicBezTo>
                      <a:pt x="545" y="110"/>
                      <a:pt x="676" y="220"/>
                      <a:pt x="676" y="372"/>
                    </a:cubicBezTo>
                    <a:cubicBezTo>
                      <a:pt x="676" y="545"/>
                      <a:pt x="545" y="655"/>
                      <a:pt x="393" y="655"/>
                    </a:cubicBezTo>
                    <a:cubicBezTo>
                      <a:pt x="241" y="655"/>
                      <a:pt x="110" y="545"/>
                      <a:pt x="110" y="372"/>
                    </a:cubicBezTo>
                    <a:cubicBezTo>
                      <a:pt x="110" y="220"/>
                      <a:pt x="241" y="110"/>
                      <a:pt x="393" y="110"/>
                    </a:cubicBezTo>
                    <a:close/>
                    <a:moveTo>
                      <a:pt x="393" y="0"/>
                    </a:moveTo>
                    <a:cubicBezTo>
                      <a:pt x="173" y="0"/>
                      <a:pt x="0" y="178"/>
                      <a:pt x="0" y="372"/>
                    </a:cubicBezTo>
                    <a:cubicBezTo>
                      <a:pt x="0" y="592"/>
                      <a:pt x="173" y="765"/>
                      <a:pt x="393" y="765"/>
                    </a:cubicBezTo>
                    <a:cubicBezTo>
                      <a:pt x="613" y="765"/>
                      <a:pt x="786" y="592"/>
                      <a:pt x="786" y="372"/>
                    </a:cubicBezTo>
                    <a:cubicBezTo>
                      <a:pt x="786" y="178"/>
                      <a:pt x="613" y="0"/>
                      <a:pt x="393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0" name="Google Shape;2710;p58">
                <a:extLst>
                  <a:ext uri="{FF2B5EF4-FFF2-40B4-BE49-F238E27FC236}">
                    <a16:creationId xmlns:a16="http://schemas.microsoft.com/office/drawing/2014/main" id="{DDE92207-3FB9-9BCB-1E97-5AB631417609}"/>
                  </a:ext>
                </a:extLst>
              </p:cNvPr>
              <p:cNvSpPr/>
              <p:nvPr/>
            </p:nvSpPr>
            <p:spPr>
              <a:xfrm>
                <a:off x="3809868" y="3198649"/>
                <a:ext cx="53530" cy="53531"/>
              </a:xfrm>
              <a:custGeom>
                <a:avLst/>
                <a:gdLst/>
                <a:ahLst/>
                <a:cxnLst/>
                <a:rect l="l" t="t" r="r" b="b"/>
                <a:pathLst>
                  <a:path w="284" h="284" extrusionOk="0">
                    <a:moveTo>
                      <a:pt x="132" y="0"/>
                    </a:moveTo>
                    <a:cubicBezTo>
                      <a:pt x="64" y="0"/>
                      <a:pt x="1" y="63"/>
                      <a:pt x="1" y="152"/>
                    </a:cubicBezTo>
                    <a:cubicBezTo>
                      <a:pt x="1" y="220"/>
                      <a:pt x="64" y="283"/>
                      <a:pt x="132" y="283"/>
                    </a:cubicBezTo>
                    <a:cubicBezTo>
                      <a:pt x="216" y="283"/>
                      <a:pt x="284" y="220"/>
                      <a:pt x="284" y="152"/>
                    </a:cubicBezTo>
                    <a:cubicBezTo>
                      <a:pt x="284" y="63"/>
                      <a:pt x="216" y="0"/>
                      <a:pt x="13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1" name="Google Shape;2711;p58">
                <a:extLst>
                  <a:ext uri="{FF2B5EF4-FFF2-40B4-BE49-F238E27FC236}">
                    <a16:creationId xmlns:a16="http://schemas.microsoft.com/office/drawing/2014/main" id="{C96C7580-19D6-6B17-8810-6E5F1446BD5E}"/>
                  </a:ext>
                </a:extLst>
              </p:cNvPr>
              <p:cNvSpPr/>
              <p:nvPr/>
            </p:nvSpPr>
            <p:spPr>
              <a:xfrm>
                <a:off x="3799489" y="3190733"/>
                <a:ext cx="74264" cy="74265"/>
              </a:xfrm>
              <a:custGeom>
                <a:avLst/>
                <a:gdLst/>
                <a:ahLst/>
                <a:cxnLst/>
                <a:rect l="l" t="t" r="r" b="b"/>
                <a:pathLst>
                  <a:path w="394" h="394" extrusionOk="0">
                    <a:moveTo>
                      <a:pt x="200" y="105"/>
                    </a:moveTo>
                    <a:cubicBezTo>
                      <a:pt x="263" y="105"/>
                      <a:pt x="284" y="131"/>
                      <a:pt x="284" y="194"/>
                    </a:cubicBezTo>
                    <a:cubicBezTo>
                      <a:pt x="284" y="236"/>
                      <a:pt x="263" y="283"/>
                      <a:pt x="200" y="283"/>
                    </a:cubicBezTo>
                    <a:cubicBezTo>
                      <a:pt x="153" y="283"/>
                      <a:pt x="111" y="236"/>
                      <a:pt x="111" y="194"/>
                    </a:cubicBezTo>
                    <a:cubicBezTo>
                      <a:pt x="111" y="131"/>
                      <a:pt x="153" y="105"/>
                      <a:pt x="200" y="105"/>
                    </a:cubicBezTo>
                    <a:close/>
                    <a:moveTo>
                      <a:pt x="200" y="1"/>
                    </a:moveTo>
                    <a:cubicBezTo>
                      <a:pt x="90" y="1"/>
                      <a:pt x="1" y="84"/>
                      <a:pt x="1" y="194"/>
                    </a:cubicBezTo>
                    <a:cubicBezTo>
                      <a:pt x="1" y="304"/>
                      <a:pt x="90" y="393"/>
                      <a:pt x="200" y="393"/>
                    </a:cubicBezTo>
                    <a:cubicBezTo>
                      <a:pt x="310" y="393"/>
                      <a:pt x="394" y="304"/>
                      <a:pt x="394" y="194"/>
                    </a:cubicBezTo>
                    <a:cubicBezTo>
                      <a:pt x="394" y="84"/>
                      <a:pt x="310" y="1"/>
                      <a:pt x="200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2" name="Google Shape;2712;p58">
                <a:extLst>
                  <a:ext uri="{FF2B5EF4-FFF2-40B4-BE49-F238E27FC236}">
                    <a16:creationId xmlns:a16="http://schemas.microsoft.com/office/drawing/2014/main" id="{2A394815-B67B-5974-5B47-618D3153FBED}"/>
                  </a:ext>
                </a:extLst>
              </p:cNvPr>
              <p:cNvSpPr/>
              <p:nvPr/>
            </p:nvSpPr>
            <p:spPr>
              <a:xfrm>
                <a:off x="3809868" y="3544148"/>
                <a:ext cx="53530" cy="57489"/>
              </a:xfrm>
              <a:custGeom>
                <a:avLst/>
                <a:gdLst/>
                <a:ahLst/>
                <a:cxnLst/>
                <a:rect l="l" t="t" r="r" b="b"/>
                <a:pathLst>
                  <a:path w="284" h="305" extrusionOk="0">
                    <a:moveTo>
                      <a:pt x="132" y="0"/>
                    </a:moveTo>
                    <a:cubicBezTo>
                      <a:pt x="64" y="0"/>
                      <a:pt x="1" y="63"/>
                      <a:pt x="1" y="152"/>
                    </a:cubicBezTo>
                    <a:cubicBezTo>
                      <a:pt x="1" y="241"/>
                      <a:pt x="64" y="304"/>
                      <a:pt x="132" y="304"/>
                    </a:cubicBezTo>
                    <a:cubicBezTo>
                      <a:pt x="216" y="304"/>
                      <a:pt x="284" y="241"/>
                      <a:pt x="284" y="152"/>
                    </a:cubicBezTo>
                    <a:cubicBezTo>
                      <a:pt x="284" y="63"/>
                      <a:pt x="216" y="0"/>
                      <a:pt x="13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3" name="Google Shape;2713;p58">
                <a:extLst>
                  <a:ext uri="{FF2B5EF4-FFF2-40B4-BE49-F238E27FC236}">
                    <a16:creationId xmlns:a16="http://schemas.microsoft.com/office/drawing/2014/main" id="{D92D1816-8D9E-5BD5-CCC5-B9CF0D3F3C79}"/>
                  </a:ext>
                </a:extLst>
              </p:cNvPr>
              <p:cNvSpPr/>
              <p:nvPr/>
            </p:nvSpPr>
            <p:spPr>
              <a:xfrm>
                <a:off x="3799489" y="3536232"/>
                <a:ext cx="74264" cy="74265"/>
              </a:xfrm>
              <a:custGeom>
                <a:avLst/>
                <a:gdLst/>
                <a:ahLst/>
                <a:cxnLst/>
                <a:rect l="l" t="t" r="r" b="b"/>
                <a:pathLst>
                  <a:path w="394" h="394" extrusionOk="0">
                    <a:moveTo>
                      <a:pt x="200" y="105"/>
                    </a:moveTo>
                    <a:cubicBezTo>
                      <a:pt x="263" y="105"/>
                      <a:pt x="284" y="152"/>
                      <a:pt x="284" y="194"/>
                    </a:cubicBezTo>
                    <a:cubicBezTo>
                      <a:pt x="284" y="236"/>
                      <a:pt x="263" y="283"/>
                      <a:pt x="200" y="283"/>
                    </a:cubicBezTo>
                    <a:cubicBezTo>
                      <a:pt x="153" y="283"/>
                      <a:pt x="111" y="236"/>
                      <a:pt x="111" y="194"/>
                    </a:cubicBezTo>
                    <a:cubicBezTo>
                      <a:pt x="111" y="152"/>
                      <a:pt x="153" y="105"/>
                      <a:pt x="200" y="105"/>
                    </a:cubicBezTo>
                    <a:close/>
                    <a:moveTo>
                      <a:pt x="200" y="0"/>
                    </a:moveTo>
                    <a:cubicBezTo>
                      <a:pt x="90" y="0"/>
                      <a:pt x="1" y="84"/>
                      <a:pt x="1" y="194"/>
                    </a:cubicBezTo>
                    <a:cubicBezTo>
                      <a:pt x="1" y="304"/>
                      <a:pt x="90" y="393"/>
                      <a:pt x="200" y="393"/>
                    </a:cubicBezTo>
                    <a:cubicBezTo>
                      <a:pt x="310" y="393"/>
                      <a:pt x="394" y="304"/>
                      <a:pt x="394" y="194"/>
                    </a:cubicBezTo>
                    <a:cubicBezTo>
                      <a:pt x="394" y="84"/>
                      <a:pt x="310" y="0"/>
                      <a:pt x="200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4" name="Google Shape;2714;p58">
                <a:extLst>
                  <a:ext uri="{FF2B5EF4-FFF2-40B4-BE49-F238E27FC236}">
                    <a16:creationId xmlns:a16="http://schemas.microsoft.com/office/drawing/2014/main" id="{AB9BCF89-244D-3BE5-EA99-0AA42A1C52D5}"/>
                  </a:ext>
                </a:extLst>
              </p:cNvPr>
              <p:cNvSpPr/>
              <p:nvPr/>
            </p:nvSpPr>
            <p:spPr>
              <a:xfrm>
                <a:off x="3809868" y="3914340"/>
                <a:ext cx="53530" cy="53343"/>
              </a:xfrm>
              <a:custGeom>
                <a:avLst/>
                <a:gdLst/>
                <a:ahLst/>
                <a:cxnLst/>
                <a:rect l="l" t="t" r="r" b="b"/>
                <a:pathLst>
                  <a:path w="284" h="283" extrusionOk="0">
                    <a:moveTo>
                      <a:pt x="132" y="0"/>
                    </a:moveTo>
                    <a:cubicBezTo>
                      <a:pt x="64" y="0"/>
                      <a:pt x="1" y="63"/>
                      <a:pt x="1" y="131"/>
                    </a:cubicBezTo>
                    <a:cubicBezTo>
                      <a:pt x="1" y="220"/>
                      <a:pt x="64" y="283"/>
                      <a:pt x="132" y="283"/>
                    </a:cubicBezTo>
                    <a:cubicBezTo>
                      <a:pt x="216" y="283"/>
                      <a:pt x="284" y="220"/>
                      <a:pt x="284" y="131"/>
                    </a:cubicBezTo>
                    <a:cubicBezTo>
                      <a:pt x="284" y="63"/>
                      <a:pt x="216" y="0"/>
                      <a:pt x="13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5" name="Google Shape;2715;p58">
                <a:extLst>
                  <a:ext uri="{FF2B5EF4-FFF2-40B4-BE49-F238E27FC236}">
                    <a16:creationId xmlns:a16="http://schemas.microsoft.com/office/drawing/2014/main" id="{754CD4AF-EA62-3B06-6CD9-4008C6483EAC}"/>
                  </a:ext>
                </a:extLst>
              </p:cNvPr>
              <p:cNvSpPr/>
              <p:nvPr/>
            </p:nvSpPr>
            <p:spPr>
              <a:xfrm>
                <a:off x="3799489" y="3901523"/>
                <a:ext cx="74264" cy="74077"/>
              </a:xfrm>
              <a:custGeom>
                <a:avLst/>
                <a:gdLst/>
                <a:ahLst/>
                <a:cxnLst/>
                <a:rect l="l" t="t" r="r" b="b"/>
                <a:pathLst>
                  <a:path w="394" h="393" extrusionOk="0">
                    <a:moveTo>
                      <a:pt x="200" y="110"/>
                    </a:moveTo>
                    <a:cubicBezTo>
                      <a:pt x="263" y="110"/>
                      <a:pt x="284" y="157"/>
                      <a:pt x="284" y="199"/>
                    </a:cubicBezTo>
                    <a:cubicBezTo>
                      <a:pt x="284" y="262"/>
                      <a:pt x="263" y="288"/>
                      <a:pt x="200" y="288"/>
                    </a:cubicBezTo>
                    <a:cubicBezTo>
                      <a:pt x="153" y="288"/>
                      <a:pt x="111" y="262"/>
                      <a:pt x="111" y="199"/>
                    </a:cubicBezTo>
                    <a:cubicBezTo>
                      <a:pt x="111" y="157"/>
                      <a:pt x="153" y="110"/>
                      <a:pt x="200" y="110"/>
                    </a:cubicBezTo>
                    <a:close/>
                    <a:moveTo>
                      <a:pt x="200" y="0"/>
                    </a:moveTo>
                    <a:cubicBezTo>
                      <a:pt x="90" y="0"/>
                      <a:pt x="1" y="89"/>
                      <a:pt x="1" y="199"/>
                    </a:cubicBezTo>
                    <a:cubicBezTo>
                      <a:pt x="1" y="309"/>
                      <a:pt x="90" y="393"/>
                      <a:pt x="200" y="393"/>
                    </a:cubicBezTo>
                    <a:cubicBezTo>
                      <a:pt x="310" y="393"/>
                      <a:pt x="394" y="309"/>
                      <a:pt x="394" y="199"/>
                    </a:cubicBezTo>
                    <a:cubicBezTo>
                      <a:pt x="394" y="89"/>
                      <a:pt x="310" y="0"/>
                      <a:pt x="200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6" name="Google Shape;2716;p58">
                <a:extLst>
                  <a:ext uri="{FF2B5EF4-FFF2-40B4-BE49-F238E27FC236}">
                    <a16:creationId xmlns:a16="http://schemas.microsoft.com/office/drawing/2014/main" id="{5F10059A-3F27-215F-E50E-A4C5AE3F7339}"/>
                  </a:ext>
                </a:extLst>
              </p:cNvPr>
              <p:cNvSpPr/>
              <p:nvPr/>
            </p:nvSpPr>
            <p:spPr>
              <a:xfrm>
                <a:off x="3809868" y="4276615"/>
                <a:ext cx="53530" cy="53343"/>
              </a:xfrm>
              <a:custGeom>
                <a:avLst/>
                <a:gdLst/>
                <a:ahLst/>
                <a:cxnLst/>
                <a:rect l="l" t="t" r="r" b="b"/>
                <a:pathLst>
                  <a:path w="284" h="283" extrusionOk="0">
                    <a:moveTo>
                      <a:pt x="132" y="0"/>
                    </a:moveTo>
                    <a:cubicBezTo>
                      <a:pt x="64" y="0"/>
                      <a:pt x="1" y="63"/>
                      <a:pt x="1" y="131"/>
                    </a:cubicBezTo>
                    <a:cubicBezTo>
                      <a:pt x="1" y="215"/>
                      <a:pt x="64" y="283"/>
                      <a:pt x="132" y="283"/>
                    </a:cubicBezTo>
                    <a:cubicBezTo>
                      <a:pt x="216" y="283"/>
                      <a:pt x="284" y="215"/>
                      <a:pt x="284" y="131"/>
                    </a:cubicBezTo>
                    <a:cubicBezTo>
                      <a:pt x="284" y="63"/>
                      <a:pt x="216" y="0"/>
                      <a:pt x="13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7" name="Google Shape;2717;p58">
                <a:extLst>
                  <a:ext uri="{FF2B5EF4-FFF2-40B4-BE49-F238E27FC236}">
                    <a16:creationId xmlns:a16="http://schemas.microsoft.com/office/drawing/2014/main" id="{55BE2ACC-6CF8-180E-E890-5B8D7045CB65}"/>
                  </a:ext>
                </a:extLst>
              </p:cNvPr>
              <p:cNvSpPr/>
              <p:nvPr/>
            </p:nvSpPr>
            <p:spPr>
              <a:xfrm>
                <a:off x="3799489" y="4263797"/>
                <a:ext cx="74264" cy="78035"/>
              </a:xfrm>
              <a:custGeom>
                <a:avLst/>
                <a:gdLst/>
                <a:ahLst/>
                <a:cxnLst/>
                <a:rect l="l" t="t" r="r" b="b"/>
                <a:pathLst>
                  <a:path w="394" h="414" extrusionOk="0">
                    <a:moveTo>
                      <a:pt x="200" y="110"/>
                    </a:moveTo>
                    <a:cubicBezTo>
                      <a:pt x="263" y="110"/>
                      <a:pt x="284" y="152"/>
                      <a:pt x="284" y="199"/>
                    </a:cubicBezTo>
                    <a:cubicBezTo>
                      <a:pt x="284" y="262"/>
                      <a:pt x="263" y="304"/>
                      <a:pt x="200" y="304"/>
                    </a:cubicBezTo>
                    <a:cubicBezTo>
                      <a:pt x="153" y="304"/>
                      <a:pt x="111" y="262"/>
                      <a:pt x="111" y="199"/>
                    </a:cubicBezTo>
                    <a:cubicBezTo>
                      <a:pt x="111" y="152"/>
                      <a:pt x="153" y="110"/>
                      <a:pt x="200" y="110"/>
                    </a:cubicBezTo>
                    <a:close/>
                    <a:moveTo>
                      <a:pt x="200" y="0"/>
                    </a:moveTo>
                    <a:cubicBezTo>
                      <a:pt x="90" y="0"/>
                      <a:pt x="1" y="89"/>
                      <a:pt x="1" y="199"/>
                    </a:cubicBezTo>
                    <a:cubicBezTo>
                      <a:pt x="1" y="304"/>
                      <a:pt x="90" y="414"/>
                      <a:pt x="200" y="414"/>
                    </a:cubicBezTo>
                    <a:cubicBezTo>
                      <a:pt x="310" y="414"/>
                      <a:pt x="394" y="304"/>
                      <a:pt x="394" y="199"/>
                    </a:cubicBezTo>
                    <a:cubicBezTo>
                      <a:pt x="394" y="89"/>
                      <a:pt x="310" y="0"/>
                      <a:pt x="200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8" name="Google Shape;2718;p58">
                <a:extLst>
                  <a:ext uri="{FF2B5EF4-FFF2-40B4-BE49-F238E27FC236}">
                    <a16:creationId xmlns:a16="http://schemas.microsoft.com/office/drawing/2014/main" id="{BA38C5A2-31BB-8DEB-DDDE-BC23E94AC22F}"/>
                  </a:ext>
                </a:extLst>
              </p:cNvPr>
              <p:cNvSpPr/>
              <p:nvPr/>
            </p:nvSpPr>
            <p:spPr>
              <a:xfrm>
                <a:off x="3879985" y="3198649"/>
                <a:ext cx="57489" cy="53531"/>
              </a:xfrm>
              <a:custGeom>
                <a:avLst/>
                <a:gdLst/>
                <a:ahLst/>
                <a:cxnLst/>
                <a:rect l="l" t="t" r="r" b="b"/>
                <a:pathLst>
                  <a:path w="305" h="284" extrusionOk="0">
                    <a:moveTo>
                      <a:pt x="153" y="0"/>
                    </a:moveTo>
                    <a:cubicBezTo>
                      <a:pt x="64" y="0"/>
                      <a:pt x="1" y="63"/>
                      <a:pt x="1" y="152"/>
                    </a:cubicBezTo>
                    <a:cubicBezTo>
                      <a:pt x="1" y="220"/>
                      <a:pt x="64" y="283"/>
                      <a:pt x="153" y="283"/>
                    </a:cubicBezTo>
                    <a:cubicBezTo>
                      <a:pt x="236" y="283"/>
                      <a:pt x="304" y="220"/>
                      <a:pt x="304" y="152"/>
                    </a:cubicBezTo>
                    <a:cubicBezTo>
                      <a:pt x="304" y="63"/>
                      <a:pt x="236" y="0"/>
                      <a:pt x="1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9" name="Google Shape;2719;p58">
                <a:extLst>
                  <a:ext uri="{FF2B5EF4-FFF2-40B4-BE49-F238E27FC236}">
                    <a16:creationId xmlns:a16="http://schemas.microsoft.com/office/drawing/2014/main" id="{882B699C-3EBD-B4FA-FE07-2EC3C6977931}"/>
                  </a:ext>
                </a:extLst>
              </p:cNvPr>
              <p:cNvSpPr/>
              <p:nvPr/>
            </p:nvSpPr>
            <p:spPr>
              <a:xfrm>
                <a:off x="3873564" y="3190733"/>
                <a:ext cx="74264" cy="74265"/>
              </a:xfrm>
              <a:custGeom>
                <a:avLst/>
                <a:gdLst/>
                <a:ahLst/>
                <a:cxnLst/>
                <a:rect l="l" t="t" r="r" b="b"/>
                <a:pathLst>
                  <a:path w="394" h="394" extrusionOk="0">
                    <a:moveTo>
                      <a:pt x="200" y="105"/>
                    </a:moveTo>
                    <a:cubicBezTo>
                      <a:pt x="242" y="105"/>
                      <a:pt x="283" y="131"/>
                      <a:pt x="283" y="194"/>
                    </a:cubicBezTo>
                    <a:cubicBezTo>
                      <a:pt x="283" y="236"/>
                      <a:pt x="242" y="283"/>
                      <a:pt x="200" y="283"/>
                    </a:cubicBezTo>
                    <a:cubicBezTo>
                      <a:pt x="152" y="283"/>
                      <a:pt x="111" y="236"/>
                      <a:pt x="111" y="194"/>
                    </a:cubicBezTo>
                    <a:cubicBezTo>
                      <a:pt x="111" y="131"/>
                      <a:pt x="152" y="105"/>
                      <a:pt x="200" y="105"/>
                    </a:cubicBezTo>
                    <a:close/>
                    <a:moveTo>
                      <a:pt x="200" y="1"/>
                    </a:moveTo>
                    <a:cubicBezTo>
                      <a:pt x="90" y="1"/>
                      <a:pt x="1" y="84"/>
                      <a:pt x="1" y="194"/>
                    </a:cubicBezTo>
                    <a:cubicBezTo>
                      <a:pt x="1" y="304"/>
                      <a:pt x="90" y="393"/>
                      <a:pt x="200" y="393"/>
                    </a:cubicBezTo>
                    <a:cubicBezTo>
                      <a:pt x="310" y="393"/>
                      <a:pt x="393" y="304"/>
                      <a:pt x="393" y="194"/>
                    </a:cubicBezTo>
                    <a:cubicBezTo>
                      <a:pt x="393" y="84"/>
                      <a:pt x="310" y="1"/>
                      <a:pt x="200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0" name="Google Shape;2720;p58">
                <a:extLst>
                  <a:ext uri="{FF2B5EF4-FFF2-40B4-BE49-F238E27FC236}">
                    <a16:creationId xmlns:a16="http://schemas.microsoft.com/office/drawing/2014/main" id="{35C6CBED-97E5-7AE5-183F-3D88D0534DBC}"/>
                  </a:ext>
                </a:extLst>
              </p:cNvPr>
              <p:cNvSpPr/>
              <p:nvPr/>
            </p:nvSpPr>
            <p:spPr>
              <a:xfrm>
                <a:off x="3879985" y="3544148"/>
                <a:ext cx="57489" cy="57489"/>
              </a:xfrm>
              <a:custGeom>
                <a:avLst/>
                <a:gdLst/>
                <a:ahLst/>
                <a:cxnLst/>
                <a:rect l="l" t="t" r="r" b="b"/>
                <a:pathLst>
                  <a:path w="305" h="305" extrusionOk="0">
                    <a:moveTo>
                      <a:pt x="153" y="0"/>
                    </a:moveTo>
                    <a:cubicBezTo>
                      <a:pt x="64" y="0"/>
                      <a:pt x="1" y="63"/>
                      <a:pt x="1" y="152"/>
                    </a:cubicBezTo>
                    <a:cubicBezTo>
                      <a:pt x="1" y="241"/>
                      <a:pt x="64" y="304"/>
                      <a:pt x="153" y="304"/>
                    </a:cubicBezTo>
                    <a:cubicBezTo>
                      <a:pt x="236" y="304"/>
                      <a:pt x="304" y="241"/>
                      <a:pt x="304" y="152"/>
                    </a:cubicBezTo>
                    <a:cubicBezTo>
                      <a:pt x="304" y="63"/>
                      <a:pt x="236" y="0"/>
                      <a:pt x="1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1" name="Google Shape;2721;p58">
                <a:extLst>
                  <a:ext uri="{FF2B5EF4-FFF2-40B4-BE49-F238E27FC236}">
                    <a16:creationId xmlns:a16="http://schemas.microsoft.com/office/drawing/2014/main" id="{BE2E05BE-8FAB-C8B9-911D-4002783071DA}"/>
                  </a:ext>
                </a:extLst>
              </p:cNvPr>
              <p:cNvSpPr/>
              <p:nvPr/>
            </p:nvSpPr>
            <p:spPr>
              <a:xfrm>
                <a:off x="3873564" y="3536232"/>
                <a:ext cx="74264" cy="74265"/>
              </a:xfrm>
              <a:custGeom>
                <a:avLst/>
                <a:gdLst/>
                <a:ahLst/>
                <a:cxnLst/>
                <a:rect l="l" t="t" r="r" b="b"/>
                <a:pathLst>
                  <a:path w="394" h="394" extrusionOk="0">
                    <a:moveTo>
                      <a:pt x="200" y="105"/>
                    </a:moveTo>
                    <a:cubicBezTo>
                      <a:pt x="242" y="105"/>
                      <a:pt x="283" y="152"/>
                      <a:pt x="283" y="194"/>
                    </a:cubicBezTo>
                    <a:cubicBezTo>
                      <a:pt x="283" y="236"/>
                      <a:pt x="242" y="283"/>
                      <a:pt x="200" y="283"/>
                    </a:cubicBezTo>
                    <a:cubicBezTo>
                      <a:pt x="152" y="283"/>
                      <a:pt x="111" y="236"/>
                      <a:pt x="111" y="194"/>
                    </a:cubicBezTo>
                    <a:cubicBezTo>
                      <a:pt x="111" y="152"/>
                      <a:pt x="152" y="105"/>
                      <a:pt x="200" y="105"/>
                    </a:cubicBezTo>
                    <a:close/>
                    <a:moveTo>
                      <a:pt x="200" y="0"/>
                    </a:moveTo>
                    <a:cubicBezTo>
                      <a:pt x="90" y="0"/>
                      <a:pt x="1" y="84"/>
                      <a:pt x="1" y="194"/>
                    </a:cubicBezTo>
                    <a:cubicBezTo>
                      <a:pt x="1" y="304"/>
                      <a:pt x="90" y="393"/>
                      <a:pt x="200" y="393"/>
                    </a:cubicBezTo>
                    <a:cubicBezTo>
                      <a:pt x="310" y="393"/>
                      <a:pt x="393" y="304"/>
                      <a:pt x="393" y="194"/>
                    </a:cubicBezTo>
                    <a:cubicBezTo>
                      <a:pt x="393" y="84"/>
                      <a:pt x="310" y="0"/>
                      <a:pt x="200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2" name="Google Shape;2722;p58">
                <a:extLst>
                  <a:ext uri="{FF2B5EF4-FFF2-40B4-BE49-F238E27FC236}">
                    <a16:creationId xmlns:a16="http://schemas.microsoft.com/office/drawing/2014/main" id="{7A55DF29-8B35-F30D-DD2D-3C49BE0173AB}"/>
                  </a:ext>
                </a:extLst>
              </p:cNvPr>
              <p:cNvSpPr/>
              <p:nvPr/>
            </p:nvSpPr>
            <p:spPr>
              <a:xfrm>
                <a:off x="3879985" y="3914340"/>
                <a:ext cx="57489" cy="53343"/>
              </a:xfrm>
              <a:custGeom>
                <a:avLst/>
                <a:gdLst/>
                <a:ahLst/>
                <a:cxnLst/>
                <a:rect l="l" t="t" r="r" b="b"/>
                <a:pathLst>
                  <a:path w="305" h="283" extrusionOk="0">
                    <a:moveTo>
                      <a:pt x="153" y="0"/>
                    </a:moveTo>
                    <a:cubicBezTo>
                      <a:pt x="64" y="0"/>
                      <a:pt x="1" y="63"/>
                      <a:pt x="1" y="131"/>
                    </a:cubicBezTo>
                    <a:cubicBezTo>
                      <a:pt x="1" y="220"/>
                      <a:pt x="64" y="283"/>
                      <a:pt x="153" y="283"/>
                    </a:cubicBezTo>
                    <a:cubicBezTo>
                      <a:pt x="236" y="283"/>
                      <a:pt x="304" y="220"/>
                      <a:pt x="304" y="131"/>
                    </a:cubicBezTo>
                    <a:cubicBezTo>
                      <a:pt x="304" y="63"/>
                      <a:pt x="236" y="0"/>
                      <a:pt x="1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3" name="Google Shape;2723;p58">
                <a:extLst>
                  <a:ext uri="{FF2B5EF4-FFF2-40B4-BE49-F238E27FC236}">
                    <a16:creationId xmlns:a16="http://schemas.microsoft.com/office/drawing/2014/main" id="{EECAB868-3E99-F338-06A2-69D2B65378B9}"/>
                  </a:ext>
                </a:extLst>
              </p:cNvPr>
              <p:cNvSpPr/>
              <p:nvPr/>
            </p:nvSpPr>
            <p:spPr>
              <a:xfrm>
                <a:off x="3873564" y="3901523"/>
                <a:ext cx="74264" cy="74077"/>
              </a:xfrm>
              <a:custGeom>
                <a:avLst/>
                <a:gdLst/>
                <a:ahLst/>
                <a:cxnLst/>
                <a:rect l="l" t="t" r="r" b="b"/>
                <a:pathLst>
                  <a:path w="394" h="393" extrusionOk="0">
                    <a:moveTo>
                      <a:pt x="200" y="110"/>
                    </a:moveTo>
                    <a:cubicBezTo>
                      <a:pt x="242" y="110"/>
                      <a:pt x="283" y="157"/>
                      <a:pt x="283" y="199"/>
                    </a:cubicBezTo>
                    <a:cubicBezTo>
                      <a:pt x="283" y="262"/>
                      <a:pt x="242" y="288"/>
                      <a:pt x="200" y="288"/>
                    </a:cubicBezTo>
                    <a:cubicBezTo>
                      <a:pt x="152" y="288"/>
                      <a:pt x="111" y="262"/>
                      <a:pt x="111" y="199"/>
                    </a:cubicBezTo>
                    <a:cubicBezTo>
                      <a:pt x="111" y="157"/>
                      <a:pt x="152" y="110"/>
                      <a:pt x="200" y="110"/>
                    </a:cubicBezTo>
                    <a:close/>
                    <a:moveTo>
                      <a:pt x="200" y="0"/>
                    </a:moveTo>
                    <a:cubicBezTo>
                      <a:pt x="90" y="0"/>
                      <a:pt x="1" y="89"/>
                      <a:pt x="1" y="199"/>
                    </a:cubicBezTo>
                    <a:cubicBezTo>
                      <a:pt x="1" y="309"/>
                      <a:pt x="90" y="393"/>
                      <a:pt x="200" y="393"/>
                    </a:cubicBezTo>
                    <a:cubicBezTo>
                      <a:pt x="310" y="393"/>
                      <a:pt x="393" y="309"/>
                      <a:pt x="393" y="199"/>
                    </a:cubicBezTo>
                    <a:cubicBezTo>
                      <a:pt x="393" y="89"/>
                      <a:pt x="310" y="0"/>
                      <a:pt x="200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4" name="Google Shape;2724;p58">
                <a:extLst>
                  <a:ext uri="{FF2B5EF4-FFF2-40B4-BE49-F238E27FC236}">
                    <a16:creationId xmlns:a16="http://schemas.microsoft.com/office/drawing/2014/main" id="{4943E2C2-3A67-7490-AC46-3E52471BE766}"/>
                  </a:ext>
                </a:extLst>
              </p:cNvPr>
              <p:cNvSpPr/>
              <p:nvPr/>
            </p:nvSpPr>
            <p:spPr>
              <a:xfrm>
                <a:off x="3879985" y="4276615"/>
                <a:ext cx="57489" cy="53343"/>
              </a:xfrm>
              <a:custGeom>
                <a:avLst/>
                <a:gdLst/>
                <a:ahLst/>
                <a:cxnLst/>
                <a:rect l="l" t="t" r="r" b="b"/>
                <a:pathLst>
                  <a:path w="305" h="283" extrusionOk="0">
                    <a:moveTo>
                      <a:pt x="153" y="0"/>
                    </a:moveTo>
                    <a:cubicBezTo>
                      <a:pt x="64" y="0"/>
                      <a:pt x="1" y="63"/>
                      <a:pt x="1" y="131"/>
                    </a:cubicBezTo>
                    <a:cubicBezTo>
                      <a:pt x="1" y="215"/>
                      <a:pt x="64" y="283"/>
                      <a:pt x="153" y="283"/>
                    </a:cubicBezTo>
                    <a:cubicBezTo>
                      <a:pt x="236" y="283"/>
                      <a:pt x="304" y="215"/>
                      <a:pt x="304" y="131"/>
                    </a:cubicBezTo>
                    <a:cubicBezTo>
                      <a:pt x="304" y="63"/>
                      <a:pt x="236" y="0"/>
                      <a:pt x="1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5" name="Google Shape;2725;p58">
                <a:extLst>
                  <a:ext uri="{FF2B5EF4-FFF2-40B4-BE49-F238E27FC236}">
                    <a16:creationId xmlns:a16="http://schemas.microsoft.com/office/drawing/2014/main" id="{F52C75B1-D88E-F912-3E17-3BAA08A3997B}"/>
                  </a:ext>
                </a:extLst>
              </p:cNvPr>
              <p:cNvSpPr/>
              <p:nvPr/>
            </p:nvSpPr>
            <p:spPr>
              <a:xfrm>
                <a:off x="3873564" y="4263797"/>
                <a:ext cx="74264" cy="78035"/>
              </a:xfrm>
              <a:custGeom>
                <a:avLst/>
                <a:gdLst/>
                <a:ahLst/>
                <a:cxnLst/>
                <a:rect l="l" t="t" r="r" b="b"/>
                <a:pathLst>
                  <a:path w="394" h="414" extrusionOk="0">
                    <a:moveTo>
                      <a:pt x="200" y="110"/>
                    </a:moveTo>
                    <a:cubicBezTo>
                      <a:pt x="242" y="110"/>
                      <a:pt x="283" y="152"/>
                      <a:pt x="283" y="199"/>
                    </a:cubicBezTo>
                    <a:cubicBezTo>
                      <a:pt x="283" y="262"/>
                      <a:pt x="242" y="304"/>
                      <a:pt x="200" y="304"/>
                    </a:cubicBezTo>
                    <a:cubicBezTo>
                      <a:pt x="152" y="304"/>
                      <a:pt x="111" y="262"/>
                      <a:pt x="111" y="199"/>
                    </a:cubicBezTo>
                    <a:cubicBezTo>
                      <a:pt x="111" y="152"/>
                      <a:pt x="152" y="110"/>
                      <a:pt x="200" y="110"/>
                    </a:cubicBezTo>
                    <a:close/>
                    <a:moveTo>
                      <a:pt x="200" y="0"/>
                    </a:moveTo>
                    <a:cubicBezTo>
                      <a:pt x="90" y="0"/>
                      <a:pt x="1" y="89"/>
                      <a:pt x="1" y="199"/>
                    </a:cubicBezTo>
                    <a:cubicBezTo>
                      <a:pt x="1" y="304"/>
                      <a:pt x="90" y="414"/>
                      <a:pt x="200" y="414"/>
                    </a:cubicBezTo>
                    <a:cubicBezTo>
                      <a:pt x="310" y="414"/>
                      <a:pt x="393" y="304"/>
                      <a:pt x="393" y="199"/>
                    </a:cubicBezTo>
                    <a:cubicBezTo>
                      <a:pt x="393" y="89"/>
                      <a:pt x="310" y="0"/>
                      <a:pt x="200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6" name="Google Shape;2726;p58">
                <a:extLst>
                  <a:ext uri="{FF2B5EF4-FFF2-40B4-BE49-F238E27FC236}">
                    <a16:creationId xmlns:a16="http://schemas.microsoft.com/office/drawing/2014/main" id="{029974E6-144D-895B-CD5E-668503D449CB}"/>
                  </a:ext>
                </a:extLst>
              </p:cNvPr>
              <p:cNvSpPr/>
              <p:nvPr/>
            </p:nvSpPr>
            <p:spPr>
              <a:xfrm>
                <a:off x="4028136" y="2454308"/>
                <a:ext cx="19980" cy="46029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2442" extrusionOk="0">
                    <a:moveTo>
                      <a:pt x="63" y="1"/>
                    </a:moveTo>
                    <a:cubicBezTo>
                      <a:pt x="21" y="1"/>
                      <a:pt x="0" y="22"/>
                      <a:pt x="0" y="43"/>
                    </a:cubicBezTo>
                    <a:lnTo>
                      <a:pt x="0" y="2399"/>
                    </a:lnTo>
                    <a:cubicBezTo>
                      <a:pt x="0" y="2420"/>
                      <a:pt x="21" y="2441"/>
                      <a:pt x="63" y="2441"/>
                    </a:cubicBezTo>
                    <a:cubicBezTo>
                      <a:pt x="84" y="2441"/>
                      <a:pt x="105" y="2420"/>
                      <a:pt x="105" y="2399"/>
                    </a:cubicBezTo>
                    <a:lnTo>
                      <a:pt x="105" y="43"/>
                    </a:lnTo>
                    <a:cubicBezTo>
                      <a:pt x="105" y="22"/>
                      <a:pt x="84" y="1"/>
                      <a:pt x="63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7" name="Google Shape;2727;p58">
                <a:extLst>
                  <a:ext uri="{FF2B5EF4-FFF2-40B4-BE49-F238E27FC236}">
                    <a16:creationId xmlns:a16="http://schemas.microsoft.com/office/drawing/2014/main" id="{CCF810F6-16EB-44E9-CB44-3B06B3F1EC50}"/>
                  </a:ext>
                </a:extLst>
              </p:cNvPr>
              <p:cNvSpPr/>
              <p:nvPr/>
            </p:nvSpPr>
            <p:spPr>
              <a:xfrm>
                <a:off x="4047928" y="4523346"/>
                <a:ext cx="24692" cy="357566"/>
              </a:xfrm>
              <a:custGeom>
                <a:avLst/>
                <a:gdLst/>
                <a:ahLst/>
                <a:cxnLst/>
                <a:rect l="l" t="t" r="r" b="b"/>
                <a:pathLst>
                  <a:path w="131" h="1897" extrusionOk="0">
                    <a:moveTo>
                      <a:pt x="68" y="0"/>
                    </a:moveTo>
                    <a:cubicBezTo>
                      <a:pt x="26" y="0"/>
                      <a:pt x="0" y="21"/>
                      <a:pt x="0" y="42"/>
                    </a:cubicBezTo>
                    <a:lnTo>
                      <a:pt x="0" y="1833"/>
                    </a:lnTo>
                    <a:cubicBezTo>
                      <a:pt x="0" y="1875"/>
                      <a:pt x="26" y="1896"/>
                      <a:pt x="68" y="1896"/>
                    </a:cubicBezTo>
                    <a:cubicBezTo>
                      <a:pt x="89" y="1896"/>
                      <a:pt x="131" y="1875"/>
                      <a:pt x="131" y="1833"/>
                    </a:cubicBezTo>
                    <a:lnTo>
                      <a:pt x="131" y="42"/>
                    </a:lnTo>
                    <a:cubicBezTo>
                      <a:pt x="131" y="21"/>
                      <a:pt x="89" y="0"/>
                      <a:pt x="68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8" name="Google Shape;2728;p58">
                <a:extLst>
                  <a:ext uri="{FF2B5EF4-FFF2-40B4-BE49-F238E27FC236}">
                    <a16:creationId xmlns:a16="http://schemas.microsoft.com/office/drawing/2014/main" id="{D63FEC78-9A25-63FF-C202-A422EB3C8293}"/>
                  </a:ext>
                </a:extLst>
              </p:cNvPr>
              <p:cNvSpPr/>
              <p:nvPr/>
            </p:nvSpPr>
            <p:spPr>
              <a:xfrm>
                <a:off x="4126715" y="2433574"/>
                <a:ext cx="645758" cy="2397970"/>
              </a:xfrm>
              <a:custGeom>
                <a:avLst/>
                <a:gdLst/>
                <a:ahLst/>
                <a:cxnLst/>
                <a:rect l="l" t="t" r="r" b="b"/>
                <a:pathLst>
                  <a:path w="3426" h="12722" extrusionOk="0">
                    <a:moveTo>
                      <a:pt x="64" y="1"/>
                    </a:moveTo>
                    <a:cubicBezTo>
                      <a:pt x="22" y="1"/>
                      <a:pt x="1" y="22"/>
                      <a:pt x="1" y="64"/>
                    </a:cubicBezTo>
                    <a:lnTo>
                      <a:pt x="1" y="2316"/>
                    </a:lnTo>
                    <a:lnTo>
                      <a:pt x="64" y="2378"/>
                    </a:lnTo>
                    <a:lnTo>
                      <a:pt x="3316" y="2378"/>
                    </a:lnTo>
                    <a:lnTo>
                      <a:pt x="3316" y="11302"/>
                    </a:lnTo>
                    <a:lnTo>
                      <a:pt x="132" y="11302"/>
                    </a:lnTo>
                    <a:lnTo>
                      <a:pt x="85" y="11370"/>
                    </a:lnTo>
                    <a:lnTo>
                      <a:pt x="85" y="12658"/>
                    </a:lnTo>
                    <a:cubicBezTo>
                      <a:pt x="85" y="12700"/>
                      <a:pt x="106" y="12721"/>
                      <a:pt x="132" y="12721"/>
                    </a:cubicBezTo>
                    <a:cubicBezTo>
                      <a:pt x="174" y="12721"/>
                      <a:pt x="195" y="12700"/>
                      <a:pt x="195" y="12658"/>
                    </a:cubicBezTo>
                    <a:lnTo>
                      <a:pt x="195" y="11412"/>
                    </a:lnTo>
                    <a:lnTo>
                      <a:pt x="3379" y="11412"/>
                    </a:lnTo>
                    <a:lnTo>
                      <a:pt x="3426" y="11370"/>
                    </a:lnTo>
                    <a:lnTo>
                      <a:pt x="3426" y="2316"/>
                    </a:lnTo>
                    <a:lnTo>
                      <a:pt x="3379" y="2268"/>
                    </a:lnTo>
                    <a:lnTo>
                      <a:pt x="106" y="2268"/>
                    </a:lnTo>
                    <a:lnTo>
                      <a:pt x="106" y="64"/>
                    </a:lnTo>
                    <a:cubicBezTo>
                      <a:pt x="106" y="22"/>
                      <a:pt x="85" y="1"/>
                      <a:pt x="64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099778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6">
          <a:extLst>
            <a:ext uri="{FF2B5EF4-FFF2-40B4-BE49-F238E27FC236}">
              <a16:creationId xmlns:a16="http://schemas.microsoft.com/office/drawing/2014/main" id="{ED943FF4-5F47-F5D1-881C-5022389F0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7" name="Google Shape;2607;p58">
            <a:extLst>
              <a:ext uri="{FF2B5EF4-FFF2-40B4-BE49-F238E27FC236}">
                <a16:creationId xmlns:a16="http://schemas.microsoft.com/office/drawing/2014/main" id="{F16A89B3-E5D1-3311-F4EE-76520CFF7F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8488" y="59713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we saw!</a:t>
            </a:r>
            <a:endParaRPr dirty="0"/>
          </a:p>
        </p:txBody>
      </p:sp>
      <p:sp>
        <p:nvSpPr>
          <p:cNvPr id="2608" name="Google Shape;2608;p58">
            <a:extLst>
              <a:ext uri="{FF2B5EF4-FFF2-40B4-BE49-F238E27FC236}">
                <a16:creationId xmlns:a16="http://schemas.microsoft.com/office/drawing/2014/main" id="{D2FACEC1-9CAF-4629-7DD7-55D09CA11AD8}"/>
              </a:ext>
            </a:extLst>
          </p:cNvPr>
          <p:cNvSpPr/>
          <p:nvPr/>
        </p:nvSpPr>
        <p:spPr>
          <a:xfrm>
            <a:off x="720025" y="1984060"/>
            <a:ext cx="2178000" cy="86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Defination of RAG and why need RAG and how it is useful.</a:t>
            </a:r>
            <a:endParaRPr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09" name="Google Shape;2609;p58">
            <a:extLst>
              <a:ext uri="{FF2B5EF4-FFF2-40B4-BE49-F238E27FC236}">
                <a16:creationId xmlns:a16="http://schemas.microsoft.com/office/drawing/2014/main" id="{081F2ED5-CFCF-275A-C7D4-D4D9DBD1D4B0}"/>
              </a:ext>
            </a:extLst>
          </p:cNvPr>
          <p:cNvSpPr/>
          <p:nvPr/>
        </p:nvSpPr>
        <p:spPr>
          <a:xfrm>
            <a:off x="3374864" y="1937103"/>
            <a:ext cx="3526200" cy="91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How RAG works and key steps for the RAG</a:t>
            </a:r>
            <a:endParaRPr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10" name="Google Shape;2610;p58">
            <a:extLst>
              <a:ext uri="{FF2B5EF4-FFF2-40B4-BE49-F238E27FC236}">
                <a16:creationId xmlns:a16="http://schemas.microsoft.com/office/drawing/2014/main" id="{CD70EE8F-9C4B-CE44-4BD4-1BCA238FD54B}"/>
              </a:ext>
            </a:extLst>
          </p:cNvPr>
          <p:cNvSpPr/>
          <p:nvPr/>
        </p:nvSpPr>
        <p:spPr>
          <a:xfrm>
            <a:off x="720037" y="3145000"/>
            <a:ext cx="2178000" cy="3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RAG Pipeline</a:t>
            </a:r>
            <a:endParaRPr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11" name="Google Shape;2611;p58">
            <a:extLst>
              <a:ext uri="{FF2B5EF4-FFF2-40B4-BE49-F238E27FC236}">
                <a16:creationId xmlns:a16="http://schemas.microsoft.com/office/drawing/2014/main" id="{C97AA0AC-357D-2C17-EE20-29DE4EF42F28}"/>
              </a:ext>
            </a:extLst>
          </p:cNvPr>
          <p:cNvSpPr/>
          <p:nvPr/>
        </p:nvSpPr>
        <p:spPr>
          <a:xfrm>
            <a:off x="720018" y="1639247"/>
            <a:ext cx="2178000" cy="3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What is RAG?</a:t>
            </a:r>
            <a:endParaRPr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12" name="Google Shape;2612;p58">
            <a:extLst>
              <a:ext uri="{FF2B5EF4-FFF2-40B4-BE49-F238E27FC236}">
                <a16:creationId xmlns:a16="http://schemas.microsoft.com/office/drawing/2014/main" id="{E5153C75-AB9F-D7C7-4CF6-6CFBFCAD570C}"/>
              </a:ext>
            </a:extLst>
          </p:cNvPr>
          <p:cNvSpPr/>
          <p:nvPr/>
        </p:nvSpPr>
        <p:spPr>
          <a:xfrm>
            <a:off x="3374864" y="1598261"/>
            <a:ext cx="3526200" cy="3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What we learned?</a:t>
            </a:r>
            <a:endParaRPr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13" name="Google Shape;2613;p58">
            <a:extLst>
              <a:ext uri="{FF2B5EF4-FFF2-40B4-BE49-F238E27FC236}">
                <a16:creationId xmlns:a16="http://schemas.microsoft.com/office/drawing/2014/main" id="{9C38140E-9B4D-4C16-CE5E-C28C066E6110}"/>
              </a:ext>
            </a:extLst>
          </p:cNvPr>
          <p:cNvSpPr/>
          <p:nvPr/>
        </p:nvSpPr>
        <p:spPr>
          <a:xfrm>
            <a:off x="3374942" y="3483705"/>
            <a:ext cx="3526200" cy="8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14" name="Google Shape;2614;p58">
            <a:extLst>
              <a:ext uri="{FF2B5EF4-FFF2-40B4-BE49-F238E27FC236}">
                <a16:creationId xmlns:a16="http://schemas.microsoft.com/office/drawing/2014/main" id="{DE140EBD-F71D-5D05-9A3C-CF2490CBF85C}"/>
              </a:ext>
            </a:extLst>
          </p:cNvPr>
          <p:cNvSpPr/>
          <p:nvPr/>
        </p:nvSpPr>
        <p:spPr>
          <a:xfrm>
            <a:off x="4353697" y="3137576"/>
            <a:ext cx="1568606" cy="3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LIVE DEMO!!!</a:t>
            </a:r>
            <a:endParaRPr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15" name="Google Shape;2615;p58">
            <a:extLst>
              <a:ext uri="{FF2B5EF4-FFF2-40B4-BE49-F238E27FC236}">
                <a16:creationId xmlns:a16="http://schemas.microsoft.com/office/drawing/2014/main" id="{A99EC064-603D-CE12-0F23-15E90DF4C33F}"/>
              </a:ext>
            </a:extLst>
          </p:cNvPr>
          <p:cNvSpPr/>
          <p:nvPr/>
        </p:nvSpPr>
        <p:spPr>
          <a:xfrm>
            <a:off x="720018" y="3483705"/>
            <a:ext cx="2178000" cy="8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Char char="●"/>
            </a:pPr>
            <a:r>
              <a:rPr lang="en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Doc. injection</a:t>
            </a:r>
            <a:endParaRPr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Char char="●"/>
            </a:pPr>
            <a:r>
              <a:rPr lang="en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Info. retrival</a:t>
            </a:r>
            <a:endParaRPr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Char char="●"/>
            </a:pPr>
            <a:r>
              <a:rPr lang="en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Resp. generation</a:t>
            </a:r>
            <a:endParaRPr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616" name="Google Shape;2616;p58">
            <a:extLst>
              <a:ext uri="{FF2B5EF4-FFF2-40B4-BE49-F238E27FC236}">
                <a16:creationId xmlns:a16="http://schemas.microsoft.com/office/drawing/2014/main" id="{530A668E-E661-7001-F678-14B24EC5E109}"/>
              </a:ext>
            </a:extLst>
          </p:cNvPr>
          <p:cNvCxnSpPr>
            <a:cxnSpLocks/>
            <a:stCxn id="2608" idx="2"/>
            <a:endCxn id="2610" idx="0"/>
          </p:cNvCxnSpPr>
          <p:nvPr/>
        </p:nvCxnSpPr>
        <p:spPr>
          <a:xfrm>
            <a:off x="1809025" y="2847459"/>
            <a:ext cx="12" cy="297541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17" name="Google Shape;2617;p58">
            <a:extLst>
              <a:ext uri="{FF2B5EF4-FFF2-40B4-BE49-F238E27FC236}">
                <a16:creationId xmlns:a16="http://schemas.microsoft.com/office/drawing/2014/main" id="{25FCBCF9-9090-7E43-A14B-8B7BC0B7340B}"/>
              </a:ext>
            </a:extLst>
          </p:cNvPr>
          <p:cNvCxnSpPr>
            <a:stCxn id="2610" idx="3"/>
            <a:endCxn id="2612" idx="1"/>
          </p:cNvCxnSpPr>
          <p:nvPr/>
        </p:nvCxnSpPr>
        <p:spPr>
          <a:xfrm flipV="1">
            <a:off x="2898037" y="1791161"/>
            <a:ext cx="476827" cy="1546739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18" name="Google Shape;2618;p58">
            <a:extLst>
              <a:ext uri="{FF2B5EF4-FFF2-40B4-BE49-F238E27FC236}">
                <a16:creationId xmlns:a16="http://schemas.microsoft.com/office/drawing/2014/main" id="{0BBFFB3A-2DFE-9D97-A525-42C37FC602D0}"/>
              </a:ext>
            </a:extLst>
          </p:cNvPr>
          <p:cNvCxnSpPr>
            <a:cxnSpLocks/>
            <a:stCxn id="2609" idx="2"/>
            <a:endCxn id="2614" idx="0"/>
          </p:cNvCxnSpPr>
          <p:nvPr/>
        </p:nvCxnSpPr>
        <p:spPr>
          <a:xfrm>
            <a:off x="5137964" y="2847459"/>
            <a:ext cx="36" cy="290117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619" name="Google Shape;2619;p58">
            <a:extLst>
              <a:ext uri="{FF2B5EF4-FFF2-40B4-BE49-F238E27FC236}">
                <a16:creationId xmlns:a16="http://schemas.microsoft.com/office/drawing/2014/main" id="{55A29981-25E6-56B3-275A-01E86E8F125B}"/>
              </a:ext>
            </a:extLst>
          </p:cNvPr>
          <p:cNvGrpSpPr/>
          <p:nvPr/>
        </p:nvGrpSpPr>
        <p:grpSpPr>
          <a:xfrm>
            <a:off x="7357272" y="1541721"/>
            <a:ext cx="948658" cy="2651740"/>
            <a:chOff x="7357272" y="1541721"/>
            <a:chExt cx="948658" cy="2651740"/>
          </a:xfrm>
        </p:grpSpPr>
        <p:grpSp>
          <p:nvGrpSpPr>
            <p:cNvPr id="2620" name="Google Shape;2620;p58">
              <a:extLst>
                <a:ext uri="{FF2B5EF4-FFF2-40B4-BE49-F238E27FC236}">
                  <a16:creationId xmlns:a16="http://schemas.microsoft.com/office/drawing/2014/main" id="{1F7FF507-004B-D7FE-62B0-2038CADD5483}"/>
                </a:ext>
              </a:extLst>
            </p:cNvPr>
            <p:cNvGrpSpPr/>
            <p:nvPr/>
          </p:nvGrpSpPr>
          <p:grpSpPr>
            <a:xfrm>
              <a:off x="7418753" y="1541721"/>
              <a:ext cx="825701" cy="825712"/>
              <a:chOff x="3295675" y="450448"/>
              <a:chExt cx="1414599" cy="1414617"/>
            </a:xfrm>
          </p:grpSpPr>
          <p:sp>
            <p:nvSpPr>
              <p:cNvPr id="2621" name="Google Shape;2621;p58">
                <a:extLst>
                  <a:ext uri="{FF2B5EF4-FFF2-40B4-BE49-F238E27FC236}">
                    <a16:creationId xmlns:a16="http://schemas.microsoft.com/office/drawing/2014/main" id="{CA955ED7-3913-3284-1F2D-8D335B2C1B85}"/>
                  </a:ext>
                </a:extLst>
              </p:cNvPr>
              <p:cNvSpPr/>
              <p:nvPr/>
            </p:nvSpPr>
            <p:spPr>
              <a:xfrm>
                <a:off x="3307550" y="458365"/>
                <a:ext cx="1394996" cy="1398784"/>
              </a:xfrm>
              <a:custGeom>
                <a:avLst/>
                <a:gdLst/>
                <a:ahLst/>
                <a:cxnLst/>
                <a:rect l="l" t="t" r="r" b="b"/>
                <a:pathLst>
                  <a:path w="7401" h="7421" extrusionOk="0">
                    <a:moveTo>
                      <a:pt x="3692" y="0"/>
                    </a:moveTo>
                    <a:cubicBezTo>
                      <a:pt x="1660" y="0"/>
                      <a:pt x="0" y="1660"/>
                      <a:pt x="0" y="3713"/>
                    </a:cubicBezTo>
                    <a:cubicBezTo>
                      <a:pt x="0" y="5761"/>
                      <a:pt x="1660" y="7421"/>
                      <a:pt x="3692" y="7421"/>
                    </a:cubicBezTo>
                    <a:cubicBezTo>
                      <a:pt x="5740" y="7421"/>
                      <a:pt x="7400" y="5761"/>
                      <a:pt x="7400" y="3713"/>
                    </a:cubicBezTo>
                    <a:cubicBezTo>
                      <a:pt x="7400" y="1660"/>
                      <a:pt x="5740" y="0"/>
                      <a:pt x="369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2" name="Google Shape;2622;p58">
                <a:extLst>
                  <a:ext uri="{FF2B5EF4-FFF2-40B4-BE49-F238E27FC236}">
                    <a16:creationId xmlns:a16="http://schemas.microsoft.com/office/drawing/2014/main" id="{01A87DA7-CFE7-0266-E959-FEF2EF433BB5}"/>
                  </a:ext>
                </a:extLst>
              </p:cNvPr>
              <p:cNvSpPr/>
              <p:nvPr/>
            </p:nvSpPr>
            <p:spPr>
              <a:xfrm>
                <a:off x="3295675" y="450448"/>
                <a:ext cx="1414599" cy="1414617"/>
              </a:xfrm>
              <a:custGeom>
                <a:avLst/>
                <a:gdLst/>
                <a:ahLst/>
                <a:cxnLst/>
                <a:rect l="l" t="t" r="r" b="b"/>
                <a:pathLst>
                  <a:path w="7505" h="7505" extrusionOk="0">
                    <a:moveTo>
                      <a:pt x="3755" y="110"/>
                    </a:moveTo>
                    <a:cubicBezTo>
                      <a:pt x="5782" y="110"/>
                      <a:pt x="7395" y="1744"/>
                      <a:pt x="7395" y="3755"/>
                    </a:cubicBezTo>
                    <a:cubicBezTo>
                      <a:pt x="7395" y="5761"/>
                      <a:pt x="5782" y="7395"/>
                      <a:pt x="3755" y="7395"/>
                    </a:cubicBezTo>
                    <a:cubicBezTo>
                      <a:pt x="1744" y="7395"/>
                      <a:pt x="110" y="5761"/>
                      <a:pt x="110" y="3755"/>
                    </a:cubicBezTo>
                    <a:cubicBezTo>
                      <a:pt x="110" y="1744"/>
                      <a:pt x="1744" y="110"/>
                      <a:pt x="3755" y="110"/>
                    </a:cubicBezTo>
                    <a:close/>
                    <a:moveTo>
                      <a:pt x="3755" y="0"/>
                    </a:moveTo>
                    <a:cubicBezTo>
                      <a:pt x="1682" y="0"/>
                      <a:pt x="1" y="1681"/>
                      <a:pt x="1" y="3755"/>
                    </a:cubicBezTo>
                    <a:cubicBezTo>
                      <a:pt x="1" y="5824"/>
                      <a:pt x="1682" y="7505"/>
                      <a:pt x="3755" y="7505"/>
                    </a:cubicBezTo>
                    <a:cubicBezTo>
                      <a:pt x="5824" y="7505"/>
                      <a:pt x="7505" y="5824"/>
                      <a:pt x="7505" y="3755"/>
                    </a:cubicBezTo>
                    <a:cubicBezTo>
                      <a:pt x="7505" y="1681"/>
                      <a:pt x="5824" y="0"/>
                      <a:pt x="3755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3" name="Google Shape;2623;p58">
                <a:extLst>
                  <a:ext uri="{FF2B5EF4-FFF2-40B4-BE49-F238E27FC236}">
                    <a16:creationId xmlns:a16="http://schemas.microsoft.com/office/drawing/2014/main" id="{F9FE2CE6-C1A8-D6D0-611A-2055A27839ED}"/>
                  </a:ext>
                </a:extLst>
              </p:cNvPr>
              <p:cNvSpPr/>
              <p:nvPr/>
            </p:nvSpPr>
            <p:spPr>
              <a:xfrm>
                <a:off x="3369750" y="507749"/>
                <a:ext cx="666492" cy="1298696"/>
              </a:xfrm>
              <a:custGeom>
                <a:avLst/>
                <a:gdLst/>
                <a:ahLst/>
                <a:cxnLst/>
                <a:rect l="l" t="t" r="r" b="b"/>
                <a:pathLst>
                  <a:path w="3536" h="6890" extrusionOk="0">
                    <a:moveTo>
                      <a:pt x="2027" y="0"/>
                    </a:moveTo>
                    <a:cubicBezTo>
                      <a:pt x="2027" y="0"/>
                      <a:pt x="1922" y="47"/>
                      <a:pt x="1723" y="131"/>
                    </a:cubicBezTo>
                    <a:cubicBezTo>
                      <a:pt x="1529" y="241"/>
                      <a:pt x="1241" y="414"/>
                      <a:pt x="1137" y="503"/>
                    </a:cubicBezTo>
                    <a:cubicBezTo>
                      <a:pt x="1048" y="571"/>
                      <a:pt x="634" y="917"/>
                      <a:pt x="545" y="1068"/>
                    </a:cubicBezTo>
                    <a:cubicBezTo>
                      <a:pt x="435" y="1199"/>
                      <a:pt x="262" y="1487"/>
                      <a:pt x="262" y="1508"/>
                    </a:cubicBezTo>
                    <a:cubicBezTo>
                      <a:pt x="241" y="1550"/>
                      <a:pt x="194" y="1618"/>
                      <a:pt x="173" y="1681"/>
                    </a:cubicBezTo>
                    <a:cubicBezTo>
                      <a:pt x="131" y="1723"/>
                      <a:pt x="110" y="1791"/>
                      <a:pt x="89" y="1880"/>
                    </a:cubicBezTo>
                    <a:cubicBezTo>
                      <a:pt x="42" y="1943"/>
                      <a:pt x="63" y="1964"/>
                      <a:pt x="42" y="2053"/>
                    </a:cubicBezTo>
                    <a:cubicBezTo>
                      <a:pt x="21" y="2142"/>
                      <a:pt x="0" y="2184"/>
                      <a:pt x="21" y="2205"/>
                    </a:cubicBezTo>
                    <a:cubicBezTo>
                      <a:pt x="24" y="2208"/>
                      <a:pt x="27" y="2209"/>
                      <a:pt x="29" y="2209"/>
                    </a:cubicBezTo>
                    <a:cubicBezTo>
                      <a:pt x="42" y="2209"/>
                      <a:pt x="42" y="2160"/>
                      <a:pt x="42" y="2142"/>
                    </a:cubicBezTo>
                    <a:cubicBezTo>
                      <a:pt x="42" y="2095"/>
                      <a:pt x="63" y="2032"/>
                      <a:pt x="89" y="1985"/>
                    </a:cubicBezTo>
                    <a:cubicBezTo>
                      <a:pt x="110" y="1922"/>
                      <a:pt x="131" y="1854"/>
                      <a:pt x="152" y="1791"/>
                    </a:cubicBezTo>
                    <a:cubicBezTo>
                      <a:pt x="173" y="1749"/>
                      <a:pt x="220" y="1618"/>
                      <a:pt x="220" y="1618"/>
                    </a:cubicBezTo>
                    <a:lnTo>
                      <a:pt x="241" y="1639"/>
                    </a:lnTo>
                    <a:cubicBezTo>
                      <a:pt x="241" y="1639"/>
                      <a:pt x="241" y="1681"/>
                      <a:pt x="194" y="1770"/>
                    </a:cubicBezTo>
                    <a:cubicBezTo>
                      <a:pt x="152" y="1833"/>
                      <a:pt x="152" y="1880"/>
                      <a:pt x="131" y="1964"/>
                    </a:cubicBezTo>
                    <a:cubicBezTo>
                      <a:pt x="110" y="2053"/>
                      <a:pt x="89" y="2142"/>
                      <a:pt x="63" y="2226"/>
                    </a:cubicBezTo>
                    <a:cubicBezTo>
                      <a:pt x="21" y="2315"/>
                      <a:pt x="42" y="2378"/>
                      <a:pt x="42" y="2488"/>
                    </a:cubicBezTo>
                    <a:cubicBezTo>
                      <a:pt x="21" y="2577"/>
                      <a:pt x="89" y="2666"/>
                      <a:pt x="152" y="2749"/>
                    </a:cubicBezTo>
                    <a:cubicBezTo>
                      <a:pt x="220" y="2859"/>
                      <a:pt x="262" y="2880"/>
                      <a:pt x="325" y="2969"/>
                    </a:cubicBezTo>
                    <a:cubicBezTo>
                      <a:pt x="372" y="3032"/>
                      <a:pt x="482" y="3210"/>
                      <a:pt x="456" y="3273"/>
                    </a:cubicBezTo>
                    <a:cubicBezTo>
                      <a:pt x="435" y="3341"/>
                      <a:pt x="566" y="3341"/>
                      <a:pt x="587" y="3404"/>
                    </a:cubicBezTo>
                    <a:cubicBezTo>
                      <a:pt x="613" y="3472"/>
                      <a:pt x="634" y="3493"/>
                      <a:pt x="676" y="3514"/>
                    </a:cubicBezTo>
                    <a:cubicBezTo>
                      <a:pt x="680" y="3518"/>
                      <a:pt x="683" y="3520"/>
                      <a:pt x="685" y="3520"/>
                    </a:cubicBezTo>
                    <a:cubicBezTo>
                      <a:pt x="696" y="3520"/>
                      <a:pt x="693" y="3485"/>
                      <a:pt x="676" y="3451"/>
                    </a:cubicBezTo>
                    <a:cubicBezTo>
                      <a:pt x="676" y="3431"/>
                      <a:pt x="688" y="3420"/>
                      <a:pt x="703" y="3420"/>
                    </a:cubicBezTo>
                    <a:cubicBezTo>
                      <a:pt x="725" y="3420"/>
                      <a:pt x="753" y="3442"/>
                      <a:pt x="765" y="3493"/>
                    </a:cubicBezTo>
                    <a:cubicBezTo>
                      <a:pt x="786" y="3556"/>
                      <a:pt x="807" y="3582"/>
                      <a:pt x="807" y="3666"/>
                    </a:cubicBezTo>
                    <a:cubicBezTo>
                      <a:pt x="786" y="3776"/>
                      <a:pt x="807" y="3797"/>
                      <a:pt x="744" y="3907"/>
                    </a:cubicBezTo>
                    <a:cubicBezTo>
                      <a:pt x="676" y="3996"/>
                      <a:pt x="676" y="3996"/>
                      <a:pt x="676" y="4106"/>
                    </a:cubicBezTo>
                    <a:cubicBezTo>
                      <a:pt x="676" y="4211"/>
                      <a:pt x="655" y="4169"/>
                      <a:pt x="634" y="4279"/>
                    </a:cubicBezTo>
                    <a:cubicBezTo>
                      <a:pt x="587" y="4389"/>
                      <a:pt x="697" y="4451"/>
                      <a:pt x="765" y="4582"/>
                    </a:cubicBezTo>
                    <a:cubicBezTo>
                      <a:pt x="807" y="4734"/>
                      <a:pt x="875" y="4823"/>
                      <a:pt x="917" y="4933"/>
                    </a:cubicBezTo>
                    <a:cubicBezTo>
                      <a:pt x="980" y="5043"/>
                      <a:pt x="1048" y="5043"/>
                      <a:pt x="1137" y="5127"/>
                    </a:cubicBezTo>
                    <a:cubicBezTo>
                      <a:pt x="1241" y="5195"/>
                      <a:pt x="1330" y="5258"/>
                      <a:pt x="1330" y="5347"/>
                    </a:cubicBezTo>
                    <a:cubicBezTo>
                      <a:pt x="1351" y="5457"/>
                      <a:pt x="1372" y="5478"/>
                      <a:pt x="1372" y="5609"/>
                    </a:cubicBezTo>
                    <a:cubicBezTo>
                      <a:pt x="1372" y="5761"/>
                      <a:pt x="1482" y="5850"/>
                      <a:pt x="1503" y="6023"/>
                    </a:cubicBezTo>
                    <a:cubicBezTo>
                      <a:pt x="1550" y="6174"/>
                      <a:pt x="1571" y="6201"/>
                      <a:pt x="1613" y="6305"/>
                    </a:cubicBezTo>
                    <a:cubicBezTo>
                      <a:pt x="1660" y="6394"/>
                      <a:pt x="1702" y="6415"/>
                      <a:pt x="1791" y="6546"/>
                    </a:cubicBezTo>
                    <a:cubicBezTo>
                      <a:pt x="1854" y="6677"/>
                      <a:pt x="1875" y="6656"/>
                      <a:pt x="1964" y="6724"/>
                    </a:cubicBezTo>
                    <a:cubicBezTo>
                      <a:pt x="2053" y="6808"/>
                      <a:pt x="2137" y="6829"/>
                      <a:pt x="2247" y="6876"/>
                    </a:cubicBezTo>
                    <a:cubicBezTo>
                      <a:pt x="2272" y="6886"/>
                      <a:pt x="2290" y="6890"/>
                      <a:pt x="2300" y="6890"/>
                    </a:cubicBezTo>
                    <a:cubicBezTo>
                      <a:pt x="2335" y="6890"/>
                      <a:pt x="2294" y="6844"/>
                      <a:pt x="2226" y="6808"/>
                    </a:cubicBezTo>
                    <a:cubicBezTo>
                      <a:pt x="2158" y="6787"/>
                      <a:pt x="2158" y="6787"/>
                      <a:pt x="2116" y="6677"/>
                    </a:cubicBezTo>
                    <a:cubicBezTo>
                      <a:pt x="2074" y="6567"/>
                      <a:pt x="2053" y="6546"/>
                      <a:pt x="2053" y="6483"/>
                    </a:cubicBezTo>
                    <a:cubicBezTo>
                      <a:pt x="2053" y="6436"/>
                      <a:pt x="2116" y="6462"/>
                      <a:pt x="2205" y="6394"/>
                    </a:cubicBezTo>
                    <a:cubicBezTo>
                      <a:pt x="2289" y="6332"/>
                      <a:pt x="2247" y="6332"/>
                      <a:pt x="2336" y="6243"/>
                    </a:cubicBezTo>
                    <a:cubicBezTo>
                      <a:pt x="2420" y="6153"/>
                      <a:pt x="2619" y="5892"/>
                      <a:pt x="2640" y="5850"/>
                    </a:cubicBezTo>
                    <a:cubicBezTo>
                      <a:pt x="2661" y="5808"/>
                      <a:pt x="2682" y="5782"/>
                      <a:pt x="2771" y="5740"/>
                    </a:cubicBezTo>
                    <a:cubicBezTo>
                      <a:pt x="2881" y="5677"/>
                      <a:pt x="2970" y="5698"/>
                      <a:pt x="3053" y="5630"/>
                    </a:cubicBezTo>
                    <a:cubicBezTo>
                      <a:pt x="3142" y="5567"/>
                      <a:pt x="3184" y="5478"/>
                      <a:pt x="3205" y="5305"/>
                    </a:cubicBezTo>
                    <a:cubicBezTo>
                      <a:pt x="3231" y="5127"/>
                      <a:pt x="3231" y="5153"/>
                      <a:pt x="3273" y="5085"/>
                    </a:cubicBezTo>
                    <a:cubicBezTo>
                      <a:pt x="3336" y="4996"/>
                      <a:pt x="3467" y="4912"/>
                      <a:pt x="3493" y="4844"/>
                    </a:cubicBezTo>
                    <a:cubicBezTo>
                      <a:pt x="3535" y="4760"/>
                      <a:pt x="3514" y="4650"/>
                      <a:pt x="3404" y="4561"/>
                    </a:cubicBezTo>
                    <a:cubicBezTo>
                      <a:pt x="3294" y="4499"/>
                      <a:pt x="3252" y="4520"/>
                      <a:pt x="2991" y="4410"/>
                    </a:cubicBezTo>
                    <a:cubicBezTo>
                      <a:pt x="2729" y="4321"/>
                      <a:pt x="2619" y="4300"/>
                      <a:pt x="2509" y="4211"/>
                    </a:cubicBezTo>
                    <a:cubicBezTo>
                      <a:pt x="2420" y="4127"/>
                      <a:pt x="2467" y="4038"/>
                      <a:pt x="2336" y="3907"/>
                    </a:cubicBezTo>
                    <a:cubicBezTo>
                      <a:pt x="2184" y="3755"/>
                      <a:pt x="2137" y="3797"/>
                      <a:pt x="1964" y="3687"/>
                    </a:cubicBezTo>
                    <a:cubicBezTo>
                      <a:pt x="1791" y="3582"/>
                      <a:pt x="1660" y="3493"/>
                      <a:pt x="1503" y="3425"/>
                    </a:cubicBezTo>
                    <a:cubicBezTo>
                      <a:pt x="1417" y="3383"/>
                      <a:pt x="1374" y="3378"/>
                      <a:pt x="1344" y="3378"/>
                    </a:cubicBezTo>
                    <a:cubicBezTo>
                      <a:pt x="1334" y="3378"/>
                      <a:pt x="1326" y="3378"/>
                      <a:pt x="1318" y="3378"/>
                    </a:cubicBezTo>
                    <a:cubicBezTo>
                      <a:pt x="1303" y="3378"/>
                      <a:pt x="1289" y="3376"/>
                      <a:pt x="1268" y="3362"/>
                    </a:cubicBezTo>
                    <a:cubicBezTo>
                      <a:pt x="1200" y="3320"/>
                      <a:pt x="1158" y="3273"/>
                      <a:pt x="1048" y="3273"/>
                    </a:cubicBezTo>
                    <a:cubicBezTo>
                      <a:pt x="938" y="3273"/>
                      <a:pt x="980" y="3320"/>
                      <a:pt x="938" y="3362"/>
                    </a:cubicBezTo>
                    <a:cubicBezTo>
                      <a:pt x="896" y="3425"/>
                      <a:pt x="896" y="3425"/>
                      <a:pt x="849" y="3472"/>
                    </a:cubicBezTo>
                    <a:cubicBezTo>
                      <a:pt x="841" y="3480"/>
                      <a:pt x="836" y="3483"/>
                      <a:pt x="833" y="3483"/>
                    </a:cubicBezTo>
                    <a:cubicBezTo>
                      <a:pt x="820" y="3483"/>
                      <a:pt x="845" y="3421"/>
                      <a:pt x="828" y="3404"/>
                    </a:cubicBezTo>
                    <a:cubicBezTo>
                      <a:pt x="828" y="3380"/>
                      <a:pt x="813" y="3369"/>
                      <a:pt x="784" y="3369"/>
                    </a:cubicBezTo>
                    <a:cubicBezTo>
                      <a:pt x="762" y="3369"/>
                      <a:pt x="734" y="3374"/>
                      <a:pt x="697" y="3383"/>
                    </a:cubicBezTo>
                    <a:cubicBezTo>
                      <a:pt x="678" y="3389"/>
                      <a:pt x="667" y="3392"/>
                      <a:pt x="659" y="3392"/>
                    </a:cubicBezTo>
                    <a:cubicBezTo>
                      <a:pt x="641" y="3392"/>
                      <a:pt x="643" y="3377"/>
                      <a:pt x="613" y="3362"/>
                    </a:cubicBezTo>
                    <a:cubicBezTo>
                      <a:pt x="587" y="3341"/>
                      <a:pt x="587" y="3320"/>
                      <a:pt x="566" y="3252"/>
                    </a:cubicBezTo>
                    <a:cubicBezTo>
                      <a:pt x="566" y="3189"/>
                      <a:pt x="613" y="3121"/>
                      <a:pt x="613" y="3058"/>
                    </a:cubicBezTo>
                    <a:cubicBezTo>
                      <a:pt x="634" y="3011"/>
                      <a:pt x="613" y="2948"/>
                      <a:pt x="587" y="2880"/>
                    </a:cubicBezTo>
                    <a:cubicBezTo>
                      <a:pt x="578" y="2853"/>
                      <a:pt x="569" y="2846"/>
                      <a:pt x="558" y="2846"/>
                    </a:cubicBezTo>
                    <a:cubicBezTo>
                      <a:pt x="544" y="2846"/>
                      <a:pt x="527" y="2859"/>
                      <a:pt x="503" y="2859"/>
                    </a:cubicBezTo>
                    <a:cubicBezTo>
                      <a:pt x="456" y="2859"/>
                      <a:pt x="456" y="2839"/>
                      <a:pt x="435" y="2797"/>
                    </a:cubicBezTo>
                    <a:cubicBezTo>
                      <a:pt x="414" y="2770"/>
                      <a:pt x="482" y="2770"/>
                      <a:pt x="503" y="2687"/>
                    </a:cubicBezTo>
                    <a:cubicBezTo>
                      <a:pt x="545" y="2598"/>
                      <a:pt x="566" y="2598"/>
                      <a:pt x="587" y="2535"/>
                    </a:cubicBezTo>
                    <a:cubicBezTo>
                      <a:pt x="587" y="2488"/>
                      <a:pt x="545" y="2488"/>
                      <a:pt x="503" y="2488"/>
                    </a:cubicBezTo>
                    <a:cubicBezTo>
                      <a:pt x="435" y="2488"/>
                      <a:pt x="456" y="2509"/>
                      <a:pt x="435" y="2598"/>
                    </a:cubicBezTo>
                    <a:cubicBezTo>
                      <a:pt x="414" y="2653"/>
                      <a:pt x="404" y="2663"/>
                      <a:pt x="390" y="2663"/>
                    </a:cubicBezTo>
                    <a:cubicBezTo>
                      <a:pt x="381" y="2663"/>
                      <a:pt x="372" y="2659"/>
                      <a:pt x="357" y="2659"/>
                    </a:cubicBezTo>
                    <a:cubicBezTo>
                      <a:pt x="349" y="2659"/>
                      <a:pt x="338" y="2661"/>
                      <a:pt x="325" y="2666"/>
                    </a:cubicBezTo>
                    <a:cubicBezTo>
                      <a:pt x="262" y="2666"/>
                      <a:pt x="283" y="2666"/>
                      <a:pt x="241" y="2619"/>
                    </a:cubicBezTo>
                    <a:cubicBezTo>
                      <a:pt x="220" y="2598"/>
                      <a:pt x="220" y="2509"/>
                      <a:pt x="220" y="2446"/>
                    </a:cubicBezTo>
                    <a:cubicBezTo>
                      <a:pt x="220" y="2378"/>
                      <a:pt x="283" y="2273"/>
                      <a:pt x="304" y="2163"/>
                    </a:cubicBezTo>
                    <a:cubicBezTo>
                      <a:pt x="325" y="2053"/>
                      <a:pt x="393" y="2032"/>
                      <a:pt x="456" y="1985"/>
                    </a:cubicBezTo>
                    <a:cubicBezTo>
                      <a:pt x="506" y="1954"/>
                      <a:pt x="519" y="1935"/>
                      <a:pt x="547" y="1935"/>
                    </a:cubicBezTo>
                    <a:cubicBezTo>
                      <a:pt x="558" y="1935"/>
                      <a:pt x="570" y="1937"/>
                      <a:pt x="587" y="1943"/>
                    </a:cubicBezTo>
                    <a:cubicBezTo>
                      <a:pt x="634" y="1943"/>
                      <a:pt x="613" y="1964"/>
                      <a:pt x="655" y="1985"/>
                    </a:cubicBezTo>
                    <a:cubicBezTo>
                      <a:pt x="662" y="1989"/>
                      <a:pt x="667" y="1991"/>
                      <a:pt x="671" y="1991"/>
                    </a:cubicBezTo>
                    <a:cubicBezTo>
                      <a:pt x="689" y="1991"/>
                      <a:pt x="688" y="1960"/>
                      <a:pt x="721" y="1960"/>
                    </a:cubicBezTo>
                    <a:cubicBezTo>
                      <a:pt x="727" y="1960"/>
                      <a:pt x="735" y="1961"/>
                      <a:pt x="744" y="1964"/>
                    </a:cubicBezTo>
                    <a:cubicBezTo>
                      <a:pt x="786" y="1964"/>
                      <a:pt x="765" y="1985"/>
                      <a:pt x="828" y="1985"/>
                    </a:cubicBezTo>
                    <a:cubicBezTo>
                      <a:pt x="896" y="2011"/>
                      <a:pt x="896" y="2011"/>
                      <a:pt x="896" y="2032"/>
                    </a:cubicBezTo>
                    <a:cubicBezTo>
                      <a:pt x="917" y="2053"/>
                      <a:pt x="875" y="2116"/>
                      <a:pt x="849" y="2163"/>
                    </a:cubicBezTo>
                    <a:lnTo>
                      <a:pt x="849" y="2273"/>
                    </a:lnTo>
                    <a:cubicBezTo>
                      <a:pt x="865" y="2313"/>
                      <a:pt x="880" y="2327"/>
                      <a:pt x="893" y="2327"/>
                    </a:cubicBezTo>
                    <a:cubicBezTo>
                      <a:pt x="901" y="2327"/>
                      <a:pt x="909" y="2322"/>
                      <a:pt x="917" y="2315"/>
                    </a:cubicBezTo>
                    <a:cubicBezTo>
                      <a:pt x="959" y="2273"/>
                      <a:pt x="1006" y="2184"/>
                      <a:pt x="980" y="2116"/>
                    </a:cubicBezTo>
                    <a:cubicBezTo>
                      <a:pt x="980" y="2053"/>
                      <a:pt x="1006" y="2011"/>
                      <a:pt x="1027" y="1922"/>
                    </a:cubicBezTo>
                    <a:cubicBezTo>
                      <a:pt x="1069" y="1854"/>
                      <a:pt x="1090" y="1880"/>
                      <a:pt x="1158" y="1833"/>
                    </a:cubicBezTo>
                    <a:cubicBezTo>
                      <a:pt x="1241" y="1791"/>
                      <a:pt x="1351" y="1681"/>
                      <a:pt x="1419" y="1592"/>
                    </a:cubicBezTo>
                    <a:cubicBezTo>
                      <a:pt x="1482" y="1508"/>
                      <a:pt x="1503" y="1508"/>
                      <a:pt x="1571" y="1419"/>
                    </a:cubicBezTo>
                    <a:cubicBezTo>
                      <a:pt x="1634" y="1356"/>
                      <a:pt x="1702" y="1330"/>
                      <a:pt x="1791" y="1267"/>
                    </a:cubicBezTo>
                    <a:cubicBezTo>
                      <a:pt x="1896" y="1226"/>
                      <a:pt x="1943" y="1178"/>
                      <a:pt x="2053" y="1178"/>
                    </a:cubicBezTo>
                    <a:cubicBezTo>
                      <a:pt x="2073" y="1174"/>
                      <a:pt x="2084" y="1173"/>
                      <a:pt x="2089" y="1173"/>
                    </a:cubicBezTo>
                    <a:cubicBezTo>
                      <a:pt x="2111" y="1173"/>
                      <a:pt x="2015" y="1204"/>
                      <a:pt x="1964" y="1226"/>
                    </a:cubicBezTo>
                    <a:cubicBezTo>
                      <a:pt x="1922" y="1226"/>
                      <a:pt x="1943" y="1267"/>
                      <a:pt x="1985" y="1288"/>
                    </a:cubicBezTo>
                    <a:cubicBezTo>
                      <a:pt x="2027" y="1288"/>
                      <a:pt x="2053" y="1267"/>
                      <a:pt x="2137" y="1199"/>
                    </a:cubicBezTo>
                    <a:cubicBezTo>
                      <a:pt x="2181" y="1178"/>
                      <a:pt x="2204" y="1173"/>
                      <a:pt x="2220" y="1173"/>
                    </a:cubicBezTo>
                    <a:cubicBezTo>
                      <a:pt x="2236" y="1173"/>
                      <a:pt x="2247" y="1178"/>
                      <a:pt x="2268" y="1178"/>
                    </a:cubicBezTo>
                    <a:cubicBezTo>
                      <a:pt x="2315" y="1157"/>
                      <a:pt x="2268" y="1137"/>
                      <a:pt x="2226" y="1116"/>
                    </a:cubicBezTo>
                    <a:lnTo>
                      <a:pt x="2116" y="1116"/>
                    </a:lnTo>
                    <a:cubicBezTo>
                      <a:pt x="2074" y="1095"/>
                      <a:pt x="2095" y="1068"/>
                      <a:pt x="2137" y="1047"/>
                    </a:cubicBezTo>
                    <a:cubicBezTo>
                      <a:pt x="2184" y="1006"/>
                      <a:pt x="2205" y="1006"/>
                      <a:pt x="2184" y="964"/>
                    </a:cubicBezTo>
                    <a:cubicBezTo>
                      <a:pt x="2179" y="958"/>
                      <a:pt x="2172" y="956"/>
                      <a:pt x="2164" y="956"/>
                    </a:cubicBezTo>
                    <a:cubicBezTo>
                      <a:pt x="2132" y="956"/>
                      <a:pt x="2077" y="993"/>
                      <a:pt x="2006" y="1027"/>
                    </a:cubicBezTo>
                    <a:cubicBezTo>
                      <a:pt x="1971" y="1035"/>
                      <a:pt x="1951" y="1040"/>
                      <a:pt x="1942" y="1040"/>
                    </a:cubicBezTo>
                    <a:cubicBezTo>
                      <a:pt x="1929" y="1040"/>
                      <a:pt x="1940" y="1030"/>
                      <a:pt x="1964" y="1006"/>
                    </a:cubicBezTo>
                    <a:cubicBezTo>
                      <a:pt x="2006" y="964"/>
                      <a:pt x="2053" y="964"/>
                      <a:pt x="2116" y="938"/>
                    </a:cubicBezTo>
                    <a:cubicBezTo>
                      <a:pt x="2137" y="925"/>
                      <a:pt x="2155" y="920"/>
                      <a:pt x="2172" y="920"/>
                    </a:cubicBezTo>
                    <a:cubicBezTo>
                      <a:pt x="2210" y="920"/>
                      <a:pt x="2239" y="946"/>
                      <a:pt x="2268" y="964"/>
                    </a:cubicBezTo>
                    <a:cubicBezTo>
                      <a:pt x="2336" y="964"/>
                      <a:pt x="2357" y="938"/>
                      <a:pt x="2420" y="896"/>
                    </a:cubicBezTo>
                    <a:cubicBezTo>
                      <a:pt x="2467" y="875"/>
                      <a:pt x="2551" y="896"/>
                      <a:pt x="2598" y="854"/>
                    </a:cubicBezTo>
                    <a:cubicBezTo>
                      <a:pt x="2619" y="833"/>
                      <a:pt x="2598" y="807"/>
                      <a:pt x="2551" y="744"/>
                    </a:cubicBezTo>
                    <a:cubicBezTo>
                      <a:pt x="2488" y="676"/>
                      <a:pt x="2488" y="702"/>
                      <a:pt x="2467" y="655"/>
                    </a:cubicBezTo>
                    <a:cubicBezTo>
                      <a:pt x="2446" y="634"/>
                      <a:pt x="2488" y="592"/>
                      <a:pt x="2488" y="545"/>
                    </a:cubicBezTo>
                    <a:cubicBezTo>
                      <a:pt x="2488" y="505"/>
                      <a:pt x="2488" y="490"/>
                      <a:pt x="2470" y="490"/>
                    </a:cubicBezTo>
                    <a:cubicBezTo>
                      <a:pt x="2460" y="490"/>
                      <a:pt x="2445" y="495"/>
                      <a:pt x="2420" y="503"/>
                    </a:cubicBezTo>
                    <a:cubicBezTo>
                      <a:pt x="2378" y="503"/>
                      <a:pt x="2399" y="524"/>
                      <a:pt x="2357" y="545"/>
                    </a:cubicBezTo>
                    <a:cubicBezTo>
                      <a:pt x="2348" y="550"/>
                      <a:pt x="2340" y="552"/>
                      <a:pt x="2333" y="552"/>
                    </a:cubicBezTo>
                    <a:cubicBezTo>
                      <a:pt x="2305" y="552"/>
                      <a:pt x="2289" y="519"/>
                      <a:pt x="2289" y="503"/>
                    </a:cubicBezTo>
                    <a:cubicBezTo>
                      <a:pt x="2268" y="482"/>
                      <a:pt x="2336" y="461"/>
                      <a:pt x="2315" y="440"/>
                    </a:cubicBezTo>
                    <a:cubicBezTo>
                      <a:pt x="2289" y="393"/>
                      <a:pt x="2289" y="372"/>
                      <a:pt x="2226" y="372"/>
                    </a:cubicBezTo>
                    <a:cubicBezTo>
                      <a:pt x="2215" y="366"/>
                      <a:pt x="2208" y="364"/>
                      <a:pt x="2203" y="364"/>
                    </a:cubicBezTo>
                    <a:cubicBezTo>
                      <a:pt x="2190" y="364"/>
                      <a:pt x="2192" y="383"/>
                      <a:pt x="2158" y="414"/>
                    </a:cubicBezTo>
                    <a:cubicBezTo>
                      <a:pt x="2116" y="482"/>
                      <a:pt x="2116" y="461"/>
                      <a:pt x="2095" y="482"/>
                    </a:cubicBezTo>
                    <a:cubicBezTo>
                      <a:pt x="2053" y="482"/>
                      <a:pt x="2053" y="503"/>
                      <a:pt x="2027" y="545"/>
                    </a:cubicBezTo>
                    <a:cubicBezTo>
                      <a:pt x="2027" y="592"/>
                      <a:pt x="2027" y="571"/>
                      <a:pt x="2006" y="613"/>
                    </a:cubicBezTo>
                    <a:cubicBezTo>
                      <a:pt x="1964" y="655"/>
                      <a:pt x="1943" y="655"/>
                      <a:pt x="1896" y="655"/>
                    </a:cubicBezTo>
                    <a:cubicBezTo>
                      <a:pt x="1854" y="676"/>
                      <a:pt x="1875" y="655"/>
                      <a:pt x="1833" y="702"/>
                    </a:cubicBezTo>
                    <a:cubicBezTo>
                      <a:pt x="1812" y="744"/>
                      <a:pt x="1833" y="765"/>
                      <a:pt x="1791" y="807"/>
                    </a:cubicBezTo>
                    <a:cubicBezTo>
                      <a:pt x="1758" y="825"/>
                      <a:pt x="1737" y="841"/>
                      <a:pt x="1721" y="841"/>
                    </a:cubicBezTo>
                    <a:cubicBezTo>
                      <a:pt x="1714" y="841"/>
                      <a:pt x="1708" y="839"/>
                      <a:pt x="1702" y="833"/>
                    </a:cubicBezTo>
                    <a:cubicBezTo>
                      <a:pt x="1702" y="833"/>
                      <a:pt x="1681" y="786"/>
                      <a:pt x="1702" y="744"/>
                    </a:cubicBezTo>
                    <a:cubicBezTo>
                      <a:pt x="1744" y="676"/>
                      <a:pt x="1791" y="655"/>
                      <a:pt x="1765" y="634"/>
                    </a:cubicBezTo>
                    <a:cubicBezTo>
                      <a:pt x="1744" y="613"/>
                      <a:pt x="1723" y="592"/>
                      <a:pt x="1681" y="571"/>
                    </a:cubicBezTo>
                    <a:cubicBezTo>
                      <a:pt x="1634" y="524"/>
                      <a:pt x="1660" y="482"/>
                      <a:pt x="1702" y="414"/>
                    </a:cubicBezTo>
                    <a:cubicBezTo>
                      <a:pt x="1744" y="372"/>
                      <a:pt x="1854" y="330"/>
                      <a:pt x="1922" y="309"/>
                    </a:cubicBezTo>
                    <a:cubicBezTo>
                      <a:pt x="1985" y="283"/>
                      <a:pt x="2074" y="283"/>
                      <a:pt x="2137" y="241"/>
                    </a:cubicBezTo>
                    <a:cubicBezTo>
                      <a:pt x="2205" y="220"/>
                      <a:pt x="2158" y="220"/>
                      <a:pt x="2205" y="199"/>
                    </a:cubicBezTo>
                    <a:cubicBezTo>
                      <a:pt x="2268" y="199"/>
                      <a:pt x="2289" y="199"/>
                      <a:pt x="2336" y="178"/>
                    </a:cubicBezTo>
                    <a:cubicBezTo>
                      <a:pt x="2378" y="178"/>
                      <a:pt x="2399" y="131"/>
                      <a:pt x="2399" y="110"/>
                    </a:cubicBezTo>
                    <a:cubicBezTo>
                      <a:pt x="2399" y="97"/>
                      <a:pt x="2395" y="92"/>
                      <a:pt x="2388" y="92"/>
                    </a:cubicBezTo>
                    <a:cubicBezTo>
                      <a:pt x="2373" y="92"/>
                      <a:pt x="2344" y="117"/>
                      <a:pt x="2315" y="131"/>
                    </a:cubicBezTo>
                    <a:cubicBezTo>
                      <a:pt x="2288" y="158"/>
                      <a:pt x="2270" y="170"/>
                      <a:pt x="2255" y="170"/>
                    </a:cubicBezTo>
                    <a:cubicBezTo>
                      <a:pt x="2244" y="170"/>
                      <a:pt x="2235" y="163"/>
                      <a:pt x="2226" y="152"/>
                    </a:cubicBezTo>
                    <a:cubicBezTo>
                      <a:pt x="2205" y="152"/>
                      <a:pt x="2268" y="110"/>
                      <a:pt x="2289" y="89"/>
                    </a:cubicBezTo>
                    <a:cubicBezTo>
                      <a:pt x="2315" y="89"/>
                      <a:pt x="2336" y="47"/>
                      <a:pt x="2336" y="21"/>
                    </a:cubicBezTo>
                    <a:cubicBezTo>
                      <a:pt x="2332" y="18"/>
                      <a:pt x="2329" y="16"/>
                      <a:pt x="2325" y="16"/>
                    </a:cubicBezTo>
                    <a:cubicBezTo>
                      <a:pt x="2306" y="16"/>
                      <a:pt x="2282" y="54"/>
                      <a:pt x="2247" y="89"/>
                    </a:cubicBezTo>
                    <a:cubicBezTo>
                      <a:pt x="2184" y="131"/>
                      <a:pt x="2184" y="131"/>
                      <a:pt x="2116" y="131"/>
                    </a:cubicBezTo>
                    <a:cubicBezTo>
                      <a:pt x="2074" y="131"/>
                      <a:pt x="2074" y="110"/>
                      <a:pt x="2027" y="110"/>
                    </a:cubicBezTo>
                    <a:cubicBezTo>
                      <a:pt x="1985" y="110"/>
                      <a:pt x="1985" y="89"/>
                      <a:pt x="2027" y="68"/>
                    </a:cubicBezTo>
                    <a:cubicBezTo>
                      <a:pt x="2095" y="47"/>
                      <a:pt x="2095" y="0"/>
                      <a:pt x="202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4" name="Google Shape;2624;p58">
                <a:extLst>
                  <a:ext uri="{FF2B5EF4-FFF2-40B4-BE49-F238E27FC236}">
                    <a16:creationId xmlns:a16="http://schemas.microsoft.com/office/drawing/2014/main" id="{5B3D5193-D4E9-FB80-B6B0-85A0761BB599}"/>
                  </a:ext>
                </a:extLst>
              </p:cNvPr>
              <p:cNvSpPr/>
              <p:nvPr/>
            </p:nvSpPr>
            <p:spPr>
              <a:xfrm>
                <a:off x="3361834" y="499832"/>
                <a:ext cx="686283" cy="1316037"/>
              </a:xfrm>
              <a:custGeom>
                <a:avLst/>
                <a:gdLst/>
                <a:ahLst/>
                <a:cxnLst/>
                <a:rect l="l" t="t" r="r" b="b"/>
                <a:pathLst>
                  <a:path w="3641" h="6982" extrusionOk="0">
                    <a:moveTo>
                      <a:pt x="980" y="2158"/>
                    </a:moveTo>
                    <a:cubicBezTo>
                      <a:pt x="980" y="2184"/>
                      <a:pt x="980" y="2226"/>
                      <a:pt x="959" y="2247"/>
                    </a:cubicBezTo>
                    <a:lnTo>
                      <a:pt x="959" y="2268"/>
                    </a:lnTo>
                    <a:lnTo>
                      <a:pt x="938" y="2247"/>
                    </a:lnTo>
                    <a:lnTo>
                      <a:pt x="959" y="2226"/>
                    </a:lnTo>
                    <a:cubicBezTo>
                      <a:pt x="959" y="2205"/>
                      <a:pt x="959" y="2184"/>
                      <a:pt x="980" y="2158"/>
                    </a:cubicBezTo>
                    <a:close/>
                    <a:moveTo>
                      <a:pt x="566" y="2598"/>
                    </a:moveTo>
                    <a:cubicBezTo>
                      <a:pt x="545" y="2619"/>
                      <a:pt x="545" y="2639"/>
                      <a:pt x="499" y="2706"/>
                    </a:cubicBezTo>
                    <a:lnTo>
                      <a:pt x="499" y="2706"/>
                    </a:lnTo>
                    <a:cubicBezTo>
                      <a:pt x="501" y="2691"/>
                      <a:pt x="507" y="2675"/>
                      <a:pt x="524" y="2661"/>
                    </a:cubicBezTo>
                    <a:cubicBezTo>
                      <a:pt x="545" y="2619"/>
                      <a:pt x="545" y="2598"/>
                      <a:pt x="545" y="2598"/>
                    </a:cubicBezTo>
                    <a:close/>
                    <a:moveTo>
                      <a:pt x="1985" y="131"/>
                    </a:moveTo>
                    <a:cubicBezTo>
                      <a:pt x="1985" y="152"/>
                      <a:pt x="1985" y="173"/>
                      <a:pt x="2006" y="194"/>
                    </a:cubicBezTo>
                    <a:cubicBezTo>
                      <a:pt x="2027" y="220"/>
                      <a:pt x="2048" y="220"/>
                      <a:pt x="2069" y="220"/>
                    </a:cubicBezTo>
                    <a:lnTo>
                      <a:pt x="2179" y="220"/>
                    </a:lnTo>
                    <a:lnTo>
                      <a:pt x="2179" y="241"/>
                    </a:lnTo>
                    <a:lnTo>
                      <a:pt x="2158" y="241"/>
                    </a:lnTo>
                    <a:cubicBezTo>
                      <a:pt x="2137" y="262"/>
                      <a:pt x="2095" y="262"/>
                      <a:pt x="2069" y="262"/>
                    </a:cubicBezTo>
                    <a:cubicBezTo>
                      <a:pt x="2027" y="283"/>
                      <a:pt x="1985" y="283"/>
                      <a:pt x="1938" y="283"/>
                    </a:cubicBezTo>
                    <a:cubicBezTo>
                      <a:pt x="1917" y="304"/>
                      <a:pt x="1854" y="325"/>
                      <a:pt x="1807" y="351"/>
                    </a:cubicBezTo>
                    <a:cubicBezTo>
                      <a:pt x="1765" y="372"/>
                      <a:pt x="1723" y="393"/>
                      <a:pt x="1702" y="435"/>
                    </a:cubicBezTo>
                    <a:cubicBezTo>
                      <a:pt x="1676" y="456"/>
                      <a:pt x="1655" y="503"/>
                      <a:pt x="1655" y="524"/>
                    </a:cubicBezTo>
                    <a:cubicBezTo>
                      <a:pt x="1634" y="545"/>
                      <a:pt x="1634" y="566"/>
                      <a:pt x="1655" y="587"/>
                    </a:cubicBezTo>
                    <a:cubicBezTo>
                      <a:pt x="1655" y="613"/>
                      <a:pt x="1676" y="634"/>
                      <a:pt x="1702" y="655"/>
                    </a:cubicBezTo>
                    <a:cubicBezTo>
                      <a:pt x="1723" y="676"/>
                      <a:pt x="1744" y="676"/>
                      <a:pt x="1744" y="697"/>
                    </a:cubicBezTo>
                    <a:cubicBezTo>
                      <a:pt x="1744" y="697"/>
                      <a:pt x="1723" y="718"/>
                      <a:pt x="1702" y="744"/>
                    </a:cubicBezTo>
                    <a:cubicBezTo>
                      <a:pt x="1676" y="786"/>
                      <a:pt x="1676" y="807"/>
                      <a:pt x="1676" y="849"/>
                    </a:cubicBezTo>
                    <a:cubicBezTo>
                      <a:pt x="1676" y="875"/>
                      <a:pt x="1702" y="896"/>
                      <a:pt x="1723" y="917"/>
                    </a:cubicBezTo>
                    <a:cubicBezTo>
                      <a:pt x="1723" y="938"/>
                      <a:pt x="1744" y="938"/>
                      <a:pt x="1765" y="938"/>
                    </a:cubicBezTo>
                    <a:lnTo>
                      <a:pt x="1807" y="938"/>
                    </a:lnTo>
                    <a:cubicBezTo>
                      <a:pt x="1833" y="917"/>
                      <a:pt x="1854" y="896"/>
                      <a:pt x="1875" y="875"/>
                    </a:cubicBezTo>
                    <a:cubicBezTo>
                      <a:pt x="1896" y="849"/>
                      <a:pt x="1896" y="828"/>
                      <a:pt x="1917" y="807"/>
                    </a:cubicBezTo>
                    <a:cubicBezTo>
                      <a:pt x="1917" y="807"/>
                      <a:pt x="1917" y="786"/>
                      <a:pt x="1938" y="765"/>
                    </a:cubicBezTo>
                    <a:lnTo>
                      <a:pt x="1964" y="765"/>
                    </a:lnTo>
                    <a:cubicBezTo>
                      <a:pt x="1964" y="744"/>
                      <a:pt x="1985" y="744"/>
                      <a:pt x="2006" y="744"/>
                    </a:cubicBezTo>
                    <a:cubicBezTo>
                      <a:pt x="2027" y="718"/>
                      <a:pt x="2048" y="718"/>
                      <a:pt x="2069" y="676"/>
                    </a:cubicBezTo>
                    <a:cubicBezTo>
                      <a:pt x="2116" y="655"/>
                      <a:pt x="2116" y="655"/>
                      <a:pt x="2137" y="613"/>
                    </a:cubicBezTo>
                    <a:lnTo>
                      <a:pt x="2137" y="566"/>
                    </a:lnTo>
                    <a:cubicBezTo>
                      <a:pt x="2158" y="566"/>
                      <a:pt x="2179" y="566"/>
                      <a:pt x="2200" y="545"/>
                    </a:cubicBezTo>
                    <a:cubicBezTo>
                      <a:pt x="2226" y="545"/>
                      <a:pt x="2226" y="524"/>
                      <a:pt x="2247" y="503"/>
                    </a:cubicBezTo>
                    <a:cubicBezTo>
                      <a:pt x="2268" y="482"/>
                      <a:pt x="2268" y="482"/>
                      <a:pt x="2268" y="456"/>
                    </a:cubicBezTo>
                    <a:lnTo>
                      <a:pt x="2289" y="482"/>
                    </a:lnTo>
                    <a:lnTo>
                      <a:pt x="2289" y="503"/>
                    </a:lnTo>
                    <a:cubicBezTo>
                      <a:pt x="2268" y="524"/>
                      <a:pt x="2268" y="566"/>
                      <a:pt x="2289" y="587"/>
                    </a:cubicBezTo>
                    <a:cubicBezTo>
                      <a:pt x="2289" y="587"/>
                      <a:pt x="2289" y="613"/>
                      <a:pt x="2310" y="634"/>
                    </a:cubicBezTo>
                    <a:cubicBezTo>
                      <a:pt x="2310" y="634"/>
                      <a:pt x="2331" y="655"/>
                      <a:pt x="2357" y="655"/>
                    </a:cubicBezTo>
                    <a:cubicBezTo>
                      <a:pt x="2378" y="655"/>
                      <a:pt x="2399" y="655"/>
                      <a:pt x="2399" y="634"/>
                    </a:cubicBezTo>
                    <a:cubicBezTo>
                      <a:pt x="2441" y="634"/>
                      <a:pt x="2462" y="613"/>
                      <a:pt x="2462" y="587"/>
                    </a:cubicBezTo>
                    <a:lnTo>
                      <a:pt x="2462" y="634"/>
                    </a:lnTo>
                    <a:cubicBezTo>
                      <a:pt x="2462" y="655"/>
                      <a:pt x="2441" y="655"/>
                      <a:pt x="2441" y="676"/>
                    </a:cubicBezTo>
                    <a:cubicBezTo>
                      <a:pt x="2441" y="697"/>
                      <a:pt x="2462" y="718"/>
                      <a:pt x="2462" y="744"/>
                    </a:cubicBezTo>
                    <a:cubicBezTo>
                      <a:pt x="2488" y="765"/>
                      <a:pt x="2509" y="765"/>
                      <a:pt x="2509" y="786"/>
                    </a:cubicBezTo>
                    <a:cubicBezTo>
                      <a:pt x="2509" y="786"/>
                      <a:pt x="2530" y="786"/>
                      <a:pt x="2551" y="807"/>
                    </a:cubicBezTo>
                    <a:cubicBezTo>
                      <a:pt x="2572" y="849"/>
                      <a:pt x="2572" y="849"/>
                      <a:pt x="2572" y="875"/>
                    </a:cubicBezTo>
                    <a:lnTo>
                      <a:pt x="2551" y="875"/>
                    </a:lnTo>
                    <a:cubicBezTo>
                      <a:pt x="2509" y="875"/>
                      <a:pt x="2462" y="875"/>
                      <a:pt x="2420" y="896"/>
                    </a:cubicBezTo>
                    <a:cubicBezTo>
                      <a:pt x="2399" y="917"/>
                      <a:pt x="2378" y="938"/>
                      <a:pt x="2378" y="938"/>
                    </a:cubicBezTo>
                    <a:cubicBezTo>
                      <a:pt x="2367" y="948"/>
                      <a:pt x="2362" y="953"/>
                      <a:pt x="2356" y="953"/>
                    </a:cubicBezTo>
                    <a:cubicBezTo>
                      <a:pt x="2350" y="953"/>
                      <a:pt x="2344" y="948"/>
                      <a:pt x="2331" y="938"/>
                    </a:cubicBezTo>
                    <a:cubicBezTo>
                      <a:pt x="2310" y="938"/>
                      <a:pt x="2289" y="917"/>
                      <a:pt x="2247" y="917"/>
                    </a:cubicBezTo>
                    <a:cubicBezTo>
                      <a:pt x="2226" y="917"/>
                      <a:pt x="2179" y="917"/>
                      <a:pt x="2137" y="938"/>
                    </a:cubicBezTo>
                    <a:cubicBezTo>
                      <a:pt x="2095" y="938"/>
                      <a:pt x="2069" y="938"/>
                      <a:pt x="2048" y="959"/>
                    </a:cubicBezTo>
                    <a:cubicBezTo>
                      <a:pt x="2027" y="959"/>
                      <a:pt x="2006" y="980"/>
                      <a:pt x="1985" y="1006"/>
                    </a:cubicBezTo>
                    <a:cubicBezTo>
                      <a:pt x="1964" y="1006"/>
                      <a:pt x="1964" y="1027"/>
                      <a:pt x="1938" y="1027"/>
                    </a:cubicBezTo>
                    <a:lnTo>
                      <a:pt x="1938" y="1048"/>
                    </a:lnTo>
                    <a:cubicBezTo>
                      <a:pt x="1938" y="1048"/>
                      <a:pt x="1917" y="1048"/>
                      <a:pt x="1917" y="1069"/>
                    </a:cubicBezTo>
                    <a:lnTo>
                      <a:pt x="1917" y="1089"/>
                    </a:lnTo>
                    <a:lnTo>
                      <a:pt x="1938" y="1110"/>
                    </a:lnTo>
                    <a:lnTo>
                      <a:pt x="1964" y="1137"/>
                    </a:lnTo>
                    <a:lnTo>
                      <a:pt x="2006" y="1137"/>
                    </a:lnTo>
                    <a:cubicBezTo>
                      <a:pt x="2027" y="1137"/>
                      <a:pt x="2027" y="1110"/>
                      <a:pt x="2069" y="1110"/>
                    </a:cubicBezTo>
                    <a:lnTo>
                      <a:pt x="2095" y="1089"/>
                    </a:lnTo>
                    <a:lnTo>
                      <a:pt x="2095" y="1110"/>
                    </a:lnTo>
                    <a:cubicBezTo>
                      <a:pt x="2069" y="1110"/>
                      <a:pt x="2069" y="1137"/>
                      <a:pt x="2095" y="1158"/>
                    </a:cubicBezTo>
                    <a:cubicBezTo>
                      <a:pt x="1964" y="1179"/>
                      <a:pt x="1917" y="1199"/>
                      <a:pt x="1807" y="1268"/>
                    </a:cubicBezTo>
                    <a:cubicBezTo>
                      <a:pt x="1723" y="1330"/>
                      <a:pt x="1655" y="1351"/>
                      <a:pt x="1571" y="1440"/>
                    </a:cubicBezTo>
                    <a:cubicBezTo>
                      <a:pt x="1503" y="1503"/>
                      <a:pt x="1482" y="1529"/>
                      <a:pt x="1414" y="1613"/>
                    </a:cubicBezTo>
                    <a:cubicBezTo>
                      <a:pt x="1352" y="1681"/>
                      <a:pt x="1242" y="1791"/>
                      <a:pt x="1179" y="1833"/>
                    </a:cubicBezTo>
                    <a:cubicBezTo>
                      <a:pt x="1153" y="1854"/>
                      <a:pt x="1132" y="1854"/>
                      <a:pt x="1111" y="1854"/>
                    </a:cubicBezTo>
                    <a:cubicBezTo>
                      <a:pt x="1069" y="1875"/>
                      <a:pt x="1048" y="1922"/>
                      <a:pt x="1022" y="1964"/>
                    </a:cubicBezTo>
                    <a:cubicBezTo>
                      <a:pt x="1010" y="1987"/>
                      <a:pt x="999" y="2017"/>
                      <a:pt x="991" y="2051"/>
                    </a:cubicBezTo>
                    <a:lnTo>
                      <a:pt x="991" y="2051"/>
                    </a:lnTo>
                    <a:cubicBezTo>
                      <a:pt x="980" y="2044"/>
                      <a:pt x="980" y="2027"/>
                      <a:pt x="980" y="2027"/>
                    </a:cubicBezTo>
                    <a:lnTo>
                      <a:pt x="959" y="2006"/>
                    </a:lnTo>
                    <a:cubicBezTo>
                      <a:pt x="938" y="1985"/>
                      <a:pt x="917" y="1985"/>
                      <a:pt x="870" y="1985"/>
                    </a:cubicBezTo>
                    <a:lnTo>
                      <a:pt x="849" y="1985"/>
                    </a:lnTo>
                    <a:cubicBezTo>
                      <a:pt x="849" y="1985"/>
                      <a:pt x="828" y="1964"/>
                      <a:pt x="786" y="1943"/>
                    </a:cubicBezTo>
                    <a:cubicBezTo>
                      <a:pt x="760" y="1943"/>
                      <a:pt x="739" y="1943"/>
                      <a:pt x="718" y="1964"/>
                    </a:cubicBezTo>
                    <a:lnTo>
                      <a:pt x="697" y="1985"/>
                    </a:lnTo>
                    <a:lnTo>
                      <a:pt x="697" y="1964"/>
                    </a:lnTo>
                    <a:cubicBezTo>
                      <a:pt x="697" y="1964"/>
                      <a:pt x="655" y="1922"/>
                      <a:pt x="629" y="1922"/>
                    </a:cubicBezTo>
                    <a:cubicBezTo>
                      <a:pt x="608" y="1922"/>
                      <a:pt x="566" y="1922"/>
                      <a:pt x="545" y="1943"/>
                    </a:cubicBezTo>
                    <a:cubicBezTo>
                      <a:pt x="524" y="1943"/>
                      <a:pt x="498" y="1964"/>
                      <a:pt x="456" y="1985"/>
                    </a:cubicBezTo>
                    <a:cubicBezTo>
                      <a:pt x="393" y="2027"/>
                      <a:pt x="325" y="2074"/>
                      <a:pt x="304" y="2184"/>
                    </a:cubicBezTo>
                    <a:cubicBezTo>
                      <a:pt x="262" y="2289"/>
                      <a:pt x="215" y="2399"/>
                      <a:pt x="215" y="2488"/>
                    </a:cubicBezTo>
                    <a:lnTo>
                      <a:pt x="215" y="2598"/>
                    </a:lnTo>
                    <a:cubicBezTo>
                      <a:pt x="215" y="2640"/>
                      <a:pt x="215" y="2682"/>
                      <a:pt x="262" y="2708"/>
                    </a:cubicBezTo>
                    <a:cubicBezTo>
                      <a:pt x="262" y="2708"/>
                      <a:pt x="262" y="2729"/>
                      <a:pt x="283" y="2750"/>
                    </a:cubicBezTo>
                    <a:lnTo>
                      <a:pt x="456" y="2750"/>
                    </a:lnTo>
                    <a:cubicBezTo>
                      <a:pt x="477" y="2750"/>
                      <a:pt x="477" y="2729"/>
                      <a:pt x="477" y="2729"/>
                    </a:cubicBezTo>
                    <a:lnTo>
                      <a:pt x="477" y="2729"/>
                    </a:lnTo>
                    <a:cubicBezTo>
                      <a:pt x="477" y="2750"/>
                      <a:pt x="477" y="2750"/>
                      <a:pt x="456" y="2750"/>
                    </a:cubicBezTo>
                    <a:cubicBezTo>
                      <a:pt x="456" y="2771"/>
                      <a:pt x="435" y="2771"/>
                      <a:pt x="435" y="2791"/>
                    </a:cubicBezTo>
                    <a:cubicBezTo>
                      <a:pt x="414" y="2812"/>
                      <a:pt x="435" y="2860"/>
                      <a:pt x="435" y="2860"/>
                    </a:cubicBezTo>
                    <a:cubicBezTo>
                      <a:pt x="435" y="2881"/>
                      <a:pt x="456" y="2901"/>
                      <a:pt x="456" y="2922"/>
                    </a:cubicBezTo>
                    <a:cubicBezTo>
                      <a:pt x="477" y="2943"/>
                      <a:pt x="524" y="2970"/>
                      <a:pt x="545" y="2970"/>
                    </a:cubicBezTo>
                    <a:cubicBezTo>
                      <a:pt x="566" y="2970"/>
                      <a:pt x="566" y="2943"/>
                      <a:pt x="587" y="2943"/>
                    </a:cubicBezTo>
                    <a:cubicBezTo>
                      <a:pt x="608" y="3011"/>
                      <a:pt x="629" y="3053"/>
                      <a:pt x="608" y="3100"/>
                    </a:cubicBezTo>
                    <a:cubicBezTo>
                      <a:pt x="587" y="3142"/>
                      <a:pt x="545" y="3205"/>
                      <a:pt x="566" y="3294"/>
                    </a:cubicBezTo>
                    <a:lnTo>
                      <a:pt x="566" y="3336"/>
                    </a:lnTo>
                    <a:cubicBezTo>
                      <a:pt x="566" y="3315"/>
                      <a:pt x="545" y="3315"/>
                      <a:pt x="545" y="3315"/>
                    </a:cubicBezTo>
                    <a:cubicBezTo>
                      <a:pt x="566" y="3252"/>
                      <a:pt x="524" y="3205"/>
                      <a:pt x="498" y="3142"/>
                    </a:cubicBezTo>
                    <a:cubicBezTo>
                      <a:pt x="477" y="3074"/>
                      <a:pt x="435" y="3011"/>
                      <a:pt x="414" y="2970"/>
                    </a:cubicBezTo>
                    <a:cubicBezTo>
                      <a:pt x="346" y="2901"/>
                      <a:pt x="304" y="2860"/>
                      <a:pt x="236" y="2771"/>
                    </a:cubicBezTo>
                    <a:cubicBezTo>
                      <a:pt x="173" y="2661"/>
                      <a:pt x="131" y="2598"/>
                      <a:pt x="131" y="2530"/>
                    </a:cubicBezTo>
                    <a:cubicBezTo>
                      <a:pt x="131" y="2420"/>
                      <a:pt x="131" y="2357"/>
                      <a:pt x="152" y="2289"/>
                    </a:cubicBezTo>
                    <a:cubicBezTo>
                      <a:pt x="194" y="2184"/>
                      <a:pt x="194" y="2095"/>
                      <a:pt x="215" y="2027"/>
                    </a:cubicBezTo>
                    <a:cubicBezTo>
                      <a:pt x="236" y="1922"/>
                      <a:pt x="236" y="1896"/>
                      <a:pt x="283" y="1833"/>
                    </a:cubicBezTo>
                    <a:cubicBezTo>
                      <a:pt x="325" y="1744"/>
                      <a:pt x="325" y="1681"/>
                      <a:pt x="325" y="1681"/>
                    </a:cubicBezTo>
                    <a:lnTo>
                      <a:pt x="325" y="1660"/>
                    </a:lnTo>
                    <a:lnTo>
                      <a:pt x="304" y="1660"/>
                    </a:lnTo>
                    <a:cubicBezTo>
                      <a:pt x="325" y="1613"/>
                      <a:pt x="325" y="1592"/>
                      <a:pt x="346" y="1571"/>
                    </a:cubicBezTo>
                    <a:cubicBezTo>
                      <a:pt x="346" y="1571"/>
                      <a:pt x="393" y="1482"/>
                      <a:pt x="456" y="1398"/>
                    </a:cubicBezTo>
                    <a:cubicBezTo>
                      <a:pt x="498" y="1309"/>
                      <a:pt x="587" y="1199"/>
                      <a:pt x="629" y="1137"/>
                    </a:cubicBezTo>
                    <a:cubicBezTo>
                      <a:pt x="655" y="1069"/>
                      <a:pt x="786" y="938"/>
                      <a:pt x="917" y="828"/>
                    </a:cubicBezTo>
                    <a:cubicBezTo>
                      <a:pt x="1048" y="718"/>
                      <a:pt x="1179" y="613"/>
                      <a:pt x="1221" y="587"/>
                    </a:cubicBezTo>
                    <a:cubicBezTo>
                      <a:pt x="1310" y="503"/>
                      <a:pt x="1592" y="325"/>
                      <a:pt x="1786" y="241"/>
                    </a:cubicBezTo>
                    <a:cubicBezTo>
                      <a:pt x="1917" y="173"/>
                      <a:pt x="1938" y="152"/>
                      <a:pt x="1985" y="131"/>
                    </a:cubicBezTo>
                    <a:close/>
                    <a:moveTo>
                      <a:pt x="1090" y="3383"/>
                    </a:moveTo>
                    <a:cubicBezTo>
                      <a:pt x="1179" y="3383"/>
                      <a:pt x="1221" y="3404"/>
                      <a:pt x="1262" y="3446"/>
                    </a:cubicBezTo>
                    <a:cubicBezTo>
                      <a:pt x="1310" y="3467"/>
                      <a:pt x="1352" y="3467"/>
                      <a:pt x="1393" y="3467"/>
                    </a:cubicBezTo>
                    <a:cubicBezTo>
                      <a:pt x="1414" y="3467"/>
                      <a:pt x="1441" y="3467"/>
                      <a:pt x="1524" y="3514"/>
                    </a:cubicBezTo>
                    <a:cubicBezTo>
                      <a:pt x="1676" y="3577"/>
                      <a:pt x="1807" y="3666"/>
                      <a:pt x="1985" y="3776"/>
                    </a:cubicBezTo>
                    <a:cubicBezTo>
                      <a:pt x="2069" y="3818"/>
                      <a:pt x="2137" y="3839"/>
                      <a:pt x="2179" y="3860"/>
                    </a:cubicBezTo>
                    <a:cubicBezTo>
                      <a:pt x="2226" y="3886"/>
                      <a:pt x="2268" y="3907"/>
                      <a:pt x="2331" y="3970"/>
                    </a:cubicBezTo>
                    <a:cubicBezTo>
                      <a:pt x="2399" y="4038"/>
                      <a:pt x="2420" y="4080"/>
                      <a:pt x="2420" y="4148"/>
                    </a:cubicBezTo>
                    <a:cubicBezTo>
                      <a:pt x="2441" y="4190"/>
                      <a:pt x="2462" y="4253"/>
                      <a:pt x="2530" y="4300"/>
                    </a:cubicBezTo>
                    <a:cubicBezTo>
                      <a:pt x="2640" y="4384"/>
                      <a:pt x="2750" y="4410"/>
                      <a:pt x="3012" y="4514"/>
                    </a:cubicBezTo>
                    <a:cubicBezTo>
                      <a:pt x="3143" y="4562"/>
                      <a:pt x="3226" y="4583"/>
                      <a:pt x="3294" y="4583"/>
                    </a:cubicBezTo>
                    <a:cubicBezTo>
                      <a:pt x="3336" y="4603"/>
                      <a:pt x="3357" y="4624"/>
                      <a:pt x="3425" y="4645"/>
                    </a:cubicBezTo>
                    <a:cubicBezTo>
                      <a:pt x="3509" y="4713"/>
                      <a:pt x="3509" y="4802"/>
                      <a:pt x="3488" y="4865"/>
                    </a:cubicBezTo>
                    <a:cubicBezTo>
                      <a:pt x="3467" y="4886"/>
                      <a:pt x="3446" y="4907"/>
                      <a:pt x="3404" y="4954"/>
                    </a:cubicBezTo>
                    <a:cubicBezTo>
                      <a:pt x="3357" y="4996"/>
                      <a:pt x="3315" y="5038"/>
                      <a:pt x="3273" y="5085"/>
                    </a:cubicBezTo>
                    <a:cubicBezTo>
                      <a:pt x="3247" y="5127"/>
                      <a:pt x="3226" y="5148"/>
                      <a:pt x="3226" y="5169"/>
                    </a:cubicBezTo>
                    <a:cubicBezTo>
                      <a:pt x="3205" y="5216"/>
                      <a:pt x="3205" y="5258"/>
                      <a:pt x="3184" y="5347"/>
                    </a:cubicBezTo>
                    <a:cubicBezTo>
                      <a:pt x="3184" y="5499"/>
                      <a:pt x="3143" y="5562"/>
                      <a:pt x="3053" y="5630"/>
                    </a:cubicBezTo>
                    <a:cubicBezTo>
                      <a:pt x="3033" y="5672"/>
                      <a:pt x="2985" y="5672"/>
                      <a:pt x="2944" y="5672"/>
                    </a:cubicBezTo>
                    <a:cubicBezTo>
                      <a:pt x="2902" y="5693"/>
                      <a:pt x="2854" y="5693"/>
                      <a:pt x="2792" y="5719"/>
                    </a:cubicBezTo>
                    <a:cubicBezTo>
                      <a:pt x="2750" y="5761"/>
                      <a:pt x="2703" y="5782"/>
                      <a:pt x="2682" y="5803"/>
                    </a:cubicBezTo>
                    <a:cubicBezTo>
                      <a:pt x="2661" y="5824"/>
                      <a:pt x="2661" y="5850"/>
                      <a:pt x="2640" y="5871"/>
                    </a:cubicBezTo>
                    <a:cubicBezTo>
                      <a:pt x="2640" y="5871"/>
                      <a:pt x="2619" y="5913"/>
                      <a:pt x="2593" y="5934"/>
                    </a:cubicBezTo>
                    <a:cubicBezTo>
                      <a:pt x="2572" y="5955"/>
                      <a:pt x="2551" y="6002"/>
                      <a:pt x="2530" y="6044"/>
                    </a:cubicBezTo>
                    <a:cubicBezTo>
                      <a:pt x="2462" y="6112"/>
                      <a:pt x="2399" y="6195"/>
                      <a:pt x="2357" y="6243"/>
                    </a:cubicBezTo>
                    <a:cubicBezTo>
                      <a:pt x="2289" y="6305"/>
                      <a:pt x="2289" y="6326"/>
                      <a:pt x="2268" y="6347"/>
                    </a:cubicBezTo>
                    <a:cubicBezTo>
                      <a:pt x="2268" y="6374"/>
                      <a:pt x="2268" y="6374"/>
                      <a:pt x="2226" y="6394"/>
                    </a:cubicBezTo>
                    <a:cubicBezTo>
                      <a:pt x="2179" y="6415"/>
                      <a:pt x="2158" y="6415"/>
                      <a:pt x="2116" y="6436"/>
                    </a:cubicBezTo>
                    <a:cubicBezTo>
                      <a:pt x="2116" y="6436"/>
                      <a:pt x="2095" y="6436"/>
                      <a:pt x="2069" y="6457"/>
                    </a:cubicBezTo>
                    <a:cubicBezTo>
                      <a:pt x="2048" y="6478"/>
                      <a:pt x="2048" y="6504"/>
                      <a:pt x="2048" y="6525"/>
                    </a:cubicBezTo>
                    <a:cubicBezTo>
                      <a:pt x="2027" y="6567"/>
                      <a:pt x="2048" y="6588"/>
                      <a:pt x="2048" y="6635"/>
                    </a:cubicBezTo>
                    <a:cubicBezTo>
                      <a:pt x="2069" y="6656"/>
                      <a:pt x="2095" y="6698"/>
                      <a:pt x="2116" y="6740"/>
                    </a:cubicBezTo>
                    <a:cubicBezTo>
                      <a:pt x="2116" y="6766"/>
                      <a:pt x="2116" y="6766"/>
                      <a:pt x="2137" y="6787"/>
                    </a:cubicBezTo>
                    <a:cubicBezTo>
                      <a:pt x="2095" y="6766"/>
                      <a:pt x="2069" y="6766"/>
                      <a:pt x="2048" y="6740"/>
                    </a:cubicBezTo>
                    <a:cubicBezTo>
                      <a:pt x="2006" y="6698"/>
                      <a:pt x="1964" y="6677"/>
                      <a:pt x="1938" y="6656"/>
                    </a:cubicBezTo>
                    <a:cubicBezTo>
                      <a:pt x="1917" y="6656"/>
                      <a:pt x="1896" y="6635"/>
                      <a:pt x="1875" y="6567"/>
                    </a:cubicBezTo>
                    <a:cubicBezTo>
                      <a:pt x="1833" y="6504"/>
                      <a:pt x="1786" y="6457"/>
                      <a:pt x="1765" y="6415"/>
                    </a:cubicBezTo>
                    <a:cubicBezTo>
                      <a:pt x="1744" y="6394"/>
                      <a:pt x="1723" y="6374"/>
                      <a:pt x="1702" y="6326"/>
                    </a:cubicBezTo>
                    <a:cubicBezTo>
                      <a:pt x="1676" y="6264"/>
                      <a:pt x="1655" y="6243"/>
                      <a:pt x="1655" y="6195"/>
                    </a:cubicBezTo>
                    <a:cubicBezTo>
                      <a:pt x="1634" y="6154"/>
                      <a:pt x="1613" y="6112"/>
                      <a:pt x="1613" y="6044"/>
                    </a:cubicBezTo>
                    <a:cubicBezTo>
                      <a:pt x="1592" y="5955"/>
                      <a:pt x="1545" y="5892"/>
                      <a:pt x="1524" y="5824"/>
                    </a:cubicBezTo>
                    <a:cubicBezTo>
                      <a:pt x="1503" y="5782"/>
                      <a:pt x="1482" y="5719"/>
                      <a:pt x="1482" y="5651"/>
                    </a:cubicBezTo>
                    <a:cubicBezTo>
                      <a:pt x="1482" y="5588"/>
                      <a:pt x="1461" y="5541"/>
                      <a:pt x="1461" y="5499"/>
                    </a:cubicBezTo>
                    <a:cubicBezTo>
                      <a:pt x="1441" y="5457"/>
                      <a:pt x="1441" y="5431"/>
                      <a:pt x="1441" y="5389"/>
                    </a:cubicBezTo>
                    <a:cubicBezTo>
                      <a:pt x="1414" y="5326"/>
                      <a:pt x="1393" y="5279"/>
                      <a:pt x="1352" y="5237"/>
                    </a:cubicBezTo>
                    <a:cubicBezTo>
                      <a:pt x="1310" y="5195"/>
                      <a:pt x="1262" y="5169"/>
                      <a:pt x="1221" y="5127"/>
                    </a:cubicBezTo>
                    <a:cubicBezTo>
                      <a:pt x="1179" y="5085"/>
                      <a:pt x="1132" y="5064"/>
                      <a:pt x="1090" y="5038"/>
                    </a:cubicBezTo>
                    <a:cubicBezTo>
                      <a:pt x="1048" y="5017"/>
                      <a:pt x="1022" y="4996"/>
                      <a:pt x="1022" y="4954"/>
                    </a:cubicBezTo>
                    <a:cubicBezTo>
                      <a:pt x="959" y="4844"/>
                      <a:pt x="891" y="4755"/>
                      <a:pt x="849" y="4603"/>
                    </a:cubicBezTo>
                    <a:cubicBezTo>
                      <a:pt x="828" y="4541"/>
                      <a:pt x="786" y="4473"/>
                      <a:pt x="739" y="4431"/>
                    </a:cubicBezTo>
                    <a:cubicBezTo>
                      <a:pt x="718" y="4384"/>
                      <a:pt x="718" y="4384"/>
                      <a:pt x="718" y="4342"/>
                    </a:cubicBezTo>
                    <a:cubicBezTo>
                      <a:pt x="739" y="4279"/>
                      <a:pt x="739" y="4279"/>
                      <a:pt x="760" y="4253"/>
                    </a:cubicBezTo>
                    <a:lnTo>
                      <a:pt x="760" y="4148"/>
                    </a:lnTo>
                    <a:cubicBezTo>
                      <a:pt x="760" y="4080"/>
                      <a:pt x="760" y="4080"/>
                      <a:pt x="786" y="4059"/>
                    </a:cubicBezTo>
                    <a:cubicBezTo>
                      <a:pt x="786" y="4059"/>
                      <a:pt x="807" y="4017"/>
                      <a:pt x="828" y="3970"/>
                    </a:cubicBezTo>
                    <a:cubicBezTo>
                      <a:pt x="891" y="3860"/>
                      <a:pt x="891" y="3818"/>
                      <a:pt x="891" y="3729"/>
                    </a:cubicBezTo>
                    <a:cubicBezTo>
                      <a:pt x="891" y="3645"/>
                      <a:pt x="891" y="3598"/>
                      <a:pt x="870" y="3556"/>
                    </a:cubicBezTo>
                    <a:lnTo>
                      <a:pt x="917" y="3556"/>
                    </a:lnTo>
                    <a:cubicBezTo>
                      <a:pt x="980" y="3514"/>
                      <a:pt x="980" y="3493"/>
                      <a:pt x="1022" y="3446"/>
                    </a:cubicBezTo>
                    <a:cubicBezTo>
                      <a:pt x="1048" y="3404"/>
                      <a:pt x="1048" y="3383"/>
                      <a:pt x="1069" y="3383"/>
                    </a:cubicBezTo>
                    <a:close/>
                    <a:moveTo>
                      <a:pt x="2048" y="0"/>
                    </a:moveTo>
                    <a:cubicBezTo>
                      <a:pt x="2048" y="0"/>
                      <a:pt x="1938" y="42"/>
                      <a:pt x="1744" y="131"/>
                    </a:cubicBezTo>
                    <a:cubicBezTo>
                      <a:pt x="1524" y="241"/>
                      <a:pt x="1242" y="414"/>
                      <a:pt x="1153" y="503"/>
                    </a:cubicBezTo>
                    <a:cubicBezTo>
                      <a:pt x="1090" y="524"/>
                      <a:pt x="980" y="634"/>
                      <a:pt x="849" y="744"/>
                    </a:cubicBezTo>
                    <a:cubicBezTo>
                      <a:pt x="718" y="875"/>
                      <a:pt x="587" y="980"/>
                      <a:pt x="545" y="1069"/>
                    </a:cubicBezTo>
                    <a:cubicBezTo>
                      <a:pt x="498" y="1158"/>
                      <a:pt x="414" y="1241"/>
                      <a:pt x="367" y="1330"/>
                    </a:cubicBezTo>
                    <a:cubicBezTo>
                      <a:pt x="304" y="1440"/>
                      <a:pt x="262" y="1503"/>
                      <a:pt x="236" y="1529"/>
                    </a:cubicBezTo>
                    <a:cubicBezTo>
                      <a:pt x="236" y="1550"/>
                      <a:pt x="215" y="1571"/>
                      <a:pt x="215" y="1613"/>
                    </a:cubicBezTo>
                    <a:cubicBezTo>
                      <a:pt x="194" y="1634"/>
                      <a:pt x="173" y="1681"/>
                      <a:pt x="173" y="1702"/>
                    </a:cubicBezTo>
                    <a:cubicBezTo>
                      <a:pt x="131" y="1744"/>
                      <a:pt x="105" y="1812"/>
                      <a:pt x="63" y="1896"/>
                    </a:cubicBezTo>
                    <a:cubicBezTo>
                      <a:pt x="42" y="1943"/>
                      <a:pt x="42" y="1964"/>
                      <a:pt x="42" y="1985"/>
                    </a:cubicBezTo>
                    <a:cubicBezTo>
                      <a:pt x="42" y="2027"/>
                      <a:pt x="42" y="2027"/>
                      <a:pt x="21" y="2074"/>
                    </a:cubicBezTo>
                    <a:cubicBezTo>
                      <a:pt x="21" y="2116"/>
                      <a:pt x="0" y="2158"/>
                      <a:pt x="0" y="2184"/>
                    </a:cubicBezTo>
                    <a:cubicBezTo>
                      <a:pt x="0" y="2226"/>
                      <a:pt x="0" y="2247"/>
                      <a:pt x="21" y="2268"/>
                    </a:cubicBezTo>
                    <a:lnTo>
                      <a:pt x="42" y="2289"/>
                    </a:lnTo>
                    <a:cubicBezTo>
                      <a:pt x="21" y="2378"/>
                      <a:pt x="21" y="2446"/>
                      <a:pt x="21" y="2509"/>
                    </a:cubicBezTo>
                    <a:cubicBezTo>
                      <a:pt x="21" y="2640"/>
                      <a:pt x="84" y="2729"/>
                      <a:pt x="152" y="2839"/>
                    </a:cubicBezTo>
                    <a:cubicBezTo>
                      <a:pt x="236" y="2922"/>
                      <a:pt x="262" y="2970"/>
                      <a:pt x="325" y="3032"/>
                    </a:cubicBezTo>
                    <a:cubicBezTo>
                      <a:pt x="346" y="3074"/>
                      <a:pt x="393" y="3121"/>
                      <a:pt x="414" y="3184"/>
                    </a:cubicBezTo>
                    <a:cubicBezTo>
                      <a:pt x="435" y="3231"/>
                      <a:pt x="456" y="3294"/>
                      <a:pt x="456" y="3294"/>
                    </a:cubicBezTo>
                    <a:cubicBezTo>
                      <a:pt x="435" y="3336"/>
                      <a:pt x="456" y="3362"/>
                      <a:pt x="477" y="3383"/>
                    </a:cubicBezTo>
                    <a:cubicBezTo>
                      <a:pt x="477" y="3404"/>
                      <a:pt x="498" y="3425"/>
                      <a:pt x="524" y="3425"/>
                    </a:cubicBezTo>
                    <a:cubicBezTo>
                      <a:pt x="545" y="3446"/>
                      <a:pt x="566" y="3467"/>
                      <a:pt x="587" y="3467"/>
                    </a:cubicBezTo>
                    <a:cubicBezTo>
                      <a:pt x="608" y="3535"/>
                      <a:pt x="629" y="3556"/>
                      <a:pt x="676" y="3598"/>
                    </a:cubicBezTo>
                    <a:cubicBezTo>
                      <a:pt x="697" y="3598"/>
                      <a:pt x="697" y="3624"/>
                      <a:pt x="739" y="3624"/>
                    </a:cubicBezTo>
                    <a:cubicBezTo>
                      <a:pt x="760" y="3624"/>
                      <a:pt x="760" y="3598"/>
                      <a:pt x="760" y="3598"/>
                    </a:cubicBezTo>
                    <a:cubicBezTo>
                      <a:pt x="786" y="3624"/>
                      <a:pt x="786" y="3645"/>
                      <a:pt x="786" y="3708"/>
                    </a:cubicBezTo>
                    <a:cubicBezTo>
                      <a:pt x="786" y="3818"/>
                      <a:pt x="786" y="3818"/>
                      <a:pt x="739" y="3928"/>
                    </a:cubicBezTo>
                    <a:cubicBezTo>
                      <a:pt x="718" y="3970"/>
                      <a:pt x="697" y="3991"/>
                      <a:pt x="676" y="4017"/>
                    </a:cubicBezTo>
                    <a:cubicBezTo>
                      <a:pt x="655" y="4059"/>
                      <a:pt x="655" y="4080"/>
                      <a:pt x="655" y="4148"/>
                    </a:cubicBezTo>
                    <a:lnTo>
                      <a:pt x="655" y="4211"/>
                    </a:lnTo>
                    <a:cubicBezTo>
                      <a:pt x="655" y="4232"/>
                      <a:pt x="629" y="4253"/>
                      <a:pt x="608" y="4300"/>
                    </a:cubicBezTo>
                    <a:cubicBezTo>
                      <a:pt x="587" y="4384"/>
                      <a:pt x="629" y="4452"/>
                      <a:pt x="655" y="4493"/>
                    </a:cubicBezTo>
                    <a:cubicBezTo>
                      <a:pt x="697" y="4541"/>
                      <a:pt x="718" y="4583"/>
                      <a:pt x="760" y="4645"/>
                    </a:cubicBezTo>
                    <a:cubicBezTo>
                      <a:pt x="807" y="4802"/>
                      <a:pt x="870" y="4886"/>
                      <a:pt x="917" y="4996"/>
                    </a:cubicBezTo>
                    <a:cubicBezTo>
                      <a:pt x="938" y="5064"/>
                      <a:pt x="980" y="5106"/>
                      <a:pt x="1022" y="5127"/>
                    </a:cubicBezTo>
                    <a:cubicBezTo>
                      <a:pt x="1069" y="5148"/>
                      <a:pt x="1111" y="5169"/>
                      <a:pt x="1153" y="5216"/>
                    </a:cubicBezTo>
                    <a:cubicBezTo>
                      <a:pt x="1200" y="5258"/>
                      <a:pt x="1242" y="5279"/>
                      <a:pt x="1283" y="5300"/>
                    </a:cubicBezTo>
                    <a:cubicBezTo>
                      <a:pt x="1310" y="5347"/>
                      <a:pt x="1331" y="5368"/>
                      <a:pt x="1331" y="5410"/>
                    </a:cubicBezTo>
                    <a:cubicBezTo>
                      <a:pt x="1331" y="5457"/>
                      <a:pt x="1352" y="5499"/>
                      <a:pt x="1352" y="5520"/>
                    </a:cubicBezTo>
                    <a:cubicBezTo>
                      <a:pt x="1372" y="5562"/>
                      <a:pt x="1372" y="5588"/>
                      <a:pt x="1372" y="5651"/>
                    </a:cubicBezTo>
                    <a:cubicBezTo>
                      <a:pt x="1372" y="5740"/>
                      <a:pt x="1393" y="5803"/>
                      <a:pt x="1441" y="5871"/>
                    </a:cubicBezTo>
                    <a:cubicBezTo>
                      <a:pt x="1461" y="5934"/>
                      <a:pt x="1482" y="6002"/>
                      <a:pt x="1503" y="6065"/>
                    </a:cubicBezTo>
                    <a:cubicBezTo>
                      <a:pt x="1503" y="6154"/>
                      <a:pt x="1524" y="6195"/>
                      <a:pt x="1545" y="6243"/>
                    </a:cubicBezTo>
                    <a:cubicBezTo>
                      <a:pt x="1571" y="6285"/>
                      <a:pt x="1592" y="6305"/>
                      <a:pt x="1613" y="6347"/>
                    </a:cubicBezTo>
                    <a:cubicBezTo>
                      <a:pt x="1634" y="6415"/>
                      <a:pt x="1655" y="6457"/>
                      <a:pt x="1676" y="6478"/>
                    </a:cubicBezTo>
                    <a:cubicBezTo>
                      <a:pt x="1723" y="6525"/>
                      <a:pt x="1744" y="6546"/>
                      <a:pt x="1786" y="6609"/>
                    </a:cubicBezTo>
                    <a:cubicBezTo>
                      <a:pt x="1807" y="6698"/>
                      <a:pt x="1854" y="6719"/>
                      <a:pt x="1875" y="6740"/>
                    </a:cubicBezTo>
                    <a:cubicBezTo>
                      <a:pt x="1917" y="6766"/>
                      <a:pt x="1938" y="6787"/>
                      <a:pt x="1964" y="6808"/>
                    </a:cubicBezTo>
                    <a:cubicBezTo>
                      <a:pt x="2048" y="6897"/>
                      <a:pt x="2179" y="6939"/>
                      <a:pt x="2268" y="6960"/>
                    </a:cubicBezTo>
                    <a:cubicBezTo>
                      <a:pt x="2310" y="6981"/>
                      <a:pt x="2331" y="6981"/>
                      <a:pt x="2357" y="6981"/>
                    </a:cubicBezTo>
                    <a:cubicBezTo>
                      <a:pt x="2378" y="6981"/>
                      <a:pt x="2399" y="6960"/>
                      <a:pt x="2399" y="6939"/>
                    </a:cubicBezTo>
                    <a:cubicBezTo>
                      <a:pt x="2420" y="6918"/>
                      <a:pt x="2399" y="6897"/>
                      <a:pt x="2399" y="6871"/>
                    </a:cubicBezTo>
                    <a:cubicBezTo>
                      <a:pt x="2378" y="6850"/>
                      <a:pt x="2378" y="6850"/>
                      <a:pt x="2357" y="6829"/>
                    </a:cubicBezTo>
                    <a:cubicBezTo>
                      <a:pt x="2331" y="6829"/>
                      <a:pt x="2310" y="6808"/>
                      <a:pt x="2289" y="6808"/>
                    </a:cubicBezTo>
                    <a:cubicBezTo>
                      <a:pt x="2268" y="6787"/>
                      <a:pt x="2247" y="6787"/>
                      <a:pt x="2247" y="6787"/>
                    </a:cubicBezTo>
                    <a:cubicBezTo>
                      <a:pt x="2247" y="6787"/>
                      <a:pt x="2226" y="6740"/>
                      <a:pt x="2200" y="6698"/>
                    </a:cubicBezTo>
                    <a:cubicBezTo>
                      <a:pt x="2179" y="6656"/>
                      <a:pt x="2158" y="6609"/>
                      <a:pt x="2158" y="6588"/>
                    </a:cubicBezTo>
                    <a:cubicBezTo>
                      <a:pt x="2137" y="6567"/>
                      <a:pt x="2137" y="6567"/>
                      <a:pt x="2137" y="6546"/>
                    </a:cubicBezTo>
                    <a:lnTo>
                      <a:pt x="2158" y="6546"/>
                    </a:lnTo>
                    <a:cubicBezTo>
                      <a:pt x="2179" y="6525"/>
                      <a:pt x="2226" y="6525"/>
                      <a:pt x="2268" y="6478"/>
                    </a:cubicBezTo>
                    <a:cubicBezTo>
                      <a:pt x="2331" y="6457"/>
                      <a:pt x="2357" y="6436"/>
                      <a:pt x="2357" y="6394"/>
                    </a:cubicBezTo>
                    <a:cubicBezTo>
                      <a:pt x="2378" y="6374"/>
                      <a:pt x="2378" y="6374"/>
                      <a:pt x="2420" y="6326"/>
                    </a:cubicBezTo>
                    <a:cubicBezTo>
                      <a:pt x="2462" y="6264"/>
                      <a:pt x="2551" y="6175"/>
                      <a:pt x="2593" y="6112"/>
                    </a:cubicBezTo>
                    <a:cubicBezTo>
                      <a:pt x="2640" y="6065"/>
                      <a:pt x="2661" y="6023"/>
                      <a:pt x="2682" y="6002"/>
                    </a:cubicBezTo>
                    <a:cubicBezTo>
                      <a:pt x="2703" y="5955"/>
                      <a:pt x="2724" y="5934"/>
                      <a:pt x="2724" y="5913"/>
                    </a:cubicBezTo>
                    <a:cubicBezTo>
                      <a:pt x="2750" y="5913"/>
                      <a:pt x="2750" y="5892"/>
                      <a:pt x="2771" y="5871"/>
                    </a:cubicBezTo>
                    <a:lnTo>
                      <a:pt x="2854" y="5824"/>
                    </a:lnTo>
                    <a:cubicBezTo>
                      <a:pt x="2881" y="5803"/>
                      <a:pt x="2923" y="5782"/>
                      <a:pt x="2964" y="5782"/>
                    </a:cubicBezTo>
                    <a:cubicBezTo>
                      <a:pt x="3012" y="5782"/>
                      <a:pt x="3074" y="5761"/>
                      <a:pt x="3116" y="5719"/>
                    </a:cubicBezTo>
                    <a:cubicBezTo>
                      <a:pt x="3226" y="5630"/>
                      <a:pt x="3273" y="5520"/>
                      <a:pt x="3294" y="5347"/>
                    </a:cubicBezTo>
                    <a:cubicBezTo>
                      <a:pt x="3315" y="5258"/>
                      <a:pt x="3315" y="5237"/>
                      <a:pt x="3315" y="5216"/>
                    </a:cubicBezTo>
                    <a:cubicBezTo>
                      <a:pt x="3315" y="5216"/>
                      <a:pt x="3336" y="5195"/>
                      <a:pt x="3357" y="5148"/>
                    </a:cubicBezTo>
                    <a:cubicBezTo>
                      <a:pt x="3404" y="5127"/>
                      <a:pt x="3446" y="5085"/>
                      <a:pt x="3488" y="5038"/>
                    </a:cubicBezTo>
                    <a:cubicBezTo>
                      <a:pt x="3509" y="4996"/>
                      <a:pt x="3556" y="4954"/>
                      <a:pt x="3577" y="4907"/>
                    </a:cubicBezTo>
                    <a:cubicBezTo>
                      <a:pt x="3640" y="4802"/>
                      <a:pt x="3598" y="4672"/>
                      <a:pt x="3467" y="4562"/>
                    </a:cubicBezTo>
                    <a:cubicBezTo>
                      <a:pt x="3425" y="4541"/>
                      <a:pt x="3378" y="4514"/>
                      <a:pt x="3315" y="4493"/>
                    </a:cubicBezTo>
                    <a:cubicBezTo>
                      <a:pt x="3247" y="4473"/>
                      <a:pt x="3184" y="4452"/>
                      <a:pt x="3053" y="4410"/>
                    </a:cubicBezTo>
                    <a:cubicBezTo>
                      <a:pt x="2792" y="4321"/>
                      <a:pt x="2682" y="4300"/>
                      <a:pt x="2593" y="4211"/>
                    </a:cubicBezTo>
                    <a:cubicBezTo>
                      <a:pt x="2551" y="4190"/>
                      <a:pt x="2551" y="4148"/>
                      <a:pt x="2530" y="4101"/>
                    </a:cubicBezTo>
                    <a:cubicBezTo>
                      <a:pt x="2509" y="4059"/>
                      <a:pt x="2488" y="3970"/>
                      <a:pt x="2420" y="3907"/>
                    </a:cubicBezTo>
                    <a:cubicBezTo>
                      <a:pt x="2331" y="3818"/>
                      <a:pt x="2289" y="3797"/>
                      <a:pt x="2226" y="3776"/>
                    </a:cubicBezTo>
                    <a:cubicBezTo>
                      <a:pt x="2179" y="3755"/>
                      <a:pt x="2116" y="3729"/>
                      <a:pt x="2048" y="3687"/>
                    </a:cubicBezTo>
                    <a:cubicBezTo>
                      <a:pt x="1875" y="3577"/>
                      <a:pt x="1744" y="3493"/>
                      <a:pt x="1571" y="3404"/>
                    </a:cubicBezTo>
                    <a:cubicBezTo>
                      <a:pt x="1482" y="3383"/>
                      <a:pt x="1414" y="3362"/>
                      <a:pt x="1393" y="3362"/>
                    </a:cubicBezTo>
                    <a:cubicBezTo>
                      <a:pt x="1365" y="3362"/>
                      <a:pt x="1356" y="3372"/>
                      <a:pt x="1347" y="3372"/>
                    </a:cubicBezTo>
                    <a:cubicBezTo>
                      <a:pt x="1342" y="3372"/>
                      <a:pt x="1338" y="3369"/>
                      <a:pt x="1331" y="3362"/>
                    </a:cubicBezTo>
                    <a:cubicBezTo>
                      <a:pt x="1262" y="3315"/>
                      <a:pt x="1200" y="3273"/>
                      <a:pt x="1090" y="3273"/>
                    </a:cubicBezTo>
                    <a:lnTo>
                      <a:pt x="1022" y="3273"/>
                    </a:lnTo>
                    <a:cubicBezTo>
                      <a:pt x="1001" y="3273"/>
                      <a:pt x="980" y="3315"/>
                      <a:pt x="959" y="3315"/>
                    </a:cubicBezTo>
                    <a:cubicBezTo>
                      <a:pt x="959" y="3362"/>
                      <a:pt x="959" y="3362"/>
                      <a:pt x="938" y="3383"/>
                    </a:cubicBezTo>
                    <a:cubicBezTo>
                      <a:pt x="938" y="3404"/>
                      <a:pt x="917" y="3404"/>
                      <a:pt x="917" y="3404"/>
                    </a:cubicBezTo>
                    <a:cubicBezTo>
                      <a:pt x="917" y="3404"/>
                      <a:pt x="917" y="3383"/>
                      <a:pt x="891" y="3383"/>
                    </a:cubicBezTo>
                    <a:cubicBezTo>
                      <a:pt x="870" y="3362"/>
                      <a:pt x="849" y="3362"/>
                      <a:pt x="849" y="3362"/>
                    </a:cubicBezTo>
                    <a:lnTo>
                      <a:pt x="739" y="3362"/>
                    </a:lnTo>
                    <a:lnTo>
                      <a:pt x="718" y="3383"/>
                    </a:lnTo>
                    <a:cubicBezTo>
                      <a:pt x="718" y="3383"/>
                      <a:pt x="697" y="3362"/>
                      <a:pt x="676" y="3362"/>
                    </a:cubicBezTo>
                    <a:lnTo>
                      <a:pt x="676" y="3273"/>
                    </a:lnTo>
                    <a:cubicBezTo>
                      <a:pt x="676" y="3231"/>
                      <a:pt x="697" y="3184"/>
                      <a:pt x="718" y="3121"/>
                    </a:cubicBezTo>
                    <a:cubicBezTo>
                      <a:pt x="739" y="3032"/>
                      <a:pt x="697" y="2970"/>
                      <a:pt x="676" y="2901"/>
                    </a:cubicBezTo>
                    <a:cubicBezTo>
                      <a:pt x="676" y="2901"/>
                      <a:pt x="676" y="2881"/>
                      <a:pt x="655" y="2860"/>
                    </a:cubicBezTo>
                    <a:cubicBezTo>
                      <a:pt x="629" y="2839"/>
                      <a:pt x="608" y="2839"/>
                      <a:pt x="587" y="2839"/>
                    </a:cubicBezTo>
                    <a:cubicBezTo>
                      <a:pt x="566" y="2860"/>
                      <a:pt x="566" y="2860"/>
                      <a:pt x="545" y="2860"/>
                    </a:cubicBezTo>
                    <a:lnTo>
                      <a:pt x="545" y="2839"/>
                    </a:lnTo>
                    <a:cubicBezTo>
                      <a:pt x="545" y="2812"/>
                      <a:pt x="587" y="2791"/>
                      <a:pt x="608" y="2750"/>
                    </a:cubicBezTo>
                    <a:cubicBezTo>
                      <a:pt x="629" y="2682"/>
                      <a:pt x="655" y="2640"/>
                      <a:pt x="676" y="2598"/>
                    </a:cubicBezTo>
                    <a:lnTo>
                      <a:pt x="676" y="2530"/>
                    </a:lnTo>
                    <a:cubicBezTo>
                      <a:pt x="655" y="2509"/>
                      <a:pt x="629" y="2488"/>
                      <a:pt x="608" y="2488"/>
                    </a:cubicBezTo>
                    <a:lnTo>
                      <a:pt x="477" y="2488"/>
                    </a:lnTo>
                    <a:cubicBezTo>
                      <a:pt x="456" y="2488"/>
                      <a:pt x="456" y="2530"/>
                      <a:pt x="435" y="2530"/>
                    </a:cubicBezTo>
                    <a:cubicBezTo>
                      <a:pt x="435" y="2551"/>
                      <a:pt x="435" y="2577"/>
                      <a:pt x="414" y="2619"/>
                    </a:cubicBezTo>
                    <a:lnTo>
                      <a:pt x="414" y="2640"/>
                    </a:lnTo>
                    <a:lnTo>
                      <a:pt x="346" y="2640"/>
                    </a:lnTo>
                    <a:lnTo>
                      <a:pt x="325" y="2619"/>
                    </a:lnTo>
                    <a:lnTo>
                      <a:pt x="325" y="2598"/>
                    </a:lnTo>
                    <a:lnTo>
                      <a:pt x="325" y="2488"/>
                    </a:lnTo>
                    <a:cubicBezTo>
                      <a:pt x="325" y="2446"/>
                      <a:pt x="367" y="2336"/>
                      <a:pt x="393" y="2226"/>
                    </a:cubicBezTo>
                    <a:cubicBezTo>
                      <a:pt x="414" y="2116"/>
                      <a:pt x="456" y="2116"/>
                      <a:pt x="524" y="2074"/>
                    </a:cubicBezTo>
                    <a:cubicBezTo>
                      <a:pt x="566" y="2053"/>
                      <a:pt x="566" y="2027"/>
                      <a:pt x="587" y="2027"/>
                    </a:cubicBezTo>
                    <a:lnTo>
                      <a:pt x="608" y="2027"/>
                    </a:lnTo>
                    <a:cubicBezTo>
                      <a:pt x="608" y="2027"/>
                      <a:pt x="629" y="2074"/>
                      <a:pt x="676" y="2074"/>
                    </a:cubicBezTo>
                    <a:cubicBezTo>
                      <a:pt x="686" y="2085"/>
                      <a:pt x="697" y="2090"/>
                      <a:pt x="707" y="2090"/>
                    </a:cubicBezTo>
                    <a:cubicBezTo>
                      <a:pt x="718" y="2090"/>
                      <a:pt x="728" y="2085"/>
                      <a:pt x="739" y="2074"/>
                    </a:cubicBezTo>
                    <a:cubicBezTo>
                      <a:pt x="760" y="2074"/>
                      <a:pt x="760" y="2053"/>
                      <a:pt x="786" y="2053"/>
                    </a:cubicBezTo>
                    <a:lnTo>
                      <a:pt x="786" y="2074"/>
                    </a:lnTo>
                    <a:lnTo>
                      <a:pt x="828" y="2074"/>
                    </a:lnTo>
                    <a:cubicBezTo>
                      <a:pt x="828" y="2095"/>
                      <a:pt x="849" y="2095"/>
                      <a:pt x="870" y="2095"/>
                    </a:cubicBezTo>
                    <a:lnTo>
                      <a:pt x="891" y="2095"/>
                    </a:lnTo>
                    <a:lnTo>
                      <a:pt x="891" y="2116"/>
                    </a:lnTo>
                    <a:cubicBezTo>
                      <a:pt x="870" y="2116"/>
                      <a:pt x="870" y="2158"/>
                      <a:pt x="849" y="2184"/>
                    </a:cubicBezTo>
                    <a:lnTo>
                      <a:pt x="849" y="2247"/>
                    </a:lnTo>
                    <a:lnTo>
                      <a:pt x="849" y="2336"/>
                    </a:lnTo>
                    <a:cubicBezTo>
                      <a:pt x="849" y="2357"/>
                      <a:pt x="849" y="2357"/>
                      <a:pt x="870" y="2378"/>
                    </a:cubicBezTo>
                    <a:cubicBezTo>
                      <a:pt x="870" y="2399"/>
                      <a:pt x="891" y="2420"/>
                      <a:pt x="917" y="2420"/>
                    </a:cubicBezTo>
                    <a:lnTo>
                      <a:pt x="959" y="2420"/>
                    </a:lnTo>
                    <a:cubicBezTo>
                      <a:pt x="980" y="2399"/>
                      <a:pt x="1001" y="2399"/>
                      <a:pt x="1001" y="2399"/>
                    </a:cubicBezTo>
                    <a:cubicBezTo>
                      <a:pt x="1048" y="2357"/>
                      <a:pt x="1048" y="2336"/>
                      <a:pt x="1069" y="2289"/>
                    </a:cubicBezTo>
                    <a:cubicBezTo>
                      <a:pt x="1090" y="2247"/>
                      <a:pt x="1090" y="2205"/>
                      <a:pt x="1090" y="2158"/>
                    </a:cubicBezTo>
                    <a:cubicBezTo>
                      <a:pt x="1090" y="2095"/>
                      <a:pt x="1090" y="2074"/>
                      <a:pt x="1132" y="1985"/>
                    </a:cubicBezTo>
                    <a:cubicBezTo>
                      <a:pt x="1132" y="1964"/>
                      <a:pt x="1132" y="1964"/>
                      <a:pt x="1153" y="1964"/>
                    </a:cubicBezTo>
                    <a:cubicBezTo>
                      <a:pt x="1153" y="1964"/>
                      <a:pt x="1200" y="1943"/>
                      <a:pt x="1242" y="1922"/>
                    </a:cubicBezTo>
                    <a:cubicBezTo>
                      <a:pt x="1331" y="1875"/>
                      <a:pt x="1441" y="1744"/>
                      <a:pt x="1503" y="1681"/>
                    </a:cubicBezTo>
                    <a:cubicBezTo>
                      <a:pt x="1571" y="1592"/>
                      <a:pt x="1592" y="1571"/>
                      <a:pt x="1655" y="1503"/>
                    </a:cubicBezTo>
                    <a:cubicBezTo>
                      <a:pt x="1723" y="1440"/>
                      <a:pt x="1765" y="1419"/>
                      <a:pt x="1875" y="1351"/>
                    </a:cubicBezTo>
                    <a:cubicBezTo>
                      <a:pt x="1896" y="1330"/>
                      <a:pt x="1917" y="1330"/>
                      <a:pt x="1964" y="1330"/>
                    </a:cubicBezTo>
                    <a:cubicBezTo>
                      <a:pt x="1964" y="1351"/>
                      <a:pt x="1985" y="1372"/>
                      <a:pt x="2006" y="1372"/>
                    </a:cubicBezTo>
                    <a:lnTo>
                      <a:pt x="2069" y="1372"/>
                    </a:lnTo>
                    <a:cubicBezTo>
                      <a:pt x="2095" y="1372"/>
                      <a:pt x="2095" y="1351"/>
                      <a:pt x="2116" y="1351"/>
                    </a:cubicBezTo>
                    <a:cubicBezTo>
                      <a:pt x="2137" y="1330"/>
                      <a:pt x="2158" y="1330"/>
                      <a:pt x="2200" y="1309"/>
                    </a:cubicBezTo>
                    <a:cubicBezTo>
                      <a:pt x="2247" y="1288"/>
                      <a:pt x="2268" y="1268"/>
                      <a:pt x="2268" y="1268"/>
                    </a:cubicBezTo>
                    <a:lnTo>
                      <a:pt x="2331" y="1268"/>
                    </a:lnTo>
                    <a:cubicBezTo>
                      <a:pt x="2331" y="1268"/>
                      <a:pt x="2357" y="1268"/>
                      <a:pt x="2378" y="1220"/>
                    </a:cubicBezTo>
                    <a:cubicBezTo>
                      <a:pt x="2399" y="1220"/>
                      <a:pt x="2399" y="1199"/>
                      <a:pt x="2378" y="1179"/>
                    </a:cubicBezTo>
                    <a:lnTo>
                      <a:pt x="2378" y="1158"/>
                    </a:lnTo>
                    <a:cubicBezTo>
                      <a:pt x="2331" y="1137"/>
                      <a:pt x="2310" y="1110"/>
                      <a:pt x="2289" y="1110"/>
                    </a:cubicBezTo>
                    <a:lnTo>
                      <a:pt x="2247" y="1110"/>
                    </a:lnTo>
                    <a:cubicBezTo>
                      <a:pt x="2247" y="1089"/>
                      <a:pt x="2268" y="1089"/>
                      <a:pt x="2268" y="1089"/>
                    </a:cubicBezTo>
                    <a:cubicBezTo>
                      <a:pt x="2268" y="1069"/>
                      <a:pt x="2289" y="1048"/>
                      <a:pt x="2289" y="1048"/>
                    </a:cubicBezTo>
                    <a:lnTo>
                      <a:pt x="2420" y="1048"/>
                    </a:lnTo>
                    <a:cubicBezTo>
                      <a:pt x="2441" y="1027"/>
                      <a:pt x="2462" y="1006"/>
                      <a:pt x="2488" y="980"/>
                    </a:cubicBezTo>
                    <a:lnTo>
                      <a:pt x="2551" y="980"/>
                    </a:lnTo>
                    <a:cubicBezTo>
                      <a:pt x="2572" y="980"/>
                      <a:pt x="2593" y="980"/>
                      <a:pt x="2619" y="959"/>
                    </a:cubicBezTo>
                    <a:cubicBezTo>
                      <a:pt x="2640" y="959"/>
                      <a:pt x="2661" y="959"/>
                      <a:pt x="2682" y="938"/>
                    </a:cubicBezTo>
                    <a:lnTo>
                      <a:pt x="2682" y="896"/>
                    </a:lnTo>
                    <a:cubicBezTo>
                      <a:pt x="2703" y="875"/>
                      <a:pt x="2682" y="849"/>
                      <a:pt x="2682" y="828"/>
                    </a:cubicBezTo>
                    <a:cubicBezTo>
                      <a:pt x="2682" y="807"/>
                      <a:pt x="2661" y="786"/>
                      <a:pt x="2640" y="744"/>
                    </a:cubicBezTo>
                    <a:cubicBezTo>
                      <a:pt x="2593" y="718"/>
                      <a:pt x="2593" y="697"/>
                      <a:pt x="2572" y="676"/>
                    </a:cubicBezTo>
                    <a:lnTo>
                      <a:pt x="2551" y="676"/>
                    </a:lnTo>
                    <a:cubicBezTo>
                      <a:pt x="2572" y="655"/>
                      <a:pt x="2572" y="634"/>
                      <a:pt x="2593" y="587"/>
                    </a:cubicBezTo>
                    <a:lnTo>
                      <a:pt x="2593" y="545"/>
                    </a:lnTo>
                    <a:cubicBezTo>
                      <a:pt x="2572" y="524"/>
                      <a:pt x="2572" y="503"/>
                      <a:pt x="2551" y="482"/>
                    </a:cubicBezTo>
                    <a:lnTo>
                      <a:pt x="2462" y="482"/>
                    </a:lnTo>
                    <a:cubicBezTo>
                      <a:pt x="2420" y="503"/>
                      <a:pt x="2420" y="503"/>
                      <a:pt x="2399" y="524"/>
                    </a:cubicBezTo>
                    <a:cubicBezTo>
                      <a:pt x="2420" y="503"/>
                      <a:pt x="2399" y="456"/>
                      <a:pt x="2399" y="435"/>
                    </a:cubicBezTo>
                    <a:cubicBezTo>
                      <a:pt x="2378" y="435"/>
                      <a:pt x="2378" y="414"/>
                      <a:pt x="2357" y="393"/>
                    </a:cubicBezTo>
                    <a:cubicBezTo>
                      <a:pt x="2357" y="372"/>
                      <a:pt x="2331" y="372"/>
                      <a:pt x="2289" y="351"/>
                    </a:cubicBezTo>
                    <a:lnTo>
                      <a:pt x="2247" y="351"/>
                    </a:lnTo>
                    <a:cubicBezTo>
                      <a:pt x="2226" y="351"/>
                      <a:pt x="2226" y="351"/>
                      <a:pt x="2200" y="372"/>
                    </a:cubicBezTo>
                    <a:cubicBezTo>
                      <a:pt x="2200" y="372"/>
                      <a:pt x="2179" y="372"/>
                      <a:pt x="2179" y="393"/>
                    </a:cubicBezTo>
                    <a:cubicBezTo>
                      <a:pt x="2179" y="414"/>
                      <a:pt x="2179" y="414"/>
                      <a:pt x="2158" y="435"/>
                    </a:cubicBezTo>
                    <a:lnTo>
                      <a:pt x="2137" y="456"/>
                    </a:lnTo>
                    <a:lnTo>
                      <a:pt x="2116" y="482"/>
                    </a:lnTo>
                    <a:lnTo>
                      <a:pt x="2069" y="482"/>
                    </a:lnTo>
                    <a:lnTo>
                      <a:pt x="2048" y="503"/>
                    </a:lnTo>
                    <a:cubicBezTo>
                      <a:pt x="2027" y="524"/>
                      <a:pt x="2027" y="545"/>
                      <a:pt x="2027" y="566"/>
                    </a:cubicBezTo>
                    <a:cubicBezTo>
                      <a:pt x="2006" y="613"/>
                      <a:pt x="2027" y="587"/>
                      <a:pt x="2006" y="613"/>
                    </a:cubicBezTo>
                    <a:lnTo>
                      <a:pt x="1985" y="634"/>
                    </a:lnTo>
                    <a:cubicBezTo>
                      <a:pt x="1964" y="634"/>
                      <a:pt x="1938" y="655"/>
                      <a:pt x="1917" y="655"/>
                    </a:cubicBezTo>
                    <a:lnTo>
                      <a:pt x="1896" y="655"/>
                    </a:lnTo>
                    <a:lnTo>
                      <a:pt x="1875" y="676"/>
                    </a:lnTo>
                    <a:cubicBezTo>
                      <a:pt x="1854" y="676"/>
                      <a:pt x="1854" y="676"/>
                      <a:pt x="1854" y="697"/>
                    </a:cubicBezTo>
                    <a:lnTo>
                      <a:pt x="1854" y="655"/>
                    </a:lnTo>
                    <a:cubicBezTo>
                      <a:pt x="1833" y="634"/>
                      <a:pt x="1807" y="587"/>
                      <a:pt x="1744" y="566"/>
                    </a:cubicBezTo>
                    <a:lnTo>
                      <a:pt x="1744" y="545"/>
                    </a:lnTo>
                    <a:cubicBezTo>
                      <a:pt x="1744" y="545"/>
                      <a:pt x="1765" y="524"/>
                      <a:pt x="1786" y="503"/>
                    </a:cubicBezTo>
                    <a:cubicBezTo>
                      <a:pt x="1786" y="482"/>
                      <a:pt x="1833" y="456"/>
                      <a:pt x="1875" y="435"/>
                    </a:cubicBezTo>
                    <a:cubicBezTo>
                      <a:pt x="1896" y="414"/>
                      <a:pt x="1938" y="414"/>
                      <a:pt x="1985" y="393"/>
                    </a:cubicBezTo>
                    <a:cubicBezTo>
                      <a:pt x="2006" y="393"/>
                      <a:pt x="2027" y="372"/>
                      <a:pt x="2069" y="372"/>
                    </a:cubicBezTo>
                    <a:cubicBezTo>
                      <a:pt x="2116" y="372"/>
                      <a:pt x="2158" y="372"/>
                      <a:pt x="2200" y="351"/>
                    </a:cubicBezTo>
                    <a:cubicBezTo>
                      <a:pt x="2226" y="325"/>
                      <a:pt x="2247" y="325"/>
                      <a:pt x="2247" y="304"/>
                    </a:cubicBezTo>
                    <a:lnTo>
                      <a:pt x="2268" y="304"/>
                    </a:lnTo>
                    <a:cubicBezTo>
                      <a:pt x="2310" y="304"/>
                      <a:pt x="2357" y="304"/>
                      <a:pt x="2399" y="283"/>
                    </a:cubicBezTo>
                    <a:cubicBezTo>
                      <a:pt x="2420" y="262"/>
                      <a:pt x="2441" y="241"/>
                      <a:pt x="2462" y="220"/>
                    </a:cubicBezTo>
                    <a:cubicBezTo>
                      <a:pt x="2488" y="194"/>
                      <a:pt x="2509" y="173"/>
                      <a:pt x="2488" y="131"/>
                    </a:cubicBezTo>
                    <a:lnTo>
                      <a:pt x="2488" y="110"/>
                    </a:lnTo>
                    <a:cubicBezTo>
                      <a:pt x="2462" y="89"/>
                      <a:pt x="2462" y="89"/>
                      <a:pt x="2441" y="89"/>
                    </a:cubicBezTo>
                    <a:lnTo>
                      <a:pt x="2420" y="89"/>
                    </a:lnTo>
                    <a:lnTo>
                      <a:pt x="2420" y="42"/>
                    </a:lnTo>
                    <a:cubicBezTo>
                      <a:pt x="2405" y="27"/>
                      <a:pt x="2390" y="12"/>
                      <a:pt x="2375" y="12"/>
                    </a:cubicBezTo>
                    <a:cubicBezTo>
                      <a:pt x="2369" y="12"/>
                      <a:pt x="2363" y="15"/>
                      <a:pt x="2357" y="21"/>
                    </a:cubicBezTo>
                    <a:cubicBezTo>
                      <a:pt x="2331" y="21"/>
                      <a:pt x="2310" y="21"/>
                      <a:pt x="2310" y="42"/>
                    </a:cubicBezTo>
                    <a:cubicBezTo>
                      <a:pt x="2289" y="42"/>
                      <a:pt x="2268" y="63"/>
                      <a:pt x="2247" y="89"/>
                    </a:cubicBezTo>
                    <a:cubicBezTo>
                      <a:pt x="2226" y="110"/>
                      <a:pt x="2200" y="110"/>
                      <a:pt x="2200" y="110"/>
                    </a:cubicBezTo>
                    <a:lnTo>
                      <a:pt x="2137" y="110"/>
                    </a:lnTo>
                    <a:cubicBezTo>
                      <a:pt x="2158" y="110"/>
                      <a:pt x="2158" y="89"/>
                      <a:pt x="2158" y="63"/>
                    </a:cubicBezTo>
                    <a:cubicBezTo>
                      <a:pt x="2158" y="42"/>
                      <a:pt x="2137" y="0"/>
                      <a:pt x="2116" y="0"/>
                    </a:cubicBezTo>
                    <a:lnTo>
                      <a:pt x="2069" y="0"/>
                    </a:lnTo>
                    <a:lnTo>
                      <a:pt x="2069" y="42"/>
                    </a:lnTo>
                    <a:lnTo>
                      <a:pt x="2048" y="42"/>
                    </a:lnTo>
                    <a:lnTo>
                      <a:pt x="2048" y="0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5" name="Google Shape;2625;p58">
                <a:extLst>
                  <a:ext uri="{FF2B5EF4-FFF2-40B4-BE49-F238E27FC236}">
                    <a16:creationId xmlns:a16="http://schemas.microsoft.com/office/drawing/2014/main" id="{1B47F1E3-E4E8-C082-3926-6328731858D1}"/>
                  </a:ext>
                </a:extLst>
              </p:cNvPr>
              <p:cNvSpPr/>
              <p:nvPr/>
            </p:nvSpPr>
            <p:spPr>
              <a:xfrm>
                <a:off x="3912594" y="475140"/>
                <a:ext cx="152298" cy="132508"/>
              </a:xfrm>
              <a:custGeom>
                <a:avLst/>
                <a:gdLst/>
                <a:ahLst/>
                <a:cxnLst/>
                <a:rect l="l" t="t" r="r" b="b"/>
                <a:pathLst>
                  <a:path w="808" h="703" extrusionOk="0">
                    <a:moveTo>
                      <a:pt x="545" y="0"/>
                    </a:moveTo>
                    <a:cubicBezTo>
                      <a:pt x="435" y="21"/>
                      <a:pt x="435" y="21"/>
                      <a:pt x="351" y="21"/>
                    </a:cubicBezTo>
                    <a:cubicBezTo>
                      <a:pt x="262" y="21"/>
                      <a:pt x="152" y="42"/>
                      <a:pt x="152" y="42"/>
                    </a:cubicBezTo>
                    <a:cubicBezTo>
                      <a:pt x="111" y="63"/>
                      <a:pt x="90" y="89"/>
                      <a:pt x="63" y="110"/>
                    </a:cubicBezTo>
                    <a:cubicBezTo>
                      <a:pt x="22" y="152"/>
                      <a:pt x="1" y="131"/>
                      <a:pt x="63" y="152"/>
                    </a:cubicBezTo>
                    <a:cubicBezTo>
                      <a:pt x="131" y="173"/>
                      <a:pt x="173" y="152"/>
                      <a:pt x="131" y="220"/>
                    </a:cubicBezTo>
                    <a:cubicBezTo>
                      <a:pt x="90" y="304"/>
                      <a:pt x="63" y="262"/>
                      <a:pt x="90" y="325"/>
                    </a:cubicBezTo>
                    <a:cubicBezTo>
                      <a:pt x="90" y="393"/>
                      <a:pt x="90" y="372"/>
                      <a:pt x="63" y="435"/>
                    </a:cubicBezTo>
                    <a:cubicBezTo>
                      <a:pt x="42" y="524"/>
                      <a:pt x="22" y="503"/>
                      <a:pt x="63" y="545"/>
                    </a:cubicBezTo>
                    <a:cubicBezTo>
                      <a:pt x="111" y="587"/>
                      <a:pt x="63" y="587"/>
                      <a:pt x="131" y="634"/>
                    </a:cubicBezTo>
                    <a:cubicBezTo>
                      <a:pt x="194" y="655"/>
                      <a:pt x="194" y="655"/>
                      <a:pt x="241" y="676"/>
                    </a:cubicBezTo>
                    <a:cubicBezTo>
                      <a:pt x="258" y="692"/>
                      <a:pt x="261" y="702"/>
                      <a:pt x="263" y="702"/>
                    </a:cubicBezTo>
                    <a:cubicBezTo>
                      <a:pt x="267" y="702"/>
                      <a:pt x="266" y="677"/>
                      <a:pt x="304" y="613"/>
                    </a:cubicBezTo>
                    <a:cubicBezTo>
                      <a:pt x="372" y="524"/>
                      <a:pt x="325" y="524"/>
                      <a:pt x="435" y="482"/>
                    </a:cubicBezTo>
                    <a:cubicBezTo>
                      <a:pt x="545" y="435"/>
                      <a:pt x="587" y="393"/>
                      <a:pt x="676" y="372"/>
                    </a:cubicBezTo>
                    <a:cubicBezTo>
                      <a:pt x="786" y="351"/>
                      <a:pt x="786" y="372"/>
                      <a:pt x="786" y="304"/>
                    </a:cubicBezTo>
                    <a:cubicBezTo>
                      <a:pt x="786" y="262"/>
                      <a:pt x="807" y="241"/>
                      <a:pt x="765" y="173"/>
                    </a:cubicBezTo>
                    <a:cubicBezTo>
                      <a:pt x="718" y="110"/>
                      <a:pt x="744" y="110"/>
                      <a:pt x="697" y="63"/>
                    </a:cubicBezTo>
                    <a:cubicBezTo>
                      <a:pt x="634" y="21"/>
                      <a:pt x="634" y="0"/>
                      <a:pt x="54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6" name="Google Shape;2626;p58">
                <a:extLst>
                  <a:ext uri="{FF2B5EF4-FFF2-40B4-BE49-F238E27FC236}">
                    <a16:creationId xmlns:a16="http://schemas.microsoft.com/office/drawing/2014/main" id="{CB0AEBE8-D31F-1C6D-DC24-CEF8B23081EB}"/>
                  </a:ext>
                </a:extLst>
              </p:cNvPr>
              <p:cNvSpPr/>
              <p:nvPr/>
            </p:nvSpPr>
            <p:spPr>
              <a:xfrm>
                <a:off x="3908636" y="467224"/>
                <a:ext cx="163984" cy="152111"/>
              </a:xfrm>
              <a:custGeom>
                <a:avLst/>
                <a:gdLst/>
                <a:ahLst/>
                <a:cxnLst/>
                <a:rect l="l" t="t" r="r" b="b"/>
                <a:pathLst>
                  <a:path w="870" h="807" extrusionOk="0">
                    <a:moveTo>
                      <a:pt x="634" y="105"/>
                    </a:moveTo>
                    <a:cubicBezTo>
                      <a:pt x="655" y="105"/>
                      <a:pt x="655" y="105"/>
                      <a:pt x="676" y="152"/>
                    </a:cubicBezTo>
                    <a:lnTo>
                      <a:pt x="697" y="173"/>
                    </a:lnTo>
                    <a:cubicBezTo>
                      <a:pt x="718" y="194"/>
                      <a:pt x="718" y="215"/>
                      <a:pt x="739" y="236"/>
                    </a:cubicBezTo>
                    <a:lnTo>
                      <a:pt x="765" y="283"/>
                    </a:lnTo>
                    <a:lnTo>
                      <a:pt x="765" y="346"/>
                    </a:lnTo>
                    <a:cubicBezTo>
                      <a:pt x="765" y="346"/>
                      <a:pt x="739" y="346"/>
                      <a:pt x="697" y="367"/>
                    </a:cubicBezTo>
                    <a:cubicBezTo>
                      <a:pt x="587" y="393"/>
                      <a:pt x="545" y="414"/>
                      <a:pt x="435" y="477"/>
                    </a:cubicBezTo>
                    <a:cubicBezTo>
                      <a:pt x="414" y="477"/>
                      <a:pt x="393" y="498"/>
                      <a:pt x="372" y="498"/>
                    </a:cubicBezTo>
                    <a:cubicBezTo>
                      <a:pt x="372" y="524"/>
                      <a:pt x="346" y="524"/>
                      <a:pt x="346" y="545"/>
                    </a:cubicBezTo>
                    <a:cubicBezTo>
                      <a:pt x="325" y="566"/>
                      <a:pt x="325" y="587"/>
                      <a:pt x="283" y="629"/>
                    </a:cubicBezTo>
                    <a:cubicBezTo>
                      <a:pt x="283" y="655"/>
                      <a:pt x="283" y="655"/>
                      <a:pt x="262" y="676"/>
                    </a:cubicBezTo>
                    <a:cubicBezTo>
                      <a:pt x="262" y="655"/>
                      <a:pt x="242" y="655"/>
                      <a:pt x="242" y="655"/>
                    </a:cubicBezTo>
                    <a:cubicBezTo>
                      <a:pt x="215" y="629"/>
                      <a:pt x="194" y="629"/>
                      <a:pt x="173" y="608"/>
                    </a:cubicBezTo>
                    <a:lnTo>
                      <a:pt x="152" y="608"/>
                    </a:lnTo>
                    <a:cubicBezTo>
                      <a:pt x="152" y="587"/>
                      <a:pt x="152" y="566"/>
                      <a:pt x="132" y="566"/>
                    </a:cubicBezTo>
                    <a:lnTo>
                      <a:pt x="111" y="545"/>
                    </a:lnTo>
                    <a:cubicBezTo>
                      <a:pt x="132" y="545"/>
                      <a:pt x="132" y="545"/>
                      <a:pt x="132" y="498"/>
                    </a:cubicBezTo>
                    <a:cubicBezTo>
                      <a:pt x="152" y="477"/>
                      <a:pt x="152" y="456"/>
                      <a:pt x="152" y="435"/>
                    </a:cubicBezTo>
                    <a:lnTo>
                      <a:pt x="152" y="393"/>
                    </a:lnTo>
                    <a:lnTo>
                      <a:pt x="152" y="367"/>
                    </a:lnTo>
                    <a:lnTo>
                      <a:pt x="152" y="346"/>
                    </a:lnTo>
                    <a:lnTo>
                      <a:pt x="194" y="304"/>
                    </a:lnTo>
                    <a:cubicBezTo>
                      <a:pt x="194" y="283"/>
                      <a:pt x="215" y="262"/>
                      <a:pt x="215" y="236"/>
                    </a:cubicBezTo>
                    <a:lnTo>
                      <a:pt x="215" y="194"/>
                    </a:lnTo>
                    <a:cubicBezTo>
                      <a:pt x="194" y="173"/>
                      <a:pt x="173" y="173"/>
                      <a:pt x="173" y="173"/>
                    </a:cubicBezTo>
                    <a:lnTo>
                      <a:pt x="152" y="152"/>
                    </a:lnTo>
                    <a:cubicBezTo>
                      <a:pt x="173" y="152"/>
                      <a:pt x="194" y="152"/>
                      <a:pt x="194" y="131"/>
                    </a:cubicBezTo>
                    <a:cubicBezTo>
                      <a:pt x="215" y="131"/>
                      <a:pt x="304" y="105"/>
                      <a:pt x="372" y="105"/>
                    </a:cubicBezTo>
                    <a:close/>
                    <a:moveTo>
                      <a:pt x="372" y="0"/>
                    </a:moveTo>
                    <a:cubicBezTo>
                      <a:pt x="283" y="21"/>
                      <a:pt x="173" y="21"/>
                      <a:pt x="173" y="21"/>
                    </a:cubicBezTo>
                    <a:lnTo>
                      <a:pt x="152" y="42"/>
                    </a:lnTo>
                    <a:cubicBezTo>
                      <a:pt x="111" y="63"/>
                      <a:pt x="84" y="84"/>
                      <a:pt x="43" y="105"/>
                    </a:cubicBezTo>
                    <a:lnTo>
                      <a:pt x="22" y="131"/>
                    </a:lnTo>
                    <a:lnTo>
                      <a:pt x="1" y="152"/>
                    </a:lnTo>
                    <a:lnTo>
                      <a:pt x="1" y="173"/>
                    </a:lnTo>
                    <a:lnTo>
                      <a:pt x="1" y="194"/>
                    </a:lnTo>
                    <a:lnTo>
                      <a:pt x="1" y="215"/>
                    </a:lnTo>
                    <a:lnTo>
                      <a:pt x="22" y="215"/>
                    </a:lnTo>
                    <a:lnTo>
                      <a:pt x="43" y="236"/>
                    </a:lnTo>
                    <a:lnTo>
                      <a:pt x="63" y="236"/>
                    </a:lnTo>
                    <a:cubicBezTo>
                      <a:pt x="63" y="262"/>
                      <a:pt x="84" y="262"/>
                      <a:pt x="84" y="262"/>
                    </a:cubicBezTo>
                    <a:lnTo>
                      <a:pt x="63" y="283"/>
                    </a:lnTo>
                    <a:cubicBezTo>
                      <a:pt x="43" y="304"/>
                      <a:pt x="43" y="325"/>
                      <a:pt x="43" y="346"/>
                    </a:cubicBezTo>
                    <a:lnTo>
                      <a:pt x="43" y="393"/>
                    </a:lnTo>
                    <a:lnTo>
                      <a:pt x="43" y="414"/>
                    </a:lnTo>
                    <a:lnTo>
                      <a:pt x="43" y="477"/>
                    </a:lnTo>
                    <a:cubicBezTo>
                      <a:pt x="22" y="498"/>
                      <a:pt x="1" y="524"/>
                      <a:pt x="1" y="545"/>
                    </a:cubicBezTo>
                    <a:cubicBezTo>
                      <a:pt x="1" y="566"/>
                      <a:pt x="22" y="587"/>
                      <a:pt x="22" y="608"/>
                    </a:cubicBezTo>
                    <a:cubicBezTo>
                      <a:pt x="43" y="608"/>
                      <a:pt x="43" y="608"/>
                      <a:pt x="63" y="629"/>
                    </a:cubicBezTo>
                    <a:cubicBezTo>
                      <a:pt x="63" y="655"/>
                      <a:pt x="63" y="676"/>
                      <a:pt x="84" y="697"/>
                    </a:cubicBezTo>
                    <a:cubicBezTo>
                      <a:pt x="84" y="697"/>
                      <a:pt x="111" y="718"/>
                      <a:pt x="132" y="718"/>
                    </a:cubicBezTo>
                    <a:cubicBezTo>
                      <a:pt x="173" y="739"/>
                      <a:pt x="173" y="739"/>
                      <a:pt x="194" y="739"/>
                    </a:cubicBezTo>
                    <a:lnTo>
                      <a:pt x="215" y="760"/>
                    </a:lnTo>
                    <a:cubicBezTo>
                      <a:pt x="242" y="760"/>
                      <a:pt x="242" y="786"/>
                      <a:pt x="242" y="786"/>
                    </a:cubicBezTo>
                    <a:lnTo>
                      <a:pt x="262" y="786"/>
                    </a:lnTo>
                    <a:lnTo>
                      <a:pt x="262" y="807"/>
                    </a:lnTo>
                    <a:lnTo>
                      <a:pt x="283" y="807"/>
                    </a:lnTo>
                    <a:lnTo>
                      <a:pt x="304" y="786"/>
                    </a:lnTo>
                    <a:lnTo>
                      <a:pt x="325" y="760"/>
                    </a:lnTo>
                    <a:cubicBezTo>
                      <a:pt x="346" y="760"/>
                      <a:pt x="346" y="760"/>
                      <a:pt x="346" y="739"/>
                    </a:cubicBezTo>
                    <a:cubicBezTo>
                      <a:pt x="346" y="739"/>
                      <a:pt x="372" y="718"/>
                      <a:pt x="372" y="697"/>
                    </a:cubicBezTo>
                    <a:cubicBezTo>
                      <a:pt x="414" y="629"/>
                      <a:pt x="414" y="608"/>
                      <a:pt x="435" y="608"/>
                    </a:cubicBezTo>
                    <a:lnTo>
                      <a:pt x="435" y="587"/>
                    </a:lnTo>
                    <a:cubicBezTo>
                      <a:pt x="435" y="587"/>
                      <a:pt x="456" y="587"/>
                      <a:pt x="477" y="566"/>
                    </a:cubicBezTo>
                    <a:cubicBezTo>
                      <a:pt x="587" y="524"/>
                      <a:pt x="634" y="477"/>
                      <a:pt x="718" y="456"/>
                    </a:cubicBezTo>
                    <a:cubicBezTo>
                      <a:pt x="765" y="456"/>
                      <a:pt x="786" y="456"/>
                      <a:pt x="807" y="435"/>
                    </a:cubicBezTo>
                    <a:cubicBezTo>
                      <a:pt x="828" y="435"/>
                      <a:pt x="849" y="414"/>
                      <a:pt x="849" y="393"/>
                    </a:cubicBezTo>
                    <a:cubicBezTo>
                      <a:pt x="870" y="393"/>
                      <a:pt x="870" y="367"/>
                      <a:pt x="870" y="346"/>
                    </a:cubicBezTo>
                    <a:lnTo>
                      <a:pt x="870" y="283"/>
                    </a:lnTo>
                    <a:cubicBezTo>
                      <a:pt x="870" y="262"/>
                      <a:pt x="870" y="215"/>
                      <a:pt x="828" y="194"/>
                    </a:cubicBezTo>
                    <a:cubicBezTo>
                      <a:pt x="807" y="152"/>
                      <a:pt x="807" y="152"/>
                      <a:pt x="807" y="131"/>
                    </a:cubicBezTo>
                    <a:cubicBezTo>
                      <a:pt x="786" y="105"/>
                      <a:pt x="786" y="84"/>
                      <a:pt x="739" y="63"/>
                    </a:cubicBezTo>
                    <a:cubicBezTo>
                      <a:pt x="718" y="42"/>
                      <a:pt x="697" y="21"/>
                      <a:pt x="676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7" name="Google Shape;2627;p58">
                <a:extLst>
                  <a:ext uri="{FF2B5EF4-FFF2-40B4-BE49-F238E27FC236}">
                    <a16:creationId xmlns:a16="http://schemas.microsoft.com/office/drawing/2014/main" id="{C7EDEC01-0F61-2EB6-E04D-FF12B6C6DFC6}"/>
                  </a:ext>
                </a:extLst>
              </p:cNvPr>
              <p:cNvSpPr/>
              <p:nvPr/>
            </p:nvSpPr>
            <p:spPr>
              <a:xfrm>
                <a:off x="4195890" y="602370"/>
                <a:ext cx="94998" cy="85197"/>
              </a:xfrm>
              <a:custGeom>
                <a:avLst/>
                <a:gdLst/>
                <a:ahLst/>
                <a:cxnLst/>
                <a:rect l="l" t="t" r="r" b="b"/>
                <a:pathLst>
                  <a:path w="504" h="452" extrusionOk="0">
                    <a:moveTo>
                      <a:pt x="48" y="1"/>
                    </a:moveTo>
                    <a:cubicBezTo>
                      <a:pt x="27" y="22"/>
                      <a:pt x="27" y="22"/>
                      <a:pt x="48" y="69"/>
                    </a:cubicBezTo>
                    <a:cubicBezTo>
                      <a:pt x="48" y="111"/>
                      <a:pt x="69" y="111"/>
                      <a:pt x="111" y="132"/>
                    </a:cubicBezTo>
                    <a:cubicBezTo>
                      <a:pt x="158" y="174"/>
                      <a:pt x="158" y="174"/>
                      <a:pt x="200" y="200"/>
                    </a:cubicBezTo>
                    <a:cubicBezTo>
                      <a:pt x="241" y="221"/>
                      <a:pt x="241" y="221"/>
                      <a:pt x="241" y="242"/>
                    </a:cubicBezTo>
                    <a:cubicBezTo>
                      <a:pt x="252" y="252"/>
                      <a:pt x="252" y="257"/>
                      <a:pt x="244" y="257"/>
                    </a:cubicBezTo>
                    <a:cubicBezTo>
                      <a:pt x="236" y="257"/>
                      <a:pt x="221" y="252"/>
                      <a:pt x="200" y="242"/>
                    </a:cubicBezTo>
                    <a:cubicBezTo>
                      <a:pt x="158" y="242"/>
                      <a:pt x="158" y="221"/>
                      <a:pt x="131" y="200"/>
                    </a:cubicBezTo>
                    <a:cubicBezTo>
                      <a:pt x="111" y="187"/>
                      <a:pt x="100" y="180"/>
                      <a:pt x="90" y="180"/>
                    </a:cubicBezTo>
                    <a:cubicBezTo>
                      <a:pt x="79" y="180"/>
                      <a:pt x="69" y="187"/>
                      <a:pt x="48" y="200"/>
                    </a:cubicBezTo>
                    <a:cubicBezTo>
                      <a:pt x="1" y="200"/>
                      <a:pt x="27" y="200"/>
                      <a:pt x="27" y="263"/>
                    </a:cubicBezTo>
                    <a:cubicBezTo>
                      <a:pt x="1" y="331"/>
                      <a:pt x="48" y="352"/>
                      <a:pt x="90" y="373"/>
                    </a:cubicBezTo>
                    <a:cubicBezTo>
                      <a:pt x="99" y="376"/>
                      <a:pt x="107" y="377"/>
                      <a:pt x="114" y="377"/>
                    </a:cubicBezTo>
                    <a:cubicBezTo>
                      <a:pt x="152" y="377"/>
                      <a:pt x="141" y="331"/>
                      <a:pt x="200" y="331"/>
                    </a:cubicBezTo>
                    <a:cubicBezTo>
                      <a:pt x="289" y="331"/>
                      <a:pt x="241" y="331"/>
                      <a:pt x="289" y="352"/>
                    </a:cubicBezTo>
                    <a:cubicBezTo>
                      <a:pt x="330" y="373"/>
                      <a:pt x="289" y="373"/>
                      <a:pt x="330" y="436"/>
                    </a:cubicBezTo>
                    <a:cubicBezTo>
                      <a:pt x="336" y="447"/>
                      <a:pt x="339" y="451"/>
                      <a:pt x="343" y="451"/>
                    </a:cubicBezTo>
                    <a:cubicBezTo>
                      <a:pt x="354" y="451"/>
                      <a:pt x="361" y="405"/>
                      <a:pt x="393" y="373"/>
                    </a:cubicBezTo>
                    <a:cubicBezTo>
                      <a:pt x="427" y="362"/>
                      <a:pt x="444" y="362"/>
                      <a:pt x="456" y="362"/>
                    </a:cubicBezTo>
                    <a:cubicBezTo>
                      <a:pt x="467" y="362"/>
                      <a:pt x="472" y="362"/>
                      <a:pt x="482" y="352"/>
                    </a:cubicBezTo>
                    <a:cubicBezTo>
                      <a:pt x="503" y="331"/>
                      <a:pt x="461" y="305"/>
                      <a:pt x="420" y="263"/>
                    </a:cubicBezTo>
                    <a:cubicBezTo>
                      <a:pt x="351" y="242"/>
                      <a:pt x="351" y="221"/>
                      <a:pt x="289" y="200"/>
                    </a:cubicBezTo>
                    <a:cubicBezTo>
                      <a:pt x="221" y="153"/>
                      <a:pt x="221" y="132"/>
                      <a:pt x="179" y="111"/>
                    </a:cubicBezTo>
                    <a:cubicBezTo>
                      <a:pt x="158" y="69"/>
                      <a:pt x="158" y="43"/>
                      <a:pt x="111" y="43"/>
                    </a:cubicBezTo>
                    <a:cubicBezTo>
                      <a:pt x="111" y="43"/>
                      <a:pt x="69" y="1"/>
                      <a:pt x="4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8" name="Google Shape;2628;p58">
                <a:extLst>
                  <a:ext uri="{FF2B5EF4-FFF2-40B4-BE49-F238E27FC236}">
                    <a16:creationId xmlns:a16="http://schemas.microsoft.com/office/drawing/2014/main" id="{B07E3CC1-5551-D153-320F-95E17F2AEFE0}"/>
                  </a:ext>
                </a:extLst>
              </p:cNvPr>
              <p:cNvSpPr/>
              <p:nvPr/>
            </p:nvSpPr>
            <p:spPr>
              <a:xfrm>
                <a:off x="4187974" y="594453"/>
                <a:ext cx="111773" cy="102916"/>
              </a:xfrm>
              <a:custGeom>
                <a:avLst/>
                <a:gdLst/>
                <a:ahLst/>
                <a:cxnLst/>
                <a:rect l="l" t="t" r="r" b="b"/>
                <a:pathLst>
                  <a:path w="593" h="546" extrusionOk="0">
                    <a:moveTo>
                      <a:pt x="153" y="43"/>
                    </a:moveTo>
                    <a:lnTo>
                      <a:pt x="153" y="111"/>
                    </a:lnTo>
                    <a:lnTo>
                      <a:pt x="132" y="111"/>
                    </a:lnTo>
                    <a:lnTo>
                      <a:pt x="153" y="43"/>
                    </a:lnTo>
                    <a:close/>
                    <a:moveTo>
                      <a:pt x="132" y="263"/>
                    </a:moveTo>
                    <a:lnTo>
                      <a:pt x="132" y="284"/>
                    </a:lnTo>
                    <a:cubicBezTo>
                      <a:pt x="153" y="284"/>
                      <a:pt x="153" y="284"/>
                      <a:pt x="173" y="305"/>
                    </a:cubicBezTo>
                    <a:cubicBezTo>
                      <a:pt x="173" y="305"/>
                      <a:pt x="200" y="326"/>
                      <a:pt x="221" y="326"/>
                    </a:cubicBezTo>
                    <a:cubicBezTo>
                      <a:pt x="200" y="347"/>
                      <a:pt x="173" y="347"/>
                      <a:pt x="153" y="347"/>
                    </a:cubicBezTo>
                    <a:cubicBezTo>
                      <a:pt x="132" y="347"/>
                      <a:pt x="111" y="326"/>
                      <a:pt x="111" y="326"/>
                    </a:cubicBezTo>
                    <a:lnTo>
                      <a:pt x="111" y="305"/>
                    </a:lnTo>
                    <a:lnTo>
                      <a:pt x="111" y="284"/>
                    </a:lnTo>
                    <a:lnTo>
                      <a:pt x="132" y="263"/>
                    </a:lnTo>
                    <a:close/>
                    <a:moveTo>
                      <a:pt x="352" y="305"/>
                    </a:moveTo>
                    <a:cubicBezTo>
                      <a:pt x="372" y="326"/>
                      <a:pt x="393" y="326"/>
                      <a:pt x="435" y="347"/>
                    </a:cubicBezTo>
                    <a:lnTo>
                      <a:pt x="435" y="373"/>
                    </a:lnTo>
                    <a:lnTo>
                      <a:pt x="414" y="373"/>
                    </a:lnTo>
                    <a:lnTo>
                      <a:pt x="393" y="394"/>
                    </a:lnTo>
                    <a:lnTo>
                      <a:pt x="393" y="373"/>
                    </a:lnTo>
                    <a:cubicBezTo>
                      <a:pt x="393" y="347"/>
                      <a:pt x="372" y="347"/>
                      <a:pt x="352" y="326"/>
                    </a:cubicBezTo>
                    <a:lnTo>
                      <a:pt x="352" y="305"/>
                    </a:lnTo>
                    <a:close/>
                    <a:moveTo>
                      <a:pt x="69" y="1"/>
                    </a:moveTo>
                    <a:cubicBezTo>
                      <a:pt x="43" y="1"/>
                      <a:pt x="43" y="22"/>
                      <a:pt x="22" y="43"/>
                    </a:cubicBezTo>
                    <a:lnTo>
                      <a:pt x="22" y="85"/>
                    </a:lnTo>
                    <a:lnTo>
                      <a:pt x="22" y="132"/>
                    </a:lnTo>
                    <a:cubicBezTo>
                      <a:pt x="43" y="153"/>
                      <a:pt x="69" y="174"/>
                      <a:pt x="69" y="174"/>
                    </a:cubicBezTo>
                    <a:cubicBezTo>
                      <a:pt x="69" y="195"/>
                      <a:pt x="43" y="195"/>
                      <a:pt x="43" y="195"/>
                    </a:cubicBezTo>
                    <a:cubicBezTo>
                      <a:pt x="43" y="195"/>
                      <a:pt x="22" y="216"/>
                      <a:pt x="22" y="242"/>
                    </a:cubicBezTo>
                    <a:cubicBezTo>
                      <a:pt x="1" y="263"/>
                      <a:pt x="1" y="263"/>
                      <a:pt x="1" y="305"/>
                    </a:cubicBezTo>
                    <a:cubicBezTo>
                      <a:pt x="1" y="347"/>
                      <a:pt x="1" y="394"/>
                      <a:pt x="43" y="415"/>
                    </a:cubicBezTo>
                    <a:cubicBezTo>
                      <a:pt x="69" y="436"/>
                      <a:pt x="90" y="436"/>
                      <a:pt x="111" y="457"/>
                    </a:cubicBezTo>
                    <a:lnTo>
                      <a:pt x="173" y="457"/>
                    </a:lnTo>
                    <a:cubicBezTo>
                      <a:pt x="200" y="457"/>
                      <a:pt x="221" y="436"/>
                      <a:pt x="221" y="436"/>
                    </a:cubicBezTo>
                    <a:lnTo>
                      <a:pt x="242" y="436"/>
                    </a:lnTo>
                    <a:cubicBezTo>
                      <a:pt x="263" y="425"/>
                      <a:pt x="278" y="420"/>
                      <a:pt x="286" y="417"/>
                    </a:cubicBezTo>
                    <a:lnTo>
                      <a:pt x="286" y="417"/>
                    </a:lnTo>
                    <a:lnTo>
                      <a:pt x="304" y="436"/>
                    </a:lnTo>
                    <a:lnTo>
                      <a:pt x="304" y="504"/>
                    </a:lnTo>
                    <a:cubicBezTo>
                      <a:pt x="331" y="504"/>
                      <a:pt x="331" y="525"/>
                      <a:pt x="331" y="525"/>
                    </a:cubicBezTo>
                    <a:cubicBezTo>
                      <a:pt x="331" y="525"/>
                      <a:pt x="352" y="546"/>
                      <a:pt x="372" y="546"/>
                    </a:cubicBezTo>
                    <a:cubicBezTo>
                      <a:pt x="393" y="546"/>
                      <a:pt x="414" y="546"/>
                      <a:pt x="414" y="525"/>
                    </a:cubicBezTo>
                    <a:cubicBezTo>
                      <a:pt x="435" y="525"/>
                      <a:pt x="435" y="525"/>
                      <a:pt x="435" y="504"/>
                    </a:cubicBezTo>
                    <a:cubicBezTo>
                      <a:pt x="462" y="478"/>
                      <a:pt x="462" y="478"/>
                      <a:pt x="482" y="457"/>
                    </a:cubicBezTo>
                    <a:lnTo>
                      <a:pt x="524" y="457"/>
                    </a:lnTo>
                    <a:cubicBezTo>
                      <a:pt x="545" y="436"/>
                      <a:pt x="545" y="436"/>
                      <a:pt x="566" y="415"/>
                    </a:cubicBezTo>
                    <a:cubicBezTo>
                      <a:pt x="566" y="415"/>
                      <a:pt x="592" y="394"/>
                      <a:pt x="566" y="373"/>
                    </a:cubicBezTo>
                    <a:cubicBezTo>
                      <a:pt x="566" y="347"/>
                      <a:pt x="566" y="326"/>
                      <a:pt x="545" y="326"/>
                    </a:cubicBezTo>
                    <a:cubicBezTo>
                      <a:pt x="524" y="284"/>
                      <a:pt x="503" y="284"/>
                      <a:pt x="482" y="263"/>
                    </a:cubicBezTo>
                    <a:cubicBezTo>
                      <a:pt x="414" y="242"/>
                      <a:pt x="414" y="216"/>
                      <a:pt x="352" y="174"/>
                    </a:cubicBezTo>
                    <a:cubicBezTo>
                      <a:pt x="331" y="174"/>
                      <a:pt x="304" y="153"/>
                      <a:pt x="304" y="153"/>
                    </a:cubicBezTo>
                    <a:cubicBezTo>
                      <a:pt x="304" y="153"/>
                      <a:pt x="283" y="132"/>
                      <a:pt x="263" y="111"/>
                    </a:cubicBezTo>
                    <a:cubicBezTo>
                      <a:pt x="242" y="85"/>
                      <a:pt x="242" y="85"/>
                      <a:pt x="242" y="64"/>
                    </a:cubicBezTo>
                    <a:cubicBezTo>
                      <a:pt x="242" y="64"/>
                      <a:pt x="221" y="43"/>
                      <a:pt x="200" y="43"/>
                    </a:cubicBezTo>
                    <a:lnTo>
                      <a:pt x="173" y="43"/>
                    </a:lnTo>
                    <a:cubicBezTo>
                      <a:pt x="173" y="22"/>
                      <a:pt x="173" y="22"/>
                      <a:pt x="153" y="22"/>
                    </a:cubicBezTo>
                    <a:cubicBezTo>
                      <a:pt x="153" y="22"/>
                      <a:pt x="132" y="1"/>
                      <a:pt x="111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9" name="Google Shape;2629;p58">
                <a:extLst>
                  <a:ext uri="{FF2B5EF4-FFF2-40B4-BE49-F238E27FC236}">
                    <a16:creationId xmlns:a16="http://schemas.microsoft.com/office/drawing/2014/main" id="{51665B88-E911-0D2A-8006-82EF653572D7}"/>
                  </a:ext>
                </a:extLst>
              </p:cNvPr>
              <p:cNvSpPr/>
              <p:nvPr/>
            </p:nvSpPr>
            <p:spPr>
              <a:xfrm>
                <a:off x="4208707" y="516608"/>
                <a:ext cx="493837" cy="1098520"/>
              </a:xfrm>
              <a:custGeom>
                <a:avLst/>
                <a:gdLst/>
                <a:ahLst/>
                <a:cxnLst/>
                <a:rect l="l" t="t" r="r" b="b"/>
                <a:pathLst>
                  <a:path w="2620" h="5828" extrusionOk="0">
                    <a:moveTo>
                      <a:pt x="1441" y="828"/>
                    </a:moveTo>
                    <a:cubicBezTo>
                      <a:pt x="1483" y="870"/>
                      <a:pt x="1483" y="917"/>
                      <a:pt x="1530" y="959"/>
                    </a:cubicBezTo>
                    <a:cubicBezTo>
                      <a:pt x="1572" y="1000"/>
                      <a:pt x="1572" y="1000"/>
                      <a:pt x="1614" y="1021"/>
                    </a:cubicBezTo>
                    <a:cubicBezTo>
                      <a:pt x="1661" y="1069"/>
                      <a:pt x="1682" y="1090"/>
                      <a:pt x="1682" y="1090"/>
                    </a:cubicBezTo>
                    <a:cubicBezTo>
                      <a:pt x="1682" y="1090"/>
                      <a:pt x="1672" y="1080"/>
                      <a:pt x="1652" y="1080"/>
                    </a:cubicBezTo>
                    <a:cubicBezTo>
                      <a:pt x="1642" y="1080"/>
                      <a:pt x="1629" y="1083"/>
                      <a:pt x="1614" y="1090"/>
                    </a:cubicBezTo>
                    <a:cubicBezTo>
                      <a:pt x="1551" y="1110"/>
                      <a:pt x="1572" y="1110"/>
                      <a:pt x="1551" y="1152"/>
                    </a:cubicBezTo>
                    <a:cubicBezTo>
                      <a:pt x="1530" y="1179"/>
                      <a:pt x="1504" y="1179"/>
                      <a:pt x="1530" y="1199"/>
                    </a:cubicBezTo>
                    <a:cubicBezTo>
                      <a:pt x="1551" y="1241"/>
                      <a:pt x="1593" y="1330"/>
                      <a:pt x="1614" y="1351"/>
                    </a:cubicBezTo>
                    <a:cubicBezTo>
                      <a:pt x="1635" y="1393"/>
                      <a:pt x="1724" y="1393"/>
                      <a:pt x="1745" y="1414"/>
                    </a:cubicBezTo>
                    <a:cubicBezTo>
                      <a:pt x="1765" y="1414"/>
                      <a:pt x="1765" y="1414"/>
                      <a:pt x="1792" y="1393"/>
                    </a:cubicBezTo>
                    <a:cubicBezTo>
                      <a:pt x="1792" y="1351"/>
                      <a:pt x="1813" y="1309"/>
                      <a:pt x="1813" y="1309"/>
                    </a:cubicBezTo>
                    <a:cubicBezTo>
                      <a:pt x="1834" y="1330"/>
                      <a:pt x="1834" y="1372"/>
                      <a:pt x="1855" y="1440"/>
                    </a:cubicBezTo>
                    <a:cubicBezTo>
                      <a:pt x="1875" y="1524"/>
                      <a:pt x="1896" y="1545"/>
                      <a:pt x="1944" y="1571"/>
                    </a:cubicBezTo>
                    <a:cubicBezTo>
                      <a:pt x="1985" y="1613"/>
                      <a:pt x="1985" y="1634"/>
                      <a:pt x="1944" y="1655"/>
                    </a:cubicBezTo>
                    <a:cubicBezTo>
                      <a:pt x="1923" y="1676"/>
                      <a:pt x="1875" y="1655"/>
                      <a:pt x="1923" y="1702"/>
                    </a:cubicBezTo>
                    <a:cubicBezTo>
                      <a:pt x="1935" y="1727"/>
                      <a:pt x="1924" y="1737"/>
                      <a:pt x="1904" y="1737"/>
                    </a:cubicBezTo>
                    <a:cubicBezTo>
                      <a:pt x="1890" y="1737"/>
                      <a:pt x="1872" y="1732"/>
                      <a:pt x="1855" y="1723"/>
                    </a:cubicBezTo>
                    <a:cubicBezTo>
                      <a:pt x="1834" y="1702"/>
                      <a:pt x="1765" y="1676"/>
                      <a:pt x="1724" y="1676"/>
                    </a:cubicBezTo>
                    <a:cubicBezTo>
                      <a:pt x="1682" y="1676"/>
                      <a:pt x="1635" y="1702"/>
                      <a:pt x="1682" y="1765"/>
                    </a:cubicBezTo>
                    <a:cubicBezTo>
                      <a:pt x="1695" y="1808"/>
                      <a:pt x="1683" y="1832"/>
                      <a:pt x="1661" y="1832"/>
                    </a:cubicBezTo>
                    <a:cubicBezTo>
                      <a:pt x="1647" y="1832"/>
                      <a:pt x="1631" y="1824"/>
                      <a:pt x="1614" y="1807"/>
                    </a:cubicBezTo>
                    <a:cubicBezTo>
                      <a:pt x="1572" y="1786"/>
                      <a:pt x="1551" y="1786"/>
                      <a:pt x="1504" y="1765"/>
                    </a:cubicBezTo>
                    <a:cubicBezTo>
                      <a:pt x="1441" y="1744"/>
                      <a:pt x="1420" y="1765"/>
                      <a:pt x="1352" y="1723"/>
                    </a:cubicBezTo>
                    <a:cubicBezTo>
                      <a:pt x="1310" y="1655"/>
                      <a:pt x="1289" y="1655"/>
                      <a:pt x="1268" y="1613"/>
                    </a:cubicBezTo>
                    <a:cubicBezTo>
                      <a:pt x="1221" y="1571"/>
                      <a:pt x="1242" y="1524"/>
                      <a:pt x="1179" y="1524"/>
                    </a:cubicBezTo>
                    <a:cubicBezTo>
                      <a:pt x="1111" y="1524"/>
                      <a:pt x="1048" y="1545"/>
                      <a:pt x="1006" y="1571"/>
                    </a:cubicBezTo>
                    <a:cubicBezTo>
                      <a:pt x="959" y="1592"/>
                      <a:pt x="849" y="1634"/>
                      <a:pt x="807" y="1655"/>
                    </a:cubicBezTo>
                    <a:cubicBezTo>
                      <a:pt x="773" y="1672"/>
                      <a:pt x="720" y="1707"/>
                      <a:pt x="691" y="1707"/>
                    </a:cubicBezTo>
                    <a:cubicBezTo>
                      <a:pt x="685" y="1707"/>
                      <a:pt x="680" y="1706"/>
                      <a:pt x="676" y="1702"/>
                    </a:cubicBezTo>
                    <a:cubicBezTo>
                      <a:pt x="655" y="1702"/>
                      <a:pt x="613" y="1676"/>
                      <a:pt x="587" y="1676"/>
                    </a:cubicBezTo>
                    <a:cubicBezTo>
                      <a:pt x="613" y="1676"/>
                      <a:pt x="613" y="1676"/>
                      <a:pt x="634" y="1655"/>
                    </a:cubicBezTo>
                    <a:cubicBezTo>
                      <a:pt x="676" y="1613"/>
                      <a:pt x="697" y="1634"/>
                      <a:pt x="744" y="1613"/>
                    </a:cubicBezTo>
                    <a:cubicBezTo>
                      <a:pt x="786" y="1592"/>
                      <a:pt x="786" y="1571"/>
                      <a:pt x="786" y="1524"/>
                    </a:cubicBezTo>
                    <a:cubicBezTo>
                      <a:pt x="765" y="1461"/>
                      <a:pt x="676" y="1440"/>
                      <a:pt x="718" y="1393"/>
                    </a:cubicBezTo>
                    <a:cubicBezTo>
                      <a:pt x="726" y="1381"/>
                      <a:pt x="733" y="1378"/>
                      <a:pt x="740" y="1378"/>
                    </a:cubicBezTo>
                    <a:cubicBezTo>
                      <a:pt x="748" y="1378"/>
                      <a:pt x="755" y="1381"/>
                      <a:pt x="761" y="1381"/>
                    </a:cubicBezTo>
                    <a:cubicBezTo>
                      <a:pt x="770" y="1381"/>
                      <a:pt x="778" y="1376"/>
                      <a:pt x="786" y="1351"/>
                    </a:cubicBezTo>
                    <a:cubicBezTo>
                      <a:pt x="807" y="1283"/>
                      <a:pt x="828" y="1309"/>
                      <a:pt x="786" y="1262"/>
                    </a:cubicBezTo>
                    <a:cubicBezTo>
                      <a:pt x="744" y="1199"/>
                      <a:pt x="676" y="1199"/>
                      <a:pt x="744" y="1199"/>
                    </a:cubicBezTo>
                    <a:cubicBezTo>
                      <a:pt x="776" y="1199"/>
                      <a:pt x="786" y="1205"/>
                      <a:pt x="794" y="1205"/>
                    </a:cubicBezTo>
                    <a:cubicBezTo>
                      <a:pt x="802" y="1205"/>
                      <a:pt x="807" y="1199"/>
                      <a:pt x="828" y="1179"/>
                    </a:cubicBezTo>
                    <a:cubicBezTo>
                      <a:pt x="861" y="1160"/>
                      <a:pt x="838" y="1135"/>
                      <a:pt x="844" y="1135"/>
                    </a:cubicBezTo>
                    <a:cubicBezTo>
                      <a:pt x="846" y="1135"/>
                      <a:pt x="854" y="1140"/>
                      <a:pt x="875" y="1152"/>
                    </a:cubicBezTo>
                    <a:cubicBezTo>
                      <a:pt x="959" y="1179"/>
                      <a:pt x="896" y="1179"/>
                      <a:pt x="980" y="1199"/>
                    </a:cubicBezTo>
                    <a:cubicBezTo>
                      <a:pt x="1048" y="1220"/>
                      <a:pt x="1027" y="1199"/>
                      <a:pt x="1111" y="1241"/>
                    </a:cubicBezTo>
                    <a:cubicBezTo>
                      <a:pt x="1200" y="1262"/>
                      <a:pt x="1200" y="1283"/>
                      <a:pt x="1268" y="1309"/>
                    </a:cubicBezTo>
                    <a:cubicBezTo>
                      <a:pt x="1310" y="1351"/>
                      <a:pt x="1310" y="1393"/>
                      <a:pt x="1289" y="1414"/>
                    </a:cubicBezTo>
                    <a:cubicBezTo>
                      <a:pt x="1289" y="1440"/>
                      <a:pt x="1221" y="1440"/>
                      <a:pt x="1268" y="1482"/>
                    </a:cubicBezTo>
                    <a:cubicBezTo>
                      <a:pt x="1311" y="1497"/>
                      <a:pt x="1334" y="1533"/>
                      <a:pt x="1351" y="1533"/>
                    </a:cubicBezTo>
                    <a:cubicBezTo>
                      <a:pt x="1359" y="1533"/>
                      <a:pt x="1366" y="1525"/>
                      <a:pt x="1373" y="1503"/>
                    </a:cubicBezTo>
                    <a:cubicBezTo>
                      <a:pt x="1373" y="1440"/>
                      <a:pt x="1352" y="1440"/>
                      <a:pt x="1352" y="1372"/>
                    </a:cubicBezTo>
                    <a:cubicBezTo>
                      <a:pt x="1352" y="1309"/>
                      <a:pt x="1420" y="1309"/>
                      <a:pt x="1352" y="1262"/>
                    </a:cubicBezTo>
                    <a:cubicBezTo>
                      <a:pt x="1268" y="1199"/>
                      <a:pt x="1268" y="1241"/>
                      <a:pt x="1200" y="1199"/>
                    </a:cubicBezTo>
                    <a:cubicBezTo>
                      <a:pt x="1111" y="1152"/>
                      <a:pt x="1090" y="1131"/>
                      <a:pt x="1027" y="1110"/>
                    </a:cubicBezTo>
                    <a:cubicBezTo>
                      <a:pt x="980" y="1069"/>
                      <a:pt x="938" y="1048"/>
                      <a:pt x="959" y="1021"/>
                    </a:cubicBezTo>
                    <a:cubicBezTo>
                      <a:pt x="959" y="1013"/>
                      <a:pt x="962" y="1008"/>
                      <a:pt x="969" y="1008"/>
                    </a:cubicBezTo>
                    <a:cubicBezTo>
                      <a:pt x="980" y="1008"/>
                      <a:pt x="999" y="1019"/>
                      <a:pt x="1027" y="1048"/>
                    </a:cubicBezTo>
                    <a:cubicBezTo>
                      <a:pt x="1069" y="1069"/>
                      <a:pt x="1027" y="1090"/>
                      <a:pt x="1111" y="1131"/>
                    </a:cubicBezTo>
                    <a:cubicBezTo>
                      <a:pt x="1179" y="1152"/>
                      <a:pt x="1179" y="1152"/>
                      <a:pt x="1242" y="1179"/>
                    </a:cubicBezTo>
                    <a:cubicBezTo>
                      <a:pt x="1289" y="1199"/>
                      <a:pt x="1310" y="1199"/>
                      <a:pt x="1331" y="1241"/>
                    </a:cubicBezTo>
                    <a:cubicBezTo>
                      <a:pt x="1373" y="1262"/>
                      <a:pt x="1399" y="1283"/>
                      <a:pt x="1420" y="1309"/>
                    </a:cubicBezTo>
                    <a:cubicBezTo>
                      <a:pt x="1462" y="1351"/>
                      <a:pt x="1483" y="1372"/>
                      <a:pt x="1504" y="1393"/>
                    </a:cubicBezTo>
                    <a:cubicBezTo>
                      <a:pt x="1525" y="1411"/>
                      <a:pt x="1543" y="1446"/>
                      <a:pt x="1561" y="1446"/>
                    </a:cubicBezTo>
                    <a:cubicBezTo>
                      <a:pt x="1564" y="1446"/>
                      <a:pt x="1568" y="1444"/>
                      <a:pt x="1572" y="1440"/>
                    </a:cubicBezTo>
                    <a:cubicBezTo>
                      <a:pt x="1572" y="1414"/>
                      <a:pt x="1551" y="1393"/>
                      <a:pt x="1530" y="1351"/>
                    </a:cubicBezTo>
                    <a:cubicBezTo>
                      <a:pt x="1504" y="1330"/>
                      <a:pt x="1462" y="1283"/>
                      <a:pt x="1462" y="1262"/>
                    </a:cubicBezTo>
                    <a:cubicBezTo>
                      <a:pt x="1462" y="1241"/>
                      <a:pt x="1420" y="1199"/>
                      <a:pt x="1441" y="1179"/>
                    </a:cubicBezTo>
                    <a:cubicBezTo>
                      <a:pt x="1457" y="1179"/>
                      <a:pt x="1470" y="1182"/>
                      <a:pt x="1478" y="1182"/>
                    </a:cubicBezTo>
                    <a:cubicBezTo>
                      <a:pt x="1493" y="1182"/>
                      <a:pt x="1496" y="1174"/>
                      <a:pt x="1483" y="1131"/>
                    </a:cubicBezTo>
                    <a:cubicBezTo>
                      <a:pt x="1462" y="1069"/>
                      <a:pt x="1373" y="1021"/>
                      <a:pt x="1373" y="959"/>
                    </a:cubicBezTo>
                    <a:cubicBezTo>
                      <a:pt x="1373" y="917"/>
                      <a:pt x="1331" y="891"/>
                      <a:pt x="1399" y="870"/>
                    </a:cubicBezTo>
                    <a:cubicBezTo>
                      <a:pt x="1441" y="870"/>
                      <a:pt x="1399" y="828"/>
                      <a:pt x="1420" y="828"/>
                    </a:cubicBezTo>
                    <a:close/>
                    <a:moveTo>
                      <a:pt x="2074" y="1807"/>
                    </a:moveTo>
                    <a:cubicBezTo>
                      <a:pt x="2116" y="1854"/>
                      <a:pt x="2158" y="1964"/>
                      <a:pt x="2205" y="2048"/>
                    </a:cubicBezTo>
                    <a:cubicBezTo>
                      <a:pt x="2158" y="1985"/>
                      <a:pt x="2137" y="1964"/>
                      <a:pt x="2095" y="1896"/>
                    </a:cubicBezTo>
                    <a:cubicBezTo>
                      <a:pt x="2074" y="1854"/>
                      <a:pt x="2054" y="1807"/>
                      <a:pt x="2054" y="1807"/>
                    </a:cubicBezTo>
                    <a:close/>
                    <a:moveTo>
                      <a:pt x="352" y="0"/>
                    </a:moveTo>
                    <a:cubicBezTo>
                      <a:pt x="352" y="42"/>
                      <a:pt x="372" y="42"/>
                      <a:pt x="435" y="84"/>
                    </a:cubicBezTo>
                    <a:cubicBezTo>
                      <a:pt x="476" y="125"/>
                      <a:pt x="482" y="177"/>
                      <a:pt x="452" y="177"/>
                    </a:cubicBezTo>
                    <a:cubicBezTo>
                      <a:pt x="447" y="177"/>
                      <a:pt x="442" y="176"/>
                      <a:pt x="435" y="173"/>
                    </a:cubicBezTo>
                    <a:cubicBezTo>
                      <a:pt x="414" y="152"/>
                      <a:pt x="372" y="131"/>
                      <a:pt x="325" y="84"/>
                    </a:cubicBezTo>
                    <a:cubicBezTo>
                      <a:pt x="304" y="42"/>
                      <a:pt x="325" y="42"/>
                      <a:pt x="262" y="42"/>
                    </a:cubicBezTo>
                    <a:cubicBezTo>
                      <a:pt x="173" y="42"/>
                      <a:pt x="132" y="42"/>
                      <a:pt x="90" y="21"/>
                    </a:cubicBezTo>
                    <a:cubicBezTo>
                      <a:pt x="43" y="21"/>
                      <a:pt x="1" y="63"/>
                      <a:pt x="43" y="105"/>
                    </a:cubicBezTo>
                    <a:cubicBezTo>
                      <a:pt x="90" y="152"/>
                      <a:pt x="132" y="152"/>
                      <a:pt x="111" y="215"/>
                    </a:cubicBezTo>
                    <a:cubicBezTo>
                      <a:pt x="111" y="283"/>
                      <a:pt x="43" y="283"/>
                      <a:pt x="111" y="325"/>
                    </a:cubicBezTo>
                    <a:cubicBezTo>
                      <a:pt x="173" y="346"/>
                      <a:pt x="173" y="367"/>
                      <a:pt x="221" y="414"/>
                    </a:cubicBezTo>
                    <a:cubicBezTo>
                      <a:pt x="265" y="444"/>
                      <a:pt x="289" y="473"/>
                      <a:pt x="306" y="473"/>
                    </a:cubicBezTo>
                    <a:cubicBezTo>
                      <a:pt x="313" y="473"/>
                      <a:pt x="319" y="468"/>
                      <a:pt x="325" y="456"/>
                    </a:cubicBezTo>
                    <a:cubicBezTo>
                      <a:pt x="361" y="440"/>
                      <a:pt x="343" y="398"/>
                      <a:pt x="361" y="398"/>
                    </a:cubicBezTo>
                    <a:cubicBezTo>
                      <a:pt x="367" y="398"/>
                      <a:pt x="377" y="402"/>
                      <a:pt x="393" y="414"/>
                    </a:cubicBezTo>
                    <a:cubicBezTo>
                      <a:pt x="456" y="456"/>
                      <a:pt x="456" y="456"/>
                      <a:pt x="503" y="498"/>
                    </a:cubicBezTo>
                    <a:cubicBezTo>
                      <a:pt x="524" y="566"/>
                      <a:pt x="503" y="566"/>
                      <a:pt x="545" y="566"/>
                    </a:cubicBezTo>
                    <a:cubicBezTo>
                      <a:pt x="562" y="566"/>
                      <a:pt x="580" y="569"/>
                      <a:pt x="593" y="569"/>
                    </a:cubicBezTo>
                    <a:cubicBezTo>
                      <a:pt x="614" y="569"/>
                      <a:pt x="626" y="562"/>
                      <a:pt x="613" y="524"/>
                    </a:cubicBezTo>
                    <a:cubicBezTo>
                      <a:pt x="613" y="456"/>
                      <a:pt x="566" y="435"/>
                      <a:pt x="524" y="414"/>
                    </a:cubicBezTo>
                    <a:cubicBezTo>
                      <a:pt x="482" y="367"/>
                      <a:pt x="482" y="325"/>
                      <a:pt x="435" y="325"/>
                    </a:cubicBezTo>
                    <a:cubicBezTo>
                      <a:pt x="372" y="304"/>
                      <a:pt x="372" y="304"/>
                      <a:pt x="352" y="262"/>
                    </a:cubicBezTo>
                    <a:cubicBezTo>
                      <a:pt x="304" y="194"/>
                      <a:pt x="262" y="194"/>
                      <a:pt x="262" y="173"/>
                    </a:cubicBezTo>
                    <a:cubicBezTo>
                      <a:pt x="271" y="164"/>
                      <a:pt x="276" y="159"/>
                      <a:pt x="282" y="159"/>
                    </a:cubicBezTo>
                    <a:cubicBezTo>
                      <a:pt x="291" y="159"/>
                      <a:pt x="301" y="169"/>
                      <a:pt x="325" y="194"/>
                    </a:cubicBezTo>
                    <a:cubicBezTo>
                      <a:pt x="393" y="236"/>
                      <a:pt x="372" y="262"/>
                      <a:pt x="435" y="304"/>
                    </a:cubicBezTo>
                    <a:cubicBezTo>
                      <a:pt x="502" y="320"/>
                      <a:pt x="519" y="362"/>
                      <a:pt x="541" y="362"/>
                    </a:cubicBezTo>
                    <a:cubicBezTo>
                      <a:pt x="548" y="362"/>
                      <a:pt x="556" y="358"/>
                      <a:pt x="566" y="346"/>
                    </a:cubicBezTo>
                    <a:cubicBezTo>
                      <a:pt x="613" y="304"/>
                      <a:pt x="587" y="304"/>
                      <a:pt x="613" y="283"/>
                    </a:cubicBezTo>
                    <a:cubicBezTo>
                      <a:pt x="655" y="283"/>
                      <a:pt x="613" y="236"/>
                      <a:pt x="634" y="236"/>
                    </a:cubicBezTo>
                    <a:cubicBezTo>
                      <a:pt x="676" y="262"/>
                      <a:pt x="697" y="304"/>
                      <a:pt x="676" y="325"/>
                    </a:cubicBezTo>
                    <a:cubicBezTo>
                      <a:pt x="655" y="346"/>
                      <a:pt x="613" y="325"/>
                      <a:pt x="634" y="367"/>
                    </a:cubicBezTo>
                    <a:cubicBezTo>
                      <a:pt x="655" y="414"/>
                      <a:pt x="655" y="393"/>
                      <a:pt x="697" y="435"/>
                    </a:cubicBezTo>
                    <a:cubicBezTo>
                      <a:pt x="744" y="477"/>
                      <a:pt x="676" y="477"/>
                      <a:pt x="718" y="524"/>
                    </a:cubicBezTo>
                    <a:cubicBezTo>
                      <a:pt x="765" y="566"/>
                      <a:pt x="786" y="545"/>
                      <a:pt x="786" y="566"/>
                    </a:cubicBezTo>
                    <a:cubicBezTo>
                      <a:pt x="786" y="608"/>
                      <a:pt x="786" y="608"/>
                      <a:pt x="718" y="608"/>
                    </a:cubicBezTo>
                    <a:cubicBezTo>
                      <a:pt x="682" y="596"/>
                      <a:pt x="653" y="584"/>
                      <a:pt x="629" y="584"/>
                    </a:cubicBezTo>
                    <a:cubicBezTo>
                      <a:pt x="612" y="584"/>
                      <a:pt x="598" y="590"/>
                      <a:pt x="587" y="608"/>
                    </a:cubicBezTo>
                    <a:cubicBezTo>
                      <a:pt x="575" y="620"/>
                      <a:pt x="570" y="634"/>
                      <a:pt x="559" y="634"/>
                    </a:cubicBezTo>
                    <a:cubicBezTo>
                      <a:pt x="552" y="634"/>
                      <a:pt x="542" y="627"/>
                      <a:pt x="524" y="608"/>
                    </a:cubicBezTo>
                    <a:cubicBezTo>
                      <a:pt x="503" y="566"/>
                      <a:pt x="482" y="524"/>
                      <a:pt x="456" y="498"/>
                    </a:cubicBezTo>
                    <a:cubicBezTo>
                      <a:pt x="444" y="486"/>
                      <a:pt x="425" y="474"/>
                      <a:pt x="415" y="474"/>
                    </a:cubicBezTo>
                    <a:cubicBezTo>
                      <a:pt x="408" y="474"/>
                      <a:pt x="406" y="480"/>
                      <a:pt x="414" y="498"/>
                    </a:cubicBezTo>
                    <a:cubicBezTo>
                      <a:pt x="435" y="545"/>
                      <a:pt x="414" y="545"/>
                      <a:pt x="456" y="587"/>
                    </a:cubicBezTo>
                    <a:cubicBezTo>
                      <a:pt x="503" y="608"/>
                      <a:pt x="545" y="629"/>
                      <a:pt x="545" y="655"/>
                    </a:cubicBezTo>
                    <a:cubicBezTo>
                      <a:pt x="541" y="659"/>
                      <a:pt x="537" y="661"/>
                      <a:pt x="534" y="661"/>
                    </a:cubicBezTo>
                    <a:cubicBezTo>
                      <a:pt x="530" y="661"/>
                      <a:pt x="527" y="658"/>
                      <a:pt x="524" y="658"/>
                    </a:cubicBezTo>
                    <a:cubicBezTo>
                      <a:pt x="519" y="658"/>
                      <a:pt x="513" y="664"/>
                      <a:pt x="503" y="697"/>
                    </a:cubicBezTo>
                    <a:cubicBezTo>
                      <a:pt x="482" y="760"/>
                      <a:pt x="482" y="760"/>
                      <a:pt x="482" y="786"/>
                    </a:cubicBezTo>
                    <a:cubicBezTo>
                      <a:pt x="482" y="828"/>
                      <a:pt x="482" y="807"/>
                      <a:pt x="456" y="849"/>
                    </a:cubicBezTo>
                    <a:cubicBezTo>
                      <a:pt x="435" y="870"/>
                      <a:pt x="482" y="849"/>
                      <a:pt x="414" y="891"/>
                    </a:cubicBezTo>
                    <a:cubicBezTo>
                      <a:pt x="372" y="959"/>
                      <a:pt x="372" y="917"/>
                      <a:pt x="325" y="959"/>
                    </a:cubicBezTo>
                    <a:cubicBezTo>
                      <a:pt x="304" y="980"/>
                      <a:pt x="283" y="1000"/>
                      <a:pt x="352" y="1021"/>
                    </a:cubicBezTo>
                    <a:cubicBezTo>
                      <a:pt x="375" y="1029"/>
                      <a:pt x="390" y="1030"/>
                      <a:pt x="401" y="1030"/>
                    </a:cubicBezTo>
                    <a:cubicBezTo>
                      <a:pt x="409" y="1030"/>
                      <a:pt x="415" y="1029"/>
                      <a:pt x="420" y="1029"/>
                    </a:cubicBezTo>
                    <a:cubicBezTo>
                      <a:pt x="430" y="1029"/>
                      <a:pt x="435" y="1035"/>
                      <a:pt x="456" y="1069"/>
                    </a:cubicBezTo>
                    <a:cubicBezTo>
                      <a:pt x="503" y="1110"/>
                      <a:pt x="482" y="1110"/>
                      <a:pt x="503" y="1152"/>
                    </a:cubicBezTo>
                    <a:cubicBezTo>
                      <a:pt x="524" y="1179"/>
                      <a:pt x="545" y="1179"/>
                      <a:pt x="545" y="1220"/>
                    </a:cubicBezTo>
                    <a:cubicBezTo>
                      <a:pt x="545" y="1241"/>
                      <a:pt x="524" y="1241"/>
                      <a:pt x="456" y="1262"/>
                    </a:cubicBezTo>
                    <a:cubicBezTo>
                      <a:pt x="406" y="1262"/>
                      <a:pt x="369" y="1236"/>
                      <a:pt x="332" y="1236"/>
                    </a:cubicBezTo>
                    <a:cubicBezTo>
                      <a:pt x="323" y="1236"/>
                      <a:pt x="314" y="1237"/>
                      <a:pt x="304" y="1241"/>
                    </a:cubicBezTo>
                    <a:cubicBezTo>
                      <a:pt x="283" y="1262"/>
                      <a:pt x="242" y="1283"/>
                      <a:pt x="283" y="1330"/>
                    </a:cubicBezTo>
                    <a:cubicBezTo>
                      <a:pt x="325" y="1372"/>
                      <a:pt x="352" y="1372"/>
                      <a:pt x="352" y="1440"/>
                    </a:cubicBezTo>
                    <a:cubicBezTo>
                      <a:pt x="325" y="1482"/>
                      <a:pt x="352" y="1482"/>
                      <a:pt x="304" y="1524"/>
                    </a:cubicBezTo>
                    <a:cubicBezTo>
                      <a:pt x="262" y="1545"/>
                      <a:pt x="242" y="1545"/>
                      <a:pt x="262" y="1592"/>
                    </a:cubicBezTo>
                    <a:cubicBezTo>
                      <a:pt x="304" y="1613"/>
                      <a:pt x="325" y="1613"/>
                      <a:pt x="393" y="1634"/>
                    </a:cubicBezTo>
                    <a:cubicBezTo>
                      <a:pt x="435" y="1655"/>
                      <a:pt x="482" y="1676"/>
                      <a:pt x="524" y="1676"/>
                    </a:cubicBezTo>
                    <a:lnTo>
                      <a:pt x="566" y="1676"/>
                    </a:lnTo>
                    <a:lnTo>
                      <a:pt x="566" y="1702"/>
                    </a:lnTo>
                    <a:cubicBezTo>
                      <a:pt x="545" y="1723"/>
                      <a:pt x="566" y="1765"/>
                      <a:pt x="524" y="1807"/>
                    </a:cubicBezTo>
                    <a:cubicBezTo>
                      <a:pt x="503" y="1875"/>
                      <a:pt x="456" y="1854"/>
                      <a:pt x="435" y="1875"/>
                    </a:cubicBezTo>
                    <a:cubicBezTo>
                      <a:pt x="435" y="1917"/>
                      <a:pt x="414" y="1917"/>
                      <a:pt x="435" y="1985"/>
                    </a:cubicBezTo>
                    <a:cubicBezTo>
                      <a:pt x="456" y="2027"/>
                      <a:pt x="456" y="2048"/>
                      <a:pt x="414" y="2116"/>
                    </a:cubicBezTo>
                    <a:cubicBezTo>
                      <a:pt x="372" y="2179"/>
                      <a:pt x="352" y="2268"/>
                      <a:pt x="304" y="2357"/>
                    </a:cubicBezTo>
                    <a:cubicBezTo>
                      <a:pt x="262" y="2420"/>
                      <a:pt x="242" y="2488"/>
                      <a:pt x="242" y="2572"/>
                    </a:cubicBezTo>
                    <a:cubicBezTo>
                      <a:pt x="221" y="2682"/>
                      <a:pt x="262" y="2854"/>
                      <a:pt x="262" y="2943"/>
                    </a:cubicBezTo>
                    <a:cubicBezTo>
                      <a:pt x="242" y="3032"/>
                      <a:pt x="242" y="2985"/>
                      <a:pt x="242" y="3095"/>
                    </a:cubicBezTo>
                    <a:cubicBezTo>
                      <a:pt x="221" y="3184"/>
                      <a:pt x="173" y="3184"/>
                      <a:pt x="242" y="3247"/>
                    </a:cubicBezTo>
                    <a:cubicBezTo>
                      <a:pt x="304" y="3336"/>
                      <a:pt x="372" y="3404"/>
                      <a:pt x="435" y="3446"/>
                    </a:cubicBezTo>
                    <a:cubicBezTo>
                      <a:pt x="503" y="3509"/>
                      <a:pt x="524" y="3577"/>
                      <a:pt x="587" y="3619"/>
                    </a:cubicBezTo>
                    <a:cubicBezTo>
                      <a:pt x="655" y="3666"/>
                      <a:pt x="718" y="3708"/>
                      <a:pt x="786" y="3729"/>
                    </a:cubicBezTo>
                    <a:cubicBezTo>
                      <a:pt x="816" y="3744"/>
                      <a:pt x="824" y="3759"/>
                      <a:pt x="851" y="3759"/>
                    </a:cubicBezTo>
                    <a:cubicBezTo>
                      <a:pt x="862" y="3759"/>
                      <a:pt x="876" y="3756"/>
                      <a:pt x="896" y="3750"/>
                    </a:cubicBezTo>
                    <a:cubicBezTo>
                      <a:pt x="959" y="3750"/>
                      <a:pt x="959" y="3750"/>
                      <a:pt x="1048" y="3729"/>
                    </a:cubicBezTo>
                    <a:cubicBezTo>
                      <a:pt x="1158" y="3708"/>
                      <a:pt x="1111" y="3708"/>
                      <a:pt x="1221" y="3687"/>
                    </a:cubicBezTo>
                    <a:cubicBezTo>
                      <a:pt x="1310" y="3666"/>
                      <a:pt x="1310" y="3666"/>
                      <a:pt x="1373" y="3619"/>
                    </a:cubicBezTo>
                    <a:cubicBezTo>
                      <a:pt x="1399" y="3584"/>
                      <a:pt x="1417" y="3569"/>
                      <a:pt x="1435" y="3569"/>
                    </a:cubicBezTo>
                    <a:cubicBezTo>
                      <a:pt x="1449" y="3569"/>
                      <a:pt x="1464" y="3579"/>
                      <a:pt x="1483" y="3598"/>
                    </a:cubicBezTo>
                    <a:cubicBezTo>
                      <a:pt x="1522" y="3633"/>
                      <a:pt x="1510" y="3671"/>
                      <a:pt x="1544" y="3671"/>
                    </a:cubicBezTo>
                    <a:cubicBezTo>
                      <a:pt x="1551" y="3671"/>
                      <a:pt x="1560" y="3670"/>
                      <a:pt x="1572" y="3666"/>
                    </a:cubicBezTo>
                    <a:cubicBezTo>
                      <a:pt x="1623" y="3666"/>
                      <a:pt x="1604" y="3635"/>
                      <a:pt x="1633" y="3635"/>
                    </a:cubicBezTo>
                    <a:cubicBezTo>
                      <a:pt x="1640" y="3635"/>
                      <a:pt x="1648" y="3636"/>
                      <a:pt x="1661" y="3640"/>
                    </a:cubicBezTo>
                    <a:cubicBezTo>
                      <a:pt x="1745" y="3666"/>
                      <a:pt x="1765" y="3687"/>
                      <a:pt x="1745" y="3771"/>
                    </a:cubicBezTo>
                    <a:cubicBezTo>
                      <a:pt x="1724" y="3860"/>
                      <a:pt x="1682" y="3970"/>
                      <a:pt x="1703" y="4033"/>
                    </a:cubicBezTo>
                    <a:cubicBezTo>
                      <a:pt x="1724" y="4101"/>
                      <a:pt x="1745" y="4122"/>
                      <a:pt x="1765" y="4211"/>
                    </a:cubicBezTo>
                    <a:cubicBezTo>
                      <a:pt x="1792" y="4295"/>
                      <a:pt x="1792" y="4342"/>
                      <a:pt x="1765" y="4425"/>
                    </a:cubicBezTo>
                    <a:cubicBezTo>
                      <a:pt x="1765" y="4494"/>
                      <a:pt x="1765" y="4535"/>
                      <a:pt x="1745" y="4603"/>
                    </a:cubicBezTo>
                    <a:cubicBezTo>
                      <a:pt x="1745" y="4687"/>
                      <a:pt x="1745" y="4645"/>
                      <a:pt x="1703" y="4776"/>
                    </a:cubicBezTo>
                    <a:cubicBezTo>
                      <a:pt x="1682" y="4907"/>
                      <a:pt x="1635" y="4907"/>
                      <a:pt x="1661" y="5017"/>
                    </a:cubicBezTo>
                    <a:cubicBezTo>
                      <a:pt x="1661" y="5106"/>
                      <a:pt x="1614" y="5127"/>
                      <a:pt x="1635" y="5211"/>
                    </a:cubicBezTo>
                    <a:cubicBezTo>
                      <a:pt x="1635" y="5321"/>
                      <a:pt x="1614" y="5368"/>
                      <a:pt x="1593" y="5452"/>
                    </a:cubicBezTo>
                    <a:cubicBezTo>
                      <a:pt x="1551" y="5520"/>
                      <a:pt x="1572" y="5541"/>
                      <a:pt x="1551" y="5604"/>
                    </a:cubicBezTo>
                    <a:cubicBezTo>
                      <a:pt x="1551" y="5672"/>
                      <a:pt x="1530" y="5714"/>
                      <a:pt x="1504" y="5735"/>
                    </a:cubicBezTo>
                    <a:cubicBezTo>
                      <a:pt x="1486" y="5775"/>
                      <a:pt x="1467" y="5828"/>
                      <a:pt x="1507" y="5828"/>
                    </a:cubicBezTo>
                    <a:cubicBezTo>
                      <a:pt x="1513" y="5828"/>
                      <a:pt x="1521" y="5827"/>
                      <a:pt x="1530" y="5824"/>
                    </a:cubicBezTo>
                    <a:cubicBezTo>
                      <a:pt x="1572" y="5803"/>
                      <a:pt x="1745" y="5672"/>
                      <a:pt x="1834" y="5562"/>
                    </a:cubicBezTo>
                    <a:cubicBezTo>
                      <a:pt x="1923" y="5473"/>
                      <a:pt x="2095" y="5148"/>
                      <a:pt x="2184" y="5017"/>
                    </a:cubicBezTo>
                    <a:cubicBezTo>
                      <a:pt x="2289" y="4865"/>
                      <a:pt x="2420" y="4452"/>
                      <a:pt x="2467" y="4321"/>
                    </a:cubicBezTo>
                    <a:cubicBezTo>
                      <a:pt x="2509" y="4190"/>
                      <a:pt x="2551" y="3619"/>
                      <a:pt x="2577" y="3467"/>
                    </a:cubicBezTo>
                    <a:cubicBezTo>
                      <a:pt x="2619" y="3294"/>
                      <a:pt x="2577" y="2901"/>
                      <a:pt x="2551" y="2812"/>
                    </a:cubicBezTo>
                    <a:cubicBezTo>
                      <a:pt x="2551" y="2723"/>
                      <a:pt x="2467" y="2682"/>
                      <a:pt x="2446" y="2619"/>
                    </a:cubicBezTo>
                    <a:cubicBezTo>
                      <a:pt x="2420" y="2551"/>
                      <a:pt x="2378" y="2509"/>
                      <a:pt x="2357" y="2420"/>
                    </a:cubicBezTo>
                    <a:lnTo>
                      <a:pt x="2357" y="2357"/>
                    </a:lnTo>
                    <a:cubicBezTo>
                      <a:pt x="2399" y="2462"/>
                      <a:pt x="2420" y="2462"/>
                      <a:pt x="2488" y="2551"/>
                    </a:cubicBezTo>
                    <a:cubicBezTo>
                      <a:pt x="2509" y="2572"/>
                      <a:pt x="2509" y="2572"/>
                      <a:pt x="2530" y="2593"/>
                    </a:cubicBezTo>
                    <a:cubicBezTo>
                      <a:pt x="2268" y="1440"/>
                      <a:pt x="1462" y="456"/>
                      <a:pt x="37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0" name="Google Shape;2630;p58">
                <a:extLst>
                  <a:ext uri="{FF2B5EF4-FFF2-40B4-BE49-F238E27FC236}">
                    <a16:creationId xmlns:a16="http://schemas.microsoft.com/office/drawing/2014/main" id="{2CB35110-5F1C-E3C5-666C-8757DE6B53D3}"/>
                  </a:ext>
                </a:extLst>
              </p:cNvPr>
              <p:cNvSpPr/>
              <p:nvPr/>
            </p:nvSpPr>
            <p:spPr>
              <a:xfrm>
                <a:off x="4204749" y="507749"/>
                <a:ext cx="501754" cy="1118311"/>
              </a:xfrm>
              <a:custGeom>
                <a:avLst/>
                <a:gdLst/>
                <a:ahLst/>
                <a:cxnLst/>
                <a:rect l="l" t="t" r="r" b="b"/>
                <a:pathLst>
                  <a:path w="2662" h="5933" extrusionOk="0">
                    <a:moveTo>
                      <a:pt x="545" y="199"/>
                    </a:moveTo>
                    <a:cubicBezTo>
                      <a:pt x="566" y="220"/>
                      <a:pt x="587" y="220"/>
                      <a:pt x="634" y="241"/>
                    </a:cubicBezTo>
                    <a:lnTo>
                      <a:pt x="608" y="262"/>
                    </a:lnTo>
                    <a:lnTo>
                      <a:pt x="587" y="283"/>
                    </a:lnTo>
                    <a:cubicBezTo>
                      <a:pt x="566" y="309"/>
                      <a:pt x="566" y="330"/>
                      <a:pt x="566" y="330"/>
                    </a:cubicBezTo>
                    <a:lnTo>
                      <a:pt x="545" y="351"/>
                    </a:lnTo>
                    <a:cubicBezTo>
                      <a:pt x="545" y="330"/>
                      <a:pt x="524" y="309"/>
                      <a:pt x="477" y="283"/>
                    </a:cubicBezTo>
                    <a:lnTo>
                      <a:pt x="456" y="283"/>
                    </a:lnTo>
                    <a:cubicBezTo>
                      <a:pt x="477" y="283"/>
                      <a:pt x="503" y="283"/>
                      <a:pt x="503" y="262"/>
                    </a:cubicBezTo>
                    <a:cubicBezTo>
                      <a:pt x="545" y="241"/>
                      <a:pt x="545" y="220"/>
                      <a:pt x="545" y="199"/>
                    </a:cubicBezTo>
                    <a:close/>
                    <a:moveTo>
                      <a:pt x="435" y="414"/>
                    </a:moveTo>
                    <a:cubicBezTo>
                      <a:pt x="452" y="414"/>
                      <a:pt x="455" y="414"/>
                      <a:pt x="456" y="427"/>
                    </a:cubicBezTo>
                    <a:lnTo>
                      <a:pt x="456" y="427"/>
                    </a:lnTo>
                    <a:cubicBezTo>
                      <a:pt x="450" y="423"/>
                      <a:pt x="443" y="418"/>
                      <a:pt x="435" y="414"/>
                    </a:cubicBezTo>
                    <a:close/>
                    <a:moveTo>
                      <a:pt x="304" y="131"/>
                    </a:moveTo>
                    <a:lnTo>
                      <a:pt x="304" y="152"/>
                    </a:lnTo>
                    <a:lnTo>
                      <a:pt x="263" y="152"/>
                    </a:lnTo>
                    <a:cubicBezTo>
                      <a:pt x="242" y="178"/>
                      <a:pt x="242" y="178"/>
                      <a:pt x="242" y="199"/>
                    </a:cubicBezTo>
                    <a:lnTo>
                      <a:pt x="242" y="262"/>
                    </a:lnTo>
                    <a:cubicBezTo>
                      <a:pt x="263" y="283"/>
                      <a:pt x="263" y="283"/>
                      <a:pt x="283" y="283"/>
                    </a:cubicBezTo>
                    <a:cubicBezTo>
                      <a:pt x="283" y="309"/>
                      <a:pt x="304" y="309"/>
                      <a:pt x="325" y="330"/>
                    </a:cubicBezTo>
                    <a:cubicBezTo>
                      <a:pt x="346" y="351"/>
                      <a:pt x="346" y="372"/>
                      <a:pt x="373" y="393"/>
                    </a:cubicBezTo>
                    <a:cubicBezTo>
                      <a:pt x="346" y="393"/>
                      <a:pt x="346" y="414"/>
                      <a:pt x="325" y="414"/>
                    </a:cubicBezTo>
                    <a:lnTo>
                      <a:pt x="325" y="440"/>
                    </a:lnTo>
                    <a:cubicBezTo>
                      <a:pt x="304" y="440"/>
                      <a:pt x="304" y="440"/>
                      <a:pt x="283" y="414"/>
                    </a:cubicBezTo>
                    <a:cubicBezTo>
                      <a:pt x="215" y="372"/>
                      <a:pt x="215" y="351"/>
                      <a:pt x="174" y="330"/>
                    </a:cubicBezTo>
                    <a:cubicBezTo>
                      <a:pt x="174" y="309"/>
                      <a:pt x="174" y="309"/>
                      <a:pt x="194" y="283"/>
                    </a:cubicBezTo>
                    <a:cubicBezTo>
                      <a:pt x="194" y="241"/>
                      <a:pt x="174" y="199"/>
                      <a:pt x="174" y="178"/>
                    </a:cubicBezTo>
                    <a:cubicBezTo>
                      <a:pt x="153" y="152"/>
                      <a:pt x="132" y="131"/>
                      <a:pt x="111" y="131"/>
                    </a:cubicBezTo>
                    <a:close/>
                    <a:moveTo>
                      <a:pt x="494" y="460"/>
                    </a:moveTo>
                    <a:lnTo>
                      <a:pt x="494" y="460"/>
                    </a:lnTo>
                    <a:cubicBezTo>
                      <a:pt x="500" y="467"/>
                      <a:pt x="503" y="474"/>
                      <a:pt x="503" y="482"/>
                    </a:cubicBezTo>
                    <a:cubicBezTo>
                      <a:pt x="503" y="475"/>
                      <a:pt x="500" y="467"/>
                      <a:pt x="494" y="460"/>
                    </a:cubicBezTo>
                    <a:close/>
                    <a:moveTo>
                      <a:pt x="1462" y="964"/>
                    </a:moveTo>
                    <a:cubicBezTo>
                      <a:pt x="1462" y="985"/>
                      <a:pt x="1483" y="1027"/>
                      <a:pt x="1525" y="1047"/>
                    </a:cubicBezTo>
                    <a:cubicBezTo>
                      <a:pt x="1551" y="1068"/>
                      <a:pt x="1572" y="1095"/>
                      <a:pt x="1593" y="1095"/>
                    </a:cubicBezTo>
                    <a:cubicBezTo>
                      <a:pt x="1572" y="1116"/>
                      <a:pt x="1551" y="1116"/>
                      <a:pt x="1551" y="1137"/>
                    </a:cubicBezTo>
                    <a:cubicBezTo>
                      <a:pt x="1525" y="1095"/>
                      <a:pt x="1504" y="1068"/>
                      <a:pt x="1483" y="1047"/>
                    </a:cubicBezTo>
                    <a:cubicBezTo>
                      <a:pt x="1462" y="1047"/>
                      <a:pt x="1462" y="1027"/>
                      <a:pt x="1441" y="1027"/>
                    </a:cubicBezTo>
                    <a:cubicBezTo>
                      <a:pt x="1462" y="985"/>
                      <a:pt x="1441" y="985"/>
                      <a:pt x="1441" y="964"/>
                    </a:cubicBezTo>
                    <a:close/>
                    <a:moveTo>
                      <a:pt x="1310" y="1330"/>
                    </a:moveTo>
                    <a:lnTo>
                      <a:pt x="1331" y="1356"/>
                    </a:lnTo>
                    <a:lnTo>
                      <a:pt x="1352" y="1356"/>
                    </a:lnTo>
                    <a:cubicBezTo>
                      <a:pt x="1331" y="1356"/>
                      <a:pt x="1331" y="1377"/>
                      <a:pt x="1331" y="1377"/>
                    </a:cubicBezTo>
                    <a:cubicBezTo>
                      <a:pt x="1331" y="1377"/>
                      <a:pt x="1331" y="1356"/>
                      <a:pt x="1310" y="1330"/>
                    </a:cubicBezTo>
                    <a:close/>
                    <a:moveTo>
                      <a:pt x="1745" y="1116"/>
                    </a:moveTo>
                    <a:cubicBezTo>
                      <a:pt x="1786" y="1178"/>
                      <a:pt x="1813" y="1246"/>
                      <a:pt x="1876" y="1309"/>
                    </a:cubicBezTo>
                    <a:lnTo>
                      <a:pt x="1834" y="1309"/>
                    </a:lnTo>
                    <a:cubicBezTo>
                      <a:pt x="1813" y="1309"/>
                      <a:pt x="1786" y="1309"/>
                      <a:pt x="1786" y="1330"/>
                    </a:cubicBezTo>
                    <a:cubicBezTo>
                      <a:pt x="1766" y="1330"/>
                      <a:pt x="1766" y="1356"/>
                      <a:pt x="1766" y="1356"/>
                    </a:cubicBezTo>
                    <a:lnTo>
                      <a:pt x="1766" y="1398"/>
                    </a:lnTo>
                    <a:cubicBezTo>
                      <a:pt x="1745" y="1398"/>
                      <a:pt x="1724" y="1398"/>
                      <a:pt x="1724" y="1377"/>
                    </a:cubicBezTo>
                    <a:lnTo>
                      <a:pt x="1682" y="1377"/>
                    </a:lnTo>
                    <a:cubicBezTo>
                      <a:pt x="1682" y="1377"/>
                      <a:pt x="1656" y="1330"/>
                      <a:pt x="1635" y="1309"/>
                    </a:cubicBezTo>
                    <a:cubicBezTo>
                      <a:pt x="1635" y="1288"/>
                      <a:pt x="1614" y="1267"/>
                      <a:pt x="1593" y="1246"/>
                    </a:cubicBezTo>
                    <a:lnTo>
                      <a:pt x="1614" y="1226"/>
                    </a:lnTo>
                    <a:cubicBezTo>
                      <a:pt x="1635" y="1199"/>
                      <a:pt x="1635" y="1178"/>
                      <a:pt x="1635" y="1178"/>
                    </a:cubicBezTo>
                    <a:lnTo>
                      <a:pt x="1682" y="1178"/>
                    </a:lnTo>
                    <a:lnTo>
                      <a:pt x="1745" y="1116"/>
                    </a:lnTo>
                    <a:close/>
                    <a:moveTo>
                      <a:pt x="896" y="1246"/>
                    </a:moveTo>
                    <a:cubicBezTo>
                      <a:pt x="917" y="1267"/>
                      <a:pt x="917" y="1267"/>
                      <a:pt x="917" y="1288"/>
                    </a:cubicBezTo>
                    <a:cubicBezTo>
                      <a:pt x="938" y="1288"/>
                      <a:pt x="959" y="1288"/>
                      <a:pt x="980" y="1309"/>
                    </a:cubicBezTo>
                    <a:lnTo>
                      <a:pt x="1069" y="1309"/>
                    </a:lnTo>
                    <a:cubicBezTo>
                      <a:pt x="1069" y="1309"/>
                      <a:pt x="1090" y="1309"/>
                      <a:pt x="1132" y="1330"/>
                    </a:cubicBezTo>
                    <a:cubicBezTo>
                      <a:pt x="1200" y="1356"/>
                      <a:pt x="1200" y="1356"/>
                      <a:pt x="1242" y="1398"/>
                    </a:cubicBezTo>
                    <a:cubicBezTo>
                      <a:pt x="1263" y="1419"/>
                      <a:pt x="1263" y="1440"/>
                      <a:pt x="1263" y="1440"/>
                    </a:cubicBezTo>
                    <a:lnTo>
                      <a:pt x="1242" y="1440"/>
                    </a:lnTo>
                    <a:cubicBezTo>
                      <a:pt x="1242" y="1461"/>
                      <a:pt x="1242" y="1461"/>
                      <a:pt x="1221" y="1461"/>
                    </a:cubicBezTo>
                    <a:lnTo>
                      <a:pt x="1221" y="1529"/>
                    </a:lnTo>
                    <a:lnTo>
                      <a:pt x="1200" y="1508"/>
                    </a:lnTo>
                    <a:cubicBezTo>
                      <a:pt x="1111" y="1529"/>
                      <a:pt x="1048" y="1529"/>
                      <a:pt x="980" y="1571"/>
                    </a:cubicBezTo>
                    <a:cubicBezTo>
                      <a:pt x="980" y="1571"/>
                      <a:pt x="938" y="1592"/>
                      <a:pt x="917" y="1618"/>
                    </a:cubicBezTo>
                    <a:cubicBezTo>
                      <a:pt x="896" y="1618"/>
                      <a:pt x="870" y="1639"/>
                      <a:pt x="849" y="1639"/>
                    </a:cubicBezTo>
                    <a:lnTo>
                      <a:pt x="849" y="1550"/>
                    </a:lnTo>
                    <a:cubicBezTo>
                      <a:pt x="849" y="1508"/>
                      <a:pt x="807" y="1487"/>
                      <a:pt x="786" y="1461"/>
                    </a:cubicBezTo>
                    <a:lnTo>
                      <a:pt x="807" y="1461"/>
                    </a:lnTo>
                    <a:cubicBezTo>
                      <a:pt x="828" y="1461"/>
                      <a:pt x="849" y="1440"/>
                      <a:pt x="849" y="1419"/>
                    </a:cubicBezTo>
                    <a:lnTo>
                      <a:pt x="870" y="1398"/>
                    </a:lnTo>
                    <a:cubicBezTo>
                      <a:pt x="870" y="1398"/>
                      <a:pt x="870" y="1377"/>
                      <a:pt x="896" y="1356"/>
                    </a:cubicBezTo>
                    <a:cubicBezTo>
                      <a:pt x="896" y="1356"/>
                      <a:pt x="896" y="1309"/>
                      <a:pt x="870" y="1309"/>
                    </a:cubicBezTo>
                    <a:lnTo>
                      <a:pt x="870" y="1288"/>
                    </a:lnTo>
                    <a:lnTo>
                      <a:pt x="870" y="1267"/>
                    </a:lnTo>
                    <a:cubicBezTo>
                      <a:pt x="896" y="1267"/>
                      <a:pt x="896" y="1267"/>
                      <a:pt x="896" y="1246"/>
                    </a:cubicBezTo>
                    <a:close/>
                    <a:moveTo>
                      <a:pt x="765" y="330"/>
                    </a:moveTo>
                    <a:cubicBezTo>
                      <a:pt x="1001" y="461"/>
                      <a:pt x="1221" y="634"/>
                      <a:pt x="1420" y="807"/>
                    </a:cubicBezTo>
                    <a:lnTo>
                      <a:pt x="1420" y="833"/>
                    </a:lnTo>
                    <a:lnTo>
                      <a:pt x="1394" y="833"/>
                    </a:lnTo>
                    <a:lnTo>
                      <a:pt x="1373" y="854"/>
                    </a:lnTo>
                    <a:lnTo>
                      <a:pt x="1373" y="875"/>
                    </a:lnTo>
                    <a:lnTo>
                      <a:pt x="1352" y="896"/>
                    </a:lnTo>
                    <a:cubicBezTo>
                      <a:pt x="1331" y="917"/>
                      <a:pt x="1331" y="938"/>
                      <a:pt x="1331" y="964"/>
                    </a:cubicBezTo>
                    <a:cubicBezTo>
                      <a:pt x="1331" y="985"/>
                      <a:pt x="1352" y="1006"/>
                      <a:pt x="1352" y="1006"/>
                    </a:cubicBezTo>
                    <a:cubicBezTo>
                      <a:pt x="1331" y="1027"/>
                      <a:pt x="1352" y="1068"/>
                      <a:pt x="1352" y="1068"/>
                    </a:cubicBezTo>
                    <a:cubicBezTo>
                      <a:pt x="1373" y="1095"/>
                      <a:pt x="1394" y="1116"/>
                      <a:pt x="1394" y="1137"/>
                    </a:cubicBezTo>
                    <a:lnTo>
                      <a:pt x="1441" y="1178"/>
                    </a:lnTo>
                    <a:cubicBezTo>
                      <a:pt x="1420" y="1199"/>
                      <a:pt x="1394" y="1226"/>
                      <a:pt x="1394" y="1246"/>
                    </a:cubicBezTo>
                    <a:cubicBezTo>
                      <a:pt x="1352" y="1199"/>
                      <a:pt x="1331" y="1199"/>
                      <a:pt x="1289" y="1178"/>
                    </a:cubicBezTo>
                    <a:lnTo>
                      <a:pt x="1158" y="1137"/>
                    </a:lnTo>
                    <a:cubicBezTo>
                      <a:pt x="1111" y="1116"/>
                      <a:pt x="1111" y="1116"/>
                      <a:pt x="1111" y="1095"/>
                    </a:cubicBezTo>
                    <a:cubicBezTo>
                      <a:pt x="1111" y="1095"/>
                      <a:pt x="1090" y="1068"/>
                      <a:pt x="1069" y="1047"/>
                    </a:cubicBezTo>
                    <a:cubicBezTo>
                      <a:pt x="1048" y="1027"/>
                      <a:pt x="1027" y="1006"/>
                      <a:pt x="1001" y="1006"/>
                    </a:cubicBezTo>
                    <a:cubicBezTo>
                      <a:pt x="980" y="1006"/>
                      <a:pt x="959" y="1006"/>
                      <a:pt x="959" y="1027"/>
                    </a:cubicBezTo>
                    <a:cubicBezTo>
                      <a:pt x="938" y="1027"/>
                      <a:pt x="938" y="1047"/>
                      <a:pt x="938" y="1047"/>
                    </a:cubicBezTo>
                    <a:cubicBezTo>
                      <a:pt x="917" y="1068"/>
                      <a:pt x="917" y="1116"/>
                      <a:pt x="938" y="1116"/>
                    </a:cubicBezTo>
                    <a:cubicBezTo>
                      <a:pt x="938" y="1137"/>
                      <a:pt x="959" y="1157"/>
                      <a:pt x="959" y="1157"/>
                    </a:cubicBezTo>
                    <a:cubicBezTo>
                      <a:pt x="980" y="1157"/>
                      <a:pt x="1001" y="1178"/>
                      <a:pt x="1027" y="1199"/>
                    </a:cubicBezTo>
                    <a:lnTo>
                      <a:pt x="980" y="1199"/>
                    </a:lnTo>
                    <a:lnTo>
                      <a:pt x="980" y="1178"/>
                    </a:lnTo>
                    <a:cubicBezTo>
                      <a:pt x="959" y="1157"/>
                      <a:pt x="938" y="1157"/>
                      <a:pt x="917" y="1137"/>
                    </a:cubicBezTo>
                    <a:lnTo>
                      <a:pt x="849" y="1137"/>
                    </a:lnTo>
                    <a:lnTo>
                      <a:pt x="828" y="1157"/>
                    </a:lnTo>
                    <a:cubicBezTo>
                      <a:pt x="807" y="1178"/>
                      <a:pt x="828" y="1178"/>
                      <a:pt x="828" y="1178"/>
                    </a:cubicBezTo>
                    <a:lnTo>
                      <a:pt x="807" y="1199"/>
                    </a:lnTo>
                    <a:lnTo>
                      <a:pt x="718" y="1199"/>
                    </a:lnTo>
                    <a:lnTo>
                      <a:pt x="697" y="1226"/>
                    </a:lnTo>
                    <a:lnTo>
                      <a:pt x="676" y="1246"/>
                    </a:lnTo>
                    <a:lnTo>
                      <a:pt x="697" y="1267"/>
                    </a:lnTo>
                    <a:lnTo>
                      <a:pt x="697" y="1288"/>
                    </a:lnTo>
                    <a:lnTo>
                      <a:pt x="718" y="1288"/>
                    </a:lnTo>
                    <a:lnTo>
                      <a:pt x="718" y="1309"/>
                    </a:lnTo>
                    <a:cubicBezTo>
                      <a:pt x="739" y="1309"/>
                      <a:pt x="765" y="1330"/>
                      <a:pt x="765" y="1330"/>
                    </a:cubicBezTo>
                    <a:lnTo>
                      <a:pt x="786" y="1356"/>
                    </a:lnTo>
                    <a:cubicBezTo>
                      <a:pt x="765" y="1356"/>
                      <a:pt x="765" y="1356"/>
                      <a:pt x="765" y="1377"/>
                    </a:cubicBezTo>
                    <a:lnTo>
                      <a:pt x="739" y="1377"/>
                    </a:lnTo>
                    <a:cubicBezTo>
                      <a:pt x="718" y="1377"/>
                      <a:pt x="697" y="1398"/>
                      <a:pt x="697" y="1398"/>
                    </a:cubicBezTo>
                    <a:cubicBezTo>
                      <a:pt x="676" y="1419"/>
                      <a:pt x="676" y="1461"/>
                      <a:pt x="676" y="1487"/>
                    </a:cubicBezTo>
                    <a:cubicBezTo>
                      <a:pt x="697" y="1508"/>
                      <a:pt x="697" y="1529"/>
                      <a:pt x="718" y="1529"/>
                    </a:cubicBezTo>
                    <a:cubicBezTo>
                      <a:pt x="739" y="1550"/>
                      <a:pt x="739" y="1571"/>
                      <a:pt x="739" y="1571"/>
                    </a:cubicBezTo>
                    <a:cubicBezTo>
                      <a:pt x="765" y="1592"/>
                      <a:pt x="739" y="1592"/>
                      <a:pt x="765" y="1592"/>
                    </a:cubicBezTo>
                    <a:cubicBezTo>
                      <a:pt x="765" y="1592"/>
                      <a:pt x="739" y="1592"/>
                      <a:pt x="718" y="1618"/>
                    </a:cubicBezTo>
                    <a:lnTo>
                      <a:pt x="676" y="1618"/>
                    </a:lnTo>
                    <a:cubicBezTo>
                      <a:pt x="676" y="1639"/>
                      <a:pt x="634" y="1639"/>
                      <a:pt x="608" y="1660"/>
                    </a:cubicBezTo>
                    <a:cubicBezTo>
                      <a:pt x="608" y="1681"/>
                      <a:pt x="587" y="1681"/>
                      <a:pt x="587" y="1681"/>
                    </a:cubicBezTo>
                    <a:lnTo>
                      <a:pt x="545" y="1681"/>
                    </a:lnTo>
                    <a:cubicBezTo>
                      <a:pt x="503" y="1660"/>
                      <a:pt x="477" y="1660"/>
                      <a:pt x="435" y="1639"/>
                    </a:cubicBezTo>
                    <a:cubicBezTo>
                      <a:pt x="393" y="1618"/>
                      <a:pt x="373" y="1618"/>
                      <a:pt x="373" y="1618"/>
                    </a:cubicBezTo>
                    <a:cubicBezTo>
                      <a:pt x="393" y="1592"/>
                      <a:pt x="393" y="1571"/>
                      <a:pt x="414" y="1550"/>
                    </a:cubicBezTo>
                    <a:lnTo>
                      <a:pt x="414" y="1487"/>
                    </a:lnTo>
                    <a:lnTo>
                      <a:pt x="414" y="1419"/>
                    </a:lnTo>
                    <a:lnTo>
                      <a:pt x="393" y="1398"/>
                    </a:lnTo>
                    <a:cubicBezTo>
                      <a:pt x="373" y="1377"/>
                      <a:pt x="346" y="1377"/>
                      <a:pt x="346" y="1356"/>
                    </a:cubicBezTo>
                    <a:lnTo>
                      <a:pt x="373" y="1330"/>
                    </a:lnTo>
                    <a:cubicBezTo>
                      <a:pt x="393" y="1356"/>
                      <a:pt x="435" y="1356"/>
                      <a:pt x="477" y="1356"/>
                    </a:cubicBezTo>
                    <a:lnTo>
                      <a:pt x="566" y="1356"/>
                    </a:lnTo>
                    <a:cubicBezTo>
                      <a:pt x="587" y="1330"/>
                      <a:pt x="587" y="1330"/>
                      <a:pt x="608" y="1309"/>
                    </a:cubicBezTo>
                    <a:lnTo>
                      <a:pt x="608" y="1267"/>
                    </a:lnTo>
                    <a:cubicBezTo>
                      <a:pt x="608" y="1246"/>
                      <a:pt x="608" y="1226"/>
                      <a:pt x="587" y="1199"/>
                    </a:cubicBezTo>
                    <a:cubicBezTo>
                      <a:pt x="587" y="1178"/>
                      <a:pt x="587" y="1178"/>
                      <a:pt x="566" y="1157"/>
                    </a:cubicBezTo>
                    <a:cubicBezTo>
                      <a:pt x="566" y="1137"/>
                      <a:pt x="566" y="1137"/>
                      <a:pt x="524" y="1068"/>
                    </a:cubicBezTo>
                    <a:cubicBezTo>
                      <a:pt x="524" y="1068"/>
                      <a:pt x="503" y="1047"/>
                      <a:pt x="503" y="1027"/>
                    </a:cubicBezTo>
                    <a:lnTo>
                      <a:pt x="414" y="1027"/>
                    </a:lnTo>
                    <a:cubicBezTo>
                      <a:pt x="435" y="1006"/>
                      <a:pt x="456" y="1006"/>
                      <a:pt x="477" y="985"/>
                    </a:cubicBezTo>
                    <a:lnTo>
                      <a:pt x="503" y="964"/>
                    </a:lnTo>
                    <a:lnTo>
                      <a:pt x="524" y="938"/>
                    </a:lnTo>
                    <a:lnTo>
                      <a:pt x="524" y="917"/>
                    </a:lnTo>
                    <a:lnTo>
                      <a:pt x="545" y="896"/>
                    </a:lnTo>
                    <a:cubicBezTo>
                      <a:pt x="545" y="896"/>
                      <a:pt x="566" y="875"/>
                      <a:pt x="566" y="854"/>
                    </a:cubicBezTo>
                    <a:lnTo>
                      <a:pt x="566" y="833"/>
                    </a:lnTo>
                    <a:cubicBezTo>
                      <a:pt x="566" y="786"/>
                      <a:pt x="545" y="807"/>
                      <a:pt x="566" y="765"/>
                    </a:cubicBezTo>
                    <a:lnTo>
                      <a:pt x="587" y="744"/>
                    </a:lnTo>
                    <a:lnTo>
                      <a:pt x="608" y="723"/>
                    </a:lnTo>
                    <a:cubicBezTo>
                      <a:pt x="634" y="723"/>
                      <a:pt x="634" y="702"/>
                      <a:pt x="634" y="702"/>
                    </a:cubicBezTo>
                    <a:lnTo>
                      <a:pt x="655" y="676"/>
                    </a:lnTo>
                    <a:cubicBezTo>
                      <a:pt x="676" y="702"/>
                      <a:pt x="697" y="702"/>
                      <a:pt x="739" y="702"/>
                    </a:cubicBezTo>
                    <a:lnTo>
                      <a:pt x="828" y="702"/>
                    </a:lnTo>
                    <a:cubicBezTo>
                      <a:pt x="849" y="676"/>
                      <a:pt x="849" y="655"/>
                      <a:pt x="849" y="655"/>
                    </a:cubicBezTo>
                    <a:lnTo>
                      <a:pt x="849" y="634"/>
                    </a:lnTo>
                    <a:cubicBezTo>
                      <a:pt x="849" y="613"/>
                      <a:pt x="849" y="592"/>
                      <a:pt x="828" y="571"/>
                    </a:cubicBezTo>
                    <a:cubicBezTo>
                      <a:pt x="828" y="545"/>
                      <a:pt x="807" y="545"/>
                      <a:pt x="807" y="545"/>
                    </a:cubicBezTo>
                    <a:cubicBezTo>
                      <a:pt x="786" y="545"/>
                      <a:pt x="786" y="545"/>
                      <a:pt x="786" y="524"/>
                    </a:cubicBezTo>
                    <a:lnTo>
                      <a:pt x="786" y="503"/>
                    </a:lnTo>
                    <a:cubicBezTo>
                      <a:pt x="786" y="482"/>
                      <a:pt x="765" y="461"/>
                      <a:pt x="739" y="440"/>
                    </a:cubicBezTo>
                    <a:cubicBezTo>
                      <a:pt x="739" y="414"/>
                      <a:pt x="718" y="414"/>
                      <a:pt x="718" y="414"/>
                    </a:cubicBezTo>
                    <a:lnTo>
                      <a:pt x="739" y="414"/>
                    </a:lnTo>
                    <a:cubicBezTo>
                      <a:pt x="765" y="393"/>
                      <a:pt x="765" y="372"/>
                      <a:pt x="765" y="351"/>
                    </a:cubicBezTo>
                    <a:lnTo>
                      <a:pt x="765" y="330"/>
                    </a:lnTo>
                    <a:close/>
                    <a:moveTo>
                      <a:pt x="1441" y="1419"/>
                    </a:moveTo>
                    <a:cubicBezTo>
                      <a:pt x="1462" y="1440"/>
                      <a:pt x="1483" y="1461"/>
                      <a:pt x="1504" y="1487"/>
                    </a:cubicBezTo>
                    <a:lnTo>
                      <a:pt x="1525" y="1508"/>
                    </a:lnTo>
                    <a:cubicBezTo>
                      <a:pt x="1525" y="1529"/>
                      <a:pt x="1525" y="1529"/>
                      <a:pt x="1572" y="1529"/>
                    </a:cubicBezTo>
                    <a:cubicBezTo>
                      <a:pt x="1572" y="1540"/>
                      <a:pt x="1577" y="1545"/>
                      <a:pt x="1585" y="1545"/>
                    </a:cubicBezTo>
                    <a:cubicBezTo>
                      <a:pt x="1593" y="1545"/>
                      <a:pt x="1603" y="1540"/>
                      <a:pt x="1614" y="1529"/>
                    </a:cubicBezTo>
                    <a:cubicBezTo>
                      <a:pt x="1635" y="1508"/>
                      <a:pt x="1635" y="1508"/>
                      <a:pt x="1635" y="1487"/>
                    </a:cubicBezTo>
                    <a:lnTo>
                      <a:pt x="1635" y="1461"/>
                    </a:lnTo>
                    <a:cubicBezTo>
                      <a:pt x="1656" y="1461"/>
                      <a:pt x="1682" y="1487"/>
                      <a:pt x="1682" y="1487"/>
                    </a:cubicBezTo>
                    <a:cubicBezTo>
                      <a:pt x="1724" y="1487"/>
                      <a:pt x="1745" y="1508"/>
                      <a:pt x="1745" y="1508"/>
                    </a:cubicBezTo>
                    <a:lnTo>
                      <a:pt x="1766" y="1508"/>
                    </a:lnTo>
                    <a:cubicBezTo>
                      <a:pt x="1766" y="1508"/>
                      <a:pt x="1775" y="1518"/>
                      <a:pt x="1789" y="1518"/>
                    </a:cubicBezTo>
                    <a:cubicBezTo>
                      <a:pt x="1796" y="1518"/>
                      <a:pt x="1804" y="1515"/>
                      <a:pt x="1813" y="1508"/>
                    </a:cubicBezTo>
                    <a:lnTo>
                      <a:pt x="1834" y="1508"/>
                    </a:lnTo>
                    <a:cubicBezTo>
                      <a:pt x="1834" y="1550"/>
                      <a:pt x="1855" y="1571"/>
                      <a:pt x="1855" y="1592"/>
                    </a:cubicBezTo>
                    <a:cubicBezTo>
                      <a:pt x="1876" y="1618"/>
                      <a:pt x="1896" y="1639"/>
                      <a:pt x="1917" y="1660"/>
                    </a:cubicBezTo>
                    <a:lnTo>
                      <a:pt x="1896" y="1681"/>
                    </a:lnTo>
                    <a:cubicBezTo>
                      <a:pt x="1896" y="1681"/>
                      <a:pt x="1896" y="1702"/>
                      <a:pt x="1876" y="1702"/>
                    </a:cubicBezTo>
                    <a:cubicBezTo>
                      <a:pt x="1834" y="1681"/>
                      <a:pt x="1786" y="1660"/>
                      <a:pt x="1745" y="1660"/>
                    </a:cubicBezTo>
                    <a:cubicBezTo>
                      <a:pt x="1703" y="1660"/>
                      <a:pt x="1682" y="1681"/>
                      <a:pt x="1656" y="1702"/>
                    </a:cubicBezTo>
                    <a:cubicBezTo>
                      <a:pt x="1635" y="1749"/>
                      <a:pt x="1635" y="1770"/>
                      <a:pt x="1635" y="1812"/>
                    </a:cubicBezTo>
                    <a:cubicBezTo>
                      <a:pt x="1614" y="1791"/>
                      <a:pt x="1593" y="1791"/>
                      <a:pt x="1551" y="1770"/>
                    </a:cubicBezTo>
                    <a:cubicBezTo>
                      <a:pt x="1504" y="1749"/>
                      <a:pt x="1483" y="1749"/>
                      <a:pt x="1462" y="1749"/>
                    </a:cubicBezTo>
                    <a:cubicBezTo>
                      <a:pt x="1462" y="1749"/>
                      <a:pt x="1441" y="1749"/>
                      <a:pt x="1420" y="1723"/>
                    </a:cubicBezTo>
                    <a:cubicBezTo>
                      <a:pt x="1373" y="1660"/>
                      <a:pt x="1352" y="1660"/>
                      <a:pt x="1331" y="1618"/>
                    </a:cubicBezTo>
                    <a:lnTo>
                      <a:pt x="1331" y="1618"/>
                    </a:lnTo>
                    <a:lnTo>
                      <a:pt x="1352" y="1639"/>
                    </a:lnTo>
                    <a:cubicBezTo>
                      <a:pt x="1373" y="1639"/>
                      <a:pt x="1394" y="1639"/>
                      <a:pt x="1420" y="1618"/>
                    </a:cubicBezTo>
                    <a:cubicBezTo>
                      <a:pt x="1441" y="1592"/>
                      <a:pt x="1441" y="1571"/>
                      <a:pt x="1441" y="1550"/>
                    </a:cubicBezTo>
                    <a:lnTo>
                      <a:pt x="1441" y="1487"/>
                    </a:lnTo>
                    <a:lnTo>
                      <a:pt x="1441" y="1419"/>
                    </a:lnTo>
                    <a:close/>
                    <a:moveTo>
                      <a:pt x="2075" y="1791"/>
                    </a:moveTo>
                    <a:lnTo>
                      <a:pt x="2048" y="1812"/>
                    </a:lnTo>
                    <a:lnTo>
                      <a:pt x="2027" y="1812"/>
                    </a:lnTo>
                    <a:lnTo>
                      <a:pt x="2027" y="1833"/>
                    </a:lnTo>
                    <a:lnTo>
                      <a:pt x="2027" y="1854"/>
                    </a:lnTo>
                    <a:lnTo>
                      <a:pt x="2027" y="1880"/>
                    </a:lnTo>
                    <a:cubicBezTo>
                      <a:pt x="2027" y="1880"/>
                      <a:pt x="2027" y="1901"/>
                      <a:pt x="2048" y="1901"/>
                    </a:cubicBezTo>
                    <a:cubicBezTo>
                      <a:pt x="2048" y="1922"/>
                      <a:pt x="2075" y="1964"/>
                      <a:pt x="2075" y="1985"/>
                    </a:cubicBezTo>
                    <a:cubicBezTo>
                      <a:pt x="2116" y="2032"/>
                      <a:pt x="2137" y="2053"/>
                      <a:pt x="2179" y="2116"/>
                    </a:cubicBezTo>
                    <a:cubicBezTo>
                      <a:pt x="2179" y="2142"/>
                      <a:pt x="2179" y="2142"/>
                      <a:pt x="2205" y="2163"/>
                    </a:cubicBezTo>
                    <a:lnTo>
                      <a:pt x="2289" y="2116"/>
                    </a:lnTo>
                    <a:lnTo>
                      <a:pt x="2289" y="2095"/>
                    </a:lnTo>
                    <a:cubicBezTo>
                      <a:pt x="2268" y="2095"/>
                      <a:pt x="2268" y="2074"/>
                      <a:pt x="2268" y="2074"/>
                    </a:cubicBezTo>
                    <a:cubicBezTo>
                      <a:pt x="2247" y="2032"/>
                      <a:pt x="2226" y="1985"/>
                      <a:pt x="2205" y="1943"/>
                    </a:cubicBezTo>
                    <a:cubicBezTo>
                      <a:pt x="2179" y="1901"/>
                      <a:pt x="2158" y="1854"/>
                      <a:pt x="2137" y="1812"/>
                    </a:cubicBezTo>
                    <a:lnTo>
                      <a:pt x="2116" y="1812"/>
                    </a:lnTo>
                    <a:cubicBezTo>
                      <a:pt x="2116" y="1812"/>
                      <a:pt x="2095" y="1791"/>
                      <a:pt x="2075" y="1791"/>
                    </a:cubicBezTo>
                    <a:close/>
                    <a:moveTo>
                      <a:pt x="1896" y="1377"/>
                    </a:moveTo>
                    <a:cubicBezTo>
                      <a:pt x="2116" y="1681"/>
                      <a:pt x="2289" y="2032"/>
                      <a:pt x="2399" y="2378"/>
                    </a:cubicBezTo>
                    <a:lnTo>
                      <a:pt x="2310" y="2425"/>
                    </a:lnTo>
                    <a:cubicBezTo>
                      <a:pt x="2310" y="2446"/>
                      <a:pt x="2336" y="2446"/>
                      <a:pt x="2336" y="2467"/>
                    </a:cubicBezTo>
                    <a:cubicBezTo>
                      <a:pt x="2357" y="2577"/>
                      <a:pt x="2399" y="2619"/>
                      <a:pt x="2420" y="2687"/>
                    </a:cubicBezTo>
                    <a:cubicBezTo>
                      <a:pt x="2441" y="2729"/>
                      <a:pt x="2467" y="2749"/>
                      <a:pt x="2488" y="2770"/>
                    </a:cubicBezTo>
                    <a:cubicBezTo>
                      <a:pt x="2509" y="2818"/>
                      <a:pt x="2530" y="2839"/>
                      <a:pt x="2530" y="2859"/>
                    </a:cubicBezTo>
                    <a:cubicBezTo>
                      <a:pt x="2530" y="2901"/>
                      <a:pt x="2551" y="3032"/>
                      <a:pt x="2551" y="3163"/>
                    </a:cubicBezTo>
                    <a:lnTo>
                      <a:pt x="2551" y="3493"/>
                    </a:lnTo>
                    <a:cubicBezTo>
                      <a:pt x="2530" y="3582"/>
                      <a:pt x="2509" y="3776"/>
                      <a:pt x="2509" y="3949"/>
                    </a:cubicBezTo>
                    <a:cubicBezTo>
                      <a:pt x="2488" y="4038"/>
                      <a:pt x="2488" y="4127"/>
                      <a:pt x="2467" y="4190"/>
                    </a:cubicBezTo>
                    <a:cubicBezTo>
                      <a:pt x="2467" y="4258"/>
                      <a:pt x="2441" y="4321"/>
                      <a:pt x="2441" y="4342"/>
                    </a:cubicBezTo>
                    <a:cubicBezTo>
                      <a:pt x="2399" y="4410"/>
                      <a:pt x="2357" y="4541"/>
                      <a:pt x="2310" y="4692"/>
                    </a:cubicBezTo>
                    <a:cubicBezTo>
                      <a:pt x="2268" y="4823"/>
                      <a:pt x="2205" y="4975"/>
                      <a:pt x="2179" y="5022"/>
                    </a:cubicBezTo>
                    <a:cubicBezTo>
                      <a:pt x="2116" y="5085"/>
                      <a:pt x="2048" y="5216"/>
                      <a:pt x="1985" y="5326"/>
                    </a:cubicBezTo>
                    <a:cubicBezTo>
                      <a:pt x="1917" y="5436"/>
                      <a:pt x="1855" y="5546"/>
                      <a:pt x="1813" y="5588"/>
                    </a:cubicBezTo>
                    <a:cubicBezTo>
                      <a:pt x="1766" y="5630"/>
                      <a:pt x="1703" y="5698"/>
                      <a:pt x="1656" y="5740"/>
                    </a:cubicBezTo>
                    <a:cubicBezTo>
                      <a:pt x="1614" y="5761"/>
                      <a:pt x="1614" y="5761"/>
                      <a:pt x="1572" y="5782"/>
                    </a:cubicBezTo>
                    <a:cubicBezTo>
                      <a:pt x="1593" y="5761"/>
                      <a:pt x="1614" y="5719"/>
                      <a:pt x="1635" y="5677"/>
                    </a:cubicBezTo>
                    <a:cubicBezTo>
                      <a:pt x="1635" y="5588"/>
                      <a:pt x="1635" y="5588"/>
                      <a:pt x="1656" y="5499"/>
                    </a:cubicBezTo>
                    <a:cubicBezTo>
                      <a:pt x="1682" y="5436"/>
                      <a:pt x="1703" y="5368"/>
                      <a:pt x="1703" y="5258"/>
                    </a:cubicBezTo>
                    <a:lnTo>
                      <a:pt x="1703" y="5174"/>
                    </a:lnTo>
                    <a:cubicBezTo>
                      <a:pt x="1724" y="5153"/>
                      <a:pt x="1724" y="5106"/>
                      <a:pt x="1724" y="5064"/>
                    </a:cubicBezTo>
                    <a:cubicBezTo>
                      <a:pt x="1724" y="5022"/>
                      <a:pt x="1724" y="4996"/>
                      <a:pt x="1745" y="4975"/>
                    </a:cubicBezTo>
                    <a:cubicBezTo>
                      <a:pt x="1745" y="4933"/>
                      <a:pt x="1766" y="4891"/>
                      <a:pt x="1786" y="4823"/>
                    </a:cubicBezTo>
                    <a:cubicBezTo>
                      <a:pt x="1786" y="4760"/>
                      <a:pt x="1813" y="4760"/>
                      <a:pt x="1813" y="4734"/>
                    </a:cubicBezTo>
                    <a:cubicBezTo>
                      <a:pt x="1813" y="4734"/>
                      <a:pt x="1813" y="4713"/>
                      <a:pt x="1834" y="4671"/>
                    </a:cubicBezTo>
                    <a:cubicBezTo>
                      <a:pt x="1834" y="4582"/>
                      <a:pt x="1855" y="4561"/>
                      <a:pt x="1855" y="4472"/>
                    </a:cubicBezTo>
                    <a:cubicBezTo>
                      <a:pt x="1855" y="4410"/>
                      <a:pt x="1876" y="4342"/>
                      <a:pt x="1855" y="4258"/>
                    </a:cubicBezTo>
                    <a:cubicBezTo>
                      <a:pt x="1813" y="4148"/>
                      <a:pt x="1786" y="4127"/>
                      <a:pt x="1786" y="4059"/>
                    </a:cubicBezTo>
                    <a:cubicBezTo>
                      <a:pt x="1766" y="4059"/>
                      <a:pt x="1786" y="4017"/>
                      <a:pt x="1786" y="3975"/>
                    </a:cubicBezTo>
                    <a:cubicBezTo>
                      <a:pt x="1786" y="3928"/>
                      <a:pt x="1813" y="3886"/>
                      <a:pt x="1813" y="3844"/>
                    </a:cubicBezTo>
                    <a:cubicBezTo>
                      <a:pt x="1834" y="3776"/>
                      <a:pt x="1834" y="3734"/>
                      <a:pt x="1813" y="3713"/>
                    </a:cubicBezTo>
                    <a:cubicBezTo>
                      <a:pt x="1786" y="3666"/>
                      <a:pt x="1745" y="3645"/>
                      <a:pt x="1703" y="3624"/>
                    </a:cubicBezTo>
                    <a:lnTo>
                      <a:pt x="1635" y="3624"/>
                    </a:lnTo>
                    <a:cubicBezTo>
                      <a:pt x="1614" y="3645"/>
                      <a:pt x="1593" y="3645"/>
                      <a:pt x="1593" y="3666"/>
                    </a:cubicBezTo>
                    <a:lnTo>
                      <a:pt x="1572" y="3666"/>
                    </a:lnTo>
                    <a:cubicBezTo>
                      <a:pt x="1572" y="3666"/>
                      <a:pt x="1572" y="3624"/>
                      <a:pt x="1551" y="3603"/>
                    </a:cubicBezTo>
                    <a:cubicBezTo>
                      <a:pt x="1504" y="3582"/>
                      <a:pt x="1483" y="3556"/>
                      <a:pt x="1441" y="3556"/>
                    </a:cubicBezTo>
                    <a:cubicBezTo>
                      <a:pt x="1394" y="3582"/>
                      <a:pt x="1373" y="3603"/>
                      <a:pt x="1352" y="3624"/>
                    </a:cubicBezTo>
                    <a:cubicBezTo>
                      <a:pt x="1331" y="3645"/>
                      <a:pt x="1331" y="3645"/>
                      <a:pt x="1310" y="3666"/>
                    </a:cubicBezTo>
                    <a:cubicBezTo>
                      <a:pt x="1310" y="3666"/>
                      <a:pt x="1289" y="3666"/>
                      <a:pt x="1221" y="3687"/>
                    </a:cubicBezTo>
                    <a:cubicBezTo>
                      <a:pt x="1111" y="3713"/>
                      <a:pt x="1158" y="3687"/>
                      <a:pt x="1069" y="3734"/>
                    </a:cubicBezTo>
                    <a:cubicBezTo>
                      <a:pt x="1014" y="3744"/>
                      <a:pt x="992" y="3744"/>
                      <a:pt x="975" y="3744"/>
                    </a:cubicBezTo>
                    <a:cubicBezTo>
                      <a:pt x="959" y="3744"/>
                      <a:pt x="949" y="3744"/>
                      <a:pt x="917" y="3755"/>
                    </a:cubicBezTo>
                    <a:lnTo>
                      <a:pt x="870" y="3755"/>
                    </a:lnTo>
                    <a:cubicBezTo>
                      <a:pt x="870" y="3755"/>
                      <a:pt x="849" y="3734"/>
                      <a:pt x="807" y="3713"/>
                    </a:cubicBezTo>
                    <a:cubicBezTo>
                      <a:pt x="765" y="3713"/>
                      <a:pt x="718" y="3666"/>
                      <a:pt x="655" y="3624"/>
                    </a:cubicBezTo>
                    <a:cubicBezTo>
                      <a:pt x="587" y="3582"/>
                      <a:pt x="566" y="3514"/>
                      <a:pt x="503" y="3451"/>
                    </a:cubicBezTo>
                    <a:cubicBezTo>
                      <a:pt x="435" y="3404"/>
                      <a:pt x="373" y="3341"/>
                      <a:pt x="304" y="3273"/>
                    </a:cubicBezTo>
                    <a:cubicBezTo>
                      <a:pt x="304" y="3252"/>
                      <a:pt x="283" y="3231"/>
                      <a:pt x="283" y="3231"/>
                    </a:cubicBezTo>
                    <a:cubicBezTo>
                      <a:pt x="283" y="3231"/>
                      <a:pt x="304" y="3189"/>
                      <a:pt x="304" y="3142"/>
                    </a:cubicBezTo>
                    <a:cubicBezTo>
                      <a:pt x="304" y="3079"/>
                      <a:pt x="304" y="3079"/>
                      <a:pt x="325" y="3079"/>
                    </a:cubicBezTo>
                    <a:lnTo>
                      <a:pt x="325" y="2990"/>
                    </a:lnTo>
                    <a:lnTo>
                      <a:pt x="325" y="2797"/>
                    </a:lnTo>
                    <a:cubicBezTo>
                      <a:pt x="304" y="2729"/>
                      <a:pt x="304" y="2666"/>
                      <a:pt x="304" y="2619"/>
                    </a:cubicBezTo>
                    <a:cubicBezTo>
                      <a:pt x="304" y="2535"/>
                      <a:pt x="325" y="2488"/>
                      <a:pt x="373" y="2425"/>
                    </a:cubicBezTo>
                    <a:cubicBezTo>
                      <a:pt x="414" y="2336"/>
                      <a:pt x="456" y="2247"/>
                      <a:pt x="477" y="2184"/>
                    </a:cubicBezTo>
                    <a:cubicBezTo>
                      <a:pt x="503" y="2142"/>
                      <a:pt x="524" y="2116"/>
                      <a:pt x="524" y="2095"/>
                    </a:cubicBezTo>
                    <a:cubicBezTo>
                      <a:pt x="524" y="2074"/>
                      <a:pt x="524" y="2032"/>
                      <a:pt x="503" y="2011"/>
                    </a:cubicBezTo>
                    <a:cubicBezTo>
                      <a:pt x="503" y="1964"/>
                      <a:pt x="503" y="1985"/>
                      <a:pt x="524" y="1964"/>
                    </a:cubicBezTo>
                    <a:lnTo>
                      <a:pt x="524" y="1943"/>
                    </a:lnTo>
                    <a:cubicBezTo>
                      <a:pt x="545" y="1943"/>
                      <a:pt x="566" y="1922"/>
                      <a:pt x="587" y="1901"/>
                    </a:cubicBezTo>
                    <a:cubicBezTo>
                      <a:pt x="608" y="1854"/>
                      <a:pt x="634" y="1812"/>
                      <a:pt x="634" y="1791"/>
                    </a:cubicBezTo>
                    <a:lnTo>
                      <a:pt x="676" y="1791"/>
                    </a:lnTo>
                    <a:cubicBezTo>
                      <a:pt x="690" y="1798"/>
                      <a:pt x="702" y="1800"/>
                      <a:pt x="712" y="1800"/>
                    </a:cubicBezTo>
                    <a:cubicBezTo>
                      <a:pt x="733" y="1800"/>
                      <a:pt x="748" y="1791"/>
                      <a:pt x="765" y="1791"/>
                    </a:cubicBezTo>
                    <a:cubicBezTo>
                      <a:pt x="807" y="1770"/>
                      <a:pt x="828" y="1770"/>
                      <a:pt x="849" y="1749"/>
                    </a:cubicBezTo>
                    <a:cubicBezTo>
                      <a:pt x="870" y="1749"/>
                      <a:pt x="896" y="1723"/>
                      <a:pt x="938" y="1702"/>
                    </a:cubicBezTo>
                    <a:cubicBezTo>
                      <a:pt x="980" y="1702"/>
                      <a:pt x="1027" y="1681"/>
                      <a:pt x="1048" y="1660"/>
                    </a:cubicBezTo>
                    <a:cubicBezTo>
                      <a:pt x="1069" y="1639"/>
                      <a:pt x="1132" y="1618"/>
                      <a:pt x="1200" y="1618"/>
                    </a:cubicBezTo>
                    <a:cubicBezTo>
                      <a:pt x="1200" y="1639"/>
                      <a:pt x="1221" y="1660"/>
                      <a:pt x="1242" y="1681"/>
                    </a:cubicBezTo>
                    <a:cubicBezTo>
                      <a:pt x="1263" y="1723"/>
                      <a:pt x="1289" y="1749"/>
                      <a:pt x="1352" y="1791"/>
                    </a:cubicBezTo>
                    <a:cubicBezTo>
                      <a:pt x="1373" y="1833"/>
                      <a:pt x="1420" y="1833"/>
                      <a:pt x="1441" y="1854"/>
                    </a:cubicBezTo>
                    <a:cubicBezTo>
                      <a:pt x="1462" y="1854"/>
                      <a:pt x="1483" y="1854"/>
                      <a:pt x="1504" y="1880"/>
                    </a:cubicBezTo>
                    <a:cubicBezTo>
                      <a:pt x="1572" y="1880"/>
                      <a:pt x="1572" y="1880"/>
                      <a:pt x="1593" y="1901"/>
                    </a:cubicBezTo>
                    <a:cubicBezTo>
                      <a:pt x="1622" y="1916"/>
                      <a:pt x="1655" y="1931"/>
                      <a:pt x="1686" y="1931"/>
                    </a:cubicBezTo>
                    <a:cubicBezTo>
                      <a:pt x="1699" y="1931"/>
                      <a:pt x="1711" y="1928"/>
                      <a:pt x="1724" y="1922"/>
                    </a:cubicBezTo>
                    <a:cubicBezTo>
                      <a:pt x="1745" y="1901"/>
                      <a:pt x="1745" y="1880"/>
                      <a:pt x="1745" y="1854"/>
                    </a:cubicBezTo>
                    <a:lnTo>
                      <a:pt x="1745" y="1791"/>
                    </a:lnTo>
                    <a:cubicBezTo>
                      <a:pt x="1724" y="1770"/>
                      <a:pt x="1745" y="1770"/>
                      <a:pt x="1745" y="1770"/>
                    </a:cubicBezTo>
                    <a:cubicBezTo>
                      <a:pt x="1766" y="1770"/>
                      <a:pt x="1834" y="1791"/>
                      <a:pt x="1855" y="1812"/>
                    </a:cubicBezTo>
                    <a:cubicBezTo>
                      <a:pt x="1876" y="1833"/>
                      <a:pt x="1896" y="1833"/>
                      <a:pt x="1944" y="1833"/>
                    </a:cubicBezTo>
                    <a:cubicBezTo>
                      <a:pt x="1965" y="1833"/>
                      <a:pt x="1985" y="1812"/>
                      <a:pt x="1985" y="1770"/>
                    </a:cubicBezTo>
                    <a:lnTo>
                      <a:pt x="1985" y="1749"/>
                    </a:lnTo>
                    <a:lnTo>
                      <a:pt x="2006" y="1749"/>
                    </a:lnTo>
                    <a:lnTo>
                      <a:pt x="2027" y="1723"/>
                    </a:lnTo>
                    <a:cubicBezTo>
                      <a:pt x="2048" y="1702"/>
                      <a:pt x="2048" y="1681"/>
                      <a:pt x="2048" y="1660"/>
                    </a:cubicBezTo>
                    <a:cubicBezTo>
                      <a:pt x="2048" y="1618"/>
                      <a:pt x="2006" y="1592"/>
                      <a:pt x="1985" y="1571"/>
                    </a:cubicBezTo>
                    <a:cubicBezTo>
                      <a:pt x="1965" y="1571"/>
                      <a:pt x="1965" y="1550"/>
                      <a:pt x="1965" y="1550"/>
                    </a:cubicBezTo>
                    <a:cubicBezTo>
                      <a:pt x="1944" y="1529"/>
                      <a:pt x="1944" y="1508"/>
                      <a:pt x="1917" y="1461"/>
                    </a:cubicBezTo>
                    <a:cubicBezTo>
                      <a:pt x="1917" y="1440"/>
                      <a:pt x="1917" y="1419"/>
                      <a:pt x="1896" y="1398"/>
                    </a:cubicBezTo>
                    <a:lnTo>
                      <a:pt x="1896" y="1377"/>
                    </a:lnTo>
                    <a:close/>
                    <a:moveTo>
                      <a:pt x="346" y="0"/>
                    </a:moveTo>
                    <a:lnTo>
                      <a:pt x="346" y="21"/>
                    </a:lnTo>
                    <a:lnTo>
                      <a:pt x="132" y="21"/>
                    </a:lnTo>
                    <a:cubicBezTo>
                      <a:pt x="119" y="16"/>
                      <a:pt x="107" y="13"/>
                      <a:pt x="96" y="13"/>
                    </a:cubicBezTo>
                    <a:cubicBezTo>
                      <a:pt x="64" y="13"/>
                      <a:pt x="37" y="33"/>
                      <a:pt x="22" y="68"/>
                    </a:cubicBezTo>
                    <a:cubicBezTo>
                      <a:pt x="1" y="68"/>
                      <a:pt x="1" y="110"/>
                      <a:pt x="1" y="131"/>
                    </a:cubicBezTo>
                    <a:cubicBezTo>
                      <a:pt x="1" y="152"/>
                      <a:pt x="22" y="178"/>
                      <a:pt x="22" y="199"/>
                    </a:cubicBezTo>
                    <a:cubicBezTo>
                      <a:pt x="64" y="220"/>
                      <a:pt x="84" y="241"/>
                      <a:pt x="84" y="241"/>
                    </a:cubicBezTo>
                    <a:lnTo>
                      <a:pt x="84" y="262"/>
                    </a:lnTo>
                    <a:cubicBezTo>
                      <a:pt x="84" y="272"/>
                      <a:pt x="79" y="272"/>
                      <a:pt x="74" y="272"/>
                    </a:cubicBezTo>
                    <a:cubicBezTo>
                      <a:pt x="69" y="272"/>
                      <a:pt x="64" y="272"/>
                      <a:pt x="64" y="283"/>
                    </a:cubicBezTo>
                    <a:cubicBezTo>
                      <a:pt x="64" y="309"/>
                      <a:pt x="43" y="309"/>
                      <a:pt x="43" y="330"/>
                    </a:cubicBezTo>
                    <a:cubicBezTo>
                      <a:pt x="43" y="330"/>
                      <a:pt x="43" y="351"/>
                      <a:pt x="64" y="372"/>
                    </a:cubicBezTo>
                    <a:cubicBezTo>
                      <a:pt x="64" y="393"/>
                      <a:pt x="84" y="393"/>
                      <a:pt x="111" y="393"/>
                    </a:cubicBezTo>
                    <a:cubicBezTo>
                      <a:pt x="153" y="440"/>
                      <a:pt x="153" y="461"/>
                      <a:pt x="215" y="503"/>
                    </a:cubicBezTo>
                    <a:cubicBezTo>
                      <a:pt x="242" y="524"/>
                      <a:pt x="263" y="524"/>
                      <a:pt x="283" y="545"/>
                    </a:cubicBezTo>
                    <a:cubicBezTo>
                      <a:pt x="283" y="571"/>
                      <a:pt x="304" y="571"/>
                      <a:pt x="325" y="571"/>
                    </a:cubicBezTo>
                    <a:cubicBezTo>
                      <a:pt x="346" y="571"/>
                      <a:pt x="373" y="571"/>
                      <a:pt x="373" y="545"/>
                    </a:cubicBezTo>
                    <a:lnTo>
                      <a:pt x="393" y="571"/>
                    </a:lnTo>
                    <a:lnTo>
                      <a:pt x="393" y="613"/>
                    </a:lnTo>
                    <a:cubicBezTo>
                      <a:pt x="414" y="634"/>
                      <a:pt x="414" y="655"/>
                      <a:pt x="456" y="676"/>
                    </a:cubicBezTo>
                    <a:cubicBezTo>
                      <a:pt x="477" y="676"/>
                      <a:pt x="477" y="676"/>
                      <a:pt x="477" y="702"/>
                    </a:cubicBezTo>
                    <a:lnTo>
                      <a:pt x="477" y="723"/>
                    </a:lnTo>
                    <a:cubicBezTo>
                      <a:pt x="456" y="786"/>
                      <a:pt x="456" y="807"/>
                      <a:pt x="456" y="833"/>
                    </a:cubicBezTo>
                    <a:lnTo>
                      <a:pt x="456" y="854"/>
                    </a:lnTo>
                    <a:lnTo>
                      <a:pt x="435" y="854"/>
                    </a:lnTo>
                    <a:cubicBezTo>
                      <a:pt x="435" y="875"/>
                      <a:pt x="414" y="875"/>
                      <a:pt x="414" y="896"/>
                    </a:cubicBezTo>
                    <a:lnTo>
                      <a:pt x="414" y="917"/>
                    </a:lnTo>
                    <a:lnTo>
                      <a:pt x="373" y="917"/>
                    </a:lnTo>
                    <a:cubicBezTo>
                      <a:pt x="373" y="938"/>
                      <a:pt x="346" y="938"/>
                      <a:pt x="304" y="964"/>
                    </a:cubicBezTo>
                    <a:cubicBezTo>
                      <a:pt x="304" y="964"/>
                      <a:pt x="304" y="985"/>
                      <a:pt x="283" y="985"/>
                    </a:cubicBezTo>
                    <a:cubicBezTo>
                      <a:pt x="283" y="1006"/>
                      <a:pt x="263" y="1027"/>
                      <a:pt x="263" y="1047"/>
                    </a:cubicBezTo>
                    <a:cubicBezTo>
                      <a:pt x="283" y="1068"/>
                      <a:pt x="304" y="1095"/>
                      <a:pt x="304" y="1095"/>
                    </a:cubicBezTo>
                    <a:cubicBezTo>
                      <a:pt x="325" y="1116"/>
                      <a:pt x="346" y="1116"/>
                      <a:pt x="373" y="1116"/>
                    </a:cubicBezTo>
                    <a:cubicBezTo>
                      <a:pt x="393" y="1137"/>
                      <a:pt x="414" y="1137"/>
                      <a:pt x="435" y="1137"/>
                    </a:cubicBezTo>
                    <a:cubicBezTo>
                      <a:pt x="456" y="1178"/>
                      <a:pt x="456" y="1178"/>
                      <a:pt x="477" y="1226"/>
                    </a:cubicBezTo>
                    <a:lnTo>
                      <a:pt x="503" y="1246"/>
                    </a:lnTo>
                    <a:lnTo>
                      <a:pt x="414" y="1246"/>
                    </a:lnTo>
                    <a:cubicBezTo>
                      <a:pt x="393" y="1226"/>
                      <a:pt x="393" y="1226"/>
                      <a:pt x="373" y="1226"/>
                    </a:cubicBezTo>
                    <a:cubicBezTo>
                      <a:pt x="346" y="1226"/>
                      <a:pt x="325" y="1246"/>
                      <a:pt x="304" y="1246"/>
                    </a:cubicBezTo>
                    <a:cubicBezTo>
                      <a:pt x="283" y="1267"/>
                      <a:pt x="263" y="1267"/>
                      <a:pt x="242" y="1309"/>
                    </a:cubicBezTo>
                    <a:cubicBezTo>
                      <a:pt x="242" y="1309"/>
                      <a:pt x="215" y="1356"/>
                      <a:pt x="242" y="1377"/>
                    </a:cubicBezTo>
                    <a:cubicBezTo>
                      <a:pt x="242" y="1398"/>
                      <a:pt x="242" y="1398"/>
                      <a:pt x="263" y="1419"/>
                    </a:cubicBezTo>
                    <a:cubicBezTo>
                      <a:pt x="283" y="1440"/>
                      <a:pt x="304" y="1461"/>
                      <a:pt x="304" y="1461"/>
                    </a:cubicBezTo>
                    <a:lnTo>
                      <a:pt x="304" y="1508"/>
                    </a:lnTo>
                    <a:lnTo>
                      <a:pt x="283" y="1529"/>
                    </a:lnTo>
                    <a:cubicBezTo>
                      <a:pt x="283" y="1550"/>
                      <a:pt x="263" y="1550"/>
                      <a:pt x="242" y="1571"/>
                    </a:cubicBezTo>
                    <a:lnTo>
                      <a:pt x="242" y="1592"/>
                    </a:lnTo>
                    <a:cubicBezTo>
                      <a:pt x="215" y="1592"/>
                      <a:pt x="215" y="1618"/>
                      <a:pt x="215" y="1639"/>
                    </a:cubicBezTo>
                    <a:cubicBezTo>
                      <a:pt x="242" y="1660"/>
                      <a:pt x="242" y="1660"/>
                      <a:pt x="263" y="1681"/>
                    </a:cubicBezTo>
                    <a:cubicBezTo>
                      <a:pt x="283" y="1702"/>
                      <a:pt x="304" y="1702"/>
                      <a:pt x="325" y="1702"/>
                    </a:cubicBezTo>
                    <a:cubicBezTo>
                      <a:pt x="346" y="1723"/>
                      <a:pt x="373" y="1723"/>
                      <a:pt x="393" y="1723"/>
                    </a:cubicBezTo>
                    <a:cubicBezTo>
                      <a:pt x="435" y="1749"/>
                      <a:pt x="477" y="1770"/>
                      <a:pt x="524" y="1770"/>
                    </a:cubicBezTo>
                    <a:lnTo>
                      <a:pt x="524" y="1791"/>
                    </a:lnTo>
                    <a:cubicBezTo>
                      <a:pt x="524" y="1812"/>
                      <a:pt x="524" y="1812"/>
                      <a:pt x="503" y="1833"/>
                    </a:cubicBezTo>
                    <a:cubicBezTo>
                      <a:pt x="503" y="1854"/>
                      <a:pt x="503" y="1854"/>
                      <a:pt x="477" y="1854"/>
                    </a:cubicBezTo>
                    <a:cubicBezTo>
                      <a:pt x="477" y="1854"/>
                      <a:pt x="456" y="1854"/>
                      <a:pt x="456" y="1880"/>
                    </a:cubicBezTo>
                    <a:cubicBezTo>
                      <a:pt x="435" y="1880"/>
                      <a:pt x="414" y="1901"/>
                      <a:pt x="414" y="1922"/>
                    </a:cubicBezTo>
                    <a:cubicBezTo>
                      <a:pt x="414" y="1943"/>
                      <a:pt x="393" y="1985"/>
                      <a:pt x="414" y="2032"/>
                    </a:cubicBezTo>
                    <a:lnTo>
                      <a:pt x="414" y="2074"/>
                    </a:lnTo>
                    <a:cubicBezTo>
                      <a:pt x="414" y="2095"/>
                      <a:pt x="414" y="2095"/>
                      <a:pt x="393" y="2142"/>
                    </a:cubicBezTo>
                    <a:cubicBezTo>
                      <a:pt x="346" y="2205"/>
                      <a:pt x="304" y="2294"/>
                      <a:pt x="283" y="2378"/>
                    </a:cubicBezTo>
                    <a:cubicBezTo>
                      <a:pt x="242" y="2446"/>
                      <a:pt x="215" y="2509"/>
                      <a:pt x="194" y="2619"/>
                    </a:cubicBezTo>
                    <a:cubicBezTo>
                      <a:pt x="194" y="2687"/>
                      <a:pt x="194" y="2749"/>
                      <a:pt x="215" y="2818"/>
                    </a:cubicBezTo>
                    <a:lnTo>
                      <a:pt x="215" y="2990"/>
                    </a:lnTo>
                    <a:lnTo>
                      <a:pt x="215" y="3032"/>
                    </a:lnTo>
                    <a:cubicBezTo>
                      <a:pt x="215" y="3058"/>
                      <a:pt x="194" y="3079"/>
                      <a:pt x="194" y="3121"/>
                    </a:cubicBezTo>
                    <a:cubicBezTo>
                      <a:pt x="194" y="3163"/>
                      <a:pt x="194" y="3189"/>
                      <a:pt x="174" y="3210"/>
                    </a:cubicBezTo>
                    <a:cubicBezTo>
                      <a:pt x="174" y="3231"/>
                      <a:pt x="174" y="3252"/>
                      <a:pt x="194" y="3273"/>
                    </a:cubicBezTo>
                    <a:cubicBezTo>
                      <a:pt x="194" y="3294"/>
                      <a:pt x="215" y="3320"/>
                      <a:pt x="215" y="3341"/>
                    </a:cubicBezTo>
                    <a:lnTo>
                      <a:pt x="414" y="3535"/>
                    </a:lnTo>
                    <a:cubicBezTo>
                      <a:pt x="477" y="3582"/>
                      <a:pt x="524" y="3645"/>
                      <a:pt x="587" y="3713"/>
                    </a:cubicBezTo>
                    <a:cubicBezTo>
                      <a:pt x="655" y="3755"/>
                      <a:pt x="718" y="3797"/>
                      <a:pt x="786" y="3818"/>
                    </a:cubicBezTo>
                    <a:cubicBezTo>
                      <a:pt x="807" y="3818"/>
                      <a:pt x="807" y="3844"/>
                      <a:pt x="828" y="3844"/>
                    </a:cubicBezTo>
                    <a:cubicBezTo>
                      <a:pt x="849" y="3865"/>
                      <a:pt x="896" y="3865"/>
                      <a:pt x="938" y="3865"/>
                    </a:cubicBezTo>
                    <a:cubicBezTo>
                      <a:pt x="980" y="3844"/>
                      <a:pt x="980" y="3865"/>
                      <a:pt x="1090" y="3818"/>
                    </a:cubicBezTo>
                    <a:cubicBezTo>
                      <a:pt x="1179" y="3797"/>
                      <a:pt x="1158" y="3818"/>
                      <a:pt x="1242" y="3776"/>
                    </a:cubicBezTo>
                    <a:cubicBezTo>
                      <a:pt x="1310" y="3776"/>
                      <a:pt x="1331" y="3776"/>
                      <a:pt x="1352" y="3755"/>
                    </a:cubicBezTo>
                    <a:cubicBezTo>
                      <a:pt x="1373" y="3734"/>
                      <a:pt x="1394" y="3734"/>
                      <a:pt x="1420" y="3687"/>
                    </a:cubicBezTo>
                    <a:cubicBezTo>
                      <a:pt x="1441" y="3666"/>
                      <a:pt x="1462" y="3666"/>
                      <a:pt x="1462" y="3666"/>
                    </a:cubicBezTo>
                    <a:cubicBezTo>
                      <a:pt x="1483" y="3687"/>
                      <a:pt x="1483" y="3687"/>
                      <a:pt x="1483" y="3713"/>
                    </a:cubicBezTo>
                    <a:cubicBezTo>
                      <a:pt x="1483" y="3734"/>
                      <a:pt x="1504" y="3755"/>
                      <a:pt x="1525" y="3755"/>
                    </a:cubicBezTo>
                    <a:cubicBezTo>
                      <a:pt x="1551" y="3776"/>
                      <a:pt x="1572" y="3776"/>
                      <a:pt x="1593" y="3776"/>
                    </a:cubicBezTo>
                    <a:cubicBezTo>
                      <a:pt x="1614" y="3776"/>
                      <a:pt x="1635" y="3776"/>
                      <a:pt x="1656" y="3755"/>
                    </a:cubicBezTo>
                    <a:cubicBezTo>
                      <a:pt x="1656" y="3755"/>
                      <a:pt x="1656" y="3734"/>
                      <a:pt x="1682" y="3734"/>
                    </a:cubicBezTo>
                    <a:cubicBezTo>
                      <a:pt x="1703" y="3734"/>
                      <a:pt x="1724" y="3755"/>
                      <a:pt x="1724" y="3755"/>
                    </a:cubicBezTo>
                    <a:lnTo>
                      <a:pt x="1724" y="3818"/>
                    </a:lnTo>
                    <a:cubicBezTo>
                      <a:pt x="1703" y="3865"/>
                      <a:pt x="1703" y="3907"/>
                      <a:pt x="1682" y="3949"/>
                    </a:cubicBezTo>
                    <a:cubicBezTo>
                      <a:pt x="1682" y="3996"/>
                      <a:pt x="1656" y="4038"/>
                      <a:pt x="1682" y="4106"/>
                    </a:cubicBezTo>
                    <a:cubicBezTo>
                      <a:pt x="1703" y="4169"/>
                      <a:pt x="1724" y="4190"/>
                      <a:pt x="1745" y="4279"/>
                    </a:cubicBezTo>
                    <a:cubicBezTo>
                      <a:pt x="1766" y="4368"/>
                      <a:pt x="1745" y="4389"/>
                      <a:pt x="1745" y="4472"/>
                    </a:cubicBezTo>
                    <a:cubicBezTo>
                      <a:pt x="1745" y="4541"/>
                      <a:pt x="1724" y="4561"/>
                      <a:pt x="1724" y="4650"/>
                    </a:cubicBezTo>
                    <a:cubicBezTo>
                      <a:pt x="1724" y="4692"/>
                      <a:pt x="1724" y="4671"/>
                      <a:pt x="1703" y="4692"/>
                    </a:cubicBezTo>
                    <a:cubicBezTo>
                      <a:pt x="1703" y="4713"/>
                      <a:pt x="1703" y="4734"/>
                      <a:pt x="1682" y="4802"/>
                    </a:cubicBezTo>
                    <a:cubicBezTo>
                      <a:pt x="1656" y="4865"/>
                      <a:pt x="1656" y="4891"/>
                      <a:pt x="1635" y="4933"/>
                    </a:cubicBezTo>
                    <a:cubicBezTo>
                      <a:pt x="1635" y="4954"/>
                      <a:pt x="1614" y="4996"/>
                      <a:pt x="1614" y="5064"/>
                    </a:cubicBezTo>
                    <a:lnTo>
                      <a:pt x="1614" y="5153"/>
                    </a:lnTo>
                    <a:cubicBezTo>
                      <a:pt x="1593" y="5174"/>
                      <a:pt x="1593" y="5216"/>
                      <a:pt x="1593" y="5258"/>
                    </a:cubicBezTo>
                    <a:cubicBezTo>
                      <a:pt x="1614" y="5368"/>
                      <a:pt x="1593" y="5389"/>
                      <a:pt x="1551" y="5478"/>
                    </a:cubicBezTo>
                    <a:cubicBezTo>
                      <a:pt x="1525" y="5567"/>
                      <a:pt x="1525" y="5588"/>
                      <a:pt x="1525" y="5651"/>
                    </a:cubicBezTo>
                    <a:cubicBezTo>
                      <a:pt x="1504" y="5719"/>
                      <a:pt x="1504" y="5719"/>
                      <a:pt x="1483" y="5761"/>
                    </a:cubicBezTo>
                    <a:cubicBezTo>
                      <a:pt x="1462" y="5782"/>
                      <a:pt x="1441" y="5808"/>
                      <a:pt x="1441" y="5850"/>
                    </a:cubicBezTo>
                    <a:cubicBezTo>
                      <a:pt x="1441" y="5871"/>
                      <a:pt x="1441" y="5892"/>
                      <a:pt x="1483" y="5913"/>
                    </a:cubicBezTo>
                    <a:cubicBezTo>
                      <a:pt x="1493" y="5926"/>
                      <a:pt x="1504" y="5932"/>
                      <a:pt x="1515" y="5932"/>
                    </a:cubicBezTo>
                    <a:cubicBezTo>
                      <a:pt x="1526" y="5932"/>
                      <a:pt x="1538" y="5926"/>
                      <a:pt x="1551" y="5913"/>
                    </a:cubicBezTo>
                    <a:cubicBezTo>
                      <a:pt x="1614" y="5913"/>
                      <a:pt x="1656" y="5871"/>
                      <a:pt x="1724" y="5829"/>
                    </a:cubicBezTo>
                    <a:cubicBezTo>
                      <a:pt x="1786" y="5761"/>
                      <a:pt x="1855" y="5698"/>
                      <a:pt x="1896" y="5651"/>
                    </a:cubicBezTo>
                    <a:cubicBezTo>
                      <a:pt x="1944" y="5588"/>
                      <a:pt x="2006" y="5478"/>
                      <a:pt x="2075" y="5368"/>
                    </a:cubicBezTo>
                    <a:cubicBezTo>
                      <a:pt x="2137" y="5258"/>
                      <a:pt x="2205" y="5153"/>
                      <a:pt x="2247" y="5085"/>
                    </a:cubicBezTo>
                    <a:cubicBezTo>
                      <a:pt x="2310" y="4996"/>
                      <a:pt x="2357" y="4865"/>
                      <a:pt x="2420" y="4713"/>
                    </a:cubicBezTo>
                    <a:cubicBezTo>
                      <a:pt x="2467" y="4582"/>
                      <a:pt x="2509" y="4451"/>
                      <a:pt x="2530" y="4389"/>
                    </a:cubicBezTo>
                    <a:cubicBezTo>
                      <a:pt x="2551" y="4342"/>
                      <a:pt x="2551" y="4279"/>
                      <a:pt x="2572" y="4211"/>
                    </a:cubicBezTo>
                    <a:cubicBezTo>
                      <a:pt x="2572" y="4127"/>
                      <a:pt x="2598" y="4038"/>
                      <a:pt x="2598" y="3949"/>
                    </a:cubicBezTo>
                    <a:cubicBezTo>
                      <a:pt x="2619" y="3776"/>
                      <a:pt x="2640" y="3603"/>
                      <a:pt x="2661" y="3514"/>
                    </a:cubicBezTo>
                    <a:lnTo>
                      <a:pt x="2661" y="3142"/>
                    </a:lnTo>
                    <a:cubicBezTo>
                      <a:pt x="2640" y="3011"/>
                      <a:pt x="2640" y="2901"/>
                      <a:pt x="2640" y="2839"/>
                    </a:cubicBezTo>
                    <a:cubicBezTo>
                      <a:pt x="2619" y="2797"/>
                      <a:pt x="2598" y="2749"/>
                      <a:pt x="2572" y="2708"/>
                    </a:cubicBezTo>
                    <a:cubicBezTo>
                      <a:pt x="2551" y="2687"/>
                      <a:pt x="2530" y="2666"/>
                      <a:pt x="2530" y="2666"/>
                    </a:cubicBezTo>
                    <a:lnTo>
                      <a:pt x="2598" y="2619"/>
                    </a:lnTo>
                    <a:cubicBezTo>
                      <a:pt x="2336" y="1440"/>
                      <a:pt x="1525" y="482"/>
                      <a:pt x="414" y="0"/>
                    </a:cubicBezTo>
                    <a:lnTo>
                      <a:pt x="393" y="47"/>
                    </a:lnTo>
                    <a:lnTo>
                      <a:pt x="373" y="0"/>
                    </a:lnTo>
                    <a:lnTo>
                      <a:pt x="373" y="47"/>
                    </a:lnTo>
                    <a:lnTo>
                      <a:pt x="346" y="0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31" name="Google Shape;2631;p58">
              <a:extLst>
                <a:ext uri="{FF2B5EF4-FFF2-40B4-BE49-F238E27FC236}">
                  <a16:creationId xmlns:a16="http://schemas.microsoft.com/office/drawing/2014/main" id="{AA4FB7C6-8612-35F3-4360-DE0BA09E7462}"/>
                </a:ext>
              </a:extLst>
            </p:cNvPr>
            <p:cNvGrpSpPr/>
            <p:nvPr/>
          </p:nvGrpSpPr>
          <p:grpSpPr>
            <a:xfrm>
              <a:off x="7357272" y="2467844"/>
              <a:ext cx="948658" cy="1725618"/>
              <a:chOff x="3427051" y="2433574"/>
              <a:chExt cx="1345423" cy="2447337"/>
            </a:xfrm>
          </p:grpSpPr>
          <p:sp>
            <p:nvSpPr>
              <p:cNvPr id="2632" name="Google Shape;2632;p58">
                <a:extLst>
                  <a:ext uri="{FF2B5EF4-FFF2-40B4-BE49-F238E27FC236}">
                    <a16:creationId xmlns:a16="http://schemas.microsoft.com/office/drawing/2014/main" id="{BE610FBD-EF0A-3FED-8AEC-B7676F1966F5}"/>
                  </a:ext>
                </a:extLst>
              </p:cNvPr>
              <p:cNvSpPr/>
              <p:nvPr/>
            </p:nvSpPr>
            <p:spPr>
              <a:xfrm>
                <a:off x="3435910" y="2972651"/>
                <a:ext cx="1249861" cy="1501511"/>
              </a:xfrm>
              <a:custGeom>
                <a:avLst/>
                <a:gdLst/>
                <a:ahLst/>
                <a:cxnLst/>
                <a:rect l="l" t="t" r="r" b="b"/>
                <a:pathLst>
                  <a:path w="6631" h="7966" extrusionOk="0">
                    <a:moveTo>
                      <a:pt x="173" y="0"/>
                    </a:moveTo>
                    <a:cubicBezTo>
                      <a:pt x="63" y="0"/>
                      <a:pt x="0" y="84"/>
                      <a:pt x="0" y="173"/>
                    </a:cubicBezTo>
                    <a:lnTo>
                      <a:pt x="0" y="7787"/>
                    </a:lnTo>
                    <a:cubicBezTo>
                      <a:pt x="0" y="7876"/>
                      <a:pt x="63" y="7966"/>
                      <a:pt x="173" y="7966"/>
                    </a:cubicBezTo>
                    <a:lnTo>
                      <a:pt x="6457" y="7966"/>
                    </a:lnTo>
                    <a:cubicBezTo>
                      <a:pt x="6567" y="7966"/>
                      <a:pt x="6630" y="7876"/>
                      <a:pt x="6630" y="7787"/>
                    </a:cubicBezTo>
                    <a:lnTo>
                      <a:pt x="6630" y="173"/>
                    </a:lnTo>
                    <a:cubicBezTo>
                      <a:pt x="6630" y="84"/>
                      <a:pt x="6567" y="0"/>
                      <a:pt x="645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3" name="Google Shape;2633;p58">
                <a:extLst>
                  <a:ext uri="{FF2B5EF4-FFF2-40B4-BE49-F238E27FC236}">
                    <a16:creationId xmlns:a16="http://schemas.microsoft.com/office/drawing/2014/main" id="{187CBD43-BF99-DD9E-4345-A4550D33D589}"/>
                  </a:ext>
                </a:extLst>
              </p:cNvPr>
              <p:cNvSpPr/>
              <p:nvPr/>
            </p:nvSpPr>
            <p:spPr>
              <a:xfrm>
                <a:off x="3427051" y="2963792"/>
                <a:ext cx="1271537" cy="1518287"/>
              </a:xfrm>
              <a:custGeom>
                <a:avLst/>
                <a:gdLst/>
                <a:ahLst/>
                <a:cxnLst/>
                <a:rect l="l" t="t" r="r" b="b"/>
                <a:pathLst>
                  <a:path w="6746" h="8055" extrusionOk="0">
                    <a:moveTo>
                      <a:pt x="6504" y="110"/>
                    </a:moveTo>
                    <a:cubicBezTo>
                      <a:pt x="6567" y="110"/>
                      <a:pt x="6635" y="157"/>
                      <a:pt x="6635" y="220"/>
                    </a:cubicBezTo>
                    <a:lnTo>
                      <a:pt x="6635" y="7834"/>
                    </a:lnTo>
                    <a:cubicBezTo>
                      <a:pt x="6635" y="7903"/>
                      <a:pt x="6567" y="7944"/>
                      <a:pt x="6504" y="7944"/>
                    </a:cubicBezTo>
                    <a:lnTo>
                      <a:pt x="220" y="7944"/>
                    </a:lnTo>
                    <a:cubicBezTo>
                      <a:pt x="152" y="7944"/>
                      <a:pt x="89" y="7903"/>
                      <a:pt x="89" y="7834"/>
                    </a:cubicBezTo>
                    <a:lnTo>
                      <a:pt x="89" y="220"/>
                    </a:lnTo>
                    <a:cubicBezTo>
                      <a:pt x="89" y="157"/>
                      <a:pt x="152" y="110"/>
                      <a:pt x="220" y="110"/>
                    </a:cubicBezTo>
                    <a:close/>
                    <a:moveTo>
                      <a:pt x="220" y="0"/>
                    </a:moveTo>
                    <a:cubicBezTo>
                      <a:pt x="89" y="0"/>
                      <a:pt x="0" y="89"/>
                      <a:pt x="0" y="220"/>
                    </a:cubicBezTo>
                    <a:lnTo>
                      <a:pt x="0" y="7834"/>
                    </a:lnTo>
                    <a:cubicBezTo>
                      <a:pt x="0" y="7965"/>
                      <a:pt x="89" y="8054"/>
                      <a:pt x="220" y="8054"/>
                    </a:cubicBezTo>
                    <a:lnTo>
                      <a:pt x="6504" y="8054"/>
                    </a:lnTo>
                    <a:cubicBezTo>
                      <a:pt x="6635" y="8054"/>
                      <a:pt x="6745" y="7965"/>
                      <a:pt x="6745" y="7834"/>
                    </a:cubicBezTo>
                    <a:lnTo>
                      <a:pt x="6745" y="220"/>
                    </a:lnTo>
                    <a:cubicBezTo>
                      <a:pt x="6745" y="89"/>
                      <a:pt x="6635" y="0"/>
                      <a:pt x="6504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4" name="Google Shape;2634;p58">
                <a:extLst>
                  <a:ext uri="{FF2B5EF4-FFF2-40B4-BE49-F238E27FC236}">
                    <a16:creationId xmlns:a16="http://schemas.microsoft.com/office/drawing/2014/main" id="{2185BAB2-58CB-56C8-3B52-0B93098B49C8}"/>
                  </a:ext>
                </a:extLst>
              </p:cNvPr>
              <p:cNvSpPr/>
              <p:nvPr/>
            </p:nvSpPr>
            <p:spPr>
              <a:xfrm>
                <a:off x="3538447" y="3042581"/>
                <a:ext cx="1044598" cy="304223"/>
              </a:xfrm>
              <a:custGeom>
                <a:avLst/>
                <a:gdLst/>
                <a:ahLst/>
                <a:cxnLst/>
                <a:rect l="l" t="t" r="r" b="b"/>
                <a:pathLst>
                  <a:path w="5542" h="1614" extrusionOk="0">
                    <a:moveTo>
                      <a:pt x="174" y="1"/>
                    </a:moveTo>
                    <a:cubicBezTo>
                      <a:pt x="85" y="1"/>
                      <a:pt x="1" y="85"/>
                      <a:pt x="1" y="174"/>
                    </a:cubicBezTo>
                    <a:lnTo>
                      <a:pt x="1" y="1441"/>
                    </a:lnTo>
                    <a:cubicBezTo>
                      <a:pt x="1" y="1525"/>
                      <a:pt x="85" y="1614"/>
                      <a:pt x="174" y="1614"/>
                    </a:cubicBezTo>
                    <a:lnTo>
                      <a:pt x="5390" y="1614"/>
                    </a:lnTo>
                    <a:cubicBezTo>
                      <a:pt x="5479" y="1614"/>
                      <a:pt x="5541" y="1525"/>
                      <a:pt x="5541" y="1441"/>
                    </a:cubicBezTo>
                    <a:lnTo>
                      <a:pt x="5541" y="174"/>
                    </a:lnTo>
                    <a:cubicBezTo>
                      <a:pt x="5541" y="85"/>
                      <a:pt x="5479" y="1"/>
                      <a:pt x="539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5" name="Google Shape;2635;p58">
                <a:extLst>
                  <a:ext uri="{FF2B5EF4-FFF2-40B4-BE49-F238E27FC236}">
                    <a16:creationId xmlns:a16="http://schemas.microsoft.com/office/drawing/2014/main" id="{8E98EB94-F4AD-6D04-425A-F952766DB532}"/>
                  </a:ext>
                </a:extLst>
              </p:cNvPr>
              <p:cNvSpPr/>
              <p:nvPr/>
            </p:nvSpPr>
            <p:spPr>
              <a:xfrm>
                <a:off x="3529588" y="3033722"/>
                <a:ext cx="1066274" cy="320998"/>
              </a:xfrm>
              <a:custGeom>
                <a:avLst/>
                <a:gdLst/>
                <a:ahLst/>
                <a:cxnLst/>
                <a:rect l="l" t="t" r="r" b="b"/>
                <a:pathLst>
                  <a:path w="5657" h="1703" extrusionOk="0">
                    <a:moveTo>
                      <a:pt x="5437" y="111"/>
                    </a:moveTo>
                    <a:cubicBezTo>
                      <a:pt x="5499" y="111"/>
                      <a:pt x="5547" y="153"/>
                      <a:pt x="5547" y="221"/>
                    </a:cubicBezTo>
                    <a:lnTo>
                      <a:pt x="5547" y="1488"/>
                    </a:lnTo>
                    <a:cubicBezTo>
                      <a:pt x="5547" y="1551"/>
                      <a:pt x="5499" y="1593"/>
                      <a:pt x="5437" y="1593"/>
                    </a:cubicBezTo>
                    <a:lnTo>
                      <a:pt x="221" y="1593"/>
                    </a:lnTo>
                    <a:cubicBezTo>
                      <a:pt x="158" y="1593"/>
                      <a:pt x="111" y="1551"/>
                      <a:pt x="111" y="1488"/>
                    </a:cubicBezTo>
                    <a:lnTo>
                      <a:pt x="111" y="221"/>
                    </a:lnTo>
                    <a:cubicBezTo>
                      <a:pt x="111" y="153"/>
                      <a:pt x="158" y="111"/>
                      <a:pt x="221" y="111"/>
                    </a:cubicBezTo>
                    <a:close/>
                    <a:moveTo>
                      <a:pt x="221" y="1"/>
                    </a:moveTo>
                    <a:cubicBezTo>
                      <a:pt x="111" y="1"/>
                      <a:pt x="1" y="90"/>
                      <a:pt x="1" y="221"/>
                    </a:cubicBezTo>
                    <a:lnTo>
                      <a:pt x="1" y="1488"/>
                    </a:lnTo>
                    <a:cubicBezTo>
                      <a:pt x="1" y="1593"/>
                      <a:pt x="111" y="1703"/>
                      <a:pt x="221" y="1703"/>
                    </a:cubicBezTo>
                    <a:lnTo>
                      <a:pt x="5437" y="1703"/>
                    </a:lnTo>
                    <a:cubicBezTo>
                      <a:pt x="5547" y="1703"/>
                      <a:pt x="5657" y="1593"/>
                      <a:pt x="5657" y="1488"/>
                    </a:cubicBezTo>
                    <a:lnTo>
                      <a:pt x="5657" y="221"/>
                    </a:lnTo>
                    <a:cubicBezTo>
                      <a:pt x="5657" y="90"/>
                      <a:pt x="5547" y="1"/>
                      <a:pt x="5437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6" name="Google Shape;2636;p58">
                <a:extLst>
                  <a:ext uri="{FF2B5EF4-FFF2-40B4-BE49-F238E27FC236}">
                    <a16:creationId xmlns:a16="http://schemas.microsoft.com/office/drawing/2014/main" id="{369855D4-A968-60D8-1F8D-F12544DEBB5B}"/>
                  </a:ext>
                </a:extLst>
              </p:cNvPr>
              <p:cNvSpPr/>
              <p:nvPr/>
            </p:nvSpPr>
            <p:spPr>
              <a:xfrm>
                <a:off x="3538447" y="3388080"/>
                <a:ext cx="1044598" cy="304223"/>
              </a:xfrm>
              <a:custGeom>
                <a:avLst/>
                <a:gdLst/>
                <a:ahLst/>
                <a:cxnLst/>
                <a:rect l="l" t="t" r="r" b="b"/>
                <a:pathLst>
                  <a:path w="5542" h="1614" extrusionOk="0">
                    <a:moveTo>
                      <a:pt x="174" y="1"/>
                    </a:moveTo>
                    <a:cubicBezTo>
                      <a:pt x="85" y="1"/>
                      <a:pt x="1" y="85"/>
                      <a:pt x="1" y="174"/>
                    </a:cubicBezTo>
                    <a:lnTo>
                      <a:pt x="1" y="1441"/>
                    </a:lnTo>
                    <a:cubicBezTo>
                      <a:pt x="1" y="1525"/>
                      <a:pt x="85" y="1614"/>
                      <a:pt x="174" y="1614"/>
                    </a:cubicBezTo>
                    <a:lnTo>
                      <a:pt x="5390" y="1614"/>
                    </a:lnTo>
                    <a:cubicBezTo>
                      <a:pt x="5479" y="1614"/>
                      <a:pt x="5541" y="1525"/>
                      <a:pt x="5541" y="1441"/>
                    </a:cubicBezTo>
                    <a:lnTo>
                      <a:pt x="5541" y="174"/>
                    </a:lnTo>
                    <a:cubicBezTo>
                      <a:pt x="5541" y="85"/>
                      <a:pt x="5479" y="1"/>
                      <a:pt x="539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7" name="Google Shape;2637;p58">
                <a:extLst>
                  <a:ext uri="{FF2B5EF4-FFF2-40B4-BE49-F238E27FC236}">
                    <a16:creationId xmlns:a16="http://schemas.microsoft.com/office/drawing/2014/main" id="{AB50BC44-5E7F-0A4A-726C-9CBC6722FACA}"/>
                  </a:ext>
                </a:extLst>
              </p:cNvPr>
              <p:cNvSpPr/>
              <p:nvPr/>
            </p:nvSpPr>
            <p:spPr>
              <a:xfrm>
                <a:off x="3529588" y="3379221"/>
                <a:ext cx="1066274" cy="320998"/>
              </a:xfrm>
              <a:custGeom>
                <a:avLst/>
                <a:gdLst/>
                <a:ahLst/>
                <a:cxnLst/>
                <a:rect l="l" t="t" r="r" b="b"/>
                <a:pathLst>
                  <a:path w="5657" h="1703" extrusionOk="0">
                    <a:moveTo>
                      <a:pt x="5437" y="111"/>
                    </a:moveTo>
                    <a:cubicBezTo>
                      <a:pt x="5499" y="111"/>
                      <a:pt x="5547" y="153"/>
                      <a:pt x="5547" y="221"/>
                    </a:cubicBezTo>
                    <a:lnTo>
                      <a:pt x="5547" y="1488"/>
                    </a:lnTo>
                    <a:cubicBezTo>
                      <a:pt x="5547" y="1551"/>
                      <a:pt x="5499" y="1593"/>
                      <a:pt x="5437" y="1593"/>
                    </a:cubicBezTo>
                    <a:lnTo>
                      <a:pt x="221" y="1593"/>
                    </a:lnTo>
                    <a:cubicBezTo>
                      <a:pt x="158" y="1593"/>
                      <a:pt x="111" y="1551"/>
                      <a:pt x="111" y="1488"/>
                    </a:cubicBezTo>
                    <a:lnTo>
                      <a:pt x="111" y="221"/>
                    </a:lnTo>
                    <a:cubicBezTo>
                      <a:pt x="111" y="153"/>
                      <a:pt x="158" y="111"/>
                      <a:pt x="221" y="111"/>
                    </a:cubicBezTo>
                    <a:close/>
                    <a:moveTo>
                      <a:pt x="221" y="1"/>
                    </a:moveTo>
                    <a:cubicBezTo>
                      <a:pt x="111" y="1"/>
                      <a:pt x="1" y="90"/>
                      <a:pt x="1" y="221"/>
                    </a:cubicBezTo>
                    <a:lnTo>
                      <a:pt x="1" y="1488"/>
                    </a:lnTo>
                    <a:cubicBezTo>
                      <a:pt x="1" y="1619"/>
                      <a:pt x="111" y="1703"/>
                      <a:pt x="221" y="1703"/>
                    </a:cubicBezTo>
                    <a:lnTo>
                      <a:pt x="5437" y="1703"/>
                    </a:lnTo>
                    <a:cubicBezTo>
                      <a:pt x="5547" y="1703"/>
                      <a:pt x="5657" y="1619"/>
                      <a:pt x="5657" y="1488"/>
                    </a:cubicBezTo>
                    <a:lnTo>
                      <a:pt x="5657" y="221"/>
                    </a:lnTo>
                    <a:cubicBezTo>
                      <a:pt x="5657" y="90"/>
                      <a:pt x="5547" y="1"/>
                      <a:pt x="5437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8" name="Google Shape;2638;p58">
                <a:extLst>
                  <a:ext uri="{FF2B5EF4-FFF2-40B4-BE49-F238E27FC236}">
                    <a16:creationId xmlns:a16="http://schemas.microsoft.com/office/drawing/2014/main" id="{5B2D2F2B-DEA1-6B73-5B8E-1929EA46914F}"/>
                  </a:ext>
                </a:extLst>
              </p:cNvPr>
              <p:cNvSpPr/>
              <p:nvPr/>
            </p:nvSpPr>
            <p:spPr>
              <a:xfrm>
                <a:off x="3538447" y="3758271"/>
                <a:ext cx="1044598" cy="300265"/>
              </a:xfrm>
              <a:custGeom>
                <a:avLst/>
                <a:gdLst/>
                <a:ahLst/>
                <a:cxnLst/>
                <a:rect l="l" t="t" r="r" b="b"/>
                <a:pathLst>
                  <a:path w="5542" h="1593" extrusionOk="0">
                    <a:moveTo>
                      <a:pt x="174" y="1"/>
                    </a:moveTo>
                    <a:cubicBezTo>
                      <a:pt x="85" y="1"/>
                      <a:pt x="1" y="64"/>
                      <a:pt x="1" y="153"/>
                    </a:cubicBezTo>
                    <a:lnTo>
                      <a:pt x="1" y="1415"/>
                    </a:lnTo>
                    <a:cubicBezTo>
                      <a:pt x="1" y="1525"/>
                      <a:pt x="85" y="1593"/>
                      <a:pt x="174" y="1593"/>
                    </a:cubicBezTo>
                    <a:lnTo>
                      <a:pt x="5390" y="1593"/>
                    </a:lnTo>
                    <a:cubicBezTo>
                      <a:pt x="5479" y="1593"/>
                      <a:pt x="5541" y="1525"/>
                      <a:pt x="5541" y="1415"/>
                    </a:cubicBezTo>
                    <a:lnTo>
                      <a:pt x="5541" y="153"/>
                    </a:lnTo>
                    <a:cubicBezTo>
                      <a:pt x="5541" y="64"/>
                      <a:pt x="5479" y="1"/>
                      <a:pt x="539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9" name="Google Shape;2639;p58">
                <a:extLst>
                  <a:ext uri="{FF2B5EF4-FFF2-40B4-BE49-F238E27FC236}">
                    <a16:creationId xmlns:a16="http://schemas.microsoft.com/office/drawing/2014/main" id="{2CF38E47-0318-E5B3-BBEB-D20C07B2062F}"/>
                  </a:ext>
                </a:extLst>
              </p:cNvPr>
              <p:cNvSpPr/>
              <p:nvPr/>
            </p:nvSpPr>
            <p:spPr>
              <a:xfrm>
                <a:off x="3529588" y="3745454"/>
                <a:ext cx="1066274" cy="324957"/>
              </a:xfrm>
              <a:custGeom>
                <a:avLst/>
                <a:gdLst/>
                <a:ahLst/>
                <a:cxnLst/>
                <a:rect l="l" t="t" r="r" b="b"/>
                <a:pathLst>
                  <a:path w="5657" h="1724" extrusionOk="0">
                    <a:moveTo>
                      <a:pt x="5437" y="111"/>
                    </a:moveTo>
                    <a:cubicBezTo>
                      <a:pt x="5499" y="111"/>
                      <a:pt x="5547" y="153"/>
                      <a:pt x="5547" y="221"/>
                    </a:cubicBezTo>
                    <a:lnTo>
                      <a:pt x="5547" y="1483"/>
                    </a:lnTo>
                    <a:cubicBezTo>
                      <a:pt x="5547" y="1551"/>
                      <a:pt x="5499" y="1614"/>
                      <a:pt x="5437" y="1614"/>
                    </a:cubicBezTo>
                    <a:lnTo>
                      <a:pt x="221" y="1614"/>
                    </a:lnTo>
                    <a:cubicBezTo>
                      <a:pt x="158" y="1614"/>
                      <a:pt x="111" y="1551"/>
                      <a:pt x="111" y="1483"/>
                    </a:cubicBezTo>
                    <a:lnTo>
                      <a:pt x="111" y="221"/>
                    </a:lnTo>
                    <a:cubicBezTo>
                      <a:pt x="111" y="153"/>
                      <a:pt x="158" y="111"/>
                      <a:pt x="221" y="111"/>
                    </a:cubicBezTo>
                    <a:close/>
                    <a:moveTo>
                      <a:pt x="221" y="1"/>
                    </a:moveTo>
                    <a:cubicBezTo>
                      <a:pt x="111" y="1"/>
                      <a:pt x="1" y="111"/>
                      <a:pt x="1" y="221"/>
                    </a:cubicBezTo>
                    <a:lnTo>
                      <a:pt x="1" y="1483"/>
                    </a:lnTo>
                    <a:cubicBezTo>
                      <a:pt x="1" y="1614"/>
                      <a:pt x="111" y="1724"/>
                      <a:pt x="221" y="1724"/>
                    </a:cubicBezTo>
                    <a:lnTo>
                      <a:pt x="5437" y="1724"/>
                    </a:lnTo>
                    <a:cubicBezTo>
                      <a:pt x="5547" y="1724"/>
                      <a:pt x="5657" y="1614"/>
                      <a:pt x="5657" y="1483"/>
                    </a:cubicBezTo>
                    <a:lnTo>
                      <a:pt x="5657" y="221"/>
                    </a:lnTo>
                    <a:cubicBezTo>
                      <a:pt x="5657" y="111"/>
                      <a:pt x="5547" y="1"/>
                      <a:pt x="5437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0" name="Google Shape;2640;p58">
                <a:extLst>
                  <a:ext uri="{FF2B5EF4-FFF2-40B4-BE49-F238E27FC236}">
                    <a16:creationId xmlns:a16="http://schemas.microsoft.com/office/drawing/2014/main" id="{50FEB212-0F80-44F6-E961-6B433D1D02D6}"/>
                  </a:ext>
                </a:extLst>
              </p:cNvPr>
              <p:cNvSpPr/>
              <p:nvPr/>
            </p:nvSpPr>
            <p:spPr>
              <a:xfrm>
                <a:off x="3538447" y="4119604"/>
                <a:ext cx="1044598" cy="300265"/>
              </a:xfrm>
              <a:custGeom>
                <a:avLst/>
                <a:gdLst/>
                <a:ahLst/>
                <a:cxnLst/>
                <a:rect l="l" t="t" r="r" b="b"/>
                <a:pathLst>
                  <a:path w="5542" h="1593" extrusionOk="0">
                    <a:moveTo>
                      <a:pt x="174" y="0"/>
                    </a:moveTo>
                    <a:cubicBezTo>
                      <a:pt x="85" y="0"/>
                      <a:pt x="1" y="69"/>
                      <a:pt x="1" y="179"/>
                    </a:cubicBezTo>
                    <a:lnTo>
                      <a:pt x="1" y="1441"/>
                    </a:lnTo>
                    <a:cubicBezTo>
                      <a:pt x="1" y="1530"/>
                      <a:pt x="85" y="1592"/>
                      <a:pt x="174" y="1592"/>
                    </a:cubicBezTo>
                    <a:lnTo>
                      <a:pt x="5390" y="1592"/>
                    </a:lnTo>
                    <a:cubicBezTo>
                      <a:pt x="5479" y="1592"/>
                      <a:pt x="5541" y="1530"/>
                      <a:pt x="5541" y="1441"/>
                    </a:cubicBezTo>
                    <a:lnTo>
                      <a:pt x="5541" y="179"/>
                    </a:lnTo>
                    <a:cubicBezTo>
                      <a:pt x="5541" y="69"/>
                      <a:pt x="5479" y="0"/>
                      <a:pt x="539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1" name="Google Shape;2641;p58">
                <a:extLst>
                  <a:ext uri="{FF2B5EF4-FFF2-40B4-BE49-F238E27FC236}">
                    <a16:creationId xmlns:a16="http://schemas.microsoft.com/office/drawing/2014/main" id="{900A853E-7B8A-3BAB-1598-884F30040B00}"/>
                  </a:ext>
                </a:extLst>
              </p:cNvPr>
              <p:cNvSpPr/>
              <p:nvPr/>
            </p:nvSpPr>
            <p:spPr>
              <a:xfrm>
                <a:off x="3529588" y="4107729"/>
                <a:ext cx="1066274" cy="324957"/>
              </a:xfrm>
              <a:custGeom>
                <a:avLst/>
                <a:gdLst/>
                <a:ahLst/>
                <a:cxnLst/>
                <a:rect l="l" t="t" r="r" b="b"/>
                <a:pathLst>
                  <a:path w="5657" h="1724" extrusionOk="0">
                    <a:moveTo>
                      <a:pt x="5437" y="111"/>
                    </a:moveTo>
                    <a:cubicBezTo>
                      <a:pt x="5499" y="111"/>
                      <a:pt x="5547" y="173"/>
                      <a:pt x="5547" y="242"/>
                    </a:cubicBezTo>
                    <a:lnTo>
                      <a:pt x="5547" y="1504"/>
                    </a:lnTo>
                    <a:cubicBezTo>
                      <a:pt x="5547" y="1572"/>
                      <a:pt x="5499" y="1614"/>
                      <a:pt x="5437" y="1614"/>
                    </a:cubicBezTo>
                    <a:lnTo>
                      <a:pt x="221" y="1614"/>
                    </a:lnTo>
                    <a:cubicBezTo>
                      <a:pt x="158" y="1614"/>
                      <a:pt x="111" y="1572"/>
                      <a:pt x="111" y="1504"/>
                    </a:cubicBezTo>
                    <a:lnTo>
                      <a:pt x="111" y="242"/>
                    </a:lnTo>
                    <a:cubicBezTo>
                      <a:pt x="111" y="173"/>
                      <a:pt x="158" y="111"/>
                      <a:pt x="221" y="111"/>
                    </a:cubicBezTo>
                    <a:close/>
                    <a:moveTo>
                      <a:pt x="221" y="1"/>
                    </a:moveTo>
                    <a:cubicBezTo>
                      <a:pt x="111" y="1"/>
                      <a:pt x="1" y="111"/>
                      <a:pt x="1" y="242"/>
                    </a:cubicBezTo>
                    <a:lnTo>
                      <a:pt x="1" y="1504"/>
                    </a:lnTo>
                    <a:cubicBezTo>
                      <a:pt x="1" y="1614"/>
                      <a:pt x="111" y="1724"/>
                      <a:pt x="221" y="1724"/>
                    </a:cubicBezTo>
                    <a:lnTo>
                      <a:pt x="5437" y="1724"/>
                    </a:lnTo>
                    <a:cubicBezTo>
                      <a:pt x="5547" y="1724"/>
                      <a:pt x="5657" y="1614"/>
                      <a:pt x="5657" y="1504"/>
                    </a:cubicBezTo>
                    <a:lnTo>
                      <a:pt x="5657" y="242"/>
                    </a:lnTo>
                    <a:cubicBezTo>
                      <a:pt x="5657" y="111"/>
                      <a:pt x="5547" y="1"/>
                      <a:pt x="5437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2" name="Google Shape;2642;p58">
                <a:extLst>
                  <a:ext uri="{FF2B5EF4-FFF2-40B4-BE49-F238E27FC236}">
                    <a16:creationId xmlns:a16="http://schemas.microsoft.com/office/drawing/2014/main" id="{294E7008-4EA2-5488-0F4B-5A12710CA1FD}"/>
                  </a:ext>
                </a:extLst>
              </p:cNvPr>
              <p:cNvSpPr/>
              <p:nvPr/>
            </p:nvSpPr>
            <p:spPr>
              <a:xfrm>
                <a:off x="3764631" y="3280642"/>
                <a:ext cx="45425" cy="193579"/>
              </a:xfrm>
              <a:custGeom>
                <a:avLst/>
                <a:gdLst/>
                <a:ahLst/>
                <a:cxnLst/>
                <a:rect l="l" t="t" r="r" b="b"/>
                <a:pathLst>
                  <a:path w="241" h="1027" extrusionOk="0">
                    <a:moveTo>
                      <a:pt x="131" y="0"/>
                    </a:moveTo>
                    <a:cubicBezTo>
                      <a:pt x="42" y="0"/>
                      <a:pt x="0" y="47"/>
                      <a:pt x="0" y="131"/>
                    </a:cubicBezTo>
                    <a:lnTo>
                      <a:pt x="0" y="896"/>
                    </a:lnTo>
                    <a:cubicBezTo>
                      <a:pt x="0" y="985"/>
                      <a:pt x="42" y="1027"/>
                      <a:pt x="131" y="1027"/>
                    </a:cubicBezTo>
                    <a:cubicBezTo>
                      <a:pt x="194" y="1027"/>
                      <a:pt x="241" y="985"/>
                      <a:pt x="241" y="896"/>
                    </a:cubicBezTo>
                    <a:lnTo>
                      <a:pt x="241" y="131"/>
                    </a:lnTo>
                    <a:cubicBezTo>
                      <a:pt x="241" y="47"/>
                      <a:pt x="194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3" name="Google Shape;2643;p58">
                <a:extLst>
                  <a:ext uri="{FF2B5EF4-FFF2-40B4-BE49-F238E27FC236}">
                    <a16:creationId xmlns:a16="http://schemas.microsoft.com/office/drawing/2014/main" id="{DB02CD4A-B953-DBBD-8A84-DF1E0FD6C60F}"/>
                  </a:ext>
                </a:extLst>
              </p:cNvPr>
              <p:cNvSpPr/>
              <p:nvPr/>
            </p:nvSpPr>
            <p:spPr>
              <a:xfrm>
                <a:off x="3749163" y="3268767"/>
                <a:ext cx="70306" cy="218271"/>
              </a:xfrm>
              <a:custGeom>
                <a:avLst/>
                <a:gdLst/>
                <a:ahLst/>
                <a:cxnLst/>
                <a:rect l="l" t="t" r="r" b="b"/>
                <a:pathLst>
                  <a:path w="373" h="1158" extrusionOk="0">
                    <a:moveTo>
                      <a:pt x="200" y="110"/>
                    </a:moveTo>
                    <a:cubicBezTo>
                      <a:pt x="242" y="110"/>
                      <a:pt x="263" y="152"/>
                      <a:pt x="263" y="194"/>
                    </a:cubicBezTo>
                    <a:lnTo>
                      <a:pt x="263" y="959"/>
                    </a:lnTo>
                    <a:cubicBezTo>
                      <a:pt x="263" y="1000"/>
                      <a:pt x="242" y="1048"/>
                      <a:pt x="200" y="1048"/>
                    </a:cubicBezTo>
                    <a:cubicBezTo>
                      <a:pt x="158" y="1048"/>
                      <a:pt x="111" y="1000"/>
                      <a:pt x="111" y="959"/>
                    </a:cubicBezTo>
                    <a:lnTo>
                      <a:pt x="111" y="194"/>
                    </a:lnTo>
                    <a:cubicBezTo>
                      <a:pt x="111" y="152"/>
                      <a:pt x="158" y="110"/>
                      <a:pt x="200" y="110"/>
                    </a:cubicBezTo>
                    <a:close/>
                    <a:moveTo>
                      <a:pt x="200" y="0"/>
                    </a:moveTo>
                    <a:cubicBezTo>
                      <a:pt x="90" y="0"/>
                      <a:pt x="1" y="84"/>
                      <a:pt x="1" y="194"/>
                    </a:cubicBezTo>
                    <a:lnTo>
                      <a:pt x="1" y="959"/>
                    </a:lnTo>
                    <a:cubicBezTo>
                      <a:pt x="1" y="1069"/>
                      <a:pt x="90" y="1158"/>
                      <a:pt x="200" y="1158"/>
                    </a:cubicBezTo>
                    <a:cubicBezTo>
                      <a:pt x="289" y="1158"/>
                      <a:pt x="373" y="1069"/>
                      <a:pt x="373" y="959"/>
                    </a:cubicBezTo>
                    <a:lnTo>
                      <a:pt x="373" y="194"/>
                    </a:lnTo>
                    <a:cubicBezTo>
                      <a:pt x="373" y="84"/>
                      <a:pt x="289" y="0"/>
                      <a:pt x="200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4" name="Google Shape;2644;p58">
                <a:extLst>
                  <a:ext uri="{FF2B5EF4-FFF2-40B4-BE49-F238E27FC236}">
                    <a16:creationId xmlns:a16="http://schemas.microsoft.com/office/drawing/2014/main" id="{B17319C6-D58D-6B20-53D6-610DFC422CC5}"/>
                  </a:ext>
                </a:extLst>
              </p:cNvPr>
              <p:cNvSpPr/>
              <p:nvPr/>
            </p:nvSpPr>
            <p:spPr>
              <a:xfrm>
                <a:off x="3764631" y="3626141"/>
                <a:ext cx="45425" cy="193579"/>
              </a:xfrm>
              <a:custGeom>
                <a:avLst/>
                <a:gdLst/>
                <a:ahLst/>
                <a:cxnLst/>
                <a:rect l="l" t="t" r="r" b="b"/>
                <a:pathLst>
                  <a:path w="241" h="1027" extrusionOk="0">
                    <a:moveTo>
                      <a:pt x="131" y="0"/>
                    </a:moveTo>
                    <a:cubicBezTo>
                      <a:pt x="42" y="0"/>
                      <a:pt x="0" y="68"/>
                      <a:pt x="0" y="131"/>
                    </a:cubicBezTo>
                    <a:lnTo>
                      <a:pt x="0" y="896"/>
                    </a:lnTo>
                    <a:cubicBezTo>
                      <a:pt x="0" y="985"/>
                      <a:pt x="42" y="1026"/>
                      <a:pt x="131" y="1026"/>
                    </a:cubicBezTo>
                    <a:cubicBezTo>
                      <a:pt x="194" y="1026"/>
                      <a:pt x="241" y="985"/>
                      <a:pt x="241" y="896"/>
                    </a:cubicBezTo>
                    <a:lnTo>
                      <a:pt x="241" y="131"/>
                    </a:lnTo>
                    <a:cubicBezTo>
                      <a:pt x="241" y="68"/>
                      <a:pt x="194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5" name="Google Shape;2645;p58">
                <a:extLst>
                  <a:ext uri="{FF2B5EF4-FFF2-40B4-BE49-F238E27FC236}">
                    <a16:creationId xmlns:a16="http://schemas.microsoft.com/office/drawing/2014/main" id="{8079B694-E48D-0590-B7D7-389E1EC2A76E}"/>
                  </a:ext>
                </a:extLst>
              </p:cNvPr>
              <p:cNvSpPr/>
              <p:nvPr/>
            </p:nvSpPr>
            <p:spPr>
              <a:xfrm>
                <a:off x="3749163" y="3618224"/>
                <a:ext cx="70306" cy="214313"/>
              </a:xfrm>
              <a:custGeom>
                <a:avLst/>
                <a:gdLst/>
                <a:ahLst/>
                <a:cxnLst/>
                <a:rect l="l" t="t" r="r" b="b"/>
                <a:pathLst>
                  <a:path w="373" h="1137" extrusionOk="0">
                    <a:moveTo>
                      <a:pt x="200" y="89"/>
                    </a:moveTo>
                    <a:cubicBezTo>
                      <a:pt x="242" y="89"/>
                      <a:pt x="263" y="131"/>
                      <a:pt x="263" y="173"/>
                    </a:cubicBezTo>
                    <a:lnTo>
                      <a:pt x="263" y="938"/>
                    </a:lnTo>
                    <a:cubicBezTo>
                      <a:pt x="263" y="979"/>
                      <a:pt x="242" y="1027"/>
                      <a:pt x="200" y="1027"/>
                    </a:cubicBezTo>
                    <a:cubicBezTo>
                      <a:pt x="158" y="1027"/>
                      <a:pt x="111" y="979"/>
                      <a:pt x="111" y="938"/>
                    </a:cubicBezTo>
                    <a:lnTo>
                      <a:pt x="111" y="173"/>
                    </a:lnTo>
                    <a:cubicBezTo>
                      <a:pt x="111" y="131"/>
                      <a:pt x="158" y="89"/>
                      <a:pt x="200" y="89"/>
                    </a:cubicBezTo>
                    <a:close/>
                    <a:moveTo>
                      <a:pt x="200" y="0"/>
                    </a:moveTo>
                    <a:cubicBezTo>
                      <a:pt x="90" y="0"/>
                      <a:pt x="1" y="63"/>
                      <a:pt x="1" y="173"/>
                    </a:cubicBezTo>
                    <a:lnTo>
                      <a:pt x="1" y="938"/>
                    </a:lnTo>
                    <a:cubicBezTo>
                      <a:pt x="1" y="1047"/>
                      <a:pt x="90" y="1137"/>
                      <a:pt x="200" y="1137"/>
                    </a:cubicBezTo>
                    <a:cubicBezTo>
                      <a:pt x="289" y="1137"/>
                      <a:pt x="373" y="1047"/>
                      <a:pt x="373" y="938"/>
                    </a:cubicBezTo>
                    <a:lnTo>
                      <a:pt x="373" y="173"/>
                    </a:lnTo>
                    <a:cubicBezTo>
                      <a:pt x="373" y="63"/>
                      <a:pt x="289" y="0"/>
                      <a:pt x="200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6" name="Google Shape;2646;p58">
                <a:extLst>
                  <a:ext uri="{FF2B5EF4-FFF2-40B4-BE49-F238E27FC236}">
                    <a16:creationId xmlns:a16="http://schemas.microsoft.com/office/drawing/2014/main" id="{D21F5E20-7622-3908-D534-097C87D3C9EE}"/>
                  </a:ext>
                </a:extLst>
              </p:cNvPr>
              <p:cNvSpPr/>
              <p:nvPr/>
            </p:nvSpPr>
            <p:spPr>
              <a:xfrm>
                <a:off x="3764631" y="3992186"/>
                <a:ext cx="45425" cy="197726"/>
              </a:xfrm>
              <a:custGeom>
                <a:avLst/>
                <a:gdLst/>
                <a:ahLst/>
                <a:cxnLst/>
                <a:rect l="l" t="t" r="r" b="b"/>
                <a:pathLst>
                  <a:path w="241" h="1049" extrusionOk="0">
                    <a:moveTo>
                      <a:pt x="131" y="1"/>
                    </a:moveTo>
                    <a:cubicBezTo>
                      <a:pt x="42" y="1"/>
                      <a:pt x="0" y="69"/>
                      <a:pt x="0" y="132"/>
                    </a:cubicBezTo>
                    <a:lnTo>
                      <a:pt x="0" y="917"/>
                    </a:lnTo>
                    <a:cubicBezTo>
                      <a:pt x="0" y="985"/>
                      <a:pt x="42" y="1048"/>
                      <a:pt x="131" y="1048"/>
                    </a:cubicBezTo>
                    <a:cubicBezTo>
                      <a:pt x="194" y="1048"/>
                      <a:pt x="241" y="985"/>
                      <a:pt x="241" y="917"/>
                    </a:cubicBezTo>
                    <a:lnTo>
                      <a:pt x="241" y="132"/>
                    </a:lnTo>
                    <a:cubicBezTo>
                      <a:pt x="241" y="69"/>
                      <a:pt x="194" y="1"/>
                      <a:pt x="13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7" name="Google Shape;2647;p58">
                <a:extLst>
                  <a:ext uri="{FF2B5EF4-FFF2-40B4-BE49-F238E27FC236}">
                    <a16:creationId xmlns:a16="http://schemas.microsoft.com/office/drawing/2014/main" id="{F24DF742-DC54-26EE-6176-84621B55AE91}"/>
                  </a:ext>
                </a:extLst>
              </p:cNvPr>
              <p:cNvSpPr/>
              <p:nvPr/>
            </p:nvSpPr>
            <p:spPr>
              <a:xfrm>
                <a:off x="3749163" y="3984458"/>
                <a:ext cx="70306" cy="213371"/>
              </a:xfrm>
              <a:custGeom>
                <a:avLst/>
                <a:gdLst/>
                <a:ahLst/>
                <a:cxnLst/>
                <a:rect l="l" t="t" r="r" b="b"/>
                <a:pathLst>
                  <a:path w="373" h="1132" extrusionOk="0">
                    <a:moveTo>
                      <a:pt x="200" y="110"/>
                    </a:moveTo>
                    <a:cubicBezTo>
                      <a:pt x="242" y="110"/>
                      <a:pt x="263" y="131"/>
                      <a:pt x="263" y="173"/>
                    </a:cubicBezTo>
                    <a:lnTo>
                      <a:pt x="263" y="958"/>
                    </a:lnTo>
                    <a:cubicBezTo>
                      <a:pt x="263" y="1000"/>
                      <a:pt x="242" y="1026"/>
                      <a:pt x="200" y="1026"/>
                    </a:cubicBezTo>
                    <a:cubicBezTo>
                      <a:pt x="158" y="1026"/>
                      <a:pt x="111" y="1000"/>
                      <a:pt x="111" y="958"/>
                    </a:cubicBezTo>
                    <a:lnTo>
                      <a:pt x="111" y="173"/>
                    </a:lnTo>
                    <a:cubicBezTo>
                      <a:pt x="111" y="131"/>
                      <a:pt x="158" y="110"/>
                      <a:pt x="200" y="110"/>
                    </a:cubicBezTo>
                    <a:close/>
                    <a:moveTo>
                      <a:pt x="200" y="0"/>
                    </a:moveTo>
                    <a:cubicBezTo>
                      <a:pt x="90" y="0"/>
                      <a:pt x="1" y="84"/>
                      <a:pt x="1" y="173"/>
                    </a:cubicBezTo>
                    <a:lnTo>
                      <a:pt x="1" y="958"/>
                    </a:lnTo>
                    <a:cubicBezTo>
                      <a:pt x="1" y="1047"/>
                      <a:pt x="90" y="1131"/>
                      <a:pt x="200" y="1131"/>
                    </a:cubicBezTo>
                    <a:cubicBezTo>
                      <a:pt x="289" y="1131"/>
                      <a:pt x="373" y="1047"/>
                      <a:pt x="373" y="958"/>
                    </a:cubicBezTo>
                    <a:lnTo>
                      <a:pt x="373" y="173"/>
                    </a:lnTo>
                    <a:cubicBezTo>
                      <a:pt x="373" y="84"/>
                      <a:pt x="289" y="0"/>
                      <a:pt x="200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8" name="Google Shape;2648;p58">
                <a:extLst>
                  <a:ext uri="{FF2B5EF4-FFF2-40B4-BE49-F238E27FC236}">
                    <a16:creationId xmlns:a16="http://schemas.microsoft.com/office/drawing/2014/main" id="{A988D7F9-F23B-E005-CE58-301A7A4985B5}"/>
                  </a:ext>
                </a:extLst>
              </p:cNvPr>
              <p:cNvSpPr/>
              <p:nvPr/>
            </p:nvSpPr>
            <p:spPr>
              <a:xfrm>
                <a:off x="3863210" y="3280642"/>
                <a:ext cx="45614" cy="193579"/>
              </a:xfrm>
              <a:custGeom>
                <a:avLst/>
                <a:gdLst/>
                <a:ahLst/>
                <a:cxnLst/>
                <a:rect l="l" t="t" r="r" b="b"/>
                <a:pathLst>
                  <a:path w="242" h="1027" extrusionOk="0">
                    <a:moveTo>
                      <a:pt x="132" y="0"/>
                    </a:moveTo>
                    <a:cubicBezTo>
                      <a:pt x="43" y="0"/>
                      <a:pt x="1" y="47"/>
                      <a:pt x="1" y="131"/>
                    </a:cubicBezTo>
                    <a:lnTo>
                      <a:pt x="1" y="896"/>
                    </a:lnTo>
                    <a:cubicBezTo>
                      <a:pt x="1" y="985"/>
                      <a:pt x="43" y="1027"/>
                      <a:pt x="132" y="1027"/>
                    </a:cubicBezTo>
                    <a:cubicBezTo>
                      <a:pt x="194" y="1027"/>
                      <a:pt x="242" y="985"/>
                      <a:pt x="242" y="896"/>
                    </a:cubicBezTo>
                    <a:lnTo>
                      <a:pt x="242" y="131"/>
                    </a:lnTo>
                    <a:cubicBezTo>
                      <a:pt x="242" y="47"/>
                      <a:pt x="194" y="0"/>
                      <a:pt x="13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9" name="Google Shape;2649;p58">
                <a:extLst>
                  <a:ext uri="{FF2B5EF4-FFF2-40B4-BE49-F238E27FC236}">
                    <a16:creationId xmlns:a16="http://schemas.microsoft.com/office/drawing/2014/main" id="{DF97FBD8-887C-D7AD-EBEC-E8D28878994E}"/>
                  </a:ext>
                </a:extLst>
              </p:cNvPr>
              <p:cNvSpPr/>
              <p:nvPr/>
            </p:nvSpPr>
            <p:spPr>
              <a:xfrm>
                <a:off x="3847930" y="3268767"/>
                <a:ext cx="70306" cy="218271"/>
              </a:xfrm>
              <a:custGeom>
                <a:avLst/>
                <a:gdLst/>
                <a:ahLst/>
                <a:cxnLst/>
                <a:rect l="l" t="t" r="r" b="b"/>
                <a:pathLst>
                  <a:path w="373" h="1158" extrusionOk="0">
                    <a:moveTo>
                      <a:pt x="200" y="110"/>
                    </a:moveTo>
                    <a:cubicBezTo>
                      <a:pt x="221" y="110"/>
                      <a:pt x="262" y="152"/>
                      <a:pt x="262" y="194"/>
                    </a:cubicBezTo>
                    <a:lnTo>
                      <a:pt x="262" y="959"/>
                    </a:lnTo>
                    <a:cubicBezTo>
                      <a:pt x="262" y="1000"/>
                      <a:pt x="221" y="1048"/>
                      <a:pt x="200" y="1048"/>
                    </a:cubicBezTo>
                    <a:cubicBezTo>
                      <a:pt x="158" y="1048"/>
                      <a:pt x="111" y="1000"/>
                      <a:pt x="111" y="959"/>
                    </a:cubicBezTo>
                    <a:lnTo>
                      <a:pt x="111" y="194"/>
                    </a:lnTo>
                    <a:cubicBezTo>
                      <a:pt x="111" y="152"/>
                      <a:pt x="158" y="110"/>
                      <a:pt x="200" y="110"/>
                    </a:cubicBezTo>
                    <a:close/>
                    <a:moveTo>
                      <a:pt x="200" y="0"/>
                    </a:moveTo>
                    <a:cubicBezTo>
                      <a:pt x="90" y="0"/>
                      <a:pt x="1" y="84"/>
                      <a:pt x="1" y="194"/>
                    </a:cubicBezTo>
                    <a:lnTo>
                      <a:pt x="1" y="959"/>
                    </a:lnTo>
                    <a:cubicBezTo>
                      <a:pt x="1" y="1069"/>
                      <a:pt x="90" y="1158"/>
                      <a:pt x="200" y="1158"/>
                    </a:cubicBezTo>
                    <a:cubicBezTo>
                      <a:pt x="289" y="1158"/>
                      <a:pt x="372" y="1069"/>
                      <a:pt x="372" y="959"/>
                    </a:cubicBezTo>
                    <a:lnTo>
                      <a:pt x="372" y="194"/>
                    </a:lnTo>
                    <a:cubicBezTo>
                      <a:pt x="372" y="84"/>
                      <a:pt x="289" y="0"/>
                      <a:pt x="200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0" name="Google Shape;2650;p58">
                <a:extLst>
                  <a:ext uri="{FF2B5EF4-FFF2-40B4-BE49-F238E27FC236}">
                    <a16:creationId xmlns:a16="http://schemas.microsoft.com/office/drawing/2014/main" id="{BBE22635-056F-D11B-B9A5-47F8C9FFD887}"/>
                  </a:ext>
                </a:extLst>
              </p:cNvPr>
              <p:cNvSpPr/>
              <p:nvPr/>
            </p:nvSpPr>
            <p:spPr>
              <a:xfrm>
                <a:off x="3863210" y="3626141"/>
                <a:ext cx="45614" cy="193579"/>
              </a:xfrm>
              <a:custGeom>
                <a:avLst/>
                <a:gdLst/>
                <a:ahLst/>
                <a:cxnLst/>
                <a:rect l="l" t="t" r="r" b="b"/>
                <a:pathLst>
                  <a:path w="242" h="1027" extrusionOk="0">
                    <a:moveTo>
                      <a:pt x="132" y="0"/>
                    </a:moveTo>
                    <a:cubicBezTo>
                      <a:pt x="43" y="0"/>
                      <a:pt x="1" y="68"/>
                      <a:pt x="1" y="131"/>
                    </a:cubicBezTo>
                    <a:lnTo>
                      <a:pt x="1" y="896"/>
                    </a:lnTo>
                    <a:cubicBezTo>
                      <a:pt x="1" y="985"/>
                      <a:pt x="43" y="1026"/>
                      <a:pt x="132" y="1026"/>
                    </a:cubicBezTo>
                    <a:cubicBezTo>
                      <a:pt x="194" y="1026"/>
                      <a:pt x="242" y="985"/>
                      <a:pt x="242" y="896"/>
                    </a:cubicBezTo>
                    <a:lnTo>
                      <a:pt x="242" y="131"/>
                    </a:lnTo>
                    <a:cubicBezTo>
                      <a:pt x="242" y="68"/>
                      <a:pt x="194" y="0"/>
                      <a:pt x="13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1" name="Google Shape;2651;p58">
                <a:extLst>
                  <a:ext uri="{FF2B5EF4-FFF2-40B4-BE49-F238E27FC236}">
                    <a16:creationId xmlns:a16="http://schemas.microsoft.com/office/drawing/2014/main" id="{650DC954-1667-FEA5-62C5-3D93CA4651CC}"/>
                  </a:ext>
                </a:extLst>
              </p:cNvPr>
              <p:cNvSpPr/>
              <p:nvPr/>
            </p:nvSpPr>
            <p:spPr>
              <a:xfrm>
                <a:off x="3847930" y="3618224"/>
                <a:ext cx="70306" cy="214313"/>
              </a:xfrm>
              <a:custGeom>
                <a:avLst/>
                <a:gdLst/>
                <a:ahLst/>
                <a:cxnLst/>
                <a:rect l="l" t="t" r="r" b="b"/>
                <a:pathLst>
                  <a:path w="373" h="1137" extrusionOk="0">
                    <a:moveTo>
                      <a:pt x="200" y="89"/>
                    </a:moveTo>
                    <a:cubicBezTo>
                      <a:pt x="221" y="89"/>
                      <a:pt x="262" y="131"/>
                      <a:pt x="262" y="173"/>
                    </a:cubicBezTo>
                    <a:lnTo>
                      <a:pt x="262" y="938"/>
                    </a:lnTo>
                    <a:cubicBezTo>
                      <a:pt x="262" y="979"/>
                      <a:pt x="221" y="1027"/>
                      <a:pt x="200" y="1027"/>
                    </a:cubicBezTo>
                    <a:cubicBezTo>
                      <a:pt x="158" y="1027"/>
                      <a:pt x="111" y="979"/>
                      <a:pt x="111" y="938"/>
                    </a:cubicBezTo>
                    <a:lnTo>
                      <a:pt x="111" y="173"/>
                    </a:lnTo>
                    <a:cubicBezTo>
                      <a:pt x="111" y="131"/>
                      <a:pt x="158" y="89"/>
                      <a:pt x="200" y="89"/>
                    </a:cubicBezTo>
                    <a:close/>
                    <a:moveTo>
                      <a:pt x="200" y="0"/>
                    </a:moveTo>
                    <a:cubicBezTo>
                      <a:pt x="90" y="0"/>
                      <a:pt x="1" y="63"/>
                      <a:pt x="1" y="173"/>
                    </a:cubicBezTo>
                    <a:lnTo>
                      <a:pt x="1" y="938"/>
                    </a:lnTo>
                    <a:cubicBezTo>
                      <a:pt x="1" y="1047"/>
                      <a:pt x="90" y="1137"/>
                      <a:pt x="200" y="1137"/>
                    </a:cubicBezTo>
                    <a:cubicBezTo>
                      <a:pt x="289" y="1137"/>
                      <a:pt x="372" y="1047"/>
                      <a:pt x="372" y="938"/>
                    </a:cubicBezTo>
                    <a:lnTo>
                      <a:pt x="372" y="173"/>
                    </a:lnTo>
                    <a:cubicBezTo>
                      <a:pt x="372" y="63"/>
                      <a:pt x="289" y="0"/>
                      <a:pt x="200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2" name="Google Shape;2652;p58">
                <a:extLst>
                  <a:ext uri="{FF2B5EF4-FFF2-40B4-BE49-F238E27FC236}">
                    <a16:creationId xmlns:a16="http://schemas.microsoft.com/office/drawing/2014/main" id="{807780CE-2DEF-8FB5-B5AF-16AE428FEE73}"/>
                  </a:ext>
                </a:extLst>
              </p:cNvPr>
              <p:cNvSpPr/>
              <p:nvPr/>
            </p:nvSpPr>
            <p:spPr>
              <a:xfrm>
                <a:off x="3863210" y="3992186"/>
                <a:ext cx="45614" cy="197726"/>
              </a:xfrm>
              <a:custGeom>
                <a:avLst/>
                <a:gdLst/>
                <a:ahLst/>
                <a:cxnLst/>
                <a:rect l="l" t="t" r="r" b="b"/>
                <a:pathLst>
                  <a:path w="242" h="1049" extrusionOk="0">
                    <a:moveTo>
                      <a:pt x="132" y="1"/>
                    </a:moveTo>
                    <a:cubicBezTo>
                      <a:pt x="43" y="1"/>
                      <a:pt x="1" y="69"/>
                      <a:pt x="1" y="132"/>
                    </a:cubicBezTo>
                    <a:lnTo>
                      <a:pt x="1" y="917"/>
                    </a:lnTo>
                    <a:cubicBezTo>
                      <a:pt x="1" y="985"/>
                      <a:pt x="43" y="1048"/>
                      <a:pt x="132" y="1048"/>
                    </a:cubicBezTo>
                    <a:cubicBezTo>
                      <a:pt x="194" y="1048"/>
                      <a:pt x="242" y="985"/>
                      <a:pt x="242" y="917"/>
                    </a:cubicBezTo>
                    <a:lnTo>
                      <a:pt x="242" y="132"/>
                    </a:lnTo>
                    <a:cubicBezTo>
                      <a:pt x="242" y="69"/>
                      <a:pt x="194" y="1"/>
                      <a:pt x="13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3" name="Google Shape;2653;p58">
                <a:extLst>
                  <a:ext uri="{FF2B5EF4-FFF2-40B4-BE49-F238E27FC236}">
                    <a16:creationId xmlns:a16="http://schemas.microsoft.com/office/drawing/2014/main" id="{D5749E94-826F-9543-93A6-C8C29386256F}"/>
                  </a:ext>
                </a:extLst>
              </p:cNvPr>
              <p:cNvSpPr/>
              <p:nvPr/>
            </p:nvSpPr>
            <p:spPr>
              <a:xfrm>
                <a:off x="3847930" y="3984458"/>
                <a:ext cx="70306" cy="213371"/>
              </a:xfrm>
              <a:custGeom>
                <a:avLst/>
                <a:gdLst/>
                <a:ahLst/>
                <a:cxnLst/>
                <a:rect l="l" t="t" r="r" b="b"/>
                <a:pathLst>
                  <a:path w="373" h="1132" extrusionOk="0">
                    <a:moveTo>
                      <a:pt x="200" y="110"/>
                    </a:moveTo>
                    <a:cubicBezTo>
                      <a:pt x="221" y="110"/>
                      <a:pt x="262" y="131"/>
                      <a:pt x="262" y="173"/>
                    </a:cubicBezTo>
                    <a:lnTo>
                      <a:pt x="262" y="958"/>
                    </a:lnTo>
                    <a:cubicBezTo>
                      <a:pt x="262" y="1000"/>
                      <a:pt x="221" y="1026"/>
                      <a:pt x="200" y="1026"/>
                    </a:cubicBezTo>
                    <a:cubicBezTo>
                      <a:pt x="158" y="1026"/>
                      <a:pt x="111" y="1000"/>
                      <a:pt x="111" y="958"/>
                    </a:cubicBezTo>
                    <a:lnTo>
                      <a:pt x="111" y="173"/>
                    </a:lnTo>
                    <a:cubicBezTo>
                      <a:pt x="111" y="131"/>
                      <a:pt x="158" y="110"/>
                      <a:pt x="200" y="110"/>
                    </a:cubicBezTo>
                    <a:close/>
                    <a:moveTo>
                      <a:pt x="200" y="0"/>
                    </a:moveTo>
                    <a:cubicBezTo>
                      <a:pt x="90" y="0"/>
                      <a:pt x="1" y="84"/>
                      <a:pt x="1" y="173"/>
                    </a:cubicBezTo>
                    <a:lnTo>
                      <a:pt x="1" y="958"/>
                    </a:lnTo>
                    <a:cubicBezTo>
                      <a:pt x="1" y="1047"/>
                      <a:pt x="90" y="1131"/>
                      <a:pt x="200" y="1131"/>
                    </a:cubicBezTo>
                    <a:cubicBezTo>
                      <a:pt x="289" y="1131"/>
                      <a:pt x="372" y="1047"/>
                      <a:pt x="372" y="958"/>
                    </a:cubicBezTo>
                    <a:lnTo>
                      <a:pt x="372" y="173"/>
                    </a:lnTo>
                    <a:cubicBezTo>
                      <a:pt x="372" y="84"/>
                      <a:pt x="289" y="0"/>
                      <a:pt x="200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4" name="Google Shape;2654;p58">
                <a:extLst>
                  <a:ext uri="{FF2B5EF4-FFF2-40B4-BE49-F238E27FC236}">
                    <a16:creationId xmlns:a16="http://schemas.microsoft.com/office/drawing/2014/main" id="{73CB1B73-8D4F-9E18-E4C3-0422EFFADD6A}"/>
                  </a:ext>
                </a:extLst>
              </p:cNvPr>
              <p:cNvSpPr/>
              <p:nvPr/>
            </p:nvSpPr>
            <p:spPr>
              <a:xfrm>
                <a:off x="3954061" y="3062372"/>
                <a:ext cx="98956" cy="267656"/>
              </a:xfrm>
              <a:custGeom>
                <a:avLst/>
                <a:gdLst/>
                <a:ahLst/>
                <a:cxnLst/>
                <a:rect l="l" t="t" r="r" b="b"/>
                <a:pathLst>
                  <a:path w="525" h="1420" extrusionOk="0">
                    <a:moveTo>
                      <a:pt x="131" y="1"/>
                    </a:moveTo>
                    <a:cubicBezTo>
                      <a:pt x="63" y="1"/>
                      <a:pt x="1" y="69"/>
                      <a:pt x="1" y="132"/>
                    </a:cubicBezTo>
                    <a:lnTo>
                      <a:pt x="1" y="1289"/>
                    </a:lnTo>
                    <a:cubicBezTo>
                      <a:pt x="1" y="1357"/>
                      <a:pt x="63" y="1420"/>
                      <a:pt x="131" y="1420"/>
                    </a:cubicBezTo>
                    <a:lnTo>
                      <a:pt x="393" y="1420"/>
                    </a:lnTo>
                    <a:cubicBezTo>
                      <a:pt x="477" y="1420"/>
                      <a:pt x="524" y="1357"/>
                      <a:pt x="524" y="1289"/>
                    </a:cubicBezTo>
                    <a:lnTo>
                      <a:pt x="524" y="132"/>
                    </a:lnTo>
                    <a:cubicBezTo>
                      <a:pt x="524" y="69"/>
                      <a:pt x="477" y="1"/>
                      <a:pt x="39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5" name="Google Shape;2655;p58">
                <a:extLst>
                  <a:ext uri="{FF2B5EF4-FFF2-40B4-BE49-F238E27FC236}">
                    <a16:creationId xmlns:a16="http://schemas.microsoft.com/office/drawing/2014/main" id="{EBF1A5C1-5B80-68CD-78BB-2B83DEFE3DD1}"/>
                  </a:ext>
                </a:extLst>
              </p:cNvPr>
              <p:cNvSpPr/>
              <p:nvPr/>
            </p:nvSpPr>
            <p:spPr>
              <a:xfrm>
                <a:off x="3941244" y="3054455"/>
                <a:ext cx="123648" cy="284620"/>
              </a:xfrm>
              <a:custGeom>
                <a:avLst/>
                <a:gdLst/>
                <a:ahLst/>
                <a:cxnLst/>
                <a:rect l="l" t="t" r="r" b="b"/>
                <a:pathLst>
                  <a:path w="656" h="1510" extrusionOk="0">
                    <a:moveTo>
                      <a:pt x="461" y="111"/>
                    </a:moveTo>
                    <a:cubicBezTo>
                      <a:pt x="503" y="111"/>
                      <a:pt x="545" y="132"/>
                      <a:pt x="545" y="174"/>
                    </a:cubicBezTo>
                    <a:lnTo>
                      <a:pt x="545" y="1331"/>
                    </a:lnTo>
                    <a:cubicBezTo>
                      <a:pt x="545" y="1378"/>
                      <a:pt x="503" y="1399"/>
                      <a:pt x="461" y="1399"/>
                    </a:cubicBezTo>
                    <a:lnTo>
                      <a:pt x="199" y="1399"/>
                    </a:lnTo>
                    <a:cubicBezTo>
                      <a:pt x="152" y="1399"/>
                      <a:pt x="110" y="1378"/>
                      <a:pt x="110" y="1331"/>
                    </a:cubicBezTo>
                    <a:lnTo>
                      <a:pt x="110" y="174"/>
                    </a:lnTo>
                    <a:cubicBezTo>
                      <a:pt x="110" y="132"/>
                      <a:pt x="152" y="111"/>
                      <a:pt x="199" y="111"/>
                    </a:cubicBezTo>
                    <a:close/>
                    <a:moveTo>
                      <a:pt x="199" y="1"/>
                    </a:moveTo>
                    <a:cubicBezTo>
                      <a:pt x="89" y="1"/>
                      <a:pt x="0" y="90"/>
                      <a:pt x="0" y="174"/>
                    </a:cubicBezTo>
                    <a:lnTo>
                      <a:pt x="0" y="1331"/>
                    </a:lnTo>
                    <a:cubicBezTo>
                      <a:pt x="0" y="1420"/>
                      <a:pt x="89" y="1509"/>
                      <a:pt x="199" y="1509"/>
                    </a:cubicBezTo>
                    <a:lnTo>
                      <a:pt x="461" y="1509"/>
                    </a:lnTo>
                    <a:cubicBezTo>
                      <a:pt x="566" y="1509"/>
                      <a:pt x="655" y="1420"/>
                      <a:pt x="655" y="1331"/>
                    </a:cubicBezTo>
                    <a:lnTo>
                      <a:pt x="655" y="174"/>
                    </a:lnTo>
                    <a:cubicBezTo>
                      <a:pt x="655" y="90"/>
                      <a:pt x="566" y="1"/>
                      <a:pt x="461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6" name="Google Shape;2656;p58">
                <a:extLst>
                  <a:ext uri="{FF2B5EF4-FFF2-40B4-BE49-F238E27FC236}">
                    <a16:creationId xmlns:a16="http://schemas.microsoft.com/office/drawing/2014/main" id="{441255AA-C0D2-39F9-D3DD-E3E7DD1878A9}"/>
                  </a:ext>
                </a:extLst>
              </p:cNvPr>
              <p:cNvSpPr/>
              <p:nvPr/>
            </p:nvSpPr>
            <p:spPr>
              <a:xfrm>
                <a:off x="3954061" y="3412772"/>
                <a:ext cx="98956" cy="262755"/>
              </a:xfrm>
              <a:custGeom>
                <a:avLst/>
                <a:gdLst/>
                <a:ahLst/>
                <a:cxnLst/>
                <a:rect l="l" t="t" r="r" b="b"/>
                <a:pathLst>
                  <a:path w="525" h="1394" extrusionOk="0">
                    <a:moveTo>
                      <a:pt x="131" y="1"/>
                    </a:moveTo>
                    <a:cubicBezTo>
                      <a:pt x="63" y="1"/>
                      <a:pt x="1" y="43"/>
                      <a:pt x="1" y="106"/>
                    </a:cubicBezTo>
                    <a:lnTo>
                      <a:pt x="1" y="1263"/>
                    </a:lnTo>
                    <a:cubicBezTo>
                      <a:pt x="1" y="1331"/>
                      <a:pt x="63" y="1394"/>
                      <a:pt x="131" y="1394"/>
                    </a:cubicBezTo>
                    <a:lnTo>
                      <a:pt x="393" y="1394"/>
                    </a:lnTo>
                    <a:cubicBezTo>
                      <a:pt x="477" y="1394"/>
                      <a:pt x="524" y="1331"/>
                      <a:pt x="524" y="1263"/>
                    </a:cubicBezTo>
                    <a:lnTo>
                      <a:pt x="524" y="106"/>
                    </a:lnTo>
                    <a:cubicBezTo>
                      <a:pt x="524" y="43"/>
                      <a:pt x="477" y="1"/>
                      <a:pt x="39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7" name="Google Shape;2657;p58">
                <a:extLst>
                  <a:ext uri="{FF2B5EF4-FFF2-40B4-BE49-F238E27FC236}">
                    <a16:creationId xmlns:a16="http://schemas.microsoft.com/office/drawing/2014/main" id="{A9B650C3-8088-296E-8521-5518C64684D4}"/>
                  </a:ext>
                </a:extLst>
              </p:cNvPr>
              <p:cNvSpPr/>
              <p:nvPr/>
            </p:nvSpPr>
            <p:spPr>
              <a:xfrm>
                <a:off x="3941244" y="3399955"/>
                <a:ext cx="123648" cy="284431"/>
              </a:xfrm>
              <a:custGeom>
                <a:avLst/>
                <a:gdLst/>
                <a:ahLst/>
                <a:cxnLst/>
                <a:rect l="l" t="t" r="r" b="b"/>
                <a:pathLst>
                  <a:path w="656" h="1509" extrusionOk="0">
                    <a:moveTo>
                      <a:pt x="461" y="111"/>
                    </a:moveTo>
                    <a:cubicBezTo>
                      <a:pt x="503" y="111"/>
                      <a:pt x="545" y="132"/>
                      <a:pt x="545" y="174"/>
                    </a:cubicBezTo>
                    <a:lnTo>
                      <a:pt x="545" y="1331"/>
                    </a:lnTo>
                    <a:cubicBezTo>
                      <a:pt x="545" y="1378"/>
                      <a:pt x="503" y="1399"/>
                      <a:pt x="461" y="1399"/>
                    </a:cubicBezTo>
                    <a:lnTo>
                      <a:pt x="199" y="1399"/>
                    </a:lnTo>
                    <a:cubicBezTo>
                      <a:pt x="152" y="1399"/>
                      <a:pt x="110" y="1378"/>
                      <a:pt x="110" y="1331"/>
                    </a:cubicBezTo>
                    <a:lnTo>
                      <a:pt x="110" y="174"/>
                    </a:lnTo>
                    <a:cubicBezTo>
                      <a:pt x="110" y="132"/>
                      <a:pt x="152" y="111"/>
                      <a:pt x="199" y="111"/>
                    </a:cubicBezTo>
                    <a:close/>
                    <a:moveTo>
                      <a:pt x="199" y="1"/>
                    </a:moveTo>
                    <a:cubicBezTo>
                      <a:pt x="89" y="1"/>
                      <a:pt x="0" y="90"/>
                      <a:pt x="0" y="174"/>
                    </a:cubicBezTo>
                    <a:lnTo>
                      <a:pt x="0" y="1331"/>
                    </a:lnTo>
                    <a:cubicBezTo>
                      <a:pt x="0" y="1441"/>
                      <a:pt x="89" y="1509"/>
                      <a:pt x="199" y="1509"/>
                    </a:cubicBezTo>
                    <a:lnTo>
                      <a:pt x="461" y="1509"/>
                    </a:lnTo>
                    <a:cubicBezTo>
                      <a:pt x="566" y="1509"/>
                      <a:pt x="655" y="1441"/>
                      <a:pt x="655" y="1331"/>
                    </a:cubicBezTo>
                    <a:lnTo>
                      <a:pt x="655" y="174"/>
                    </a:lnTo>
                    <a:cubicBezTo>
                      <a:pt x="655" y="90"/>
                      <a:pt x="566" y="1"/>
                      <a:pt x="461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8" name="Google Shape;2658;p58">
                <a:extLst>
                  <a:ext uri="{FF2B5EF4-FFF2-40B4-BE49-F238E27FC236}">
                    <a16:creationId xmlns:a16="http://schemas.microsoft.com/office/drawing/2014/main" id="{2F0F955D-3EF9-DBC8-92C6-9CB3AE065ACD}"/>
                  </a:ext>
                </a:extLst>
              </p:cNvPr>
              <p:cNvSpPr/>
              <p:nvPr/>
            </p:nvSpPr>
            <p:spPr>
              <a:xfrm>
                <a:off x="3954061" y="3778063"/>
                <a:ext cx="98956" cy="263698"/>
              </a:xfrm>
              <a:custGeom>
                <a:avLst/>
                <a:gdLst/>
                <a:ahLst/>
                <a:cxnLst/>
                <a:rect l="l" t="t" r="r" b="b"/>
                <a:pathLst>
                  <a:path w="525" h="1399" extrusionOk="0">
                    <a:moveTo>
                      <a:pt x="131" y="0"/>
                    </a:moveTo>
                    <a:cubicBezTo>
                      <a:pt x="63" y="0"/>
                      <a:pt x="1" y="48"/>
                      <a:pt x="1" y="131"/>
                    </a:cubicBezTo>
                    <a:lnTo>
                      <a:pt x="1" y="1268"/>
                    </a:lnTo>
                    <a:cubicBezTo>
                      <a:pt x="1" y="1357"/>
                      <a:pt x="63" y="1399"/>
                      <a:pt x="131" y="1399"/>
                    </a:cubicBezTo>
                    <a:lnTo>
                      <a:pt x="393" y="1399"/>
                    </a:lnTo>
                    <a:cubicBezTo>
                      <a:pt x="477" y="1399"/>
                      <a:pt x="524" y="1357"/>
                      <a:pt x="524" y="1268"/>
                    </a:cubicBezTo>
                    <a:lnTo>
                      <a:pt x="524" y="131"/>
                    </a:lnTo>
                    <a:cubicBezTo>
                      <a:pt x="524" y="48"/>
                      <a:pt x="477" y="0"/>
                      <a:pt x="39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9" name="Google Shape;2659;p58">
                <a:extLst>
                  <a:ext uri="{FF2B5EF4-FFF2-40B4-BE49-F238E27FC236}">
                    <a16:creationId xmlns:a16="http://schemas.microsoft.com/office/drawing/2014/main" id="{0DBF5D27-C8F1-D6AB-B445-0204C3E3D409}"/>
                  </a:ext>
                </a:extLst>
              </p:cNvPr>
              <p:cNvSpPr/>
              <p:nvPr/>
            </p:nvSpPr>
            <p:spPr>
              <a:xfrm>
                <a:off x="3941244" y="3766188"/>
                <a:ext cx="123648" cy="288390"/>
              </a:xfrm>
              <a:custGeom>
                <a:avLst/>
                <a:gdLst/>
                <a:ahLst/>
                <a:cxnLst/>
                <a:rect l="l" t="t" r="r" b="b"/>
                <a:pathLst>
                  <a:path w="656" h="1530" extrusionOk="0">
                    <a:moveTo>
                      <a:pt x="461" y="111"/>
                    </a:moveTo>
                    <a:cubicBezTo>
                      <a:pt x="503" y="111"/>
                      <a:pt x="545" y="153"/>
                      <a:pt x="545" y="194"/>
                    </a:cubicBezTo>
                    <a:lnTo>
                      <a:pt x="545" y="1331"/>
                    </a:lnTo>
                    <a:cubicBezTo>
                      <a:pt x="545" y="1373"/>
                      <a:pt x="503" y="1420"/>
                      <a:pt x="461" y="1420"/>
                    </a:cubicBezTo>
                    <a:lnTo>
                      <a:pt x="199" y="1420"/>
                    </a:lnTo>
                    <a:cubicBezTo>
                      <a:pt x="152" y="1420"/>
                      <a:pt x="110" y="1373"/>
                      <a:pt x="110" y="1331"/>
                    </a:cubicBezTo>
                    <a:lnTo>
                      <a:pt x="110" y="194"/>
                    </a:lnTo>
                    <a:cubicBezTo>
                      <a:pt x="110" y="153"/>
                      <a:pt x="152" y="111"/>
                      <a:pt x="199" y="111"/>
                    </a:cubicBezTo>
                    <a:close/>
                    <a:moveTo>
                      <a:pt x="199" y="1"/>
                    </a:moveTo>
                    <a:cubicBezTo>
                      <a:pt x="89" y="1"/>
                      <a:pt x="0" y="90"/>
                      <a:pt x="0" y="194"/>
                    </a:cubicBezTo>
                    <a:lnTo>
                      <a:pt x="0" y="1331"/>
                    </a:lnTo>
                    <a:cubicBezTo>
                      <a:pt x="0" y="1441"/>
                      <a:pt x="89" y="1530"/>
                      <a:pt x="199" y="1530"/>
                    </a:cubicBezTo>
                    <a:lnTo>
                      <a:pt x="461" y="1530"/>
                    </a:lnTo>
                    <a:cubicBezTo>
                      <a:pt x="566" y="1530"/>
                      <a:pt x="655" y="1441"/>
                      <a:pt x="655" y="1331"/>
                    </a:cubicBezTo>
                    <a:lnTo>
                      <a:pt x="655" y="194"/>
                    </a:lnTo>
                    <a:cubicBezTo>
                      <a:pt x="655" y="90"/>
                      <a:pt x="566" y="1"/>
                      <a:pt x="461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0" name="Google Shape;2660;p58">
                <a:extLst>
                  <a:ext uri="{FF2B5EF4-FFF2-40B4-BE49-F238E27FC236}">
                    <a16:creationId xmlns:a16="http://schemas.microsoft.com/office/drawing/2014/main" id="{71AE4C4C-F170-8D4E-2047-010E7D7EFF36}"/>
                  </a:ext>
                </a:extLst>
              </p:cNvPr>
              <p:cNvSpPr/>
              <p:nvPr/>
            </p:nvSpPr>
            <p:spPr>
              <a:xfrm>
                <a:off x="3954061" y="4140338"/>
                <a:ext cx="98956" cy="263698"/>
              </a:xfrm>
              <a:custGeom>
                <a:avLst/>
                <a:gdLst/>
                <a:ahLst/>
                <a:cxnLst/>
                <a:rect l="l" t="t" r="r" b="b"/>
                <a:pathLst>
                  <a:path w="525" h="1399" extrusionOk="0">
                    <a:moveTo>
                      <a:pt x="131" y="0"/>
                    </a:moveTo>
                    <a:cubicBezTo>
                      <a:pt x="63" y="0"/>
                      <a:pt x="1" y="69"/>
                      <a:pt x="1" y="131"/>
                    </a:cubicBezTo>
                    <a:lnTo>
                      <a:pt x="1" y="1289"/>
                    </a:lnTo>
                    <a:cubicBezTo>
                      <a:pt x="1" y="1352"/>
                      <a:pt x="63" y="1399"/>
                      <a:pt x="131" y="1399"/>
                    </a:cubicBezTo>
                    <a:lnTo>
                      <a:pt x="393" y="1399"/>
                    </a:lnTo>
                    <a:cubicBezTo>
                      <a:pt x="477" y="1399"/>
                      <a:pt x="524" y="1352"/>
                      <a:pt x="524" y="1289"/>
                    </a:cubicBezTo>
                    <a:lnTo>
                      <a:pt x="524" y="131"/>
                    </a:lnTo>
                    <a:cubicBezTo>
                      <a:pt x="524" y="69"/>
                      <a:pt x="477" y="0"/>
                      <a:pt x="39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1" name="Google Shape;2661;p58">
                <a:extLst>
                  <a:ext uri="{FF2B5EF4-FFF2-40B4-BE49-F238E27FC236}">
                    <a16:creationId xmlns:a16="http://schemas.microsoft.com/office/drawing/2014/main" id="{1FDF47F1-A6EB-9234-A0AB-6343624B37A5}"/>
                  </a:ext>
                </a:extLst>
              </p:cNvPr>
              <p:cNvSpPr/>
              <p:nvPr/>
            </p:nvSpPr>
            <p:spPr>
              <a:xfrm>
                <a:off x="3941244" y="4132421"/>
                <a:ext cx="123648" cy="283489"/>
              </a:xfrm>
              <a:custGeom>
                <a:avLst/>
                <a:gdLst/>
                <a:ahLst/>
                <a:cxnLst/>
                <a:rect l="l" t="t" r="r" b="b"/>
                <a:pathLst>
                  <a:path w="656" h="1504" extrusionOk="0">
                    <a:moveTo>
                      <a:pt x="461" y="111"/>
                    </a:moveTo>
                    <a:cubicBezTo>
                      <a:pt x="503" y="111"/>
                      <a:pt x="545" y="131"/>
                      <a:pt x="545" y="173"/>
                    </a:cubicBezTo>
                    <a:lnTo>
                      <a:pt x="545" y="1331"/>
                    </a:lnTo>
                    <a:cubicBezTo>
                      <a:pt x="545" y="1373"/>
                      <a:pt x="503" y="1394"/>
                      <a:pt x="461" y="1394"/>
                    </a:cubicBezTo>
                    <a:lnTo>
                      <a:pt x="199" y="1394"/>
                    </a:lnTo>
                    <a:cubicBezTo>
                      <a:pt x="152" y="1394"/>
                      <a:pt x="110" y="1373"/>
                      <a:pt x="110" y="1331"/>
                    </a:cubicBezTo>
                    <a:lnTo>
                      <a:pt x="110" y="173"/>
                    </a:lnTo>
                    <a:cubicBezTo>
                      <a:pt x="110" y="131"/>
                      <a:pt x="152" y="111"/>
                      <a:pt x="199" y="111"/>
                    </a:cubicBezTo>
                    <a:close/>
                    <a:moveTo>
                      <a:pt x="199" y="1"/>
                    </a:moveTo>
                    <a:cubicBezTo>
                      <a:pt x="89" y="1"/>
                      <a:pt x="0" y="63"/>
                      <a:pt x="0" y="173"/>
                    </a:cubicBezTo>
                    <a:lnTo>
                      <a:pt x="0" y="1331"/>
                    </a:lnTo>
                    <a:cubicBezTo>
                      <a:pt x="0" y="1420"/>
                      <a:pt x="89" y="1504"/>
                      <a:pt x="199" y="1504"/>
                    </a:cubicBezTo>
                    <a:lnTo>
                      <a:pt x="461" y="1504"/>
                    </a:lnTo>
                    <a:cubicBezTo>
                      <a:pt x="566" y="1504"/>
                      <a:pt x="655" y="1420"/>
                      <a:pt x="655" y="1331"/>
                    </a:cubicBezTo>
                    <a:lnTo>
                      <a:pt x="655" y="173"/>
                    </a:lnTo>
                    <a:cubicBezTo>
                      <a:pt x="655" y="63"/>
                      <a:pt x="566" y="1"/>
                      <a:pt x="461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2" name="Google Shape;2662;p58">
                <a:extLst>
                  <a:ext uri="{FF2B5EF4-FFF2-40B4-BE49-F238E27FC236}">
                    <a16:creationId xmlns:a16="http://schemas.microsoft.com/office/drawing/2014/main" id="{2E2403FE-F946-A8C8-950E-952C11569C52}"/>
                  </a:ext>
                </a:extLst>
              </p:cNvPr>
              <p:cNvSpPr/>
              <p:nvPr/>
            </p:nvSpPr>
            <p:spPr>
              <a:xfrm>
                <a:off x="4081478" y="3062372"/>
                <a:ext cx="98767" cy="267656"/>
              </a:xfrm>
              <a:custGeom>
                <a:avLst/>
                <a:gdLst/>
                <a:ahLst/>
                <a:cxnLst/>
                <a:rect l="l" t="t" r="r" b="b"/>
                <a:pathLst>
                  <a:path w="524" h="1420" extrusionOk="0">
                    <a:moveTo>
                      <a:pt x="131" y="1"/>
                    </a:moveTo>
                    <a:cubicBezTo>
                      <a:pt x="63" y="1"/>
                      <a:pt x="0" y="69"/>
                      <a:pt x="0" y="132"/>
                    </a:cubicBezTo>
                    <a:lnTo>
                      <a:pt x="0" y="1289"/>
                    </a:lnTo>
                    <a:cubicBezTo>
                      <a:pt x="0" y="1357"/>
                      <a:pt x="63" y="1420"/>
                      <a:pt x="131" y="1420"/>
                    </a:cubicBezTo>
                    <a:lnTo>
                      <a:pt x="414" y="1420"/>
                    </a:lnTo>
                    <a:cubicBezTo>
                      <a:pt x="477" y="1420"/>
                      <a:pt x="524" y="1357"/>
                      <a:pt x="524" y="1289"/>
                    </a:cubicBezTo>
                    <a:lnTo>
                      <a:pt x="524" y="132"/>
                    </a:lnTo>
                    <a:cubicBezTo>
                      <a:pt x="524" y="69"/>
                      <a:pt x="477" y="1"/>
                      <a:pt x="41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3" name="Google Shape;2663;p58">
                <a:extLst>
                  <a:ext uri="{FF2B5EF4-FFF2-40B4-BE49-F238E27FC236}">
                    <a16:creationId xmlns:a16="http://schemas.microsoft.com/office/drawing/2014/main" id="{AA186064-F20B-2F73-AD65-0650A8166DC7}"/>
                  </a:ext>
                </a:extLst>
              </p:cNvPr>
              <p:cNvSpPr/>
              <p:nvPr/>
            </p:nvSpPr>
            <p:spPr>
              <a:xfrm>
                <a:off x="4072431" y="3054455"/>
                <a:ext cx="119690" cy="284620"/>
              </a:xfrm>
              <a:custGeom>
                <a:avLst/>
                <a:gdLst/>
                <a:ahLst/>
                <a:cxnLst/>
                <a:rect l="l" t="t" r="r" b="b"/>
                <a:pathLst>
                  <a:path w="635" h="1510" extrusionOk="0">
                    <a:moveTo>
                      <a:pt x="462" y="111"/>
                    </a:moveTo>
                    <a:cubicBezTo>
                      <a:pt x="483" y="111"/>
                      <a:pt x="525" y="132"/>
                      <a:pt x="525" y="174"/>
                    </a:cubicBezTo>
                    <a:lnTo>
                      <a:pt x="525" y="1331"/>
                    </a:lnTo>
                    <a:cubicBezTo>
                      <a:pt x="525" y="1378"/>
                      <a:pt x="483" y="1399"/>
                      <a:pt x="462" y="1399"/>
                    </a:cubicBezTo>
                    <a:lnTo>
                      <a:pt x="179" y="1399"/>
                    </a:lnTo>
                    <a:cubicBezTo>
                      <a:pt x="132" y="1399"/>
                      <a:pt x="111" y="1378"/>
                      <a:pt x="111" y="1331"/>
                    </a:cubicBezTo>
                    <a:lnTo>
                      <a:pt x="111" y="174"/>
                    </a:lnTo>
                    <a:cubicBezTo>
                      <a:pt x="111" y="132"/>
                      <a:pt x="132" y="111"/>
                      <a:pt x="179" y="111"/>
                    </a:cubicBezTo>
                    <a:close/>
                    <a:moveTo>
                      <a:pt x="179" y="1"/>
                    </a:moveTo>
                    <a:cubicBezTo>
                      <a:pt x="69" y="1"/>
                      <a:pt x="1" y="90"/>
                      <a:pt x="1" y="174"/>
                    </a:cubicBezTo>
                    <a:lnTo>
                      <a:pt x="1" y="1331"/>
                    </a:lnTo>
                    <a:cubicBezTo>
                      <a:pt x="1" y="1420"/>
                      <a:pt x="69" y="1509"/>
                      <a:pt x="179" y="1509"/>
                    </a:cubicBezTo>
                    <a:lnTo>
                      <a:pt x="462" y="1509"/>
                    </a:lnTo>
                    <a:cubicBezTo>
                      <a:pt x="551" y="1509"/>
                      <a:pt x="635" y="1420"/>
                      <a:pt x="635" y="1331"/>
                    </a:cubicBezTo>
                    <a:lnTo>
                      <a:pt x="635" y="174"/>
                    </a:lnTo>
                    <a:cubicBezTo>
                      <a:pt x="635" y="90"/>
                      <a:pt x="551" y="1"/>
                      <a:pt x="462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4" name="Google Shape;2664;p58">
                <a:extLst>
                  <a:ext uri="{FF2B5EF4-FFF2-40B4-BE49-F238E27FC236}">
                    <a16:creationId xmlns:a16="http://schemas.microsoft.com/office/drawing/2014/main" id="{093E5AD5-6D59-953A-F607-9941EA690535}"/>
                  </a:ext>
                </a:extLst>
              </p:cNvPr>
              <p:cNvSpPr/>
              <p:nvPr/>
            </p:nvSpPr>
            <p:spPr>
              <a:xfrm>
                <a:off x="4081478" y="3412772"/>
                <a:ext cx="98767" cy="262755"/>
              </a:xfrm>
              <a:custGeom>
                <a:avLst/>
                <a:gdLst/>
                <a:ahLst/>
                <a:cxnLst/>
                <a:rect l="l" t="t" r="r" b="b"/>
                <a:pathLst>
                  <a:path w="524" h="1394" extrusionOk="0">
                    <a:moveTo>
                      <a:pt x="131" y="1"/>
                    </a:moveTo>
                    <a:cubicBezTo>
                      <a:pt x="63" y="1"/>
                      <a:pt x="0" y="43"/>
                      <a:pt x="0" y="106"/>
                    </a:cubicBezTo>
                    <a:lnTo>
                      <a:pt x="0" y="1263"/>
                    </a:lnTo>
                    <a:cubicBezTo>
                      <a:pt x="0" y="1331"/>
                      <a:pt x="63" y="1394"/>
                      <a:pt x="131" y="1394"/>
                    </a:cubicBezTo>
                    <a:lnTo>
                      <a:pt x="414" y="1394"/>
                    </a:lnTo>
                    <a:cubicBezTo>
                      <a:pt x="477" y="1394"/>
                      <a:pt x="524" y="1331"/>
                      <a:pt x="524" y="1263"/>
                    </a:cubicBezTo>
                    <a:lnTo>
                      <a:pt x="524" y="106"/>
                    </a:lnTo>
                    <a:cubicBezTo>
                      <a:pt x="524" y="43"/>
                      <a:pt x="477" y="1"/>
                      <a:pt x="41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5" name="Google Shape;2665;p58">
                <a:extLst>
                  <a:ext uri="{FF2B5EF4-FFF2-40B4-BE49-F238E27FC236}">
                    <a16:creationId xmlns:a16="http://schemas.microsoft.com/office/drawing/2014/main" id="{FF109665-0881-95BD-0F13-E5463725DC4B}"/>
                  </a:ext>
                </a:extLst>
              </p:cNvPr>
              <p:cNvSpPr/>
              <p:nvPr/>
            </p:nvSpPr>
            <p:spPr>
              <a:xfrm>
                <a:off x="4072431" y="3399955"/>
                <a:ext cx="119690" cy="284431"/>
              </a:xfrm>
              <a:custGeom>
                <a:avLst/>
                <a:gdLst/>
                <a:ahLst/>
                <a:cxnLst/>
                <a:rect l="l" t="t" r="r" b="b"/>
                <a:pathLst>
                  <a:path w="635" h="1509" extrusionOk="0">
                    <a:moveTo>
                      <a:pt x="462" y="111"/>
                    </a:moveTo>
                    <a:cubicBezTo>
                      <a:pt x="483" y="111"/>
                      <a:pt x="525" y="132"/>
                      <a:pt x="525" y="174"/>
                    </a:cubicBezTo>
                    <a:lnTo>
                      <a:pt x="525" y="1331"/>
                    </a:lnTo>
                    <a:cubicBezTo>
                      <a:pt x="525" y="1378"/>
                      <a:pt x="483" y="1399"/>
                      <a:pt x="462" y="1399"/>
                    </a:cubicBezTo>
                    <a:lnTo>
                      <a:pt x="179" y="1399"/>
                    </a:lnTo>
                    <a:cubicBezTo>
                      <a:pt x="132" y="1399"/>
                      <a:pt x="111" y="1378"/>
                      <a:pt x="111" y="1331"/>
                    </a:cubicBezTo>
                    <a:lnTo>
                      <a:pt x="111" y="174"/>
                    </a:lnTo>
                    <a:cubicBezTo>
                      <a:pt x="111" y="132"/>
                      <a:pt x="132" y="111"/>
                      <a:pt x="179" y="111"/>
                    </a:cubicBezTo>
                    <a:close/>
                    <a:moveTo>
                      <a:pt x="179" y="1"/>
                    </a:moveTo>
                    <a:cubicBezTo>
                      <a:pt x="69" y="1"/>
                      <a:pt x="1" y="90"/>
                      <a:pt x="1" y="174"/>
                    </a:cubicBezTo>
                    <a:lnTo>
                      <a:pt x="1" y="1331"/>
                    </a:lnTo>
                    <a:cubicBezTo>
                      <a:pt x="1" y="1441"/>
                      <a:pt x="69" y="1509"/>
                      <a:pt x="179" y="1509"/>
                    </a:cubicBezTo>
                    <a:lnTo>
                      <a:pt x="462" y="1509"/>
                    </a:lnTo>
                    <a:cubicBezTo>
                      <a:pt x="551" y="1509"/>
                      <a:pt x="635" y="1441"/>
                      <a:pt x="635" y="1331"/>
                    </a:cubicBezTo>
                    <a:lnTo>
                      <a:pt x="635" y="174"/>
                    </a:lnTo>
                    <a:cubicBezTo>
                      <a:pt x="635" y="90"/>
                      <a:pt x="551" y="1"/>
                      <a:pt x="462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6" name="Google Shape;2666;p58">
                <a:extLst>
                  <a:ext uri="{FF2B5EF4-FFF2-40B4-BE49-F238E27FC236}">
                    <a16:creationId xmlns:a16="http://schemas.microsoft.com/office/drawing/2014/main" id="{E571244A-5A26-E28A-7160-B57792448A5B}"/>
                  </a:ext>
                </a:extLst>
              </p:cNvPr>
              <p:cNvSpPr/>
              <p:nvPr/>
            </p:nvSpPr>
            <p:spPr>
              <a:xfrm>
                <a:off x="4081478" y="3778063"/>
                <a:ext cx="98767" cy="263698"/>
              </a:xfrm>
              <a:custGeom>
                <a:avLst/>
                <a:gdLst/>
                <a:ahLst/>
                <a:cxnLst/>
                <a:rect l="l" t="t" r="r" b="b"/>
                <a:pathLst>
                  <a:path w="524" h="1399" extrusionOk="0">
                    <a:moveTo>
                      <a:pt x="131" y="0"/>
                    </a:moveTo>
                    <a:cubicBezTo>
                      <a:pt x="63" y="0"/>
                      <a:pt x="0" y="48"/>
                      <a:pt x="0" y="131"/>
                    </a:cubicBezTo>
                    <a:lnTo>
                      <a:pt x="0" y="1268"/>
                    </a:lnTo>
                    <a:cubicBezTo>
                      <a:pt x="0" y="1357"/>
                      <a:pt x="63" y="1399"/>
                      <a:pt x="131" y="1399"/>
                    </a:cubicBezTo>
                    <a:lnTo>
                      <a:pt x="414" y="1399"/>
                    </a:lnTo>
                    <a:cubicBezTo>
                      <a:pt x="477" y="1399"/>
                      <a:pt x="524" y="1357"/>
                      <a:pt x="524" y="1268"/>
                    </a:cubicBezTo>
                    <a:lnTo>
                      <a:pt x="524" y="131"/>
                    </a:lnTo>
                    <a:cubicBezTo>
                      <a:pt x="524" y="48"/>
                      <a:pt x="477" y="0"/>
                      <a:pt x="41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7" name="Google Shape;2667;p58">
                <a:extLst>
                  <a:ext uri="{FF2B5EF4-FFF2-40B4-BE49-F238E27FC236}">
                    <a16:creationId xmlns:a16="http://schemas.microsoft.com/office/drawing/2014/main" id="{06FD3B1C-08A2-90CD-D655-D850B8193865}"/>
                  </a:ext>
                </a:extLst>
              </p:cNvPr>
              <p:cNvSpPr/>
              <p:nvPr/>
            </p:nvSpPr>
            <p:spPr>
              <a:xfrm>
                <a:off x="4072431" y="3766188"/>
                <a:ext cx="119690" cy="288390"/>
              </a:xfrm>
              <a:custGeom>
                <a:avLst/>
                <a:gdLst/>
                <a:ahLst/>
                <a:cxnLst/>
                <a:rect l="l" t="t" r="r" b="b"/>
                <a:pathLst>
                  <a:path w="635" h="1530" extrusionOk="0">
                    <a:moveTo>
                      <a:pt x="462" y="111"/>
                    </a:moveTo>
                    <a:cubicBezTo>
                      <a:pt x="483" y="111"/>
                      <a:pt x="525" y="153"/>
                      <a:pt x="525" y="194"/>
                    </a:cubicBezTo>
                    <a:lnTo>
                      <a:pt x="525" y="1331"/>
                    </a:lnTo>
                    <a:cubicBezTo>
                      <a:pt x="525" y="1373"/>
                      <a:pt x="483" y="1420"/>
                      <a:pt x="462" y="1420"/>
                    </a:cubicBezTo>
                    <a:lnTo>
                      <a:pt x="179" y="1420"/>
                    </a:lnTo>
                    <a:cubicBezTo>
                      <a:pt x="132" y="1420"/>
                      <a:pt x="111" y="1373"/>
                      <a:pt x="111" y="1331"/>
                    </a:cubicBezTo>
                    <a:lnTo>
                      <a:pt x="111" y="194"/>
                    </a:lnTo>
                    <a:cubicBezTo>
                      <a:pt x="111" y="153"/>
                      <a:pt x="132" y="111"/>
                      <a:pt x="179" y="111"/>
                    </a:cubicBezTo>
                    <a:close/>
                    <a:moveTo>
                      <a:pt x="179" y="1"/>
                    </a:moveTo>
                    <a:cubicBezTo>
                      <a:pt x="69" y="1"/>
                      <a:pt x="1" y="90"/>
                      <a:pt x="1" y="194"/>
                    </a:cubicBezTo>
                    <a:lnTo>
                      <a:pt x="1" y="1331"/>
                    </a:lnTo>
                    <a:cubicBezTo>
                      <a:pt x="1" y="1441"/>
                      <a:pt x="69" y="1530"/>
                      <a:pt x="179" y="1530"/>
                    </a:cubicBezTo>
                    <a:lnTo>
                      <a:pt x="462" y="1530"/>
                    </a:lnTo>
                    <a:cubicBezTo>
                      <a:pt x="551" y="1530"/>
                      <a:pt x="635" y="1441"/>
                      <a:pt x="635" y="1331"/>
                    </a:cubicBezTo>
                    <a:lnTo>
                      <a:pt x="635" y="194"/>
                    </a:lnTo>
                    <a:cubicBezTo>
                      <a:pt x="635" y="90"/>
                      <a:pt x="551" y="1"/>
                      <a:pt x="462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8" name="Google Shape;2668;p58">
                <a:extLst>
                  <a:ext uri="{FF2B5EF4-FFF2-40B4-BE49-F238E27FC236}">
                    <a16:creationId xmlns:a16="http://schemas.microsoft.com/office/drawing/2014/main" id="{DB079C54-A3E3-D9AC-63B4-A552C53F8918}"/>
                  </a:ext>
                </a:extLst>
              </p:cNvPr>
              <p:cNvSpPr/>
              <p:nvPr/>
            </p:nvSpPr>
            <p:spPr>
              <a:xfrm>
                <a:off x="4081478" y="4140338"/>
                <a:ext cx="98767" cy="263698"/>
              </a:xfrm>
              <a:custGeom>
                <a:avLst/>
                <a:gdLst/>
                <a:ahLst/>
                <a:cxnLst/>
                <a:rect l="l" t="t" r="r" b="b"/>
                <a:pathLst>
                  <a:path w="524" h="1399" extrusionOk="0">
                    <a:moveTo>
                      <a:pt x="131" y="0"/>
                    </a:moveTo>
                    <a:cubicBezTo>
                      <a:pt x="63" y="0"/>
                      <a:pt x="0" y="69"/>
                      <a:pt x="0" y="131"/>
                    </a:cubicBezTo>
                    <a:lnTo>
                      <a:pt x="0" y="1289"/>
                    </a:lnTo>
                    <a:cubicBezTo>
                      <a:pt x="0" y="1352"/>
                      <a:pt x="63" y="1399"/>
                      <a:pt x="131" y="1399"/>
                    </a:cubicBezTo>
                    <a:lnTo>
                      <a:pt x="414" y="1399"/>
                    </a:lnTo>
                    <a:cubicBezTo>
                      <a:pt x="477" y="1399"/>
                      <a:pt x="524" y="1352"/>
                      <a:pt x="524" y="1289"/>
                    </a:cubicBezTo>
                    <a:lnTo>
                      <a:pt x="524" y="131"/>
                    </a:lnTo>
                    <a:cubicBezTo>
                      <a:pt x="524" y="69"/>
                      <a:pt x="477" y="0"/>
                      <a:pt x="41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9" name="Google Shape;2669;p58">
                <a:extLst>
                  <a:ext uri="{FF2B5EF4-FFF2-40B4-BE49-F238E27FC236}">
                    <a16:creationId xmlns:a16="http://schemas.microsoft.com/office/drawing/2014/main" id="{73F1BDBD-3DC3-3495-C84B-AFE9271258F7}"/>
                  </a:ext>
                </a:extLst>
              </p:cNvPr>
              <p:cNvSpPr/>
              <p:nvPr/>
            </p:nvSpPr>
            <p:spPr>
              <a:xfrm>
                <a:off x="4072431" y="4132421"/>
                <a:ext cx="119690" cy="28348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1504" extrusionOk="0">
                    <a:moveTo>
                      <a:pt x="462" y="111"/>
                    </a:moveTo>
                    <a:cubicBezTo>
                      <a:pt x="483" y="111"/>
                      <a:pt x="525" y="131"/>
                      <a:pt x="525" y="173"/>
                    </a:cubicBezTo>
                    <a:lnTo>
                      <a:pt x="525" y="1331"/>
                    </a:lnTo>
                    <a:cubicBezTo>
                      <a:pt x="525" y="1373"/>
                      <a:pt x="483" y="1394"/>
                      <a:pt x="462" y="1394"/>
                    </a:cubicBezTo>
                    <a:lnTo>
                      <a:pt x="179" y="1394"/>
                    </a:lnTo>
                    <a:cubicBezTo>
                      <a:pt x="132" y="1394"/>
                      <a:pt x="111" y="1373"/>
                      <a:pt x="111" y="1331"/>
                    </a:cubicBezTo>
                    <a:lnTo>
                      <a:pt x="111" y="173"/>
                    </a:lnTo>
                    <a:cubicBezTo>
                      <a:pt x="111" y="131"/>
                      <a:pt x="132" y="111"/>
                      <a:pt x="179" y="111"/>
                    </a:cubicBezTo>
                    <a:close/>
                    <a:moveTo>
                      <a:pt x="179" y="1"/>
                    </a:moveTo>
                    <a:cubicBezTo>
                      <a:pt x="69" y="1"/>
                      <a:pt x="1" y="63"/>
                      <a:pt x="1" y="173"/>
                    </a:cubicBezTo>
                    <a:lnTo>
                      <a:pt x="1" y="1331"/>
                    </a:lnTo>
                    <a:cubicBezTo>
                      <a:pt x="1" y="1420"/>
                      <a:pt x="69" y="1504"/>
                      <a:pt x="179" y="1504"/>
                    </a:cubicBezTo>
                    <a:lnTo>
                      <a:pt x="462" y="1504"/>
                    </a:lnTo>
                    <a:cubicBezTo>
                      <a:pt x="551" y="1504"/>
                      <a:pt x="635" y="1420"/>
                      <a:pt x="635" y="1331"/>
                    </a:cubicBezTo>
                    <a:lnTo>
                      <a:pt x="635" y="173"/>
                    </a:lnTo>
                    <a:cubicBezTo>
                      <a:pt x="635" y="63"/>
                      <a:pt x="551" y="1"/>
                      <a:pt x="462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0" name="Google Shape;2670;p58">
                <a:extLst>
                  <a:ext uri="{FF2B5EF4-FFF2-40B4-BE49-F238E27FC236}">
                    <a16:creationId xmlns:a16="http://schemas.microsoft.com/office/drawing/2014/main" id="{D8A7482F-37A1-37E8-7C18-617354FE7F72}"/>
                  </a:ext>
                </a:extLst>
              </p:cNvPr>
              <p:cNvSpPr/>
              <p:nvPr/>
            </p:nvSpPr>
            <p:spPr>
              <a:xfrm>
                <a:off x="4208707" y="3062372"/>
                <a:ext cx="102914" cy="267656"/>
              </a:xfrm>
              <a:custGeom>
                <a:avLst/>
                <a:gdLst/>
                <a:ahLst/>
                <a:cxnLst/>
                <a:rect l="l" t="t" r="r" b="b"/>
                <a:pathLst>
                  <a:path w="546" h="1420" extrusionOk="0">
                    <a:moveTo>
                      <a:pt x="132" y="1"/>
                    </a:moveTo>
                    <a:cubicBezTo>
                      <a:pt x="63" y="1"/>
                      <a:pt x="1" y="69"/>
                      <a:pt x="1" y="132"/>
                    </a:cubicBezTo>
                    <a:lnTo>
                      <a:pt x="1" y="1289"/>
                    </a:lnTo>
                    <a:cubicBezTo>
                      <a:pt x="1" y="1357"/>
                      <a:pt x="63" y="1420"/>
                      <a:pt x="132" y="1420"/>
                    </a:cubicBezTo>
                    <a:lnTo>
                      <a:pt x="414" y="1420"/>
                    </a:lnTo>
                    <a:cubicBezTo>
                      <a:pt x="482" y="1420"/>
                      <a:pt x="545" y="1357"/>
                      <a:pt x="545" y="1289"/>
                    </a:cubicBezTo>
                    <a:lnTo>
                      <a:pt x="545" y="132"/>
                    </a:lnTo>
                    <a:cubicBezTo>
                      <a:pt x="545" y="69"/>
                      <a:pt x="482" y="1"/>
                      <a:pt x="41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1" name="Google Shape;2671;p58">
                <a:extLst>
                  <a:ext uri="{FF2B5EF4-FFF2-40B4-BE49-F238E27FC236}">
                    <a16:creationId xmlns:a16="http://schemas.microsoft.com/office/drawing/2014/main" id="{C4C0CBB8-CB04-ED35-55B6-40B839E1E6A6}"/>
                  </a:ext>
                </a:extLst>
              </p:cNvPr>
              <p:cNvSpPr/>
              <p:nvPr/>
            </p:nvSpPr>
            <p:spPr>
              <a:xfrm>
                <a:off x="4200791" y="3054455"/>
                <a:ext cx="118747" cy="284620"/>
              </a:xfrm>
              <a:custGeom>
                <a:avLst/>
                <a:gdLst/>
                <a:ahLst/>
                <a:cxnLst/>
                <a:rect l="l" t="t" r="r" b="b"/>
                <a:pathLst>
                  <a:path w="630" h="1510" extrusionOk="0">
                    <a:moveTo>
                      <a:pt x="456" y="111"/>
                    </a:moveTo>
                    <a:cubicBezTo>
                      <a:pt x="498" y="111"/>
                      <a:pt x="524" y="132"/>
                      <a:pt x="524" y="174"/>
                    </a:cubicBezTo>
                    <a:lnTo>
                      <a:pt x="524" y="1331"/>
                    </a:lnTo>
                    <a:cubicBezTo>
                      <a:pt x="524" y="1378"/>
                      <a:pt x="498" y="1399"/>
                      <a:pt x="456" y="1399"/>
                    </a:cubicBezTo>
                    <a:lnTo>
                      <a:pt x="174" y="1399"/>
                    </a:lnTo>
                    <a:cubicBezTo>
                      <a:pt x="132" y="1399"/>
                      <a:pt x="105" y="1378"/>
                      <a:pt x="105" y="1331"/>
                    </a:cubicBezTo>
                    <a:lnTo>
                      <a:pt x="105" y="174"/>
                    </a:lnTo>
                    <a:cubicBezTo>
                      <a:pt x="105" y="132"/>
                      <a:pt x="132" y="111"/>
                      <a:pt x="174" y="111"/>
                    </a:cubicBezTo>
                    <a:close/>
                    <a:moveTo>
                      <a:pt x="174" y="1"/>
                    </a:moveTo>
                    <a:cubicBezTo>
                      <a:pt x="85" y="1"/>
                      <a:pt x="1" y="90"/>
                      <a:pt x="1" y="174"/>
                    </a:cubicBezTo>
                    <a:lnTo>
                      <a:pt x="1" y="1331"/>
                    </a:lnTo>
                    <a:cubicBezTo>
                      <a:pt x="1" y="1420"/>
                      <a:pt x="85" y="1509"/>
                      <a:pt x="174" y="1509"/>
                    </a:cubicBezTo>
                    <a:lnTo>
                      <a:pt x="456" y="1509"/>
                    </a:lnTo>
                    <a:cubicBezTo>
                      <a:pt x="545" y="1509"/>
                      <a:pt x="629" y="1420"/>
                      <a:pt x="629" y="1331"/>
                    </a:cubicBezTo>
                    <a:lnTo>
                      <a:pt x="629" y="174"/>
                    </a:lnTo>
                    <a:cubicBezTo>
                      <a:pt x="629" y="90"/>
                      <a:pt x="545" y="1"/>
                      <a:pt x="456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2" name="Google Shape;2672;p58">
                <a:extLst>
                  <a:ext uri="{FF2B5EF4-FFF2-40B4-BE49-F238E27FC236}">
                    <a16:creationId xmlns:a16="http://schemas.microsoft.com/office/drawing/2014/main" id="{6D5A9417-58C4-4FF5-BD06-CAE53298913E}"/>
                  </a:ext>
                </a:extLst>
              </p:cNvPr>
              <p:cNvSpPr/>
              <p:nvPr/>
            </p:nvSpPr>
            <p:spPr>
              <a:xfrm>
                <a:off x="4208707" y="3412772"/>
                <a:ext cx="102914" cy="262755"/>
              </a:xfrm>
              <a:custGeom>
                <a:avLst/>
                <a:gdLst/>
                <a:ahLst/>
                <a:cxnLst/>
                <a:rect l="l" t="t" r="r" b="b"/>
                <a:pathLst>
                  <a:path w="546" h="1394" extrusionOk="0">
                    <a:moveTo>
                      <a:pt x="132" y="1"/>
                    </a:moveTo>
                    <a:cubicBezTo>
                      <a:pt x="63" y="1"/>
                      <a:pt x="1" y="43"/>
                      <a:pt x="1" y="106"/>
                    </a:cubicBezTo>
                    <a:lnTo>
                      <a:pt x="1" y="1263"/>
                    </a:lnTo>
                    <a:cubicBezTo>
                      <a:pt x="1" y="1331"/>
                      <a:pt x="63" y="1394"/>
                      <a:pt x="132" y="1394"/>
                    </a:cubicBezTo>
                    <a:lnTo>
                      <a:pt x="414" y="1394"/>
                    </a:lnTo>
                    <a:cubicBezTo>
                      <a:pt x="482" y="1394"/>
                      <a:pt x="545" y="1331"/>
                      <a:pt x="545" y="1263"/>
                    </a:cubicBezTo>
                    <a:lnTo>
                      <a:pt x="545" y="106"/>
                    </a:lnTo>
                    <a:cubicBezTo>
                      <a:pt x="545" y="43"/>
                      <a:pt x="482" y="1"/>
                      <a:pt x="41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3" name="Google Shape;2673;p58">
                <a:extLst>
                  <a:ext uri="{FF2B5EF4-FFF2-40B4-BE49-F238E27FC236}">
                    <a16:creationId xmlns:a16="http://schemas.microsoft.com/office/drawing/2014/main" id="{41076833-5143-2414-178F-A45B7E8AFAF6}"/>
                  </a:ext>
                </a:extLst>
              </p:cNvPr>
              <p:cNvSpPr/>
              <p:nvPr/>
            </p:nvSpPr>
            <p:spPr>
              <a:xfrm>
                <a:off x="4200791" y="3399955"/>
                <a:ext cx="118747" cy="284431"/>
              </a:xfrm>
              <a:custGeom>
                <a:avLst/>
                <a:gdLst/>
                <a:ahLst/>
                <a:cxnLst/>
                <a:rect l="l" t="t" r="r" b="b"/>
                <a:pathLst>
                  <a:path w="630" h="1509" extrusionOk="0">
                    <a:moveTo>
                      <a:pt x="456" y="111"/>
                    </a:moveTo>
                    <a:cubicBezTo>
                      <a:pt x="498" y="111"/>
                      <a:pt x="524" y="132"/>
                      <a:pt x="524" y="174"/>
                    </a:cubicBezTo>
                    <a:lnTo>
                      <a:pt x="524" y="1331"/>
                    </a:lnTo>
                    <a:cubicBezTo>
                      <a:pt x="524" y="1378"/>
                      <a:pt x="498" y="1399"/>
                      <a:pt x="456" y="1399"/>
                    </a:cubicBezTo>
                    <a:lnTo>
                      <a:pt x="174" y="1399"/>
                    </a:lnTo>
                    <a:cubicBezTo>
                      <a:pt x="132" y="1399"/>
                      <a:pt x="105" y="1378"/>
                      <a:pt x="105" y="1331"/>
                    </a:cubicBezTo>
                    <a:lnTo>
                      <a:pt x="105" y="174"/>
                    </a:lnTo>
                    <a:cubicBezTo>
                      <a:pt x="105" y="132"/>
                      <a:pt x="132" y="111"/>
                      <a:pt x="174" y="111"/>
                    </a:cubicBezTo>
                    <a:close/>
                    <a:moveTo>
                      <a:pt x="174" y="1"/>
                    </a:moveTo>
                    <a:cubicBezTo>
                      <a:pt x="85" y="1"/>
                      <a:pt x="1" y="90"/>
                      <a:pt x="1" y="174"/>
                    </a:cubicBezTo>
                    <a:lnTo>
                      <a:pt x="1" y="1331"/>
                    </a:lnTo>
                    <a:cubicBezTo>
                      <a:pt x="1" y="1441"/>
                      <a:pt x="85" y="1509"/>
                      <a:pt x="174" y="1509"/>
                    </a:cubicBezTo>
                    <a:lnTo>
                      <a:pt x="456" y="1509"/>
                    </a:lnTo>
                    <a:cubicBezTo>
                      <a:pt x="545" y="1509"/>
                      <a:pt x="629" y="1441"/>
                      <a:pt x="629" y="1331"/>
                    </a:cubicBezTo>
                    <a:lnTo>
                      <a:pt x="629" y="174"/>
                    </a:lnTo>
                    <a:cubicBezTo>
                      <a:pt x="629" y="90"/>
                      <a:pt x="545" y="1"/>
                      <a:pt x="456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4" name="Google Shape;2674;p58">
                <a:extLst>
                  <a:ext uri="{FF2B5EF4-FFF2-40B4-BE49-F238E27FC236}">
                    <a16:creationId xmlns:a16="http://schemas.microsoft.com/office/drawing/2014/main" id="{F5F8BFA2-A5BC-B9C9-491B-5F946159EF89}"/>
                  </a:ext>
                </a:extLst>
              </p:cNvPr>
              <p:cNvSpPr/>
              <p:nvPr/>
            </p:nvSpPr>
            <p:spPr>
              <a:xfrm>
                <a:off x="4208707" y="3778063"/>
                <a:ext cx="102914" cy="263698"/>
              </a:xfrm>
              <a:custGeom>
                <a:avLst/>
                <a:gdLst/>
                <a:ahLst/>
                <a:cxnLst/>
                <a:rect l="l" t="t" r="r" b="b"/>
                <a:pathLst>
                  <a:path w="546" h="1399" extrusionOk="0">
                    <a:moveTo>
                      <a:pt x="132" y="0"/>
                    </a:moveTo>
                    <a:cubicBezTo>
                      <a:pt x="63" y="0"/>
                      <a:pt x="1" y="48"/>
                      <a:pt x="1" y="131"/>
                    </a:cubicBezTo>
                    <a:lnTo>
                      <a:pt x="1" y="1268"/>
                    </a:lnTo>
                    <a:cubicBezTo>
                      <a:pt x="1" y="1357"/>
                      <a:pt x="63" y="1399"/>
                      <a:pt x="132" y="1399"/>
                    </a:cubicBezTo>
                    <a:lnTo>
                      <a:pt x="414" y="1399"/>
                    </a:lnTo>
                    <a:cubicBezTo>
                      <a:pt x="482" y="1399"/>
                      <a:pt x="545" y="1357"/>
                      <a:pt x="545" y="1268"/>
                    </a:cubicBezTo>
                    <a:lnTo>
                      <a:pt x="545" y="131"/>
                    </a:lnTo>
                    <a:cubicBezTo>
                      <a:pt x="545" y="48"/>
                      <a:pt x="482" y="0"/>
                      <a:pt x="41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5" name="Google Shape;2675;p58">
                <a:extLst>
                  <a:ext uri="{FF2B5EF4-FFF2-40B4-BE49-F238E27FC236}">
                    <a16:creationId xmlns:a16="http://schemas.microsoft.com/office/drawing/2014/main" id="{5F1C9C25-24B4-59F0-43B8-336626707CAE}"/>
                  </a:ext>
                </a:extLst>
              </p:cNvPr>
              <p:cNvSpPr/>
              <p:nvPr/>
            </p:nvSpPr>
            <p:spPr>
              <a:xfrm>
                <a:off x="4200791" y="3766188"/>
                <a:ext cx="118747" cy="288390"/>
              </a:xfrm>
              <a:custGeom>
                <a:avLst/>
                <a:gdLst/>
                <a:ahLst/>
                <a:cxnLst/>
                <a:rect l="l" t="t" r="r" b="b"/>
                <a:pathLst>
                  <a:path w="630" h="1530" extrusionOk="0">
                    <a:moveTo>
                      <a:pt x="456" y="111"/>
                    </a:moveTo>
                    <a:cubicBezTo>
                      <a:pt x="498" y="111"/>
                      <a:pt x="524" y="153"/>
                      <a:pt x="524" y="194"/>
                    </a:cubicBezTo>
                    <a:lnTo>
                      <a:pt x="524" y="1331"/>
                    </a:lnTo>
                    <a:cubicBezTo>
                      <a:pt x="524" y="1373"/>
                      <a:pt x="498" y="1420"/>
                      <a:pt x="456" y="1420"/>
                    </a:cubicBezTo>
                    <a:lnTo>
                      <a:pt x="174" y="1420"/>
                    </a:lnTo>
                    <a:cubicBezTo>
                      <a:pt x="132" y="1420"/>
                      <a:pt x="105" y="1373"/>
                      <a:pt x="105" y="1331"/>
                    </a:cubicBezTo>
                    <a:lnTo>
                      <a:pt x="105" y="194"/>
                    </a:lnTo>
                    <a:cubicBezTo>
                      <a:pt x="105" y="153"/>
                      <a:pt x="132" y="111"/>
                      <a:pt x="174" y="111"/>
                    </a:cubicBezTo>
                    <a:close/>
                    <a:moveTo>
                      <a:pt x="174" y="1"/>
                    </a:moveTo>
                    <a:cubicBezTo>
                      <a:pt x="85" y="1"/>
                      <a:pt x="1" y="90"/>
                      <a:pt x="1" y="194"/>
                    </a:cubicBezTo>
                    <a:lnTo>
                      <a:pt x="1" y="1331"/>
                    </a:lnTo>
                    <a:cubicBezTo>
                      <a:pt x="1" y="1441"/>
                      <a:pt x="85" y="1530"/>
                      <a:pt x="174" y="1530"/>
                    </a:cubicBezTo>
                    <a:lnTo>
                      <a:pt x="456" y="1530"/>
                    </a:lnTo>
                    <a:cubicBezTo>
                      <a:pt x="545" y="1530"/>
                      <a:pt x="629" y="1441"/>
                      <a:pt x="629" y="1331"/>
                    </a:cubicBezTo>
                    <a:lnTo>
                      <a:pt x="629" y="194"/>
                    </a:lnTo>
                    <a:cubicBezTo>
                      <a:pt x="629" y="90"/>
                      <a:pt x="545" y="1"/>
                      <a:pt x="456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6" name="Google Shape;2676;p58">
                <a:extLst>
                  <a:ext uri="{FF2B5EF4-FFF2-40B4-BE49-F238E27FC236}">
                    <a16:creationId xmlns:a16="http://schemas.microsoft.com/office/drawing/2014/main" id="{B90081B3-1F71-0FE2-357D-F7F833F8E4A5}"/>
                  </a:ext>
                </a:extLst>
              </p:cNvPr>
              <p:cNvSpPr/>
              <p:nvPr/>
            </p:nvSpPr>
            <p:spPr>
              <a:xfrm>
                <a:off x="4208707" y="4140338"/>
                <a:ext cx="102914" cy="263698"/>
              </a:xfrm>
              <a:custGeom>
                <a:avLst/>
                <a:gdLst/>
                <a:ahLst/>
                <a:cxnLst/>
                <a:rect l="l" t="t" r="r" b="b"/>
                <a:pathLst>
                  <a:path w="546" h="1399" extrusionOk="0">
                    <a:moveTo>
                      <a:pt x="132" y="0"/>
                    </a:moveTo>
                    <a:cubicBezTo>
                      <a:pt x="63" y="0"/>
                      <a:pt x="1" y="69"/>
                      <a:pt x="1" y="131"/>
                    </a:cubicBezTo>
                    <a:lnTo>
                      <a:pt x="1" y="1289"/>
                    </a:lnTo>
                    <a:cubicBezTo>
                      <a:pt x="1" y="1352"/>
                      <a:pt x="63" y="1399"/>
                      <a:pt x="132" y="1399"/>
                    </a:cubicBezTo>
                    <a:lnTo>
                      <a:pt x="414" y="1399"/>
                    </a:lnTo>
                    <a:cubicBezTo>
                      <a:pt x="482" y="1399"/>
                      <a:pt x="545" y="1352"/>
                      <a:pt x="545" y="1289"/>
                    </a:cubicBezTo>
                    <a:lnTo>
                      <a:pt x="545" y="131"/>
                    </a:lnTo>
                    <a:cubicBezTo>
                      <a:pt x="545" y="69"/>
                      <a:pt x="482" y="0"/>
                      <a:pt x="41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7" name="Google Shape;2677;p58">
                <a:extLst>
                  <a:ext uri="{FF2B5EF4-FFF2-40B4-BE49-F238E27FC236}">
                    <a16:creationId xmlns:a16="http://schemas.microsoft.com/office/drawing/2014/main" id="{57853FCE-374D-5693-F2CC-B28843D6C8AC}"/>
                  </a:ext>
                </a:extLst>
              </p:cNvPr>
              <p:cNvSpPr/>
              <p:nvPr/>
            </p:nvSpPr>
            <p:spPr>
              <a:xfrm>
                <a:off x="4200791" y="4132421"/>
                <a:ext cx="118747" cy="283489"/>
              </a:xfrm>
              <a:custGeom>
                <a:avLst/>
                <a:gdLst/>
                <a:ahLst/>
                <a:cxnLst/>
                <a:rect l="l" t="t" r="r" b="b"/>
                <a:pathLst>
                  <a:path w="630" h="1504" extrusionOk="0">
                    <a:moveTo>
                      <a:pt x="456" y="111"/>
                    </a:moveTo>
                    <a:cubicBezTo>
                      <a:pt x="498" y="111"/>
                      <a:pt x="524" y="131"/>
                      <a:pt x="524" y="173"/>
                    </a:cubicBezTo>
                    <a:lnTo>
                      <a:pt x="524" y="1331"/>
                    </a:lnTo>
                    <a:cubicBezTo>
                      <a:pt x="524" y="1373"/>
                      <a:pt x="498" y="1394"/>
                      <a:pt x="456" y="1394"/>
                    </a:cubicBezTo>
                    <a:lnTo>
                      <a:pt x="174" y="1394"/>
                    </a:lnTo>
                    <a:cubicBezTo>
                      <a:pt x="132" y="1394"/>
                      <a:pt x="105" y="1373"/>
                      <a:pt x="105" y="1331"/>
                    </a:cubicBezTo>
                    <a:lnTo>
                      <a:pt x="105" y="173"/>
                    </a:lnTo>
                    <a:cubicBezTo>
                      <a:pt x="105" y="131"/>
                      <a:pt x="132" y="111"/>
                      <a:pt x="174" y="111"/>
                    </a:cubicBezTo>
                    <a:close/>
                    <a:moveTo>
                      <a:pt x="174" y="1"/>
                    </a:moveTo>
                    <a:cubicBezTo>
                      <a:pt x="85" y="1"/>
                      <a:pt x="1" y="63"/>
                      <a:pt x="1" y="173"/>
                    </a:cubicBezTo>
                    <a:lnTo>
                      <a:pt x="1" y="1331"/>
                    </a:lnTo>
                    <a:cubicBezTo>
                      <a:pt x="1" y="1420"/>
                      <a:pt x="85" y="1504"/>
                      <a:pt x="174" y="1504"/>
                    </a:cubicBezTo>
                    <a:lnTo>
                      <a:pt x="456" y="1504"/>
                    </a:lnTo>
                    <a:cubicBezTo>
                      <a:pt x="545" y="1504"/>
                      <a:pt x="629" y="1420"/>
                      <a:pt x="629" y="1331"/>
                    </a:cubicBezTo>
                    <a:lnTo>
                      <a:pt x="629" y="173"/>
                    </a:lnTo>
                    <a:cubicBezTo>
                      <a:pt x="629" y="63"/>
                      <a:pt x="545" y="1"/>
                      <a:pt x="456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8" name="Google Shape;2678;p58">
                <a:extLst>
                  <a:ext uri="{FF2B5EF4-FFF2-40B4-BE49-F238E27FC236}">
                    <a16:creationId xmlns:a16="http://schemas.microsoft.com/office/drawing/2014/main" id="{DDF740C5-F197-DA4D-3C17-4A7C50905B2D}"/>
                  </a:ext>
                </a:extLst>
              </p:cNvPr>
              <p:cNvSpPr/>
              <p:nvPr/>
            </p:nvSpPr>
            <p:spPr>
              <a:xfrm>
                <a:off x="4340083" y="3062372"/>
                <a:ext cx="98767" cy="267656"/>
              </a:xfrm>
              <a:custGeom>
                <a:avLst/>
                <a:gdLst/>
                <a:ahLst/>
                <a:cxnLst/>
                <a:rect l="l" t="t" r="r" b="b"/>
                <a:pathLst>
                  <a:path w="524" h="1420" extrusionOk="0">
                    <a:moveTo>
                      <a:pt x="131" y="1"/>
                    </a:moveTo>
                    <a:cubicBezTo>
                      <a:pt x="47" y="1"/>
                      <a:pt x="0" y="69"/>
                      <a:pt x="0" y="132"/>
                    </a:cubicBezTo>
                    <a:lnTo>
                      <a:pt x="0" y="1289"/>
                    </a:lnTo>
                    <a:cubicBezTo>
                      <a:pt x="0" y="1357"/>
                      <a:pt x="47" y="1420"/>
                      <a:pt x="131" y="1420"/>
                    </a:cubicBezTo>
                    <a:lnTo>
                      <a:pt x="393" y="1420"/>
                    </a:lnTo>
                    <a:cubicBezTo>
                      <a:pt x="461" y="1420"/>
                      <a:pt x="524" y="1357"/>
                      <a:pt x="524" y="1289"/>
                    </a:cubicBezTo>
                    <a:lnTo>
                      <a:pt x="524" y="132"/>
                    </a:lnTo>
                    <a:cubicBezTo>
                      <a:pt x="524" y="69"/>
                      <a:pt x="461" y="1"/>
                      <a:pt x="39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9" name="Google Shape;2679;p58">
                <a:extLst>
                  <a:ext uri="{FF2B5EF4-FFF2-40B4-BE49-F238E27FC236}">
                    <a16:creationId xmlns:a16="http://schemas.microsoft.com/office/drawing/2014/main" id="{CA2FAF10-9675-B0D2-8231-EEABDBE318EB}"/>
                  </a:ext>
                </a:extLst>
              </p:cNvPr>
              <p:cNvSpPr/>
              <p:nvPr/>
            </p:nvSpPr>
            <p:spPr>
              <a:xfrm>
                <a:off x="4328208" y="3054455"/>
                <a:ext cx="119501" cy="284620"/>
              </a:xfrm>
              <a:custGeom>
                <a:avLst/>
                <a:gdLst/>
                <a:ahLst/>
                <a:cxnLst/>
                <a:rect l="l" t="t" r="r" b="b"/>
                <a:pathLst>
                  <a:path w="634" h="1510" extrusionOk="0">
                    <a:moveTo>
                      <a:pt x="456" y="111"/>
                    </a:moveTo>
                    <a:cubicBezTo>
                      <a:pt x="503" y="111"/>
                      <a:pt x="524" y="132"/>
                      <a:pt x="524" y="174"/>
                    </a:cubicBezTo>
                    <a:lnTo>
                      <a:pt x="524" y="1331"/>
                    </a:lnTo>
                    <a:cubicBezTo>
                      <a:pt x="524" y="1378"/>
                      <a:pt x="503" y="1399"/>
                      <a:pt x="456" y="1399"/>
                    </a:cubicBezTo>
                    <a:lnTo>
                      <a:pt x="194" y="1399"/>
                    </a:lnTo>
                    <a:cubicBezTo>
                      <a:pt x="152" y="1399"/>
                      <a:pt x="110" y="1378"/>
                      <a:pt x="110" y="1331"/>
                    </a:cubicBezTo>
                    <a:lnTo>
                      <a:pt x="110" y="174"/>
                    </a:lnTo>
                    <a:cubicBezTo>
                      <a:pt x="110" y="132"/>
                      <a:pt x="152" y="111"/>
                      <a:pt x="194" y="111"/>
                    </a:cubicBezTo>
                    <a:close/>
                    <a:moveTo>
                      <a:pt x="194" y="1"/>
                    </a:moveTo>
                    <a:cubicBezTo>
                      <a:pt x="84" y="1"/>
                      <a:pt x="0" y="90"/>
                      <a:pt x="0" y="174"/>
                    </a:cubicBezTo>
                    <a:lnTo>
                      <a:pt x="0" y="1331"/>
                    </a:lnTo>
                    <a:cubicBezTo>
                      <a:pt x="0" y="1420"/>
                      <a:pt x="84" y="1509"/>
                      <a:pt x="194" y="1509"/>
                    </a:cubicBezTo>
                    <a:lnTo>
                      <a:pt x="456" y="1509"/>
                    </a:lnTo>
                    <a:cubicBezTo>
                      <a:pt x="566" y="1509"/>
                      <a:pt x="634" y="1420"/>
                      <a:pt x="634" y="1331"/>
                    </a:cubicBezTo>
                    <a:lnTo>
                      <a:pt x="634" y="174"/>
                    </a:lnTo>
                    <a:cubicBezTo>
                      <a:pt x="634" y="90"/>
                      <a:pt x="566" y="1"/>
                      <a:pt x="456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0" name="Google Shape;2680;p58">
                <a:extLst>
                  <a:ext uri="{FF2B5EF4-FFF2-40B4-BE49-F238E27FC236}">
                    <a16:creationId xmlns:a16="http://schemas.microsoft.com/office/drawing/2014/main" id="{B58DA87A-D419-B787-8502-2CA1BA527DD4}"/>
                  </a:ext>
                </a:extLst>
              </p:cNvPr>
              <p:cNvSpPr/>
              <p:nvPr/>
            </p:nvSpPr>
            <p:spPr>
              <a:xfrm>
                <a:off x="4340083" y="3412772"/>
                <a:ext cx="98767" cy="262755"/>
              </a:xfrm>
              <a:custGeom>
                <a:avLst/>
                <a:gdLst/>
                <a:ahLst/>
                <a:cxnLst/>
                <a:rect l="l" t="t" r="r" b="b"/>
                <a:pathLst>
                  <a:path w="524" h="1394" extrusionOk="0">
                    <a:moveTo>
                      <a:pt x="131" y="1"/>
                    </a:moveTo>
                    <a:cubicBezTo>
                      <a:pt x="47" y="1"/>
                      <a:pt x="0" y="43"/>
                      <a:pt x="0" y="106"/>
                    </a:cubicBezTo>
                    <a:lnTo>
                      <a:pt x="0" y="1263"/>
                    </a:lnTo>
                    <a:cubicBezTo>
                      <a:pt x="0" y="1331"/>
                      <a:pt x="47" y="1394"/>
                      <a:pt x="131" y="1394"/>
                    </a:cubicBezTo>
                    <a:lnTo>
                      <a:pt x="393" y="1394"/>
                    </a:lnTo>
                    <a:cubicBezTo>
                      <a:pt x="461" y="1394"/>
                      <a:pt x="524" y="1331"/>
                      <a:pt x="524" y="1263"/>
                    </a:cubicBezTo>
                    <a:lnTo>
                      <a:pt x="524" y="106"/>
                    </a:lnTo>
                    <a:cubicBezTo>
                      <a:pt x="524" y="43"/>
                      <a:pt x="461" y="1"/>
                      <a:pt x="39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1" name="Google Shape;2681;p58">
                <a:extLst>
                  <a:ext uri="{FF2B5EF4-FFF2-40B4-BE49-F238E27FC236}">
                    <a16:creationId xmlns:a16="http://schemas.microsoft.com/office/drawing/2014/main" id="{A229A18C-7AD9-07E7-A309-2338E583739A}"/>
                  </a:ext>
                </a:extLst>
              </p:cNvPr>
              <p:cNvSpPr/>
              <p:nvPr/>
            </p:nvSpPr>
            <p:spPr>
              <a:xfrm>
                <a:off x="4328208" y="3399955"/>
                <a:ext cx="119501" cy="284431"/>
              </a:xfrm>
              <a:custGeom>
                <a:avLst/>
                <a:gdLst/>
                <a:ahLst/>
                <a:cxnLst/>
                <a:rect l="l" t="t" r="r" b="b"/>
                <a:pathLst>
                  <a:path w="634" h="1509" extrusionOk="0">
                    <a:moveTo>
                      <a:pt x="456" y="111"/>
                    </a:moveTo>
                    <a:cubicBezTo>
                      <a:pt x="503" y="111"/>
                      <a:pt x="524" y="132"/>
                      <a:pt x="524" y="174"/>
                    </a:cubicBezTo>
                    <a:lnTo>
                      <a:pt x="524" y="1331"/>
                    </a:lnTo>
                    <a:cubicBezTo>
                      <a:pt x="524" y="1378"/>
                      <a:pt x="503" y="1399"/>
                      <a:pt x="456" y="1399"/>
                    </a:cubicBezTo>
                    <a:lnTo>
                      <a:pt x="194" y="1399"/>
                    </a:lnTo>
                    <a:cubicBezTo>
                      <a:pt x="152" y="1399"/>
                      <a:pt x="110" y="1378"/>
                      <a:pt x="110" y="1331"/>
                    </a:cubicBezTo>
                    <a:lnTo>
                      <a:pt x="110" y="174"/>
                    </a:lnTo>
                    <a:cubicBezTo>
                      <a:pt x="110" y="132"/>
                      <a:pt x="152" y="111"/>
                      <a:pt x="194" y="111"/>
                    </a:cubicBezTo>
                    <a:close/>
                    <a:moveTo>
                      <a:pt x="194" y="1"/>
                    </a:moveTo>
                    <a:cubicBezTo>
                      <a:pt x="84" y="1"/>
                      <a:pt x="0" y="90"/>
                      <a:pt x="0" y="174"/>
                    </a:cubicBezTo>
                    <a:lnTo>
                      <a:pt x="0" y="1331"/>
                    </a:lnTo>
                    <a:cubicBezTo>
                      <a:pt x="0" y="1441"/>
                      <a:pt x="84" y="1509"/>
                      <a:pt x="194" y="1509"/>
                    </a:cubicBezTo>
                    <a:lnTo>
                      <a:pt x="456" y="1509"/>
                    </a:lnTo>
                    <a:cubicBezTo>
                      <a:pt x="566" y="1509"/>
                      <a:pt x="634" y="1441"/>
                      <a:pt x="634" y="1331"/>
                    </a:cubicBezTo>
                    <a:lnTo>
                      <a:pt x="634" y="174"/>
                    </a:lnTo>
                    <a:cubicBezTo>
                      <a:pt x="634" y="90"/>
                      <a:pt x="566" y="1"/>
                      <a:pt x="456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2" name="Google Shape;2682;p58">
                <a:extLst>
                  <a:ext uri="{FF2B5EF4-FFF2-40B4-BE49-F238E27FC236}">
                    <a16:creationId xmlns:a16="http://schemas.microsoft.com/office/drawing/2014/main" id="{44BB0F44-EEEC-E247-0651-85A3F14FC6B5}"/>
                  </a:ext>
                </a:extLst>
              </p:cNvPr>
              <p:cNvSpPr/>
              <p:nvPr/>
            </p:nvSpPr>
            <p:spPr>
              <a:xfrm>
                <a:off x="4340083" y="3778063"/>
                <a:ext cx="98767" cy="263698"/>
              </a:xfrm>
              <a:custGeom>
                <a:avLst/>
                <a:gdLst/>
                <a:ahLst/>
                <a:cxnLst/>
                <a:rect l="l" t="t" r="r" b="b"/>
                <a:pathLst>
                  <a:path w="524" h="1399" extrusionOk="0">
                    <a:moveTo>
                      <a:pt x="131" y="0"/>
                    </a:moveTo>
                    <a:cubicBezTo>
                      <a:pt x="47" y="0"/>
                      <a:pt x="0" y="48"/>
                      <a:pt x="0" y="131"/>
                    </a:cubicBezTo>
                    <a:lnTo>
                      <a:pt x="0" y="1268"/>
                    </a:lnTo>
                    <a:cubicBezTo>
                      <a:pt x="0" y="1357"/>
                      <a:pt x="47" y="1399"/>
                      <a:pt x="131" y="1399"/>
                    </a:cubicBezTo>
                    <a:lnTo>
                      <a:pt x="393" y="1399"/>
                    </a:lnTo>
                    <a:cubicBezTo>
                      <a:pt x="461" y="1399"/>
                      <a:pt x="524" y="1357"/>
                      <a:pt x="524" y="1268"/>
                    </a:cubicBezTo>
                    <a:lnTo>
                      <a:pt x="524" y="131"/>
                    </a:lnTo>
                    <a:cubicBezTo>
                      <a:pt x="524" y="48"/>
                      <a:pt x="461" y="0"/>
                      <a:pt x="39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3" name="Google Shape;2683;p58">
                <a:extLst>
                  <a:ext uri="{FF2B5EF4-FFF2-40B4-BE49-F238E27FC236}">
                    <a16:creationId xmlns:a16="http://schemas.microsoft.com/office/drawing/2014/main" id="{BB8D2538-6994-EB97-D0DC-6711C1402091}"/>
                  </a:ext>
                </a:extLst>
              </p:cNvPr>
              <p:cNvSpPr/>
              <p:nvPr/>
            </p:nvSpPr>
            <p:spPr>
              <a:xfrm>
                <a:off x="4328208" y="3766188"/>
                <a:ext cx="119501" cy="288390"/>
              </a:xfrm>
              <a:custGeom>
                <a:avLst/>
                <a:gdLst/>
                <a:ahLst/>
                <a:cxnLst/>
                <a:rect l="l" t="t" r="r" b="b"/>
                <a:pathLst>
                  <a:path w="634" h="1530" extrusionOk="0">
                    <a:moveTo>
                      <a:pt x="456" y="111"/>
                    </a:moveTo>
                    <a:cubicBezTo>
                      <a:pt x="503" y="111"/>
                      <a:pt x="524" y="153"/>
                      <a:pt x="524" y="194"/>
                    </a:cubicBezTo>
                    <a:lnTo>
                      <a:pt x="524" y="1331"/>
                    </a:lnTo>
                    <a:cubicBezTo>
                      <a:pt x="524" y="1373"/>
                      <a:pt x="503" y="1420"/>
                      <a:pt x="456" y="1420"/>
                    </a:cubicBezTo>
                    <a:lnTo>
                      <a:pt x="194" y="1420"/>
                    </a:lnTo>
                    <a:cubicBezTo>
                      <a:pt x="152" y="1420"/>
                      <a:pt x="110" y="1373"/>
                      <a:pt x="110" y="1331"/>
                    </a:cubicBezTo>
                    <a:lnTo>
                      <a:pt x="110" y="194"/>
                    </a:lnTo>
                    <a:cubicBezTo>
                      <a:pt x="110" y="153"/>
                      <a:pt x="152" y="111"/>
                      <a:pt x="194" y="111"/>
                    </a:cubicBezTo>
                    <a:close/>
                    <a:moveTo>
                      <a:pt x="194" y="1"/>
                    </a:moveTo>
                    <a:cubicBezTo>
                      <a:pt x="84" y="1"/>
                      <a:pt x="0" y="90"/>
                      <a:pt x="0" y="194"/>
                    </a:cubicBezTo>
                    <a:lnTo>
                      <a:pt x="0" y="1331"/>
                    </a:lnTo>
                    <a:cubicBezTo>
                      <a:pt x="0" y="1441"/>
                      <a:pt x="84" y="1530"/>
                      <a:pt x="194" y="1530"/>
                    </a:cubicBezTo>
                    <a:lnTo>
                      <a:pt x="456" y="1530"/>
                    </a:lnTo>
                    <a:cubicBezTo>
                      <a:pt x="566" y="1530"/>
                      <a:pt x="634" y="1441"/>
                      <a:pt x="634" y="1331"/>
                    </a:cubicBezTo>
                    <a:lnTo>
                      <a:pt x="634" y="194"/>
                    </a:lnTo>
                    <a:cubicBezTo>
                      <a:pt x="634" y="90"/>
                      <a:pt x="566" y="1"/>
                      <a:pt x="456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4" name="Google Shape;2684;p58">
                <a:extLst>
                  <a:ext uri="{FF2B5EF4-FFF2-40B4-BE49-F238E27FC236}">
                    <a16:creationId xmlns:a16="http://schemas.microsoft.com/office/drawing/2014/main" id="{E516D6C2-4417-CFC5-B4B1-7B465529D180}"/>
                  </a:ext>
                </a:extLst>
              </p:cNvPr>
              <p:cNvSpPr/>
              <p:nvPr/>
            </p:nvSpPr>
            <p:spPr>
              <a:xfrm>
                <a:off x="4340083" y="4140338"/>
                <a:ext cx="98767" cy="263698"/>
              </a:xfrm>
              <a:custGeom>
                <a:avLst/>
                <a:gdLst/>
                <a:ahLst/>
                <a:cxnLst/>
                <a:rect l="l" t="t" r="r" b="b"/>
                <a:pathLst>
                  <a:path w="524" h="1399" extrusionOk="0">
                    <a:moveTo>
                      <a:pt x="131" y="0"/>
                    </a:moveTo>
                    <a:cubicBezTo>
                      <a:pt x="47" y="0"/>
                      <a:pt x="0" y="69"/>
                      <a:pt x="0" y="131"/>
                    </a:cubicBezTo>
                    <a:lnTo>
                      <a:pt x="0" y="1289"/>
                    </a:lnTo>
                    <a:cubicBezTo>
                      <a:pt x="0" y="1352"/>
                      <a:pt x="47" y="1399"/>
                      <a:pt x="131" y="1399"/>
                    </a:cubicBezTo>
                    <a:lnTo>
                      <a:pt x="393" y="1399"/>
                    </a:lnTo>
                    <a:cubicBezTo>
                      <a:pt x="461" y="1399"/>
                      <a:pt x="524" y="1352"/>
                      <a:pt x="524" y="1289"/>
                    </a:cubicBezTo>
                    <a:lnTo>
                      <a:pt x="524" y="131"/>
                    </a:lnTo>
                    <a:cubicBezTo>
                      <a:pt x="524" y="69"/>
                      <a:pt x="461" y="0"/>
                      <a:pt x="39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5" name="Google Shape;2685;p58">
                <a:extLst>
                  <a:ext uri="{FF2B5EF4-FFF2-40B4-BE49-F238E27FC236}">
                    <a16:creationId xmlns:a16="http://schemas.microsoft.com/office/drawing/2014/main" id="{31BC8D1E-B326-BF14-5432-6580D7A9F1FA}"/>
                  </a:ext>
                </a:extLst>
              </p:cNvPr>
              <p:cNvSpPr/>
              <p:nvPr/>
            </p:nvSpPr>
            <p:spPr>
              <a:xfrm>
                <a:off x="4328208" y="4132421"/>
                <a:ext cx="119501" cy="283489"/>
              </a:xfrm>
              <a:custGeom>
                <a:avLst/>
                <a:gdLst/>
                <a:ahLst/>
                <a:cxnLst/>
                <a:rect l="l" t="t" r="r" b="b"/>
                <a:pathLst>
                  <a:path w="634" h="1504" extrusionOk="0">
                    <a:moveTo>
                      <a:pt x="456" y="111"/>
                    </a:moveTo>
                    <a:cubicBezTo>
                      <a:pt x="503" y="111"/>
                      <a:pt x="524" y="131"/>
                      <a:pt x="524" y="173"/>
                    </a:cubicBezTo>
                    <a:lnTo>
                      <a:pt x="524" y="1331"/>
                    </a:lnTo>
                    <a:cubicBezTo>
                      <a:pt x="524" y="1373"/>
                      <a:pt x="503" y="1394"/>
                      <a:pt x="456" y="1394"/>
                    </a:cubicBezTo>
                    <a:lnTo>
                      <a:pt x="194" y="1394"/>
                    </a:lnTo>
                    <a:cubicBezTo>
                      <a:pt x="152" y="1394"/>
                      <a:pt x="110" y="1373"/>
                      <a:pt x="110" y="1331"/>
                    </a:cubicBezTo>
                    <a:lnTo>
                      <a:pt x="110" y="173"/>
                    </a:lnTo>
                    <a:cubicBezTo>
                      <a:pt x="110" y="131"/>
                      <a:pt x="152" y="111"/>
                      <a:pt x="194" y="111"/>
                    </a:cubicBezTo>
                    <a:close/>
                    <a:moveTo>
                      <a:pt x="194" y="1"/>
                    </a:moveTo>
                    <a:cubicBezTo>
                      <a:pt x="84" y="1"/>
                      <a:pt x="0" y="63"/>
                      <a:pt x="0" y="173"/>
                    </a:cubicBezTo>
                    <a:lnTo>
                      <a:pt x="0" y="1331"/>
                    </a:lnTo>
                    <a:cubicBezTo>
                      <a:pt x="0" y="1420"/>
                      <a:pt x="84" y="1504"/>
                      <a:pt x="194" y="1504"/>
                    </a:cubicBezTo>
                    <a:lnTo>
                      <a:pt x="456" y="1504"/>
                    </a:lnTo>
                    <a:cubicBezTo>
                      <a:pt x="566" y="1504"/>
                      <a:pt x="634" y="1420"/>
                      <a:pt x="634" y="1331"/>
                    </a:cubicBezTo>
                    <a:lnTo>
                      <a:pt x="634" y="173"/>
                    </a:lnTo>
                    <a:cubicBezTo>
                      <a:pt x="634" y="63"/>
                      <a:pt x="566" y="1"/>
                      <a:pt x="456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6" name="Google Shape;2686;p58">
                <a:extLst>
                  <a:ext uri="{FF2B5EF4-FFF2-40B4-BE49-F238E27FC236}">
                    <a16:creationId xmlns:a16="http://schemas.microsoft.com/office/drawing/2014/main" id="{34B8B286-5AB2-08FB-BE85-360D1C1AD700}"/>
                  </a:ext>
                </a:extLst>
              </p:cNvPr>
              <p:cNvSpPr/>
              <p:nvPr/>
            </p:nvSpPr>
            <p:spPr>
              <a:xfrm>
                <a:off x="4467312" y="3062372"/>
                <a:ext cx="98956" cy="267656"/>
              </a:xfrm>
              <a:custGeom>
                <a:avLst/>
                <a:gdLst/>
                <a:ahLst/>
                <a:cxnLst/>
                <a:rect l="l" t="t" r="r" b="b"/>
                <a:pathLst>
                  <a:path w="525" h="1420" extrusionOk="0">
                    <a:moveTo>
                      <a:pt x="132" y="1"/>
                    </a:moveTo>
                    <a:cubicBezTo>
                      <a:pt x="69" y="1"/>
                      <a:pt x="1" y="69"/>
                      <a:pt x="1" y="132"/>
                    </a:cubicBezTo>
                    <a:lnTo>
                      <a:pt x="1" y="1289"/>
                    </a:lnTo>
                    <a:cubicBezTo>
                      <a:pt x="1" y="1357"/>
                      <a:pt x="69" y="1420"/>
                      <a:pt x="132" y="1420"/>
                    </a:cubicBezTo>
                    <a:lnTo>
                      <a:pt x="393" y="1420"/>
                    </a:lnTo>
                    <a:cubicBezTo>
                      <a:pt x="483" y="1420"/>
                      <a:pt x="524" y="1357"/>
                      <a:pt x="524" y="1289"/>
                    </a:cubicBezTo>
                    <a:lnTo>
                      <a:pt x="524" y="132"/>
                    </a:lnTo>
                    <a:cubicBezTo>
                      <a:pt x="524" y="69"/>
                      <a:pt x="483" y="1"/>
                      <a:pt x="39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7" name="Google Shape;2687;p58">
                <a:extLst>
                  <a:ext uri="{FF2B5EF4-FFF2-40B4-BE49-F238E27FC236}">
                    <a16:creationId xmlns:a16="http://schemas.microsoft.com/office/drawing/2014/main" id="{EAC29531-882E-0AE7-89FB-596CF8236F76}"/>
                  </a:ext>
                </a:extLst>
              </p:cNvPr>
              <p:cNvSpPr/>
              <p:nvPr/>
            </p:nvSpPr>
            <p:spPr>
              <a:xfrm>
                <a:off x="4459395" y="3054455"/>
                <a:ext cx="119690" cy="284620"/>
              </a:xfrm>
              <a:custGeom>
                <a:avLst/>
                <a:gdLst/>
                <a:ahLst/>
                <a:cxnLst/>
                <a:rect l="l" t="t" r="r" b="b"/>
                <a:pathLst>
                  <a:path w="635" h="1510" extrusionOk="0">
                    <a:moveTo>
                      <a:pt x="435" y="111"/>
                    </a:moveTo>
                    <a:cubicBezTo>
                      <a:pt x="483" y="111"/>
                      <a:pt x="525" y="132"/>
                      <a:pt x="525" y="174"/>
                    </a:cubicBezTo>
                    <a:lnTo>
                      <a:pt x="525" y="1331"/>
                    </a:lnTo>
                    <a:cubicBezTo>
                      <a:pt x="525" y="1378"/>
                      <a:pt x="483" y="1399"/>
                      <a:pt x="435" y="1399"/>
                    </a:cubicBezTo>
                    <a:lnTo>
                      <a:pt x="174" y="1399"/>
                    </a:lnTo>
                    <a:cubicBezTo>
                      <a:pt x="132" y="1399"/>
                      <a:pt x="90" y="1378"/>
                      <a:pt x="90" y="1331"/>
                    </a:cubicBezTo>
                    <a:lnTo>
                      <a:pt x="90" y="174"/>
                    </a:lnTo>
                    <a:cubicBezTo>
                      <a:pt x="90" y="132"/>
                      <a:pt x="132" y="111"/>
                      <a:pt x="174" y="111"/>
                    </a:cubicBezTo>
                    <a:close/>
                    <a:moveTo>
                      <a:pt x="174" y="1"/>
                    </a:moveTo>
                    <a:cubicBezTo>
                      <a:pt x="69" y="1"/>
                      <a:pt x="1" y="90"/>
                      <a:pt x="1" y="174"/>
                    </a:cubicBezTo>
                    <a:lnTo>
                      <a:pt x="1" y="1331"/>
                    </a:lnTo>
                    <a:cubicBezTo>
                      <a:pt x="1" y="1420"/>
                      <a:pt x="69" y="1509"/>
                      <a:pt x="174" y="1509"/>
                    </a:cubicBezTo>
                    <a:lnTo>
                      <a:pt x="435" y="1509"/>
                    </a:lnTo>
                    <a:cubicBezTo>
                      <a:pt x="545" y="1509"/>
                      <a:pt x="634" y="1420"/>
                      <a:pt x="634" y="1331"/>
                    </a:cubicBezTo>
                    <a:lnTo>
                      <a:pt x="634" y="174"/>
                    </a:lnTo>
                    <a:cubicBezTo>
                      <a:pt x="634" y="90"/>
                      <a:pt x="545" y="1"/>
                      <a:pt x="435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8" name="Google Shape;2688;p58">
                <a:extLst>
                  <a:ext uri="{FF2B5EF4-FFF2-40B4-BE49-F238E27FC236}">
                    <a16:creationId xmlns:a16="http://schemas.microsoft.com/office/drawing/2014/main" id="{B49E90C8-1803-ED42-C39A-C4A713A0F0B8}"/>
                  </a:ext>
                </a:extLst>
              </p:cNvPr>
              <p:cNvSpPr/>
              <p:nvPr/>
            </p:nvSpPr>
            <p:spPr>
              <a:xfrm>
                <a:off x="4467312" y="3412772"/>
                <a:ext cx="98956" cy="262755"/>
              </a:xfrm>
              <a:custGeom>
                <a:avLst/>
                <a:gdLst/>
                <a:ahLst/>
                <a:cxnLst/>
                <a:rect l="l" t="t" r="r" b="b"/>
                <a:pathLst>
                  <a:path w="525" h="1394" extrusionOk="0">
                    <a:moveTo>
                      <a:pt x="132" y="1"/>
                    </a:moveTo>
                    <a:cubicBezTo>
                      <a:pt x="69" y="1"/>
                      <a:pt x="1" y="43"/>
                      <a:pt x="1" y="106"/>
                    </a:cubicBezTo>
                    <a:lnTo>
                      <a:pt x="1" y="1263"/>
                    </a:lnTo>
                    <a:cubicBezTo>
                      <a:pt x="1" y="1331"/>
                      <a:pt x="69" y="1394"/>
                      <a:pt x="132" y="1394"/>
                    </a:cubicBezTo>
                    <a:lnTo>
                      <a:pt x="393" y="1394"/>
                    </a:lnTo>
                    <a:cubicBezTo>
                      <a:pt x="483" y="1394"/>
                      <a:pt x="524" y="1331"/>
                      <a:pt x="524" y="1263"/>
                    </a:cubicBezTo>
                    <a:lnTo>
                      <a:pt x="524" y="106"/>
                    </a:lnTo>
                    <a:cubicBezTo>
                      <a:pt x="524" y="43"/>
                      <a:pt x="483" y="1"/>
                      <a:pt x="39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9" name="Google Shape;2689;p58">
                <a:extLst>
                  <a:ext uri="{FF2B5EF4-FFF2-40B4-BE49-F238E27FC236}">
                    <a16:creationId xmlns:a16="http://schemas.microsoft.com/office/drawing/2014/main" id="{055DBE1A-A912-5AB7-FB65-25C3D544F554}"/>
                  </a:ext>
                </a:extLst>
              </p:cNvPr>
              <p:cNvSpPr/>
              <p:nvPr/>
            </p:nvSpPr>
            <p:spPr>
              <a:xfrm>
                <a:off x="4459395" y="3399955"/>
                <a:ext cx="119690" cy="284431"/>
              </a:xfrm>
              <a:custGeom>
                <a:avLst/>
                <a:gdLst/>
                <a:ahLst/>
                <a:cxnLst/>
                <a:rect l="l" t="t" r="r" b="b"/>
                <a:pathLst>
                  <a:path w="635" h="1509" extrusionOk="0">
                    <a:moveTo>
                      <a:pt x="435" y="111"/>
                    </a:moveTo>
                    <a:cubicBezTo>
                      <a:pt x="483" y="111"/>
                      <a:pt x="525" y="132"/>
                      <a:pt x="525" y="174"/>
                    </a:cubicBezTo>
                    <a:lnTo>
                      <a:pt x="525" y="1331"/>
                    </a:lnTo>
                    <a:cubicBezTo>
                      <a:pt x="525" y="1378"/>
                      <a:pt x="483" y="1399"/>
                      <a:pt x="435" y="1399"/>
                    </a:cubicBezTo>
                    <a:lnTo>
                      <a:pt x="174" y="1399"/>
                    </a:lnTo>
                    <a:cubicBezTo>
                      <a:pt x="132" y="1399"/>
                      <a:pt x="90" y="1378"/>
                      <a:pt x="90" y="1331"/>
                    </a:cubicBezTo>
                    <a:lnTo>
                      <a:pt x="90" y="174"/>
                    </a:lnTo>
                    <a:cubicBezTo>
                      <a:pt x="90" y="132"/>
                      <a:pt x="132" y="111"/>
                      <a:pt x="174" y="111"/>
                    </a:cubicBezTo>
                    <a:close/>
                    <a:moveTo>
                      <a:pt x="174" y="1"/>
                    </a:moveTo>
                    <a:cubicBezTo>
                      <a:pt x="69" y="1"/>
                      <a:pt x="1" y="90"/>
                      <a:pt x="1" y="174"/>
                    </a:cubicBezTo>
                    <a:lnTo>
                      <a:pt x="1" y="1331"/>
                    </a:lnTo>
                    <a:cubicBezTo>
                      <a:pt x="1" y="1441"/>
                      <a:pt x="69" y="1509"/>
                      <a:pt x="174" y="1509"/>
                    </a:cubicBezTo>
                    <a:lnTo>
                      <a:pt x="435" y="1509"/>
                    </a:lnTo>
                    <a:cubicBezTo>
                      <a:pt x="545" y="1509"/>
                      <a:pt x="634" y="1441"/>
                      <a:pt x="634" y="1331"/>
                    </a:cubicBezTo>
                    <a:lnTo>
                      <a:pt x="634" y="174"/>
                    </a:lnTo>
                    <a:cubicBezTo>
                      <a:pt x="634" y="90"/>
                      <a:pt x="545" y="1"/>
                      <a:pt x="435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0" name="Google Shape;2690;p58">
                <a:extLst>
                  <a:ext uri="{FF2B5EF4-FFF2-40B4-BE49-F238E27FC236}">
                    <a16:creationId xmlns:a16="http://schemas.microsoft.com/office/drawing/2014/main" id="{8FF5AE5D-FC2C-1419-2C9F-0E4D5A7B8393}"/>
                  </a:ext>
                </a:extLst>
              </p:cNvPr>
              <p:cNvSpPr/>
              <p:nvPr/>
            </p:nvSpPr>
            <p:spPr>
              <a:xfrm>
                <a:off x="4467312" y="3778063"/>
                <a:ext cx="98956" cy="263698"/>
              </a:xfrm>
              <a:custGeom>
                <a:avLst/>
                <a:gdLst/>
                <a:ahLst/>
                <a:cxnLst/>
                <a:rect l="l" t="t" r="r" b="b"/>
                <a:pathLst>
                  <a:path w="525" h="1399" extrusionOk="0">
                    <a:moveTo>
                      <a:pt x="132" y="0"/>
                    </a:moveTo>
                    <a:cubicBezTo>
                      <a:pt x="69" y="0"/>
                      <a:pt x="1" y="48"/>
                      <a:pt x="1" y="131"/>
                    </a:cubicBezTo>
                    <a:lnTo>
                      <a:pt x="1" y="1268"/>
                    </a:lnTo>
                    <a:cubicBezTo>
                      <a:pt x="1" y="1357"/>
                      <a:pt x="69" y="1399"/>
                      <a:pt x="132" y="1399"/>
                    </a:cubicBezTo>
                    <a:lnTo>
                      <a:pt x="393" y="1399"/>
                    </a:lnTo>
                    <a:cubicBezTo>
                      <a:pt x="483" y="1399"/>
                      <a:pt x="524" y="1357"/>
                      <a:pt x="524" y="1268"/>
                    </a:cubicBezTo>
                    <a:lnTo>
                      <a:pt x="524" y="131"/>
                    </a:lnTo>
                    <a:cubicBezTo>
                      <a:pt x="524" y="48"/>
                      <a:pt x="483" y="0"/>
                      <a:pt x="39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1" name="Google Shape;2691;p58">
                <a:extLst>
                  <a:ext uri="{FF2B5EF4-FFF2-40B4-BE49-F238E27FC236}">
                    <a16:creationId xmlns:a16="http://schemas.microsoft.com/office/drawing/2014/main" id="{6C33676C-AE9D-7689-E39D-E0166414BC80}"/>
                  </a:ext>
                </a:extLst>
              </p:cNvPr>
              <p:cNvSpPr/>
              <p:nvPr/>
            </p:nvSpPr>
            <p:spPr>
              <a:xfrm>
                <a:off x="4459395" y="3766188"/>
                <a:ext cx="119690" cy="288390"/>
              </a:xfrm>
              <a:custGeom>
                <a:avLst/>
                <a:gdLst/>
                <a:ahLst/>
                <a:cxnLst/>
                <a:rect l="l" t="t" r="r" b="b"/>
                <a:pathLst>
                  <a:path w="635" h="1530" extrusionOk="0">
                    <a:moveTo>
                      <a:pt x="435" y="111"/>
                    </a:moveTo>
                    <a:cubicBezTo>
                      <a:pt x="483" y="111"/>
                      <a:pt x="525" y="153"/>
                      <a:pt x="525" y="194"/>
                    </a:cubicBezTo>
                    <a:lnTo>
                      <a:pt x="525" y="1331"/>
                    </a:lnTo>
                    <a:cubicBezTo>
                      <a:pt x="525" y="1373"/>
                      <a:pt x="483" y="1420"/>
                      <a:pt x="435" y="1420"/>
                    </a:cubicBezTo>
                    <a:lnTo>
                      <a:pt x="174" y="1420"/>
                    </a:lnTo>
                    <a:cubicBezTo>
                      <a:pt x="132" y="1420"/>
                      <a:pt x="90" y="1373"/>
                      <a:pt x="90" y="1331"/>
                    </a:cubicBezTo>
                    <a:lnTo>
                      <a:pt x="90" y="194"/>
                    </a:lnTo>
                    <a:cubicBezTo>
                      <a:pt x="90" y="153"/>
                      <a:pt x="132" y="111"/>
                      <a:pt x="174" y="111"/>
                    </a:cubicBezTo>
                    <a:close/>
                    <a:moveTo>
                      <a:pt x="174" y="1"/>
                    </a:moveTo>
                    <a:cubicBezTo>
                      <a:pt x="69" y="1"/>
                      <a:pt x="1" y="90"/>
                      <a:pt x="1" y="194"/>
                    </a:cubicBezTo>
                    <a:lnTo>
                      <a:pt x="1" y="1331"/>
                    </a:lnTo>
                    <a:cubicBezTo>
                      <a:pt x="1" y="1441"/>
                      <a:pt x="69" y="1530"/>
                      <a:pt x="174" y="1530"/>
                    </a:cubicBezTo>
                    <a:lnTo>
                      <a:pt x="435" y="1530"/>
                    </a:lnTo>
                    <a:cubicBezTo>
                      <a:pt x="545" y="1530"/>
                      <a:pt x="634" y="1441"/>
                      <a:pt x="634" y="1331"/>
                    </a:cubicBezTo>
                    <a:lnTo>
                      <a:pt x="634" y="194"/>
                    </a:lnTo>
                    <a:cubicBezTo>
                      <a:pt x="634" y="90"/>
                      <a:pt x="545" y="1"/>
                      <a:pt x="435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2" name="Google Shape;2692;p58">
                <a:extLst>
                  <a:ext uri="{FF2B5EF4-FFF2-40B4-BE49-F238E27FC236}">
                    <a16:creationId xmlns:a16="http://schemas.microsoft.com/office/drawing/2014/main" id="{8AF97A45-6680-4B6A-EDDC-034743A7D128}"/>
                  </a:ext>
                </a:extLst>
              </p:cNvPr>
              <p:cNvSpPr/>
              <p:nvPr/>
            </p:nvSpPr>
            <p:spPr>
              <a:xfrm>
                <a:off x="4467312" y="4140338"/>
                <a:ext cx="98956" cy="263698"/>
              </a:xfrm>
              <a:custGeom>
                <a:avLst/>
                <a:gdLst/>
                <a:ahLst/>
                <a:cxnLst/>
                <a:rect l="l" t="t" r="r" b="b"/>
                <a:pathLst>
                  <a:path w="525" h="1399" extrusionOk="0">
                    <a:moveTo>
                      <a:pt x="132" y="0"/>
                    </a:moveTo>
                    <a:cubicBezTo>
                      <a:pt x="69" y="0"/>
                      <a:pt x="1" y="69"/>
                      <a:pt x="1" y="131"/>
                    </a:cubicBezTo>
                    <a:lnTo>
                      <a:pt x="1" y="1289"/>
                    </a:lnTo>
                    <a:cubicBezTo>
                      <a:pt x="1" y="1352"/>
                      <a:pt x="69" y="1399"/>
                      <a:pt x="132" y="1399"/>
                    </a:cubicBezTo>
                    <a:lnTo>
                      <a:pt x="393" y="1399"/>
                    </a:lnTo>
                    <a:cubicBezTo>
                      <a:pt x="483" y="1399"/>
                      <a:pt x="524" y="1352"/>
                      <a:pt x="524" y="1289"/>
                    </a:cubicBezTo>
                    <a:lnTo>
                      <a:pt x="524" y="131"/>
                    </a:lnTo>
                    <a:cubicBezTo>
                      <a:pt x="524" y="69"/>
                      <a:pt x="483" y="0"/>
                      <a:pt x="39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3" name="Google Shape;2693;p58">
                <a:extLst>
                  <a:ext uri="{FF2B5EF4-FFF2-40B4-BE49-F238E27FC236}">
                    <a16:creationId xmlns:a16="http://schemas.microsoft.com/office/drawing/2014/main" id="{EF18B6A5-2912-B3F9-B735-AD6D3454B5F7}"/>
                  </a:ext>
                </a:extLst>
              </p:cNvPr>
              <p:cNvSpPr/>
              <p:nvPr/>
            </p:nvSpPr>
            <p:spPr>
              <a:xfrm>
                <a:off x="4459395" y="4132421"/>
                <a:ext cx="119690" cy="28348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1504" extrusionOk="0">
                    <a:moveTo>
                      <a:pt x="435" y="111"/>
                    </a:moveTo>
                    <a:cubicBezTo>
                      <a:pt x="483" y="111"/>
                      <a:pt x="525" y="131"/>
                      <a:pt x="525" y="173"/>
                    </a:cubicBezTo>
                    <a:lnTo>
                      <a:pt x="525" y="1331"/>
                    </a:lnTo>
                    <a:cubicBezTo>
                      <a:pt x="525" y="1373"/>
                      <a:pt x="483" y="1394"/>
                      <a:pt x="435" y="1394"/>
                    </a:cubicBezTo>
                    <a:lnTo>
                      <a:pt x="174" y="1394"/>
                    </a:lnTo>
                    <a:cubicBezTo>
                      <a:pt x="132" y="1394"/>
                      <a:pt x="90" y="1373"/>
                      <a:pt x="90" y="1331"/>
                    </a:cubicBezTo>
                    <a:lnTo>
                      <a:pt x="90" y="173"/>
                    </a:lnTo>
                    <a:cubicBezTo>
                      <a:pt x="90" y="131"/>
                      <a:pt x="132" y="111"/>
                      <a:pt x="174" y="111"/>
                    </a:cubicBezTo>
                    <a:close/>
                    <a:moveTo>
                      <a:pt x="174" y="1"/>
                    </a:moveTo>
                    <a:cubicBezTo>
                      <a:pt x="69" y="1"/>
                      <a:pt x="1" y="63"/>
                      <a:pt x="1" y="173"/>
                    </a:cubicBezTo>
                    <a:lnTo>
                      <a:pt x="1" y="1331"/>
                    </a:lnTo>
                    <a:cubicBezTo>
                      <a:pt x="1" y="1420"/>
                      <a:pt x="69" y="1504"/>
                      <a:pt x="174" y="1504"/>
                    </a:cubicBezTo>
                    <a:lnTo>
                      <a:pt x="435" y="1504"/>
                    </a:lnTo>
                    <a:cubicBezTo>
                      <a:pt x="545" y="1504"/>
                      <a:pt x="634" y="1420"/>
                      <a:pt x="634" y="1331"/>
                    </a:cubicBezTo>
                    <a:lnTo>
                      <a:pt x="634" y="173"/>
                    </a:lnTo>
                    <a:cubicBezTo>
                      <a:pt x="634" y="63"/>
                      <a:pt x="545" y="1"/>
                      <a:pt x="435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4" name="Google Shape;2694;p58">
                <a:extLst>
                  <a:ext uri="{FF2B5EF4-FFF2-40B4-BE49-F238E27FC236}">
                    <a16:creationId xmlns:a16="http://schemas.microsoft.com/office/drawing/2014/main" id="{F66C4EFD-AAEA-FAB2-3838-24B6EB5D7B7B}"/>
                  </a:ext>
                </a:extLst>
              </p:cNvPr>
              <p:cNvSpPr/>
              <p:nvPr/>
            </p:nvSpPr>
            <p:spPr>
              <a:xfrm>
                <a:off x="3595747" y="3091965"/>
                <a:ext cx="197535" cy="192825"/>
              </a:xfrm>
              <a:custGeom>
                <a:avLst/>
                <a:gdLst/>
                <a:ahLst/>
                <a:cxnLst/>
                <a:rect l="l" t="t" r="r" b="b"/>
                <a:pathLst>
                  <a:path w="1048" h="1023" extrusionOk="0">
                    <a:moveTo>
                      <a:pt x="524" y="1"/>
                    </a:moveTo>
                    <a:cubicBezTo>
                      <a:pt x="241" y="1"/>
                      <a:pt x="1" y="236"/>
                      <a:pt x="1" y="525"/>
                    </a:cubicBezTo>
                    <a:cubicBezTo>
                      <a:pt x="1" y="807"/>
                      <a:pt x="241" y="1022"/>
                      <a:pt x="524" y="1022"/>
                    </a:cubicBezTo>
                    <a:cubicBezTo>
                      <a:pt x="807" y="1022"/>
                      <a:pt x="1048" y="807"/>
                      <a:pt x="1048" y="525"/>
                    </a:cubicBezTo>
                    <a:cubicBezTo>
                      <a:pt x="1048" y="236"/>
                      <a:pt x="807" y="1"/>
                      <a:pt x="52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5" name="Google Shape;2695;p58">
                <a:extLst>
                  <a:ext uri="{FF2B5EF4-FFF2-40B4-BE49-F238E27FC236}">
                    <a16:creationId xmlns:a16="http://schemas.microsoft.com/office/drawing/2014/main" id="{9FAF523D-FC83-1FDD-FA1F-D6083C81AD6F}"/>
                  </a:ext>
                </a:extLst>
              </p:cNvPr>
              <p:cNvSpPr/>
              <p:nvPr/>
            </p:nvSpPr>
            <p:spPr>
              <a:xfrm>
                <a:off x="3587730" y="3083106"/>
                <a:ext cx="213368" cy="214502"/>
              </a:xfrm>
              <a:custGeom>
                <a:avLst/>
                <a:gdLst/>
                <a:ahLst/>
                <a:cxnLst/>
                <a:rect l="l" t="t" r="r" b="b"/>
                <a:pathLst>
                  <a:path w="1132" h="1138" extrusionOk="0">
                    <a:moveTo>
                      <a:pt x="566" y="111"/>
                    </a:moveTo>
                    <a:cubicBezTo>
                      <a:pt x="828" y="111"/>
                      <a:pt x="1027" y="310"/>
                      <a:pt x="1027" y="572"/>
                    </a:cubicBezTo>
                    <a:cubicBezTo>
                      <a:pt x="1027" y="833"/>
                      <a:pt x="828" y="1027"/>
                      <a:pt x="566" y="1027"/>
                    </a:cubicBezTo>
                    <a:cubicBezTo>
                      <a:pt x="304" y="1027"/>
                      <a:pt x="111" y="833"/>
                      <a:pt x="111" y="572"/>
                    </a:cubicBezTo>
                    <a:cubicBezTo>
                      <a:pt x="111" y="310"/>
                      <a:pt x="304" y="111"/>
                      <a:pt x="566" y="111"/>
                    </a:cubicBezTo>
                    <a:close/>
                    <a:moveTo>
                      <a:pt x="566" y="1"/>
                    </a:moveTo>
                    <a:cubicBezTo>
                      <a:pt x="262" y="1"/>
                      <a:pt x="1" y="242"/>
                      <a:pt x="1" y="572"/>
                    </a:cubicBezTo>
                    <a:cubicBezTo>
                      <a:pt x="1" y="875"/>
                      <a:pt x="262" y="1137"/>
                      <a:pt x="566" y="1137"/>
                    </a:cubicBezTo>
                    <a:cubicBezTo>
                      <a:pt x="870" y="1137"/>
                      <a:pt x="1132" y="875"/>
                      <a:pt x="1132" y="572"/>
                    </a:cubicBezTo>
                    <a:cubicBezTo>
                      <a:pt x="1132" y="242"/>
                      <a:pt x="870" y="1"/>
                      <a:pt x="566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6" name="Google Shape;2696;p58">
                <a:extLst>
                  <a:ext uri="{FF2B5EF4-FFF2-40B4-BE49-F238E27FC236}">
                    <a16:creationId xmlns:a16="http://schemas.microsoft.com/office/drawing/2014/main" id="{9812CE05-4D13-2A76-566B-7A5E4F8538AB}"/>
                  </a:ext>
                </a:extLst>
              </p:cNvPr>
              <p:cNvSpPr/>
              <p:nvPr/>
            </p:nvSpPr>
            <p:spPr>
              <a:xfrm>
                <a:off x="3595747" y="3437464"/>
                <a:ext cx="197535" cy="197726"/>
              </a:xfrm>
              <a:custGeom>
                <a:avLst/>
                <a:gdLst/>
                <a:ahLst/>
                <a:cxnLst/>
                <a:rect l="l" t="t" r="r" b="b"/>
                <a:pathLst>
                  <a:path w="1048" h="1049" extrusionOk="0">
                    <a:moveTo>
                      <a:pt x="524" y="1"/>
                    </a:moveTo>
                    <a:cubicBezTo>
                      <a:pt x="241" y="1"/>
                      <a:pt x="1" y="236"/>
                      <a:pt x="1" y="524"/>
                    </a:cubicBezTo>
                    <a:cubicBezTo>
                      <a:pt x="1" y="807"/>
                      <a:pt x="241" y="1048"/>
                      <a:pt x="524" y="1048"/>
                    </a:cubicBezTo>
                    <a:cubicBezTo>
                      <a:pt x="807" y="1048"/>
                      <a:pt x="1048" y="807"/>
                      <a:pt x="1048" y="524"/>
                    </a:cubicBezTo>
                    <a:cubicBezTo>
                      <a:pt x="1048" y="236"/>
                      <a:pt x="807" y="1"/>
                      <a:pt x="52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7" name="Google Shape;2697;p58">
                <a:extLst>
                  <a:ext uri="{FF2B5EF4-FFF2-40B4-BE49-F238E27FC236}">
                    <a16:creationId xmlns:a16="http://schemas.microsoft.com/office/drawing/2014/main" id="{FE378AED-F3EB-F954-E234-D441F1A3FB7F}"/>
                  </a:ext>
                </a:extLst>
              </p:cNvPr>
              <p:cNvSpPr/>
              <p:nvPr/>
            </p:nvSpPr>
            <p:spPr>
              <a:xfrm>
                <a:off x="3587730" y="3428605"/>
                <a:ext cx="213368" cy="214502"/>
              </a:xfrm>
              <a:custGeom>
                <a:avLst/>
                <a:gdLst/>
                <a:ahLst/>
                <a:cxnLst/>
                <a:rect l="l" t="t" r="r" b="b"/>
                <a:pathLst>
                  <a:path w="1132" h="1138" extrusionOk="0">
                    <a:moveTo>
                      <a:pt x="566" y="111"/>
                    </a:moveTo>
                    <a:cubicBezTo>
                      <a:pt x="828" y="111"/>
                      <a:pt x="1027" y="310"/>
                      <a:pt x="1027" y="571"/>
                    </a:cubicBezTo>
                    <a:cubicBezTo>
                      <a:pt x="1027" y="833"/>
                      <a:pt x="828" y="1027"/>
                      <a:pt x="566" y="1027"/>
                    </a:cubicBezTo>
                    <a:cubicBezTo>
                      <a:pt x="304" y="1027"/>
                      <a:pt x="111" y="833"/>
                      <a:pt x="111" y="571"/>
                    </a:cubicBezTo>
                    <a:cubicBezTo>
                      <a:pt x="111" y="310"/>
                      <a:pt x="304" y="111"/>
                      <a:pt x="566" y="111"/>
                    </a:cubicBezTo>
                    <a:close/>
                    <a:moveTo>
                      <a:pt x="566" y="1"/>
                    </a:moveTo>
                    <a:cubicBezTo>
                      <a:pt x="262" y="1"/>
                      <a:pt x="1" y="262"/>
                      <a:pt x="1" y="571"/>
                    </a:cubicBezTo>
                    <a:cubicBezTo>
                      <a:pt x="1" y="875"/>
                      <a:pt x="262" y="1137"/>
                      <a:pt x="566" y="1137"/>
                    </a:cubicBezTo>
                    <a:cubicBezTo>
                      <a:pt x="870" y="1137"/>
                      <a:pt x="1132" y="875"/>
                      <a:pt x="1132" y="571"/>
                    </a:cubicBezTo>
                    <a:cubicBezTo>
                      <a:pt x="1132" y="262"/>
                      <a:pt x="870" y="1"/>
                      <a:pt x="566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8" name="Google Shape;2698;p58">
                <a:extLst>
                  <a:ext uri="{FF2B5EF4-FFF2-40B4-BE49-F238E27FC236}">
                    <a16:creationId xmlns:a16="http://schemas.microsoft.com/office/drawing/2014/main" id="{26DC3A8C-28F2-9EAE-B56D-95C9A0D5C088}"/>
                  </a:ext>
                </a:extLst>
              </p:cNvPr>
              <p:cNvSpPr/>
              <p:nvPr/>
            </p:nvSpPr>
            <p:spPr>
              <a:xfrm>
                <a:off x="3595747" y="3807655"/>
                <a:ext cx="197535" cy="192637"/>
              </a:xfrm>
              <a:custGeom>
                <a:avLst/>
                <a:gdLst/>
                <a:ahLst/>
                <a:cxnLst/>
                <a:rect l="l" t="t" r="r" b="b"/>
                <a:pathLst>
                  <a:path w="1048" h="1022" extrusionOk="0">
                    <a:moveTo>
                      <a:pt x="524" y="1"/>
                    </a:moveTo>
                    <a:cubicBezTo>
                      <a:pt x="241" y="1"/>
                      <a:pt x="1" y="215"/>
                      <a:pt x="1" y="498"/>
                    </a:cubicBezTo>
                    <a:cubicBezTo>
                      <a:pt x="1" y="786"/>
                      <a:pt x="241" y="1022"/>
                      <a:pt x="524" y="1022"/>
                    </a:cubicBezTo>
                    <a:cubicBezTo>
                      <a:pt x="807" y="1022"/>
                      <a:pt x="1048" y="786"/>
                      <a:pt x="1048" y="498"/>
                    </a:cubicBezTo>
                    <a:cubicBezTo>
                      <a:pt x="1048" y="215"/>
                      <a:pt x="807" y="1"/>
                      <a:pt x="52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9" name="Google Shape;2699;p58">
                <a:extLst>
                  <a:ext uri="{FF2B5EF4-FFF2-40B4-BE49-F238E27FC236}">
                    <a16:creationId xmlns:a16="http://schemas.microsoft.com/office/drawing/2014/main" id="{2EE7161B-337F-0DD3-FB31-98672D53689A}"/>
                  </a:ext>
                </a:extLst>
              </p:cNvPr>
              <p:cNvSpPr/>
              <p:nvPr/>
            </p:nvSpPr>
            <p:spPr>
              <a:xfrm>
                <a:off x="3587730" y="3794838"/>
                <a:ext cx="213368" cy="214313"/>
              </a:xfrm>
              <a:custGeom>
                <a:avLst/>
                <a:gdLst/>
                <a:ahLst/>
                <a:cxnLst/>
                <a:rect l="l" t="t" r="r" b="b"/>
                <a:pathLst>
                  <a:path w="1132" h="1137" extrusionOk="0">
                    <a:moveTo>
                      <a:pt x="566" y="110"/>
                    </a:moveTo>
                    <a:cubicBezTo>
                      <a:pt x="828" y="110"/>
                      <a:pt x="1027" y="304"/>
                      <a:pt x="1027" y="566"/>
                    </a:cubicBezTo>
                    <a:cubicBezTo>
                      <a:pt x="1027" y="828"/>
                      <a:pt x="828" y="1048"/>
                      <a:pt x="566" y="1048"/>
                    </a:cubicBezTo>
                    <a:cubicBezTo>
                      <a:pt x="304" y="1048"/>
                      <a:pt x="111" y="828"/>
                      <a:pt x="111" y="566"/>
                    </a:cubicBezTo>
                    <a:cubicBezTo>
                      <a:pt x="111" y="304"/>
                      <a:pt x="304" y="110"/>
                      <a:pt x="566" y="110"/>
                    </a:cubicBezTo>
                    <a:close/>
                    <a:moveTo>
                      <a:pt x="566" y="1"/>
                    </a:moveTo>
                    <a:cubicBezTo>
                      <a:pt x="262" y="1"/>
                      <a:pt x="1" y="262"/>
                      <a:pt x="1" y="566"/>
                    </a:cubicBezTo>
                    <a:cubicBezTo>
                      <a:pt x="1" y="896"/>
                      <a:pt x="262" y="1137"/>
                      <a:pt x="566" y="1137"/>
                    </a:cubicBezTo>
                    <a:cubicBezTo>
                      <a:pt x="870" y="1137"/>
                      <a:pt x="1132" y="896"/>
                      <a:pt x="1132" y="566"/>
                    </a:cubicBezTo>
                    <a:cubicBezTo>
                      <a:pt x="1132" y="262"/>
                      <a:pt x="870" y="1"/>
                      <a:pt x="566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0" name="Google Shape;2700;p58">
                <a:extLst>
                  <a:ext uri="{FF2B5EF4-FFF2-40B4-BE49-F238E27FC236}">
                    <a16:creationId xmlns:a16="http://schemas.microsoft.com/office/drawing/2014/main" id="{7F0C6636-F220-84CC-7E94-50877FC36D8D}"/>
                  </a:ext>
                </a:extLst>
              </p:cNvPr>
              <p:cNvSpPr/>
              <p:nvPr/>
            </p:nvSpPr>
            <p:spPr>
              <a:xfrm>
                <a:off x="3595747" y="4168988"/>
                <a:ext cx="197535" cy="193579"/>
              </a:xfrm>
              <a:custGeom>
                <a:avLst/>
                <a:gdLst/>
                <a:ahLst/>
                <a:cxnLst/>
                <a:rect l="l" t="t" r="r" b="b"/>
                <a:pathLst>
                  <a:path w="1048" h="1027" extrusionOk="0">
                    <a:moveTo>
                      <a:pt x="524" y="0"/>
                    </a:moveTo>
                    <a:cubicBezTo>
                      <a:pt x="241" y="0"/>
                      <a:pt x="1" y="220"/>
                      <a:pt x="1" y="503"/>
                    </a:cubicBezTo>
                    <a:cubicBezTo>
                      <a:pt x="1" y="807"/>
                      <a:pt x="241" y="1027"/>
                      <a:pt x="524" y="1027"/>
                    </a:cubicBezTo>
                    <a:cubicBezTo>
                      <a:pt x="807" y="1027"/>
                      <a:pt x="1048" y="807"/>
                      <a:pt x="1048" y="503"/>
                    </a:cubicBezTo>
                    <a:cubicBezTo>
                      <a:pt x="1048" y="220"/>
                      <a:pt x="807" y="0"/>
                      <a:pt x="52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1" name="Google Shape;2701;p58">
                <a:extLst>
                  <a:ext uri="{FF2B5EF4-FFF2-40B4-BE49-F238E27FC236}">
                    <a16:creationId xmlns:a16="http://schemas.microsoft.com/office/drawing/2014/main" id="{4574B4A8-3CEF-7F95-BFEA-772C7D9E73A5}"/>
                  </a:ext>
                </a:extLst>
              </p:cNvPr>
              <p:cNvSpPr/>
              <p:nvPr/>
            </p:nvSpPr>
            <p:spPr>
              <a:xfrm>
                <a:off x="3587730" y="4157113"/>
                <a:ext cx="213368" cy="218271"/>
              </a:xfrm>
              <a:custGeom>
                <a:avLst/>
                <a:gdLst/>
                <a:ahLst/>
                <a:cxnLst/>
                <a:rect l="l" t="t" r="r" b="b"/>
                <a:pathLst>
                  <a:path w="1132" h="1158" extrusionOk="0">
                    <a:moveTo>
                      <a:pt x="566" y="110"/>
                    </a:moveTo>
                    <a:cubicBezTo>
                      <a:pt x="828" y="110"/>
                      <a:pt x="1027" y="325"/>
                      <a:pt x="1027" y="566"/>
                    </a:cubicBezTo>
                    <a:cubicBezTo>
                      <a:pt x="1027" y="828"/>
                      <a:pt x="828" y="1048"/>
                      <a:pt x="566" y="1048"/>
                    </a:cubicBezTo>
                    <a:cubicBezTo>
                      <a:pt x="304" y="1048"/>
                      <a:pt x="111" y="828"/>
                      <a:pt x="111" y="566"/>
                    </a:cubicBezTo>
                    <a:cubicBezTo>
                      <a:pt x="111" y="325"/>
                      <a:pt x="304" y="110"/>
                      <a:pt x="566" y="110"/>
                    </a:cubicBezTo>
                    <a:close/>
                    <a:moveTo>
                      <a:pt x="566" y="0"/>
                    </a:moveTo>
                    <a:cubicBezTo>
                      <a:pt x="262" y="0"/>
                      <a:pt x="1" y="262"/>
                      <a:pt x="1" y="566"/>
                    </a:cubicBezTo>
                    <a:cubicBezTo>
                      <a:pt x="1" y="896"/>
                      <a:pt x="262" y="1158"/>
                      <a:pt x="566" y="1158"/>
                    </a:cubicBezTo>
                    <a:cubicBezTo>
                      <a:pt x="870" y="1158"/>
                      <a:pt x="1132" y="896"/>
                      <a:pt x="1132" y="566"/>
                    </a:cubicBezTo>
                    <a:cubicBezTo>
                      <a:pt x="1132" y="262"/>
                      <a:pt x="870" y="0"/>
                      <a:pt x="566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2" name="Google Shape;2702;p58">
                <a:extLst>
                  <a:ext uri="{FF2B5EF4-FFF2-40B4-BE49-F238E27FC236}">
                    <a16:creationId xmlns:a16="http://schemas.microsoft.com/office/drawing/2014/main" id="{8E1F3422-4157-E946-18D9-40FA349B55A2}"/>
                  </a:ext>
                </a:extLst>
              </p:cNvPr>
              <p:cNvSpPr/>
              <p:nvPr/>
            </p:nvSpPr>
            <p:spPr>
              <a:xfrm>
                <a:off x="3633256" y="3128531"/>
                <a:ext cx="123648" cy="123649"/>
              </a:xfrm>
              <a:custGeom>
                <a:avLst/>
                <a:gdLst/>
                <a:ahLst/>
                <a:cxnLst/>
                <a:rect l="l" t="t" r="r" b="b"/>
                <a:pathLst>
                  <a:path w="656" h="656" extrusionOk="0">
                    <a:moveTo>
                      <a:pt x="325" y="1"/>
                    </a:moveTo>
                    <a:cubicBezTo>
                      <a:pt x="152" y="1"/>
                      <a:pt x="1" y="132"/>
                      <a:pt x="1" y="331"/>
                    </a:cubicBezTo>
                    <a:cubicBezTo>
                      <a:pt x="1" y="503"/>
                      <a:pt x="152" y="655"/>
                      <a:pt x="325" y="655"/>
                    </a:cubicBezTo>
                    <a:cubicBezTo>
                      <a:pt x="498" y="655"/>
                      <a:pt x="655" y="503"/>
                      <a:pt x="655" y="331"/>
                    </a:cubicBezTo>
                    <a:cubicBezTo>
                      <a:pt x="655" y="132"/>
                      <a:pt x="498" y="1"/>
                      <a:pt x="32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3" name="Google Shape;2703;p58">
                <a:extLst>
                  <a:ext uri="{FF2B5EF4-FFF2-40B4-BE49-F238E27FC236}">
                    <a16:creationId xmlns:a16="http://schemas.microsoft.com/office/drawing/2014/main" id="{B2A3D7FC-9969-F8AF-7EDF-95D449989F16}"/>
                  </a:ext>
                </a:extLst>
              </p:cNvPr>
              <p:cNvSpPr/>
              <p:nvPr/>
            </p:nvSpPr>
            <p:spPr>
              <a:xfrm>
                <a:off x="3620439" y="3116657"/>
                <a:ext cx="148151" cy="143441"/>
              </a:xfrm>
              <a:custGeom>
                <a:avLst/>
                <a:gdLst/>
                <a:ahLst/>
                <a:cxnLst/>
                <a:rect l="l" t="t" r="r" b="b"/>
                <a:pathLst>
                  <a:path w="786" h="761" extrusionOk="0">
                    <a:moveTo>
                      <a:pt x="393" y="105"/>
                    </a:moveTo>
                    <a:cubicBezTo>
                      <a:pt x="545" y="105"/>
                      <a:pt x="676" y="236"/>
                      <a:pt x="676" y="394"/>
                    </a:cubicBezTo>
                    <a:cubicBezTo>
                      <a:pt x="676" y="545"/>
                      <a:pt x="545" y="655"/>
                      <a:pt x="393" y="655"/>
                    </a:cubicBezTo>
                    <a:cubicBezTo>
                      <a:pt x="241" y="655"/>
                      <a:pt x="110" y="545"/>
                      <a:pt x="110" y="394"/>
                    </a:cubicBezTo>
                    <a:cubicBezTo>
                      <a:pt x="110" y="236"/>
                      <a:pt x="241" y="105"/>
                      <a:pt x="393" y="105"/>
                    </a:cubicBezTo>
                    <a:close/>
                    <a:moveTo>
                      <a:pt x="393" y="1"/>
                    </a:moveTo>
                    <a:cubicBezTo>
                      <a:pt x="173" y="1"/>
                      <a:pt x="0" y="174"/>
                      <a:pt x="0" y="394"/>
                    </a:cubicBezTo>
                    <a:cubicBezTo>
                      <a:pt x="0" y="587"/>
                      <a:pt x="173" y="760"/>
                      <a:pt x="393" y="760"/>
                    </a:cubicBezTo>
                    <a:cubicBezTo>
                      <a:pt x="613" y="760"/>
                      <a:pt x="786" y="587"/>
                      <a:pt x="786" y="394"/>
                    </a:cubicBezTo>
                    <a:cubicBezTo>
                      <a:pt x="786" y="174"/>
                      <a:pt x="613" y="1"/>
                      <a:pt x="393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4" name="Google Shape;2704;p58">
                <a:extLst>
                  <a:ext uri="{FF2B5EF4-FFF2-40B4-BE49-F238E27FC236}">
                    <a16:creationId xmlns:a16="http://schemas.microsoft.com/office/drawing/2014/main" id="{90B37B7C-399D-7CAB-A3EA-56E4D151F0D4}"/>
                  </a:ext>
                </a:extLst>
              </p:cNvPr>
              <p:cNvSpPr/>
              <p:nvPr/>
            </p:nvSpPr>
            <p:spPr>
              <a:xfrm>
                <a:off x="3633256" y="3474031"/>
                <a:ext cx="123648" cy="123649"/>
              </a:xfrm>
              <a:custGeom>
                <a:avLst/>
                <a:gdLst/>
                <a:ahLst/>
                <a:cxnLst/>
                <a:rect l="l" t="t" r="r" b="b"/>
                <a:pathLst>
                  <a:path w="656" h="656" extrusionOk="0">
                    <a:moveTo>
                      <a:pt x="325" y="1"/>
                    </a:moveTo>
                    <a:cubicBezTo>
                      <a:pt x="152" y="1"/>
                      <a:pt x="1" y="152"/>
                      <a:pt x="1" y="330"/>
                    </a:cubicBezTo>
                    <a:cubicBezTo>
                      <a:pt x="1" y="503"/>
                      <a:pt x="152" y="655"/>
                      <a:pt x="325" y="655"/>
                    </a:cubicBezTo>
                    <a:cubicBezTo>
                      <a:pt x="498" y="655"/>
                      <a:pt x="655" y="503"/>
                      <a:pt x="655" y="330"/>
                    </a:cubicBezTo>
                    <a:cubicBezTo>
                      <a:pt x="655" y="152"/>
                      <a:pt x="498" y="1"/>
                      <a:pt x="32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5" name="Google Shape;2705;p58">
                <a:extLst>
                  <a:ext uri="{FF2B5EF4-FFF2-40B4-BE49-F238E27FC236}">
                    <a16:creationId xmlns:a16="http://schemas.microsoft.com/office/drawing/2014/main" id="{A13D5DE6-052A-6097-84D8-86C1005A03E5}"/>
                  </a:ext>
                </a:extLst>
              </p:cNvPr>
              <p:cNvSpPr/>
              <p:nvPr/>
            </p:nvSpPr>
            <p:spPr>
              <a:xfrm>
                <a:off x="3620439" y="3462156"/>
                <a:ext cx="148151" cy="143441"/>
              </a:xfrm>
              <a:custGeom>
                <a:avLst/>
                <a:gdLst/>
                <a:ahLst/>
                <a:cxnLst/>
                <a:rect l="l" t="t" r="r" b="b"/>
                <a:pathLst>
                  <a:path w="786" h="761" extrusionOk="0">
                    <a:moveTo>
                      <a:pt x="393" y="105"/>
                    </a:moveTo>
                    <a:cubicBezTo>
                      <a:pt x="545" y="105"/>
                      <a:pt x="676" y="236"/>
                      <a:pt x="676" y="393"/>
                    </a:cubicBezTo>
                    <a:cubicBezTo>
                      <a:pt x="676" y="545"/>
                      <a:pt x="545" y="676"/>
                      <a:pt x="393" y="676"/>
                    </a:cubicBezTo>
                    <a:cubicBezTo>
                      <a:pt x="241" y="676"/>
                      <a:pt x="110" y="545"/>
                      <a:pt x="110" y="393"/>
                    </a:cubicBezTo>
                    <a:cubicBezTo>
                      <a:pt x="110" y="236"/>
                      <a:pt x="241" y="105"/>
                      <a:pt x="393" y="105"/>
                    </a:cubicBezTo>
                    <a:close/>
                    <a:moveTo>
                      <a:pt x="393" y="1"/>
                    </a:moveTo>
                    <a:cubicBezTo>
                      <a:pt x="173" y="1"/>
                      <a:pt x="0" y="174"/>
                      <a:pt x="0" y="393"/>
                    </a:cubicBezTo>
                    <a:cubicBezTo>
                      <a:pt x="0" y="608"/>
                      <a:pt x="173" y="760"/>
                      <a:pt x="393" y="760"/>
                    </a:cubicBezTo>
                    <a:cubicBezTo>
                      <a:pt x="613" y="760"/>
                      <a:pt x="786" y="608"/>
                      <a:pt x="786" y="393"/>
                    </a:cubicBezTo>
                    <a:cubicBezTo>
                      <a:pt x="786" y="174"/>
                      <a:pt x="613" y="1"/>
                      <a:pt x="393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6" name="Google Shape;2706;p58">
                <a:extLst>
                  <a:ext uri="{FF2B5EF4-FFF2-40B4-BE49-F238E27FC236}">
                    <a16:creationId xmlns:a16="http://schemas.microsoft.com/office/drawing/2014/main" id="{86DD0935-2CA6-4E2A-63F5-5DD95EA2F37B}"/>
                  </a:ext>
                </a:extLst>
              </p:cNvPr>
              <p:cNvSpPr/>
              <p:nvPr/>
            </p:nvSpPr>
            <p:spPr>
              <a:xfrm>
                <a:off x="3633256" y="3840264"/>
                <a:ext cx="123648" cy="123649"/>
              </a:xfrm>
              <a:custGeom>
                <a:avLst/>
                <a:gdLst/>
                <a:ahLst/>
                <a:cxnLst/>
                <a:rect l="l" t="t" r="r" b="b"/>
                <a:pathLst>
                  <a:path w="656" h="656" extrusionOk="0">
                    <a:moveTo>
                      <a:pt x="325" y="0"/>
                    </a:moveTo>
                    <a:cubicBezTo>
                      <a:pt x="152" y="0"/>
                      <a:pt x="1" y="152"/>
                      <a:pt x="1" y="325"/>
                    </a:cubicBezTo>
                    <a:cubicBezTo>
                      <a:pt x="1" y="524"/>
                      <a:pt x="152" y="655"/>
                      <a:pt x="325" y="655"/>
                    </a:cubicBezTo>
                    <a:cubicBezTo>
                      <a:pt x="498" y="655"/>
                      <a:pt x="655" y="524"/>
                      <a:pt x="655" y="325"/>
                    </a:cubicBezTo>
                    <a:cubicBezTo>
                      <a:pt x="655" y="152"/>
                      <a:pt x="498" y="0"/>
                      <a:pt x="32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7" name="Google Shape;2707;p58">
                <a:extLst>
                  <a:ext uri="{FF2B5EF4-FFF2-40B4-BE49-F238E27FC236}">
                    <a16:creationId xmlns:a16="http://schemas.microsoft.com/office/drawing/2014/main" id="{8E930547-E485-54E7-5F7C-D1EC640F48E9}"/>
                  </a:ext>
                </a:extLst>
              </p:cNvPr>
              <p:cNvSpPr/>
              <p:nvPr/>
            </p:nvSpPr>
            <p:spPr>
              <a:xfrm>
                <a:off x="3620439" y="3832347"/>
                <a:ext cx="148151" cy="143252"/>
              </a:xfrm>
              <a:custGeom>
                <a:avLst/>
                <a:gdLst/>
                <a:ahLst/>
                <a:cxnLst/>
                <a:rect l="l" t="t" r="r" b="b"/>
                <a:pathLst>
                  <a:path w="786" h="760" extrusionOk="0">
                    <a:moveTo>
                      <a:pt x="393" y="105"/>
                    </a:moveTo>
                    <a:cubicBezTo>
                      <a:pt x="545" y="105"/>
                      <a:pt x="676" y="215"/>
                      <a:pt x="676" y="367"/>
                    </a:cubicBezTo>
                    <a:cubicBezTo>
                      <a:pt x="676" y="524"/>
                      <a:pt x="545" y="655"/>
                      <a:pt x="393" y="655"/>
                    </a:cubicBezTo>
                    <a:cubicBezTo>
                      <a:pt x="241" y="655"/>
                      <a:pt x="110" y="524"/>
                      <a:pt x="110" y="367"/>
                    </a:cubicBezTo>
                    <a:cubicBezTo>
                      <a:pt x="110" y="215"/>
                      <a:pt x="241" y="105"/>
                      <a:pt x="393" y="105"/>
                    </a:cubicBezTo>
                    <a:close/>
                    <a:moveTo>
                      <a:pt x="393" y="1"/>
                    </a:moveTo>
                    <a:cubicBezTo>
                      <a:pt x="173" y="1"/>
                      <a:pt x="0" y="173"/>
                      <a:pt x="0" y="367"/>
                    </a:cubicBezTo>
                    <a:cubicBezTo>
                      <a:pt x="0" y="587"/>
                      <a:pt x="173" y="760"/>
                      <a:pt x="393" y="760"/>
                    </a:cubicBezTo>
                    <a:cubicBezTo>
                      <a:pt x="613" y="760"/>
                      <a:pt x="786" y="587"/>
                      <a:pt x="786" y="367"/>
                    </a:cubicBezTo>
                    <a:cubicBezTo>
                      <a:pt x="786" y="173"/>
                      <a:pt x="613" y="1"/>
                      <a:pt x="393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8" name="Google Shape;2708;p58">
                <a:extLst>
                  <a:ext uri="{FF2B5EF4-FFF2-40B4-BE49-F238E27FC236}">
                    <a16:creationId xmlns:a16="http://schemas.microsoft.com/office/drawing/2014/main" id="{E3EE5903-99D1-CA5B-E0B7-4BD691EA1F39}"/>
                  </a:ext>
                </a:extLst>
              </p:cNvPr>
              <p:cNvSpPr/>
              <p:nvPr/>
            </p:nvSpPr>
            <p:spPr>
              <a:xfrm>
                <a:off x="3633256" y="4202539"/>
                <a:ext cx="123648" cy="127419"/>
              </a:xfrm>
              <a:custGeom>
                <a:avLst/>
                <a:gdLst/>
                <a:ahLst/>
                <a:cxnLst/>
                <a:rect l="l" t="t" r="r" b="b"/>
                <a:pathLst>
                  <a:path w="656" h="676" extrusionOk="0">
                    <a:moveTo>
                      <a:pt x="325" y="0"/>
                    </a:moveTo>
                    <a:cubicBezTo>
                      <a:pt x="152" y="0"/>
                      <a:pt x="1" y="152"/>
                      <a:pt x="1" y="325"/>
                    </a:cubicBezTo>
                    <a:cubicBezTo>
                      <a:pt x="1" y="524"/>
                      <a:pt x="152" y="676"/>
                      <a:pt x="325" y="676"/>
                    </a:cubicBezTo>
                    <a:cubicBezTo>
                      <a:pt x="498" y="676"/>
                      <a:pt x="655" y="524"/>
                      <a:pt x="655" y="325"/>
                    </a:cubicBezTo>
                    <a:cubicBezTo>
                      <a:pt x="655" y="152"/>
                      <a:pt x="498" y="0"/>
                      <a:pt x="32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9" name="Google Shape;2709;p58">
                <a:extLst>
                  <a:ext uri="{FF2B5EF4-FFF2-40B4-BE49-F238E27FC236}">
                    <a16:creationId xmlns:a16="http://schemas.microsoft.com/office/drawing/2014/main" id="{30B55DD6-DF8E-C1EA-B64D-BEDA9681981F}"/>
                  </a:ext>
                </a:extLst>
              </p:cNvPr>
              <p:cNvSpPr/>
              <p:nvPr/>
            </p:nvSpPr>
            <p:spPr>
              <a:xfrm>
                <a:off x="3620439" y="4193680"/>
                <a:ext cx="148151" cy="144195"/>
              </a:xfrm>
              <a:custGeom>
                <a:avLst/>
                <a:gdLst/>
                <a:ahLst/>
                <a:cxnLst/>
                <a:rect l="l" t="t" r="r" b="b"/>
                <a:pathLst>
                  <a:path w="786" h="765" extrusionOk="0">
                    <a:moveTo>
                      <a:pt x="393" y="110"/>
                    </a:moveTo>
                    <a:cubicBezTo>
                      <a:pt x="545" y="110"/>
                      <a:pt x="676" y="220"/>
                      <a:pt x="676" y="372"/>
                    </a:cubicBezTo>
                    <a:cubicBezTo>
                      <a:pt x="676" y="545"/>
                      <a:pt x="545" y="655"/>
                      <a:pt x="393" y="655"/>
                    </a:cubicBezTo>
                    <a:cubicBezTo>
                      <a:pt x="241" y="655"/>
                      <a:pt x="110" y="545"/>
                      <a:pt x="110" y="372"/>
                    </a:cubicBezTo>
                    <a:cubicBezTo>
                      <a:pt x="110" y="220"/>
                      <a:pt x="241" y="110"/>
                      <a:pt x="393" y="110"/>
                    </a:cubicBezTo>
                    <a:close/>
                    <a:moveTo>
                      <a:pt x="393" y="0"/>
                    </a:moveTo>
                    <a:cubicBezTo>
                      <a:pt x="173" y="0"/>
                      <a:pt x="0" y="178"/>
                      <a:pt x="0" y="372"/>
                    </a:cubicBezTo>
                    <a:cubicBezTo>
                      <a:pt x="0" y="592"/>
                      <a:pt x="173" y="765"/>
                      <a:pt x="393" y="765"/>
                    </a:cubicBezTo>
                    <a:cubicBezTo>
                      <a:pt x="613" y="765"/>
                      <a:pt x="786" y="592"/>
                      <a:pt x="786" y="372"/>
                    </a:cubicBezTo>
                    <a:cubicBezTo>
                      <a:pt x="786" y="178"/>
                      <a:pt x="613" y="0"/>
                      <a:pt x="393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0" name="Google Shape;2710;p58">
                <a:extLst>
                  <a:ext uri="{FF2B5EF4-FFF2-40B4-BE49-F238E27FC236}">
                    <a16:creationId xmlns:a16="http://schemas.microsoft.com/office/drawing/2014/main" id="{339B46C8-6FFE-1360-7C28-23A20C46B72D}"/>
                  </a:ext>
                </a:extLst>
              </p:cNvPr>
              <p:cNvSpPr/>
              <p:nvPr/>
            </p:nvSpPr>
            <p:spPr>
              <a:xfrm>
                <a:off x="3809868" y="3198649"/>
                <a:ext cx="53530" cy="53531"/>
              </a:xfrm>
              <a:custGeom>
                <a:avLst/>
                <a:gdLst/>
                <a:ahLst/>
                <a:cxnLst/>
                <a:rect l="l" t="t" r="r" b="b"/>
                <a:pathLst>
                  <a:path w="284" h="284" extrusionOk="0">
                    <a:moveTo>
                      <a:pt x="132" y="0"/>
                    </a:moveTo>
                    <a:cubicBezTo>
                      <a:pt x="64" y="0"/>
                      <a:pt x="1" y="63"/>
                      <a:pt x="1" y="152"/>
                    </a:cubicBezTo>
                    <a:cubicBezTo>
                      <a:pt x="1" y="220"/>
                      <a:pt x="64" y="283"/>
                      <a:pt x="132" y="283"/>
                    </a:cubicBezTo>
                    <a:cubicBezTo>
                      <a:pt x="216" y="283"/>
                      <a:pt x="284" y="220"/>
                      <a:pt x="284" y="152"/>
                    </a:cubicBezTo>
                    <a:cubicBezTo>
                      <a:pt x="284" y="63"/>
                      <a:pt x="216" y="0"/>
                      <a:pt x="13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1" name="Google Shape;2711;p58">
                <a:extLst>
                  <a:ext uri="{FF2B5EF4-FFF2-40B4-BE49-F238E27FC236}">
                    <a16:creationId xmlns:a16="http://schemas.microsoft.com/office/drawing/2014/main" id="{B386FBDC-1F9B-F3FE-BA0F-DD4B336B3548}"/>
                  </a:ext>
                </a:extLst>
              </p:cNvPr>
              <p:cNvSpPr/>
              <p:nvPr/>
            </p:nvSpPr>
            <p:spPr>
              <a:xfrm>
                <a:off x="3799489" y="3190733"/>
                <a:ext cx="74264" cy="74265"/>
              </a:xfrm>
              <a:custGeom>
                <a:avLst/>
                <a:gdLst/>
                <a:ahLst/>
                <a:cxnLst/>
                <a:rect l="l" t="t" r="r" b="b"/>
                <a:pathLst>
                  <a:path w="394" h="394" extrusionOk="0">
                    <a:moveTo>
                      <a:pt x="200" y="105"/>
                    </a:moveTo>
                    <a:cubicBezTo>
                      <a:pt x="263" y="105"/>
                      <a:pt x="284" y="131"/>
                      <a:pt x="284" y="194"/>
                    </a:cubicBezTo>
                    <a:cubicBezTo>
                      <a:pt x="284" y="236"/>
                      <a:pt x="263" y="283"/>
                      <a:pt x="200" y="283"/>
                    </a:cubicBezTo>
                    <a:cubicBezTo>
                      <a:pt x="153" y="283"/>
                      <a:pt x="111" y="236"/>
                      <a:pt x="111" y="194"/>
                    </a:cubicBezTo>
                    <a:cubicBezTo>
                      <a:pt x="111" y="131"/>
                      <a:pt x="153" y="105"/>
                      <a:pt x="200" y="105"/>
                    </a:cubicBezTo>
                    <a:close/>
                    <a:moveTo>
                      <a:pt x="200" y="1"/>
                    </a:moveTo>
                    <a:cubicBezTo>
                      <a:pt x="90" y="1"/>
                      <a:pt x="1" y="84"/>
                      <a:pt x="1" y="194"/>
                    </a:cubicBezTo>
                    <a:cubicBezTo>
                      <a:pt x="1" y="304"/>
                      <a:pt x="90" y="393"/>
                      <a:pt x="200" y="393"/>
                    </a:cubicBezTo>
                    <a:cubicBezTo>
                      <a:pt x="310" y="393"/>
                      <a:pt x="394" y="304"/>
                      <a:pt x="394" y="194"/>
                    </a:cubicBezTo>
                    <a:cubicBezTo>
                      <a:pt x="394" y="84"/>
                      <a:pt x="310" y="1"/>
                      <a:pt x="200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2" name="Google Shape;2712;p58">
                <a:extLst>
                  <a:ext uri="{FF2B5EF4-FFF2-40B4-BE49-F238E27FC236}">
                    <a16:creationId xmlns:a16="http://schemas.microsoft.com/office/drawing/2014/main" id="{35AF74CC-0027-39D9-3548-3AAB642BA004}"/>
                  </a:ext>
                </a:extLst>
              </p:cNvPr>
              <p:cNvSpPr/>
              <p:nvPr/>
            </p:nvSpPr>
            <p:spPr>
              <a:xfrm>
                <a:off x="3809868" y="3544148"/>
                <a:ext cx="53530" cy="57489"/>
              </a:xfrm>
              <a:custGeom>
                <a:avLst/>
                <a:gdLst/>
                <a:ahLst/>
                <a:cxnLst/>
                <a:rect l="l" t="t" r="r" b="b"/>
                <a:pathLst>
                  <a:path w="284" h="305" extrusionOk="0">
                    <a:moveTo>
                      <a:pt x="132" y="0"/>
                    </a:moveTo>
                    <a:cubicBezTo>
                      <a:pt x="64" y="0"/>
                      <a:pt x="1" y="63"/>
                      <a:pt x="1" y="152"/>
                    </a:cubicBezTo>
                    <a:cubicBezTo>
                      <a:pt x="1" y="241"/>
                      <a:pt x="64" y="304"/>
                      <a:pt x="132" y="304"/>
                    </a:cubicBezTo>
                    <a:cubicBezTo>
                      <a:pt x="216" y="304"/>
                      <a:pt x="284" y="241"/>
                      <a:pt x="284" y="152"/>
                    </a:cubicBezTo>
                    <a:cubicBezTo>
                      <a:pt x="284" y="63"/>
                      <a:pt x="216" y="0"/>
                      <a:pt x="13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3" name="Google Shape;2713;p58">
                <a:extLst>
                  <a:ext uri="{FF2B5EF4-FFF2-40B4-BE49-F238E27FC236}">
                    <a16:creationId xmlns:a16="http://schemas.microsoft.com/office/drawing/2014/main" id="{91A34B68-5A40-7B82-7C3B-08F668CBD23F}"/>
                  </a:ext>
                </a:extLst>
              </p:cNvPr>
              <p:cNvSpPr/>
              <p:nvPr/>
            </p:nvSpPr>
            <p:spPr>
              <a:xfrm>
                <a:off x="3799489" y="3536232"/>
                <a:ext cx="74264" cy="74265"/>
              </a:xfrm>
              <a:custGeom>
                <a:avLst/>
                <a:gdLst/>
                <a:ahLst/>
                <a:cxnLst/>
                <a:rect l="l" t="t" r="r" b="b"/>
                <a:pathLst>
                  <a:path w="394" h="394" extrusionOk="0">
                    <a:moveTo>
                      <a:pt x="200" y="105"/>
                    </a:moveTo>
                    <a:cubicBezTo>
                      <a:pt x="263" y="105"/>
                      <a:pt x="284" y="152"/>
                      <a:pt x="284" y="194"/>
                    </a:cubicBezTo>
                    <a:cubicBezTo>
                      <a:pt x="284" y="236"/>
                      <a:pt x="263" y="283"/>
                      <a:pt x="200" y="283"/>
                    </a:cubicBezTo>
                    <a:cubicBezTo>
                      <a:pt x="153" y="283"/>
                      <a:pt x="111" y="236"/>
                      <a:pt x="111" y="194"/>
                    </a:cubicBezTo>
                    <a:cubicBezTo>
                      <a:pt x="111" y="152"/>
                      <a:pt x="153" y="105"/>
                      <a:pt x="200" y="105"/>
                    </a:cubicBezTo>
                    <a:close/>
                    <a:moveTo>
                      <a:pt x="200" y="0"/>
                    </a:moveTo>
                    <a:cubicBezTo>
                      <a:pt x="90" y="0"/>
                      <a:pt x="1" y="84"/>
                      <a:pt x="1" y="194"/>
                    </a:cubicBezTo>
                    <a:cubicBezTo>
                      <a:pt x="1" y="304"/>
                      <a:pt x="90" y="393"/>
                      <a:pt x="200" y="393"/>
                    </a:cubicBezTo>
                    <a:cubicBezTo>
                      <a:pt x="310" y="393"/>
                      <a:pt x="394" y="304"/>
                      <a:pt x="394" y="194"/>
                    </a:cubicBezTo>
                    <a:cubicBezTo>
                      <a:pt x="394" y="84"/>
                      <a:pt x="310" y="0"/>
                      <a:pt x="200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4" name="Google Shape;2714;p58">
                <a:extLst>
                  <a:ext uri="{FF2B5EF4-FFF2-40B4-BE49-F238E27FC236}">
                    <a16:creationId xmlns:a16="http://schemas.microsoft.com/office/drawing/2014/main" id="{4E99EBB0-F807-BC99-EF93-CE3BEEBBC08C}"/>
                  </a:ext>
                </a:extLst>
              </p:cNvPr>
              <p:cNvSpPr/>
              <p:nvPr/>
            </p:nvSpPr>
            <p:spPr>
              <a:xfrm>
                <a:off x="3809868" y="3914340"/>
                <a:ext cx="53530" cy="53343"/>
              </a:xfrm>
              <a:custGeom>
                <a:avLst/>
                <a:gdLst/>
                <a:ahLst/>
                <a:cxnLst/>
                <a:rect l="l" t="t" r="r" b="b"/>
                <a:pathLst>
                  <a:path w="284" h="283" extrusionOk="0">
                    <a:moveTo>
                      <a:pt x="132" y="0"/>
                    </a:moveTo>
                    <a:cubicBezTo>
                      <a:pt x="64" y="0"/>
                      <a:pt x="1" y="63"/>
                      <a:pt x="1" y="131"/>
                    </a:cubicBezTo>
                    <a:cubicBezTo>
                      <a:pt x="1" y="220"/>
                      <a:pt x="64" y="283"/>
                      <a:pt x="132" y="283"/>
                    </a:cubicBezTo>
                    <a:cubicBezTo>
                      <a:pt x="216" y="283"/>
                      <a:pt x="284" y="220"/>
                      <a:pt x="284" y="131"/>
                    </a:cubicBezTo>
                    <a:cubicBezTo>
                      <a:pt x="284" y="63"/>
                      <a:pt x="216" y="0"/>
                      <a:pt x="13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5" name="Google Shape;2715;p58">
                <a:extLst>
                  <a:ext uri="{FF2B5EF4-FFF2-40B4-BE49-F238E27FC236}">
                    <a16:creationId xmlns:a16="http://schemas.microsoft.com/office/drawing/2014/main" id="{85EE5526-D7C3-4E9D-2C19-1E4300FB88A5}"/>
                  </a:ext>
                </a:extLst>
              </p:cNvPr>
              <p:cNvSpPr/>
              <p:nvPr/>
            </p:nvSpPr>
            <p:spPr>
              <a:xfrm>
                <a:off x="3799489" y="3901523"/>
                <a:ext cx="74264" cy="74077"/>
              </a:xfrm>
              <a:custGeom>
                <a:avLst/>
                <a:gdLst/>
                <a:ahLst/>
                <a:cxnLst/>
                <a:rect l="l" t="t" r="r" b="b"/>
                <a:pathLst>
                  <a:path w="394" h="393" extrusionOk="0">
                    <a:moveTo>
                      <a:pt x="200" y="110"/>
                    </a:moveTo>
                    <a:cubicBezTo>
                      <a:pt x="263" y="110"/>
                      <a:pt x="284" y="157"/>
                      <a:pt x="284" y="199"/>
                    </a:cubicBezTo>
                    <a:cubicBezTo>
                      <a:pt x="284" y="262"/>
                      <a:pt x="263" y="288"/>
                      <a:pt x="200" y="288"/>
                    </a:cubicBezTo>
                    <a:cubicBezTo>
                      <a:pt x="153" y="288"/>
                      <a:pt x="111" y="262"/>
                      <a:pt x="111" y="199"/>
                    </a:cubicBezTo>
                    <a:cubicBezTo>
                      <a:pt x="111" y="157"/>
                      <a:pt x="153" y="110"/>
                      <a:pt x="200" y="110"/>
                    </a:cubicBezTo>
                    <a:close/>
                    <a:moveTo>
                      <a:pt x="200" y="0"/>
                    </a:moveTo>
                    <a:cubicBezTo>
                      <a:pt x="90" y="0"/>
                      <a:pt x="1" y="89"/>
                      <a:pt x="1" y="199"/>
                    </a:cubicBezTo>
                    <a:cubicBezTo>
                      <a:pt x="1" y="309"/>
                      <a:pt x="90" y="393"/>
                      <a:pt x="200" y="393"/>
                    </a:cubicBezTo>
                    <a:cubicBezTo>
                      <a:pt x="310" y="393"/>
                      <a:pt x="394" y="309"/>
                      <a:pt x="394" y="199"/>
                    </a:cubicBezTo>
                    <a:cubicBezTo>
                      <a:pt x="394" y="89"/>
                      <a:pt x="310" y="0"/>
                      <a:pt x="200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6" name="Google Shape;2716;p58">
                <a:extLst>
                  <a:ext uri="{FF2B5EF4-FFF2-40B4-BE49-F238E27FC236}">
                    <a16:creationId xmlns:a16="http://schemas.microsoft.com/office/drawing/2014/main" id="{92DBE579-9E26-2492-F1B2-0564062A3AF5}"/>
                  </a:ext>
                </a:extLst>
              </p:cNvPr>
              <p:cNvSpPr/>
              <p:nvPr/>
            </p:nvSpPr>
            <p:spPr>
              <a:xfrm>
                <a:off x="3809868" y="4276615"/>
                <a:ext cx="53530" cy="53343"/>
              </a:xfrm>
              <a:custGeom>
                <a:avLst/>
                <a:gdLst/>
                <a:ahLst/>
                <a:cxnLst/>
                <a:rect l="l" t="t" r="r" b="b"/>
                <a:pathLst>
                  <a:path w="284" h="283" extrusionOk="0">
                    <a:moveTo>
                      <a:pt x="132" y="0"/>
                    </a:moveTo>
                    <a:cubicBezTo>
                      <a:pt x="64" y="0"/>
                      <a:pt x="1" y="63"/>
                      <a:pt x="1" y="131"/>
                    </a:cubicBezTo>
                    <a:cubicBezTo>
                      <a:pt x="1" y="215"/>
                      <a:pt x="64" y="283"/>
                      <a:pt x="132" y="283"/>
                    </a:cubicBezTo>
                    <a:cubicBezTo>
                      <a:pt x="216" y="283"/>
                      <a:pt x="284" y="215"/>
                      <a:pt x="284" y="131"/>
                    </a:cubicBezTo>
                    <a:cubicBezTo>
                      <a:pt x="284" y="63"/>
                      <a:pt x="216" y="0"/>
                      <a:pt x="13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7" name="Google Shape;2717;p58">
                <a:extLst>
                  <a:ext uri="{FF2B5EF4-FFF2-40B4-BE49-F238E27FC236}">
                    <a16:creationId xmlns:a16="http://schemas.microsoft.com/office/drawing/2014/main" id="{AF4AFB6C-67BF-546C-B32C-AA52EB955833}"/>
                  </a:ext>
                </a:extLst>
              </p:cNvPr>
              <p:cNvSpPr/>
              <p:nvPr/>
            </p:nvSpPr>
            <p:spPr>
              <a:xfrm>
                <a:off x="3799489" y="4263797"/>
                <a:ext cx="74264" cy="78035"/>
              </a:xfrm>
              <a:custGeom>
                <a:avLst/>
                <a:gdLst/>
                <a:ahLst/>
                <a:cxnLst/>
                <a:rect l="l" t="t" r="r" b="b"/>
                <a:pathLst>
                  <a:path w="394" h="414" extrusionOk="0">
                    <a:moveTo>
                      <a:pt x="200" y="110"/>
                    </a:moveTo>
                    <a:cubicBezTo>
                      <a:pt x="263" y="110"/>
                      <a:pt x="284" y="152"/>
                      <a:pt x="284" y="199"/>
                    </a:cubicBezTo>
                    <a:cubicBezTo>
                      <a:pt x="284" y="262"/>
                      <a:pt x="263" y="304"/>
                      <a:pt x="200" y="304"/>
                    </a:cubicBezTo>
                    <a:cubicBezTo>
                      <a:pt x="153" y="304"/>
                      <a:pt x="111" y="262"/>
                      <a:pt x="111" y="199"/>
                    </a:cubicBezTo>
                    <a:cubicBezTo>
                      <a:pt x="111" y="152"/>
                      <a:pt x="153" y="110"/>
                      <a:pt x="200" y="110"/>
                    </a:cubicBezTo>
                    <a:close/>
                    <a:moveTo>
                      <a:pt x="200" y="0"/>
                    </a:moveTo>
                    <a:cubicBezTo>
                      <a:pt x="90" y="0"/>
                      <a:pt x="1" y="89"/>
                      <a:pt x="1" y="199"/>
                    </a:cubicBezTo>
                    <a:cubicBezTo>
                      <a:pt x="1" y="304"/>
                      <a:pt x="90" y="414"/>
                      <a:pt x="200" y="414"/>
                    </a:cubicBezTo>
                    <a:cubicBezTo>
                      <a:pt x="310" y="414"/>
                      <a:pt x="394" y="304"/>
                      <a:pt x="394" y="199"/>
                    </a:cubicBezTo>
                    <a:cubicBezTo>
                      <a:pt x="394" y="89"/>
                      <a:pt x="310" y="0"/>
                      <a:pt x="200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8" name="Google Shape;2718;p58">
                <a:extLst>
                  <a:ext uri="{FF2B5EF4-FFF2-40B4-BE49-F238E27FC236}">
                    <a16:creationId xmlns:a16="http://schemas.microsoft.com/office/drawing/2014/main" id="{B05CE4D2-3DFA-2964-BF14-6D55E0F7E105}"/>
                  </a:ext>
                </a:extLst>
              </p:cNvPr>
              <p:cNvSpPr/>
              <p:nvPr/>
            </p:nvSpPr>
            <p:spPr>
              <a:xfrm>
                <a:off x="3879985" y="3198649"/>
                <a:ext cx="57489" cy="53531"/>
              </a:xfrm>
              <a:custGeom>
                <a:avLst/>
                <a:gdLst/>
                <a:ahLst/>
                <a:cxnLst/>
                <a:rect l="l" t="t" r="r" b="b"/>
                <a:pathLst>
                  <a:path w="305" h="284" extrusionOk="0">
                    <a:moveTo>
                      <a:pt x="153" y="0"/>
                    </a:moveTo>
                    <a:cubicBezTo>
                      <a:pt x="64" y="0"/>
                      <a:pt x="1" y="63"/>
                      <a:pt x="1" y="152"/>
                    </a:cubicBezTo>
                    <a:cubicBezTo>
                      <a:pt x="1" y="220"/>
                      <a:pt x="64" y="283"/>
                      <a:pt x="153" y="283"/>
                    </a:cubicBezTo>
                    <a:cubicBezTo>
                      <a:pt x="236" y="283"/>
                      <a:pt x="304" y="220"/>
                      <a:pt x="304" y="152"/>
                    </a:cubicBezTo>
                    <a:cubicBezTo>
                      <a:pt x="304" y="63"/>
                      <a:pt x="236" y="0"/>
                      <a:pt x="1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9" name="Google Shape;2719;p58">
                <a:extLst>
                  <a:ext uri="{FF2B5EF4-FFF2-40B4-BE49-F238E27FC236}">
                    <a16:creationId xmlns:a16="http://schemas.microsoft.com/office/drawing/2014/main" id="{9E5A5FBF-51AA-B6B6-C28F-2BBFC734D3DB}"/>
                  </a:ext>
                </a:extLst>
              </p:cNvPr>
              <p:cNvSpPr/>
              <p:nvPr/>
            </p:nvSpPr>
            <p:spPr>
              <a:xfrm>
                <a:off x="3873564" y="3190733"/>
                <a:ext cx="74264" cy="74265"/>
              </a:xfrm>
              <a:custGeom>
                <a:avLst/>
                <a:gdLst/>
                <a:ahLst/>
                <a:cxnLst/>
                <a:rect l="l" t="t" r="r" b="b"/>
                <a:pathLst>
                  <a:path w="394" h="394" extrusionOk="0">
                    <a:moveTo>
                      <a:pt x="200" y="105"/>
                    </a:moveTo>
                    <a:cubicBezTo>
                      <a:pt x="242" y="105"/>
                      <a:pt x="283" y="131"/>
                      <a:pt x="283" y="194"/>
                    </a:cubicBezTo>
                    <a:cubicBezTo>
                      <a:pt x="283" y="236"/>
                      <a:pt x="242" y="283"/>
                      <a:pt x="200" y="283"/>
                    </a:cubicBezTo>
                    <a:cubicBezTo>
                      <a:pt x="152" y="283"/>
                      <a:pt x="111" y="236"/>
                      <a:pt x="111" y="194"/>
                    </a:cubicBezTo>
                    <a:cubicBezTo>
                      <a:pt x="111" y="131"/>
                      <a:pt x="152" y="105"/>
                      <a:pt x="200" y="105"/>
                    </a:cubicBezTo>
                    <a:close/>
                    <a:moveTo>
                      <a:pt x="200" y="1"/>
                    </a:moveTo>
                    <a:cubicBezTo>
                      <a:pt x="90" y="1"/>
                      <a:pt x="1" y="84"/>
                      <a:pt x="1" y="194"/>
                    </a:cubicBezTo>
                    <a:cubicBezTo>
                      <a:pt x="1" y="304"/>
                      <a:pt x="90" y="393"/>
                      <a:pt x="200" y="393"/>
                    </a:cubicBezTo>
                    <a:cubicBezTo>
                      <a:pt x="310" y="393"/>
                      <a:pt x="393" y="304"/>
                      <a:pt x="393" y="194"/>
                    </a:cubicBezTo>
                    <a:cubicBezTo>
                      <a:pt x="393" y="84"/>
                      <a:pt x="310" y="1"/>
                      <a:pt x="200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0" name="Google Shape;2720;p58">
                <a:extLst>
                  <a:ext uri="{FF2B5EF4-FFF2-40B4-BE49-F238E27FC236}">
                    <a16:creationId xmlns:a16="http://schemas.microsoft.com/office/drawing/2014/main" id="{5BD32EA8-FD54-2CF7-A30F-C7B083BBC5BB}"/>
                  </a:ext>
                </a:extLst>
              </p:cNvPr>
              <p:cNvSpPr/>
              <p:nvPr/>
            </p:nvSpPr>
            <p:spPr>
              <a:xfrm>
                <a:off x="3879985" y="3544148"/>
                <a:ext cx="57489" cy="57489"/>
              </a:xfrm>
              <a:custGeom>
                <a:avLst/>
                <a:gdLst/>
                <a:ahLst/>
                <a:cxnLst/>
                <a:rect l="l" t="t" r="r" b="b"/>
                <a:pathLst>
                  <a:path w="305" h="305" extrusionOk="0">
                    <a:moveTo>
                      <a:pt x="153" y="0"/>
                    </a:moveTo>
                    <a:cubicBezTo>
                      <a:pt x="64" y="0"/>
                      <a:pt x="1" y="63"/>
                      <a:pt x="1" y="152"/>
                    </a:cubicBezTo>
                    <a:cubicBezTo>
                      <a:pt x="1" y="241"/>
                      <a:pt x="64" y="304"/>
                      <a:pt x="153" y="304"/>
                    </a:cubicBezTo>
                    <a:cubicBezTo>
                      <a:pt x="236" y="304"/>
                      <a:pt x="304" y="241"/>
                      <a:pt x="304" y="152"/>
                    </a:cubicBezTo>
                    <a:cubicBezTo>
                      <a:pt x="304" y="63"/>
                      <a:pt x="236" y="0"/>
                      <a:pt x="1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1" name="Google Shape;2721;p58">
                <a:extLst>
                  <a:ext uri="{FF2B5EF4-FFF2-40B4-BE49-F238E27FC236}">
                    <a16:creationId xmlns:a16="http://schemas.microsoft.com/office/drawing/2014/main" id="{B028FC14-D611-F9D1-6873-6535E3D17058}"/>
                  </a:ext>
                </a:extLst>
              </p:cNvPr>
              <p:cNvSpPr/>
              <p:nvPr/>
            </p:nvSpPr>
            <p:spPr>
              <a:xfrm>
                <a:off x="3873564" y="3536232"/>
                <a:ext cx="74264" cy="74265"/>
              </a:xfrm>
              <a:custGeom>
                <a:avLst/>
                <a:gdLst/>
                <a:ahLst/>
                <a:cxnLst/>
                <a:rect l="l" t="t" r="r" b="b"/>
                <a:pathLst>
                  <a:path w="394" h="394" extrusionOk="0">
                    <a:moveTo>
                      <a:pt x="200" y="105"/>
                    </a:moveTo>
                    <a:cubicBezTo>
                      <a:pt x="242" y="105"/>
                      <a:pt x="283" y="152"/>
                      <a:pt x="283" y="194"/>
                    </a:cubicBezTo>
                    <a:cubicBezTo>
                      <a:pt x="283" y="236"/>
                      <a:pt x="242" y="283"/>
                      <a:pt x="200" y="283"/>
                    </a:cubicBezTo>
                    <a:cubicBezTo>
                      <a:pt x="152" y="283"/>
                      <a:pt x="111" y="236"/>
                      <a:pt x="111" y="194"/>
                    </a:cubicBezTo>
                    <a:cubicBezTo>
                      <a:pt x="111" y="152"/>
                      <a:pt x="152" y="105"/>
                      <a:pt x="200" y="105"/>
                    </a:cubicBezTo>
                    <a:close/>
                    <a:moveTo>
                      <a:pt x="200" y="0"/>
                    </a:moveTo>
                    <a:cubicBezTo>
                      <a:pt x="90" y="0"/>
                      <a:pt x="1" y="84"/>
                      <a:pt x="1" y="194"/>
                    </a:cubicBezTo>
                    <a:cubicBezTo>
                      <a:pt x="1" y="304"/>
                      <a:pt x="90" y="393"/>
                      <a:pt x="200" y="393"/>
                    </a:cubicBezTo>
                    <a:cubicBezTo>
                      <a:pt x="310" y="393"/>
                      <a:pt x="393" y="304"/>
                      <a:pt x="393" y="194"/>
                    </a:cubicBezTo>
                    <a:cubicBezTo>
                      <a:pt x="393" y="84"/>
                      <a:pt x="310" y="0"/>
                      <a:pt x="200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2" name="Google Shape;2722;p58">
                <a:extLst>
                  <a:ext uri="{FF2B5EF4-FFF2-40B4-BE49-F238E27FC236}">
                    <a16:creationId xmlns:a16="http://schemas.microsoft.com/office/drawing/2014/main" id="{0B3B27C8-B0CE-C202-B104-046C564FEE69}"/>
                  </a:ext>
                </a:extLst>
              </p:cNvPr>
              <p:cNvSpPr/>
              <p:nvPr/>
            </p:nvSpPr>
            <p:spPr>
              <a:xfrm>
                <a:off x="3879985" y="3914340"/>
                <a:ext cx="57489" cy="53343"/>
              </a:xfrm>
              <a:custGeom>
                <a:avLst/>
                <a:gdLst/>
                <a:ahLst/>
                <a:cxnLst/>
                <a:rect l="l" t="t" r="r" b="b"/>
                <a:pathLst>
                  <a:path w="305" h="283" extrusionOk="0">
                    <a:moveTo>
                      <a:pt x="153" y="0"/>
                    </a:moveTo>
                    <a:cubicBezTo>
                      <a:pt x="64" y="0"/>
                      <a:pt x="1" y="63"/>
                      <a:pt x="1" y="131"/>
                    </a:cubicBezTo>
                    <a:cubicBezTo>
                      <a:pt x="1" y="220"/>
                      <a:pt x="64" y="283"/>
                      <a:pt x="153" y="283"/>
                    </a:cubicBezTo>
                    <a:cubicBezTo>
                      <a:pt x="236" y="283"/>
                      <a:pt x="304" y="220"/>
                      <a:pt x="304" y="131"/>
                    </a:cubicBezTo>
                    <a:cubicBezTo>
                      <a:pt x="304" y="63"/>
                      <a:pt x="236" y="0"/>
                      <a:pt x="1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3" name="Google Shape;2723;p58">
                <a:extLst>
                  <a:ext uri="{FF2B5EF4-FFF2-40B4-BE49-F238E27FC236}">
                    <a16:creationId xmlns:a16="http://schemas.microsoft.com/office/drawing/2014/main" id="{72DF2979-FD0A-56D2-DFE8-4A5BD34A08A8}"/>
                  </a:ext>
                </a:extLst>
              </p:cNvPr>
              <p:cNvSpPr/>
              <p:nvPr/>
            </p:nvSpPr>
            <p:spPr>
              <a:xfrm>
                <a:off x="3873564" y="3901523"/>
                <a:ext cx="74264" cy="74077"/>
              </a:xfrm>
              <a:custGeom>
                <a:avLst/>
                <a:gdLst/>
                <a:ahLst/>
                <a:cxnLst/>
                <a:rect l="l" t="t" r="r" b="b"/>
                <a:pathLst>
                  <a:path w="394" h="393" extrusionOk="0">
                    <a:moveTo>
                      <a:pt x="200" y="110"/>
                    </a:moveTo>
                    <a:cubicBezTo>
                      <a:pt x="242" y="110"/>
                      <a:pt x="283" y="157"/>
                      <a:pt x="283" y="199"/>
                    </a:cubicBezTo>
                    <a:cubicBezTo>
                      <a:pt x="283" y="262"/>
                      <a:pt x="242" y="288"/>
                      <a:pt x="200" y="288"/>
                    </a:cubicBezTo>
                    <a:cubicBezTo>
                      <a:pt x="152" y="288"/>
                      <a:pt x="111" y="262"/>
                      <a:pt x="111" y="199"/>
                    </a:cubicBezTo>
                    <a:cubicBezTo>
                      <a:pt x="111" y="157"/>
                      <a:pt x="152" y="110"/>
                      <a:pt x="200" y="110"/>
                    </a:cubicBezTo>
                    <a:close/>
                    <a:moveTo>
                      <a:pt x="200" y="0"/>
                    </a:moveTo>
                    <a:cubicBezTo>
                      <a:pt x="90" y="0"/>
                      <a:pt x="1" y="89"/>
                      <a:pt x="1" y="199"/>
                    </a:cubicBezTo>
                    <a:cubicBezTo>
                      <a:pt x="1" y="309"/>
                      <a:pt x="90" y="393"/>
                      <a:pt x="200" y="393"/>
                    </a:cubicBezTo>
                    <a:cubicBezTo>
                      <a:pt x="310" y="393"/>
                      <a:pt x="393" y="309"/>
                      <a:pt x="393" y="199"/>
                    </a:cubicBezTo>
                    <a:cubicBezTo>
                      <a:pt x="393" y="89"/>
                      <a:pt x="310" y="0"/>
                      <a:pt x="200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4" name="Google Shape;2724;p58">
                <a:extLst>
                  <a:ext uri="{FF2B5EF4-FFF2-40B4-BE49-F238E27FC236}">
                    <a16:creationId xmlns:a16="http://schemas.microsoft.com/office/drawing/2014/main" id="{98FC9E5A-DCBF-1E12-5CC5-F24D44D31A39}"/>
                  </a:ext>
                </a:extLst>
              </p:cNvPr>
              <p:cNvSpPr/>
              <p:nvPr/>
            </p:nvSpPr>
            <p:spPr>
              <a:xfrm>
                <a:off x="3879985" y="4276615"/>
                <a:ext cx="57489" cy="53343"/>
              </a:xfrm>
              <a:custGeom>
                <a:avLst/>
                <a:gdLst/>
                <a:ahLst/>
                <a:cxnLst/>
                <a:rect l="l" t="t" r="r" b="b"/>
                <a:pathLst>
                  <a:path w="305" h="283" extrusionOk="0">
                    <a:moveTo>
                      <a:pt x="153" y="0"/>
                    </a:moveTo>
                    <a:cubicBezTo>
                      <a:pt x="64" y="0"/>
                      <a:pt x="1" y="63"/>
                      <a:pt x="1" y="131"/>
                    </a:cubicBezTo>
                    <a:cubicBezTo>
                      <a:pt x="1" y="215"/>
                      <a:pt x="64" y="283"/>
                      <a:pt x="153" y="283"/>
                    </a:cubicBezTo>
                    <a:cubicBezTo>
                      <a:pt x="236" y="283"/>
                      <a:pt x="304" y="215"/>
                      <a:pt x="304" y="131"/>
                    </a:cubicBezTo>
                    <a:cubicBezTo>
                      <a:pt x="304" y="63"/>
                      <a:pt x="236" y="0"/>
                      <a:pt x="1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5" name="Google Shape;2725;p58">
                <a:extLst>
                  <a:ext uri="{FF2B5EF4-FFF2-40B4-BE49-F238E27FC236}">
                    <a16:creationId xmlns:a16="http://schemas.microsoft.com/office/drawing/2014/main" id="{4D6FF891-0CD1-DA8F-0B4A-8AC5EE8CBF68}"/>
                  </a:ext>
                </a:extLst>
              </p:cNvPr>
              <p:cNvSpPr/>
              <p:nvPr/>
            </p:nvSpPr>
            <p:spPr>
              <a:xfrm>
                <a:off x="3873564" y="4263797"/>
                <a:ext cx="74264" cy="78035"/>
              </a:xfrm>
              <a:custGeom>
                <a:avLst/>
                <a:gdLst/>
                <a:ahLst/>
                <a:cxnLst/>
                <a:rect l="l" t="t" r="r" b="b"/>
                <a:pathLst>
                  <a:path w="394" h="414" extrusionOk="0">
                    <a:moveTo>
                      <a:pt x="200" y="110"/>
                    </a:moveTo>
                    <a:cubicBezTo>
                      <a:pt x="242" y="110"/>
                      <a:pt x="283" y="152"/>
                      <a:pt x="283" y="199"/>
                    </a:cubicBezTo>
                    <a:cubicBezTo>
                      <a:pt x="283" y="262"/>
                      <a:pt x="242" y="304"/>
                      <a:pt x="200" y="304"/>
                    </a:cubicBezTo>
                    <a:cubicBezTo>
                      <a:pt x="152" y="304"/>
                      <a:pt x="111" y="262"/>
                      <a:pt x="111" y="199"/>
                    </a:cubicBezTo>
                    <a:cubicBezTo>
                      <a:pt x="111" y="152"/>
                      <a:pt x="152" y="110"/>
                      <a:pt x="200" y="110"/>
                    </a:cubicBezTo>
                    <a:close/>
                    <a:moveTo>
                      <a:pt x="200" y="0"/>
                    </a:moveTo>
                    <a:cubicBezTo>
                      <a:pt x="90" y="0"/>
                      <a:pt x="1" y="89"/>
                      <a:pt x="1" y="199"/>
                    </a:cubicBezTo>
                    <a:cubicBezTo>
                      <a:pt x="1" y="304"/>
                      <a:pt x="90" y="414"/>
                      <a:pt x="200" y="414"/>
                    </a:cubicBezTo>
                    <a:cubicBezTo>
                      <a:pt x="310" y="414"/>
                      <a:pt x="393" y="304"/>
                      <a:pt x="393" y="199"/>
                    </a:cubicBezTo>
                    <a:cubicBezTo>
                      <a:pt x="393" y="89"/>
                      <a:pt x="310" y="0"/>
                      <a:pt x="200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6" name="Google Shape;2726;p58">
                <a:extLst>
                  <a:ext uri="{FF2B5EF4-FFF2-40B4-BE49-F238E27FC236}">
                    <a16:creationId xmlns:a16="http://schemas.microsoft.com/office/drawing/2014/main" id="{8519C935-A7B0-C1AB-0FF8-FFFF3D1871B5}"/>
                  </a:ext>
                </a:extLst>
              </p:cNvPr>
              <p:cNvSpPr/>
              <p:nvPr/>
            </p:nvSpPr>
            <p:spPr>
              <a:xfrm>
                <a:off x="4028136" y="2454308"/>
                <a:ext cx="19980" cy="46029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2442" extrusionOk="0">
                    <a:moveTo>
                      <a:pt x="63" y="1"/>
                    </a:moveTo>
                    <a:cubicBezTo>
                      <a:pt x="21" y="1"/>
                      <a:pt x="0" y="22"/>
                      <a:pt x="0" y="43"/>
                    </a:cubicBezTo>
                    <a:lnTo>
                      <a:pt x="0" y="2399"/>
                    </a:lnTo>
                    <a:cubicBezTo>
                      <a:pt x="0" y="2420"/>
                      <a:pt x="21" y="2441"/>
                      <a:pt x="63" y="2441"/>
                    </a:cubicBezTo>
                    <a:cubicBezTo>
                      <a:pt x="84" y="2441"/>
                      <a:pt x="105" y="2420"/>
                      <a:pt x="105" y="2399"/>
                    </a:cubicBezTo>
                    <a:lnTo>
                      <a:pt x="105" y="43"/>
                    </a:lnTo>
                    <a:cubicBezTo>
                      <a:pt x="105" y="22"/>
                      <a:pt x="84" y="1"/>
                      <a:pt x="63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7" name="Google Shape;2727;p58">
                <a:extLst>
                  <a:ext uri="{FF2B5EF4-FFF2-40B4-BE49-F238E27FC236}">
                    <a16:creationId xmlns:a16="http://schemas.microsoft.com/office/drawing/2014/main" id="{4F9A7168-7B83-229E-1927-9E547709AB78}"/>
                  </a:ext>
                </a:extLst>
              </p:cNvPr>
              <p:cNvSpPr/>
              <p:nvPr/>
            </p:nvSpPr>
            <p:spPr>
              <a:xfrm>
                <a:off x="4047928" y="4523346"/>
                <a:ext cx="24692" cy="357566"/>
              </a:xfrm>
              <a:custGeom>
                <a:avLst/>
                <a:gdLst/>
                <a:ahLst/>
                <a:cxnLst/>
                <a:rect l="l" t="t" r="r" b="b"/>
                <a:pathLst>
                  <a:path w="131" h="1897" extrusionOk="0">
                    <a:moveTo>
                      <a:pt x="68" y="0"/>
                    </a:moveTo>
                    <a:cubicBezTo>
                      <a:pt x="26" y="0"/>
                      <a:pt x="0" y="21"/>
                      <a:pt x="0" y="42"/>
                    </a:cubicBezTo>
                    <a:lnTo>
                      <a:pt x="0" y="1833"/>
                    </a:lnTo>
                    <a:cubicBezTo>
                      <a:pt x="0" y="1875"/>
                      <a:pt x="26" y="1896"/>
                      <a:pt x="68" y="1896"/>
                    </a:cubicBezTo>
                    <a:cubicBezTo>
                      <a:pt x="89" y="1896"/>
                      <a:pt x="131" y="1875"/>
                      <a:pt x="131" y="1833"/>
                    </a:cubicBezTo>
                    <a:lnTo>
                      <a:pt x="131" y="42"/>
                    </a:lnTo>
                    <a:cubicBezTo>
                      <a:pt x="131" y="21"/>
                      <a:pt x="89" y="0"/>
                      <a:pt x="68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8" name="Google Shape;2728;p58">
                <a:extLst>
                  <a:ext uri="{FF2B5EF4-FFF2-40B4-BE49-F238E27FC236}">
                    <a16:creationId xmlns:a16="http://schemas.microsoft.com/office/drawing/2014/main" id="{E948A64C-CB59-727A-C0C8-520A26CFC67C}"/>
                  </a:ext>
                </a:extLst>
              </p:cNvPr>
              <p:cNvSpPr/>
              <p:nvPr/>
            </p:nvSpPr>
            <p:spPr>
              <a:xfrm>
                <a:off x="4126715" y="2433574"/>
                <a:ext cx="645758" cy="2397970"/>
              </a:xfrm>
              <a:custGeom>
                <a:avLst/>
                <a:gdLst/>
                <a:ahLst/>
                <a:cxnLst/>
                <a:rect l="l" t="t" r="r" b="b"/>
                <a:pathLst>
                  <a:path w="3426" h="12722" extrusionOk="0">
                    <a:moveTo>
                      <a:pt x="64" y="1"/>
                    </a:moveTo>
                    <a:cubicBezTo>
                      <a:pt x="22" y="1"/>
                      <a:pt x="1" y="22"/>
                      <a:pt x="1" y="64"/>
                    </a:cubicBezTo>
                    <a:lnTo>
                      <a:pt x="1" y="2316"/>
                    </a:lnTo>
                    <a:lnTo>
                      <a:pt x="64" y="2378"/>
                    </a:lnTo>
                    <a:lnTo>
                      <a:pt x="3316" y="2378"/>
                    </a:lnTo>
                    <a:lnTo>
                      <a:pt x="3316" y="11302"/>
                    </a:lnTo>
                    <a:lnTo>
                      <a:pt x="132" y="11302"/>
                    </a:lnTo>
                    <a:lnTo>
                      <a:pt x="85" y="11370"/>
                    </a:lnTo>
                    <a:lnTo>
                      <a:pt x="85" y="12658"/>
                    </a:lnTo>
                    <a:cubicBezTo>
                      <a:pt x="85" y="12700"/>
                      <a:pt x="106" y="12721"/>
                      <a:pt x="132" y="12721"/>
                    </a:cubicBezTo>
                    <a:cubicBezTo>
                      <a:pt x="174" y="12721"/>
                      <a:pt x="195" y="12700"/>
                      <a:pt x="195" y="12658"/>
                    </a:cubicBezTo>
                    <a:lnTo>
                      <a:pt x="195" y="11412"/>
                    </a:lnTo>
                    <a:lnTo>
                      <a:pt x="3379" y="11412"/>
                    </a:lnTo>
                    <a:lnTo>
                      <a:pt x="3426" y="11370"/>
                    </a:lnTo>
                    <a:lnTo>
                      <a:pt x="3426" y="2316"/>
                    </a:lnTo>
                    <a:lnTo>
                      <a:pt x="3379" y="2268"/>
                    </a:lnTo>
                    <a:lnTo>
                      <a:pt x="106" y="2268"/>
                    </a:lnTo>
                    <a:lnTo>
                      <a:pt x="106" y="64"/>
                    </a:lnTo>
                    <a:cubicBezTo>
                      <a:pt x="106" y="22"/>
                      <a:pt x="85" y="1"/>
                      <a:pt x="64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580922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1" name="Google Shape;2831;p62"/>
          <p:cNvSpPr txBox="1">
            <a:spLocks noGrp="1"/>
          </p:cNvSpPr>
          <p:nvPr>
            <p:ph type="title"/>
          </p:nvPr>
        </p:nvSpPr>
        <p:spPr>
          <a:xfrm>
            <a:off x="4014439" y="1442224"/>
            <a:ext cx="4416459" cy="176189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 dirty="0"/>
              <a:t>This was RAG!</a:t>
            </a:r>
            <a:endParaRPr sz="5400" dirty="0"/>
          </a:p>
        </p:txBody>
      </p:sp>
      <p:grpSp>
        <p:nvGrpSpPr>
          <p:cNvPr id="2846" name="Google Shape;2846;p62"/>
          <p:cNvGrpSpPr/>
          <p:nvPr/>
        </p:nvGrpSpPr>
        <p:grpSpPr>
          <a:xfrm>
            <a:off x="1311900" y="1759647"/>
            <a:ext cx="2222728" cy="2764328"/>
            <a:chOff x="1311900" y="2073147"/>
            <a:chExt cx="2222728" cy="2764328"/>
          </a:xfrm>
        </p:grpSpPr>
        <p:sp>
          <p:nvSpPr>
            <p:cNvPr id="2847" name="Google Shape;2847;p62"/>
            <p:cNvSpPr/>
            <p:nvPr/>
          </p:nvSpPr>
          <p:spPr>
            <a:xfrm>
              <a:off x="1311900" y="4379675"/>
              <a:ext cx="2151000" cy="457800"/>
            </a:xfrm>
            <a:prstGeom prst="ellipse">
              <a:avLst/>
            </a:prstGeom>
            <a:solidFill>
              <a:srgbClr val="3E285A">
                <a:alpha val="138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848" name="Google Shape;2848;p62"/>
            <p:cNvGrpSpPr/>
            <p:nvPr/>
          </p:nvGrpSpPr>
          <p:grpSpPr>
            <a:xfrm>
              <a:off x="1553108" y="2073147"/>
              <a:ext cx="1981520" cy="2535354"/>
              <a:chOff x="900306" y="1128050"/>
              <a:chExt cx="3138296" cy="4015448"/>
            </a:xfrm>
          </p:grpSpPr>
          <p:sp>
            <p:nvSpPr>
              <p:cNvPr id="2849" name="Google Shape;2849;p62"/>
              <p:cNvSpPr/>
              <p:nvPr/>
            </p:nvSpPr>
            <p:spPr>
              <a:xfrm flipH="1">
                <a:off x="1939169" y="2402385"/>
                <a:ext cx="398524" cy="570418"/>
              </a:xfrm>
              <a:custGeom>
                <a:avLst/>
                <a:gdLst/>
                <a:ahLst/>
                <a:cxnLst/>
                <a:rect l="l" t="t" r="r" b="b"/>
                <a:pathLst>
                  <a:path w="2075" h="2970" extrusionOk="0">
                    <a:moveTo>
                      <a:pt x="241" y="1"/>
                    </a:moveTo>
                    <a:cubicBezTo>
                      <a:pt x="110" y="1"/>
                      <a:pt x="0" y="111"/>
                      <a:pt x="0" y="241"/>
                    </a:cubicBezTo>
                    <a:lnTo>
                      <a:pt x="0" y="2729"/>
                    </a:lnTo>
                    <a:cubicBezTo>
                      <a:pt x="0" y="2860"/>
                      <a:pt x="110" y="2970"/>
                      <a:pt x="241" y="2970"/>
                    </a:cubicBezTo>
                    <a:lnTo>
                      <a:pt x="1833" y="2970"/>
                    </a:lnTo>
                    <a:cubicBezTo>
                      <a:pt x="1964" y="2970"/>
                      <a:pt x="2074" y="2860"/>
                      <a:pt x="2074" y="2729"/>
                    </a:cubicBezTo>
                    <a:lnTo>
                      <a:pt x="2074" y="241"/>
                    </a:lnTo>
                    <a:cubicBezTo>
                      <a:pt x="2074" y="111"/>
                      <a:pt x="1964" y="1"/>
                      <a:pt x="183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0" name="Google Shape;2850;p62"/>
              <p:cNvSpPr/>
              <p:nvPr/>
            </p:nvSpPr>
            <p:spPr>
              <a:xfrm flipH="1">
                <a:off x="1931103" y="2389325"/>
                <a:ext cx="414658" cy="595578"/>
              </a:xfrm>
              <a:custGeom>
                <a:avLst/>
                <a:gdLst/>
                <a:ahLst/>
                <a:cxnLst/>
                <a:rect l="l" t="t" r="r" b="b"/>
                <a:pathLst>
                  <a:path w="2159" h="3101" extrusionOk="0">
                    <a:moveTo>
                      <a:pt x="1875" y="131"/>
                    </a:moveTo>
                    <a:cubicBezTo>
                      <a:pt x="1964" y="131"/>
                      <a:pt x="2053" y="220"/>
                      <a:pt x="2053" y="309"/>
                    </a:cubicBezTo>
                    <a:lnTo>
                      <a:pt x="2053" y="2797"/>
                    </a:lnTo>
                    <a:cubicBezTo>
                      <a:pt x="2053" y="2907"/>
                      <a:pt x="1964" y="2991"/>
                      <a:pt x="1875" y="2991"/>
                    </a:cubicBezTo>
                    <a:lnTo>
                      <a:pt x="283" y="2991"/>
                    </a:lnTo>
                    <a:cubicBezTo>
                      <a:pt x="194" y="2991"/>
                      <a:pt x="110" y="2907"/>
                      <a:pt x="110" y="2797"/>
                    </a:cubicBezTo>
                    <a:lnTo>
                      <a:pt x="110" y="309"/>
                    </a:lnTo>
                    <a:cubicBezTo>
                      <a:pt x="110" y="220"/>
                      <a:pt x="194" y="131"/>
                      <a:pt x="283" y="131"/>
                    </a:cubicBezTo>
                    <a:close/>
                    <a:moveTo>
                      <a:pt x="283" y="1"/>
                    </a:moveTo>
                    <a:cubicBezTo>
                      <a:pt x="131" y="1"/>
                      <a:pt x="1" y="158"/>
                      <a:pt x="1" y="309"/>
                    </a:cubicBezTo>
                    <a:lnTo>
                      <a:pt x="1" y="2797"/>
                    </a:lnTo>
                    <a:cubicBezTo>
                      <a:pt x="1" y="2970"/>
                      <a:pt x="131" y="3101"/>
                      <a:pt x="283" y="3101"/>
                    </a:cubicBezTo>
                    <a:lnTo>
                      <a:pt x="1875" y="3101"/>
                    </a:lnTo>
                    <a:cubicBezTo>
                      <a:pt x="2027" y="3101"/>
                      <a:pt x="2158" y="2970"/>
                      <a:pt x="2158" y="2797"/>
                    </a:cubicBezTo>
                    <a:lnTo>
                      <a:pt x="2158" y="309"/>
                    </a:lnTo>
                    <a:cubicBezTo>
                      <a:pt x="2158" y="158"/>
                      <a:pt x="2027" y="1"/>
                      <a:pt x="1875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1" name="Google Shape;2851;p62"/>
              <p:cNvSpPr/>
              <p:nvPr/>
            </p:nvSpPr>
            <p:spPr>
              <a:xfrm flipH="1">
                <a:off x="2215740" y="4623204"/>
                <a:ext cx="394491" cy="431751"/>
              </a:xfrm>
              <a:custGeom>
                <a:avLst/>
                <a:gdLst/>
                <a:ahLst/>
                <a:cxnLst/>
                <a:rect l="l" t="t" r="r" b="b"/>
                <a:pathLst>
                  <a:path w="2054" h="2248" extrusionOk="0">
                    <a:moveTo>
                      <a:pt x="0" y="1"/>
                    </a:moveTo>
                    <a:lnTo>
                      <a:pt x="0" y="2247"/>
                    </a:lnTo>
                    <a:lnTo>
                      <a:pt x="2053" y="2247"/>
                    </a:lnTo>
                    <a:lnTo>
                      <a:pt x="205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2" name="Google Shape;2852;p62"/>
              <p:cNvSpPr/>
              <p:nvPr/>
            </p:nvSpPr>
            <p:spPr>
              <a:xfrm flipH="1">
                <a:off x="2207865" y="4615138"/>
                <a:ext cx="410432" cy="452877"/>
              </a:xfrm>
              <a:custGeom>
                <a:avLst/>
                <a:gdLst/>
                <a:ahLst/>
                <a:cxnLst/>
                <a:rect l="l" t="t" r="r" b="b"/>
                <a:pathLst>
                  <a:path w="2137" h="2358" extrusionOk="0">
                    <a:moveTo>
                      <a:pt x="2032" y="111"/>
                    </a:moveTo>
                    <a:lnTo>
                      <a:pt x="2032" y="2226"/>
                    </a:lnTo>
                    <a:lnTo>
                      <a:pt x="110" y="2226"/>
                    </a:lnTo>
                    <a:lnTo>
                      <a:pt x="110" y="111"/>
                    </a:lnTo>
                    <a:close/>
                    <a:moveTo>
                      <a:pt x="0" y="1"/>
                    </a:moveTo>
                    <a:lnTo>
                      <a:pt x="0" y="43"/>
                    </a:lnTo>
                    <a:lnTo>
                      <a:pt x="0" y="2357"/>
                    </a:lnTo>
                    <a:lnTo>
                      <a:pt x="2137" y="2357"/>
                    </a:lnTo>
                    <a:lnTo>
                      <a:pt x="2137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3" name="Google Shape;2853;p62"/>
              <p:cNvSpPr/>
              <p:nvPr/>
            </p:nvSpPr>
            <p:spPr>
              <a:xfrm flipH="1">
                <a:off x="1473609" y="4623204"/>
                <a:ext cx="394299" cy="431751"/>
              </a:xfrm>
              <a:custGeom>
                <a:avLst/>
                <a:gdLst/>
                <a:ahLst/>
                <a:cxnLst/>
                <a:rect l="l" t="t" r="r" b="b"/>
                <a:pathLst>
                  <a:path w="2053" h="2248" extrusionOk="0">
                    <a:moveTo>
                      <a:pt x="0" y="1"/>
                    </a:moveTo>
                    <a:lnTo>
                      <a:pt x="0" y="2247"/>
                    </a:lnTo>
                    <a:lnTo>
                      <a:pt x="2053" y="2247"/>
                    </a:lnTo>
                    <a:lnTo>
                      <a:pt x="205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4" name="Google Shape;2854;p62"/>
              <p:cNvSpPr/>
              <p:nvPr/>
            </p:nvSpPr>
            <p:spPr>
              <a:xfrm flipH="1">
                <a:off x="1465543" y="4615138"/>
                <a:ext cx="415618" cy="452877"/>
              </a:xfrm>
              <a:custGeom>
                <a:avLst/>
                <a:gdLst/>
                <a:ahLst/>
                <a:cxnLst/>
                <a:rect l="l" t="t" r="r" b="b"/>
                <a:pathLst>
                  <a:path w="2164" h="2358" extrusionOk="0">
                    <a:moveTo>
                      <a:pt x="2054" y="111"/>
                    </a:moveTo>
                    <a:lnTo>
                      <a:pt x="2054" y="2226"/>
                    </a:lnTo>
                    <a:lnTo>
                      <a:pt x="132" y="2226"/>
                    </a:lnTo>
                    <a:lnTo>
                      <a:pt x="132" y="111"/>
                    </a:lnTo>
                    <a:close/>
                    <a:moveTo>
                      <a:pt x="1" y="1"/>
                    </a:moveTo>
                    <a:lnTo>
                      <a:pt x="1" y="43"/>
                    </a:lnTo>
                    <a:lnTo>
                      <a:pt x="1" y="2357"/>
                    </a:lnTo>
                    <a:lnTo>
                      <a:pt x="2164" y="2357"/>
                    </a:lnTo>
                    <a:lnTo>
                      <a:pt x="2164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5" name="Google Shape;2855;p62"/>
              <p:cNvSpPr/>
              <p:nvPr/>
            </p:nvSpPr>
            <p:spPr>
              <a:xfrm flipH="1">
                <a:off x="2610044" y="4623204"/>
                <a:ext cx="393531" cy="431751"/>
              </a:xfrm>
              <a:custGeom>
                <a:avLst/>
                <a:gdLst/>
                <a:ahLst/>
                <a:cxnLst/>
                <a:rect l="l" t="t" r="r" b="b"/>
                <a:pathLst>
                  <a:path w="2049" h="2248" extrusionOk="0">
                    <a:moveTo>
                      <a:pt x="1" y="1"/>
                    </a:moveTo>
                    <a:lnTo>
                      <a:pt x="1" y="2247"/>
                    </a:lnTo>
                    <a:lnTo>
                      <a:pt x="2048" y="2247"/>
                    </a:lnTo>
                    <a:lnTo>
                      <a:pt x="204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6" name="Google Shape;2856;p62"/>
              <p:cNvSpPr/>
              <p:nvPr/>
            </p:nvSpPr>
            <p:spPr>
              <a:xfrm flipH="1">
                <a:off x="2596984" y="4615138"/>
                <a:ext cx="415618" cy="452877"/>
              </a:xfrm>
              <a:custGeom>
                <a:avLst/>
                <a:gdLst/>
                <a:ahLst/>
                <a:cxnLst/>
                <a:rect l="l" t="t" r="r" b="b"/>
                <a:pathLst>
                  <a:path w="2164" h="2358" extrusionOk="0">
                    <a:moveTo>
                      <a:pt x="2032" y="111"/>
                    </a:moveTo>
                    <a:lnTo>
                      <a:pt x="2032" y="2226"/>
                    </a:lnTo>
                    <a:lnTo>
                      <a:pt x="110" y="2226"/>
                    </a:lnTo>
                    <a:lnTo>
                      <a:pt x="110" y="111"/>
                    </a:lnTo>
                    <a:close/>
                    <a:moveTo>
                      <a:pt x="0" y="1"/>
                    </a:moveTo>
                    <a:lnTo>
                      <a:pt x="0" y="43"/>
                    </a:lnTo>
                    <a:lnTo>
                      <a:pt x="0" y="2357"/>
                    </a:lnTo>
                    <a:lnTo>
                      <a:pt x="2163" y="2357"/>
                    </a:lnTo>
                    <a:lnTo>
                      <a:pt x="2163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7" name="Google Shape;2857;p62"/>
              <p:cNvSpPr/>
              <p:nvPr/>
            </p:nvSpPr>
            <p:spPr>
              <a:xfrm flipH="1">
                <a:off x="1867722" y="4623204"/>
                <a:ext cx="394491" cy="431751"/>
              </a:xfrm>
              <a:custGeom>
                <a:avLst/>
                <a:gdLst/>
                <a:ahLst/>
                <a:cxnLst/>
                <a:rect l="l" t="t" r="r" b="b"/>
                <a:pathLst>
                  <a:path w="2054" h="2248" extrusionOk="0">
                    <a:moveTo>
                      <a:pt x="0" y="1"/>
                    </a:moveTo>
                    <a:lnTo>
                      <a:pt x="0" y="2247"/>
                    </a:lnTo>
                    <a:lnTo>
                      <a:pt x="2053" y="2247"/>
                    </a:lnTo>
                    <a:lnTo>
                      <a:pt x="205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8" name="Google Shape;2858;p62"/>
              <p:cNvSpPr/>
              <p:nvPr/>
            </p:nvSpPr>
            <p:spPr>
              <a:xfrm flipH="1">
                <a:off x="1859847" y="4615138"/>
                <a:ext cx="410432" cy="452877"/>
              </a:xfrm>
              <a:custGeom>
                <a:avLst/>
                <a:gdLst/>
                <a:ahLst/>
                <a:cxnLst/>
                <a:rect l="l" t="t" r="r" b="b"/>
                <a:pathLst>
                  <a:path w="2137" h="2358" extrusionOk="0">
                    <a:moveTo>
                      <a:pt x="2027" y="111"/>
                    </a:moveTo>
                    <a:lnTo>
                      <a:pt x="2027" y="2226"/>
                    </a:lnTo>
                    <a:lnTo>
                      <a:pt x="110" y="2226"/>
                    </a:lnTo>
                    <a:lnTo>
                      <a:pt x="110" y="111"/>
                    </a:lnTo>
                    <a:close/>
                    <a:moveTo>
                      <a:pt x="0" y="1"/>
                    </a:moveTo>
                    <a:lnTo>
                      <a:pt x="0" y="43"/>
                    </a:lnTo>
                    <a:lnTo>
                      <a:pt x="0" y="2357"/>
                    </a:lnTo>
                    <a:lnTo>
                      <a:pt x="2137" y="2357"/>
                    </a:lnTo>
                    <a:lnTo>
                      <a:pt x="2137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9" name="Google Shape;2859;p62"/>
              <p:cNvSpPr/>
              <p:nvPr/>
            </p:nvSpPr>
            <p:spPr>
              <a:xfrm flipH="1">
                <a:off x="2194615" y="4916868"/>
                <a:ext cx="553517" cy="213571"/>
              </a:xfrm>
              <a:custGeom>
                <a:avLst/>
                <a:gdLst/>
                <a:ahLst/>
                <a:cxnLst/>
                <a:rect l="l" t="t" r="r" b="b"/>
                <a:pathLst>
                  <a:path w="2882" h="1112" extrusionOk="0">
                    <a:moveTo>
                      <a:pt x="1" y="1"/>
                    </a:moveTo>
                    <a:lnTo>
                      <a:pt x="1" y="1111"/>
                    </a:lnTo>
                    <a:lnTo>
                      <a:pt x="2881" y="1111"/>
                    </a:lnTo>
                    <a:lnTo>
                      <a:pt x="288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0" name="Google Shape;2860;p62"/>
              <p:cNvSpPr/>
              <p:nvPr/>
            </p:nvSpPr>
            <p:spPr>
              <a:xfrm flipH="1">
                <a:off x="2182707" y="4903808"/>
                <a:ext cx="578485" cy="239691"/>
              </a:xfrm>
              <a:custGeom>
                <a:avLst/>
                <a:gdLst/>
                <a:ahLst/>
                <a:cxnLst/>
                <a:rect l="l" t="t" r="r" b="b"/>
                <a:pathLst>
                  <a:path w="3012" h="1248" extrusionOk="0">
                    <a:moveTo>
                      <a:pt x="2881" y="111"/>
                    </a:moveTo>
                    <a:lnTo>
                      <a:pt x="2881" y="1137"/>
                    </a:lnTo>
                    <a:lnTo>
                      <a:pt x="111" y="1137"/>
                    </a:lnTo>
                    <a:lnTo>
                      <a:pt x="111" y="111"/>
                    </a:lnTo>
                    <a:close/>
                    <a:moveTo>
                      <a:pt x="1" y="1"/>
                    </a:moveTo>
                    <a:lnTo>
                      <a:pt x="1" y="69"/>
                    </a:lnTo>
                    <a:lnTo>
                      <a:pt x="1" y="1247"/>
                    </a:lnTo>
                    <a:lnTo>
                      <a:pt x="3012" y="1247"/>
                    </a:lnTo>
                    <a:lnTo>
                      <a:pt x="3012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1" name="Google Shape;2861;p62"/>
              <p:cNvSpPr/>
              <p:nvPr/>
            </p:nvSpPr>
            <p:spPr>
              <a:xfrm flipH="1">
                <a:off x="1453445" y="4916868"/>
                <a:ext cx="553325" cy="213571"/>
              </a:xfrm>
              <a:custGeom>
                <a:avLst/>
                <a:gdLst/>
                <a:ahLst/>
                <a:cxnLst/>
                <a:rect l="l" t="t" r="r" b="b"/>
                <a:pathLst>
                  <a:path w="2881" h="1112" extrusionOk="0">
                    <a:moveTo>
                      <a:pt x="0" y="1"/>
                    </a:moveTo>
                    <a:lnTo>
                      <a:pt x="0" y="1111"/>
                    </a:lnTo>
                    <a:lnTo>
                      <a:pt x="2881" y="1111"/>
                    </a:lnTo>
                    <a:lnTo>
                      <a:pt x="288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2" name="Google Shape;2862;p62"/>
              <p:cNvSpPr/>
              <p:nvPr/>
            </p:nvSpPr>
            <p:spPr>
              <a:xfrm flipH="1">
                <a:off x="1440385" y="4903808"/>
                <a:ext cx="578485" cy="239691"/>
              </a:xfrm>
              <a:custGeom>
                <a:avLst/>
                <a:gdLst/>
                <a:ahLst/>
                <a:cxnLst/>
                <a:rect l="l" t="t" r="r" b="b"/>
                <a:pathLst>
                  <a:path w="3012" h="1248" extrusionOk="0">
                    <a:moveTo>
                      <a:pt x="2881" y="111"/>
                    </a:moveTo>
                    <a:lnTo>
                      <a:pt x="2881" y="1137"/>
                    </a:lnTo>
                    <a:lnTo>
                      <a:pt x="110" y="1137"/>
                    </a:lnTo>
                    <a:lnTo>
                      <a:pt x="110" y="111"/>
                    </a:lnTo>
                    <a:close/>
                    <a:moveTo>
                      <a:pt x="0" y="1"/>
                    </a:moveTo>
                    <a:lnTo>
                      <a:pt x="0" y="69"/>
                    </a:lnTo>
                    <a:lnTo>
                      <a:pt x="0" y="1247"/>
                    </a:lnTo>
                    <a:lnTo>
                      <a:pt x="3012" y="1247"/>
                    </a:lnTo>
                    <a:lnTo>
                      <a:pt x="3012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3" name="Google Shape;2863;p62"/>
              <p:cNvSpPr/>
              <p:nvPr/>
            </p:nvSpPr>
            <p:spPr>
              <a:xfrm flipH="1">
                <a:off x="1377979" y="1137077"/>
                <a:ext cx="1571243" cy="1349029"/>
              </a:xfrm>
              <a:custGeom>
                <a:avLst/>
                <a:gdLst/>
                <a:ahLst/>
                <a:cxnLst/>
                <a:rect l="l" t="t" r="r" b="b"/>
                <a:pathLst>
                  <a:path w="8181" h="7024" extrusionOk="0">
                    <a:moveTo>
                      <a:pt x="2289" y="1"/>
                    </a:moveTo>
                    <a:cubicBezTo>
                      <a:pt x="1027" y="1"/>
                      <a:pt x="0" y="1022"/>
                      <a:pt x="0" y="2310"/>
                    </a:cubicBezTo>
                    <a:lnTo>
                      <a:pt x="0" y="4714"/>
                    </a:lnTo>
                    <a:cubicBezTo>
                      <a:pt x="0" y="5976"/>
                      <a:pt x="1027" y="7023"/>
                      <a:pt x="2289" y="7023"/>
                    </a:cubicBezTo>
                    <a:lnTo>
                      <a:pt x="5871" y="7023"/>
                    </a:lnTo>
                    <a:cubicBezTo>
                      <a:pt x="7159" y="7023"/>
                      <a:pt x="8180" y="5976"/>
                      <a:pt x="8180" y="4714"/>
                    </a:cubicBezTo>
                    <a:lnTo>
                      <a:pt x="8180" y="2310"/>
                    </a:lnTo>
                    <a:cubicBezTo>
                      <a:pt x="8180" y="1022"/>
                      <a:pt x="7159" y="1"/>
                      <a:pt x="587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4" name="Google Shape;2864;p62"/>
              <p:cNvSpPr/>
              <p:nvPr/>
            </p:nvSpPr>
            <p:spPr>
              <a:xfrm flipH="1">
                <a:off x="1368952" y="1128050"/>
                <a:ext cx="1593330" cy="1367083"/>
              </a:xfrm>
              <a:custGeom>
                <a:avLst/>
                <a:gdLst/>
                <a:ahLst/>
                <a:cxnLst/>
                <a:rect l="l" t="t" r="r" b="b"/>
                <a:pathLst>
                  <a:path w="8296" h="7118" extrusionOk="0">
                    <a:moveTo>
                      <a:pt x="5939" y="110"/>
                    </a:moveTo>
                    <a:cubicBezTo>
                      <a:pt x="7180" y="110"/>
                      <a:pt x="8186" y="1116"/>
                      <a:pt x="8186" y="2357"/>
                    </a:cubicBezTo>
                    <a:lnTo>
                      <a:pt x="8186" y="4761"/>
                    </a:lnTo>
                    <a:cubicBezTo>
                      <a:pt x="8186" y="6002"/>
                      <a:pt x="7180" y="7007"/>
                      <a:pt x="5939" y="7007"/>
                    </a:cubicBezTo>
                    <a:lnTo>
                      <a:pt x="2357" y="7007"/>
                    </a:lnTo>
                    <a:cubicBezTo>
                      <a:pt x="1116" y="7007"/>
                      <a:pt x="110" y="6002"/>
                      <a:pt x="110" y="4761"/>
                    </a:cubicBezTo>
                    <a:lnTo>
                      <a:pt x="110" y="2357"/>
                    </a:lnTo>
                    <a:cubicBezTo>
                      <a:pt x="110" y="1116"/>
                      <a:pt x="1116" y="110"/>
                      <a:pt x="2357" y="110"/>
                    </a:cubicBezTo>
                    <a:close/>
                    <a:moveTo>
                      <a:pt x="2357" y="0"/>
                    </a:moveTo>
                    <a:cubicBezTo>
                      <a:pt x="1048" y="0"/>
                      <a:pt x="0" y="1048"/>
                      <a:pt x="0" y="2357"/>
                    </a:cubicBezTo>
                    <a:lnTo>
                      <a:pt x="0" y="4761"/>
                    </a:lnTo>
                    <a:cubicBezTo>
                      <a:pt x="0" y="6070"/>
                      <a:pt x="1048" y="7117"/>
                      <a:pt x="2357" y="7117"/>
                    </a:cubicBezTo>
                    <a:lnTo>
                      <a:pt x="5939" y="7117"/>
                    </a:lnTo>
                    <a:cubicBezTo>
                      <a:pt x="7248" y="7117"/>
                      <a:pt x="8296" y="6070"/>
                      <a:pt x="8296" y="4761"/>
                    </a:cubicBezTo>
                    <a:lnTo>
                      <a:pt x="8296" y="2357"/>
                    </a:lnTo>
                    <a:cubicBezTo>
                      <a:pt x="8296" y="1048"/>
                      <a:pt x="7248" y="0"/>
                      <a:pt x="5939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5" name="Google Shape;2865;p62"/>
              <p:cNvSpPr/>
              <p:nvPr/>
            </p:nvSpPr>
            <p:spPr>
              <a:xfrm flipH="1">
                <a:off x="1813569" y="1450907"/>
                <a:ext cx="1023104" cy="1035203"/>
              </a:xfrm>
              <a:custGeom>
                <a:avLst/>
                <a:gdLst/>
                <a:ahLst/>
                <a:cxnLst/>
                <a:rect l="l" t="t" r="r" b="b"/>
                <a:pathLst>
                  <a:path w="5327" h="5390" extrusionOk="0">
                    <a:moveTo>
                      <a:pt x="786" y="0"/>
                    </a:moveTo>
                    <a:cubicBezTo>
                      <a:pt x="352" y="0"/>
                      <a:pt x="1" y="351"/>
                      <a:pt x="1" y="786"/>
                    </a:cubicBezTo>
                    <a:lnTo>
                      <a:pt x="1" y="4625"/>
                    </a:lnTo>
                    <a:cubicBezTo>
                      <a:pt x="441" y="5086"/>
                      <a:pt x="1027" y="5389"/>
                      <a:pt x="1703" y="5389"/>
                    </a:cubicBezTo>
                    <a:lnTo>
                      <a:pt x="5327" y="5389"/>
                    </a:lnTo>
                    <a:lnTo>
                      <a:pt x="5327" y="786"/>
                    </a:lnTo>
                    <a:cubicBezTo>
                      <a:pt x="5327" y="351"/>
                      <a:pt x="4976" y="0"/>
                      <a:pt x="454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6" name="Google Shape;2866;p62"/>
              <p:cNvSpPr/>
              <p:nvPr/>
            </p:nvSpPr>
            <p:spPr>
              <a:xfrm flipH="1">
                <a:off x="1800509" y="1442841"/>
                <a:ext cx="1044038" cy="1052297"/>
              </a:xfrm>
              <a:custGeom>
                <a:avLst/>
                <a:gdLst/>
                <a:ahLst/>
                <a:cxnLst/>
                <a:rect l="l" t="t" r="r" b="b"/>
                <a:pathLst>
                  <a:path w="5436" h="5479" extrusionOk="0">
                    <a:moveTo>
                      <a:pt x="4582" y="111"/>
                    </a:moveTo>
                    <a:cubicBezTo>
                      <a:pt x="4996" y="111"/>
                      <a:pt x="5305" y="435"/>
                      <a:pt x="5305" y="828"/>
                    </a:cubicBezTo>
                    <a:lnTo>
                      <a:pt x="5305" y="5368"/>
                    </a:lnTo>
                    <a:lnTo>
                      <a:pt x="1744" y="5368"/>
                    </a:lnTo>
                    <a:cubicBezTo>
                      <a:pt x="1089" y="5368"/>
                      <a:pt x="524" y="5086"/>
                      <a:pt x="110" y="4646"/>
                    </a:cubicBezTo>
                    <a:lnTo>
                      <a:pt x="110" y="828"/>
                    </a:lnTo>
                    <a:cubicBezTo>
                      <a:pt x="110" y="435"/>
                      <a:pt x="435" y="111"/>
                      <a:pt x="827" y="111"/>
                    </a:cubicBezTo>
                    <a:close/>
                    <a:moveTo>
                      <a:pt x="827" y="1"/>
                    </a:moveTo>
                    <a:cubicBezTo>
                      <a:pt x="372" y="1"/>
                      <a:pt x="0" y="372"/>
                      <a:pt x="0" y="828"/>
                    </a:cubicBezTo>
                    <a:lnTo>
                      <a:pt x="0" y="4693"/>
                    </a:lnTo>
                    <a:lnTo>
                      <a:pt x="0" y="4714"/>
                    </a:lnTo>
                    <a:cubicBezTo>
                      <a:pt x="435" y="5190"/>
                      <a:pt x="1047" y="5478"/>
                      <a:pt x="1744" y="5478"/>
                    </a:cubicBezTo>
                    <a:lnTo>
                      <a:pt x="5436" y="5478"/>
                    </a:lnTo>
                    <a:lnTo>
                      <a:pt x="5436" y="828"/>
                    </a:lnTo>
                    <a:cubicBezTo>
                      <a:pt x="5436" y="372"/>
                      <a:pt x="5043" y="1"/>
                      <a:pt x="4582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7" name="Google Shape;2867;p62"/>
              <p:cNvSpPr/>
              <p:nvPr/>
            </p:nvSpPr>
            <p:spPr>
              <a:xfrm flipH="1">
                <a:off x="2651333" y="1589768"/>
                <a:ext cx="88732" cy="150959"/>
              </a:xfrm>
              <a:custGeom>
                <a:avLst/>
                <a:gdLst/>
                <a:ahLst/>
                <a:cxnLst/>
                <a:rect l="l" t="t" r="r" b="b"/>
                <a:pathLst>
                  <a:path w="462" h="786" extrusionOk="0">
                    <a:moveTo>
                      <a:pt x="242" y="0"/>
                    </a:moveTo>
                    <a:cubicBezTo>
                      <a:pt x="111" y="0"/>
                      <a:pt x="1" y="173"/>
                      <a:pt x="1" y="393"/>
                    </a:cubicBezTo>
                    <a:cubicBezTo>
                      <a:pt x="1" y="608"/>
                      <a:pt x="111" y="786"/>
                      <a:pt x="242" y="786"/>
                    </a:cubicBezTo>
                    <a:cubicBezTo>
                      <a:pt x="352" y="786"/>
                      <a:pt x="461" y="608"/>
                      <a:pt x="461" y="393"/>
                    </a:cubicBezTo>
                    <a:cubicBezTo>
                      <a:pt x="461" y="173"/>
                      <a:pt x="352" y="0"/>
                      <a:pt x="242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8" name="Google Shape;2868;p62"/>
              <p:cNvSpPr/>
              <p:nvPr/>
            </p:nvSpPr>
            <p:spPr>
              <a:xfrm flipH="1">
                <a:off x="2039806" y="1589768"/>
                <a:ext cx="92765" cy="150959"/>
              </a:xfrm>
              <a:custGeom>
                <a:avLst/>
                <a:gdLst/>
                <a:ahLst/>
                <a:cxnLst/>
                <a:rect l="l" t="t" r="r" b="b"/>
                <a:pathLst>
                  <a:path w="483" h="786" extrusionOk="0">
                    <a:moveTo>
                      <a:pt x="242" y="0"/>
                    </a:moveTo>
                    <a:cubicBezTo>
                      <a:pt x="111" y="0"/>
                      <a:pt x="1" y="173"/>
                      <a:pt x="1" y="393"/>
                    </a:cubicBezTo>
                    <a:cubicBezTo>
                      <a:pt x="1" y="608"/>
                      <a:pt x="111" y="786"/>
                      <a:pt x="242" y="786"/>
                    </a:cubicBezTo>
                    <a:cubicBezTo>
                      <a:pt x="373" y="786"/>
                      <a:pt x="483" y="608"/>
                      <a:pt x="483" y="393"/>
                    </a:cubicBezTo>
                    <a:cubicBezTo>
                      <a:pt x="483" y="173"/>
                      <a:pt x="373" y="0"/>
                      <a:pt x="242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9" name="Google Shape;2869;p62"/>
              <p:cNvSpPr/>
              <p:nvPr/>
            </p:nvSpPr>
            <p:spPr>
              <a:xfrm flipH="1">
                <a:off x="2299285" y="1759168"/>
                <a:ext cx="251599" cy="98719"/>
              </a:xfrm>
              <a:custGeom>
                <a:avLst/>
                <a:gdLst/>
                <a:ahLst/>
                <a:cxnLst/>
                <a:rect l="l" t="t" r="r" b="b"/>
                <a:pathLst>
                  <a:path w="1310" h="514" extrusionOk="0">
                    <a:moveTo>
                      <a:pt x="1233" y="0"/>
                    </a:moveTo>
                    <a:cubicBezTo>
                      <a:pt x="1209" y="0"/>
                      <a:pt x="1194" y="21"/>
                      <a:pt x="1178" y="56"/>
                    </a:cubicBezTo>
                    <a:cubicBezTo>
                      <a:pt x="1178" y="56"/>
                      <a:pt x="1158" y="139"/>
                      <a:pt x="1069" y="228"/>
                    </a:cubicBezTo>
                    <a:cubicBezTo>
                      <a:pt x="979" y="317"/>
                      <a:pt x="849" y="401"/>
                      <a:pt x="587" y="401"/>
                    </a:cubicBezTo>
                    <a:cubicBezTo>
                      <a:pt x="346" y="380"/>
                      <a:pt x="241" y="296"/>
                      <a:pt x="173" y="228"/>
                    </a:cubicBezTo>
                    <a:cubicBezTo>
                      <a:pt x="110" y="139"/>
                      <a:pt x="110" y="77"/>
                      <a:pt x="110" y="77"/>
                    </a:cubicBezTo>
                    <a:cubicBezTo>
                      <a:pt x="110" y="56"/>
                      <a:pt x="84" y="35"/>
                      <a:pt x="42" y="35"/>
                    </a:cubicBezTo>
                    <a:cubicBezTo>
                      <a:pt x="21" y="35"/>
                      <a:pt x="0" y="56"/>
                      <a:pt x="0" y="97"/>
                    </a:cubicBezTo>
                    <a:cubicBezTo>
                      <a:pt x="0" y="97"/>
                      <a:pt x="0" y="186"/>
                      <a:pt x="84" y="296"/>
                    </a:cubicBezTo>
                    <a:cubicBezTo>
                      <a:pt x="173" y="401"/>
                      <a:pt x="325" y="490"/>
                      <a:pt x="587" y="511"/>
                    </a:cubicBezTo>
                    <a:cubicBezTo>
                      <a:pt x="611" y="513"/>
                      <a:pt x="635" y="514"/>
                      <a:pt x="658" y="514"/>
                    </a:cubicBezTo>
                    <a:cubicBezTo>
                      <a:pt x="900" y="514"/>
                      <a:pt x="1057" y="418"/>
                      <a:pt x="1158" y="317"/>
                    </a:cubicBezTo>
                    <a:cubicBezTo>
                      <a:pt x="1262" y="186"/>
                      <a:pt x="1288" y="77"/>
                      <a:pt x="1288" y="77"/>
                    </a:cubicBezTo>
                    <a:cubicBezTo>
                      <a:pt x="1309" y="56"/>
                      <a:pt x="1288" y="8"/>
                      <a:pt x="1262" y="8"/>
                    </a:cubicBezTo>
                    <a:cubicBezTo>
                      <a:pt x="1251" y="3"/>
                      <a:pt x="1242" y="0"/>
                      <a:pt x="1233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0" name="Google Shape;2870;p62"/>
              <p:cNvSpPr/>
              <p:nvPr/>
            </p:nvSpPr>
            <p:spPr>
              <a:xfrm flipH="1">
                <a:off x="1561976" y="2829916"/>
                <a:ext cx="1630589" cy="1953442"/>
              </a:xfrm>
              <a:custGeom>
                <a:avLst/>
                <a:gdLst/>
                <a:ahLst/>
                <a:cxnLst/>
                <a:rect l="l" t="t" r="r" b="b"/>
                <a:pathLst>
                  <a:path w="8490" h="10171" extrusionOk="0">
                    <a:moveTo>
                      <a:pt x="2294" y="0"/>
                    </a:moveTo>
                    <a:cubicBezTo>
                      <a:pt x="1985" y="0"/>
                      <a:pt x="1723" y="220"/>
                      <a:pt x="1681" y="524"/>
                    </a:cubicBezTo>
                    <a:lnTo>
                      <a:pt x="89" y="9317"/>
                    </a:lnTo>
                    <a:cubicBezTo>
                      <a:pt x="0" y="9710"/>
                      <a:pt x="262" y="10081"/>
                      <a:pt x="676" y="10170"/>
                    </a:cubicBezTo>
                    <a:lnTo>
                      <a:pt x="8489" y="10170"/>
                    </a:lnTo>
                    <a:lnTo>
                      <a:pt x="848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1" name="Google Shape;2871;p62"/>
              <p:cNvSpPr/>
              <p:nvPr/>
            </p:nvSpPr>
            <p:spPr>
              <a:xfrm flipH="1">
                <a:off x="1548916" y="2821850"/>
                <a:ext cx="1655749" cy="1973609"/>
              </a:xfrm>
              <a:custGeom>
                <a:avLst/>
                <a:gdLst/>
                <a:ahLst/>
                <a:cxnLst/>
                <a:rect l="l" t="t" r="r" b="b"/>
                <a:pathLst>
                  <a:path w="8621" h="10276" extrusionOk="0">
                    <a:moveTo>
                      <a:pt x="8489" y="105"/>
                    </a:moveTo>
                    <a:lnTo>
                      <a:pt x="8489" y="10144"/>
                    </a:lnTo>
                    <a:lnTo>
                      <a:pt x="870" y="10144"/>
                    </a:lnTo>
                    <a:cubicBezTo>
                      <a:pt x="435" y="10144"/>
                      <a:pt x="131" y="9772"/>
                      <a:pt x="194" y="9359"/>
                    </a:cubicBezTo>
                    <a:lnTo>
                      <a:pt x="1786" y="566"/>
                    </a:lnTo>
                    <a:cubicBezTo>
                      <a:pt x="1833" y="304"/>
                      <a:pt x="2095" y="105"/>
                      <a:pt x="2357" y="105"/>
                    </a:cubicBezTo>
                    <a:close/>
                    <a:moveTo>
                      <a:pt x="2310" y="0"/>
                    </a:moveTo>
                    <a:lnTo>
                      <a:pt x="2310" y="21"/>
                    </a:lnTo>
                    <a:cubicBezTo>
                      <a:pt x="2006" y="42"/>
                      <a:pt x="1744" y="236"/>
                      <a:pt x="1681" y="545"/>
                    </a:cubicBezTo>
                    <a:lnTo>
                      <a:pt x="84" y="9338"/>
                    </a:lnTo>
                    <a:cubicBezTo>
                      <a:pt x="0" y="9820"/>
                      <a:pt x="372" y="10275"/>
                      <a:pt x="870" y="10275"/>
                    </a:cubicBezTo>
                    <a:lnTo>
                      <a:pt x="8620" y="10275"/>
                    </a:lnTo>
                    <a:lnTo>
                      <a:pt x="8620" y="0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2" name="Google Shape;2872;p62"/>
              <p:cNvSpPr/>
              <p:nvPr/>
            </p:nvSpPr>
            <p:spPr>
              <a:xfrm flipH="1">
                <a:off x="1130592" y="2831837"/>
                <a:ext cx="859084" cy="1951522"/>
              </a:xfrm>
              <a:custGeom>
                <a:avLst/>
                <a:gdLst/>
                <a:ahLst/>
                <a:cxnLst/>
                <a:rect l="l" t="t" r="r" b="b"/>
                <a:pathLst>
                  <a:path w="4473" h="10161" extrusionOk="0">
                    <a:moveTo>
                      <a:pt x="2200" y="0"/>
                    </a:moveTo>
                    <a:cubicBezTo>
                      <a:pt x="1913" y="0"/>
                      <a:pt x="1653" y="204"/>
                      <a:pt x="1592" y="514"/>
                    </a:cubicBezTo>
                    <a:lnTo>
                      <a:pt x="0" y="9307"/>
                    </a:lnTo>
                    <a:lnTo>
                      <a:pt x="0" y="9417"/>
                    </a:lnTo>
                    <a:cubicBezTo>
                      <a:pt x="0" y="9830"/>
                      <a:pt x="330" y="10160"/>
                      <a:pt x="723" y="10160"/>
                    </a:cubicBezTo>
                    <a:lnTo>
                      <a:pt x="3577" y="10160"/>
                    </a:lnTo>
                    <a:cubicBezTo>
                      <a:pt x="3645" y="10160"/>
                      <a:pt x="3687" y="10160"/>
                      <a:pt x="3734" y="10134"/>
                    </a:cubicBezTo>
                    <a:cubicBezTo>
                      <a:pt x="4190" y="10071"/>
                      <a:pt x="4473" y="9637"/>
                      <a:pt x="4410" y="9176"/>
                    </a:cubicBezTo>
                    <a:lnTo>
                      <a:pt x="2839" y="514"/>
                    </a:lnTo>
                    <a:cubicBezTo>
                      <a:pt x="2771" y="252"/>
                      <a:pt x="2577" y="53"/>
                      <a:pt x="2315" y="11"/>
                    </a:cubicBezTo>
                    <a:cubicBezTo>
                      <a:pt x="2277" y="4"/>
                      <a:pt x="2238" y="0"/>
                      <a:pt x="220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3" name="Google Shape;2873;p62"/>
              <p:cNvSpPr/>
              <p:nvPr/>
            </p:nvSpPr>
            <p:spPr>
              <a:xfrm flipH="1">
                <a:off x="1113499" y="2821850"/>
                <a:ext cx="901338" cy="1973609"/>
              </a:xfrm>
              <a:custGeom>
                <a:avLst/>
                <a:gdLst/>
                <a:ahLst/>
                <a:cxnLst/>
                <a:rect l="l" t="t" r="r" b="b"/>
                <a:pathLst>
                  <a:path w="4693" h="10276" extrusionOk="0">
                    <a:moveTo>
                      <a:pt x="2336" y="105"/>
                    </a:moveTo>
                    <a:cubicBezTo>
                      <a:pt x="2598" y="105"/>
                      <a:pt x="2839" y="262"/>
                      <a:pt x="2902" y="566"/>
                    </a:cubicBezTo>
                    <a:lnTo>
                      <a:pt x="4473" y="9249"/>
                    </a:lnTo>
                    <a:cubicBezTo>
                      <a:pt x="4562" y="9731"/>
                      <a:pt x="4190" y="10144"/>
                      <a:pt x="3708" y="10144"/>
                    </a:cubicBezTo>
                    <a:lnTo>
                      <a:pt x="854" y="10144"/>
                    </a:lnTo>
                    <a:cubicBezTo>
                      <a:pt x="435" y="10144"/>
                      <a:pt x="110" y="9772"/>
                      <a:pt x="199" y="9359"/>
                    </a:cubicBezTo>
                    <a:lnTo>
                      <a:pt x="1791" y="566"/>
                    </a:lnTo>
                    <a:cubicBezTo>
                      <a:pt x="1833" y="262"/>
                      <a:pt x="2095" y="105"/>
                      <a:pt x="2336" y="105"/>
                    </a:cubicBezTo>
                    <a:close/>
                    <a:moveTo>
                      <a:pt x="2336" y="0"/>
                    </a:moveTo>
                    <a:cubicBezTo>
                      <a:pt x="2053" y="0"/>
                      <a:pt x="1744" y="173"/>
                      <a:pt x="1681" y="545"/>
                    </a:cubicBezTo>
                    <a:lnTo>
                      <a:pt x="89" y="9338"/>
                    </a:lnTo>
                    <a:cubicBezTo>
                      <a:pt x="0" y="9820"/>
                      <a:pt x="372" y="10275"/>
                      <a:pt x="854" y="10275"/>
                    </a:cubicBezTo>
                    <a:lnTo>
                      <a:pt x="3708" y="10275"/>
                    </a:lnTo>
                    <a:cubicBezTo>
                      <a:pt x="4258" y="10275"/>
                      <a:pt x="4693" y="9772"/>
                      <a:pt x="4583" y="9228"/>
                    </a:cubicBezTo>
                    <a:lnTo>
                      <a:pt x="3012" y="545"/>
                    </a:lnTo>
                    <a:cubicBezTo>
                      <a:pt x="2949" y="173"/>
                      <a:pt x="2640" y="0"/>
                      <a:pt x="2336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4" name="Google Shape;2874;p62"/>
              <p:cNvSpPr/>
              <p:nvPr/>
            </p:nvSpPr>
            <p:spPr>
              <a:xfrm flipH="1">
                <a:off x="1264261" y="1472034"/>
                <a:ext cx="410624" cy="746537"/>
              </a:xfrm>
              <a:custGeom>
                <a:avLst/>
                <a:gdLst/>
                <a:ahLst/>
                <a:cxnLst/>
                <a:rect l="l" t="t" r="r" b="b"/>
                <a:pathLst>
                  <a:path w="2138" h="3887" extrusionOk="0">
                    <a:moveTo>
                      <a:pt x="1069" y="0"/>
                    </a:moveTo>
                    <a:cubicBezTo>
                      <a:pt x="477" y="0"/>
                      <a:pt x="1" y="875"/>
                      <a:pt x="1" y="1943"/>
                    </a:cubicBezTo>
                    <a:cubicBezTo>
                      <a:pt x="1" y="3012"/>
                      <a:pt x="477" y="3886"/>
                      <a:pt x="1069" y="3886"/>
                    </a:cubicBezTo>
                    <a:cubicBezTo>
                      <a:pt x="1655" y="3886"/>
                      <a:pt x="2137" y="3012"/>
                      <a:pt x="2137" y="1943"/>
                    </a:cubicBezTo>
                    <a:cubicBezTo>
                      <a:pt x="2137" y="875"/>
                      <a:pt x="1655" y="0"/>
                      <a:pt x="106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5" name="Google Shape;2875;p62"/>
              <p:cNvSpPr/>
              <p:nvPr/>
            </p:nvSpPr>
            <p:spPr>
              <a:xfrm flipH="1">
                <a:off x="1252353" y="1463967"/>
                <a:ext cx="431559" cy="762670"/>
              </a:xfrm>
              <a:custGeom>
                <a:avLst/>
                <a:gdLst/>
                <a:ahLst/>
                <a:cxnLst/>
                <a:rect l="l" t="t" r="r" b="b"/>
                <a:pathLst>
                  <a:path w="2247" h="3971" extrusionOk="0">
                    <a:moveTo>
                      <a:pt x="1116" y="105"/>
                    </a:moveTo>
                    <a:cubicBezTo>
                      <a:pt x="1378" y="105"/>
                      <a:pt x="1640" y="304"/>
                      <a:pt x="1812" y="655"/>
                    </a:cubicBezTo>
                    <a:cubicBezTo>
                      <a:pt x="2011" y="980"/>
                      <a:pt x="2116" y="1462"/>
                      <a:pt x="2116" y="1985"/>
                    </a:cubicBezTo>
                    <a:cubicBezTo>
                      <a:pt x="2116" y="2509"/>
                      <a:pt x="2011" y="2986"/>
                      <a:pt x="1812" y="3336"/>
                    </a:cubicBezTo>
                    <a:cubicBezTo>
                      <a:pt x="1640" y="3666"/>
                      <a:pt x="1378" y="3860"/>
                      <a:pt x="1116" y="3860"/>
                    </a:cubicBezTo>
                    <a:cubicBezTo>
                      <a:pt x="854" y="3860"/>
                      <a:pt x="592" y="3666"/>
                      <a:pt x="414" y="3336"/>
                    </a:cubicBezTo>
                    <a:cubicBezTo>
                      <a:pt x="220" y="2986"/>
                      <a:pt x="110" y="2509"/>
                      <a:pt x="110" y="1985"/>
                    </a:cubicBezTo>
                    <a:cubicBezTo>
                      <a:pt x="110" y="1462"/>
                      <a:pt x="220" y="980"/>
                      <a:pt x="414" y="655"/>
                    </a:cubicBezTo>
                    <a:cubicBezTo>
                      <a:pt x="592" y="304"/>
                      <a:pt x="854" y="105"/>
                      <a:pt x="1116" y="105"/>
                    </a:cubicBezTo>
                    <a:close/>
                    <a:moveTo>
                      <a:pt x="1116" y="1"/>
                    </a:moveTo>
                    <a:cubicBezTo>
                      <a:pt x="786" y="1"/>
                      <a:pt x="503" y="236"/>
                      <a:pt x="309" y="587"/>
                    </a:cubicBezTo>
                    <a:cubicBezTo>
                      <a:pt x="110" y="959"/>
                      <a:pt x="0" y="1441"/>
                      <a:pt x="0" y="1985"/>
                    </a:cubicBezTo>
                    <a:cubicBezTo>
                      <a:pt x="0" y="2530"/>
                      <a:pt x="110" y="3033"/>
                      <a:pt x="309" y="3378"/>
                    </a:cubicBezTo>
                    <a:cubicBezTo>
                      <a:pt x="503" y="3750"/>
                      <a:pt x="786" y="3970"/>
                      <a:pt x="1116" y="3970"/>
                    </a:cubicBezTo>
                    <a:cubicBezTo>
                      <a:pt x="1441" y="3970"/>
                      <a:pt x="1723" y="3750"/>
                      <a:pt x="1922" y="3378"/>
                    </a:cubicBezTo>
                    <a:cubicBezTo>
                      <a:pt x="2116" y="3033"/>
                      <a:pt x="2247" y="2530"/>
                      <a:pt x="2247" y="1985"/>
                    </a:cubicBezTo>
                    <a:cubicBezTo>
                      <a:pt x="2247" y="1441"/>
                      <a:pt x="2116" y="959"/>
                      <a:pt x="1922" y="587"/>
                    </a:cubicBezTo>
                    <a:cubicBezTo>
                      <a:pt x="1723" y="236"/>
                      <a:pt x="1441" y="1"/>
                      <a:pt x="1116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6" name="Google Shape;2876;p62"/>
              <p:cNvSpPr/>
              <p:nvPr/>
            </p:nvSpPr>
            <p:spPr>
              <a:xfrm flipH="1">
                <a:off x="1260225" y="1568642"/>
                <a:ext cx="251791" cy="553325"/>
              </a:xfrm>
              <a:custGeom>
                <a:avLst/>
                <a:gdLst/>
                <a:ahLst/>
                <a:cxnLst/>
                <a:rect l="l" t="t" r="r" b="b"/>
                <a:pathLst>
                  <a:path w="1311" h="2881" extrusionOk="0">
                    <a:moveTo>
                      <a:pt x="656" y="0"/>
                    </a:moveTo>
                    <a:cubicBezTo>
                      <a:pt x="305" y="0"/>
                      <a:pt x="1" y="655"/>
                      <a:pt x="1" y="1440"/>
                    </a:cubicBezTo>
                    <a:cubicBezTo>
                      <a:pt x="1" y="2247"/>
                      <a:pt x="305" y="2880"/>
                      <a:pt x="656" y="2880"/>
                    </a:cubicBezTo>
                    <a:cubicBezTo>
                      <a:pt x="1027" y="2880"/>
                      <a:pt x="1310" y="2247"/>
                      <a:pt x="1310" y="1440"/>
                    </a:cubicBezTo>
                    <a:cubicBezTo>
                      <a:pt x="1310" y="655"/>
                      <a:pt x="1027" y="0"/>
                      <a:pt x="65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7" name="Google Shape;2877;p62"/>
              <p:cNvSpPr/>
              <p:nvPr/>
            </p:nvSpPr>
            <p:spPr>
              <a:xfrm flipH="1">
                <a:off x="1248125" y="1559615"/>
                <a:ext cx="272917" cy="574451"/>
              </a:xfrm>
              <a:custGeom>
                <a:avLst/>
                <a:gdLst/>
                <a:ahLst/>
                <a:cxnLst/>
                <a:rect l="l" t="t" r="r" b="b"/>
                <a:pathLst>
                  <a:path w="1421" h="2991" extrusionOk="0">
                    <a:moveTo>
                      <a:pt x="698" y="110"/>
                    </a:moveTo>
                    <a:cubicBezTo>
                      <a:pt x="787" y="110"/>
                      <a:pt x="849" y="131"/>
                      <a:pt x="917" y="199"/>
                    </a:cubicBezTo>
                    <a:cubicBezTo>
                      <a:pt x="980" y="262"/>
                      <a:pt x="1069" y="372"/>
                      <a:pt x="1111" y="503"/>
                    </a:cubicBezTo>
                    <a:cubicBezTo>
                      <a:pt x="1221" y="744"/>
                      <a:pt x="1310" y="1095"/>
                      <a:pt x="1310" y="1487"/>
                    </a:cubicBezTo>
                    <a:cubicBezTo>
                      <a:pt x="1310" y="1880"/>
                      <a:pt x="1221" y="2226"/>
                      <a:pt x="1111" y="2488"/>
                    </a:cubicBezTo>
                    <a:cubicBezTo>
                      <a:pt x="1069" y="2598"/>
                      <a:pt x="980" y="2708"/>
                      <a:pt x="917" y="2776"/>
                    </a:cubicBezTo>
                    <a:cubicBezTo>
                      <a:pt x="849" y="2838"/>
                      <a:pt x="787" y="2859"/>
                      <a:pt x="698" y="2859"/>
                    </a:cubicBezTo>
                    <a:cubicBezTo>
                      <a:pt x="635" y="2859"/>
                      <a:pt x="567" y="2838"/>
                      <a:pt x="478" y="2776"/>
                    </a:cubicBezTo>
                    <a:cubicBezTo>
                      <a:pt x="415" y="2708"/>
                      <a:pt x="347" y="2598"/>
                      <a:pt x="305" y="2488"/>
                    </a:cubicBezTo>
                    <a:cubicBezTo>
                      <a:pt x="174" y="2226"/>
                      <a:pt x="111" y="1880"/>
                      <a:pt x="111" y="1487"/>
                    </a:cubicBezTo>
                    <a:cubicBezTo>
                      <a:pt x="111" y="1095"/>
                      <a:pt x="174" y="744"/>
                      <a:pt x="305" y="503"/>
                    </a:cubicBezTo>
                    <a:cubicBezTo>
                      <a:pt x="347" y="372"/>
                      <a:pt x="415" y="262"/>
                      <a:pt x="478" y="199"/>
                    </a:cubicBezTo>
                    <a:cubicBezTo>
                      <a:pt x="567" y="131"/>
                      <a:pt x="635" y="110"/>
                      <a:pt x="698" y="110"/>
                    </a:cubicBezTo>
                    <a:close/>
                    <a:moveTo>
                      <a:pt x="698" y="0"/>
                    </a:moveTo>
                    <a:cubicBezTo>
                      <a:pt x="588" y="0"/>
                      <a:pt x="504" y="47"/>
                      <a:pt x="415" y="110"/>
                    </a:cubicBezTo>
                    <a:cubicBezTo>
                      <a:pt x="326" y="199"/>
                      <a:pt x="263" y="309"/>
                      <a:pt x="195" y="440"/>
                    </a:cubicBezTo>
                    <a:cubicBezTo>
                      <a:pt x="64" y="723"/>
                      <a:pt x="1" y="1095"/>
                      <a:pt x="1" y="1487"/>
                    </a:cubicBezTo>
                    <a:cubicBezTo>
                      <a:pt x="1" y="1901"/>
                      <a:pt x="64" y="2252"/>
                      <a:pt x="195" y="2535"/>
                    </a:cubicBezTo>
                    <a:cubicBezTo>
                      <a:pt x="263" y="2666"/>
                      <a:pt x="326" y="2776"/>
                      <a:pt x="415" y="2859"/>
                    </a:cubicBezTo>
                    <a:cubicBezTo>
                      <a:pt x="504" y="2927"/>
                      <a:pt x="588" y="2990"/>
                      <a:pt x="698" y="2990"/>
                    </a:cubicBezTo>
                    <a:cubicBezTo>
                      <a:pt x="807" y="2990"/>
                      <a:pt x="917" y="2927"/>
                      <a:pt x="1001" y="2859"/>
                    </a:cubicBezTo>
                    <a:cubicBezTo>
                      <a:pt x="1090" y="2776"/>
                      <a:pt x="1158" y="2666"/>
                      <a:pt x="1221" y="2535"/>
                    </a:cubicBezTo>
                    <a:cubicBezTo>
                      <a:pt x="1331" y="2252"/>
                      <a:pt x="1420" y="1901"/>
                      <a:pt x="1420" y="1487"/>
                    </a:cubicBezTo>
                    <a:cubicBezTo>
                      <a:pt x="1420" y="1095"/>
                      <a:pt x="1331" y="723"/>
                      <a:pt x="1221" y="440"/>
                    </a:cubicBezTo>
                    <a:cubicBezTo>
                      <a:pt x="1158" y="309"/>
                      <a:pt x="1090" y="199"/>
                      <a:pt x="1001" y="110"/>
                    </a:cubicBezTo>
                    <a:cubicBezTo>
                      <a:pt x="917" y="47"/>
                      <a:pt x="807" y="0"/>
                      <a:pt x="698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8" name="Google Shape;2878;p62"/>
              <p:cNvSpPr/>
              <p:nvPr/>
            </p:nvSpPr>
            <p:spPr>
              <a:xfrm flipH="1">
                <a:off x="1277318" y="1605710"/>
                <a:ext cx="217604" cy="478037"/>
              </a:xfrm>
              <a:custGeom>
                <a:avLst/>
                <a:gdLst/>
                <a:ahLst/>
                <a:cxnLst/>
                <a:rect l="l" t="t" r="r" b="b"/>
                <a:pathLst>
                  <a:path w="1133" h="2489" extrusionOk="0">
                    <a:moveTo>
                      <a:pt x="567" y="1"/>
                    </a:moveTo>
                    <a:cubicBezTo>
                      <a:pt x="263" y="1"/>
                      <a:pt x="1" y="546"/>
                      <a:pt x="1" y="1247"/>
                    </a:cubicBezTo>
                    <a:cubicBezTo>
                      <a:pt x="1" y="1944"/>
                      <a:pt x="263" y="2488"/>
                      <a:pt x="567" y="2488"/>
                    </a:cubicBezTo>
                    <a:cubicBezTo>
                      <a:pt x="896" y="2488"/>
                      <a:pt x="1132" y="1944"/>
                      <a:pt x="1132" y="1247"/>
                    </a:cubicBezTo>
                    <a:cubicBezTo>
                      <a:pt x="1132" y="546"/>
                      <a:pt x="896" y="1"/>
                      <a:pt x="567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9" name="Google Shape;2879;p62"/>
              <p:cNvSpPr/>
              <p:nvPr/>
            </p:nvSpPr>
            <p:spPr>
              <a:xfrm flipH="1">
                <a:off x="1264258" y="1593802"/>
                <a:ext cx="239691" cy="503005"/>
              </a:xfrm>
              <a:custGeom>
                <a:avLst/>
                <a:gdLst/>
                <a:ahLst/>
                <a:cxnLst/>
                <a:rect l="l" t="t" r="r" b="b"/>
                <a:pathLst>
                  <a:path w="1248" h="2619" extrusionOk="0">
                    <a:moveTo>
                      <a:pt x="614" y="110"/>
                    </a:moveTo>
                    <a:cubicBezTo>
                      <a:pt x="682" y="110"/>
                      <a:pt x="744" y="152"/>
                      <a:pt x="813" y="194"/>
                    </a:cubicBezTo>
                    <a:cubicBezTo>
                      <a:pt x="854" y="262"/>
                      <a:pt x="917" y="346"/>
                      <a:pt x="964" y="456"/>
                    </a:cubicBezTo>
                    <a:cubicBezTo>
                      <a:pt x="1074" y="676"/>
                      <a:pt x="1137" y="979"/>
                      <a:pt x="1137" y="1309"/>
                    </a:cubicBezTo>
                    <a:cubicBezTo>
                      <a:pt x="1137" y="1655"/>
                      <a:pt x="1074" y="1964"/>
                      <a:pt x="964" y="2179"/>
                    </a:cubicBezTo>
                    <a:cubicBezTo>
                      <a:pt x="917" y="2289"/>
                      <a:pt x="854" y="2357"/>
                      <a:pt x="813" y="2420"/>
                    </a:cubicBezTo>
                    <a:cubicBezTo>
                      <a:pt x="744" y="2488"/>
                      <a:pt x="682" y="2509"/>
                      <a:pt x="614" y="2509"/>
                    </a:cubicBezTo>
                    <a:cubicBezTo>
                      <a:pt x="572" y="2509"/>
                      <a:pt x="504" y="2488"/>
                      <a:pt x="441" y="2420"/>
                    </a:cubicBezTo>
                    <a:cubicBezTo>
                      <a:pt x="373" y="2357"/>
                      <a:pt x="331" y="2289"/>
                      <a:pt x="263" y="2179"/>
                    </a:cubicBezTo>
                    <a:cubicBezTo>
                      <a:pt x="179" y="1964"/>
                      <a:pt x="111" y="1655"/>
                      <a:pt x="111" y="1309"/>
                    </a:cubicBezTo>
                    <a:cubicBezTo>
                      <a:pt x="111" y="979"/>
                      <a:pt x="179" y="676"/>
                      <a:pt x="263" y="456"/>
                    </a:cubicBezTo>
                    <a:cubicBezTo>
                      <a:pt x="331" y="346"/>
                      <a:pt x="373" y="262"/>
                      <a:pt x="441" y="194"/>
                    </a:cubicBezTo>
                    <a:cubicBezTo>
                      <a:pt x="504" y="152"/>
                      <a:pt x="572" y="110"/>
                      <a:pt x="614" y="110"/>
                    </a:cubicBezTo>
                    <a:close/>
                    <a:moveTo>
                      <a:pt x="614" y="0"/>
                    </a:moveTo>
                    <a:cubicBezTo>
                      <a:pt x="524" y="0"/>
                      <a:pt x="441" y="42"/>
                      <a:pt x="352" y="110"/>
                    </a:cubicBezTo>
                    <a:cubicBezTo>
                      <a:pt x="289" y="194"/>
                      <a:pt x="221" y="283"/>
                      <a:pt x="179" y="393"/>
                    </a:cubicBezTo>
                    <a:cubicBezTo>
                      <a:pt x="69" y="634"/>
                      <a:pt x="1" y="958"/>
                      <a:pt x="1" y="1309"/>
                    </a:cubicBezTo>
                    <a:cubicBezTo>
                      <a:pt x="1" y="1655"/>
                      <a:pt x="69" y="1985"/>
                      <a:pt x="179" y="2226"/>
                    </a:cubicBezTo>
                    <a:cubicBezTo>
                      <a:pt x="221" y="2336"/>
                      <a:pt x="289" y="2441"/>
                      <a:pt x="352" y="2509"/>
                    </a:cubicBezTo>
                    <a:cubicBezTo>
                      <a:pt x="441" y="2571"/>
                      <a:pt x="524" y="2619"/>
                      <a:pt x="614" y="2619"/>
                    </a:cubicBezTo>
                    <a:cubicBezTo>
                      <a:pt x="723" y="2619"/>
                      <a:pt x="813" y="2571"/>
                      <a:pt x="875" y="2509"/>
                    </a:cubicBezTo>
                    <a:cubicBezTo>
                      <a:pt x="964" y="2441"/>
                      <a:pt x="1027" y="2336"/>
                      <a:pt x="1074" y="2226"/>
                    </a:cubicBezTo>
                    <a:cubicBezTo>
                      <a:pt x="1179" y="1985"/>
                      <a:pt x="1247" y="1655"/>
                      <a:pt x="1247" y="1309"/>
                    </a:cubicBezTo>
                    <a:cubicBezTo>
                      <a:pt x="1247" y="958"/>
                      <a:pt x="1179" y="634"/>
                      <a:pt x="1074" y="393"/>
                    </a:cubicBezTo>
                    <a:cubicBezTo>
                      <a:pt x="1027" y="283"/>
                      <a:pt x="964" y="194"/>
                      <a:pt x="875" y="110"/>
                    </a:cubicBezTo>
                    <a:cubicBezTo>
                      <a:pt x="813" y="42"/>
                      <a:pt x="723" y="0"/>
                      <a:pt x="614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0" name="Google Shape;2880;p62"/>
              <p:cNvSpPr/>
              <p:nvPr/>
            </p:nvSpPr>
            <p:spPr>
              <a:xfrm flipH="1">
                <a:off x="1331671" y="1614929"/>
                <a:ext cx="163251" cy="460752"/>
              </a:xfrm>
              <a:custGeom>
                <a:avLst/>
                <a:gdLst/>
                <a:ahLst/>
                <a:cxnLst/>
                <a:rect l="l" t="t" r="r" b="b"/>
                <a:pathLst>
                  <a:path w="850" h="2399" extrusionOk="0">
                    <a:moveTo>
                      <a:pt x="415" y="0"/>
                    </a:moveTo>
                    <a:cubicBezTo>
                      <a:pt x="174" y="152"/>
                      <a:pt x="1" y="629"/>
                      <a:pt x="1" y="1199"/>
                    </a:cubicBezTo>
                    <a:cubicBezTo>
                      <a:pt x="1" y="1765"/>
                      <a:pt x="174" y="2268"/>
                      <a:pt x="415" y="2399"/>
                    </a:cubicBezTo>
                    <a:cubicBezTo>
                      <a:pt x="676" y="2268"/>
                      <a:pt x="828" y="1765"/>
                      <a:pt x="828" y="1199"/>
                    </a:cubicBezTo>
                    <a:cubicBezTo>
                      <a:pt x="849" y="629"/>
                      <a:pt x="676" y="152"/>
                      <a:pt x="41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1" name="Google Shape;2881;p62"/>
              <p:cNvSpPr/>
              <p:nvPr/>
            </p:nvSpPr>
            <p:spPr>
              <a:xfrm flipH="1">
                <a:off x="1322645" y="1601868"/>
                <a:ext cx="181305" cy="485912"/>
              </a:xfrm>
              <a:custGeom>
                <a:avLst/>
                <a:gdLst/>
                <a:ahLst/>
                <a:cxnLst/>
                <a:rect l="l" t="t" r="r" b="b"/>
                <a:pathLst>
                  <a:path w="944" h="2530" extrusionOk="0">
                    <a:moveTo>
                      <a:pt x="462" y="152"/>
                    </a:moveTo>
                    <a:cubicBezTo>
                      <a:pt x="572" y="220"/>
                      <a:pt x="655" y="351"/>
                      <a:pt x="723" y="524"/>
                    </a:cubicBezTo>
                    <a:cubicBezTo>
                      <a:pt x="786" y="744"/>
                      <a:pt x="833" y="985"/>
                      <a:pt x="833" y="1267"/>
                    </a:cubicBezTo>
                    <a:cubicBezTo>
                      <a:pt x="833" y="1550"/>
                      <a:pt x="786" y="1812"/>
                      <a:pt x="723" y="2006"/>
                    </a:cubicBezTo>
                    <a:cubicBezTo>
                      <a:pt x="655" y="2184"/>
                      <a:pt x="572" y="2315"/>
                      <a:pt x="462" y="2378"/>
                    </a:cubicBezTo>
                    <a:cubicBezTo>
                      <a:pt x="373" y="2315"/>
                      <a:pt x="289" y="2184"/>
                      <a:pt x="221" y="2006"/>
                    </a:cubicBezTo>
                    <a:cubicBezTo>
                      <a:pt x="158" y="1812"/>
                      <a:pt x="111" y="1550"/>
                      <a:pt x="111" y="1267"/>
                    </a:cubicBezTo>
                    <a:cubicBezTo>
                      <a:pt x="111" y="985"/>
                      <a:pt x="158" y="744"/>
                      <a:pt x="221" y="524"/>
                    </a:cubicBezTo>
                    <a:cubicBezTo>
                      <a:pt x="289" y="351"/>
                      <a:pt x="373" y="220"/>
                      <a:pt x="462" y="152"/>
                    </a:cubicBezTo>
                    <a:close/>
                    <a:moveTo>
                      <a:pt x="462" y="0"/>
                    </a:moveTo>
                    <a:lnTo>
                      <a:pt x="441" y="21"/>
                    </a:lnTo>
                    <a:cubicBezTo>
                      <a:pt x="310" y="110"/>
                      <a:pt x="200" y="262"/>
                      <a:pt x="111" y="482"/>
                    </a:cubicBezTo>
                    <a:cubicBezTo>
                      <a:pt x="48" y="723"/>
                      <a:pt x="1" y="985"/>
                      <a:pt x="1" y="1267"/>
                    </a:cubicBezTo>
                    <a:cubicBezTo>
                      <a:pt x="1" y="1550"/>
                      <a:pt x="48" y="1833"/>
                      <a:pt x="111" y="2053"/>
                    </a:cubicBezTo>
                    <a:cubicBezTo>
                      <a:pt x="200" y="2268"/>
                      <a:pt x="310" y="2446"/>
                      <a:pt x="441" y="2529"/>
                    </a:cubicBezTo>
                    <a:lnTo>
                      <a:pt x="504" y="2529"/>
                    </a:lnTo>
                    <a:cubicBezTo>
                      <a:pt x="634" y="2446"/>
                      <a:pt x="744" y="2268"/>
                      <a:pt x="833" y="2053"/>
                    </a:cubicBezTo>
                    <a:cubicBezTo>
                      <a:pt x="896" y="1833"/>
                      <a:pt x="943" y="1550"/>
                      <a:pt x="943" y="1267"/>
                    </a:cubicBezTo>
                    <a:cubicBezTo>
                      <a:pt x="943" y="985"/>
                      <a:pt x="896" y="723"/>
                      <a:pt x="833" y="503"/>
                    </a:cubicBezTo>
                    <a:cubicBezTo>
                      <a:pt x="744" y="262"/>
                      <a:pt x="634" y="110"/>
                      <a:pt x="504" y="21"/>
                    </a:cubicBezTo>
                    <a:lnTo>
                      <a:pt x="462" y="0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2" name="Google Shape;2882;p62"/>
              <p:cNvSpPr/>
              <p:nvPr/>
            </p:nvSpPr>
            <p:spPr>
              <a:xfrm flipH="1">
                <a:off x="2140458" y="4259054"/>
                <a:ext cx="880211" cy="373365"/>
              </a:xfrm>
              <a:custGeom>
                <a:avLst/>
                <a:gdLst/>
                <a:ahLst/>
                <a:cxnLst/>
                <a:rect l="l" t="t" r="r" b="b"/>
                <a:pathLst>
                  <a:path w="4583" h="1944" extrusionOk="0">
                    <a:moveTo>
                      <a:pt x="283" y="1"/>
                    </a:moveTo>
                    <a:lnTo>
                      <a:pt x="1" y="1944"/>
                    </a:lnTo>
                    <a:lnTo>
                      <a:pt x="4300" y="1944"/>
                    </a:lnTo>
                    <a:lnTo>
                      <a:pt x="458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3" name="Google Shape;2883;p62"/>
              <p:cNvSpPr/>
              <p:nvPr/>
            </p:nvSpPr>
            <p:spPr>
              <a:xfrm flipH="1">
                <a:off x="2127398" y="4245993"/>
                <a:ext cx="905371" cy="398525"/>
              </a:xfrm>
              <a:custGeom>
                <a:avLst/>
                <a:gdLst/>
                <a:ahLst/>
                <a:cxnLst/>
                <a:rect l="l" t="t" r="r" b="b"/>
                <a:pathLst>
                  <a:path w="4714" h="2075" extrusionOk="0">
                    <a:moveTo>
                      <a:pt x="4583" y="111"/>
                    </a:moveTo>
                    <a:lnTo>
                      <a:pt x="4295" y="1965"/>
                    </a:lnTo>
                    <a:lnTo>
                      <a:pt x="132" y="1965"/>
                    </a:lnTo>
                    <a:lnTo>
                      <a:pt x="393" y="111"/>
                    </a:lnTo>
                    <a:close/>
                    <a:moveTo>
                      <a:pt x="283" y="1"/>
                    </a:moveTo>
                    <a:lnTo>
                      <a:pt x="283" y="69"/>
                    </a:lnTo>
                    <a:lnTo>
                      <a:pt x="1" y="2075"/>
                    </a:lnTo>
                    <a:lnTo>
                      <a:pt x="4405" y="2075"/>
                    </a:lnTo>
                    <a:lnTo>
                      <a:pt x="4714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4" name="Google Shape;2884;p62"/>
              <p:cNvSpPr/>
              <p:nvPr/>
            </p:nvSpPr>
            <p:spPr>
              <a:xfrm flipH="1">
                <a:off x="2588920" y="4916868"/>
                <a:ext cx="553517" cy="213571"/>
              </a:xfrm>
              <a:custGeom>
                <a:avLst/>
                <a:gdLst/>
                <a:ahLst/>
                <a:cxnLst/>
                <a:rect l="l" t="t" r="r" b="b"/>
                <a:pathLst>
                  <a:path w="2882" h="1112" extrusionOk="0">
                    <a:moveTo>
                      <a:pt x="1" y="1"/>
                    </a:moveTo>
                    <a:lnTo>
                      <a:pt x="1" y="1111"/>
                    </a:lnTo>
                    <a:lnTo>
                      <a:pt x="2881" y="1111"/>
                    </a:lnTo>
                    <a:lnTo>
                      <a:pt x="288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5" name="Google Shape;2885;p62"/>
              <p:cNvSpPr/>
              <p:nvPr/>
            </p:nvSpPr>
            <p:spPr>
              <a:xfrm flipH="1">
                <a:off x="2575860" y="4903808"/>
                <a:ext cx="578485" cy="239691"/>
              </a:xfrm>
              <a:custGeom>
                <a:avLst/>
                <a:gdLst/>
                <a:ahLst/>
                <a:cxnLst/>
                <a:rect l="l" t="t" r="r" b="b"/>
                <a:pathLst>
                  <a:path w="3012" h="1248" extrusionOk="0">
                    <a:moveTo>
                      <a:pt x="2901" y="111"/>
                    </a:moveTo>
                    <a:lnTo>
                      <a:pt x="2901" y="1137"/>
                    </a:lnTo>
                    <a:lnTo>
                      <a:pt x="110" y="1137"/>
                    </a:lnTo>
                    <a:lnTo>
                      <a:pt x="110" y="111"/>
                    </a:lnTo>
                    <a:close/>
                    <a:moveTo>
                      <a:pt x="0" y="1"/>
                    </a:moveTo>
                    <a:lnTo>
                      <a:pt x="0" y="69"/>
                    </a:lnTo>
                    <a:lnTo>
                      <a:pt x="0" y="1247"/>
                    </a:lnTo>
                    <a:lnTo>
                      <a:pt x="3011" y="1247"/>
                    </a:lnTo>
                    <a:lnTo>
                      <a:pt x="3011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6" name="Google Shape;2886;p62"/>
              <p:cNvSpPr/>
              <p:nvPr/>
            </p:nvSpPr>
            <p:spPr>
              <a:xfrm flipH="1">
                <a:off x="1846789" y="4916868"/>
                <a:ext cx="553325" cy="213571"/>
              </a:xfrm>
              <a:custGeom>
                <a:avLst/>
                <a:gdLst/>
                <a:ahLst/>
                <a:cxnLst/>
                <a:rect l="l" t="t" r="r" b="b"/>
                <a:pathLst>
                  <a:path w="2881" h="1112" extrusionOk="0">
                    <a:moveTo>
                      <a:pt x="1" y="1"/>
                    </a:moveTo>
                    <a:lnTo>
                      <a:pt x="1" y="1111"/>
                    </a:lnTo>
                    <a:lnTo>
                      <a:pt x="2881" y="1111"/>
                    </a:lnTo>
                    <a:lnTo>
                      <a:pt x="288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7" name="Google Shape;2887;p62"/>
              <p:cNvSpPr/>
              <p:nvPr/>
            </p:nvSpPr>
            <p:spPr>
              <a:xfrm flipH="1">
                <a:off x="1834690" y="4903808"/>
                <a:ext cx="578485" cy="239691"/>
              </a:xfrm>
              <a:custGeom>
                <a:avLst/>
                <a:gdLst/>
                <a:ahLst/>
                <a:cxnLst/>
                <a:rect l="l" t="t" r="r" b="b"/>
                <a:pathLst>
                  <a:path w="3012" h="1248" extrusionOk="0">
                    <a:moveTo>
                      <a:pt x="2902" y="111"/>
                    </a:moveTo>
                    <a:lnTo>
                      <a:pt x="2902" y="1137"/>
                    </a:lnTo>
                    <a:lnTo>
                      <a:pt x="111" y="1137"/>
                    </a:lnTo>
                    <a:lnTo>
                      <a:pt x="111" y="111"/>
                    </a:lnTo>
                    <a:close/>
                    <a:moveTo>
                      <a:pt x="1" y="1"/>
                    </a:moveTo>
                    <a:lnTo>
                      <a:pt x="1" y="69"/>
                    </a:lnTo>
                    <a:lnTo>
                      <a:pt x="1" y="1247"/>
                    </a:lnTo>
                    <a:lnTo>
                      <a:pt x="3012" y="1247"/>
                    </a:lnTo>
                    <a:lnTo>
                      <a:pt x="3012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8" name="Google Shape;2888;p62"/>
              <p:cNvSpPr/>
              <p:nvPr/>
            </p:nvSpPr>
            <p:spPr>
              <a:xfrm flipH="1">
                <a:off x="912214" y="2687022"/>
                <a:ext cx="671058" cy="675091"/>
              </a:xfrm>
              <a:custGeom>
                <a:avLst/>
                <a:gdLst/>
                <a:ahLst/>
                <a:cxnLst/>
                <a:rect l="l" t="t" r="r" b="b"/>
                <a:pathLst>
                  <a:path w="3494" h="3515" extrusionOk="0">
                    <a:moveTo>
                      <a:pt x="1749" y="1"/>
                    </a:moveTo>
                    <a:cubicBezTo>
                      <a:pt x="786" y="1"/>
                      <a:pt x="0" y="786"/>
                      <a:pt x="0" y="1750"/>
                    </a:cubicBezTo>
                    <a:cubicBezTo>
                      <a:pt x="0" y="2729"/>
                      <a:pt x="786" y="3515"/>
                      <a:pt x="1749" y="3515"/>
                    </a:cubicBezTo>
                    <a:cubicBezTo>
                      <a:pt x="2728" y="3515"/>
                      <a:pt x="3493" y="2729"/>
                      <a:pt x="3493" y="1750"/>
                    </a:cubicBezTo>
                    <a:cubicBezTo>
                      <a:pt x="3493" y="786"/>
                      <a:pt x="2728" y="1"/>
                      <a:pt x="174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9" name="Google Shape;2889;p62"/>
              <p:cNvSpPr/>
              <p:nvPr/>
            </p:nvSpPr>
            <p:spPr>
              <a:xfrm flipH="1">
                <a:off x="900306" y="2678955"/>
                <a:ext cx="695065" cy="691224"/>
              </a:xfrm>
              <a:custGeom>
                <a:avLst/>
                <a:gdLst/>
                <a:ahLst/>
                <a:cxnLst/>
                <a:rect l="l" t="t" r="r" b="b"/>
                <a:pathLst>
                  <a:path w="3619" h="3599" extrusionOk="0">
                    <a:moveTo>
                      <a:pt x="1812" y="111"/>
                    </a:moveTo>
                    <a:cubicBezTo>
                      <a:pt x="2750" y="111"/>
                      <a:pt x="3514" y="849"/>
                      <a:pt x="3514" y="1792"/>
                    </a:cubicBezTo>
                    <a:cubicBezTo>
                      <a:pt x="3514" y="2729"/>
                      <a:pt x="2750" y="3494"/>
                      <a:pt x="1812" y="3494"/>
                    </a:cubicBezTo>
                    <a:cubicBezTo>
                      <a:pt x="870" y="3494"/>
                      <a:pt x="131" y="2729"/>
                      <a:pt x="131" y="1792"/>
                    </a:cubicBezTo>
                    <a:cubicBezTo>
                      <a:pt x="131" y="849"/>
                      <a:pt x="870" y="111"/>
                      <a:pt x="1812" y="111"/>
                    </a:cubicBezTo>
                    <a:close/>
                    <a:moveTo>
                      <a:pt x="1812" y="1"/>
                    </a:moveTo>
                    <a:cubicBezTo>
                      <a:pt x="807" y="1"/>
                      <a:pt x="0" y="807"/>
                      <a:pt x="0" y="1792"/>
                    </a:cubicBezTo>
                    <a:cubicBezTo>
                      <a:pt x="0" y="2792"/>
                      <a:pt x="807" y="3599"/>
                      <a:pt x="1812" y="3599"/>
                    </a:cubicBezTo>
                    <a:cubicBezTo>
                      <a:pt x="2812" y="3599"/>
                      <a:pt x="3619" y="2792"/>
                      <a:pt x="3619" y="1792"/>
                    </a:cubicBezTo>
                    <a:cubicBezTo>
                      <a:pt x="3619" y="807"/>
                      <a:pt x="2812" y="1"/>
                      <a:pt x="1812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0" name="Google Shape;2890;p62"/>
              <p:cNvSpPr/>
              <p:nvPr/>
            </p:nvSpPr>
            <p:spPr>
              <a:xfrm flipH="1">
                <a:off x="937368" y="2855076"/>
                <a:ext cx="268884" cy="268692"/>
              </a:xfrm>
              <a:custGeom>
                <a:avLst/>
                <a:gdLst/>
                <a:ahLst/>
                <a:cxnLst/>
                <a:rect l="l" t="t" r="r" b="b"/>
                <a:pathLst>
                  <a:path w="1400" h="1399" extrusionOk="0">
                    <a:moveTo>
                      <a:pt x="703" y="0"/>
                    </a:moveTo>
                    <a:cubicBezTo>
                      <a:pt x="310" y="0"/>
                      <a:pt x="1" y="325"/>
                      <a:pt x="1" y="697"/>
                    </a:cubicBezTo>
                    <a:cubicBezTo>
                      <a:pt x="1" y="1089"/>
                      <a:pt x="310" y="1398"/>
                      <a:pt x="703" y="1398"/>
                    </a:cubicBezTo>
                    <a:cubicBezTo>
                      <a:pt x="1069" y="1398"/>
                      <a:pt x="1399" y="1089"/>
                      <a:pt x="1399" y="697"/>
                    </a:cubicBezTo>
                    <a:cubicBezTo>
                      <a:pt x="1399" y="325"/>
                      <a:pt x="1069" y="0"/>
                      <a:pt x="70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1" name="Google Shape;2891;p62"/>
              <p:cNvSpPr/>
              <p:nvPr/>
            </p:nvSpPr>
            <p:spPr>
              <a:xfrm flipH="1">
                <a:off x="929302" y="2847010"/>
                <a:ext cx="284825" cy="284825"/>
              </a:xfrm>
              <a:custGeom>
                <a:avLst/>
                <a:gdLst/>
                <a:ahLst/>
                <a:cxnLst/>
                <a:rect l="l" t="t" r="r" b="b"/>
                <a:pathLst>
                  <a:path w="1483" h="1483" extrusionOk="0">
                    <a:moveTo>
                      <a:pt x="744" y="105"/>
                    </a:moveTo>
                    <a:cubicBezTo>
                      <a:pt x="1089" y="105"/>
                      <a:pt x="1372" y="393"/>
                      <a:pt x="1372" y="739"/>
                    </a:cubicBezTo>
                    <a:cubicBezTo>
                      <a:pt x="1372" y="1090"/>
                      <a:pt x="1089" y="1372"/>
                      <a:pt x="744" y="1372"/>
                    </a:cubicBezTo>
                    <a:cubicBezTo>
                      <a:pt x="393" y="1372"/>
                      <a:pt x="110" y="1090"/>
                      <a:pt x="110" y="739"/>
                    </a:cubicBezTo>
                    <a:cubicBezTo>
                      <a:pt x="110" y="393"/>
                      <a:pt x="393" y="105"/>
                      <a:pt x="744" y="105"/>
                    </a:cubicBezTo>
                    <a:close/>
                    <a:moveTo>
                      <a:pt x="744" y="0"/>
                    </a:moveTo>
                    <a:cubicBezTo>
                      <a:pt x="325" y="0"/>
                      <a:pt x="0" y="325"/>
                      <a:pt x="0" y="739"/>
                    </a:cubicBezTo>
                    <a:cubicBezTo>
                      <a:pt x="0" y="1152"/>
                      <a:pt x="325" y="1482"/>
                      <a:pt x="744" y="1482"/>
                    </a:cubicBezTo>
                    <a:cubicBezTo>
                      <a:pt x="1157" y="1482"/>
                      <a:pt x="1482" y="1152"/>
                      <a:pt x="1482" y="739"/>
                    </a:cubicBezTo>
                    <a:cubicBezTo>
                      <a:pt x="1482" y="325"/>
                      <a:pt x="1157" y="0"/>
                      <a:pt x="744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2" name="Google Shape;2892;p62"/>
              <p:cNvSpPr/>
              <p:nvPr/>
            </p:nvSpPr>
            <p:spPr>
              <a:xfrm flipH="1">
                <a:off x="1314585" y="3079982"/>
                <a:ext cx="692184" cy="579829"/>
              </a:xfrm>
              <a:custGeom>
                <a:avLst/>
                <a:gdLst/>
                <a:ahLst/>
                <a:cxnLst/>
                <a:rect l="l" t="t" r="r" b="b"/>
                <a:pathLst>
                  <a:path w="3604" h="3019" extrusionOk="0">
                    <a:moveTo>
                      <a:pt x="2939" y="1"/>
                    </a:moveTo>
                    <a:cubicBezTo>
                      <a:pt x="2927" y="1"/>
                      <a:pt x="2916" y="3"/>
                      <a:pt x="2907" y="8"/>
                    </a:cubicBezTo>
                    <a:lnTo>
                      <a:pt x="0" y="2144"/>
                    </a:lnTo>
                    <a:lnTo>
                      <a:pt x="613" y="3019"/>
                    </a:lnTo>
                    <a:lnTo>
                      <a:pt x="3514" y="903"/>
                    </a:lnTo>
                    <a:cubicBezTo>
                      <a:pt x="3603" y="835"/>
                      <a:pt x="3535" y="594"/>
                      <a:pt x="3362" y="358"/>
                    </a:cubicBezTo>
                    <a:cubicBezTo>
                      <a:pt x="3209" y="144"/>
                      <a:pt x="3035" y="1"/>
                      <a:pt x="293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3" name="Google Shape;2893;p62"/>
              <p:cNvSpPr/>
              <p:nvPr/>
            </p:nvSpPr>
            <p:spPr>
              <a:xfrm flipH="1">
                <a:off x="1310552" y="3069418"/>
                <a:ext cx="708317" cy="607486"/>
              </a:xfrm>
              <a:custGeom>
                <a:avLst/>
                <a:gdLst/>
                <a:ahLst/>
                <a:cxnLst/>
                <a:rect l="l" t="t" r="r" b="b"/>
                <a:pathLst>
                  <a:path w="3688" h="3163" extrusionOk="0">
                    <a:moveTo>
                      <a:pt x="3012" y="104"/>
                    </a:moveTo>
                    <a:lnTo>
                      <a:pt x="3033" y="125"/>
                    </a:lnTo>
                    <a:cubicBezTo>
                      <a:pt x="3054" y="125"/>
                      <a:pt x="3101" y="152"/>
                      <a:pt x="3143" y="172"/>
                    </a:cubicBezTo>
                    <a:cubicBezTo>
                      <a:pt x="3205" y="235"/>
                      <a:pt x="3295" y="324"/>
                      <a:pt x="3384" y="434"/>
                    </a:cubicBezTo>
                    <a:cubicBezTo>
                      <a:pt x="3467" y="565"/>
                      <a:pt x="3514" y="675"/>
                      <a:pt x="3556" y="759"/>
                    </a:cubicBezTo>
                    <a:lnTo>
                      <a:pt x="3556" y="869"/>
                    </a:lnTo>
                    <a:lnTo>
                      <a:pt x="3556" y="911"/>
                    </a:lnTo>
                    <a:lnTo>
                      <a:pt x="697" y="3006"/>
                    </a:lnTo>
                    <a:lnTo>
                      <a:pt x="152" y="2199"/>
                    </a:lnTo>
                    <a:lnTo>
                      <a:pt x="3012" y="104"/>
                    </a:lnTo>
                    <a:close/>
                    <a:moveTo>
                      <a:pt x="3011" y="1"/>
                    </a:moveTo>
                    <a:cubicBezTo>
                      <a:pt x="2989" y="1"/>
                      <a:pt x="2967" y="8"/>
                      <a:pt x="2944" y="21"/>
                    </a:cubicBezTo>
                    <a:lnTo>
                      <a:pt x="0" y="2178"/>
                    </a:lnTo>
                    <a:lnTo>
                      <a:pt x="676" y="3163"/>
                    </a:lnTo>
                    <a:lnTo>
                      <a:pt x="3624" y="1000"/>
                    </a:lnTo>
                    <a:cubicBezTo>
                      <a:pt x="3666" y="979"/>
                      <a:pt x="3666" y="937"/>
                      <a:pt x="3666" y="890"/>
                    </a:cubicBezTo>
                    <a:cubicBezTo>
                      <a:pt x="3687" y="848"/>
                      <a:pt x="3666" y="780"/>
                      <a:pt x="3666" y="738"/>
                    </a:cubicBezTo>
                    <a:cubicBezTo>
                      <a:pt x="3624" y="628"/>
                      <a:pt x="3556" y="497"/>
                      <a:pt x="3467" y="366"/>
                    </a:cubicBezTo>
                    <a:cubicBezTo>
                      <a:pt x="3384" y="256"/>
                      <a:pt x="3295" y="152"/>
                      <a:pt x="3205" y="83"/>
                    </a:cubicBezTo>
                    <a:cubicBezTo>
                      <a:pt x="3164" y="42"/>
                      <a:pt x="3122" y="21"/>
                      <a:pt x="3075" y="21"/>
                    </a:cubicBezTo>
                    <a:cubicBezTo>
                      <a:pt x="3054" y="8"/>
                      <a:pt x="3033" y="1"/>
                      <a:pt x="3011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4" name="Google Shape;2894;p62"/>
              <p:cNvSpPr/>
              <p:nvPr/>
            </p:nvSpPr>
            <p:spPr>
              <a:xfrm flipH="1">
                <a:off x="2069005" y="2599633"/>
                <a:ext cx="503005" cy="540265"/>
              </a:xfrm>
              <a:custGeom>
                <a:avLst/>
                <a:gdLst/>
                <a:ahLst/>
                <a:cxnLst/>
                <a:rect l="l" t="t" r="r" b="b"/>
                <a:pathLst>
                  <a:path w="2619" h="2813" extrusionOk="0">
                    <a:moveTo>
                      <a:pt x="1288" y="0"/>
                    </a:moveTo>
                    <a:cubicBezTo>
                      <a:pt x="1179" y="0"/>
                      <a:pt x="1089" y="21"/>
                      <a:pt x="980" y="63"/>
                    </a:cubicBezTo>
                    <a:lnTo>
                      <a:pt x="0" y="456"/>
                    </a:lnTo>
                    <a:lnTo>
                      <a:pt x="152" y="869"/>
                    </a:lnTo>
                    <a:lnTo>
                      <a:pt x="676" y="655"/>
                    </a:lnTo>
                    <a:lnTo>
                      <a:pt x="697" y="655"/>
                    </a:lnTo>
                    <a:cubicBezTo>
                      <a:pt x="697" y="676"/>
                      <a:pt x="718" y="676"/>
                      <a:pt x="718" y="676"/>
                    </a:cubicBezTo>
                    <a:cubicBezTo>
                      <a:pt x="744" y="697"/>
                      <a:pt x="765" y="697"/>
                      <a:pt x="786" y="717"/>
                    </a:cubicBezTo>
                    <a:cubicBezTo>
                      <a:pt x="807" y="738"/>
                      <a:pt x="828" y="738"/>
                      <a:pt x="849" y="765"/>
                    </a:cubicBezTo>
                    <a:cubicBezTo>
                      <a:pt x="875" y="786"/>
                      <a:pt x="896" y="786"/>
                      <a:pt x="896" y="807"/>
                    </a:cubicBezTo>
                    <a:cubicBezTo>
                      <a:pt x="917" y="827"/>
                      <a:pt x="938" y="848"/>
                      <a:pt x="959" y="869"/>
                    </a:cubicBezTo>
                    <a:cubicBezTo>
                      <a:pt x="980" y="896"/>
                      <a:pt x="980" y="896"/>
                      <a:pt x="1006" y="916"/>
                    </a:cubicBezTo>
                    <a:cubicBezTo>
                      <a:pt x="1027" y="937"/>
                      <a:pt x="1048" y="958"/>
                      <a:pt x="1048" y="979"/>
                    </a:cubicBezTo>
                    <a:cubicBezTo>
                      <a:pt x="1069" y="1000"/>
                      <a:pt x="1089" y="1026"/>
                      <a:pt x="1110" y="1047"/>
                    </a:cubicBezTo>
                    <a:cubicBezTo>
                      <a:pt x="1110" y="1068"/>
                      <a:pt x="1137" y="1089"/>
                      <a:pt x="1137" y="1110"/>
                    </a:cubicBezTo>
                    <a:cubicBezTo>
                      <a:pt x="1158" y="1131"/>
                      <a:pt x="1179" y="1157"/>
                      <a:pt x="1179" y="1178"/>
                    </a:cubicBezTo>
                    <a:cubicBezTo>
                      <a:pt x="1199" y="1199"/>
                      <a:pt x="1199" y="1220"/>
                      <a:pt x="1220" y="1241"/>
                    </a:cubicBezTo>
                    <a:cubicBezTo>
                      <a:pt x="1220" y="1288"/>
                      <a:pt x="1241" y="1309"/>
                      <a:pt x="1241" y="1330"/>
                    </a:cubicBezTo>
                    <a:cubicBezTo>
                      <a:pt x="1268" y="1330"/>
                      <a:pt x="1268" y="1351"/>
                      <a:pt x="1268" y="1351"/>
                    </a:cubicBezTo>
                    <a:lnTo>
                      <a:pt x="1268" y="1372"/>
                    </a:lnTo>
                    <a:lnTo>
                      <a:pt x="503" y="1723"/>
                    </a:lnTo>
                    <a:lnTo>
                      <a:pt x="938" y="2812"/>
                    </a:lnTo>
                    <a:lnTo>
                      <a:pt x="1922" y="2419"/>
                    </a:lnTo>
                    <a:cubicBezTo>
                      <a:pt x="2420" y="2226"/>
                      <a:pt x="2619" y="1550"/>
                      <a:pt x="2357" y="896"/>
                    </a:cubicBezTo>
                    <a:cubicBezTo>
                      <a:pt x="2158" y="372"/>
                      <a:pt x="1723" y="21"/>
                      <a:pt x="128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5" name="Google Shape;2895;p62"/>
              <p:cNvSpPr/>
              <p:nvPr/>
            </p:nvSpPr>
            <p:spPr>
              <a:xfrm flipH="1">
                <a:off x="2082065" y="2590414"/>
                <a:ext cx="507038" cy="566577"/>
              </a:xfrm>
              <a:custGeom>
                <a:avLst/>
                <a:gdLst/>
                <a:ahLst/>
                <a:cxnLst/>
                <a:rect l="l" t="t" r="r" b="b"/>
                <a:pathLst>
                  <a:path w="2640" h="2950" extrusionOk="0">
                    <a:moveTo>
                      <a:pt x="1377" y="111"/>
                    </a:moveTo>
                    <a:cubicBezTo>
                      <a:pt x="1770" y="111"/>
                      <a:pt x="2184" y="462"/>
                      <a:pt x="2378" y="964"/>
                    </a:cubicBezTo>
                    <a:cubicBezTo>
                      <a:pt x="2509" y="1268"/>
                      <a:pt x="2535" y="1598"/>
                      <a:pt x="2467" y="1860"/>
                    </a:cubicBezTo>
                    <a:cubicBezTo>
                      <a:pt x="2378" y="2122"/>
                      <a:pt x="2226" y="2337"/>
                      <a:pt x="1985" y="2426"/>
                    </a:cubicBezTo>
                    <a:lnTo>
                      <a:pt x="1048" y="2797"/>
                    </a:lnTo>
                    <a:lnTo>
                      <a:pt x="655" y="1792"/>
                    </a:lnTo>
                    <a:lnTo>
                      <a:pt x="1398" y="1467"/>
                    </a:lnTo>
                    <a:lnTo>
                      <a:pt x="1419" y="1399"/>
                    </a:lnTo>
                    <a:lnTo>
                      <a:pt x="1398" y="1378"/>
                    </a:lnTo>
                    <a:lnTo>
                      <a:pt x="1398" y="1357"/>
                    </a:lnTo>
                    <a:cubicBezTo>
                      <a:pt x="1377" y="1336"/>
                      <a:pt x="1377" y="1289"/>
                      <a:pt x="1357" y="1268"/>
                    </a:cubicBezTo>
                    <a:cubicBezTo>
                      <a:pt x="1357" y="1247"/>
                      <a:pt x="1330" y="1226"/>
                      <a:pt x="1330" y="1205"/>
                    </a:cubicBezTo>
                    <a:cubicBezTo>
                      <a:pt x="1309" y="1179"/>
                      <a:pt x="1288" y="1158"/>
                      <a:pt x="1288" y="1137"/>
                    </a:cubicBezTo>
                    <a:cubicBezTo>
                      <a:pt x="1268" y="1116"/>
                      <a:pt x="1247" y="1074"/>
                      <a:pt x="1247" y="1048"/>
                    </a:cubicBezTo>
                    <a:cubicBezTo>
                      <a:pt x="1226" y="1027"/>
                      <a:pt x="1199" y="1006"/>
                      <a:pt x="1199" y="985"/>
                    </a:cubicBezTo>
                    <a:cubicBezTo>
                      <a:pt x="1178" y="964"/>
                      <a:pt x="1158" y="944"/>
                      <a:pt x="1137" y="944"/>
                    </a:cubicBezTo>
                    <a:cubicBezTo>
                      <a:pt x="1116" y="917"/>
                      <a:pt x="1116" y="896"/>
                      <a:pt x="1095" y="875"/>
                    </a:cubicBezTo>
                    <a:lnTo>
                      <a:pt x="1027" y="813"/>
                    </a:lnTo>
                    <a:cubicBezTo>
                      <a:pt x="1006" y="813"/>
                      <a:pt x="985" y="786"/>
                      <a:pt x="964" y="765"/>
                    </a:cubicBezTo>
                    <a:cubicBezTo>
                      <a:pt x="964" y="745"/>
                      <a:pt x="938" y="745"/>
                      <a:pt x="917" y="724"/>
                    </a:cubicBezTo>
                    <a:cubicBezTo>
                      <a:pt x="896" y="703"/>
                      <a:pt x="875" y="703"/>
                      <a:pt x="854" y="682"/>
                    </a:cubicBezTo>
                    <a:cubicBezTo>
                      <a:pt x="833" y="682"/>
                      <a:pt x="807" y="656"/>
                      <a:pt x="807" y="656"/>
                    </a:cubicBezTo>
                    <a:lnTo>
                      <a:pt x="765" y="635"/>
                    </a:lnTo>
                    <a:lnTo>
                      <a:pt x="283" y="834"/>
                    </a:lnTo>
                    <a:lnTo>
                      <a:pt x="152" y="525"/>
                    </a:lnTo>
                    <a:lnTo>
                      <a:pt x="1095" y="158"/>
                    </a:lnTo>
                    <a:cubicBezTo>
                      <a:pt x="1178" y="132"/>
                      <a:pt x="1268" y="111"/>
                      <a:pt x="1377" y="111"/>
                    </a:cubicBezTo>
                    <a:close/>
                    <a:moveTo>
                      <a:pt x="1377" y="1"/>
                    </a:moveTo>
                    <a:cubicBezTo>
                      <a:pt x="1268" y="1"/>
                      <a:pt x="1158" y="1"/>
                      <a:pt x="1048" y="48"/>
                    </a:cubicBezTo>
                    <a:lnTo>
                      <a:pt x="0" y="462"/>
                    </a:lnTo>
                    <a:lnTo>
                      <a:pt x="220" y="985"/>
                    </a:lnTo>
                    <a:lnTo>
                      <a:pt x="765" y="765"/>
                    </a:lnTo>
                    <a:lnTo>
                      <a:pt x="786" y="765"/>
                    </a:lnTo>
                    <a:cubicBezTo>
                      <a:pt x="807" y="786"/>
                      <a:pt x="833" y="813"/>
                      <a:pt x="854" y="813"/>
                    </a:cubicBezTo>
                    <a:cubicBezTo>
                      <a:pt x="854" y="834"/>
                      <a:pt x="875" y="834"/>
                      <a:pt x="896" y="855"/>
                    </a:cubicBezTo>
                    <a:cubicBezTo>
                      <a:pt x="917" y="875"/>
                      <a:pt x="938" y="875"/>
                      <a:pt x="964" y="896"/>
                    </a:cubicBezTo>
                    <a:cubicBezTo>
                      <a:pt x="964" y="917"/>
                      <a:pt x="985" y="944"/>
                      <a:pt x="1006" y="944"/>
                    </a:cubicBezTo>
                    <a:cubicBezTo>
                      <a:pt x="1027" y="964"/>
                      <a:pt x="1048" y="985"/>
                      <a:pt x="1048" y="1006"/>
                    </a:cubicBezTo>
                    <a:cubicBezTo>
                      <a:pt x="1069" y="1027"/>
                      <a:pt x="1095" y="1048"/>
                      <a:pt x="1095" y="1074"/>
                    </a:cubicBezTo>
                    <a:cubicBezTo>
                      <a:pt x="1116" y="1074"/>
                      <a:pt x="1137" y="1095"/>
                      <a:pt x="1137" y="1116"/>
                    </a:cubicBezTo>
                    <a:cubicBezTo>
                      <a:pt x="1158" y="1137"/>
                      <a:pt x="1178" y="1158"/>
                      <a:pt x="1178" y="1179"/>
                    </a:cubicBezTo>
                    <a:cubicBezTo>
                      <a:pt x="1199" y="1205"/>
                      <a:pt x="1199" y="1226"/>
                      <a:pt x="1226" y="1247"/>
                    </a:cubicBezTo>
                    <a:cubicBezTo>
                      <a:pt x="1247" y="1268"/>
                      <a:pt x="1247" y="1289"/>
                      <a:pt x="1268" y="1336"/>
                    </a:cubicBezTo>
                    <a:cubicBezTo>
                      <a:pt x="1268" y="1336"/>
                      <a:pt x="1268" y="1357"/>
                      <a:pt x="1288" y="1378"/>
                    </a:cubicBezTo>
                    <a:lnTo>
                      <a:pt x="503" y="1750"/>
                    </a:lnTo>
                    <a:lnTo>
                      <a:pt x="985" y="2949"/>
                    </a:lnTo>
                    <a:lnTo>
                      <a:pt x="2032" y="2536"/>
                    </a:lnTo>
                    <a:cubicBezTo>
                      <a:pt x="2315" y="2426"/>
                      <a:pt x="2488" y="2185"/>
                      <a:pt x="2577" y="1902"/>
                    </a:cubicBezTo>
                    <a:cubicBezTo>
                      <a:pt x="2640" y="1598"/>
                      <a:pt x="2619" y="1247"/>
                      <a:pt x="2488" y="917"/>
                    </a:cubicBezTo>
                    <a:cubicBezTo>
                      <a:pt x="2294" y="373"/>
                      <a:pt x="1833" y="1"/>
                      <a:pt x="1377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6" name="Google Shape;2896;p62"/>
              <p:cNvSpPr/>
              <p:nvPr/>
            </p:nvSpPr>
            <p:spPr>
              <a:xfrm flipH="1">
                <a:off x="2521500" y="2674922"/>
                <a:ext cx="143085" cy="130025"/>
              </a:xfrm>
              <a:custGeom>
                <a:avLst/>
                <a:gdLst/>
                <a:ahLst/>
                <a:cxnLst/>
                <a:rect l="l" t="t" r="r" b="b"/>
                <a:pathLst>
                  <a:path w="745" h="677" extrusionOk="0">
                    <a:moveTo>
                      <a:pt x="723" y="1"/>
                    </a:moveTo>
                    <a:cubicBezTo>
                      <a:pt x="634" y="22"/>
                      <a:pt x="545" y="22"/>
                      <a:pt x="482" y="64"/>
                    </a:cubicBezTo>
                    <a:cubicBezTo>
                      <a:pt x="262" y="153"/>
                      <a:pt x="89" y="325"/>
                      <a:pt x="0" y="587"/>
                    </a:cubicBezTo>
                    <a:lnTo>
                      <a:pt x="110" y="676"/>
                    </a:lnTo>
                    <a:cubicBezTo>
                      <a:pt x="199" y="435"/>
                      <a:pt x="351" y="284"/>
                      <a:pt x="524" y="195"/>
                    </a:cubicBezTo>
                    <a:cubicBezTo>
                      <a:pt x="592" y="174"/>
                      <a:pt x="655" y="174"/>
                      <a:pt x="744" y="153"/>
                    </a:cubicBezTo>
                    <a:lnTo>
                      <a:pt x="723" y="1"/>
                    </a:lnTo>
                    <a:close/>
                  </a:path>
                </a:pathLst>
              </a:custGeom>
              <a:solidFill>
                <a:srgbClr val="C7E6E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7" name="Google Shape;2897;p62"/>
              <p:cNvSpPr/>
              <p:nvPr/>
            </p:nvSpPr>
            <p:spPr>
              <a:xfrm flipH="1">
                <a:off x="2509592" y="2665895"/>
                <a:ext cx="167092" cy="151151"/>
              </a:xfrm>
              <a:custGeom>
                <a:avLst/>
                <a:gdLst/>
                <a:ahLst/>
                <a:cxnLst/>
                <a:rect l="l" t="t" r="r" b="b"/>
                <a:pathLst>
                  <a:path w="870" h="787" extrusionOk="0">
                    <a:moveTo>
                      <a:pt x="718" y="132"/>
                    </a:moveTo>
                    <a:lnTo>
                      <a:pt x="739" y="158"/>
                    </a:lnTo>
                    <a:cubicBezTo>
                      <a:pt x="676" y="179"/>
                      <a:pt x="634" y="179"/>
                      <a:pt x="566" y="200"/>
                    </a:cubicBezTo>
                    <a:cubicBezTo>
                      <a:pt x="393" y="263"/>
                      <a:pt x="262" y="441"/>
                      <a:pt x="173" y="634"/>
                    </a:cubicBezTo>
                    <a:lnTo>
                      <a:pt x="152" y="634"/>
                    </a:lnTo>
                    <a:cubicBezTo>
                      <a:pt x="241" y="393"/>
                      <a:pt x="372" y="242"/>
                      <a:pt x="566" y="158"/>
                    </a:cubicBezTo>
                    <a:cubicBezTo>
                      <a:pt x="608" y="132"/>
                      <a:pt x="676" y="132"/>
                      <a:pt x="718" y="132"/>
                    </a:cubicBezTo>
                    <a:close/>
                    <a:moveTo>
                      <a:pt x="765" y="1"/>
                    </a:moveTo>
                    <a:cubicBezTo>
                      <a:pt x="676" y="1"/>
                      <a:pt x="587" y="27"/>
                      <a:pt x="524" y="48"/>
                    </a:cubicBezTo>
                    <a:cubicBezTo>
                      <a:pt x="283" y="158"/>
                      <a:pt x="111" y="352"/>
                      <a:pt x="1" y="613"/>
                    </a:cubicBezTo>
                    <a:lnTo>
                      <a:pt x="1" y="655"/>
                    </a:lnTo>
                    <a:lnTo>
                      <a:pt x="215" y="786"/>
                    </a:lnTo>
                    <a:lnTo>
                      <a:pt x="241" y="723"/>
                    </a:lnTo>
                    <a:cubicBezTo>
                      <a:pt x="304" y="524"/>
                      <a:pt x="435" y="372"/>
                      <a:pt x="608" y="310"/>
                    </a:cubicBezTo>
                    <a:cubicBezTo>
                      <a:pt x="676" y="289"/>
                      <a:pt x="739" y="263"/>
                      <a:pt x="807" y="263"/>
                    </a:cubicBezTo>
                    <a:lnTo>
                      <a:pt x="870" y="263"/>
                    </a:lnTo>
                    <a:lnTo>
                      <a:pt x="849" y="200"/>
                    </a:lnTo>
                    <a:lnTo>
                      <a:pt x="828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8" name="Google Shape;2898;p62"/>
              <p:cNvSpPr/>
              <p:nvPr/>
            </p:nvSpPr>
            <p:spPr>
              <a:xfrm flipH="1">
                <a:off x="2291220" y="2704115"/>
                <a:ext cx="352238" cy="418883"/>
              </a:xfrm>
              <a:custGeom>
                <a:avLst/>
                <a:gdLst/>
                <a:ahLst/>
                <a:cxnLst/>
                <a:rect l="l" t="t" r="r" b="b"/>
                <a:pathLst>
                  <a:path w="1834" h="2181" extrusionOk="0">
                    <a:moveTo>
                      <a:pt x="655" y="1"/>
                    </a:moveTo>
                    <a:cubicBezTo>
                      <a:pt x="566" y="1"/>
                      <a:pt x="503" y="22"/>
                      <a:pt x="414" y="43"/>
                    </a:cubicBezTo>
                    <a:cubicBezTo>
                      <a:pt x="241" y="132"/>
                      <a:pt x="89" y="283"/>
                      <a:pt x="0" y="524"/>
                    </a:cubicBezTo>
                    <a:lnTo>
                      <a:pt x="21" y="524"/>
                    </a:lnTo>
                    <a:lnTo>
                      <a:pt x="1048" y="111"/>
                    </a:lnTo>
                    <a:lnTo>
                      <a:pt x="1069" y="111"/>
                    </a:lnTo>
                    <a:cubicBezTo>
                      <a:pt x="938" y="43"/>
                      <a:pt x="786" y="1"/>
                      <a:pt x="655" y="1"/>
                    </a:cubicBezTo>
                    <a:close/>
                    <a:moveTo>
                      <a:pt x="1640" y="807"/>
                    </a:moveTo>
                    <a:lnTo>
                      <a:pt x="1640" y="828"/>
                    </a:lnTo>
                    <a:lnTo>
                      <a:pt x="110" y="1530"/>
                    </a:lnTo>
                    <a:cubicBezTo>
                      <a:pt x="305" y="1932"/>
                      <a:pt x="671" y="2180"/>
                      <a:pt x="1012" y="2180"/>
                    </a:cubicBezTo>
                    <a:cubicBezTo>
                      <a:pt x="1092" y="2180"/>
                      <a:pt x="1172" y="2166"/>
                      <a:pt x="1247" y="2137"/>
                    </a:cubicBezTo>
                    <a:cubicBezTo>
                      <a:pt x="1681" y="1965"/>
                      <a:pt x="1833" y="1373"/>
                      <a:pt x="1640" y="807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9" name="Google Shape;2899;p62"/>
              <p:cNvSpPr/>
              <p:nvPr/>
            </p:nvSpPr>
            <p:spPr>
              <a:xfrm flipH="1">
                <a:off x="2295253" y="2696049"/>
                <a:ext cx="360305" cy="437513"/>
              </a:xfrm>
              <a:custGeom>
                <a:avLst/>
                <a:gdLst/>
                <a:ahLst/>
                <a:cxnLst/>
                <a:rect l="l" t="t" r="r" b="b"/>
                <a:pathLst>
                  <a:path w="1876" h="2278" extrusionOk="0">
                    <a:moveTo>
                      <a:pt x="718" y="106"/>
                    </a:moveTo>
                    <a:cubicBezTo>
                      <a:pt x="786" y="106"/>
                      <a:pt x="870" y="132"/>
                      <a:pt x="938" y="153"/>
                    </a:cubicBezTo>
                    <a:lnTo>
                      <a:pt x="236" y="435"/>
                    </a:lnTo>
                    <a:cubicBezTo>
                      <a:pt x="325" y="325"/>
                      <a:pt x="393" y="195"/>
                      <a:pt x="498" y="153"/>
                    </a:cubicBezTo>
                    <a:cubicBezTo>
                      <a:pt x="566" y="132"/>
                      <a:pt x="655" y="106"/>
                      <a:pt x="718" y="106"/>
                    </a:cubicBezTo>
                    <a:close/>
                    <a:moveTo>
                      <a:pt x="718" y="1"/>
                    </a:moveTo>
                    <a:cubicBezTo>
                      <a:pt x="629" y="1"/>
                      <a:pt x="545" y="1"/>
                      <a:pt x="456" y="43"/>
                    </a:cubicBezTo>
                    <a:cubicBezTo>
                      <a:pt x="262" y="132"/>
                      <a:pt x="105" y="305"/>
                      <a:pt x="21" y="545"/>
                    </a:cubicBezTo>
                    <a:lnTo>
                      <a:pt x="1" y="587"/>
                    </a:lnTo>
                    <a:lnTo>
                      <a:pt x="84" y="629"/>
                    </a:lnTo>
                    <a:lnTo>
                      <a:pt x="1111" y="215"/>
                    </a:lnTo>
                    <a:lnTo>
                      <a:pt x="1153" y="106"/>
                    </a:lnTo>
                    <a:lnTo>
                      <a:pt x="1132" y="106"/>
                    </a:lnTo>
                    <a:lnTo>
                      <a:pt x="1111" y="85"/>
                    </a:lnTo>
                    <a:lnTo>
                      <a:pt x="1090" y="85"/>
                    </a:lnTo>
                    <a:cubicBezTo>
                      <a:pt x="980" y="43"/>
                      <a:pt x="849" y="1"/>
                      <a:pt x="718" y="1"/>
                    </a:cubicBezTo>
                    <a:close/>
                    <a:moveTo>
                      <a:pt x="1655" y="959"/>
                    </a:moveTo>
                    <a:cubicBezTo>
                      <a:pt x="1723" y="1200"/>
                      <a:pt x="1744" y="1441"/>
                      <a:pt x="1676" y="1656"/>
                    </a:cubicBezTo>
                    <a:cubicBezTo>
                      <a:pt x="1614" y="1876"/>
                      <a:pt x="1483" y="2048"/>
                      <a:pt x="1284" y="2116"/>
                    </a:cubicBezTo>
                    <a:cubicBezTo>
                      <a:pt x="1213" y="2147"/>
                      <a:pt x="1139" y="2162"/>
                      <a:pt x="1063" y="2162"/>
                    </a:cubicBezTo>
                    <a:cubicBezTo>
                      <a:pt x="767" y="2162"/>
                      <a:pt x="450" y="1939"/>
                      <a:pt x="262" y="1593"/>
                    </a:cubicBezTo>
                    <a:lnTo>
                      <a:pt x="1655" y="959"/>
                    </a:lnTo>
                    <a:close/>
                    <a:moveTo>
                      <a:pt x="1634" y="828"/>
                    </a:moveTo>
                    <a:lnTo>
                      <a:pt x="131" y="1525"/>
                    </a:lnTo>
                    <a:lnTo>
                      <a:pt x="84" y="1546"/>
                    </a:lnTo>
                    <a:lnTo>
                      <a:pt x="105" y="1593"/>
                    </a:lnTo>
                    <a:cubicBezTo>
                      <a:pt x="315" y="2012"/>
                      <a:pt x="693" y="2277"/>
                      <a:pt x="1061" y="2277"/>
                    </a:cubicBezTo>
                    <a:cubicBezTo>
                      <a:pt x="1152" y="2277"/>
                      <a:pt x="1243" y="2261"/>
                      <a:pt x="1331" y="2226"/>
                    </a:cubicBezTo>
                    <a:cubicBezTo>
                      <a:pt x="1572" y="2137"/>
                      <a:pt x="1723" y="1938"/>
                      <a:pt x="1786" y="1677"/>
                    </a:cubicBezTo>
                    <a:cubicBezTo>
                      <a:pt x="1875" y="1441"/>
                      <a:pt x="1854" y="1153"/>
                      <a:pt x="1744" y="870"/>
                    </a:cubicBezTo>
                    <a:lnTo>
                      <a:pt x="1765" y="849"/>
                    </a:lnTo>
                    <a:lnTo>
                      <a:pt x="1744" y="828"/>
                    </a:lnTo>
                    <a:lnTo>
                      <a:pt x="1655" y="870"/>
                    </a:lnTo>
                    <a:lnTo>
                      <a:pt x="1634" y="849"/>
                    </a:lnTo>
                    <a:lnTo>
                      <a:pt x="1634" y="828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0" name="Google Shape;2900;p62"/>
              <p:cNvSpPr/>
              <p:nvPr/>
            </p:nvSpPr>
            <p:spPr>
              <a:xfrm flipH="1">
                <a:off x="1850629" y="2934206"/>
                <a:ext cx="448844" cy="742120"/>
              </a:xfrm>
              <a:custGeom>
                <a:avLst/>
                <a:gdLst/>
                <a:ahLst/>
                <a:cxnLst/>
                <a:rect l="l" t="t" r="r" b="b"/>
                <a:pathLst>
                  <a:path w="2337" h="3864" extrusionOk="0">
                    <a:moveTo>
                      <a:pt x="700" y="1"/>
                    </a:moveTo>
                    <a:cubicBezTo>
                      <a:pt x="397" y="1"/>
                      <a:pt x="199" y="207"/>
                      <a:pt x="0" y="437"/>
                    </a:cubicBezTo>
                    <a:lnTo>
                      <a:pt x="1289" y="3799"/>
                    </a:lnTo>
                    <a:cubicBezTo>
                      <a:pt x="1309" y="3841"/>
                      <a:pt x="1373" y="3863"/>
                      <a:pt x="1465" y="3863"/>
                    </a:cubicBezTo>
                    <a:cubicBezTo>
                      <a:pt x="1568" y="3863"/>
                      <a:pt x="1705" y="3836"/>
                      <a:pt x="1854" y="3778"/>
                    </a:cubicBezTo>
                    <a:cubicBezTo>
                      <a:pt x="2137" y="3689"/>
                      <a:pt x="2336" y="3537"/>
                      <a:pt x="2310" y="3427"/>
                    </a:cubicBezTo>
                    <a:lnTo>
                      <a:pt x="1027" y="70"/>
                    </a:lnTo>
                    <a:cubicBezTo>
                      <a:pt x="905" y="22"/>
                      <a:pt x="797" y="1"/>
                      <a:pt x="70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1" name="Google Shape;2901;p62"/>
              <p:cNvSpPr/>
              <p:nvPr/>
            </p:nvSpPr>
            <p:spPr>
              <a:xfrm flipH="1">
                <a:off x="1842755" y="2924411"/>
                <a:ext cx="469779" cy="760558"/>
              </a:xfrm>
              <a:custGeom>
                <a:avLst/>
                <a:gdLst/>
                <a:ahLst/>
                <a:cxnLst/>
                <a:rect l="l" t="t" r="r" b="b"/>
                <a:pathLst>
                  <a:path w="2446" h="3960" extrusionOk="0">
                    <a:moveTo>
                      <a:pt x="734" y="114"/>
                    </a:moveTo>
                    <a:cubicBezTo>
                      <a:pt x="829" y="114"/>
                      <a:pt x="933" y="136"/>
                      <a:pt x="1048" y="184"/>
                    </a:cubicBezTo>
                    <a:lnTo>
                      <a:pt x="2315" y="3499"/>
                    </a:lnTo>
                    <a:cubicBezTo>
                      <a:pt x="2315" y="3499"/>
                      <a:pt x="2336" y="3525"/>
                      <a:pt x="2315" y="3546"/>
                    </a:cubicBezTo>
                    <a:cubicBezTo>
                      <a:pt x="2294" y="3567"/>
                      <a:pt x="2273" y="3588"/>
                      <a:pt x="2226" y="3609"/>
                    </a:cubicBezTo>
                    <a:cubicBezTo>
                      <a:pt x="2163" y="3677"/>
                      <a:pt x="2053" y="3740"/>
                      <a:pt x="1901" y="3787"/>
                    </a:cubicBezTo>
                    <a:cubicBezTo>
                      <a:pt x="1770" y="3829"/>
                      <a:pt x="1639" y="3850"/>
                      <a:pt x="1550" y="3850"/>
                    </a:cubicBezTo>
                    <a:lnTo>
                      <a:pt x="1440" y="3850"/>
                    </a:lnTo>
                    <a:lnTo>
                      <a:pt x="1420" y="3829"/>
                    </a:lnTo>
                    <a:lnTo>
                      <a:pt x="131" y="488"/>
                    </a:lnTo>
                    <a:cubicBezTo>
                      <a:pt x="262" y="357"/>
                      <a:pt x="372" y="226"/>
                      <a:pt x="503" y="163"/>
                    </a:cubicBezTo>
                    <a:cubicBezTo>
                      <a:pt x="574" y="131"/>
                      <a:pt x="650" y="114"/>
                      <a:pt x="734" y="114"/>
                    </a:cubicBezTo>
                    <a:close/>
                    <a:moveTo>
                      <a:pt x="777" y="1"/>
                    </a:moveTo>
                    <a:cubicBezTo>
                      <a:pt x="659" y="1"/>
                      <a:pt x="553" y="29"/>
                      <a:pt x="461" y="74"/>
                    </a:cubicBezTo>
                    <a:cubicBezTo>
                      <a:pt x="283" y="142"/>
                      <a:pt x="152" y="294"/>
                      <a:pt x="21" y="446"/>
                    </a:cubicBezTo>
                    <a:lnTo>
                      <a:pt x="0" y="467"/>
                    </a:lnTo>
                    <a:lnTo>
                      <a:pt x="1310" y="3850"/>
                    </a:lnTo>
                    <a:cubicBezTo>
                      <a:pt x="1330" y="3918"/>
                      <a:pt x="1357" y="3939"/>
                      <a:pt x="1399" y="3939"/>
                    </a:cubicBezTo>
                    <a:cubicBezTo>
                      <a:pt x="1440" y="3960"/>
                      <a:pt x="1488" y="3960"/>
                      <a:pt x="1550" y="3960"/>
                    </a:cubicBezTo>
                    <a:cubicBezTo>
                      <a:pt x="1660" y="3960"/>
                      <a:pt x="1791" y="3939"/>
                      <a:pt x="1943" y="3892"/>
                    </a:cubicBezTo>
                    <a:cubicBezTo>
                      <a:pt x="2095" y="3829"/>
                      <a:pt x="2226" y="3761"/>
                      <a:pt x="2315" y="3698"/>
                    </a:cubicBezTo>
                    <a:cubicBezTo>
                      <a:pt x="2357" y="3677"/>
                      <a:pt x="2378" y="3630"/>
                      <a:pt x="2404" y="3609"/>
                    </a:cubicBezTo>
                    <a:cubicBezTo>
                      <a:pt x="2425" y="3567"/>
                      <a:pt x="2446" y="3525"/>
                      <a:pt x="2425" y="3478"/>
                    </a:cubicBezTo>
                    <a:lnTo>
                      <a:pt x="1137" y="74"/>
                    </a:lnTo>
                    <a:lnTo>
                      <a:pt x="1116" y="74"/>
                    </a:lnTo>
                    <a:cubicBezTo>
                      <a:pt x="994" y="23"/>
                      <a:pt x="881" y="1"/>
                      <a:pt x="777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2" name="Google Shape;2902;p62"/>
              <p:cNvSpPr/>
              <p:nvPr/>
            </p:nvSpPr>
            <p:spPr>
              <a:xfrm flipH="1">
                <a:off x="1817592" y="3445477"/>
                <a:ext cx="280792" cy="276758"/>
              </a:xfrm>
              <a:custGeom>
                <a:avLst/>
                <a:gdLst/>
                <a:ahLst/>
                <a:cxnLst/>
                <a:rect l="l" t="t" r="r" b="b"/>
                <a:pathLst>
                  <a:path w="1462" h="1441" extrusionOk="0">
                    <a:moveTo>
                      <a:pt x="739" y="0"/>
                    </a:moveTo>
                    <a:cubicBezTo>
                      <a:pt x="325" y="0"/>
                      <a:pt x="1" y="330"/>
                      <a:pt x="1" y="723"/>
                    </a:cubicBezTo>
                    <a:cubicBezTo>
                      <a:pt x="1" y="1116"/>
                      <a:pt x="325" y="1440"/>
                      <a:pt x="739" y="1440"/>
                    </a:cubicBezTo>
                    <a:cubicBezTo>
                      <a:pt x="1132" y="1440"/>
                      <a:pt x="1462" y="1116"/>
                      <a:pt x="1462" y="723"/>
                    </a:cubicBezTo>
                    <a:cubicBezTo>
                      <a:pt x="1462" y="330"/>
                      <a:pt x="1132" y="0"/>
                      <a:pt x="73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3" name="Google Shape;2903;p62"/>
              <p:cNvSpPr/>
              <p:nvPr/>
            </p:nvSpPr>
            <p:spPr>
              <a:xfrm flipH="1">
                <a:off x="1809525" y="3433377"/>
                <a:ext cx="297885" cy="301918"/>
              </a:xfrm>
              <a:custGeom>
                <a:avLst/>
                <a:gdLst/>
                <a:ahLst/>
                <a:cxnLst/>
                <a:rect l="l" t="t" r="r" b="b"/>
                <a:pathLst>
                  <a:path w="1551" h="1572" extrusionOk="0">
                    <a:moveTo>
                      <a:pt x="786" y="110"/>
                    </a:moveTo>
                    <a:cubicBezTo>
                      <a:pt x="1158" y="110"/>
                      <a:pt x="1441" y="414"/>
                      <a:pt x="1441" y="786"/>
                    </a:cubicBezTo>
                    <a:cubicBezTo>
                      <a:pt x="1441" y="1158"/>
                      <a:pt x="1158" y="1462"/>
                      <a:pt x="786" y="1462"/>
                    </a:cubicBezTo>
                    <a:cubicBezTo>
                      <a:pt x="420" y="1462"/>
                      <a:pt x="111" y="1158"/>
                      <a:pt x="111" y="786"/>
                    </a:cubicBezTo>
                    <a:cubicBezTo>
                      <a:pt x="111" y="414"/>
                      <a:pt x="420" y="110"/>
                      <a:pt x="786" y="110"/>
                    </a:cubicBezTo>
                    <a:close/>
                    <a:moveTo>
                      <a:pt x="786" y="0"/>
                    </a:moveTo>
                    <a:cubicBezTo>
                      <a:pt x="352" y="0"/>
                      <a:pt x="1" y="351"/>
                      <a:pt x="1" y="786"/>
                    </a:cubicBezTo>
                    <a:cubicBezTo>
                      <a:pt x="1" y="1221"/>
                      <a:pt x="352" y="1572"/>
                      <a:pt x="786" y="1572"/>
                    </a:cubicBezTo>
                    <a:cubicBezTo>
                      <a:pt x="1205" y="1572"/>
                      <a:pt x="1551" y="1221"/>
                      <a:pt x="1551" y="786"/>
                    </a:cubicBezTo>
                    <a:cubicBezTo>
                      <a:pt x="1551" y="351"/>
                      <a:pt x="1205" y="0"/>
                      <a:pt x="786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4" name="Google Shape;2904;p62"/>
              <p:cNvSpPr/>
              <p:nvPr/>
            </p:nvSpPr>
            <p:spPr>
              <a:xfrm flipH="1">
                <a:off x="2454279" y="2997779"/>
                <a:ext cx="189179" cy="155184"/>
              </a:xfrm>
              <a:custGeom>
                <a:avLst/>
                <a:gdLst/>
                <a:ahLst/>
                <a:cxnLst/>
                <a:rect l="l" t="t" r="r" b="b"/>
                <a:pathLst>
                  <a:path w="985" h="808" extrusionOk="0">
                    <a:moveTo>
                      <a:pt x="110" y="1"/>
                    </a:moveTo>
                    <a:lnTo>
                      <a:pt x="0" y="85"/>
                    </a:lnTo>
                    <a:cubicBezTo>
                      <a:pt x="220" y="498"/>
                      <a:pt x="613" y="786"/>
                      <a:pt x="985" y="807"/>
                    </a:cubicBezTo>
                    <a:lnTo>
                      <a:pt x="959" y="655"/>
                    </a:lnTo>
                    <a:cubicBezTo>
                      <a:pt x="613" y="629"/>
                      <a:pt x="283" y="367"/>
                      <a:pt x="11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5" name="Google Shape;2905;p62"/>
              <p:cNvSpPr/>
              <p:nvPr/>
            </p:nvSpPr>
            <p:spPr>
              <a:xfrm flipH="1">
                <a:off x="2446212" y="2984752"/>
                <a:ext cx="205312" cy="180344"/>
              </a:xfrm>
              <a:custGeom>
                <a:avLst/>
                <a:gdLst/>
                <a:ahLst/>
                <a:cxnLst/>
                <a:rect l="l" t="t" r="r" b="b"/>
                <a:pathLst>
                  <a:path w="1069" h="939" extrusionOk="0">
                    <a:moveTo>
                      <a:pt x="42" y="111"/>
                    </a:moveTo>
                    <a:lnTo>
                      <a:pt x="21" y="132"/>
                    </a:lnTo>
                    <a:lnTo>
                      <a:pt x="42" y="111"/>
                    </a:lnTo>
                    <a:close/>
                    <a:moveTo>
                      <a:pt x="131" y="174"/>
                    </a:moveTo>
                    <a:cubicBezTo>
                      <a:pt x="325" y="504"/>
                      <a:pt x="634" y="744"/>
                      <a:pt x="938" y="786"/>
                    </a:cubicBezTo>
                    <a:lnTo>
                      <a:pt x="959" y="807"/>
                    </a:lnTo>
                    <a:cubicBezTo>
                      <a:pt x="634" y="765"/>
                      <a:pt x="325" y="525"/>
                      <a:pt x="131" y="174"/>
                    </a:cubicBezTo>
                    <a:close/>
                    <a:moveTo>
                      <a:pt x="152" y="1"/>
                    </a:moveTo>
                    <a:lnTo>
                      <a:pt x="42" y="111"/>
                    </a:lnTo>
                    <a:lnTo>
                      <a:pt x="0" y="174"/>
                    </a:lnTo>
                    <a:lnTo>
                      <a:pt x="0" y="195"/>
                    </a:lnTo>
                    <a:cubicBezTo>
                      <a:pt x="215" y="614"/>
                      <a:pt x="587" y="875"/>
                      <a:pt x="959" y="938"/>
                    </a:cubicBezTo>
                    <a:lnTo>
                      <a:pt x="1027" y="938"/>
                    </a:lnTo>
                    <a:lnTo>
                      <a:pt x="1027" y="828"/>
                    </a:lnTo>
                    <a:lnTo>
                      <a:pt x="1069" y="875"/>
                    </a:lnTo>
                    <a:lnTo>
                      <a:pt x="1069" y="875"/>
                    </a:lnTo>
                    <a:lnTo>
                      <a:pt x="1048" y="676"/>
                    </a:lnTo>
                    <a:lnTo>
                      <a:pt x="1001" y="676"/>
                    </a:lnTo>
                    <a:cubicBezTo>
                      <a:pt x="697" y="655"/>
                      <a:pt x="372" y="415"/>
                      <a:pt x="194" y="64"/>
                    </a:cubicBezTo>
                    <a:lnTo>
                      <a:pt x="152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6" name="Google Shape;2906;p62"/>
              <p:cNvSpPr/>
              <p:nvPr/>
            </p:nvSpPr>
            <p:spPr>
              <a:xfrm flipH="1">
                <a:off x="1222006" y="2255841"/>
                <a:ext cx="319012" cy="272149"/>
              </a:xfrm>
              <a:custGeom>
                <a:avLst/>
                <a:gdLst/>
                <a:ahLst/>
                <a:cxnLst/>
                <a:rect l="l" t="t" r="r" b="b"/>
                <a:pathLst>
                  <a:path w="1661" h="1417" extrusionOk="0">
                    <a:moveTo>
                      <a:pt x="990" y="1"/>
                    </a:moveTo>
                    <a:cubicBezTo>
                      <a:pt x="922" y="1"/>
                      <a:pt x="853" y="14"/>
                      <a:pt x="786" y="41"/>
                    </a:cubicBezTo>
                    <a:lnTo>
                      <a:pt x="351" y="219"/>
                    </a:lnTo>
                    <a:cubicBezTo>
                      <a:pt x="110" y="350"/>
                      <a:pt x="0" y="633"/>
                      <a:pt x="110" y="895"/>
                    </a:cubicBezTo>
                    <a:lnTo>
                      <a:pt x="194" y="1135"/>
                    </a:lnTo>
                    <a:cubicBezTo>
                      <a:pt x="290" y="1313"/>
                      <a:pt x="473" y="1417"/>
                      <a:pt x="667" y="1417"/>
                    </a:cubicBezTo>
                    <a:cubicBezTo>
                      <a:pt x="736" y="1417"/>
                      <a:pt x="806" y="1404"/>
                      <a:pt x="875" y="1376"/>
                    </a:cubicBezTo>
                    <a:lnTo>
                      <a:pt x="1288" y="1198"/>
                    </a:lnTo>
                    <a:cubicBezTo>
                      <a:pt x="1550" y="1088"/>
                      <a:pt x="1660" y="785"/>
                      <a:pt x="1550" y="544"/>
                    </a:cubicBezTo>
                    <a:lnTo>
                      <a:pt x="1461" y="303"/>
                    </a:lnTo>
                    <a:cubicBezTo>
                      <a:pt x="1364" y="109"/>
                      <a:pt x="1183" y="1"/>
                      <a:pt x="99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7" name="Google Shape;2907;p62"/>
              <p:cNvSpPr/>
              <p:nvPr/>
            </p:nvSpPr>
            <p:spPr>
              <a:xfrm flipH="1">
                <a:off x="1210098" y="2244126"/>
                <a:ext cx="344172" cy="296349"/>
              </a:xfrm>
              <a:custGeom>
                <a:avLst/>
                <a:gdLst/>
                <a:ahLst/>
                <a:cxnLst/>
                <a:rect l="l" t="t" r="r" b="b"/>
                <a:pathLst>
                  <a:path w="1792" h="1543" extrusionOk="0">
                    <a:moveTo>
                      <a:pt x="1061" y="115"/>
                    </a:moveTo>
                    <a:cubicBezTo>
                      <a:pt x="1239" y="115"/>
                      <a:pt x="1401" y="210"/>
                      <a:pt x="1467" y="390"/>
                    </a:cubicBezTo>
                    <a:lnTo>
                      <a:pt x="1572" y="626"/>
                    </a:lnTo>
                    <a:cubicBezTo>
                      <a:pt x="1661" y="846"/>
                      <a:pt x="1572" y="1107"/>
                      <a:pt x="1336" y="1196"/>
                    </a:cubicBezTo>
                    <a:lnTo>
                      <a:pt x="917" y="1390"/>
                    </a:lnTo>
                    <a:cubicBezTo>
                      <a:pt x="854" y="1420"/>
                      <a:pt x="789" y="1433"/>
                      <a:pt x="725" y="1433"/>
                    </a:cubicBezTo>
                    <a:cubicBezTo>
                      <a:pt x="553" y="1433"/>
                      <a:pt x="396" y="1332"/>
                      <a:pt x="331" y="1175"/>
                    </a:cubicBezTo>
                    <a:lnTo>
                      <a:pt x="221" y="935"/>
                    </a:lnTo>
                    <a:cubicBezTo>
                      <a:pt x="132" y="694"/>
                      <a:pt x="221" y="432"/>
                      <a:pt x="462" y="343"/>
                    </a:cubicBezTo>
                    <a:lnTo>
                      <a:pt x="876" y="149"/>
                    </a:lnTo>
                    <a:cubicBezTo>
                      <a:pt x="937" y="126"/>
                      <a:pt x="1000" y="115"/>
                      <a:pt x="1061" y="115"/>
                    </a:cubicBezTo>
                    <a:close/>
                    <a:moveTo>
                      <a:pt x="1040" y="0"/>
                    </a:moveTo>
                    <a:cubicBezTo>
                      <a:pt x="971" y="0"/>
                      <a:pt x="901" y="13"/>
                      <a:pt x="834" y="39"/>
                    </a:cubicBezTo>
                    <a:lnTo>
                      <a:pt x="394" y="233"/>
                    </a:lnTo>
                    <a:cubicBezTo>
                      <a:pt x="132" y="364"/>
                      <a:pt x="1" y="694"/>
                      <a:pt x="111" y="976"/>
                    </a:cubicBezTo>
                    <a:lnTo>
                      <a:pt x="221" y="1217"/>
                    </a:lnTo>
                    <a:cubicBezTo>
                      <a:pt x="318" y="1427"/>
                      <a:pt x="525" y="1542"/>
                      <a:pt x="741" y="1542"/>
                    </a:cubicBezTo>
                    <a:cubicBezTo>
                      <a:pt x="816" y="1542"/>
                      <a:pt x="892" y="1528"/>
                      <a:pt x="965" y="1500"/>
                    </a:cubicBezTo>
                    <a:lnTo>
                      <a:pt x="1399" y="1306"/>
                    </a:lnTo>
                    <a:cubicBezTo>
                      <a:pt x="1661" y="1196"/>
                      <a:pt x="1792" y="846"/>
                      <a:pt x="1682" y="584"/>
                    </a:cubicBezTo>
                    <a:lnTo>
                      <a:pt x="1572" y="343"/>
                    </a:lnTo>
                    <a:cubicBezTo>
                      <a:pt x="1472" y="128"/>
                      <a:pt x="1260" y="0"/>
                      <a:pt x="1040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8" name="Google Shape;2908;p62"/>
              <p:cNvSpPr/>
              <p:nvPr/>
            </p:nvSpPr>
            <p:spPr>
              <a:xfrm flipH="1">
                <a:off x="1461522" y="2339004"/>
                <a:ext cx="1269517" cy="729444"/>
              </a:xfrm>
              <a:custGeom>
                <a:avLst/>
                <a:gdLst/>
                <a:ahLst/>
                <a:cxnLst/>
                <a:rect l="l" t="t" r="r" b="b"/>
                <a:pathLst>
                  <a:path w="6610" h="3798" extrusionOk="0">
                    <a:moveTo>
                      <a:pt x="6086" y="1"/>
                    </a:moveTo>
                    <a:lnTo>
                      <a:pt x="1" y="2645"/>
                    </a:lnTo>
                    <a:lnTo>
                      <a:pt x="498" y="3797"/>
                    </a:lnTo>
                    <a:lnTo>
                      <a:pt x="6610" y="1158"/>
                    </a:lnTo>
                    <a:lnTo>
                      <a:pt x="608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9" name="Google Shape;2909;p62"/>
              <p:cNvSpPr/>
              <p:nvPr/>
            </p:nvSpPr>
            <p:spPr>
              <a:xfrm flipH="1">
                <a:off x="1448462" y="2322871"/>
                <a:ext cx="1299670" cy="762670"/>
              </a:xfrm>
              <a:custGeom>
                <a:avLst/>
                <a:gdLst/>
                <a:ahLst/>
                <a:cxnLst/>
                <a:rect l="l" t="t" r="r" b="b"/>
                <a:pathLst>
                  <a:path w="6767" h="3971" extrusionOk="0">
                    <a:moveTo>
                      <a:pt x="6154" y="153"/>
                    </a:moveTo>
                    <a:lnTo>
                      <a:pt x="6610" y="1200"/>
                    </a:lnTo>
                    <a:lnTo>
                      <a:pt x="613" y="3819"/>
                    </a:lnTo>
                    <a:lnTo>
                      <a:pt x="153" y="2771"/>
                    </a:lnTo>
                    <a:lnTo>
                      <a:pt x="6154" y="153"/>
                    </a:lnTo>
                    <a:close/>
                    <a:moveTo>
                      <a:pt x="6217" y="1"/>
                    </a:moveTo>
                    <a:lnTo>
                      <a:pt x="6154" y="22"/>
                    </a:lnTo>
                    <a:lnTo>
                      <a:pt x="1" y="2703"/>
                    </a:lnTo>
                    <a:lnTo>
                      <a:pt x="566" y="3970"/>
                    </a:lnTo>
                    <a:lnTo>
                      <a:pt x="6767" y="1263"/>
                    </a:lnTo>
                    <a:lnTo>
                      <a:pt x="6217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0" name="Google Shape;2910;p62"/>
              <p:cNvSpPr/>
              <p:nvPr/>
            </p:nvSpPr>
            <p:spPr>
              <a:xfrm flipH="1">
                <a:off x="1490714" y="2398352"/>
                <a:ext cx="1215164" cy="607678"/>
              </a:xfrm>
              <a:custGeom>
                <a:avLst/>
                <a:gdLst/>
                <a:ahLst/>
                <a:cxnLst/>
                <a:rect l="l" t="t" r="r" b="b"/>
                <a:pathLst>
                  <a:path w="6327" h="3164" extrusionOk="0">
                    <a:moveTo>
                      <a:pt x="6107" y="1"/>
                    </a:moveTo>
                    <a:lnTo>
                      <a:pt x="1" y="2661"/>
                    </a:lnTo>
                    <a:lnTo>
                      <a:pt x="236" y="3164"/>
                    </a:lnTo>
                    <a:lnTo>
                      <a:pt x="6327" y="524"/>
                    </a:lnTo>
                    <a:lnTo>
                      <a:pt x="610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1" name="Google Shape;2911;p62"/>
              <p:cNvSpPr/>
              <p:nvPr/>
            </p:nvSpPr>
            <p:spPr>
              <a:xfrm flipH="1">
                <a:off x="1473621" y="2385291"/>
                <a:ext cx="1245317" cy="637831"/>
              </a:xfrm>
              <a:custGeom>
                <a:avLst/>
                <a:gdLst/>
                <a:ahLst/>
                <a:cxnLst/>
                <a:rect l="l" t="t" r="r" b="b"/>
                <a:pathLst>
                  <a:path w="6484" h="3321" extrusionOk="0">
                    <a:moveTo>
                      <a:pt x="6154" y="152"/>
                    </a:moveTo>
                    <a:lnTo>
                      <a:pt x="6327" y="545"/>
                    </a:lnTo>
                    <a:lnTo>
                      <a:pt x="331" y="3164"/>
                    </a:lnTo>
                    <a:lnTo>
                      <a:pt x="152" y="2750"/>
                    </a:lnTo>
                    <a:lnTo>
                      <a:pt x="6154" y="152"/>
                    </a:lnTo>
                    <a:close/>
                    <a:moveTo>
                      <a:pt x="6196" y="1"/>
                    </a:moveTo>
                    <a:lnTo>
                      <a:pt x="6154" y="22"/>
                    </a:lnTo>
                    <a:lnTo>
                      <a:pt x="1" y="2708"/>
                    </a:lnTo>
                    <a:lnTo>
                      <a:pt x="262" y="3321"/>
                    </a:lnTo>
                    <a:lnTo>
                      <a:pt x="6484" y="613"/>
                    </a:lnTo>
                    <a:lnTo>
                      <a:pt x="6196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2" name="Google Shape;2912;p62"/>
              <p:cNvSpPr/>
              <p:nvPr/>
            </p:nvSpPr>
            <p:spPr>
              <a:xfrm flipH="1">
                <a:off x="1377959" y="2301744"/>
                <a:ext cx="184186" cy="259857"/>
              </a:xfrm>
              <a:custGeom>
                <a:avLst/>
                <a:gdLst/>
                <a:ahLst/>
                <a:cxnLst/>
                <a:rect l="l" t="t" r="r" b="b"/>
                <a:pathLst>
                  <a:path w="959" h="1353" extrusionOk="0">
                    <a:moveTo>
                      <a:pt x="461" y="1"/>
                    </a:moveTo>
                    <a:lnTo>
                      <a:pt x="0" y="195"/>
                    </a:lnTo>
                    <a:lnTo>
                      <a:pt x="524" y="1352"/>
                    </a:lnTo>
                    <a:lnTo>
                      <a:pt x="958" y="1158"/>
                    </a:lnTo>
                    <a:lnTo>
                      <a:pt x="46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3" name="Google Shape;2913;p62"/>
              <p:cNvSpPr/>
              <p:nvPr/>
            </p:nvSpPr>
            <p:spPr>
              <a:xfrm flipH="1">
                <a:off x="1364899" y="2284651"/>
                <a:ext cx="209345" cy="290011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510" extrusionOk="0">
                    <a:moveTo>
                      <a:pt x="477" y="153"/>
                    </a:moveTo>
                    <a:lnTo>
                      <a:pt x="959" y="1200"/>
                    </a:lnTo>
                    <a:lnTo>
                      <a:pt x="608" y="1357"/>
                    </a:lnTo>
                    <a:lnTo>
                      <a:pt x="152" y="310"/>
                    </a:lnTo>
                    <a:lnTo>
                      <a:pt x="477" y="153"/>
                    </a:lnTo>
                    <a:close/>
                    <a:moveTo>
                      <a:pt x="545" y="1"/>
                    </a:moveTo>
                    <a:lnTo>
                      <a:pt x="498" y="22"/>
                    </a:lnTo>
                    <a:lnTo>
                      <a:pt x="0" y="242"/>
                    </a:lnTo>
                    <a:lnTo>
                      <a:pt x="545" y="1509"/>
                    </a:lnTo>
                    <a:lnTo>
                      <a:pt x="1089" y="1268"/>
                    </a:lnTo>
                    <a:lnTo>
                      <a:pt x="545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4" name="Google Shape;2914;p62"/>
              <p:cNvSpPr/>
              <p:nvPr/>
            </p:nvSpPr>
            <p:spPr>
              <a:xfrm flipH="1">
                <a:off x="2635203" y="2847010"/>
                <a:ext cx="255632" cy="221445"/>
              </a:xfrm>
              <a:custGeom>
                <a:avLst/>
                <a:gdLst/>
                <a:ahLst/>
                <a:cxnLst/>
                <a:rect l="l" t="t" r="r" b="b"/>
                <a:pathLst>
                  <a:path w="1331" h="1153" extrusionOk="0">
                    <a:moveTo>
                      <a:pt x="833" y="0"/>
                    </a:moveTo>
                    <a:lnTo>
                      <a:pt x="0" y="1048"/>
                    </a:lnTo>
                    <a:lnTo>
                      <a:pt x="1330" y="1152"/>
                    </a:lnTo>
                    <a:lnTo>
                      <a:pt x="1095" y="587"/>
                    </a:lnTo>
                    <a:lnTo>
                      <a:pt x="1068" y="587"/>
                    </a:lnTo>
                    <a:lnTo>
                      <a:pt x="833" y="0"/>
                    </a:lnTo>
                    <a:close/>
                  </a:path>
                </a:pathLst>
              </a:custGeom>
              <a:solidFill>
                <a:srgbClr val="FFE18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5" name="Google Shape;2915;p62"/>
              <p:cNvSpPr/>
              <p:nvPr/>
            </p:nvSpPr>
            <p:spPr>
              <a:xfrm flipH="1">
                <a:off x="2618109" y="2825883"/>
                <a:ext cx="276758" cy="255632"/>
              </a:xfrm>
              <a:custGeom>
                <a:avLst/>
                <a:gdLst/>
                <a:ahLst/>
                <a:cxnLst/>
                <a:rect l="l" t="t" r="r" b="b"/>
                <a:pathLst>
                  <a:path w="1441" h="1331" extrusionOk="0">
                    <a:moveTo>
                      <a:pt x="828" y="215"/>
                    </a:moveTo>
                    <a:lnTo>
                      <a:pt x="1048" y="718"/>
                    </a:lnTo>
                    <a:lnTo>
                      <a:pt x="1267" y="1200"/>
                    </a:lnTo>
                    <a:lnTo>
                      <a:pt x="131" y="1111"/>
                    </a:lnTo>
                    <a:lnTo>
                      <a:pt x="828" y="215"/>
                    </a:lnTo>
                    <a:close/>
                    <a:moveTo>
                      <a:pt x="0" y="1179"/>
                    </a:moveTo>
                    <a:lnTo>
                      <a:pt x="0" y="1221"/>
                    </a:lnTo>
                    <a:lnTo>
                      <a:pt x="21" y="1221"/>
                    </a:lnTo>
                    <a:lnTo>
                      <a:pt x="0" y="1179"/>
                    </a:lnTo>
                    <a:close/>
                    <a:moveTo>
                      <a:pt x="875" y="0"/>
                    </a:moveTo>
                    <a:lnTo>
                      <a:pt x="807" y="84"/>
                    </a:lnTo>
                    <a:lnTo>
                      <a:pt x="0" y="1111"/>
                    </a:lnTo>
                    <a:lnTo>
                      <a:pt x="0" y="1179"/>
                    </a:lnTo>
                    <a:lnTo>
                      <a:pt x="42" y="1221"/>
                    </a:lnTo>
                    <a:lnTo>
                      <a:pt x="1440" y="1331"/>
                    </a:lnTo>
                    <a:lnTo>
                      <a:pt x="1440" y="1331"/>
                    </a:lnTo>
                    <a:lnTo>
                      <a:pt x="1158" y="676"/>
                    </a:lnTo>
                    <a:lnTo>
                      <a:pt x="1158" y="655"/>
                    </a:lnTo>
                    <a:lnTo>
                      <a:pt x="875" y="0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6" name="Google Shape;2916;p62"/>
              <p:cNvSpPr/>
              <p:nvPr/>
            </p:nvSpPr>
            <p:spPr>
              <a:xfrm flipH="1">
                <a:off x="2811322" y="2984719"/>
                <a:ext cx="79513" cy="71638"/>
              </a:xfrm>
              <a:custGeom>
                <a:avLst/>
                <a:gdLst/>
                <a:ahLst/>
                <a:cxnLst/>
                <a:rect l="l" t="t" r="r" b="b"/>
                <a:pathLst>
                  <a:path w="414" h="373" extrusionOk="0">
                    <a:moveTo>
                      <a:pt x="262" y="1"/>
                    </a:moveTo>
                    <a:lnTo>
                      <a:pt x="0" y="331"/>
                    </a:lnTo>
                    <a:lnTo>
                      <a:pt x="414" y="373"/>
                    </a:lnTo>
                    <a:lnTo>
                      <a:pt x="262" y="1"/>
                    </a:lnTo>
                    <a:close/>
                  </a:path>
                </a:pathLst>
              </a:custGeom>
              <a:solidFill>
                <a:srgbClr val="FFE18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7" name="Google Shape;2917;p62"/>
              <p:cNvSpPr/>
              <p:nvPr/>
            </p:nvSpPr>
            <p:spPr>
              <a:xfrm flipH="1">
                <a:off x="2794228" y="2963592"/>
                <a:ext cx="100639" cy="104865"/>
              </a:xfrm>
              <a:custGeom>
                <a:avLst/>
                <a:gdLst/>
                <a:ahLst/>
                <a:cxnLst/>
                <a:rect l="l" t="t" r="r" b="b"/>
                <a:pathLst>
                  <a:path w="524" h="546" extrusionOk="0">
                    <a:moveTo>
                      <a:pt x="262" y="221"/>
                    </a:moveTo>
                    <a:lnTo>
                      <a:pt x="351" y="415"/>
                    </a:lnTo>
                    <a:lnTo>
                      <a:pt x="351" y="415"/>
                    </a:lnTo>
                    <a:lnTo>
                      <a:pt x="131" y="394"/>
                    </a:lnTo>
                    <a:lnTo>
                      <a:pt x="262" y="221"/>
                    </a:lnTo>
                    <a:close/>
                    <a:moveTo>
                      <a:pt x="0" y="462"/>
                    </a:moveTo>
                    <a:lnTo>
                      <a:pt x="0" y="504"/>
                    </a:lnTo>
                    <a:lnTo>
                      <a:pt x="21" y="504"/>
                    </a:lnTo>
                    <a:lnTo>
                      <a:pt x="0" y="462"/>
                    </a:lnTo>
                    <a:close/>
                    <a:moveTo>
                      <a:pt x="304" y="1"/>
                    </a:moveTo>
                    <a:lnTo>
                      <a:pt x="241" y="90"/>
                    </a:lnTo>
                    <a:lnTo>
                      <a:pt x="0" y="394"/>
                    </a:lnTo>
                    <a:lnTo>
                      <a:pt x="0" y="462"/>
                    </a:lnTo>
                    <a:lnTo>
                      <a:pt x="42" y="504"/>
                    </a:lnTo>
                    <a:lnTo>
                      <a:pt x="524" y="545"/>
                    </a:lnTo>
                    <a:lnTo>
                      <a:pt x="304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8" name="Google Shape;2918;p62"/>
              <p:cNvSpPr/>
              <p:nvPr/>
            </p:nvSpPr>
            <p:spPr>
              <a:xfrm flipH="1">
                <a:off x="2262025" y="2674922"/>
                <a:ext cx="263698" cy="478037"/>
              </a:xfrm>
              <a:custGeom>
                <a:avLst/>
                <a:gdLst/>
                <a:ahLst/>
                <a:cxnLst/>
                <a:rect l="l" t="t" r="r" b="b"/>
                <a:pathLst>
                  <a:path w="1373" h="2489" extrusionOk="0">
                    <a:moveTo>
                      <a:pt x="0" y="1"/>
                    </a:moveTo>
                    <a:lnTo>
                      <a:pt x="21" y="153"/>
                    </a:lnTo>
                    <a:lnTo>
                      <a:pt x="42" y="153"/>
                    </a:lnTo>
                    <a:cubicBezTo>
                      <a:pt x="173" y="153"/>
                      <a:pt x="325" y="195"/>
                      <a:pt x="456" y="263"/>
                    </a:cubicBezTo>
                    <a:cubicBezTo>
                      <a:pt x="456" y="284"/>
                      <a:pt x="477" y="284"/>
                      <a:pt x="477" y="284"/>
                    </a:cubicBezTo>
                    <a:cubicBezTo>
                      <a:pt x="503" y="305"/>
                      <a:pt x="524" y="305"/>
                      <a:pt x="545" y="325"/>
                    </a:cubicBezTo>
                    <a:cubicBezTo>
                      <a:pt x="566" y="346"/>
                      <a:pt x="587" y="346"/>
                      <a:pt x="608" y="373"/>
                    </a:cubicBezTo>
                    <a:cubicBezTo>
                      <a:pt x="634" y="394"/>
                      <a:pt x="655" y="394"/>
                      <a:pt x="655" y="415"/>
                    </a:cubicBezTo>
                    <a:cubicBezTo>
                      <a:pt x="676" y="435"/>
                      <a:pt x="697" y="456"/>
                      <a:pt x="718" y="477"/>
                    </a:cubicBezTo>
                    <a:cubicBezTo>
                      <a:pt x="739" y="504"/>
                      <a:pt x="739" y="504"/>
                      <a:pt x="765" y="524"/>
                    </a:cubicBezTo>
                    <a:cubicBezTo>
                      <a:pt x="786" y="545"/>
                      <a:pt x="807" y="566"/>
                      <a:pt x="807" y="587"/>
                    </a:cubicBezTo>
                    <a:cubicBezTo>
                      <a:pt x="828" y="608"/>
                      <a:pt x="848" y="634"/>
                      <a:pt x="869" y="655"/>
                    </a:cubicBezTo>
                    <a:cubicBezTo>
                      <a:pt x="869" y="676"/>
                      <a:pt x="896" y="697"/>
                      <a:pt x="896" y="718"/>
                    </a:cubicBezTo>
                    <a:cubicBezTo>
                      <a:pt x="917" y="739"/>
                      <a:pt x="938" y="765"/>
                      <a:pt x="938" y="786"/>
                    </a:cubicBezTo>
                    <a:cubicBezTo>
                      <a:pt x="958" y="807"/>
                      <a:pt x="958" y="828"/>
                      <a:pt x="979" y="849"/>
                    </a:cubicBezTo>
                    <a:cubicBezTo>
                      <a:pt x="979" y="896"/>
                      <a:pt x="1000" y="917"/>
                      <a:pt x="1000" y="938"/>
                    </a:cubicBezTo>
                    <a:cubicBezTo>
                      <a:pt x="1027" y="938"/>
                      <a:pt x="1027" y="959"/>
                      <a:pt x="1027" y="959"/>
                    </a:cubicBezTo>
                    <a:cubicBezTo>
                      <a:pt x="1220" y="1525"/>
                      <a:pt x="1068" y="2117"/>
                      <a:pt x="634" y="2289"/>
                    </a:cubicBezTo>
                    <a:cubicBezTo>
                      <a:pt x="545" y="2310"/>
                      <a:pt x="435" y="2336"/>
                      <a:pt x="346" y="2336"/>
                    </a:cubicBezTo>
                    <a:lnTo>
                      <a:pt x="372" y="2488"/>
                    </a:lnTo>
                    <a:cubicBezTo>
                      <a:pt x="477" y="2488"/>
                      <a:pt x="587" y="2467"/>
                      <a:pt x="697" y="2420"/>
                    </a:cubicBezTo>
                    <a:cubicBezTo>
                      <a:pt x="1199" y="2226"/>
                      <a:pt x="1372" y="1551"/>
                      <a:pt x="1110" y="896"/>
                    </a:cubicBezTo>
                    <a:cubicBezTo>
                      <a:pt x="917" y="373"/>
                      <a:pt x="456" y="1"/>
                      <a:pt x="2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9" name="Google Shape;2919;p62"/>
              <p:cNvSpPr/>
              <p:nvPr/>
            </p:nvSpPr>
            <p:spPr>
              <a:xfrm flipH="1">
                <a:off x="2270091" y="2666472"/>
                <a:ext cx="268692" cy="496667"/>
              </a:xfrm>
              <a:custGeom>
                <a:avLst/>
                <a:gdLst/>
                <a:ahLst/>
                <a:cxnLst/>
                <a:rect l="l" t="t" r="r" b="b"/>
                <a:pathLst>
                  <a:path w="1399" h="2586" extrusionOk="0">
                    <a:moveTo>
                      <a:pt x="131" y="132"/>
                    </a:moveTo>
                    <a:cubicBezTo>
                      <a:pt x="199" y="132"/>
                      <a:pt x="283" y="179"/>
                      <a:pt x="372" y="221"/>
                    </a:cubicBezTo>
                    <a:cubicBezTo>
                      <a:pt x="283" y="200"/>
                      <a:pt x="199" y="158"/>
                      <a:pt x="131" y="158"/>
                    </a:cubicBezTo>
                    <a:lnTo>
                      <a:pt x="131" y="132"/>
                    </a:lnTo>
                    <a:close/>
                    <a:moveTo>
                      <a:pt x="699" y="363"/>
                    </a:moveTo>
                    <a:lnTo>
                      <a:pt x="699" y="363"/>
                    </a:lnTo>
                    <a:cubicBezTo>
                      <a:pt x="708" y="370"/>
                      <a:pt x="716" y="379"/>
                      <a:pt x="723" y="393"/>
                    </a:cubicBezTo>
                    <a:lnTo>
                      <a:pt x="702" y="372"/>
                    </a:lnTo>
                    <a:cubicBezTo>
                      <a:pt x="702" y="369"/>
                      <a:pt x="701" y="366"/>
                      <a:pt x="699" y="363"/>
                    </a:cubicBezTo>
                    <a:close/>
                    <a:moveTo>
                      <a:pt x="1200" y="1488"/>
                    </a:moveTo>
                    <a:cubicBezTo>
                      <a:pt x="1221" y="1618"/>
                      <a:pt x="1229" y="1746"/>
                      <a:pt x="1199" y="1860"/>
                    </a:cubicBezTo>
                    <a:cubicBezTo>
                      <a:pt x="1136" y="2122"/>
                      <a:pt x="964" y="2336"/>
                      <a:pt x="744" y="2425"/>
                    </a:cubicBezTo>
                    <a:cubicBezTo>
                      <a:pt x="655" y="2467"/>
                      <a:pt x="571" y="2467"/>
                      <a:pt x="482" y="2467"/>
                    </a:cubicBezTo>
                    <a:lnTo>
                      <a:pt x="482" y="2425"/>
                    </a:lnTo>
                    <a:cubicBezTo>
                      <a:pt x="571" y="2425"/>
                      <a:pt x="655" y="2425"/>
                      <a:pt x="723" y="2383"/>
                    </a:cubicBezTo>
                    <a:cubicBezTo>
                      <a:pt x="964" y="2294"/>
                      <a:pt x="1115" y="2095"/>
                      <a:pt x="1178" y="1834"/>
                    </a:cubicBezTo>
                    <a:cubicBezTo>
                      <a:pt x="1221" y="1725"/>
                      <a:pt x="1218" y="1609"/>
                      <a:pt x="1200" y="1488"/>
                    </a:cubicBezTo>
                    <a:close/>
                    <a:moveTo>
                      <a:pt x="0" y="1"/>
                    </a:moveTo>
                    <a:lnTo>
                      <a:pt x="21" y="263"/>
                    </a:lnTo>
                    <a:lnTo>
                      <a:pt x="110" y="263"/>
                    </a:lnTo>
                    <a:cubicBezTo>
                      <a:pt x="241" y="263"/>
                      <a:pt x="372" y="289"/>
                      <a:pt x="482" y="372"/>
                    </a:cubicBezTo>
                    <a:lnTo>
                      <a:pt x="524" y="372"/>
                    </a:lnTo>
                    <a:cubicBezTo>
                      <a:pt x="545" y="393"/>
                      <a:pt x="571" y="420"/>
                      <a:pt x="592" y="420"/>
                    </a:cubicBezTo>
                    <a:cubicBezTo>
                      <a:pt x="592" y="441"/>
                      <a:pt x="613" y="441"/>
                      <a:pt x="634" y="462"/>
                    </a:cubicBezTo>
                    <a:cubicBezTo>
                      <a:pt x="655" y="482"/>
                      <a:pt x="676" y="482"/>
                      <a:pt x="702" y="503"/>
                    </a:cubicBezTo>
                    <a:cubicBezTo>
                      <a:pt x="702" y="524"/>
                      <a:pt x="723" y="551"/>
                      <a:pt x="744" y="551"/>
                    </a:cubicBezTo>
                    <a:cubicBezTo>
                      <a:pt x="765" y="571"/>
                      <a:pt x="786" y="592"/>
                      <a:pt x="786" y="613"/>
                    </a:cubicBezTo>
                    <a:cubicBezTo>
                      <a:pt x="807" y="634"/>
                      <a:pt x="833" y="655"/>
                      <a:pt x="833" y="681"/>
                    </a:cubicBezTo>
                    <a:cubicBezTo>
                      <a:pt x="854" y="681"/>
                      <a:pt x="875" y="702"/>
                      <a:pt x="875" y="723"/>
                    </a:cubicBezTo>
                    <a:cubicBezTo>
                      <a:pt x="896" y="744"/>
                      <a:pt x="916" y="765"/>
                      <a:pt x="916" y="786"/>
                    </a:cubicBezTo>
                    <a:cubicBezTo>
                      <a:pt x="937" y="812"/>
                      <a:pt x="937" y="833"/>
                      <a:pt x="964" y="854"/>
                    </a:cubicBezTo>
                    <a:cubicBezTo>
                      <a:pt x="985" y="875"/>
                      <a:pt x="985" y="896"/>
                      <a:pt x="1006" y="943"/>
                    </a:cubicBezTo>
                    <a:cubicBezTo>
                      <a:pt x="1006" y="964"/>
                      <a:pt x="1006" y="985"/>
                      <a:pt x="1026" y="1006"/>
                    </a:cubicBezTo>
                    <a:lnTo>
                      <a:pt x="1026" y="1027"/>
                    </a:lnTo>
                    <a:cubicBezTo>
                      <a:pt x="1136" y="1310"/>
                      <a:pt x="1136" y="1572"/>
                      <a:pt x="1068" y="1813"/>
                    </a:cubicBezTo>
                    <a:cubicBezTo>
                      <a:pt x="1006" y="2033"/>
                      <a:pt x="875" y="2205"/>
                      <a:pt x="676" y="2273"/>
                    </a:cubicBezTo>
                    <a:cubicBezTo>
                      <a:pt x="614" y="2304"/>
                      <a:pt x="550" y="2324"/>
                      <a:pt x="485" y="2324"/>
                    </a:cubicBezTo>
                    <a:cubicBezTo>
                      <a:pt x="461" y="2324"/>
                      <a:pt x="438" y="2321"/>
                      <a:pt x="414" y="2315"/>
                    </a:cubicBezTo>
                    <a:lnTo>
                      <a:pt x="351" y="2315"/>
                    </a:lnTo>
                    <a:lnTo>
                      <a:pt x="393" y="2577"/>
                    </a:lnTo>
                    <a:lnTo>
                      <a:pt x="440" y="2577"/>
                    </a:lnTo>
                    <a:cubicBezTo>
                      <a:pt x="468" y="2583"/>
                      <a:pt x="498" y="2585"/>
                      <a:pt x="529" y="2585"/>
                    </a:cubicBezTo>
                    <a:cubicBezTo>
                      <a:pt x="613" y="2585"/>
                      <a:pt x="705" y="2566"/>
                      <a:pt x="786" y="2535"/>
                    </a:cubicBezTo>
                    <a:cubicBezTo>
                      <a:pt x="1047" y="2425"/>
                      <a:pt x="1225" y="2184"/>
                      <a:pt x="1309" y="1902"/>
                    </a:cubicBezTo>
                    <a:cubicBezTo>
                      <a:pt x="1398" y="1598"/>
                      <a:pt x="1377" y="1247"/>
                      <a:pt x="1246" y="917"/>
                    </a:cubicBezTo>
                    <a:cubicBezTo>
                      <a:pt x="1026" y="372"/>
                      <a:pt x="571" y="1"/>
                      <a:pt x="89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0" name="Google Shape;2920;p62"/>
              <p:cNvSpPr/>
              <p:nvPr/>
            </p:nvSpPr>
            <p:spPr>
              <a:xfrm flipH="1">
                <a:off x="2069005" y="2599633"/>
                <a:ext cx="503005" cy="540265"/>
              </a:xfrm>
              <a:custGeom>
                <a:avLst/>
                <a:gdLst/>
                <a:ahLst/>
                <a:cxnLst/>
                <a:rect l="l" t="t" r="r" b="b"/>
                <a:pathLst>
                  <a:path w="2619" h="2813" extrusionOk="0">
                    <a:moveTo>
                      <a:pt x="85" y="422"/>
                    </a:moveTo>
                    <a:cubicBezTo>
                      <a:pt x="57" y="431"/>
                      <a:pt x="29" y="442"/>
                      <a:pt x="0" y="456"/>
                    </a:cubicBezTo>
                    <a:lnTo>
                      <a:pt x="85" y="422"/>
                    </a:lnTo>
                    <a:close/>
                    <a:moveTo>
                      <a:pt x="1288" y="0"/>
                    </a:moveTo>
                    <a:cubicBezTo>
                      <a:pt x="1179" y="0"/>
                      <a:pt x="1089" y="21"/>
                      <a:pt x="980" y="63"/>
                    </a:cubicBezTo>
                    <a:lnTo>
                      <a:pt x="85" y="422"/>
                    </a:lnTo>
                    <a:lnTo>
                      <a:pt x="85" y="422"/>
                    </a:lnTo>
                    <a:cubicBezTo>
                      <a:pt x="144" y="402"/>
                      <a:pt x="202" y="393"/>
                      <a:pt x="262" y="393"/>
                    </a:cubicBezTo>
                    <a:cubicBezTo>
                      <a:pt x="697" y="393"/>
                      <a:pt x="1158" y="765"/>
                      <a:pt x="1351" y="1288"/>
                    </a:cubicBezTo>
                    <a:cubicBezTo>
                      <a:pt x="1610" y="1936"/>
                      <a:pt x="1444" y="2603"/>
                      <a:pt x="954" y="2806"/>
                    </a:cubicBezTo>
                    <a:lnTo>
                      <a:pt x="954" y="2806"/>
                    </a:lnTo>
                    <a:lnTo>
                      <a:pt x="1922" y="2419"/>
                    </a:lnTo>
                    <a:cubicBezTo>
                      <a:pt x="2420" y="2226"/>
                      <a:pt x="2619" y="1550"/>
                      <a:pt x="2357" y="896"/>
                    </a:cubicBezTo>
                    <a:cubicBezTo>
                      <a:pt x="2158" y="372"/>
                      <a:pt x="1723" y="21"/>
                      <a:pt x="1288" y="0"/>
                    </a:cubicBezTo>
                    <a:close/>
                    <a:moveTo>
                      <a:pt x="954" y="2806"/>
                    </a:moveTo>
                    <a:lnTo>
                      <a:pt x="938" y="2812"/>
                    </a:lnTo>
                    <a:cubicBezTo>
                      <a:pt x="943" y="2810"/>
                      <a:pt x="949" y="2808"/>
                      <a:pt x="954" y="280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1" name="Google Shape;2921;p62"/>
              <p:cNvSpPr/>
              <p:nvPr/>
            </p:nvSpPr>
            <p:spPr>
              <a:xfrm flipH="1">
                <a:off x="2082065" y="2590414"/>
                <a:ext cx="493978" cy="562544"/>
              </a:xfrm>
              <a:custGeom>
                <a:avLst/>
                <a:gdLst/>
                <a:ahLst/>
                <a:cxnLst/>
                <a:rect l="l" t="t" r="r" b="b"/>
                <a:pathLst>
                  <a:path w="2572" h="2929" extrusionOk="0">
                    <a:moveTo>
                      <a:pt x="1309" y="111"/>
                    </a:moveTo>
                    <a:cubicBezTo>
                      <a:pt x="1702" y="111"/>
                      <a:pt x="2116" y="462"/>
                      <a:pt x="2310" y="964"/>
                    </a:cubicBezTo>
                    <a:cubicBezTo>
                      <a:pt x="2441" y="1268"/>
                      <a:pt x="2467" y="1598"/>
                      <a:pt x="2399" y="1860"/>
                    </a:cubicBezTo>
                    <a:cubicBezTo>
                      <a:pt x="2310" y="2122"/>
                      <a:pt x="2158" y="2337"/>
                      <a:pt x="1917" y="2426"/>
                    </a:cubicBezTo>
                    <a:lnTo>
                      <a:pt x="1309" y="2666"/>
                    </a:lnTo>
                    <a:cubicBezTo>
                      <a:pt x="1393" y="2557"/>
                      <a:pt x="1461" y="2426"/>
                      <a:pt x="1503" y="2295"/>
                    </a:cubicBezTo>
                    <a:cubicBezTo>
                      <a:pt x="1592" y="1991"/>
                      <a:pt x="1571" y="1640"/>
                      <a:pt x="1440" y="1310"/>
                    </a:cubicBezTo>
                    <a:cubicBezTo>
                      <a:pt x="1241" y="786"/>
                      <a:pt x="807" y="462"/>
                      <a:pt x="372" y="420"/>
                    </a:cubicBezTo>
                    <a:lnTo>
                      <a:pt x="1027" y="158"/>
                    </a:lnTo>
                    <a:cubicBezTo>
                      <a:pt x="1110" y="132"/>
                      <a:pt x="1200" y="111"/>
                      <a:pt x="1309" y="111"/>
                    </a:cubicBezTo>
                    <a:close/>
                    <a:moveTo>
                      <a:pt x="1309" y="1"/>
                    </a:moveTo>
                    <a:cubicBezTo>
                      <a:pt x="1200" y="1"/>
                      <a:pt x="1090" y="1"/>
                      <a:pt x="980" y="48"/>
                    </a:cubicBezTo>
                    <a:lnTo>
                      <a:pt x="0" y="441"/>
                    </a:lnTo>
                    <a:lnTo>
                      <a:pt x="42" y="551"/>
                    </a:lnTo>
                    <a:cubicBezTo>
                      <a:pt x="110" y="525"/>
                      <a:pt x="194" y="504"/>
                      <a:pt x="283" y="504"/>
                    </a:cubicBezTo>
                    <a:cubicBezTo>
                      <a:pt x="697" y="504"/>
                      <a:pt x="1131" y="834"/>
                      <a:pt x="1330" y="1357"/>
                    </a:cubicBezTo>
                    <a:cubicBezTo>
                      <a:pt x="1461" y="1661"/>
                      <a:pt x="1461" y="1991"/>
                      <a:pt x="1393" y="2253"/>
                    </a:cubicBezTo>
                    <a:cubicBezTo>
                      <a:pt x="1330" y="2515"/>
                      <a:pt x="1158" y="2729"/>
                      <a:pt x="938" y="2818"/>
                    </a:cubicBezTo>
                    <a:lnTo>
                      <a:pt x="980" y="2928"/>
                    </a:lnTo>
                    <a:lnTo>
                      <a:pt x="1964" y="2536"/>
                    </a:lnTo>
                    <a:cubicBezTo>
                      <a:pt x="2247" y="2426"/>
                      <a:pt x="2420" y="2185"/>
                      <a:pt x="2509" y="1902"/>
                    </a:cubicBezTo>
                    <a:cubicBezTo>
                      <a:pt x="2572" y="1598"/>
                      <a:pt x="2551" y="1247"/>
                      <a:pt x="2420" y="917"/>
                    </a:cubicBezTo>
                    <a:cubicBezTo>
                      <a:pt x="2226" y="373"/>
                      <a:pt x="1765" y="1"/>
                      <a:pt x="1309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2" name="Google Shape;2922;p62"/>
              <p:cNvSpPr/>
              <p:nvPr/>
            </p:nvSpPr>
            <p:spPr>
              <a:xfrm flipH="1">
                <a:off x="2387846" y="2595600"/>
                <a:ext cx="1638656" cy="1617529"/>
              </a:xfrm>
              <a:custGeom>
                <a:avLst/>
                <a:gdLst/>
                <a:ahLst/>
                <a:cxnLst/>
                <a:rect l="l" t="t" r="r" b="b"/>
                <a:pathLst>
                  <a:path w="8532" h="8422" extrusionOk="0">
                    <a:moveTo>
                      <a:pt x="1" y="0"/>
                    </a:moveTo>
                    <a:lnTo>
                      <a:pt x="1923" y="8421"/>
                    </a:lnTo>
                    <a:lnTo>
                      <a:pt x="8532" y="8421"/>
                    </a:lnTo>
                    <a:lnTo>
                      <a:pt x="661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3" name="Google Shape;2923;p62"/>
              <p:cNvSpPr/>
              <p:nvPr/>
            </p:nvSpPr>
            <p:spPr>
              <a:xfrm flipH="1">
                <a:off x="2374786" y="2582348"/>
                <a:ext cx="1663816" cy="1642689"/>
              </a:xfrm>
              <a:custGeom>
                <a:avLst/>
                <a:gdLst/>
                <a:ahLst/>
                <a:cxnLst/>
                <a:rect l="l" t="t" r="r" b="b"/>
                <a:pathLst>
                  <a:path w="8663" h="8553" extrusionOk="0">
                    <a:moveTo>
                      <a:pt x="6631" y="132"/>
                    </a:moveTo>
                    <a:lnTo>
                      <a:pt x="8511" y="8448"/>
                    </a:lnTo>
                    <a:lnTo>
                      <a:pt x="2027" y="8448"/>
                    </a:lnTo>
                    <a:lnTo>
                      <a:pt x="132" y="132"/>
                    </a:lnTo>
                    <a:close/>
                    <a:moveTo>
                      <a:pt x="1" y="1"/>
                    </a:moveTo>
                    <a:lnTo>
                      <a:pt x="1" y="90"/>
                    </a:lnTo>
                    <a:lnTo>
                      <a:pt x="1938" y="8553"/>
                    </a:lnTo>
                    <a:lnTo>
                      <a:pt x="8663" y="8553"/>
                    </a:lnTo>
                    <a:lnTo>
                      <a:pt x="6720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4" name="Google Shape;2924;p62"/>
              <p:cNvSpPr/>
              <p:nvPr/>
            </p:nvSpPr>
            <p:spPr>
              <a:xfrm flipH="1">
                <a:off x="3510244" y="3199061"/>
                <a:ext cx="491097" cy="452685"/>
              </a:xfrm>
              <a:custGeom>
                <a:avLst/>
                <a:gdLst/>
                <a:ahLst/>
                <a:cxnLst/>
                <a:rect l="l" t="t" r="r" b="b"/>
                <a:pathLst>
                  <a:path w="2557" h="2357" extrusionOk="0">
                    <a:moveTo>
                      <a:pt x="2137" y="0"/>
                    </a:moveTo>
                    <a:lnTo>
                      <a:pt x="1" y="456"/>
                    </a:lnTo>
                    <a:lnTo>
                      <a:pt x="393" y="2357"/>
                    </a:lnTo>
                    <a:lnTo>
                      <a:pt x="2556" y="1896"/>
                    </a:lnTo>
                    <a:lnTo>
                      <a:pt x="213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5" name="Google Shape;2925;p62"/>
              <p:cNvSpPr/>
              <p:nvPr/>
            </p:nvSpPr>
            <p:spPr>
              <a:xfrm flipH="1">
                <a:off x="3498144" y="3186000"/>
                <a:ext cx="515297" cy="477845"/>
              </a:xfrm>
              <a:custGeom>
                <a:avLst/>
                <a:gdLst/>
                <a:ahLst/>
                <a:cxnLst/>
                <a:rect l="l" t="t" r="r" b="b"/>
                <a:pathLst>
                  <a:path w="2683" h="2488" extrusionOk="0">
                    <a:moveTo>
                      <a:pt x="2158" y="131"/>
                    </a:moveTo>
                    <a:lnTo>
                      <a:pt x="2551" y="1922"/>
                    </a:lnTo>
                    <a:lnTo>
                      <a:pt x="498" y="2357"/>
                    </a:lnTo>
                    <a:lnTo>
                      <a:pt x="132" y="566"/>
                    </a:lnTo>
                    <a:lnTo>
                      <a:pt x="2158" y="131"/>
                    </a:lnTo>
                    <a:close/>
                    <a:moveTo>
                      <a:pt x="2247" y="0"/>
                    </a:moveTo>
                    <a:lnTo>
                      <a:pt x="1" y="482"/>
                    </a:lnTo>
                    <a:lnTo>
                      <a:pt x="1" y="545"/>
                    </a:lnTo>
                    <a:lnTo>
                      <a:pt x="414" y="2488"/>
                    </a:lnTo>
                    <a:lnTo>
                      <a:pt x="2682" y="2006"/>
                    </a:lnTo>
                    <a:lnTo>
                      <a:pt x="2247" y="0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6" name="Google Shape;2926;p62"/>
              <p:cNvSpPr/>
              <p:nvPr/>
            </p:nvSpPr>
            <p:spPr>
              <a:xfrm flipH="1">
                <a:off x="2287182" y="2976652"/>
                <a:ext cx="33418" cy="54545"/>
              </a:xfrm>
              <a:custGeom>
                <a:avLst/>
                <a:gdLst/>
                <a:ahLst/>
                <a:cxnLst/>
                <a:rect l="l" t="t" r="r" b="b"/>
                <a:pathLst>
                  <a:path w="174" h="284" extrusionOk="0">
                    <a:moveTo>
                      <a:pt x="89" y="1"/>
                    </a:moveTo>
                    <a:cubicBezTo>
                      <a:pt x="42" y="1"/>
                      <a:pt x="0" y="64"/>
                      <a:pt x="0" y="132"/>
                    </a:cubicBezTo>
                    <a:cubicBezTo>
                      <a:pt x="0" y="216"/>
                      <a:pt x="42" y="284"/>
                      <a:pt x="89" y="284"/>
                    </a:cubicBezTo>
                    <a:cubicBezTo>
                      <a:pt x="131" y="284"/>
                      <a:pt x="173" y="216"/>
                      <a:pt x="173" y="132"/>
                    </a:cubicBezTo>
                    <a:cubicBezTo>
                      <a:pt x="173" y="64"/>
                      <a:pt x="131" y="1"/>
                      <a:pt x="8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7" name="Google Shape;2927;p62"/>
              <p:cNvSpPr/>
              <p:nvPr/>
            </p:nvSpPr>
            <p:spPr>
              <a:xfrm flipH="1">
                <a:off x="2274122" y="2967625"/>
                <a:ext cx="59539" cy="71638"/>
              </a:xfrm>
              <a:custGeom>
                <a:avLst/>
                <a:gdLst/>
                <a:ahLst/>
                <a:cxnLst/>
                <a:rect l="l" t="t" r="r" b="b"/>
                <a:pathLst>
                  <a:path w="310" h="373" extrusionOk="0">
                    <a:moveTo>
                      <a:pt x="157" y="111"/>
                    </a:moveTo>
                    <a:lnTo>
                      <a:pt x="178" y="132"/>
                    </a:lnTo>
                    <a:cubicBezTo>
                      <a:pt x="178" y="132"/>
                      <a:pt x="199" y="158"/>
                      <a:pt x="199" y="179"/>
                    </a:cubicBezTo>
                    <a:cubicBezTo>
                      <a:pt x="199" y="221"/>
                      <a:pt x="178" y="242"/>
                      <a:pt x="178" y="242"/>
                    </a:cubicBezTo>
                    <a:lnTo>
                      <a:pt x="157" y="263"/>
                    </a:lnTo>
                    <a:lnTo>
                      <a:pt x="131" y="242"/>
                    </a:lnTo>
                    <a:cubicBezTo>
                      <a:pt x="131" y="242"/>
                      <a:pt x="110" y="221"/>
                      <a:pt x="110" y="179"/>
                    </a:cubicBezTo>
                    <a:cubicBezTo>
                      <a:pt x="110" y="158"/>
                      <a:pt x="131" y="132"/>
                      <a:pt x="131" y="132"/>
                    </a:cubicBezTo>
                    <a:lnTo>
                      <a:pt x="157" y="111"/>
                    </a:lnTo>
                    <a:close/>
                    <a:moveTo>
                      <a:pt x="157" y="1"/>
                    </a:moveTo>
                    <a:cubicBezTo>
                      <a:pt x="110" y="1"/>
                      <a:pt x="68" y="27"/>
                      <a:pt x="47" y="69"/>
                    </a:cubicBezTo>
                    <a:cubicBezTo>
                      <a:pt x="27" y="90"/>
                      <a:pt x="0" y="132"/>
                      <a:pt x="0" y="179"/>
                    </a:cubicBezTo>
                    <a:cubicBezTo>
                      <a:pt x="0" y="242"/>
                      <a:pt x="27" y="289"/>
                      <a:pt x="47" y="310"/>
                    </a:cubicBezTo>
                    <a:cubicBezTo>
                      <a:pt x="68" y="352"/>
                      <a:pt x="110" y="373"/>
                      <a:pt x="157" y="373"/>
                    </a:cubicBezTo>
                    <a:cubicBezTo>
                      <a:pt x="199" y="373"/>
                      <a:pt x="241" y="352"/>
                      <a:pt x="262" y="310"/>
                    </a:cubicBezTo>
                    <a:cubicBezTo>
                      <a:pt x="288" y="289"/>
                      <a:pt x="309" y="242"/>
                      <a:pt x="309" y="179"/>
                    </a:cubicBezTo>
                    <a:cubicBezTo>
                      <a:pt x="309" y="132"/>
                      <a:pt x="288" y="90"/>
                      <a:pt x="262" y="69"/>
                    </a:cubicBezTo>
                    <a:cubicBezTo>
                      <a:pt x="241" y="27"/>
                      <a:pt x="199" y="1"/>
                      <a:pt x="157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1" name="Google Shape;4061;p64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Resourses</a:t>
            </a:r>
            <a:endParaRPr dirty="0"/>
          </a:p>
        </p:txBody>
      </p:sp>
      <p:sp>
        <p:nvSpPr>
          <p:cNvPr id="4062" name="Google Shape;4062;p64"/>
          <p:cNvSpPr txBox="1">
            <a:spLocks noGrp="1"/>
          </p:cNvSpPr>
          <p:nvPr>
            <p:ph type="body" idx="1"/>
          </p:nvPr>
        </p:nvSpPr>
        <p:spPr>
          <a:xfrm>
            <a:off x="720000" y="1215750"/>
            <a:ext cx="7704000" cy="91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</a:rPr>
              <a:t>Here’re the resourses that we used in making of this presentation: </a:t>
            </a:r>
            <a:endParaRPr sz="12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4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RAG Youtube Video</a:t>
            </a:r>
            <a:endParaRPr sz="14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0">
              <a:buClr>
                <a:schemeClr val="accent1"/>
              </a:buClr>
            </a:pPr>
            <a:r>
              <a:rPr lang="en-IN" sz="1200" dirty="0">
                <a:solidFill>
                  <a:schemeClr val="dk1"/>
                </a:solidFill>
              </a:rPr>
              <a:t>https://youtu.be/rS_ksLkhIrM?si=bJQAsGTOqaPruUe7</a:t>
            </a:r>
            <a:endParaRPr sz="1200" dirty="0">
              <a:solidFill>
                <a:schemeClr val="dk1"/>
              </a:solidFill>
            </a:endParaRPr>
          </a:p>
        </p:txBody>
      </p:sp>
      <p:grpSp>
        <p:nvGrpSpPr>
          <p:cNvPr id="4063" name="Google Shape;4063;p64"/>
          <p:cNvGrpSpPr/>
          <p:nvPr/>
        </p:nvGrpSpPr>
        <p:grpSpPr>
          <a:xfrm>
            <a:off x="6394117" y="3056750"/>
            <a:ext cx="1708165" cy="1492223"/>
            <a:chOff x="6394117" y="3056750"/>
            <a:chExt cx="1708165" cy="1492223"/>
          </a:xfrm>
        </p:grpSpPr>
        <p:sp>
          <p:nvSpPr>
            <p:cNvPr id="4064" name="Google Shape;4064;p64"/>
            <p:cNvSpPr/>
            <p:nvPr/>
          </p:nvSpPr>
          <p:spPr>
            <a:xfrm>
              <a:off x="6996436" y="4214442"/>
              <a:ext cx="504804" cy="233617"/>
            </a:xfrm>
            <a:custGeom>
              <a:avLst/>
              <a:gdLst/>
              <a:ahLst/>
              <a:cxnLst/>
              <a:rect l="l" t="t" r="r" b="b"/>
              <a:pathLst>
                <a:path w="7699" h="3563" extrusionOk="0">
                  <a:moveTo>
                    <a:pt x="0" y="0"/>
                  </a:moveTo>
                  <a:lnTo>
                    <a:pt x="0" y="3563"/>
                  </a:lnTo>
                  <a:lnTo>
                    <a:pt x="7698" y="3563"/>
                  </a:lnTo>
                  <a:lnTo>
                    <a:pt x="769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5" name="Google Shape;4065;p64"/>
            <p:cNvSpPr/>
            <p:nvPr/>
          </p:nvSpPr>
          <p:spPr>
            <a:xfrm>
              <a:off x="6993683" y="4212016"/>
              <a:ext cx="510246" cy="239977"/>
            </a:xfrm>
            <a:custGeom>
              <a:avLst/>
              <a:gdLst/>
              <a:ahLst/>
              <a:cxnLst/>
              <a:rect l="l" t="t" r="r" b="b"/>
              <a:pathLst>
                <a:path w="7782" h="3660" extrusionOk="0">
                  <a:moveTo>
                    <a:pt x="7685" y="97"/>
                  </a:moveTo>
                  <a:lnTo>
                    <a:pt x="7685" y="3544"/>
                  </a:lnTo>
                  <a:lnTo>
                    <a:pt x="98" y="3544"/>
                  </a:lnTo>
                  <a:lnTo>
                    <a:pt x="98" y="97"/>
                  </a:lnTo>
                  <a:close/>
                  <a:moveTo>
                    <a:pt x="1" y="0"/>
                  </a:moveTo>
                  <a:lnTo>
                    <a:pt x="1" y="37"/>
                  </a:lnTo>
                  <a:lnTo>
                    <a:pt x="1" y="3660"/>
                  </a:lnTo>
                  <a:lnTo>
                    <a:pt x="7782" y="3660"/>
                  </a:lnTo>
                  <a:lnTo>
                    <a:pt x="7782" y="0"/>
                  </a:ln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6" name="Google Shape;4066;p64"/>
            <p:cNvSpPr/>
            <p:nvPr/>
          </p:nvSpPr>
          <p:spPr>
            <a:xfrm>
              <a:off x="6938276" y="4403741"/>
              <a:ext cx="621121" cy="141560"/>
            </a:xfrm>
            <a:custGeom>
              <a:avLst/>
              <a:gdLst/>
              <a:ahLst/>
              <a:cxnLst/>
              <a:rect l="l" t="t" r="r" b="b"/>
              <a:pathLst>
                <a:path w="9473" h="2159" extrusionOk="0">
                  <a:moveTo>
                    <a:pt x="1077" y="1"/>
                  </a:moveTo>
                  <a:cubicBezTo>
                    <a:pt x="481" y="1"/>
                    <a:pt x="0" y="481"/>
                    <a:pt x="0" y="1082"/>
                  </a:cubicBezTo>
                  <a:cubicBezTo>
                    <a:pt x="0" y="1678"/>
                    <a:pt x="481" y="2159"/>
                    <a:pt x="1077" y="2159"/>
                  </a:cubicBezTo>
                  <a:lnTo>
                    <a:pt x="8396" y="2159"/>
                  </a:lnTo>
                  <a:cubicBezTo>
                    <a:pt x="8992" y="2159"/>
                    <a:pt x="9472" y="1678"/>
                    <a:pt x="9472" y="1082"/>
                  </a:cubicBezTo>
                  <a:cubicBezTo>
                    <a:pt x="9472" y="481"/>
                    <a:pt x="8992" y="1"/>
                    <a:pt x="839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7" name="Google Shape;4067;p64"/>
            <p:cNvSpPr/>
            <p:nvPr/>
          </p:nvSpPr>
          <p:spPr>
            <a:xfrm>
              <a:off x="6934605" y="4401315"/>
              <a:ext cx="627219" cy="147658"/>
            </a:xfrm>
            <a:custGeom>
              <a:avLst/>
              <a:gdLst/>
              <a:ahLst/>
              <a:cxnLst/>
              <a:rect l="l" t="t" r="r" b="b"/>
              <a:pathLst>
                <a:path w="9566" h="2252" extrusionOk="0">
                  <a:moveTo>
                    <a:pt x="8452" y="98"/>
                  </a:moveTo>
                  <a:cubicBezTo>
                    <a:pt x="9011" y="98"/>
                    <a:pt x="9473" y="560"/>
                    <a:pt x="9473" y="1119"/>
                  </a:cubicBezTo>
                  <a:cubicBezTo>
                    <a:pt x="9473" y="1697"/>
                    <a:pt x="9011" y="2159"/>
                    <a:pt x="8452" y="2159"/>
                  </a:cubicBezTo>
                  <a:lnTo>
                    <a:pt x="1133" y="2159"/>
                  </a:lnTo>
                  <a:cubicBezTo>
                    <a:pt x="555" y="2159"/>
                    <a:pt x="116" y="1697"/>
                    <a:pt x="116" y="1119"/>
                  </a:cubicBezTo>
                  <a:cubicBezTo>
                    <a:pt x="116" y="560"/>
                    <a:pt x="555" y="98"/>
                    <a:pt x="1133" y="98"/>
                  </a:cubicBezTo>
                  <a:close/>
                  <a:moveTo>
                    <a:pt x="1133" y="1"/>
                  </a:moveTo>
                  <a:cubicBezTo>
                    <a:pt x="518" y="1"/>
                    <a:pt x="1" y="500"/>
                    <a:pt x="1" y="1119"/>
                  </a:cubicBezTo>
                  <a:cubicBezTo>
                    <a:pt x="1" y="1752"/>
                    <a:pt x="518" y="2251"/>
                    <a:pt x="1133" y="2251"/>
                  </a:cubicBezTo>
                  <a:lnTo>
                    <a:pt x="8452" y="2251"/>
                  </a:lnTo>
                  <a:cubicBezTo>
                    <a:pt x="9066" y="2251"/>
                    <a:pt x="9565" y="1752"/>
                    <a:pt x="9565" y="1119"/>
                  </a:cubicBezTo>
                  <a:cubicBezTo>
                    <a:pt x="9565" y="500"/>
                    <a:pt x="9066" y="1"/>
                    <a:pt x="8452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8" name="Google Shape;4068;p64"/>
            <p:cNvSpPr/>
            <p:nvPr/>
          </p:nvSpPr>
          <p:spPr>
            <a:xfrm>
              <a:off x="6398051" y="3060684"/>
              <a:ext cx="1701477" cy="1214376"/>
            </a:xfrm>
            <a:custGeom>
              <a:avLst/>
              <a:gdLst/>
              <a:ahLst/>
              <a:cxnLst/>
              <a:rect l="l" t="t" r="r" b="b"/>
              <a:pathLst>
                <a:path w="25950" h="18521" extrusionOk="0">
                  <a:moveTo>
                    <a:pt x="943" y="1"/>
                  </a:moveTo>
                  <a:cubicBezTo>
                    <a:pt x="421" y="1"/>
                    <a:pt x="1" y="426"/>
                    <a:pt x="1" y="944"/>
                  </a:cubicBezTo>
                  <a:lnTo>
                    <a:pt x="1" y="17578"/>
                  </a:lnTo>
                  <a:cubicBezTo>
                    <a:pt x="1" y="18100"/>
                    <a:pt x="421" y="18520"/>
                    <a:pt x="943" y="18520"/>
                  </a:cubicBezTo>
                  <a:lnTo>
                    <a:pt x="25007" y="18520"/>
                  </a:lnTo>
                  <a:cubicBezTo>
                    <a:pt x="25529" y="18520"/>
                    <a:pt x="25950" y="18100"/>
                    <a:pt x="25950" y="17578"/>
                  </a:cubicBezTo>
                  <a:lnTo>
                    <a:pt x="25950" y="944"/>
                  </a:lnTo>
                  <a:cubicBezTo>
                    <a:pt x="25950" y="426"/>
                    <a:pt x="25529" y="1"/>
                    <a:pt x="2500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9" name="Google Shape;4069;p64"/>
            <p:cNvSpPr/>
            <p:nvPr/>
          </p:nvSpPr>
          <p:spPr>
            <a:xfrm>
              <a:off x="6394117" y="3056750"/>
              <a:ext cx="1708165" cy="1220998"/>
            </a:xfrm>
            <a:custGeom>
              <a:avLst/>
              <a:gdLst/>
              <a:ahLst/>
              <a:cxnLst/>
              <a:rect l="l" t="t" r="r" b="b"/>
              <a:pathLst>
                <a:path w="26052" h="18622" extrusionOk="0">
                  <a:moveTo>
                    <a:pt x="25067" y="98"/>
                  </a:moveTo>
                  <a:cubicBezTo>
                    <a:pt x="25571" y="98"/>
                    <a:pt x="25954" y="505"/>
                    <a:pt x="25954" y="1004"/>
                  </a:cubicBezTo>
                  <a:lnTo>
                    <a:pt x="25954" y="17638"/>
                  </a:lnTo>
                  <a:cubicBezTo>
                    <a:pt x="25954" y="18118"/>
                    <a:pt x="25571" y="18525"/>
                    <a:pt x="25067" y="18525"/>
                  </a:cubicBezTo>
                  <a:lnTo>
                    <a:pt x="1003" y="18525"/>
                  </a:lnTo>
                  <a:cubicBezTo>
                    <a:pt x="504" y="18525"/>
                    <a:pt x="98" y="18118"/>
                    <a:pt x="98" y="17638"/>
                  </a:cubicBezTo>
                  <a:lnTo>
                    <a:pt x="98" y="1004"/>
                  </a:lnTo>
                  <a:cubicBezTo>
                    <a:pt x="98" y="505"/>
                    <a:pt x="504" y="98"/>
                    <a:pt x="1003" y="98"/>
                  </a:cubicBezTo>
                  <a:close/>
                  <a:moveTo>
                    <a:pt x="1003" y="1"/>
                  </a:moveTo>
                  <a:cubicBezTo>
                    <a:pt x="444" y="1"/>
                    <a:pt x="0" y="444"/>
                    <a:pt x="0" y="1004"/>
                  </a:cubicBezTo>
                  <a:lnTo>
                    <a:pt x="0" y="17638"/>
                  </a:lnTo>
                  <a:cubicBezTo>
                    <a:pt x="0" y="18178"/>
                    <a:pt x="444" y="18622"/>
                    <a:pt x="1003" y="18622"/>
                  </a:cubicBezTo>
                  <a:lnTo>
                    <a:pt x="25067" y="18622"/>
                  </a:lnTo>
                  <a:cubicBezTo>
                    <a:pt x="25608" y="18622"/>
                    <a:pt x="26051" y="18178"/>
                    <a:pt x="26051" y="17638"/>
                  </a:cubicBezTo>
                  <a:lnTo>
                    <a:pt x="26051" y="1004"/>
                  </a:lnTo>
                  <a:cubicBezTo>
                    <a:pt x="26051" y="444"/>
                    <a:pt x="25608" y="1"/>
                    <a:pt x="25067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0" name="Google Shape;4070;p64"/>
            <p:cNvSpPr/>
            <p:nvPr/>
          </p:nvSpPr>
          <p:spPr>
            <a:xfrm>
              <a:off x="6437130" y="3097403"/>
              <a:ext cx="1623320" cy="963121"/>
            </a:xfrm>
            <a:custGeom>
              <a:avLst/>
              <a:gdLst/>
              <a:ahLst/>
              <a:cxnLst/>
              <a:rect l="l" t="t" r="r" b="b"/>
              <a:pathLst>
                <a:path w="24758" h="14689" extrusionOk="0">
                  <a:moveTo>
                    <a:pt x="1" y="0"/>
                  </a:moveTo>
                  <a:lnTo>
                    <a:pt x="1" y="14689"/>
                  </a:lnTo>
                  <a:lnTo>
                    <a:pt x="24758" y="14689"/>
                  </a:lnTo>
                  <a:lnTo>
                    <a:pt x="2475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1" name="Google Shape;4071;p64"/>
            <p:cNvSpPr/>
            <p:nvPr/>
          </p:nvSpPr>
          <p:spPr>
            <a:xfrm>
              <a:off x="6433196" y="3094649"/>
              <a:ext cx="1631188" cy="969547"/>
            </a:xfrm>
            <a:custGeom>
              <a:avLst/>
              <a:gdLst/>
              <a:ahLst/>
              <a:cxnLst/>
              <a:rect l="l" t="t" r="r" b="b"/>
              <a:pathLst>
                <a:path w="24878" h="14787" extrusionOk="0">
                  <a:moveTo>
                    <a:pt x="24762" y="97"/>
                  </a:moveTo>
                  <a:lnTo>
                    <a:pt x="24762" y="14694"/>
                  </a:lnTo>
                  <a:lnTo>
                    <a:pt x="98" y="14694"/>
                  </a:lnTo>
                  <a:lnTo>
                    <a:pt x="98" y="97"/>
                  </a:lnTo>
                  <a:close/>
                  <a:moveTo>
                    <a:pt x="1" y="0"/>
                  </a:moveTo>
                  <a:lnTo>
                    <a:pt x="1" y="42"/>
                  </a:lnTo>
                  <a:lnTo>
                    <a:pt x="1" y="14786"/>
                  </a:lnTo>
                  <a:lnTo>
                    <a:pt x="24878" y="14786"/>
                  </a:lnTo>
                  <a:lnTo>
                    <a:pt x="24878" y="0"/>
                  </a:ln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72" name="Google Shape;4072;p64"/>
          <p:cNvGrpSpPr/>
          <p:nvPr/>
        </p:nvGrpSpPr>
        <p:grpSpPr>
          <a:xfrm>
            <a:off x="3738662" y="3473150"/>
            <a:ext cx="1878283" cy="1075797"/>
            <a:chOff x="3738662" y="3473150"/>
            <a:chExt cx="1878283" cy="1075797"/>
          </a:xfrm>
        </p:grpSpPr>
        <p:sp>
          <p:nvSpPr>
            <p:cNvPr id="4073" name="Google Shape;4073;p64"/>
            <p:cNvSpPr/>
            <p:nvPr/>
          </p:nvSpPr>
          <p:spPr>
            <a:xfrm>
              <a:off x="3743064" y="3476511"/>
              <a:ext cx="1869079" cy="1067634"/>
            </a:xfrm>
            <a:custGeom>
              <a:avLst/>
              <a:gdLst/>
              <a:ahLst/>
              <a:cxnLst/>
              <a:rect l="l" t="t" r="r" b="b"/>
              <a:pathLst>
                <a:path w="23354" h="13340" extrusionOk="0">
                  <a:moveTo>
                    <a:pt x="1" y="0"/>
                  </a:moveTo>
                  <a:lnTo>
                    <a:pt x="1" y="13340"/>
                  </a:lnTo>
                  <a:lnTo>
                    <a:pt x="23353" y="13340"/>
                  </a:lnTo>
                  <a:lnTo>
                    <a:pt x="2335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4" name="Google Shape;4074;p64"/>
            <p:cNvSpPr/>
            <p:nvPr/>
          </p:nvSpPr>
          <p:spPr>
            <a:xfrm>
              <a:off x="3738662" y="3473150"/>
              <a:ext cx="1878283" cy="1075797"/>
            </a:xfrm>
            <a:custGeom>
              <a:avLst/>
              <a:gdLst/>
              <a:ahLst/>
              <a:cxnLst/>
              <a:rect l="l" t="t" r="r" b="b"/>
              <a:pathLst>
                <a:path w="23469" h="13442" extrusionOk="0">
                  <a:moveTo>
                    <a:pt x="23371" y="97"/>
                  </a:moveTo>
                  <a:lnTo>
                    <a:pt x="23371" y="13345"/>
                  </a:lnTo>
                  <a:lnTo>
                    <a:pt x="98" y="13345"/>
                  </a:lnTo>
                  <a:lnTo>
                    <a:pt x="98" y="97"/>
                  </a:lnTo>
                  <a:close/>
                  <a:moveTo>
                    <a:pt x="0" y="0"/>
                  </a:moveTo>
                  <a:lnTo>
                    <a:pt x="0" y="42"/>
                  </a:lnTo>
                  <a:lnTo>
                    <a:pt x="0" y="13442"/>
                  </a:lnTo>
                  <a:lnTo>
                    <a:pt x="23468" y="13442"/>
                  </a:lnTo>
                  <a:lnTo>
                    <a:pt x="23468" y="0"/>
                  </a:ln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5" name="Google Shape;4075;p64"/>
            <p:cNvSpPr/>
            <p:nvPr/>
          </p:nvSpPr>
          <p:spPr>
            <a:xfrm>
              <a:off x="3744585" y="3479472"/>
              <a:ext cx="1864597" cy="69228"/>
            </a:xfrm>
            <a:custGeom>
              <a:avLst/>
              <a:gdLst/>
              <a:ahLst/>
              <a:cxnLst/>
              <a:rect l="l" t="t" r="r" b="b"/>
              <a:pathLst>
                <a:path w="23298" h="865" extrusionOk="0">
                  <a:moveTo>
                    <a:pt x="0" y="0"/>
                  </a:moveTo>
                  <a:lnTo>
                    <a:pt x="0" y="864"/>
                  </a:lnTo>
                  <a:lnTo>
                    <a:pt x="23297" y="864"/>
                  </a:lnTo>
                  <a:lnTo>
                    <a:pt x="2329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6" name="Google Shape;4076;p64"/>
            <p:cNvSpPr/>
            <p:nvPr/>
          </p:nvSpPr>
          <p:spPr>
            <a:xfrm>
              <a:off x="3740103" y="3474590"/>
              <a:ext cx="1873881" cy="78912"/>
            </a:xfrm>
            <a:custGeom>
              <a:avLst/>
              <a:gdLst/>
              <a:ahLst/>
              <a:cxnLst/>
              <a:rect l="l" t="t" r="r" b="b"/>
              <a:pathLst>
                <a:path w="23414" h="986" extrusionOk="0">
                  <a:moveTo>
                    <a:pt x="23316" y="98"/>
                  </a:moveTo>
                  <a:lnTo>
                    <a:pt x="23316" y="870"/>
                  </a:lnTo>
                  <a:lnTo>
                    <a:pt x="116" y="870"/>
                  </a:lnTo>
                  <a:lnTo>
                    <a:pt x="116" y="98"/>
                  </a:lnTo>
                  <a:close/>
                  <a:moveTo>
                    <a:pt x="1" y="1"/>
                  </a:moveTo>
                  <a:lnTo>
                    <a:pt x="1" y="61"/>
                  </a:lnTo>
                  <a:lnTo>
                    <a:pt x="1" y="985"/>
                  </a:lnTo>
                  <a:lnTo>
                    <a:pt x="23413" y="985"/>
                  </a:lnTo>
                  <a:lnTo>
                    <a:pt x="23413" y="1"/>
                  </a:ln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7" name="Google Shape;4077;p64"/>
            <p:cNvSpPr/>
            <p:nvPr/>
          </p:nvSpPr>
          <p:spPr>
            <a:xfrm>
              <a:off x="3744585" y="3550463"/>
              <a:ext cx="1864597" cy="69228"/>
            </a:xfrm>
            <a:custGeom>
              <a:avLst/>
              <a:gdLst/>
              <a:ahLst/>
              <a:cxnLst/>
              <a:rect l="l" t="t" r="r" b="b"/>
              <a:pathLst>
                <a:path w="23298" h="865" extrusionOk="0">
                  <a:moveTo>
                    <a:pt x="0" y="0"/>
                  </a:moveTo>
                  <a:lnTo>
                    <a:pt x="0" y="864"/>
                  </a:lnTo>
                  <a:lnTo>
                    <a:pt x="23297" y="864"/>
                  </a:lnTo>
                  <a:lnTo>
                    <a:pt x="2329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8" name="Google Shape;4078;p64"/>
            <p:cNvSpPr/>
            <p:nvPr/>
          </p:nvSpPr>
          <p:spPr>
            <a:xfrm>
              <a:off x="3740103" y="3547102"/>
              <a:ext cx="1873881" cy="77391"/>
            </a:xfrm>
            <a:custGeom>
              <a:avLst/>
              <a:gdLst/>
              <a:ahLst/>
              <a:cxnLst/>
              <a:rect l="l" t="t" r="r" b="b"/>
              <a:pathLst>
                <a:path w="23414" h="967" extrusionOk="0">
                  <a:moveTo>
                    <a:pt x="23316" y="98"/>
                  </a:moveTo>
                  <a:lnTo>
                    <a:pt x="23316" y="869"/>
                  </a:lnTo>
                  <a:lnTo>
                    <a:pt x="116" y="869"/>
                  </a:lnTo>
                  <a:lnTo>
                    <a:pt x="116" y="98"/>
                  </a:lnTo>
                  <a:close/>
                  <a:moveTo>
                    <a:pt x="1" y="1"/>
                  </a:moveTo>
                  <a:lnTo>
                    <a:pt x="1" y="42"/>
                  </a:lnTo>
                  <a:lnTo>
                    <a:pt x="1" y="966"/>
                  </a:lnTo>
                  <a:lnTo>
                    <a:pt x="23413" y="966"/>
                  </a:lnTo>
                  <a:lnTo>
                    <a:pt x="23413" y="1"/>
                  </a:ln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9" name="Google Shape;4079;p64"/>
            <p:cNvSpPr/>
            <p:nvPr/>
          </p:nvSpPr>
          <p:spPr>
            <a:xfrm>
              <a:off x="5421328" y="3483874"/>
              <a:ext cx="46259" cy="48180"/>
            </a:xfrm>
            <a:custGeom>
              <a:avLst/>
              <a:gdLst/>
              <a:ahLst/>
              <a:cxnLst/>
              <a:rect l="l" t="t" r="r" b="b"/>
              <a:pathLst>
                <a:path w="578" h="602" extrusionOk="0">
                  <a:moveTo>
                    <a:pt x="287" y="0"/>
                  </a:moveTo>
                  <a:cubicBezTo>
                    <a:pt x="134" y="0"/>
                    <a:pt x="0" y="139"/>
                    <a:pt x="0" y="310"/>
                  </a:cubicBezTo>
                  <a:cubicBezTo>
                    <a:pt x="0" y="463"/>
                    <a:pt x="134" y="601"/>
                    <a:pt x="287" y="601"/>
                  </a:cubicBezTo>
                  <a:cubicBezTo>
                    <a:pt x="462" y="601"/>
                    <a:pt x="578" y="463"/>
                    <a:pt x="578" y="310"/>
                  </a:cubicBezTo>
                  <a:cubicBezTo>
                    <a:pt x="578" y="139"/>
                    <a:pt x="462" y="0"/>
                    <a:pt x="2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0" name="Google Shape;4080;p64"/>
            <p:cNvSpPr/>
            <p:nvPr/>
          </p:nvSpPr>
          <p:spPr>
            <a:xfrm>
              <a:off x="5416526" y="3480913"/>
              <a:ext cx="55543" cy="54102"/>
            </a:xfrm>
            <a:custGeom>
              <a:avLst/>
              <a:gdLst/>
              <a:ahLst/>
              <a:cxnLst/>
              <a:rect l="l" t="t" r="r" b="b"/>
              <a:pathLst>
                <a:path w="694" h="676" extrusionOk="0">
                  <a:moveTo>
                    <a:pt x="347" y="98"/>
                  </a:moveTo>
                  <a:cubicBezTo>
                    <a:pt x="481" y="98"/>
                    <a:pt x="596" y="213"/>
                    <a:pt x="596" y="347"/>
                  </a:cubicBezTo>
                  <a:cubicBezTo>
                    <a:pt x="596" y="481"/>
                    <a:pt x="481" y="578"/>
                    <a:pt x="347" y="578"/>
                  </a:cubicBezTo>
                  <a:cubicBezTo>
                    <a:pt x="213" y="578"/>
                    <a:pt x="116" y="481"/>
                    <a:pt x="116" y="347"/>
                  </a:cubicBezTo>
                  <a:cubicBezTo>
                    <a:pt x="116" y="213"/>
                    <a:pt x="213" y="98"/>
                    <a:pt x="347" y="98"/>
                  </a:cubicBezTo>
                  <a:close/>
                  <a:moveTo>
                    <a:pt x="347" y="0"/>
                  </a:moveTo>
                  <a:cubicBezTo>
                    <a:pt x="157" y="0"/>
                    <a:pt x="0" y="153"/>
                    <a:pt x="0" y="347"/>
                  </a:cubicBezTo>
                  <a:cubicBezTo>
                    <a:pt x="0" y="523"/>
                    <a:pt x="157" y="675"/>
                    <a:pt x="347" y="675"/>
                  </a:cubicBezTo>
                  <a:cubicBezTo>
                    <a:pt x="541" y="675"/>
                    <a:pt x="693" y="523"/>
                    <a:pt x="693" y="347"/>
                  </a:cubicBezTo>
                  <a:cubicBezTo>
                    <a:pt x="693" y="153"/>
                    <a:pt x="541" y="0"/>
                    <a:pt x="347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1" name="Google Shape;4081;p64"/>
            <p:cNvSpPr/>
            <p:nvPr/>
          </p:nvSpPr>
          <p:spPr>
            <a:xfrm>
              <a:off x="5482716" y="3483874"/>
              <a:ext cx="46259" cy="48180"/>
            </a:xfrm>
            <a:custGeom>
              <a:avLst/>
              <a:gdLst/>
              <a:ahLst/>
              <a:cxnLst/>
              <a:rect l="l" t="t" r="r" b="b"/>
              <a:pathLst>
                <a:path w="578" h="602" extrusionOk="0">
                  <a:moveTo>
                    <a:pt x="291" y="0"/>
                  </a:moveTo>
                  <a:cubicBezTo>
                    <a:pt x="116" y="0"/>
                    <a:pt x="0" y="139"/>
                    <a:pt x="0" y="310"/>
                  </a:cubicBezTo>
                  <a:cubicBezTo>
                    <a:pt x="0" y="463"/>
                    <a:pt x="116" y="601"/>
                    <a:pt x="291" y="601"/>
                  </a:cubicBezTo>
                  <a:cubicBezTo>
                    <a:pt x="444" y="601"/>
                    <a:pt x="578" y="463"/>
                    <a:pt x="578" y="310"/>
                  </a:cubicBezTo>
                  <a:cubicBezTo>
                    <a:pt x="578" y="139"/>
                    <a:pt x="444" y="0"/>
                    <a:pt x="2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2" name="Google Shape;4082;p64"/>
            <p:cNvSpPr/>
            <p:nvPr/>
          </p:nvSpPr>
          <p:spPr>
            <a:xfrm>
              <a:off x="5478234" y="3480913"/>
              <a:ext cx="54102" cy="54102"/>
            </a:xfrm>
            <a:custGeom>
              <a:avLst/>
              <a:gdLst/>
              <a:ahLst/>
              <a:cxnLst/>
              <a:rect l="l" t="t" r="r" b="b"/>
              <a:pathLst>
                <a:path w="676" h="676" extrusionOk="0">
                  <a:moveTo>
                    <a:pt x="347" y="98"/>
                  </a:moveTo>
                  <a:cubicBezTo>
                    <a:pt x="481" y="98"/>
                    <a:pt x="578" y="213"/>
                    <a:pt x="578" y="347"/>
                  </a:cubicBezTo>
                  <a:cubicBezTo>
                    <a:pt x="578" y="481"/>
                    <a:pt x="481" y="578"/>
                    <a:pt x="347" y="578"/>
                  </a:cubicBezTo>
                  <a:cubicBezTo>
                    <a:pt x="213" y="578"/>
                    <a:pt x="98" y="481"/>
                    <a:pt x="98" y="347"/>
                  </a:cubicBezTo>
                  <a:cubicBezTo>
                    <a:pt x="98" y="213"/>
                    <a:pt x="213" y="98"/>
                    <a:pt x="347" y="98"/>
                  </a:cubicBezTo>
                  <a:close/>
                  <a:moveTo>
                    <a:pt x="347" y="0"/>
                  </a:moveTo>
                  <a:cubicBezTo>
                    <a:pt x="153" y="0"/>
                    <a:pt x="1" y="153"/>
                    <a:pt x="1" y="347"/>
                  </a:cubicBezTo>
                  <a:cubicBezTo>
                    <a:pt x="1" y="523"/>
                    <a:pt x="153" y="675"/>
                    <a:pt x="347" y="675"/>
                  </a:cubicBezTo>
                  <a:cubicBezTo>
                    <a:pt x="518" y="675"/>
                    <a:pt x="675" y="523"/>
                    <a:pt x="675" y="347"/>
                  </a:cubicBezTo>
                  <a:cubicBezTo>
                    <a:pt x="675" y="153"/>
                    <a:pt x="518" y="0"/>
                    <a:pt x="347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3" name="Google Shape;4083;p64"/>
            <p:cNvSpPr/>
            <p:nvPr/>
          </p:nvSpPr>
          <p:spPr>
            <a:xfrm>
              <a:off x="5547384" y="3483874"/>
              <a:ext cx="46339" cy="48180"/>
            </a:xfrm>
            <a:custGeom>
              <a:avLst/>
              <a:gdLst/>
              <a:ahLst/>
              <a:cxnLst/>
              <a:rect l="l" t="t" r="r" b="b"/>
              <a:pathLst>
                <a:path w="579" h="602" extrusionOk="0">
                  <a:moveTo>
                    <a:pt x="292" y="0"/>
                  </a:moveTo>
                  <a:cubicBezTo>
                    <a:pt x="139" y="0"/>
                    <a:pt x="1" y="139"/>
                    <a:pt x="1" y="310"/>
                  </a:cubicBezTo>
                  <a:cubicBezTo>
                    <a:pt x="1" y="463"/>
                    <a:pt x="139" y="601"/>
                    <a:pt x="292" y="601"/>
                  </a:cubicBezTo>
                  <a:cubicBezTo>
                    <a:pt x="444" y="601"/>
                    <a:pt x="578" y="463"/>
                    <a:pt x="578" y="310"/>
                  </a:cubicBezTo>
                  <a:cubicBezTo>
                    <a:pt x="578" y="139"/>
                    <a:pt x="444" y="0"/>
                    <a:pt x="2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4" name="Google Shape;4084;p64"/>
            <p:cNvSpPr/>
            <p:nvPr/>
          </p:nvSpPr>
          <p:spPr>
            <a:xfrm>
              <a:off x="5542982" y="3480913"/>
              <a:ext cx="55543" cy="54102"/>
            </a:xfrm>
            <a:custGeom>
              <a:avLst/>
              <a:gdLst/>
              <a:ahLst/>
              <a:cxnLst/>
              <a:rect l="l" t="t" r="r" b="b"/>
              <a:pathLst>
                <a:path w="694" h="676" extrusionOk="0">
                  <a:moveTo>
                    <a:pt x="347" y="98"/>
                  </a:moveTo>
                  <a:cubicBezTo>
                    <a:pt x="481" y="98"/>
                    <a:pt x="578" y="213"/>
                    <a:pt x="578" y="347"/>
                  </a:cubicBezTo>
                  <a:cubicBezTo>
                    <a:pt x="578" y="481"/>
                    <a:pt x="481" y="578"/>
                    <a:pt x="347" y="578"/>
                  </a:cubicBezTo>
                  <a:cubicBezTo>
                    <a:pt x="213" y="578"/>
                    <a:pt x="97" y="481"/>
                    <a:pt x="97" y="347"/>
                  </a:cubicBezTo>
                  <a:cubicBezTo>
                    <a:pt x="97" y="213"/>
                    <a:pt x="213" y="98"/>
                    <a:pt x="347" y="98"/>
                  </a:cubicBezTo>
                  <a:close/>
                  <a:moveTo>
                    <a:pt x="347" y="0"/>
                  </a:moveTo>
                  <a:cubicBezTo>
                    <a:pt x="153" y="0"/>
                    <a:pt x="0" y="153"/>
                    <a:pt x="0" y="347"/>
                  </a:cubicBezTo>
                  <a:cubicBezTo>
                    <a:pt x="0" y="523"/>
                    <a:pt x="153" y="675"/>
                    <a:pt x="347" y="675"/>
                  </a:cubicBezTo>
                  <a:cubicBezTo>
                    <a:pt x="541" y="675"/>
                    <a:pt x="693" y="523"/>
                    <a:pt x="693" y="347"/>
                  </a:cubicBezTo>
                  <a:cubicBezTo>
                    <a:pt x="693" y="153"/>
                    <a:pt x="541" y="0"/>
                    <a:pt x="347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5" name="Google Shape;4085;p64"/>
            <p:cNvSpPr/>
            <p:nvPr/>
          </p:nvSpPr>
          <p:spPr>
            <a:xfrm>
              <a:off x="4025269" y="3556386"/>
              <a:ext cx="1354230" cy="54022"/>
            </a:xfrm>
            <a:custGeom>
              <a:avLst/>
              <a:gdLst/>
              <a:ahLst/>
              <a:cxnLst/>
              <a:rect l="l" t="t" r="r" b="b"/>
              <a:pathLst>
                <a:path w="16921" h="675" extrusionOk="0">
                  <a:moveTo>
                    <a:pt x="347" y="0"/>
                  </a:moveTo>
                  <a:cubicBezTo>
                    <a:pt x="153" y="0"/>
                    <a:pt x="0" y="157"/>
                    <a:pt x="0" y="328"/>
                  </a:cubicBezTo>
                  <a:cubicBezTo>
                    <a:pt x="0" y="522"/>
                    <a:pt x="153" y="675"/>
                    <a:pt x="347" y="675"/>
                  </a:cubicBezTo>
                  <a:lnTo>
                    <a:pt x="16593" y="675"/>
                  </a:lnTo>
                  <a:cubicBezTo>
                    <a:pt x="16787" y="675"/>
                    <a:pt x="16921" y="522"/>
                    <a:pt x="16921" y="328"/>
                  </a:cubicBezTo>
                  <a:cubicBezTo>
                    <a:pt x="16921" y="157"/>
                    <a:pt x="16787" y="0"/>
                    <a:pt x="1659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6" name="Google Shape;4086;p64"/>
            <p:cNvSpPr/>
            <p:nvPr/>
          </p:nvSpPr>
          <p:spPr>
            <a:xfrm>
              <a:off x="4020467" y="3551904"/>
              <a:ext cx="1363834" cy="63306"/>
            </a:xfrm>
            <a:custGeom>
              <a:avLst/>
              <a:gdLst/>
              <a:ahLst/>
              <a:cxnLst/>
              <a:rect l="l" t="t" r="r" b="b"/>
              <a:pathLst>
                <a:path w="17041" h="791" extrusionOk="0">
                  <a:moveTo>
                    <a:pt x="16653" y="98"/>
                  </a:moveTo>
                  <a:cubicBezTo>
                    <a:pt x="16810" y="98"/>
                    <a:pt x="16944" y="232"/>
                    <a:pt x="16944" y="384"/>
                  </a:cubicBezTo>
                  <a:cubicBezTo>
                    <a:pt x="16944" y="560"/>
                    <a:pt x="16810" y="694"/>
                    <a:pt x="16653" y="694"/>
                  </a:cubicBezTo>
                  <a:lnTo>
                    <a:pt x="407" y="694"/>
                  </a:lnTo>
                  <a:cubicBezTo>
                    <a:pt x="231" y="694"/>
                    <a:pt x="116" y="560"/>
                    <a:pt x="116" y="384"/>
                  </a:cubicBezTo>
                  <a:cubicBezTo>
                    <a:pt x="116" y="232"/>
                    <a:pt x="231" y="98"/>
                    <a:pt x="407" y="98"/>
                  </a:cubicBezTo>
                  <a:close/>
                  <a:moveTo>
                    <a:pt x="407" y="1"/>
                  </a:moveTo>
                  <a:cubicBezTo>
                    <a:pt x="176" y="1"/>
                    <a:pt x="0" y="172"/>
                    <a:pt x="0" y="384"/>
                  </a:cubicBezTo>
                  <a:cubicBezTo>
                    <a:pt x="0" y="615"/>
                    <a:pt x="176" y="791"/>
                    <a:pt x="407" y="791"/>
                  </a:cubicBezTo>
                  <a:lnTo>
                    <a:pt x="16653" y="791"/>
                  </a:lnTo>
                  <a:cubicBezTo>
                    <a:pt x="16865" y="791"/>
                    <a:pt x="17041" y="615"/>
                    <a:pt x="17041" y="384"/>
                  </a:cubicBezTo>
                  <a:cubicBezTo>
                    <a:pt x="17041" y="172"/>
                    <a:pt x="16865" y="1"/>
                    <a:pt x="16653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7" name="Google Shape;4087;p64"/>
            <p:cNvSpPr/>
            <p:nvPr/>
          </p:nvSpPr>
          <p:spPr>
            <a:xfrm>
              <a:off x="3809334" y="3647306"/>
              <a:ext cx="320690" cy="844343"/>
            </a:xfrm>
            <a:custGeom>
              <a:avLst/>
              <a:gdLst/>
              <a:ahLst/>
              <a:cxnLst/>
              <a:rect l="l" t="t" r="r" b="b"/>
              <a:pathLst>
                <a:path w="4007" h="10550" extrusionOk="0">
                  <a:moveTo>
                    <a:pt x="0" y="1"/>
                  </a:moveTo>
                  <a:lnTo>
                    <a:pt x="0" y="10550"/>
                  </a:lnTo>
                  <a:lnTo>
                    <a:pt x="4006" y="10550"/>
                  </a:lnTo>
                  <a:lnTo>
                    <a:pt x="400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8" name="Google Shape;4088;p64"/>
            <p:cNvSpPr/>
            <p:nvPr/>
          </p:nvSpPr>
          <p:spPr>
            <a:xfrm>
              <a:off x="3806372" y="3642904"/>
              <a:ext cx="326533" cy="852106"/>
            </a:xfrm>
            <a:custGeom>
              <a:avLst/>
              <a:gdLst/>
              <a:ahLst/>
              <a:cxnLst/>
              <a:rect l="l" t="t" r="r" b="b"/>
              <a:pathLst>
                <a:path w="4080" h="10647" extrusionOk="0">
                  <a:moveTo>
                    <a:pt x="3988" y="116"/>
                  </a:moveTo>
                  <a:lnTo>
                    <a:pt x="3988" y="10549"/>
                  </a:lnTo>
                  <a:lnTo>
                    <a:pt x="97" y="10549"/>
                  </a:lnTo>
                  <a:lnTo>
                    <a:pt x="97" y="116"/>
                  </a:lnTo>
                  <a:close/>
                  <a:moveTo>
                    <a:pt x="0" y="0"/>
                  </a:moveTo>
                  <a:lnTo>
                    <a:pt x="0" y="56"/>
                  </a:lnTo>
                  <a:lnTo>
                    <a:pt x="0" y="10646"/>
                  </a:lnTo>
                  <a:lnTo>
                    <a:pt x="4080" y="10646"/>
                  </a:lnTo>
                  <a:lnTo>
                    <a:pt x="4080" y="0"/>
                  </a:ln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9" name="Google Shape;4089;p64"/>
            <p:cNvSpPr/>
            <p:nvPr/>
          </p:nvSpPr>
          <p:spPr>
            <a:xfrm>
              <a:off x="5257816" y="3631779"/>
              <a:ext cx="319250" cy="859869"/>
            </a:xfrm>
            <a:custGeom>
              <a:avLst/>
              <a:gdLst/>
              <a:ahLst/>
              <a:cxnLst/>
              <a:rect l="l" t="t" r="r" b="b"/>
              <a:pathLst>
                <a:path w="3989" h="10744" extrusionOk="0">
                  <a:moveTo>
                    <a:pt x="1" y="1"/>
                  </a:moveTo>
                  <a:lnTo>
                    <a:pt x="1" y="10744"/>
                  </a:lnTo>
                  <a:lnTo>
                    <a:pt x="3988" y="10744"/>
                  </a:lnTo>
                  <a:lnTo>
                    <a:pt x="398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0" name="Google Shape;4090;p64"/>
            <p:cNvSpPr/>
            <p:nvPr/>
          </p:nvSpPr>
          <p:spPr>
            <a:xfrm>
              <a:off x="5254855" y="3627377"/>
              <a:ext cx="326613" cy="867632"/>
            </a:xfrm>
            <a:custGeom>
              <a:avLst/>
              <a:gdLst/>
              <a:ahLst/>
              <a:cxnLst/>
              <a:rect l="l" t="t" r="r" b="b"/>
              <a:pathLst>
                <a:path w="4081" h="10841" extrusionOk="0">
                  <a:moveTo>
                    <a:pt x="3984" y="116"/>
                  </a:moveTo>
                  <a:lnTo>
                    <a:pt x="3984" y="10743"/>
                  </a:lnTo>
                  <a:lnTo>
                    <a:pt x="98" y="10743"/>
                  </a:lnTo>
                  <a:lnTo>
                    <a:pt x="98" y="116"/>
                  </a:lnTo>
                  <a:close/>
                  <a:moveTo>
                    <a:pt x="1" y="0"/>
                  </a:moveTo>
                  <a:lnTo>
                    <a:pt x="1" y="56"/>
                  </a:lnTo>
                  <a:lnTo>
                    <a:pt x="1" y="10840"/>
                  </a:lnTo>
                  <a:lnTo>
                    <a:pt x="4081" y="10840"/>
                  </a:lnTo>
                  <a:lnTo>
                    <a:pt x="4081" y="0"/>
                  </a:ln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1" name="Google Shape;4091;p64"/>
            <p:cNvSpPr/>
            <p:nvPr/>
          </p:nvSpPr>
          <p:spPr>
            <a:xfrm>
              <a:off x="4200947" y="3631779"/>
              <a:ext cx="1006249" cy="693482"/>
            </a:xfrm>
            <a:custGeom>
              <a:avLst/>
              <a:gdLst/>
              <a:ahLst/>
              <a:cxnLst/>
              <a:rect l="l" t="t" r="r" b="b"/>
              <a:pathLst>
                <a:path w="12573" h="8665" extrusionOk="0">
                  <a:moveTo>
                    <a:pt x="0" y="1"/>
                  </a:moveTo>
                  <a:lnTo>
                    <a:pt x="0" y="8664"/>
                  </a:lnTo>
                  <a:lnTo>
                    <a:pt x="12573" y="8664"/>
                  </a:lnTo>
                  <a:lnTo>
                    <a:pt x="1257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2" name="Google Shape;4092;p64"/>
            <p:cNvSpPr/>
            <p:nvPr/>
          </p:nvSpPr>
          <p:spPr>
            <a:xfrm>
              <a:off x="4196145" y="3627377"/>
              <a:ext cx="1015532" cy="702685"/>
            </a:xfrm>
            <a:custGeom>
              <a:avLst/>
              <a:gdLst/>
              <a:ahLst/>
              <a:cxnLst/>
              <a:rect l="l" t="t" r="r" b="b"/>
              <a:pathLst>
                <a:path w="12689" h="8780" extrusionOk="0">
                  <a:moveTo>
                    <a:pt x="12591" y="97"/>
                  </a:moveTo>
                  <a:lnTo>
                    <a:pt x="12591" y="8664"/>
                  </a:lnTo>
                  <a:lnTo>
                    <a:pt x="97" y="8664"/>
                  </a:lnTo>
                  <a:lnTo>
                    <a:pt x="97" y="97"/>
                  </a:lnTo>
                  <a:close/>
                  <a:moveTo>
                    <a:pt x="0" y="0"/>
                  </a:moveTo>
                  <a:lnTo>
                    <a:pt x="0" y="56"/>
                  </a:lnTo>
                  <a:lnTo>
                    <a:pt x="0" y="8779"/>
                  </a:lnTo>
                  <a:lnTo>
                    <a:pt x="12688" y="8779"/>
                  </a:lnTo>
                  <a:lnTo>
                    <a:pt x="12688" y="0"/>
                  </a:ln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3" name="Google Shape;4093;p64"/>
            <p:cNvSpPr/>
            <p:nvPr/>
          </p:nvSpPr>
          <p:spPr>
            <a:xfrm>
              <a:off x="4513806" y="3816660"/>
              <a:ext cx="380555" cy="381035"/>
            </a:xfrm>
            <a:custGeom>
              <a:avLst/>
              <a:gdLst/>
              <a:ahLst/>
              <a:cxnLst/>
              <a:rect l="l" t="t" r="r" b="b"/>
              <a:pathLst>
                <a:path w="4755" h="4761" extrusionOk="0">
                  <a:moveTo>
                    <a:pt x="2384" y="1"/>
                  </a:moveTo>
                  <a:cubicBezTo>
                    <a:pt x="1058" y="1"/>
                    <a:pt x="0" y="1064"/>
                    <a:pt x="0" y="2371"/>
                  </a:cubicBezTo>
                  <a:cubicBezTo>
                    <a:pt x="0" y="3679"/>
                    <a:pt x="1058" y="4760"/>
                    <a:pt x="2384" y="4760"/>
                  </a:cubicBezTo>
                  <a:cubicBezTo>
                    <a:pt x="3697" y="4760"/>
                    <a:pt x="4755" y="3679"/>
                    <a:pt x="4755" y="2371"/>
                  </a:cubicBezTo>
                  <a:cubicBezTo>
                    <a:pt x="4755" y="1064"/>
                    <a:pt x="3697" y="1"/>
                    <a:pt x="23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4" name="Google Shape;4094;p64"/>
            <p:cNvSpPr/>
            <p:nvPr/>
          </p:nvSpPr>
          <p:spPr>
            <a:xfrm>
              <a:off x="4510444" y="3812258"/>
              <a:ext cx="386877" cy="388398"/>
            </a:xfrm>
            <a:custGeom>
              <a:avLst/>
              <a:gdLst/>
              <a:ahLst/>
              <a:cxnLst/>
              <a:rect l="l" t="t" r="r" b="b"/>
              <a:pathLst>
                <a:path w="4834" h="4853" extrusionOk="0">
                  <a:moveTo>
                    <a:pt x="2426" y="116"/>
                  </a:moveTo>
                  <a:cubicBezTo>
                    <a:pt x="3697" y="116"/>
                    <a:pt x="4737" y="1156"/>
                    <a:pt x="4737" y="2426"/>
                  </a:cubicBezTo>
                  <a:cubicBezTo>
                    <a:pt x="4737" y="3715"/>
                    <a:pt x="3697" y="4755"/>
                    <a:pt x="2426" y="4755"/>
                  </a:cubicBezTo>
                  <a:cubicBezTo>
                    <a:pt x="1137" y="4755"/>
                    <a:pt x="98" y="3715"/>
                    <a:pt x="98" y="2426"/>
                  </a:cubicBezTo>
                  <a:cubicBezTo>
                    <a:pt x="98" y="1156"/>
                    <a:pt x="1137" y="116"/>
                    <a:pt x="2426" y="116"/>
                  </a:cubicBezTo>
                  <a:close/>
                  <a:moveTo>
                    <a:pt x="2426" y="1"/>
                  </a:moveTo>
                  <a:cubicBezTo>
                    <a:pt x="1082" y="1"/>
                    <a:pt x="1" y="1096"/>
                    <a:pt x="1" y="2426"/>
                  </a:cubicBezTo>
                  <a:cubicBezTo>
                    <a:pt x="1" y="3776"/>
                    <a:pt x="1082" y="4852"/>
                    <a:pt x="2426" y="4852"/>
                  </a:cubicBezTo>
                  <a:cubicBezTo>
                    <a:pt x="3757" y="4852"/>
                    <a:pt x="4834" y="3776"/>
                    <a:pt x="4834" y="2426"/>
                  </a:cubicBezTo>
                  <a:cubicBezTo>
                    <a:pt x="4834" y="1096"/>
                    <a:pt x="3757" y="1"/>
                    <a:pt x="2426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5" name="Google Shape;4095;p64"/>
            <p:cNvSpPr/>
            <p:nvPr/>
          </p:nvSpPr>
          <p:spPr>
            <a:xfrm>
              <a:off x="4637922" y="3933911"/>
              <a:ext cx="183515" cy="162066"/>
            </a:xfrm>
            <a:custGeom>
              <a:avLst/>
              <a:gdLst/>
              <a:ahLst/>
              <a:cxnLst/>
              <a:rect l="l" t="t" r="r" b="b"/>
              <a:pathLst>
                <a:path w="2293" h="2025" extrusionOk="0">
                  <a:moveTo>
                    <a:pt x="1" y="1"/>
                  </a:moveTo>
                  <a:lnTo>
                    <a:pt x="1" y="2025"/>
                  </a:lnTo>
                  <a:lnTo>
                    <a:pt x="2293" y="92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6" name="Google Shape;4096;p64"/>
            <p:cNvSpPr/>
            <p:nvPr/>
          </p:nvSpPr>
          <p:spPr>
            <a:xfrm>
              <a:off x="4635460" y="3927668"/>
              <a:ext cx="197200" cy="174231"/>
            </a:xfrm>
            <a:custGeom>
              <a:avLst/>
              <a:gdLst/>
              <a:ahLst/>
              <a:cxnLst/>
              <a:rect l="l" t="t" r="r" b="b"/>
              <a:pathLst>
                <a:path w="2464" h="2177" extrusionOk="0">
                  <a:moveTo>
                    <a:pt x="116" y="157"/>
                  </a:moveTo>
                  <a:lnTo>
                    <a:pt x="2232" y="1003"/>
                  </a:lnTo>
                  <a:lnTo>
                    <a:pt x="116" y="2024"/>
                  </a:lnTo>
                  <a:lnTo>
                    <a:pt x="116" y="157"/>
                  </a:lnTo>
                  <a:close/>
                  <a:moveTo>
                    <a:pt x="0" y="0"/>
                  </a:moveTo>
                  <a:lnTo>
                    <a:pt x="0" y="79"/>
                  </a:lnTo>
                  <a:lnTo>
                    <a:pt x="0" y="2176"/>
                  </a:lnTo>
                  <a:lnTo>
                    <a:pt x="2463" y="10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7" name="Google Shape;4097;p64"/>
            <p:cNvSpPr/>
            <p:nvPr/>
          </p:nvSpPr>
          <p:spPr>
            <a:xfrm>
              <a:off x="4203909" y="4364019"/>
              <a:ext cx="987761" cy="116927"/>
            </a:xfrm>
            <a:custGeom>
              <a:avLst/>
              <a:gdLst/>
              <a:ahLst/>
              <a:cxnLst/>
              <a:rect l="l" t="t" r="r" b="b"/>
              <a:pathLst>
                <a:path w="12342" h="1461" extrusionOk="0">
                  <a:moveTo>
                    <a:pt x="0" y="0"/>
                  </a:moveTo>
                  <a:lnTo>
                    <a:pt x="0" y="1461"/>
                  </a:lnTo>
                  <a:lnTo>
                    <a:pt x="12342" y="1461"/>
                  </a:lnTo>
                  <a:lnTo>
                    <a:pt x="1234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8" name="Google Shape;4098;p64"/>
            <p:cNvSpPr/>
            <p:nvPr/>
          </p:nvSpPr>
          <p:spPr>
            <a:xfrm>
              <a:off x="4200947" y="4359217"/>
              <a:ext cx="993684" cy="126531"/>
            </a:xfrm>
            <a:custGeom>
              <a:avLst/>
              <a:gdLst/>
              <a:ahLst/>
              <a:cxnLst/>
              <a:rect l="l" t="t" r="r" b="b"/>
              <a:pathLst>
                <a:path w="12416" h="1581" extrusionOk="0">
                  <a:moveTo>
                    <a:pt x="12319" y="116"/>
                  </a:moveTo>
                  <a:lnTo>
                    <a:pt x="12319" y="1484"/>
                  </a:lnTo>
                  <a:lnTo>
                    <a:pt x="97" y="1484"/>
                  </a:lnTo>
                  <a:lnTo>
                    <a:pt x="97" y="116"/>
                  </a:lnTo>
                  <a:close/>
                  <a:moveTo>
                    <a:pt x="0" y="0"/>
                  </a:moveTo>
                  <a:lnTo>
                    <a:pt x="0" y="60"/>
                  </a:lnTo>
                  <a:lnTo>
                    <a:pt x="0" y="1581"/>
                  </a:lnTo>
                  <a:lnTo>
                    <a:pt x="12416" y="1581"/>
                  </a:lnTo>
                  <a:lnTo>
                    <a:pt x="12416" y="0"/>
                  </a:ln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9" name="Google Shape;4099;p64"/>
            <p:cNvSpPr/>
            <p:nvPr/>
          </p:nvSpPr>
          <p:spPr>
            <a:xfrm>
              <a:off x="3834065" y="3702770"/>
              <a:ext cx="132454" cy="169509"/>
            </a:xfrm>
            <a:custGeom>
              <a:avLst/>
              <a:gdLst/>
              <a:ahLst/>
              <a:cxnLst/>
              <a:rect l="l" t="t" r="r" b="b"/>
              <a:pathLst>
                <a:path w="1655" h="2118" extrusionOk="0">
                  <a:moveTo>
                    <a:pt x="1" y="1"/>
                  </a:moveTo>
                  <a:lnTo>
                    <a:pt x="1" y="2117"/>
                  </a:lnTo>
                  <a:lnTo>
                    <a:pt x="1655" y="2117"/>
                  </a:lnTo>
                  <a:lnTo>
                    <a:pt x="165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0" name="Google Shape;4100;p64"/>
            <p:cNvSpPr/>
            <p:nvPr/>
          </p:nvSpPr>
          <p:spPr>
            <a:xfrm>
              <a:off x="3829663" y="3699809"/>
              <a:ext cx="140217" cy="175751"/>
            </a:xfrm>
            <a:custGeom>
              <a:avLst/>
              <a:gdLst/>
              <a:ahLst/>
              <a:cxnLst/>
              <a:rect l="l" t="t" r="r" b="b"/>
              <a:pathLst>
                <a:path w="1752" h="2196" extrusionOk="0">
                  <a:moveTo>
                    <a:pt x="1654" y="98"/>
                  </a:moveTo>
                  <a:lnTo>
                    <a:pt x="1654" y="2099"/>
                  </a:lnTo>
                  <a:lnTo>
                    <a:pt x="93" y="2099"/>
                  </a:lnTo>
                  <a:lnTo>
                    <a:pt x="93" y="98"/>
                  </a:lnTo>
                  <a:close/>
                  <a:moveTo>
                    <a:pt x="0" y="1"/>
                  </a:moveTo>
                  <a:lnTo>
                    <a:pt x="0" y="38"/>
                  </a:lnTo>
                  <a:lnTo>
                    <a:pt x="0" y="2196"/>
                  </a:lnTo>
                  <a:lnTo>
                    <a:pt x="1751" y="2196"/>
                  </a:lnTo>
                  <a:lnTo>
                    <a:pt x="1751" y="1"/>
                  </a:ln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1" name="Google Shape;4101;p64"/>
            <p:cNvSpPr/>
            <p:nvPr/>
          </p:nvSpPr>
          <p:spPr>
            <a:xfrm>
              <a:off x="3827822" y="4430208"/>
              <a:ext cx="277393" cy="35614"/>
            </a:xfrm>
            <a:custGeom>
              <a:avLst/>
              <a:gdLst/>
              <a:ahLst/>
              <a:cxnLst/>
              <a:rect l="l" t="t" r="r" b="b"/>
              <a:pathLst>
                <a:path w="3466" h="445" extrusionOk="0">
                  <a:moveTo>
                    <a:pt x="231" y="0"/>
                  </a:moveTo>
                  <a:cubicBezTo>
                    <a:pt x="97" y="0"/>
                    <a:pt x="0" y="98"/>
                    <a:pt x="0" y="232"/>
                  </a:cubicBezTo>
                  <a:cubicBezTo>
                    <a:pt x="0" y="347"/>
                    <a:pt x="97" y="444"/>
                    <a:pt x="231" y="444"/>
                  </a:cubicBezTo>
                  <a:lnTo>
                    <a:pt x="3258" y="444"/>
                  </a:lnTo>
                  <a:cubicBezTo>
                    <a:pt x="3373" y="444"/>
                    <a:pt x="3465" y="347"/>
                    <a:pt x="3465" y="232"/>
                  </a:cubicBezTo>
                  <a:cubicBezTo>
                    <a:pt x="3465" y="98"/>
                    <a:pt x="3373" y="0"/>
                    <a:pt x="32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2" name="Google Shape;4102;p64"/>
            <p:cNvSpPr/>
            <p:nvPr/>
          </p:nvSpPr>
          <p:spPr>
            <a:xfrm>
              <a:off x="3824810" y="4425406"/>
              <a:ext cx="285156" cy="44818"/>
            </a:xfrm>
            <a:custGeom>
              <a:avLst/>
              <a:gdLst/>
              <a:ahLst/>
              <a:cxnLst/>
              <a:rect l="l" t="t" r="r" b="b"/>
              <a:pathLst>
                <a:path w="3563" h="560" extrusionOk="0">
                  <a:moveTo>
                    <a:pt x="3295" y="116"/>
                  </a:moveTo>
                  <a:cubicBezTo>
                    <a:pt x="3387" y="116"/>
                    <a:pt x="3466" y="194"/>
                    <a:pt x="3466" y="292"/>
                  </a:cubicBezTo>
                  <a:cubicBezTo>
                    <a:pt x="3466" y="389"/>
                    <a:pt x="3387" y="462"/>
                    <a:pt x="3295" y="462"/>
                  </a:cubicBezTo>
                  <a:lnTo>
                    <a:pt x="268" y="462"/>
                  </a:lnTo>
                  <a:cubicBezTo>
                    <a:pt x="176" y="462"/>
                    <a:pt x="97" y="389"/>
                    <a:pt x="97" y="292"/>
                  </a:cubicBezTo>
                  <a:cubicBezTo>
                    <a:pt x="97" y="194"/>
                    <a:pt x="176" y="116"/>
                    <a:pt x="268" y="116"/>
                  </a:cubicBezTo>
                  <a:close/>
                  <a:moveTo>
                    <a:pt x="268" y="0"/>
                  </a:moveTo>
                  <a:cubicBezTo>
                    <a:pt x="116" y="0"/>
                    <a:pt x="0" y="134"/>
                    <a:pt x="0" y="292"/>
                  </a:cubicBezTo>
                  <a:cubicBezTo>
                    <a:pt x="0" y="444"/>
                    <a:pt x="116" y="560"/>
                    <a:pt x="268" y="560"/>
                  </a:cubicBezTo>
                  <a:lnTo>
                    <a:pt x="3295" y="560"/>
                  </a:lnTo>
                  <a:cubicBezTo>
                    <a:pt x="3447" y="560"/>
                    <a:pt x="3563" y="444"/>
                    <a:pt x="3563" y="292"/>
                  </a:cubicBezTo>
                  <a:cubicBezTo>
                    <a:pt x="3563" y="134"/>
                    <a:pt x="3447" y="0"/>
                    <a:pt x="3295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3" name="Google Shape;4103;p64"/>
            <p:cNvSpPr/>
            <p:nvPr/>
          </p:nvSpPr>
          <p:spPr>
            <a:xfrm>
              <a:off x="3827822" y="4364019"/>
              <a:ext cx="277393" cy="37055"/>
            </a:xfrm>
            <a:custGeom>
              <a:avLst/>
              <a:gdLst/>
              <a:ahLst/>
              <a:cxnLst/>
              <a:rect l="l" t="t" r="r" b="b"/>
              <a:pathLst>
                <a:path w="3466" h="463" extrusionOk="0">
                  <a:moveTo>
                    <a:pt x="231" y="0"/>
                  </a:moveTo>
                  <a:cubicBezTo>
                    <a:pt x="97" y="0"/>
                    <a:pt x="0" y="116"/>
                    <a:pt x="0" y="231"/>
                  </a:cubicBezTo>
                  <a:cubicBezTo>
                    <a:pt x="0" y="365"/>
                    <a:pt x="97" y="462"/>
                    <a:pt x="231" y="462"/>
                  </a:cubicBezTo>
                  <a:lnTo>
                    <a:pt x="3258" y="462"/>
                  </a:lnTo>
                  <a:cubicBezTo>
                    <a:pt x="3373" y="462"/>
                    <a:pt x="3465" y="365"/>
                    <a:pt x="3465" y="231"/>
                  </a:cubicBezTo>
                  <a:cubicBezTo>
                    <a:pt x="3465" y="116"/>
                    <a:pt x="3373" y="0"/>
                    <a:pt x="32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4" name="Google Shape;4104;p64"/>
            <p:cNvSpPr/>
            <p:nvPr/>
          </p:nvSpPr>
          <p:spPr>
            <a:xfrm>
              <a:off x="3824810" y="4360658"/>
              <a:ext cx="285156" cy="43378"/>
            </a:xfrm>
            <a:custGeom>
              <a:avLst/>
              <a:gdLst/>
              <a:ahLst/>
              <a:cxnLst/>
              <a:rect l="l" t="t" r="r" b="b"/>
              <a:pathLst>
                <a:path w="3563" h="542" extrusionOk="0">
                  <a:moveTo>
                    <a:pt x="3295" y="98"/>
                  </a:moveTo>
                  <a:cubicBezTo>
                    <a:pt x="3387" y="98"/>
                    <a:pt x="3466" y="176"/>
                    <a:pt x="3466" y="273"/>
                  </a:cubicBezTo>
                  <a:cubicBezTo>
                    <a:pt x="3466" y="366"/>
                    <a:pt x="3387" y="444"/>
                    <a:pt x="3295" y="444"/>
                  </a:cubicBezTo>
                  <a:lnTo>
                    <a:pt x="268" y="444"/>
                  </a:lnTo>
                  <a:cubicBezTo>
                    <a:pt x="176" y="444"/>
                    <a:pt x="97" y="366"/>
                    <a:pt x="97" y="273"/>
                  </a:cubicBezTo>
                  <a:cubicBezTo>
                    <a:pt x="97" y="176"/>
                    <a:pt x="176" y="98"/>
                    <a:pt x="268" y="98"/>
                  </a:cubicBezTo>
                  <a:close/>
                  <a:moveTo>
                    <a:pt x="268" y="1"/>
                  </a:moveTo>
                  <a:cubicBezTo>
                    <a:pt x="116" y="1"/>
                    <a:pt x="0" y="116"/>
                    <a:pt x="0" y="273"/>
                  </a:cubicBezTo>
                  <a:cubicBezTo>
                    <a:pt x="0" y="426"/>
                    <a:pt x="116" y="541"/>
                    <a:pt x="268" y="541"/>
                  </a:cubicBezTo>
                  <a:lnTo>
                    <a:pt x="3295" y="541"/>
                  </a:lnTo>
                  <a:cubicBezTo>
                    <a:pt x="3447" y="541"/>
                    <a:pt x="3563" y="426"/>
                    <a:pt x="3563" y="273"/>
                  </a:cubicBezTo>
                  <a:cubicBezTo>
                    <a:pt x="3563" y="116"/>
                    <a:pt x="3447" y="1"/>
                    <a:pt x="3295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5" name="Google Shape;4105;p64"/>
            <p:cNvSpPr/>
            <p:nvPr/>
          </p:nvSpPr>
          <p:spPr>
            <a:xfrm>
              <a:off x="3827822" y="4299271"/>
              <a:ext cx="277393" cy="35214"/>
            </a:xfrm>
            <a:custGeom>
              <a:avLst/>
              <a:gdLst/>
              <a:ahLst/>
              <a:cxnLst/>
              <a:rect l="l" t="t" r="r" b="b"/>
              <a:pathLst>
                <a:path w="3466" h="440" extrusionOk="0">
                  <a:moveTo>
                    <a:pt x="231" y="1"/>
                  </a:moveTo>
                  <a:cubicBezTo>
                    <a:pt x="97" y="1"/>
                    <a:pt x="0" y="93"/>
                    <a:pt x="0" y="209"/>
                  </a:cubicBezTo>
                  <a:lnTo>
                    <a:pt x="0" y="232"/>
                  </a:lnTo>
                  <a:cubicBezTo>
                    <a:pt x="0" y="347"/>
                    <a:pt x="97" y="440"/>
                    <a:pt x="231" y="440"/>
                  </a:cubicBezTo>
                  <a:lnTo>
                    <a:pt x="3258" y="440"/>
                  </a:lnTo>
                  <a:cubicBezTo>
                    <a:pt x="3373" y="440"/>
                    <a:pt x="3465" y="347"/>
                    <a:pt x="3465" y="232"/>
                  </a:cubicBezTo>
                  <a:lnTo>
                    <a:pt x="3465" y="209"/>
                  </a:lnTo>
                  <a:cubicBezTo>
                    <a:pt x="3465" y="93"/>
                    <a:pt x="3373" y="1"/>
                    <a:pt x="32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6" name="Google Shape;4106;p64"/>
            <p:cNvSpPr/>
            <p:nvPr/>
          </p:nvSpPr>
          <p:spPr>
            <a:xfrm>
              <a:off x="3824810" y="4294469"/>
              <a:ext cx="285156" cy="44818"/>
            </a:xfrm>
            <a:custGeom>
              <a:avLst/>
              <a:gdLst/>
              <a:ahLst/>
              <a:cxnLst/>
              <a:rect l="l" t="t" r="r" b="b"/>
              <a:pathLst>
                <a:path w="3563" h="560" extrusionOk="0">
                  <a:moveTo>
                    <a:pt x="3295" y="98"/>
                  </a:moveTo>
                  <a:cubicBezTo>
                    <a:pt x="3387" y="98"/>
                    <a:pt x="3466" y="176"/>
                    <a:pt x="3466" y="269"/>
                  </a:cubicBezTo>
                  <a:lnTo>
                    <a:pt x="3466" y="292"/>
                  </a:lnTo>
                  <a:cubicBezTo>
                    <a:pt x="3466" y="384"/>
                    <a:pt x="3387" y="463"/>
                    <a:pt x="3295" y="463"/>
                  </a:cubicBezTo>
                  <a:lnTo>
                    <a:pt x="268" y="463"/>
                  </a:lnTo>
                  <a:cubicBezTo>
                    <a:pt x="176" y="463"/>
                    <a:pt x="97" y="384"/>
                    <a:pt x="97" y="292"/>
                  </a:cubicBezTo>
                  <a:lnTo>
                    <a:pt x="97" y="269"/>
                  </a:lnTo>
                  <a:cubicBezTo>
                    <a:pt x="97" y="176"/>
                    <a:pt x="176" y="98"/>
                    <a:pt x="268" y="98"/>
                  </a:cubicBezTo>
                  <a:close/>
                  <a:moveTo>
                    <a:pt x="268" y="1"/>
                  </a:moveTo>
                  <a:cubicBezTo>
                    <a:pt x="116" y="1"/>
                    <a:pt x="0" y="135"/>
                    <a:pt x="0" y="269"/>
                  </a:cubicBezTo>
                  <a:lnTo>
                    <a:pt x="0" y="292"/>
                  </a:lnTo>
                  <a:cubicBezTo>
                    <a:pt x="0" y="426"/>
                    <a:pt x="116" y="560"/>
                    <a:pt x="268" y="560"/>
                  </a:cubicBezTo>
                  <a:lnTo>
                    <a:pt x="3295" y="560"/>
                  </a:lnTo>
                  <a:cubicBezTo>
                    <a:pt x="3447" y="560"/>
                    <a:pt x="3563" y="426"/>
                    <a:pt x="3563" y="292"/>
                  </a:cubicBezTo>
                  <a:lnTo>
                    <a:pt x="3563" y="269"/>
                  </a:lnTo>
                  <a:cubicBezTo>
                    <a:pt x="3563" y="135"/>
                    <a:pt x="3447" y="1"/>
                    <a:pt x="3295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7" name="Google Shape;4107;p64"/>
            <p:cNvSpPr/>
            <p:nvPr/>
          </p:nvSpPr>
          <p:spPr>
            <a:xfrm>
              <a:off x="3827822" y="4232762"/>
              <a:ext cx="277393" cy="37055"/>
            </a:xfrm>
            <a:custGeom>
              <a:avLst/>
              <a:gdLst/>
              <a:ahLst/>
              <a:cxnLst/>
              <a:rect l="l" t="t" r="r" b="b"/>
              <a:pathLst>
                <a:path w="3466" h="463" extrusionOk="0">
                  <a:moveTo>
                    <a:pt x="231" y="0"/>
                  </a:moveTo>
                  <a:cubicBezTo>
                    <a:pt x="97" y="0"/>
                    <a:pt x="0" y="97"/>
                    <a:pt x="0" y="231"/>
                  </a:cubicBezTo>
                  <a:cubicBezTo>
                    <a:pt x="0" y="347"/>
                    <a:pt x="97" y="462"/>
                    <a:pt x="231" y="462"/>
                  </a:cubicBezTo>
                  <a:lnTo>
                    <a:pt x="3258" y="462"/>
                  </a:lnTo>
                  <a:cubicBezTo>
                    <a:pt x="3373" y="462"/>
                    <a:pt x="3465" y="347"/>
                    <a:pt x="3465" y="231"/>
                  </a:cubicBezTo>
                  <a:cubicBezTo>
                    <a:pt x="3465" y="97"/>
                    <a:pt x="3373" y="0"/>
                    <a:pt x="32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8" name="Google Shape;4108;p64"/>
            <p:cNvSpPr/>
            <p:nvPr/>
          </p:nvSpPr>
          <p:spPr>
            <a:xfrm>
              <a:off x="3824810" y="4228280"/>
              <a:ext cx="285156" cy="44818"/>
            </a:xfrm>
            <a:custGeom>
              <a:avLst/>
              <a:gdLst/>
              <a:ahLst/>
              <a:cxnLst/>
              <a:rect l="l" t="t" r="r" b="b"/>
              <a:pathLst>
                <a:path w="3563" h="560" extrusionOk="0">
                  <a:moveTo>
                    <a:pt x="3295" y="116"/>
                  </a:moveTo>
                  <a:cubicBezTo>
                    <a:pt x="3387" y="116"/>
                    <a:pt x="3466" y="195"/>
                    <a:pt x="3466" y="287"/>
                  </a:cubicBezTo>
                  <a:cubicBezTo>
                    <a:pt x="3466" y="384"/>
                    <a:pt x="3387" y="463"/>
                    <a:pt x="3295" y="463"/>
                  </a:cubicBezTo>
                  <a:lnTo>
                    <a:pt x="268" y="463"/>
                  </a:lnTo>
                  <a:cubicBezTo>
                    <a:pt x="176" y="463"/>
                    <a:pt x="97" y="384"/>
                    <a:pt x="97" y="287"/>
                  </a:cubicBezTo>
                  <a:cubicBezTo>
                    <a:pt x="97" y="195"/>
                    <a:pt x="176" y="116"/>
                    <a:pt x="268" y="116"/>
                  </a:cubicBezTo>
                  <a:close/>
                  <a:moveTo>
                    <a:pt x="268" y="1"/>
                  </a:moveTo>
                  <a:cubicBezTo>
                    <a:pt x="116" y="1"/>
                    <a:pt x="0" y="135"/>
                    <a:pt x="0" y="287"/>
                  </a:cubicBezTo>
                  <a:cubicBezTo>
                    <a:pt x="0" y="444"/>
                    <a:pt x="116" y="560"/>
                    <a:pt x="268" y="560"/>
                  </a:cubicBezTo>
                  <a:lnTo>
                    <a:pt x="3295" y="560"/>
                  </a:lnTo>
                  <a:cubicBezTo>
                    <a:pt x="3447" y="560"/>
                    <a:pt x="3563" y="444"/>
                    <a:pt x="3563" y="287"/>
                  </a:cubicBezTo>
                  <a:cubicBezTo>
                    <a:pt x="3563" y="135"/>
                    <a:pt x="3447" y="1"/>
                    <a:pt x="3295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9" name="Google Shape;4109;p64"/>
            <p:cNvSpPr/>
            <p:nvPr/>
          </p:nvSpPr>
          <p:spPr>
            <a:xfrm>
              <a:off x="3827822" y="4166573"/>
              <a:ext cx="277393" cy="37055"/>
            </a:xfrm>
            <a:custGeom>
              <a:avLst/>
              <a:gdLst/>
              <a:ahLst/>
              <a:cxnLst/>
              <a:rect l="l" t="t" r="r" b="b"/>
              <a:pathLst>
                <a:path w="3466" h="463" extrusionOk="0">
                  <a:moveTo>
                    <a:pt x="231" y="0"/>
                  </a:moveTo>
                  <a:cubicBezTo>
                    <a:pt x="97" y="0"/>
                    <a:pt x="0" y="116"/>
                    <a:pt x="0" y="231"/>
                  </a:cubicBezTo>
                  <a:cubicBezTo>
                    <a:pt x="0" y="365"/>
                    <a:pt x="97" y="462"/>
                    <a:pt x="231" y="462"/>
                  </a:cubicBezTo>
                  <a:lnTo>
                    <a:pt x="3258" y="462"/>
                  </a:lnTo>
                  <a:cubicBezTo>
                    <a:pt x="3373" y="462"/>
                    <a:pt x="3465" y="365"/>
                    <a:pt x="3465" y="231"/>
                  </a:cubicBezTo>
                  <a:cubicBezTo>
                    <a:pt x="3465" y="116"/>
                    <a:pt x="3373" y="0"/>
                    <a:pt x="32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0" name="Google Shape;4110;p64"/>
            <p:cNvSpPr/>
            <p:nvPr/>
          </p:nvSpPr>
          <p:spPr>
            <a:xfrm>
              <a:off x="3824810" y="4163611"/>
              <a:ext cx="285156" cy="43298"/>
            </a:xfrm>
            <a:custGeom>
              <a:avLst/>
              <a:gdLst/>
              <a:ahLst/>
              <a:cxnLst/>
              <a:rect l="l" t="t" r="r" b="b"/>
              <a:pathLst>
                <a:path w="3563" h="541" extrusionOk="0">
                  <a:moveTo>
                    <a:pt x="3295" y="97"/>
                  </a:moveTo>
                  <a:cubicBezTo>
                    <a:pt x="3387" y="97"/>
                    <a:pt x="3466" y="171"/>
                    <a:pt x="3466" y="268"/>
                  </a:cubicBezTo>
                  <a:cubicBezTo>
                    <a:pt x="3466" y="365"/>
                    <a:pt x="3387" y="444"/>
                    <a:pt x="3295" y="444"/>
                  </a:cubicBezTo>
                  <a:lnTo>
                    <a:pt x="268" y="444"/>
                  </a:lnTo>
                  <a:cubicBezTo>
                    <a:pt x="176" y="444"/>
                    <a:pt x="97" y="365"/>
                    <a:pt x="97" y="268"/>
                  </a:cubicBezTo>
                  <a:cubicBezTo>
                    <a:pt x="97" y="171"/>
                    <a:pt x="176" y="97"/>
                    <a:pt x="268" y="97"/>
                  </a:cubicBezTo>
                  <a:close/>
                  <a:moveTo>
                    <a:pt x="268" y="0"/>
                  </a:moveTo>
                  <a:cubicBezTo>
                    <a:pt x="116" y="0"/>
                    <a:pt x="0" y="116"/>
                    <a:pt x="0" y="268"/>
                  </a:cubicBezTo>
                  <a:cubicBezTo>
                    <a:pt x="0" y="425"/>
                    <a:pt x="116" y="541"/>
                    <a:pt x="268" y="541"/>
                  </a:cubicBezTo>
                  <a:lnTo>
                    <a:pt x="3295" y="541"/>
                  </a:lnTo>
                  <a:cubicBezTo>
                    <a:pt x="3447" y="541"/>
                    <a:pt x="3563" y="425"/>
                    <a:pt x="3563" y="268"/>
                  </a:cubicBezTo>
                  <a:cubicBezTo>
                    <a:pt x="3563" y="116"/>
                    <a:pt x="3447" y="0"/>
                    <a:pt x="3295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1" name="Google Shape;4111;p64"/>
            <p:cNvSpPr/>
            <p:nvPr/>
          </p:nvSpPr>
          <p:spPr>
            <a:xfrm>
              <a:off x="3827822" y="4101824"/>
              <a:ext cx="277393" cy="35534"/>
            </a:xfrm>
            <a:custGeom>
              <a:avLst/>
              <a:gdLst/>
              <a:ahLst/>
              <a:cxnLst/>
              <a:rect l="l" t="t" r="r" b="b"/>
              <a:pathLst>
                <a:path w="3466" h="444" extrusionOk="0">
                  <a:moveTo>
                    <a:pt x="231" y="0"/>
                  </a:moveTo>
                  <a:cubicBezTo>
                    <a:pt x="97" y="0"/>
                    <a:pt x="0" y="97"/>
                    <a:pt x="0" y="213"/>
                  </a:cubicBezTo>
                  <a:lnTo>
                    <a:pt x="0" y="231"/>
                  </a:lnTo>
                  <a:cubicBezTo>
                    <a:pt x="0" y="347"/>
                    <a:pt x="97" y="444"/>
                    <a:pt x="231" y="444"/>
                  </a:cubicBezTo>
                  <a:lnTo>
                    <a:pt x="3258" y="444"/>
                  </a:lnTo>
                  <a:cubicBezTo>
                    <a:pt x="3373" y="444"/>
                    <a:pt x="3465" y="347"/>
                    <a:pt x="3465" y="231"/>
                  </a:cubicBezTo>
                  <a:lnTo>
                    <a:pt x="3465" y="213"/>
                  </a:lnTo>
                  <a:cubicBezTo>
                    <a:pt x="3465" y="97"/>
                    <a:pt x="3373" y="0"/>
                    <a:pt x="32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2" name="Google Shape;4112;p64"/>
            <p:cNvSpPr/>
            <p:nvPr/>
          </p:nvSpPr>
          <p:spPr>
            <a:xfrm>
              <a:off x="3824810" y="4097342"/>
              <a:ext cx="285156" cy="44898"/>
            </a:xfrm>
            <a:custGeom>
              <a:avLst/>
              <a:gdLst/>
              <a:ahLst/>
              <a:cxnLst/>
              <a:rect l="l" t="t" r="r" b="b"/>
              <a:pathLst>
                <a:path w="3563" h="561" extrusionOk="0">
                  <a:moveTo>
                    <a:pt x="3295" y="98"/>
                  </a:moveTo>
                  <a:cubicBezTo>
                    <a:pt x="3387" y="98"/>
                    <a:pt x="3466" y="172"/>
                    <a:pt x="3466" y="269"/>
                  </a:cubicBezTo>
                  <a:lnTo>
                    <a:pt x="3466" y="287"/>
                  </a:lnTo>
                  <a:cubicBezTo>
                    <a:pt x="3466" y="384"/>
                    <a:pt x="3387" y="463"/>
                    <a:pt x="3295" y="463"/>
                  </a:cubicBezTo>
                  <a:lnTo>
                    <a:pt x="268" y="463"/>
                  </a:lnTo>
                  <a:cubicBezTo>
                    <a:pt x="176" y="463"/>
                    <a:pt x="97" y="384"/>
                    <a:pt x="97" y="287"/>
                  </a:cubicBezTo>
                  <a:lnTo>
                    <a:pt x="97" y="269"/>
                  </a:lnTo>
                  <a:cubicBezTo>
                    <a:pt x="97" y="172"/>
                    <a:pt x="176" y="98"/>
                    <a:pt x="268" y="98"/>
                  </a:cubicBezTo>
                  <a:close/>
                  <a:moveTo>
                    <a:pt x="268" y="1"/>
                  </a:moveTo>
                  <a:cubicBezTo>
                    <a:pt x="116" y="1"/>
                    <a:pt x="0" y="135"/>
                    <a:pt x="0" y="269"/>
                  </a:cubicBezTo>
                  <a:lnTo>
                    <a:pt x="0" y="287"/>
                  </a:lnTo>
                  <a:cubicBezTo>
                    <a:pt x="0" y="421"/>
                    <a:pt x="116" y="560"/>
                    <a:pt x="268" y="560"/>
                  </a:cubicBezTo>
                  <a:lnTo>
                    <a:pt x="3295" y="560"/>
                  </a:lnTo>
                  <a:cubicBezTo>
                    <a:pt x="3447" y="560"/>
                    <a:pt x="3563" y="421"/>
                    <a:pt x="3563" y="287"/>
                  </a:cubicBezTo>
                  <a:lnTo>
                    <a:pt x="3563" y="269"/>
                  </a:lnTo>
                  <a:cubicBezTo>
                    <a:pt x="3563" y="135"/>
                    <a:pt x="3447" y="1"/>
                    <a:pt x="3295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3" name="Google Shape;4113;p64"/>
            <p:cNvSpPr/>
            <p:nvPr/>
          </p:nvSpPr>
          <p:spPr>
            <a:xfrm>
              <a:off x="3827822" y="4035635"/>
              <a:ext cx="277393" cy="37055"/>
            </a:xfrm>
            <a:custGeom>
              <a:avLst/>
              <a:gdLst/>
              <a:ahLst/>
              <a:cxnLst/>
              <a:rect l="l" t="t" r="r" b="b"/>
              <a:pathLst>
                <a:path w="3466" h="463" extrusionOk="0">
                  <a:moveTo>
                    <a:pt x="231" y="0"/>
                  </a:moveTo>
                  <a:cubicBezTo>
                    <a:pt x="97" y="0"/>
                    <a:pt x="0" y="97"/>
                    <a:pt x="0" y="231"/>
                  </a:cubicBezTo>
                  <a:cubicBezTo>
                    <a:pt x="0" y="347"/>
                    <a:pt x="97" y="462"/>
                    <a:pt x="231" y="462"/>
                  </a:cubicBezTo>
                  <a:lnTo>
                    <a:pt x="3258" y="462"/>
                  </a:lnTo>
                  <a:cubicBezTo>
                    <a:pt x="3373" y="462"/>
                    <a:pt x="3465" y="347"/>
                    <a:pt x="3465" y="231"/>
                  </a:cubicBezTo>
                  <a:cubicBezTo>
                    <a:pt x="3465" y="97"/>
                    <a:pt x="3373" y="0"/>
                    <a:pt x="32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4" name="Google Shape;4114;p64"/>
            <p:cNvSpPr/>
            <p:nvPr/>
          </p:nvSpPr>
          <p:spPr>
            <a:xfrm>
              <a:off x="3824810" y="4032674"/>
              <a:ext cx="285156" cy="42977"/>
            </a:xfrm>
            <a:custGeom>
              <a:avLst/>
              <a:gdLst/>
              <a:ahLst/>
              <a:cxnLst/>
              <a:rect l="l" t="t" r="r" b="b"/>
              <a:pathLst>
                <a:path w="3563" h="537" extrusionOk="0">
                  <a:moveTo>
                    <a:pt x="3295" y="97"/>
                  </a:moveTo>
                  <a:cubicBezTo>
                    <a:pt x="3387" y="97"/>
                    <a:pt x="3466" y="171"/>
                    <a:pt x="3466" y="268"/>
                  </a:cubicBezTo>
                  <a:cubicBezTo>
                    <a:pt x="3466" y="365"/>
                    <a:pt x="3387" y="444"/>
                    <a:pt x="3295" y="444"/>
                  </a:cubicBezTo>
                  <a:lnTo>
                    <a:pt x="268" y="444"/>
                  </a:lnTo>
                  <a:cubicBezTo>
                    <a:pt x="176" y="444"/>
                    <a:pt x="97" y="365"/>
                    <a:pt x="97" y="268"/>
                  </a:cubicBezTo>
                  <a:cubicBezTo>
                    <a:pt x="97" y="171"/>
                    <a:pt x="176" y="97"/>
                    <a:pt x="268" y="97"/>
                  </a:cubicBezTo>
                  <a:close/>
                  <a:moveTo>
                    <a:pt x="268" y="0"/>
                  </a:moveTo>
                  <a:cubicBezTo>
                    <a:pt x="116" y="0"/>
                    <a:pt x="0" y="116"/>
                    <a:pt x="0" y="268"/>
                  </a:cubicBezTo>
                  <a:cubicBezTo>
                    <a:pt x="0" y="421"/>
                    <a:pt x="116" y="536"/>
                    <a:pt x="268" y="536"/>
                  </a:cubicBezTo>
                  <a:lnTo>
                    <a:pt x="3295" y="536"/>
                  </a:lnTo>
                  <a:cubicBezTo>
                    <a:pt x="3447" y="536"/>
                    <a:pt x="3563" y="421"/>
                    <a:pt x="3563" y="268"/>
                  </a:cubicBezTo>
                  <a:cubicBezTo>
                    <a:pt x="3563" y="116"/>
                    <a:pt x="3447" y="0"/>
                    <a:pt x="3295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5" name="Google Shape;4115;p64"/>
            <p:cNvSpPr/>
            <p:nvPr/>
          </p:nvSpPr>
          <p:spPr>
            <a:xfrm>
              <a:off x="3827822" y="3970887"/>
              <a:ext cx="277393" cy="35614"/>
            </a:xfrm>
            <a:custGeom>
              <a:avLst/>
              <a:gdLst/>
              <a:ahLst/>
              <a:cxnLst/>
              <a:rect l="l" t="t" r="r" b="b"/>
              <a:pathLst>
                <a:path w="3466" h="445" extrusionOk="0">
                  <a:moveTo>
                    <a:pt x="231" y="1"/>
                  </a:moveTo>
                  <a:cubicBezTo>
                    <a:pt x="97" y="1"/>
                    <a:pt x="0" y="98"/>
                    <a:pt x="0" y="213"/>
                  </a:cubicBezTo>
                  <a:cubicBezTo>
                    <a:pt x="0" y="347"/>
                    <a:pt x="97" y="444"/>
                    <a:pt x="231" y="444"/>
                  </a:cubicBezTo>
                  <a:lnTo>
                    <a:pt x="3258" y="444"/>
                  </a:lnTo>
                  <a:cubicBezTo>
                    <a:pt x="3373" y="444"/>
                    <a:pt x="3465" y="347"/>
                    <a:pt x="3465" y="213"/>
                  </a:cubicBezTo>
                  <a:cubicBezTo>
                    <a:pt x="3465" y="98"/>
                    <a:pt x="3373" y="1"/>
                    <a:pt x="32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6" name="Google Shape;4116;p64"/>
            <p:cNvSpPr/>
            <p:nvPr/>
          </p:nvSpPr>
          <p:spPr>
            <a:xfrm>
              <a:off x="3824810" y="3966485"/>
              <a:ext cx="285156" cy="44418"/>
            </a:xfrm>
            <a:custGeom>
              <a:avLst/>
              <a:gdLst/>
              <a:ahLst/>
              <a:cxnLst/>
              <a:rect l="l" t="t" r="r" b="b"/>
              <a:pathLst>
                <a:path w="3563" h="555" extrusionOk="0">
                  <a:moveTo>
                    <a:pt x="3295" y="93"/>
                  </a:moveTo>
                  <a:cubicBezTo>
                    <a:pt x="3387" y="93"/>
                    <a:pt x="3466" y="171"/>
                    <a:pt x="3466" y="268"/>
                  </a:cubicBezTo>
                  <a:cubicBezTo>
                    <a:pt x="3466" y="365"/>
                    <a:pt x="3387" y="439"/>
                    <a:pt x="3295" y="439"/>
                  </a:cubicBezTo>
                  <a:lnTo>
                    <a:pt x="268" y="439"/>
                  </a:lnTo>
                  <a:cubicBezTo>
                    <a:pt x="176" y="439"/>
                    <a:pt x="97" y="365"/>
                    <a:pt x="97" y="268"/>
                  </a:cubicBezTo>
                  <a:cubicBezTo>
                    <a:pt x="97" y="171"/>
                    <a:pt x="176" y="93"/>
                    <a:pt x="268" y="93"/>
                  </a:cubicBezTo>
                  <a:close/>
                  <a:moveTo>
                    <a:pt x="268" y="0"/>
                  </a:moveTo>
                  <a:cubicBezTo>
                    <a:pt x="116" y="0"/>
                    <a:pt x="0" y="116"/>
                    <a:pt x="0" y="268"/>
                  </a:cubicBezTo>
                  <a:cubicBezTo>
                    <a:pt x="0" y="421"/>
                    <a:pt x="116" y="555"/>
                    <a:pt x="268" y="555"/>
                  </a:cubicBezTo>
                  <a:lnTo>
                    <a:pt x="3295" y="555"/>
                  </a:lnTo>
                  <a:cubicBezTo>
                    <a:pt x="3447" y="555"/>
                    <a:pt x="3563" y="421"/>
                    <a:pt x="3563" y="268"/>
                  </a:cubicBezTo>
                  <a:cubicBezTo>
                    <a:pt x="3563" y="116"/>
                    <a:pt x="3447" y="0"/>
                    <a:pt x="3295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7" name="Google Shape;4117;p64"/>
            <p:cNvSpPr/>
            <p:nvPr/>
          </p:nvSpPr>
          <p:spPr>
            <a:xfrm>
              <a:off x="3827822" y="3904698"/>
              <a:ext cx="277393" cy="35614"/>
            </a:xfrm>
            <a:custGeom>
              <a:avLst/>
              <a:gdLst/>
              <a:ahLst/>
              <a:cxnLst/>
              <a:rect l="l" t="t" r="r" b="b"/>
              <a:pathLst>
                <a:path w="3466" h="445" extrusionOk="0">
                  <a:moveTo>
                    <a:pt x="231" y="1"/>
                  </a:moveTo>
                  <a:cubicBezTo>
                    <a:pt x="97" y="1"/>
                    <a:pt x="0" y="98"/>
                    <a:pt x="0" y="232"/>
                  </a:cubicBezTo>
                  <a:cubicBezTo>
                    <a:pt x="0" y="347"/>
                    <a:pt x="97" y="444"/>
                    <a:pt x="231" y="444"/>
                  </a:cubicBezTo>
                  <a:lnTo>
                    <a:pt x="3258" y="444"/>
                  </a:lnTo>
                  <a:cubicBezTo>
                    <a:pt x="3373" y="444"/>
                    <a:pt x="3465" y="347"/>
                    <a:pt x="3465" y="232"/>
                  </a:cubicBezTo>
                  <a:cubicBezTo>
                    <a:pt x="3465" y="98"/>
                    <a:pt x="3373" y="1"/>
                    <a:pt x="32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8" name="Google Shape;4118;p64"/>
            <p:cNvSpPr/>
            <p:nvPr/>
          </p:nvSpPr>
          <p:spPr>
            <a:xfrm>
              <a:off x="3824810" y="3899896"/>
              <a:ext cx="285156" cy="44818"/>
            </a:xfrm>
            <a:custGeom>
              <a:avLst/>
              <a:gdLst/>
              <a:ahLst/>
              <a:cxnLst/>
              <a:rect l="l" t="t" r="r" b="b"/>
              <a:pathLst>
                <a:path w="3563" h="560" extrusionOk="0">
                  <a:moveTo>
                    <a:pt x="3295" y="116"/>
                  </a:moveTo>
                  <a:cubicBezTo>
                    <a:pt x="3387" y="116"/>
                    <a:pt x="3466" y="176"/>
                    <a:pt x="3466" y="273"/>
                  </a:cubicBezTo>
                  <a:lnTo>
                    <a:pt x="3466" y="292"/>
                  </a:lnTo>
                  <a:cubicBezTo>
                    <a:pt x="3466" y="389"/>
                    <a:pt x="3387" y="463"/>
                    <a:pt x="3295" y="463"/>
                  </a:cubicBezTo>
                  <a:lnTo>
                    <a:pt x="268" y="463"/>
                  </a:lnTo>
                  <a:cubicBezTo>
                    <a:pt x="176" y="463"/>
                    <a:pt x="97" y="389"/>
                    <a:pt x="97" y="292"/>
                  </a:cubicBezTo>
                  <a:lnTo>
                    <a:pt x="97" y="273"/>
                  </a:lnTo>
                  <a:cubicBezTo>
                    <a:pt x="97" y="176"/>
                    <a:pt x="176" y="116"/>
                    <a:pt x="268" y="116"/>
                  </a:cubicBezTo>
                  <a:close/>
                  <a:moveTo>
                    <a:pt x="268" y="1"/>
                  </a:moveTo>
                  <a:cubicBezTo>
                    <a:pt x="116" y="1"/>
                    <a:pt x="0" y="139"/>
                    <a:pt x="0" y="273"/>
                  </a:cubicBezTo>
                  <a:lnTo>
                    <a:pt x="0" y="292"/>
                  </a:lnTo>
                  <a:cubicBezTo>
                    <a:pt x="0" y="444"/>
                    <a:pt x="116" y="560"/>
                    <a:pt x="268" y="560"/>
                  </a:cubicBezTo>
                  <a:lnTo>
                    <a:pt x="3295" y="560"/>
                  </a:lnTo>
                  <a:cubicBezTo>
                    <a:pt x="3447" y="560"/>
                    <a:pt x="3563" y="444"/>
                    <a:pt x="3563" y="292"/>
                  </a:cubicBezTo>
                  <a:lnTo>
                    <a:pt x="3563" y="273"/>
                  </a:lnTo>
                  <a:cubicBezTo>
                    <a:pt x="3563" y="139"/>
                    <a:pt x="3447" y="1"/>
                    <a:pt x="3295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9" name="Google Shape;4119;p64"/>
            <p:cNvSpPr/>
            <p:nvPr/>
          </p:nvSpPr>
          <p:spPr>
            <a:xfrm>
              <a:off x="3980530" y="3838509"/>
              <a:ext cx="124691" cy="37055"/>
            </a:xfrm>
            <a:custGeom>
              <a:avLst/>
              <a:gdLst/>
              <a:ahLst/>
              <a:cxnLst/>
              <a:rect l="l" t="t" r="r" b="b"/>
              <a:pathLst>
                <a:path w="1558" h="463" extrusionOk="0">
                  <a:moveTo>
                    <a:pt x="231" y="1"/>
                  </a:moveTo>
                  <a:cubicBezTo>
                    <a:pt x="116" y="1"/>
                    <a:pt x="0" y="98"/>
                    <a:pt x="0" y="232"/>
                  </a:cubicBezTo>
                  <a:cubicBezTo>
                    <a:pt x="0" y="366"/>
                    <a:pt x="116" y="463"/>
                    <a:pt x="231" y="463"/>
                  </a:cubicBezTo>
                  <a:lnTo>
                    <a:pt x="1350" y="463"/>
                  </a:lnTo>
                  <a:cubicBezTo>
                    <a:pt x="1465" y="463"/>
                    <a:pt x="1557" y="366"/>
                    <a:pt x="1557" y="232"/>
                  </a:cubicBezTo>
                  <a:cubicBezTo>
                    <a:pt x="1557" y="98"/>
                    <a:pt x="1465" y="1"/>
                    <a:pt x="135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0" name="Google Shape;4120;p64"/>
            <p:cNvSpPr/>
            <p:nvPr/>
          </p:nvSpPr>
          <p:spPr>
            <a:xfrm>
              <a:off x="3977518" y="3835228"/>
              <a:ext cx="132454" cy="43298"/>
            </a:xfrm>
            <a:custGeom>
              <a:avLst/>
              <a:gdLst/>
              <a:ahLst/>
              <a:cxnLst/>
              <a:rect l="l" t="t" r="r" b="b"/>
              <a:pathLst>
                <a:path w="1655" h="541" extrusionOk="0">
                  <a:moveTo>
                    <a:pt x="1387" y="97"/>
                  </a:moveTo>
                  <a:cubicBezTo>
                    <a:pt x="1479" y="97"/>
                    <a:pt x="1558" y="176"/>
                    <a:pt x="1558" y="273"/>
                  </a:cubicBezTo>
                  <a:cubicBezTo>
                    <a:pt x="1558" y="370"/>
                    <a:pt x="1479" y="444"/>
                    <a:pt x="1387" y="444"/>
                  </a:cubicBezTo>
                  <a:lnTo>
                    <a:pt x="268" y="444"/>
                  </a:lnTo>
                  <a:cubicBezTo>
                    <a:pt x="171" y="444"/>
                    <a:pt x="93" y="370"/>
                    <a:pt x="93" y="273"/>
                  </a:cubicBezTo>
                  <a:cubicBezTo>
                    <a:pt x="93" y="176"/>
                    <a:pt x="171" y="97"/>
                    <a:pt x="268" y="97"/>
                  </a:cubicBezTo>
                  <a:close/>
                  <a:moveTo>
                    <a:pt x="268" y="0"/>
                  </a:moveTo>
                  <a:cubicBezTo>
                    <a:pt x="116" y="0"/>
                    <a:pt x="0" y="116"/>
                    <a:pt x="0" y="273"/>
                  </a:cubicBezTo>
                  <a:cubicBezTo>
                    <a:pt x="0" y="425"/>
                    <a:pt x="116" y="541"/>
                    <a:pt x="268" y="541"/>
                  </a:cubicBezTo>
                  <a:lnTo>
                    <a:pt x="1387" y="541"/>
                  </a:lnTo>
                  <a:cubicBezTo>
                    <a:pt x="1539" y="541"/>
                    <a:pt x="1655" y="425"/>
                    <a:pt x="1655" y="273"/>
                  </a:cubicBezTo>
                  <a:cubicBezTo>
                    <a:pt x="1655" y="116"/>
                    <a:pt x="1539" y="0"/>
                    <a:pt x="1387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1" name="Google Shape;4121;p64"/>
            <p:cNvSpPr/>
            <p:nvPr/>
          </p:nvSpPr>
          <p:spPr>
            <a:xfrm>
              <a:off x="3980530" y="3773761"/>
              <a:ext cx="124691" cy="35614"/>
            </a:xfrm>
            <a:custGeom>
              <a:avLst/>
              <a:gdLst/>
              <a:ahLst/>
              <a:cxnLst/>
              <a:rect l="l" t="t" r="r" b="b"/>
              <a:pathLst>
                <a:path w="1558" h="445" extrusionOk="0">
                  <a:moveTo>
                    <a:pt x="231" y="1"/>
                  </a:moveTo>
                  <a:cubicBezTo>
                    <a:pt x="116" y="1"/>
                    <a:pt x="0" y="98"/>
                    <a:pt x="0" y="214"/>
                  </a:cubicBezTo>
                  <a:cubicBezTo>
                    <a:pt x="0" y="348"/>
                    <a:pt x="116" y="445"/>
                    <a:pt x="231" y="445"/>
                  </a:cubicBezTo>
                  <a:lnTo>
                    <a:pt x="1350" y="445"/>
                  </a:lnTo>
                  <a:cubicBezTo>
                    <a:pt x="1465" y="445"/>
                    <a:pt x="1557" y="348"/>
                    <a:pt x="1557" y="214"/>
                  </a:cubicBezTo>
                  <a:cubicBezTo>
                    <a:pt x="1557" y="98"/>
                    <a:pt x="1465" y="1"/>
                    <a:pt x="135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2" name="Google Shape;4122;p64"/>
            <p:cNvSpPr/>
            <p:nvPr/>
          </p:nvSpPr>
          <p:spPr>
            <a:xfrm>
              <a:off x="3977518" y="3768959"/>
              <a:ext cx="132454" cy="44898"/>
            </a:xfrm>
            <a:custGeom>
              <a:avLst/>
              <a:gdLst/>
              <a:ahLst/>
              <a:cxnLst/>
              <a:rect l="l" t="t" r="r" b="b"/>
              <a:pathLst>
                <a:path w="1655" h="561" extrusionOk="0">
                  <a:moveTo>
                    <a:pt x="1387" y="98"/>
                  </a:moveTo>
                  <a:cubicBezTo>
                    <a:pt x="1479" y="98"/>
                    <a:pt x="1558" y="177"/>
                    <a:pt x="1558" y="274"/>
                  </a:cubicBezTo>
                  <a:lnTo>
                    <a:pt x="1558" y="292"/>
                  </a:lnTo>
                  <a:cubicBezTo>
                    <a:pt x="1558" y="389"/>
                    <a:pt x="1479" y="444"/>
                    <a:pt x="1387" y="444"/>
                  </a:cubicBezTo>
                  <a:lnTo>
                    <a:pt x="268" y="444"/>
                  </a:lnTo>
                  <a:cubicBezTo>
                    <a:pt x="171" y="444"/>
                    <a:pt x="93" y="389"/>
                    <a:pt x="93" y="292"/>
                  </a:cubicBezTo>
                  <a:lnTo>
                    <a:pt x="93" y="274"/>
                  </a:lnTo>
                  <a:cubicBezTo>
                    <a:pt x="93" y="177"/>
                    <a:pt x="171" y="98"/>
                    <a:pt x="268" y="98"/>
                  </a:cubicBezTo>
                  <a:close/>
                  <a:moveTo>
                    <a:pt x="268" y="1"/>
                  </a:moveTo>
                  <a:cubicBezTo>
                    <a:pt x="116" y="1"/>
                    <a:pt x="0" y="116"/>
                    <a:pt x="0" y="274"/>
                  </a:cubicBezTo>
                  <a:lnTo>
                    <a:pt x="0" y="292"/>
                  </a:lnTo>
                  <a:cubicBezTo>
                    <a:pt x="0" y="426"/>
                    <a:pt x="116" y="560"/>
                    <a:pt x="268" y="560"/>
                  </a:cubicBezTo>
                  <a:lnTo>
                    <a:pt x="1387" y="560"/>
                  </a:lnTo>
                  <a:cubicBezTo>
                    <a:pt x="1539" y="560"/>
                    <a:pt x="1655" y="426"/>
                    <a:pt x="1655" y="292"/>
                  </a:cubicBezTo>
                  <a:lnTo>
                    <a:pt x="1655" y="274"/>
                  </a:lnTo>
                  <a:cubicBezTo>
                    <a:pt x="1655" y="116"/>
                    <a:pt x="1539" y="1"/>
                    <a:pt x="1387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3" name="Google Shape;4123;p64"/>
            <p:cNvSpPr/>
            <p:nvPr/>
          </p:nvSpPr>
          <p:spPr>
            <a:xfrm>
              <a:off x="3980530" y="3707572"/>
              <a:ext cx="124691" cy="35214"/>
            </a:xfrm>
            <a:custGeom>
              <a:avLst/>
              <a:gdLst/>
              <a:ahLst/>
              <a:cxnLst/>
              <a:rect l="l" t="t" r="r" b="b"/>
              <a:pathLst>
                <a:path w="1558" h="440" extrusionOk="0">
                  <a:moveTo>
                    <a:pt x="231" y="1"/>
                  </a:moveTo>
                  <a:cubicBezTo>
                    <a:pt x="116" y="1"/>
                    <a:pt x="0" y="93"/>
                    <a:pt x="0" y="232"/>
                  </a:cubicBezTo>
                  <a:cubicBezTo>
                    <a:pt x="0" y="347"/>
                    <a:pt x="116" y="440"/>
                    <a:pt x="231" y="440"/>
                  </a:cubicBezTo>
                  <a:lnTo>
                    <a:pt x="1350" y="440"/>
                  </a:lnTo>
                  <a:cubicBezTo>
                    <a:pt x="1465" y="440"/>
                    <a:pt x="1557" y="347"/>
                    <a:pt x="1557" y="232"/>
                  </a:cubicBezTo>
                  <a:cubicBezTo>
                    <a:pt x="1557" y="93"/>
                    <a:pt x="1465" y="1"/>
                    <a:pt x="135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4" name="Google Shape;4124;p64"/>
            <p:cNvSpPr/>
            <p:nvPr/>
          </p:nvSpPr>
          <p:spPr>
            <a:xfrm>
              <a:off x="3977518" y="3702770"/>
              <a:ext cx="132454" cy="44818"/>
            </a:xfrm>
            <a:custGeom>
              <a:avLst/>
              <a:gdLst/>
              <a:ahLst/>
              <a:cxnLst/>
              <a:rect l="l" t="t" r="r" b="b"/>
              <a:pathLst>
                <a:path w="1655" h="560" extrusionOk="0">
                  <a:moveTo>
                    <a:pt x="1387" y="116"/>
                  </a:moveTo>
                  <a:cubicBezTo>
                    <a:pt x="1479" y="116"/>
                    <a:pt x="1558" y="195"/>
                    <a:pt x="1558" y="292"/>
                  </a:cubicBezTo>
                  <a:cubicBezTo>
                    <a:pt x="1558" y="384"/>
                    <a:pt x="1479" y="463"/>
                    <a:pt x="1387" y="463"/>
                  </a:cubicBezTo>
                  <a:lnTo>
                    <a:pt x="268" y="463"/>
                  </a:lnTo>
                  <a:cubicBezTo>
                    <a:pt x="171" y="463"/>
                    <a:pt x="93" y="384"/>
                    <a:pt x="93" y="292"/>
                  </a:cubicBezTo>
                  <a:cubicBezTo>
                    <a:pt x="93" y="195"/>
                    <a:pt x="171" y="116"/>
                    <a:pt x="268" y="116"/>
                  </a:cubicBezTo>
                  <a:close/>
                  <a:moveTo>
                    <a:pt x="268" y="1"/>
                  </a:moveTo>
                  <a:cubicBezTo>
                    <a:pt x="116" y="1"/>
                    <a:pt x="0" y="135"/>
                    <a:pt x="0" y="292"/>
                  </a:cubicBezTo>
                  <a:cubicBezTo>
                    <a:pt x="0" y="444"/>
                    <a:pt x="116" y="560"/>
                    <a:pt x="268" y="560"/>
                  </a:cubicBezTo>
                  <a:lnTo>
                    <a:pt x="1387" y="560"/>
                  </a:lnTo>
                  <a:cubicBezTo>
                    <a:pt x="1539" y="560"/>
                    <a:pt x="1655" y="444"/>
                    <a:pt x="1655" y="292"/>
                  </a:cubicBezTo>
                  <a:cubicBezTo>
                    <a:pt x="1655" y="135"/>
                    <a:pt x="1539" y="1"/>
                    <a:pt x="1387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5" name="Google Shape;4125;p64"/>
            <p:cNvSpPr/>
            <p:nvPr/>
          </p:nvSpPr>
          <p:spPr>
            <a:xfrm>
              <a:off x="5290390" y="3650267"/>
              <a:ext cx="252663" cy="186876"/>
            </a:xfrm>
            <a:custGeom>
              <a:avLst/>
              <a:gdLst/>
              <a:ahLst/>
              <a:cxnLst/>
              <a:rect l="l" t="t" r="r" b="b"/>
              <a:pathLst>
                <a:path w="3157" h="2335" extrusionOk="0">
                  <a:moveTo>
                    <a:pt x="0" y="1"/>
                  </a:moveTo>
                  <a:lnTo>
                    <a:pt x="0" y="2334"/>
                  </a:lnTo>
                  <a:lnTo>
                    <a:pt x="3156" y="2334"/>
                  </a:lnTo>
                  <a:lnTo>
                    <a:pt x="315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6" name="Google Shape;4126;p64"/>
            <p:cNvSpPr/>
            <p:nvPr/>
          </p:nvSpPr>
          <p:spPr>
            <a:xfrm>
              <a:off x="5285588" y="3645865"/>
              <a:ext cx="261866" cy="195679"/>
            </a:xfrm>
            <a:custGeom>
              <a:avLst/>
              <a:gdLst/>
              <a:ahLst/>
              <a:cxnLst/>
              <a:rect l="l" t="t" r="r" b="b"/>
              <a:pathLst>
                <a:path w="3272" h="2445" extrusionOk="0">
                  <a:moveTo>
                    <a:pt x="3179" y="97"/>
                  </a:moveTo>
                  <a:lnTo>
                    <a:pt x="3179" y="2348"/>
                  </a:lnTo>
                  <a:lnTo>
                    <a:pt x="97" y="2348"/>
                  </a:lnTo>
                  <a:lnTo>
                    <a:pt x="97" y="97"/>
                  </a:lnTo>
                  <a:close/>
                  <a:moveTo>
                    <a:pt x="0" y="0"/>
                  </a:moveTo>
                  <a:lnTo>
                    <a:pt x="0" y="56"/>
                  </a:lnTo>
                  <a:lnTo>
                    <a:pt x="0" y="2445"/>
                  </a:lnTo>
                  <a:lnTo>
                    <a:pt x="3272" y="2445"/>
                  </a:lnTo>
                  <a:lnTo>
                    <a:pt x="3272" y="0"/>
                  </a:ln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7" name="Google Shape;4127;p64"/>
            <p:cNvSpPr/>
            <p:nvPr/>
          </p:nvSpPr>
          <p:spPr>
            <a:xfrm>
              <a:off x="5290390" y="3859959"/>
              <a:ext cx="252663" cy="187916"/>
            </a:xfrm>
            <a:custGeom>
              <a:avLst/>
              <a:gdLst/>
              <a:ahLst/>
              <a:cxnLst/>
              <a:rect l="l" t="t" r="r" b="b"/>
              <a:pathLst>
                <a:path w="3157" h="2348" extrusionOk="0">
                  <a:moveTo>
                    <a:pt x="0" y="1"/>
                  </a:moveTo>
                  <a:lnTo>
                    <a:pt x="0" y="2348"/>
                  </a:lnTo>
                  <a:lnTo>
                    <a:pt x="3156" y="2348"/>
                  </a:lnTo>
                  <a:lnTo>
                    <a:pt x="315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8" name="Google Shape;4128;p64"/>
            <p:cNvSpPr/>
            <p:nvPr/>
          </p:nvSpPr>
          <p:spPr>
            <a:xfrm>
              <a:off x="5285588" y="3856997"/>
              <a:ext cx="261866" cy="195679"/>
            </a:xfrm>
            <a:custGeom>
              <a:avLst/>
              <a:gdLst/>
              <a:ahLst/>
              <a:cxnLst/>
              <a:rect l="l" t="t" r="r" b="b"/>
              <a:pathLst>
                <a:path w="3272" h="2445" extrusionOk="0">
                  <a:moveTo>
                    <a:pt x="3179" y="98"/>
                  </a:moveTo>
                  <a:lnTo>
                    <a:pt x="3179" y="2348"/>
                  </a:lnTo>
                  <a:lnTo>
                    <a:pt x="97" y="2348"/>
                  </a:lnTo>
                  <a:lnTo>
                    <a:pt x="97" y="98"/>
                  </a:lnTo>
                  <a:close/>
                  <a:moveTo>
                    <a:pt x="0" y="1"/>
                  </a:moveTo>
                  <a:lnTo>
                    <a:pt x="0" y="38"/>
                  </a:lnTo>
                  <a:lnTo>
                    <a:pt x="0" y="2445"/>
                  </a:lnTo>
                  <a:lnTo>
                    <a:pt x="3272" y="2445"/>
                  </a:lnTo>
                  <a:lnTo>
                    <a:pt x="3272" y="1"/>
                  </a:ln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9" name="Google Shape;4129;p64"/>
            <p:cNvSpPr/>
            <p:nvPr/>
          </p:nvSpPr>
          <p:spPr>
            <a:xfrm>
              <a:off x="5290390" y="4071091"/>
              <a:ext cx="252663" cy="187996"/>
            </a:xfrm>
            <a:custGeom>
              <a:avLst/>
              <a:gdLst/>
              <a:ahLst/>
              <a:cxnLst/>
              <a:rect l="l" t="t" r="r" b="b"/>
              <a:pathLst>
                <a:path w="3157" h="2349" extrusionOk="0">
                  <a:moveTo>
                    <a:pt x="0" y="1"/>
                  </a:moveTo>
                  <a:lnTo>
                    <a:pt x="0" y="2348"/>
                  </a:lnTo>
                  <a:lnTo>
                    <a:pt x="3156" y="2348"/>
                  </a:lnTo>
                  <a:lnTo>
                    <a:pt x="315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0" name="Google Shape;4130;p64"/>
            <p:cNvSpPr/>
            <p:nvPr/>
          </p:nvSpPr>
          <p:spPr>
            <a:xfrm>
              <a:off x="5285588" y="4068130"/>
              <a:ext cx="261866" cy="195759"/>
            </a:xfrm>
            <a:custGeom>
              <a:avLst/>
              <a:gdLst/>
              <a:ahLst/>
              <a:cxnLst/>
              <a:rect l="l" t="t" r="r" b="b"/>
              <a:pathLst>
                <a:path w="3272" h="2446" extrusionOk="0">
                  <a:moveTo>
                    <a:pt x="3179" y="93"/>
                  </a:moveTo>
                  <a:lnTo>
                    <a:pt x="3179" y="2330"/>
                  </a:lnTo>
                  <a:lnTo>
                    <a:pt x="97" y="2330"/>
                  </a:lnTo>
                  <a:lnTo>
                    <a:pt x="97" y="93"/>
                  </a:lnTo>
                  <a:close/>
                  <a:moveTo>
                    <a:pt x="0" y="1"/>
                  </a:moveTo>
                  <a:lnTo>
                    <a:pt x="0" y="38"/>
                  </a:lnTo>
                  <a:lnTo>
                    <a:pt x="0" y="2445"/>
                  </a:lnTo>
                  <a:lnTo>
                    <a:pt x="3272" y="2445"/>
                  </a:lnTo>
                  <a:lnTo>
                    <a:pt x="3272" y="1"/>
                  </a:ln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1" name="Google Shape;4131;p64"/>
            <p:cNvSpPr/>
            <p:nvPr/>
          </p:nvSpPr>
          <p:spPr>
            <a:xfrm>
              <a:off x="5290390" y="4282303"/>
              <a:ext cx="252663" cy="187916"/>
            </a:xfrm>
            <a:custGeom>
              <a:avLst/>
              <a:gdLst/>
              <a:ahLst/>
              <a:cxnLst/>
              <a:rect l="l" t="t" r="r" b="b"/>
              <a:pathLst>
                <a:path w="3157" h="2348" extrusionOk="0">
                  <a:moveTo>
                    <a:pt x="0" y="0"/>
                  </a:moveTo>
                  <a:lnTo>
                    <a:pt x="0" y="2348"/>
                  </a:lnTo>
                  <a:lnTo>
                    <a:pt x="3156" y="2348"/>
                  </a:lnTo>
                  <a:lnTo>
                    <a:pt x="315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2" name="Google Shape;4132;p64"/>
            <p:cNvSpPr/>
            <p:nvPr/>
          </p:nvSpPr>
          <p:spPr>
            <a:xfrm>
              <a:off x="5285588" y="4277501"/>
              <a:ext cx="261866" cy="195679"/>
            </a:xfrm>
            <a:custGeom>
              <a:avLst/>
              <a:gdLst/>
              <a:ahLst/>
              <a:cxnLst/>
              <a:rect l="l" t="t" r="r" b="b"/>
              <a:pathLst>
                <a:path w="3272" h="2445" extrusionOk="0">
                  <a:moveTo>
                    <a:pt x="3179" y="97"/>
                  </a:moveTo>
                  <a:lnTo>
                    <a:pt x="3179" y="2352"/>
                  </a:lnTo>
                  <a:lnTo>
                    <a:pt x="97" y="2352"/>
                  </a:lnTo>
                  <a:lnTo>
                    <a:pt x="97" y="97"/>
                  </a:lnTo>
                  <a:close/>
                  <a:moveTo>
                    <a:pt x="0" y="0"/>
                  </a:moveTo>
                  <a:lnTo>
                    <a:pt x="0" y="60"/>
                  </a:lnTo>
                  <a:lnTo>
                    <a:pt x="0" y="2444"/>
                  </a:lnTo>
                  <a:lnTo>
                    <a:pt x="3272" y="2444"/>
                  </a:lnTo>
                  <a:lnTo>
                    <a:pt x="3272" y="0"/>
                  </a:ln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3" name="Google Shape;4133;p64"/>
            <p:cNvSpPr/>
            <p:nvPr/>
          </p:nvSpPr>
          <p:spPr>
            <a:xfrm>
              <a:off x="4139160" y="3569470"/>
              <a:ext cx="961590" cy="27851"/>
            </a:xfrm>
            <a:custGeom>
              <a:avLst/>
              <a:gdLst/>
              <a:ahLst/>
              <a:cxnLst/>
              <a:rect l="l" t="t" r="r" b="b"/>
              <a:pathLst>
                <a:path w="12015" h="348" extrusionOk="0">
                  <a:moveTo>
                    <a:pt x="116" y="1"/>
                  </a:moveTo>
                  <a:cubicBezTo>
                    <a:pt x="61" y="1"/>
                    <a:pt x="1" y="42"/>
                    <a:pt x="1" y="116"/>
                  </a:cubicBezTo>
                  <a:lnTo>
                    <a:pt x="1" y="250"/>
                  </a:lnTo>
                  <a:cubicBezTo>
                    <a:pt x="1" y="310"/>
                    <a:pt x="61" y="347"/>
                    <a:pt x="116" y="347"/>
                  </a:cubicBezTo>
                  <a:lnTo>
                    <a:pt x="11899" y="347"/>
                  </a:lnTo>
                  <a:cubicBezTo>
                    <a:pt x="11959" y="347"/>
                    <a:pt x="12014" y="310"/>
                    <a:pt x="12014" y="250"/>
                  </a:cubicBezTo>
                  <a:lnTo>
                    <a:pt x="12014" y="116"/>
                  </a:lnTo>
                  <a:cubicBezTo>
                    <a:pt x="12014" y="42"/>
                    <a:pt x="11959" y="1"/>
                    <a:pt x="1189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34" name="Google Shape;4134;p64"/>
          <p:cNvGrpSpPr/>
          <p:nvPr/>
        </p:nvGrpSpPr>
        <p:grpSpPr>
          <a:xfrm>
            <a:off x="3216013" y="2913198"/>
            <a:ext cx="1253930" cy="415101"/>
            <a:chOff x="3216013" y="2913198"/>
            <a:chExt cx="1253930" cy="415101"/>
          </a:xfrm>
        </p:grpSpPr>
        <p:sp>
          <p:nvSpPr>
            <p:cNvPr id="4135" name="Google Shape;4135;p64"/>
            <p:cNvSpPr/>
            <p:nvPr/>
          </p:nvSpPr>
          <p:spPr>
            <a:xfrm>
              <a:off x="3224081" y="2922666"/>
              <a:ext cx="248786" cy="251922"/>
            </a:xfrm>
            <a:custGeom>
              <a:avLst/>
              <a:gdLst/>
              <a:ahLst/>
              <a:cxnLst/>
              <a:rect l="l" t="t" r="r" b="b"/>
              <a:pathLst>
                <a:path w="3022" h="3060" extrusionOk="0">
                  <a:moveTo>
                    <a:pt x="0" y="1"/>
                  </a:moveTo>
                  <a:lnTo>
                    <a:pt x="0" y="3059"/>
                  </a:lnTo>
                  <a:lnTo>
                    <a:pt x="1040" y="3059"/>
                  </a:lnTo>
                  <a:lnTo>
                    <a:pt x="1040" y="1946"/>
                  </a:lnTo>
                  <a:lnTo>
                    <a:pt x="1982" y="1946"/>
                  </a:lnTo>
                  <a:lnTo>
                    <a:pt x="1982" y="3059"/>
                  </a:lnTo>
                  <a:lnTo>
                    <a:pt x="3022" y="3059"/>
                  </a:lnTo>
                  <a:lnTo>
                    <a:pt x="3022" y="1"/>
                  </a:lnTo>
                  <a:lnTo>
                    <a:pt x="1982" y="1"/>
                  </a:lnTo>
                  <a:lnTo>
                    <a:pt x="1982" y="1096"/>
                  </a:lnTo>
                  <a:lnTo>
                    <a:pt x="1040" y="1096"/>
                  </a:lnTo>
                  <a:lnTo>
                    <a:pt x="104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6" name="Google Shape;4136;p64"/>
            <p:cNvSpPr/>
            <p:nvPr/>
          </p:nvSpPr>
          <p:spPr>
            <a:xfrm>
              <a:off x="3220623" y="2919290"/>
              <a:ext cx="255290" cy="260237"/>
            </a:xfrm>
            <a:custGeom>
              <a:avLst/>
              <a:gdLst/>
              <a:ahLst/>
              <a:cxnLst/>
              <a:rect l="l" t="t" r="r" b="b"/>
              <a:pathLst>
                <a:path w="3101" h="3161" extrusionOk="0">
                  <a:moveTo>
                    <a:pt x="3004" y="97"/>
                  </a:moveTo>
                  <a:lnTo>
                    <a:pt x="3004" y="3063"/>
                  </a:lnTo>
                  <a:lnTo>
                    <a:pt x="2080" y="3063"/>
                  </a:lnTo>
                  <a:lnTo>
                    <a:pt x="2080" y="1927"/>
                  </a:lnTo>
                  <a:lnTo>
                    <a:pt x="1022" y="1927"/>
                  </a:lnTo>
                  <a:lnTo>
                    <a:pt x="1022" y="3063"/>
                  </a:lnTo>
                  <a:lnTo>
                    <a:pt x="97" y="3063"/>
                  </a:lnTo>
                  <a:lnTo>
                    <a:pt x="97" y="97"/>
                  </a:lnTo>
                  <a:lnTo>
                    <a:pt x="1022" y="97"/>
                  </a:lnTo>
                  <a:lnTo>
                    <a:pt x="1022" y="1178"/>
                  </a:lnTo>
                  <a:lnTo>
                    <a:pt x="2080" y="1178"/>
                  </a:lnTo>
                  <a:lnTo>
                    <a:pt x="2080" y="97"/>
                  </a:lnTo>
                  <a:close/>
                  <a:moveTo>
                    <a:pt x="0" y="0"/>
                  </a:moveTo>
                  <a:lnTo>
                    <a:pt x="0" y="3160"/>
                  </a:lnTo>
                  <a:lnTo>
                    <a:pt x="1119" y="3160"/>
                  </a:lnTo>
                  <a:lnTo>
                    <a:pt x="1119" y="2024"/>
                  </a:lnTo>
                  <a:lnTo>
                    <a:pt x="1983" y="2024"/>
                  </a:lnTo>
                  <a:lnTo>
                    <a:pt x="1983" y="3160"/>
                  </a:lnTo>
                  <a:lnTo>
                    <a:pt x="3101" y="3160"/>
                  </a:lnTo>
                  <a:lnTo>
                    <a:pt x="3101" y="0"/>
                  </a:lnTo>
                  <a:lnTo>
                    <a:pt x="1983" y="0"/>
                  </a:lnTo>
                  <a:lnTo>
                    <a:pt x="1983" y="1081"/>
                  </a:lnTo>
                  <a:lnTo>
                    <a:pt x="1119" y="1081"/>
                  </a:lnTo>
                  <a:lnTo>
                    <a:pt x="1119" y="0"/>
                  </a:ln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7" name="Google Shape;4137;p64"/>
            <p:cNvSpPr/>
            <p:nvPr/>
          </p:nvSpPr>
          <p:spPr>
            <a:xfrm>
              <a:off x="3494858" y="2922666"/>
              <a:ext cx="231416" cy="251922"/>
            </a:xfrm>
            <a:custGeom>
              <a:avLst/>
              <a:gdLst/>
              <a:ahLst/>
              <a:cxnLst/>
              <a:rect l="l" t="t" r="r" b="b"/>
              <a:pathLst>
                <a:path w="2811" h="3060" extrusionOk="0">
                  <a:moveTo>
                    <a:pt x="1" y="1"/>
                  </a:moveTo>
                  <a:lnTo>
                    <a:pt x="1" y="809"/>
                  </a:lnTo>
                  <a:lnTo>
                    <a:pt x="888" y="809"/>
                  </a:lnTo>
                  <a:lnTo>
                    <a:pt x="888" y="3059"/>
                  </a:lnTo>
                  <a:lnTo>
                    <a:pt x="1928" y="3059"/>
                  </a:lnTo>
                  <a:lnTo>
                    <a:pt x="1928" y="809"/>
                  </a:lnTo>
                  <a:lnTo>
                    <a:pt x="2810" y="809"/>
                  </a:lnTo>
                  <a:lnTo>
                    <a:pt x="281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8" name="Google Shape;4138;p64"/>
            <p:cNvSpPr/>
            <p:nvPr/>
          </p:nvSpPr>
          <p:spPr>
            <a:xfrm>
              <a:off x="3490330" y="2919290"/>
              <a:ext cx="240883" cy="260237"/>
            </a:xfrm>
            <a:custGeom>
              <a:avLst/>
              <a:gdLst/>
              <a:ahLst/>
              <a:cxnLst/>
              <a:rect l="l" t="t" r="r" b="b"/>
              <a:pathLst>
                <a:path w="2926" h="3161" extrusionOk="0">
                  <a:moveTo>
                    <a:pt x="2828" y="97"/>
                  </a:moveTo>
                  <a:lnTo>
                    <a:pt x="2828" y="790"/>
                  </a:lnTo>
                  <a:lnTo>
                    <a:pt x="1923" y="790"/>
                  </a:lnTo>
                  <a:lnTo>
                    <a:pt x="1923" y="3063"/>
                  </a:lnTo>
                  <a:lnTo>
                    <a:pt x="998" y="3063"/>
                  </a:lnTo>
                  <a:lnTo>
                    <a:pt x="998" y="790"/>
                  </a:lnTo>
                  <a:lnTo>
                    <a:pt x="93" y="790"/>
                  </a:lnTo>
                  <a:lnTo>
                    <a:pt x="93" y="97"/>
                  </a:lnTo>
                  <a:close/>
                  <a:moveTo>
                    <a:pt x="0" y="0"/>
                  </a:moveTo>
                  <a:lnTo>
                    <a:pt x="0" y="887"/>
                  </a:lnTo>
                  <a:lnTo>
                    <a:pt x="901" y="887"/>
                  </a:lnTo>
                  <a:lnTo>
                    <a:pt x="901" y="3160"/>
                  </a:lnTo>
                  <a:lnTo>
                    <a:pt x="2020" y="3160"/>
                  </a:lnTo>
                  <a:lnTo>
                    <a:pt x="2020" y="887"/>
                  </a:lnTo>
                  <a:lnTo>
                    <a:pt x="2925" y="887"/>
                  </a:lnTo>
                  <a:lnTo>
                    <a:pt x="2925" y="0"/>
                  </a:ln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9" name="Google Shape;4139;p64"/>
            <p:cNvSpPr/>
            <p:nvPr/>
          </p:nvSpPr>
          <p:spPr>
            <a:xfrm>
              <a:off x="3732621" y="2922666"/>
              <a:ext cx="233309" cy="251922"/>
            </a:xfrm>
            <a:custGeom>
              <a:avLst/>
              <a:gdLst/>
              <a:ahLst/>
              <a:cxnLst/>
              <a:rect l="l" t="t" r="r" b="b"/>
              <a:pathLst>
                <a:path w="2834" h="3060" extrusionOk="0">
                  <a:moveTo>
                    <a:pt x="1" y="1"/>
                  </a:moveTo>
                  <a:lnTo>
                    <a:pt x="1" y="809"/>
                  </a:lnTo>
                  <a:lnTo>
                    <a:pt x="906" y="809"/>
                  </a:lnTo>
                  <a:lnTo>
                    <a:pt x="906" y="3059"/>
                  </a:lnTo>
                  <a:lnTo>
                    <a:pt x="1928" y="3059"/>
                  </a:lnTo>
                  <a:lnTo>
                    <a:pt x="1928" y="809"/>
                  </a:lnTo>
                  <a:lnTo>
                    <a:pt x="2833" y="809"/>
                  </a:lnTo>
                  <a:lnTo>
                    <a:pt x="283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0" name="Google Shape;4140;p64"/>
            <p:cNvSpPr/>
            <p:nvPr/>
          </p:nvSpPr>
          <p:spPr>
            <a:xfrm>
              <a:off x="3729575" y="2919290"/>
              <a:ext cx="239401" cy="260237"/>
            </a:xfrm>
            <a:custGeom>
              <a:avLst/>
              <a:gdLst/>
              <a:ahLst/>
              <a:cxnLst/>
              <a:rect l="l" t="t" r="r" b="b"/>
              <a:pathLst>
                <a:path w="2908" h="3161" extrusionOk="0">
                  <a:moveTo>
                    <a:pt x="2810" y="97"/>
                  </a:moveTo>
                  <a:lnTo>
                    <a:pt x="2810" y="790"/>
                  </a:lnTo>
                  <a:lnTo>
                    <a:pt x="1923" y="790"/>
                  </a:lnTo>
                  <a:lnTo>
                    <a:pt x="1923" y="3063"/>
                  </a:lnTo>
                  <a:lnTo>
                    <a:pt x="980" y="3063"/>
                  </a:lnTo>
                  <a:lnTo>
                    <a:pt x="980" y="790"/>
                  </a:lnTo>
                  <a:lnTo>
                    <a:pt x="98" y="790"/>
                  </a:lnTo>
                  <a:lnTo>
                    <a:pt x="98" y="97"/>
                  </a:lnTo>
                  <a:close/>
                  <a:moveTo>
                    <a:pt x="1" y="0"/>
                  </a:moveTo>
                  <a:lnTo>
                    <a:pt x="1" y="887"/>
                  </a:lnTo>
                  <a:lnTo>
                    <a:pt x="883" y="887"/>
                  </a:lnTo>
                  <a:lnTo>
                    <a:pt x="883" y="3160"/>
                  </a:lnTo>
                  <a:lnTo>
                    <a:pt x="2020" y="3160"/>
                  </a:lnTo>
                  <a:lnTo>
                    <a:pt x="2020" y="887"/>
                  </a:lnTo>
                  <a:lnTo>
                    <a:pt x="2907" y="887"/>
                  </a:lnTo>
                  <a:lnTo>
                    <a:pt x="2907" y="0"/>
                  </a:ln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1" name="Google Shape;4141;p64"/>
            <p:cNvSpPr/>
            <p:nvPr/>
          </p:nvSpPr>
          <p:spPr>
            <a:xfrm>
              <a:off x="3987921" y="2922666"/>
              <a:ext cx="234709" cy="251922"/>
            </a:xfrm>
            <a:custGeom>
              <a:avLst/>
              <a:gdLst/>
              <a:ahLst/>
              <a:cxnLst/>
              <a:rect l="l" t="t" r="r" b="b"/>
              <a:pathLst>
                <a:path w="2851" h="3060" extrusionOk="0">
                  <a:moveTo>
                    <a:pt x="1405" y="809"/>
                  </a:moveTo>
                  <a:cubicBezTo>
                    <a:pt x="1539" y="809"/>
                    <a:pt x="1636" y="828"/>
                    <a:pt x="1714" y="906"/>
                  </a:cubicBezTo>
                  <a:cubicBezTo>
                    <a:pt x="1788" y="962"/>
                    <a:pt x="1811" y="1040"/>
                    <a:pt x="1811" y="1156"/>
                  </a:cubicBezTo>
                  <a:cubicBezTo>
                    <a:pt x="1811" y="1271"/>
                    <a:pt x="1788" y="1368"/>
                    <a:pt x="1714" y="1424"/>
                  </a:cubicBezTo>
                  <a:cubicBezTo>
                    <a:pt x="1636" y="1484"/>
                    <a:pt x="1539" y="1521"/>
                    <a:pt x="1405" y="1521"/>
                  </a:cubicBezTo>
                  <a:lnTo>
                    <a:pt x="1021" y="1521"/>
                  </a:lnTo>
                  <a:lnTo>
                    <a:pt x="1021" y="809"/>
                  </a:lnTo>
                  <a:close/>
                  <a:moveTo>
                    <a:pt x="0" y="1"/>
                  </a:moveTo>
                  <a:lnTo>
                    <a:pt x="0" y="3059"/>
                  </a:lnTo>
                  <a:lnTo>
                    <a:pt x="1021" y="3059"/>
                  </a:lnTo>
                  <a:lnTo>
                    <a:pt x="1021" y="2311"/>
                  </a:lnTo>
                  <a:lnTo>
                    <a:pt x="1465" y="2311"/>
                  </a:lnTo>
                  <a:cubicBezTo>
                    <a:pt x="1751" y="2311"/>
                    <a:pt x="2001" y="2269"/>
                    <a:pt x="2195" y="2177"/>
                  </a:cubicBezTo>
                  <a:cubicBezTo>
                    <a:pt x="2407" y="2080"/>
                    <a:pt x="2578" y="1946"/>
                    <a:pt x="2694" y="1770"/>
                  </a:cubicBezTo>
                  <a:cubicBezTo>
                    <a:pt x="2809" y="1599"/>
                    <a:pt x="2851" y="1387"/>
                    <a:pt x="2851" y="1156"/>
                  </a:cubicBezTo>
                  <a:cubicBezTo>
                    <a:pt x="2851" y="925"/>
                    <a:pt x="2809" y="712"/>
                    <a:pt x="2694" y="537"/>
                  </a:cubicBezTo>
                  <a:cubicBezTo>
                    <a:pt x="2578" y="366"/>
                    <a:pt x="2407" y="232"/>
                    <a:pt x="2195" y="135"/>
                  </a:cubicBezTo>
                  <a:cubicBezTo>
                    <a:pt x="2001" y="56"/>
                    <a:pt x="1751" y="1"/>
                    <a:pt x="146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2" name="Google Shape;4142;p64"/>
            <p:cNvSpPr/>
            <p:nvPr/>
          </p:nvSpPr>
          <p:spPr>
            <a:xfrm>
              <a:off x="3982981" y="2919290"/>
              <a:ext cx="244258" cy="260237"/>
            </a:xfrm>
            <a:custGeom>
              <a:avLst/>
              <a:gdLst/>
              <a:ahLst/>
              <a:cxnLst/>
              <a:rect l="l" t="t" r="r" b="b"/>
              <a:pathLst>
                <a:path w="2967" h="3161" extrusionOk="0">
                  <a:moveTo>
                    <a:pt x="1465" y="887"/>
                  </a:moveTo>
                  <a:cubicBezTo>
                    <a:pt x="1599" y="887"/>
                    <a:pt x="1677" y="924"/>
                    <a:pt x="1733" y="966"/>
                  </a:cubicBezTo>
                  <a:lnTo>
                    <a:pt x="1733" y="984"/>
                  </a:lnTo>
                  <a:cubicBezTo>
                    <a:pt x="1793" y="1021"/>
                    <a:pt x="1830" y="1100"/>
                    <a:pt x="1830" y="1197"/>
                  </a:cubicBezTo>
                  <a:cubicBezTo>
                    <a:pt x="1830" y="1312"/>
                    <a:pt x="1793" y="1368"/>
                    <a:pt x="1733" y="1428"/>
                  </a:cubicBezTo>
                  <a:cubicBezTo>
                    <a:pt x="1677" y="1483"/>
                    <a:pt x="1599" y="1502"/>
                    <a:pt x="1465" y="1502"/>
                  </a:cubicBezTo>
                  <a:lnTo>
                    <a:pt x="1137" y="1502"/>
                  </a:lnTo>
                  <a:lnTo>
                    <a:pt x="1137" y="887"/>
                  </a:lnTo>
                  <a:close/>
                  <a:moveTo>
                    <a:pt x="1040" y="790"/>
                  </a:moveTo>
                  <a:lnTo>
                    <a:pt x="1040" y="1599"/>
                  </a:lnTo>
                  <a:lnTo>
                    <a:pt x="1465" y="1599"/>
                  </a:lnTo>
                  <a:cubicBezTo>
                    <a:pt x="1599" y="1599"/>
                    <a:pt x="1714" y="1580"/>
                    <a:pt x="1811" y="1502"/>
                  </a:cubicBezTo>
                  <a:cubicBezTo>
                    <a:pt x="1890" y="1428"/>
                    <a:pt x="1927" y="1331"/>
                    <a:pt x="1927" y="1197"/>
                  </a:cubicBezTo>
                  <a:cubicBezTo>
                    <a:pt x="1927" y="1081"/>
                    <a:pt x="1890" y="966"/>
                    <a:pt x="1811" y="906"/>
                  </a:cubicBezTo>
                  <a:cubicBezTo>
                    <a:pt x="1714" y="832"/>
                    <a:pt x="1599" y="790"/>
                    <a:pt x="1465" y="790"/>
                  </a:cubicBezTo>
                  <a:close/>
                  <a:moveTo>
                    <a:pt x="1525" y="97"/>
                  </a:moveTo>
                  <a:cubicBezTo>
                    <a:pt x="1793" y="97"/>
                    <a:pt x="2042" y="139"/>
                    <a:pt x="2236" y="231"/>
                  </a:cubicBezTo>
                  <a:cubicBezTo>
                    <a:pt x="2449" y="328"/>
                    <a:pt x="2601" y="444"/>
                    <a:pt x="2698" y="619"/>
                  </a:cubicBezTo>
                  <a:cubicBezTo>
                    <a:pt x="2814" y="772"/>
                    <a:pt x="2869" y="966"/>
                    <a:pt x="2869" y="1197"/>
                  </a:cubicBezTo>
                  <a:cubicBezTo>
                    <a:pt x="2869" y="1428"/>
                    <a:pt x="2814" y="1617"/>
                    <a:pt x="2698" y="1793"/>
                  </a:cubicBezTo>
                  <a:cubicBezTo>
                    <a:pt x="2601" y="1945"/>
                    <a:pt x="2449" y="2079"/>
                    <a:pt x="2236" y="2158"/>
                  </a:cubicBezTo>
                  <a:cubicBezTo>
                    <a:pt x="2042" y="2255"/>
                    <a:pt x="1793" y="2310"/>
                    <a:pt x="1525" y="2310"/>
                  </a:cubicBezTo>
                  <a:lnTo>
                    <a:pt x="1040" y="2310"/>
                  </a:lnTo>
                  <a:lnTo>
                    <a:pt x="1040" y="3063"/>
                  </a:lnTo>
                  <a:lnTo>
                    <a:pt x="97" y="3063"/>
                  </a:lnTo>
                  <a:lnTo>
                    <a:pt x="97" y="97"/>
                  </a:lnTo>
                  <a:close/>
                  <a:moveTo>
                    <a:pt x="0" y="0"/>
                  </a:moveTo>
                  <a:lnTo>
                    <a:pt x="0" y="3160"/>
                  </a:lnTo>
                  <a:lnTo>
                    <a:pt x="1137" y="3160"/>
                  </a:lnTo>
                  <a:lnTo>
                    <a:pt x="1137" y="2407"/>
                  </a:lnTo>
                  <a:lnTo>
                    <a:pt x="1525" y="2407"/>
                  </a:lnTo>
                  <a:cubicBezTo>
                    <a:pt x="1811" y="2407"/>
                    <a:pt x="2061" y="2352"/>
                    <a:pt x="2273" y="2255"/>
                  </a:cubicBezTo>
                  <a:cubicBezTo>
                    <a:pt x="2504" y="2158"/>
                    <a:pt x="2680" y="2024"/>
                    <a:pt x="2796" y="1830"/>
                  </a:cubicBezTo>
                  <a:cubicBezTo>
                    <a:pt x="2911" y="1659"/>
                    <a:pt x="2966" y="1446"/>
                    <a:pt x="2966" y="1197"/>
                  </a:cubicBezTo>
                  <a:cubicBezTo>
                    <a:pt x="2966" y="966"/>
                    <a:pt x="2911" y="735"/>
                    <a:pt x="2796" y="559"/>
                  </a:cubicBezTo>
                  <a:cubicBezTo>
                    <a:pt x="2680" y="370"/>
                    <a:pt x="2504" y="231"/>
                    <a:pt x="2273" y="139"/>
                  </a:cubicBezTo>
                  <a:cubicBezTo>
                    <a:pt x="2061" y="42"/>
                    <a:pt x="1811" y="0"/>
                    <a:pt x="1525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3" name="Google Shape;4143;p64"/>
            <p:cNvSpPr/>
            <p:nvPr/>
          </p:nvSpPr>
          <p:spPr>
            <a:xfrm>
              <a:off x="4238198" y="2917726"/>
              <a:ext cx="226805" cy="263283"/>
            </a:xfrm>
            <a:custGeom>
              <a:avLst/>
              <a:gdLst/>
              <a:ahLst/>
              <a:cxnLst/>
              <a:rect l="l" t="t" r="r" b="b"/>
              <a:pathLst>
                <a:path w="2755" h="3198" extrusionOk="0">
                  <a:moveTo>
                    <a:pt x="1484" y="1"/>
                  </a:moveTo>
                  <a:cubicBezTo>
                    <a:pt x="1174" y="1"/>
                    <a:pt x="906" y="42"/>
                    <a:pt x="694" y="135"/>
                  </a:cubicBezTo>
                  <a:cubicBezTo>
                    <a:pt x="481" y="213"/>
                    <a:pt x="329" y="347"/>
                    <a:pt x="213" y="504"/>
                  </a:cubicBezTo>
                  <a:cubicBezTo>
                    <a:pt x="116" y="657"/>
                    <a:pt x="61" y="828"/>
                    <a:pt x="61" y="1022"/>
                  </a:cubicBezTo>
                  <a:cubicBezTo>
                    <a:pt x="61" y="1253"/>
                    <a:pt x="116" y="1428"/>
                    <a:pt x="231" y="1562"/>
                  </a:cubicBezTo>
                  <a:cubicBezTo>
                    <a:pt x="347" y="1678"/>
                    <a:pt x="481" y="1775"/>
                    <a:pt x="638" y="1830"/>
                  </a:cubicBezTo>
                  <a:cubicBezTo>
                    <a:pt x="791" y="1890"/>
                    <a:pt x="1003" y="1946"/>
                    <a:pt x="1234" y="1983"/>
                  </a:cubicBezTo>
                  <a:cubicBezTo>
                    <a:pt x="1405" y="2024"/>
                    <a:pt x="1544" y="2061"/>
                    <a:pt x="1618" y="2098"/>
                  </a:cubicBezTo>
                  <a:cubicBezTo>
                    <a:pt x="1696" y="2121"/>
                    <a:pt x="1752" y="2177"/>
                    <a:pt x="1752" y="2237"/>
                  </a:cubicBezTo>
                  <a:cubicBezTo>
                    <a:pt x="1752" y="2292"/>
                    <a:pt x="1715" y="2329"/>
                    <a:pt x="1659" y="2371"/>
                  </a:cubicBezTo>
                  <a:cubicBezTo>
                    <a:pt x="1599" y="2389"/>
                    <a:pt x="1484" y="2408"/>
                    <a:pt x="1350" y="2408"/>
                  </a:cubicBezTo>
                  <a:cubicBezTo>
                    <a:pt x="1174" y="2408"/>
                    <a:pt x="1003" y="2389"/>
                    <a:pt x="828" y="2329"/>
                  </a:cubicBezTo>
                  <a:cubicBezTo>
                    <a:pt x="657" y="2274"/>
                    <a:pt x="481" y="2214"/>
                    <a:pt x="329" y="2121"/>
                  </a:cubicBezTo>
                  <a:lnTo>
                    <a:pt x="0" y="2870"/>
                  </a:lnTo>
                  <a:cubicBezTo>
                    <a:pt x="158" y="2967"/>
                    <a:pt x="347" y="3045"/>
                    <a:pt x="597" y="3101"/>
                  </a:cubicBezTo>
                  <a:cubicBezTo>
                    <a:pt x="828" y="3161"/>
                    <a:pt x="1082" y="3198"/>
                    <a:pt x="1331" y="3198"/>
                  </a:cubicBezTo>
                  <a:cubicBezTo>
                    <a:pt x="1636" y="3198"/>
                    <a:pt x="1909" y="3138"/>
                    <a:pt x="2121" y="3064"/>
                  </a:cubicBezTo>
                  <a:cubicBezTo>
                    <a:pt x="2329" y="2967"/>
                    <a:pt x="2486" y="2833"/>
                    <a:pt x="2602" y="2676"/>
                  </a:cubicBezTo>
                  <a:cubicBezTo>
                    <a:pt x="2717" y="2523"/>
                    <a:pt x="2754" y="2352"/>
                    <a:pt x="2754" y="2158"/>
                  </a:cubicBezTo>
                  <a:cubicBezTo>
                    <a:pt x="2754" y="1946"/>
                    <a:pt x="2699" y="1775"/>
                    <a:pt x="2583" y="1636"/>
                  </a:cubicBezTo>
                  <a:cubicBezTo>
                    <a:pt x="2468" y="1502"/>
                    <a:pt x="2329" y="1428"/>
                    <a:pt x="2177" y="1368"/>
                  </a:cubicBezTo>
                  <a:cubicBezTo>
                    <a:pt x="2006" y="1313"/>
                    <a:pt x="1812" y="1253"/>
                    <a:pt x="1581" y="1216"/>
                  </a:cubicBezTo>
                  <a:cubicBezTo>
                    <a:pt x="1405" y="1174"/>
                    <a:pt x="1271" y="1137"/>
                    <a:pt x="1197" y="1119"/>
                  </a:cubicBezTo>
                  <a:cubicBezTo>
                    <a:pt x="1119" y="1082"/>
                    <a:pt x="1082" y="1040"/>
                    <a:pt x="1082" y="966"/>
                  </a:cubicBezTo>
                  <a:cubicBezTo>
                    <a:pt x="1082" y="851"/>
                    <a:pt x="1197" y="772"/>
                    <a:pt x="1465" y="772"/>
                  </a:cubicBezTo>
                  <a:cubicBezTo>
                    <a:pt x="1733" y="772"/>
                    <a:pt x="2024" y="851"/>
                    <a:pt x="2311" y="1003"/>
                  </a:cubicBezTo>
                  <a:lnTo>
                    <a:pt x="2639" y="250"/>
                  </a:lnTo>
                  <a:cubicBezTo>
                    <a:pt x="2486" y="176"/>
                    <a:pt x="2292" y="98"/>
                    <a:pt x="2098" y="61"/>
                  </a:cubicBezTo>
                  <a:cubicBezTo>
                    <a:pt x="1890" y="19"/>
                    <a:pt x="1696" y="1"/>
                    <a:pt x="14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4" name="Google Shape;4144;p64"/>
            <p:cNvSpPr/>
            <p:nvPr/>
          </p:nvSpPr>
          <p:spPr>
            <a:xfrm>
              <a:off x="4233670" y="2913198"/>
              <a:ext cx="236273" cy="270857"/>
            </a:xfrm>
            <a:custGeom>
              <a:avLst/>
              <a:gdLst/>
              <a:ahLst/>
              <a:cxnLst/>
              <a:rect l="l" t="t" r="r" b="b"/>
              <a:pathLst>
                <a:path w="2870" h="3290" extrusionOk="0">
                  <a:moveTo>
                    <a:pt x="1539" y="97"/>
                  </a:moveTo>
                  <a:cubicBezTo>
                    <a:pt x="1733" y="97"/>
                    <a:pt x="1945" y="116"/>
                    <a:pt x="2135" y="171"/>
                  </a:cubicBezTo>
                  <a:cubicBezTo>
                    <a:pt x="2329" y="213"/>
                    <a:pt x="2481" y="268"/>
                    <a:pt x="2615" y="347"/>
                  </a:cubicBezTo>
                  <a:lnTo>
                    <a:pt x="2347" y="998"/>
                  </a:lnTo>
                  <a:cubicBezTo>
                    <a:pt x="2061" y="864"/>
                    <a:pt x="1788" y="790"/>
                    <a:pt x="1520" y="790"/>
                  </a:cubicBezTo>
                  <a:cubicBezTo>
                    <a:pt x="1386" y="790"/>
                    <a:pt x="1289" y="809"/>
                    <a:pt x="1211" y="846"/>
                  </a:cubicBezTo>
                  <a:cubicBezTo>
                    <a:pt x="1137" y="883"/>
                    <a:pt x="1077" y="943"/>
                    <a:pt x="1077" y="1021"/>
                  </a:cubicBezTo>
                  <a:cubicBezTo>
                    <a:pt x="1077" y="1077"/>
                    <a:pt x="1095" y="1114"/>
                    <a:pt x="1114" y="1137"/>
                  </a:cubicBezTo>
                  <a:cubicBezTo>
                    <a:pt x="1155" y="1174"/>
                    <a:pt x="1174" y="1192"/>
                    <a:pt x="1229" y="1211"/>
                  </a:cubicBezTo>
                  <a:cubicBezTo>
                    <a:pt x="1308" y="1252"/>
                    <a:pt x="1442" y="1271"/>
                    <a:pt x="1617" y="1308"/>
                  </a:cubicBezTo>
                  <a:cubicBezTo>
                    <a:pt x="1848" y="1368"/>
                    <a:pt x="2061" y="1405"/>
                    <a:pt x="2213" y="1460"/>
                  </a:cubicBezTo>
                  <a:cubicBezTo>
                    <a:pt x="2366" y="1520"/>
                    <a:pt x="2481" y="1599"/>
                    <a:pt x="2597" y="1733"/>
                  </a:cubicBezTo>
                  <a:cubicBezTo>
                    <a:pt x="2712" y="1848"/>
                    <a:pt x="2772" y="2001"/>
                    <a:pt x="2772" y="2213"/>
                  </a:cubicBezTo>
                  <a:cubicBezTo>
                    <a:pt x="2772" y="2407"/>
                    <a:pt x="2712" y="2560"/>
                    <a:pt x="2615" y="2712"/>
                  </a:cubicBezTo>
                  <a:cubicBezTo>
                    <a:pt x="2523" y="2869"/>
                    <a:pt x="2366" y="2985"/>
                    <a:pt x="2153" y="3059"/>
                  </a:cubicBezTo>
                  <a:cubicBezTo>
                    <a:pt x="1945" y="3156"/>
                    <a:pt x="1691" y="3193"/>
                    <a:pt x="1386" y="3193"/>
                  </a:cubicBezTo>
                  <a:cubicBezTo>
                    <a:pt x="1137" y="3193"/>
                    <a:pt x="906" y="3174"/>
                    <a:pt x="652" y="3119"/>
                  </a:cubicBezTo>
                  <a:cubicBezTo>
                    <a:pt x="444" y="3059"/>
                    <a:pt x="268" y="2985"/>
                    <a:pt x="134" y="2906"/>
                  </a:cubicBezTo>
                  <a:lnTo>
                    <a:pt x="420" y="2250"/>
                  </a:lnTo>
                  <a:cubicBezTo>
                    <a:pt x="559" y="2329"/>
                    <a:pt x="712" y="2384"/>
                    <a:pt x="864" y="2444"/>
                  </a:cubicBezTo>
                  <a:cubicBezTo>
                    <a:pt x="1058" y="2481"/>
                    <a:pt x="1229" y="2523"/>
                    <a:pt x="1405" y="2523"/>
                  </a:cubicBezTo>
                  <a:cubicBezTo>
                    <a:pt x="1539" y="2523"/>
                    <a:pt x="1654" y="2500"/>
                    <a:pt x="1733" y="2463"/>
                  </a:cubicBezTo>
                  <a:cubicBezTo>
                    <a:pt x="1807" y="2426"/>
                    <a:pt x="1848" y="2366"/>
                    <a:pt x="1848" y="2292"/>
                  </a:cubicBezTo>
                  <a:cubicBezTo>
                    <a:pt x="1848" y="2250"/>
                    <a:pt x="1830" y="2213"/>
                    <a:pt x="1807" y="2176"/>
                  </a:cubicBezTo>
                  <a:cubicBezTo>
                    <a:pt x="1788" y="2153"/>
                    <a:pt x="1751" y="2116"/>
                    <a:pt x="1691" y="2098"/>
                  </a:cubicBezTo>
                  <a:cubicBezTo>
                    <a:pt x="1617" y="2079"/>
                    <a:pt x="1483" y="2038"/>
                    <a:pt x="1289" y="2001"/>
                  </a:cubicBezTo>
                  <a:cubicBezTo>
                    <a:pt x="1058" y="1945"/>
                    <a:pt x="864" y="1904"/>
                    <a:pt x="712" y="1848"/>
                  </a:cubicBezTo>
                  <a:cubicBezTo>
                    <a:pt x="559" y="1788"/>
                    <a:pt x="444" y="1691"/>
                    <a:pt x="328" y="1576"/>
                  </a:cubicBezTo>
                  <a:cubicBezTo>
                    <a:pt x="213" y="1460"/>
                    <a:pt x="153" y="1289"/>
                    <a:pt x="153" y="1077"/>
                  </a:cubicBezTo>
                  <a:cubicBezTo>
                    <a:pt x="153" y="906"/>
                    <a:pt x="213" y="730"/>
                    <a:pt x="305" y="578"/>
                  </a:cubicBezTo>
                  <a:cubicBezTo>
                    <a:pt x="420" y="444"/>
                    <a:pt x="559" y="328"/>
                    <a:pt x="767" y="231"/>
                  </a:cubicBezTo>
                  <a:cubicBezTo>
                    <a:pt x="980" y="153"/>
                    <a:pt x="1229" y="97"/>
                    <a:pt x="1539" y="97"/>
                  </a:cubicBezTo>
                  <a:close/>
                  <a:moveTo>
                    <a:pt x="1539" y="0"/>
                  </a:moveTo>
                  <a:cubicBezTo>
                    <a:pt x="1229" y="0"/>
                    <a:pt x="961" y="37"/>
                    <a:pt x="730" y="134"/>
                  </a:cubicBezTo>
                  <a:cubicBezTo>
                    <a:pt x="518" y="231"/>
                    <a:pt x="347" y="365"/>
                    <a:pt x="231" y="518"/>
                  </a:cubicBezTo>
                  <a:cubicBezTo>
                    <a:pt x="116" y="693"/>
                    <a:pt x="55" y="883"/>
                    <a:pt x="55" y="1077"/>
                  </a:cubicBezTo>
                  <a:cubicBezTo>
                    <a:pt x="55" y="1308"/>
                    <a:pt x="116" y="1502"/>
                    <a:pt x="250" y="1636"/>
                  </a:cubicBezTo>
                  <a:cubicBezTo>
                    <a:pt x="365" y="1770"/>
                    <a:pt x="518" y="1867"/>
                    <a:pt x="675" y="1945"/>
                  </a:cubicBezTo>
                  <a:cubicBezTo>
                    <a:pt x="846" y="2001"/>
                    <a:pt x="1040" y="2038"/>
                    <a:pt x="1271" y="2098"/>
                  </a:cubicBezTo>
                  <a:cubicBezTo>
                    <a:pt x="1460" y="2135"/>
                    <a:pt x="1576" y="2176"/>
                    <a:pt x="1654" y="2195"/>
                  </a:cubicBezTo>
                  <a:cubicBezTo>
                    <a:pt x="1691" y="2213"/>
                    <a:pt x="1714" y="2232"/>
                    <a:pt x="1733" y="2250"/>
                  </a:cubicBezTo>
                  <a:cubicBezTo>
                    <a:pt x="1751" y="2250"/>
                    <a:pt x="1751" y="2269"/>
                    <a:pt x="1751" y="2292"/>
                  </a:cubicBezTo>
                  <a:cubicBezTo>
                    <a:pt x="1751" y="2329"/>
                    <a:pt x="1733" y="2347"/>
                    <a:pt x="1691" y="2366"/>
                  </a:cubicBezTo>
                  <a:cubicBezTo>
                    <a:pt x="1636" y="2407"/>
                    <a:pt x="1539" y="2407"/>
                    <a:pt x="1405" y="2407"/>
                  </a:cubicBezTo>
                  <a:cubicBezTo>
                    <a:pt x="1252" y="2407"/>
                    <a:pt x="1077" y="2384"/>
                    <a:pt x="906" y="2347"/>
                  </a:cubicBezTo>
                  <a:cubicBezTo>
                    <a:pt x="712" y="2292"/>
                    <a:pt x="559" y="2213"/>
                    <a:pt x="420" y="2135"/>
                  </a:cubicBezTo>
                  <a:lnTo>
                    <a:pt x="365" y="2116"/>
                  </a:lnTo>
                  <a:lnTo>
                    <a:pt x="0" y="2943"/>
                  </a:lnTo>
                  <a:lnTo>
                    <a:pt x="37" y="2985"/>
                  </a:lnTo>
                  <a:cubicBezTo>
                    <a:pt x="189" y="3077"/>
                    <a:pt x="402" y="3156"/>
                    <a:pt x="633" y="3216"/>
                  </a:cubicBezTo>
                  <a:cubicBezTo>
                    <a:pt x="883" y="3271"/>
                    <a:pt x="1137" y="3290"/>
                    <a:pt x="1386" y="3290"/>
                  </a:cubicBezTo>
                  <a:cubicBezTo>
                    <a:pt x="1714" y="3290"/>
                    <a:pt x="1964" y="3253"/>
                    <a:pt x="2195" y="3156"/>
                  </a:cubicBezTo>
                  <a:cubicBezTo>
                    <a:pt x="2407" y="3059"/>
                    <a:pt x="2578" y="2925"/>
                    <a:pt x="2694" y="2772"/>
                  </a:cubicBezTo>
                  <a:cubicBezTo>
                    <a:pt x="2809" y="2597"/>
                    <a:pt x="2869" y="2426"/>
                    <a:pt x="2869" y="2213"/>
                  </a:cubicBezTo>
                  <a:cubicBezTo>
                    <a:pt x="2869" y="1982"/>
                    <a:pt x="2809" y="1788"/>
                    <a:pt x="2675" y="1654"/>
                  </a:cubicBezTo>
                  <a:cubicBezTo>
                    <a:pt x="2560" y="1520"/>
                    <a:pt x="2407" y="1423"/>
                    <a:pt x="2232" y="1368"/>
                  </a:cubicBezTo>
                  <a:cubicBezTo>
                    <a:pt x="2079" y="1308"/>
                    <a:pt x="1885" y="1252"/>
                    <a:pt x="1636" y="1211"/>
                  </a:cubicBezTo>
                  <a:cubicBezTo>
                    <a:pt x="1460" y="1174"/>
                    <a:pt x="1326" y="1155"/>
                    <a:pt x="1271" y="1114"/>
                  </a:cubicBezTo>
                  <a:cubicBezTo>
                    <a:pt x="1229" y="1114"/>
                    <a:pt x="1211" y="1095"/>
                    <a:pt x="1192" y="1077"/>
                  </a:cubicBezTo>
                  <a:cubicBezTo>
                    <a:pt x="1174" y="1058"/>
                    <a:pt x="1174" y="1040"/>
                    <a:pt x="1174" y="1021"/>
                  </a:cubicBezTo>
                  <a:cubicBezTo>
                    <a:pt x="1174" y="980"/>
                    <a:pt x="1192" y="961"/>
                    <a:pt x="1252" y="924"/>
                  </a:cubicBezTo>
                  <a:cubicBezTo>
                    <a:pt x="1308" y="906"/>
                    <a:pt x="1405" y="883"/>
                    <a:pt x="1520" y="883"/>
                  </a:cubicBezTo>
                  <a:cubicBezTo>
                    <a:pt x="1788" y="883"/>
                    <a:pt x="2061" y="961"/>
                    <a:pt x="2347" y="1114"/>
                  </a:cubicBezTo>
                  <a:lnTo>
                    <a:pt x="2407" y="1137"/>
                  </a:lnTo>
                  <a:lnTo>
                    <a:pt x="2754" y="287"/>
                  </a:lnTo>
                  <a:lnTo>
                    <a:pt x="2712" y="268"/>
                  </a:lnTo>
                  <a:cubicBezTo>
                    <a:pt x="2560" y="171"/>
                    <a:pt x="2366" y="116"/>
                    <a:pt x="2153" y="74"/>
                  </a:cubicBezTo>
                  <a:cubicBezTo>
                    <a:pt x="1964" y="19"/>
                    <a:pt x="1751" y="0"/>
                    <a:pt x="1539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5" name="Google Shape;4145;p64"/>
            <p:cNvSpPr/>
            <p:nvPr/>
          </p:nvSpPr>
          <p:spPr>
            <a:xfrm>
              <a:off x="3220623" y="3206454"/>
              <a:ext cx="104717" cy="118799"/>
            </a:xfrm>
            <a:custGeom>
              <a:avLst/>
              <a:gdLst/>
              <a:ahLst/>
              <a:cxnLst/>
              <a:rect l="l" t="t" r="r" b="b"/>
              <a:pathLst>
                <a:path w="1272" h="1443" extrusionOk="0">
                  <a:moveTo>
                    <a:pt x="675" y="1"/>
                  </a:moveTo>
                  <a:cubicBezTo>
                    <a:pt x="541" y="1"/>
                    <a:pt x="426" y="19"/>
                    <a:pt x="329" y="74"/>
                  </a:cubicBezTo>
                  <a:cubicBezTo>
                    <a:pt x="231" y="116"/>
                    <a:pt x="158" y="172"/>
                    <a:pt x="97" y="232"/>
                  </a:cubicBezTo>
                  <a:cubicBezTo>
                    <a:pt x="61" y="305"/>
                    <a:pt x="42" y="384"/>
                    <a:pt x="42" y="463"/>
                  </a:cubicBezTo>
                  <a:cubicBezTo>
                    <a:pt x="42" y="578"/>
                    <a:pt x="61" y="652"/>
                    <a:pt x="116" y="712"/>
                  </a:cubicBezTo>
                  <a:cubicBezTo>
                    <a:pt x="176" y="768"/>
                    <a:pt x="231" y="809"/>
                    <a:pt x="310" y="828"/>
                  </a:cubicBezTo>
                  <a:cubicBezTo>
                    <a:pt x="365" y="865"/>
                    <a:pt x="462" y="883"/>
                    <a:pt x="578" y="902"/>
                  </a:cubicBezTo>
                  <a:cubicBezTo>
                    <a:pt x="657" y="925"/>
                    <a:pt x="712" y="943"/>
                    <a:pt x="754" y="943"/>
                  </a:cubicBezTo>
                  <a:cubicBezTo>
                    <a:pt x="791" y="962"/>
                    <a:pt x="809" y="980"/>
                    <a:pt x="809" y="1017"/>
                  </a:cubicBezTo>
                  <a:cubicBezTo>
                    <a:pt x="809" y="1040"/>
                    <a:pt x="791" y="1059"/>
                    <a:pt x="772" y="1077"/>
                  </a:cubicBezTo>
                  <a:cubicBezTo>
                    <a:pt x="735" y="1077"/>
                    <a:pt x="694" y="1096"/>
                    <a:pt x="620" y="1096"/>
                  </a:cubicBezTo>
                  <a:cubicBezTo>
                    <a:pt x="541" y="1096"/>
                    <a:pt x="462" y="1077"/>
                    <a:pt x="389" y="1059"/>
                  </a:cubicBezTo>
                  <a:cubicBezTo>
                    <a:pt x="310" y="1040"/>
                    <a:pt x="231" y="999"/>
                    <a:pt x="158" y="962"/>
                  </a:cubicBezTo>
                  <a:lnTo>
                    <a:pt x="0" y="1308"/>
                  </a:lnTo>
                  <a:cubicBezTo>
                    <a:pt x="79" y="1345"/>
                    <a:pt x="176" y="1387"/>
                    <a:pt x="273" y="1405"/>
                  </a:cubicBezTo>
                  <a:cubicBezTo>
                    <a:pt x="389" y="1424"/>
                    <a:pt x="504" y="1442"/>
                    <a:pt x="620" y="1442"/>
                  </a:cubicBezTo>
                  <a:cubicBezTo>
                    <a:pt x="754" y="1442"/>
                    <a:pt x="888" y="1424"/>
                    <a:pt x="985" y="1387"/>
                  </a:cubicBezTo>
                  <a:cubicBezTo>
                    <a:pt x="1082" y="1345"/>
                    <a:pt x="1156" y="1290"/>
                    <a:pt x="1197" y="1211"/>
                  </a:cubicBezTo>
                  <a:cubicBezTo>
                    <a:pt x="1253" y="1133"/>
                    <a:pt x="1271" y="1059"/>
                    <a:pt x="1271" y="980"/>
                  </a:cubicBezTo>
                  <a:cubicBezTo>
                    <a:pt x="1271" y="883"/>
                    <a:pt x="1253" y="809"/>
                    <a:pt x="1197" y="749"/>
                  </a:cubicBezTo>
                  <a:cubicBezTo>
                    <a:pt x="1137" y="694"/>
                    <a:pt x="1082" y="652"/>
                    <a:pt x="1003" y="615"/>
                  </a:cubicBezTo>
                  <a:cubicBezTo>
                    <a:pt x="925" y="597"/>
                    <a:pt x="828" y="578"/>
                    <a:pt x="735" y="555"/>
                  </a:cubicBezTo>
                  <a:cubicBezTo>
                    <a:pt x="657" y="537"/>
                    <a:pt x="578" y="518"/>
                    <a:pt x="560" y="500"/>
                  </a:cubicBezTo>
                  <a:cubicBezTo>
                    <a:pt x="523" y="500"/>
                    <a:pt x="504" y="481"/>
                    <a:pt x="504" y="439"/>
                  </a:cubicBezTo>
                  <a:cubicBezTo>
                    <a:pt x="504" y="384"/>
                    <a:pt x="560" y="366"/>
                    <a:pt x="675" y="366"/>
                  </a:cubicBezTo>
                  <a:cubicBezTo>
                    <a:pt x="809" y="366"/>
                    <a:pt x="925" y="384"/>
                    <a:pt x="1082" y="463"/>
                  </a:cubicBezTo>
                  <a:lnTo>
                    <a:pt x="1216" y="135"/>
                  </a:lnTo>
                  <a:cubicBezTo>
                    <a:pt x="1137" y="93"/>
                    <a:pt x="1059" y="56"/>
                    <a:pt x="966" y="38"/>
                  </a:cubicBezTo>
                  <a:cubicBezTo>
                    <a:pt x="869" y="19"/>
                    <a:pt x="772" y="1"/>
                    <a:pt x="67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6" name="Google Shape;4146;p64"/>
            <p:cNvSpPr/>
            <p:nvPr/>
          </p:nvSpPr>
          <p:spPr>
            <a:xfrm>
              <a:off x="3216013" y="3202997"/>
              <a:ext cx="114267" cy="125302"/>
            </a:xfrm>
            <a:custGeom>
              <a:avLst/>
              <a:gdLst/>
              <a:ahLst/>
              <a:cxnLst/>
              <a:rect l="l" t="t" r="r" b="b"/>
              <a:pathLst>
                <a:path w="1388" h="1522" extrusionOk="0">
                  <a:moveTo>
                    <a:pt x="731" y="98"/>
                  </a:moveTo>
                  <a:cubicBezTo>
                    <a:pt x="828" y="98"/>
                    <a:pt x="925" y="116"/>
                    <a:pt x="1022" y="135"/>
                  </a:cubicBezTo>
                  <a:cubicBezTo>
                    <a:pt x="1078" y="135"/>
                    <a:pt x="1138" y="177"/>
                    <a:pt x="1193" y="195"/>
                  </a:cubicBezTo>
                  <a:lnTo>
                    <a:pt x="1096" y="445"/>
                  </a:lnTo>
                  <a:cubicBezTo>
                    <a:pt x="981" y="389"/>
                    <a:pt x="847" y="347"/>
                    <a:pt x="731" y="347"/>
                  </a:cubicBezTo>
                  <a:cubicBezTo>
                    <a:pt x="676" y="347"/>
                    <a:pt x="616" y="347"/>
                    <a:pt x="579" y="389"/>
                  </a:cubicBezTo>
                  <a:cubicBezTo>
                    <a:pt x="537" y="408"/>
                    <a:pt x="500" y="445"/>
                    <a:pt x="500" y="481"/>
                  </a:cubicBezTo>
                  <a:cubicBezTo>
                    <a:pt x="500" y="505"/>
                    <a:pt x="518" y="542"/>
                    <a:pt x="518" y="560"/>
                  </a:cubicBezTo>
                  <a:cubicBezTo>
                    <a:pt x="537" y="579"/>
                    <a:pt x="560" y="579"/>
                    <a:pt x="597" y="597"/>
                  </a:cubicBezTo>
                  <a:cubicBezTo>
                    <a:pt x="634" y="620"/>
                    <a:pt x="694" y="620"/>
                    <a:pt x="768" y="639"/>
                  </a:cubicBezTo>
                  <a:cubicBezTo>
                    <a:pt x="884" y="657"/>
                    <a:pt x="962" y="676"/>
                    <a:pt x="1041" y="713"/>
                  </a:cubicBezTo>
                  <a:cubicBezTo>
                    <a:pt x="1096" y="736"/>
                    <a:pt x="1156" y="773"/>
                    <a:pt x="1212" y="810"/>
                  </a:cubicBezTo>
                  <a:cubicBezTo>
                    <a:pt x="1253" y="870"/>
                    <a:pt x="1272" y="925"/>
                    <a:pt x="1272" y="1022"/>
                  </a:cubicBezTo>
                  <a:cubicBezTo>
                    <a:pt x="1272" y="1101"/>
                    <a:pt x="1253" y="1156"/>
                    <a:pt x="1212" y="1235"/>
                  </a:cubicBezTo>
                  <a:cubicBezTo>
                    <a:pt x="1175" y="1290"/>
                    <a:pt x="1096" y="1332"/>
                    <a:pt x="1022" y="1369"/>
                  </a:cubicBezTo>
                  <a:cubicBezTo>
                    <a:pt x="925" y="1406"/>
                    <a:pt x="810" y="1429"/>
                    <a:pt x="676" y="1429"/>
                  </a:cubicBezTo>
                  <a:cubicBezTo>
                    <a:pt x="560" y="1429"/>
                    <a:pt x="463" y="1429"/>
                    <a:pt x="348" y="1387"/>
                  </a:cubicBezTo>
                  <a:cubicBezTo>
                    <a:pt x="251" y="1369"/>
                    <a:pt x="190" y="1350"/>
                    <a:pt x="135" y="1313"/>
                  </a:cubicBezTo>
                  <a:lnTo>
                    <a:pt x="251" y="1059"/>
                  </a:lnTo>
                  <a:cubicBezTo>
                    <a:pt x="306" y="1101"/>
                    <a:pt x="366" y="1119"/>
                    <a:pt x="421" y="1138"/>
                  </a:cubicBezTo>
                  <a:cubicBezTo>
                    <a:pt x="518" y="1156"/>
                    <a:pt x="597" y="1175"/>
                    <a:pt x="676" y="1175"/>
                  </a:cubicBezTo>
                  <a:cubicBezTo>
                    <a:pt x="750" y="1175"/>
                    <a:pt x="810" y="1175"/>
                    <a:pt x="847" y="1156"/>
                  </a:cubicBezTo>
                  <a:cubicBezTo>
                    <a:pt x="884" y="1138"/>
                    <a:pt x="907" y="1101"/>
                    <a:pt x="907" y="1059"/>
                  </a:cubicBezTo>
                  <a:cubicBezTo>
                    <a:pt x="907" y="1022"/>
                    <a:pt x="907" y="1004"/>
                    <a:pt x="884" y="985"/>
                  </a:cubicBezTo>
                  <a:cubicBezTo>
                    <a:pt x="865" y="967"/>
                    <a:pt x="847" y="944"/>
                    <a:pt x="828" y="944"/>
                  </a:cubicBezTo>
                  <a:cubicBezTo>
                    <a:pt x="791" y="925"/>
                    <a:pt x="731" y="907"/>
                    <a:pt x="634" y="888"/>
                  </a:cubicBezTo>
                  <a:cubicBezTo>
                    <a:pt x="537" y="870"/>
                    <a:pt x="445" y="851"/>
                    <a:pt x="366" y="828"/>
                  </a:cubicBezTo>
                  <a:cubicBezTo>
                    <a:pt x="306" y="810"/>
                    <a:pt x="251" y="773"/>
                    <a:pt x="214" y="713"/>
                  </a:cubicBezTo>
                  <a:cubicBezTo>
                    <a:pt x="153" y="657"/>
                    <a:pt x="135" y="597"/>
                    <a:pt x="135" y="505"/>
                  </a:cubicBezTo>
                  <a:cubicBezTo>
                    <a:pt x="135" y="426"/>
                    <a:pt x="153" y="366"/>
                    <a:pt x="214" y="311"/>
                  </a:cubicBezTo>
                  <a:cubicBezTo>
                    <a:pt x="251" y="232"/>
                    <a:pt x="306" y="195"/>
                    <a:pt x="403" y="158"/>
                  </a:cubicBezTo>
                  <a:cubicBezTo>
                    <a:pt x="500" y="116"/>
                    <a:pt x="597" y="98"/>
                    <a:pt x="731" y="98"/>
                  </a:cubicBezTo>
                  <a:close/>
                  <a:moveTo>
                    <a:pt x="731" y="1"/>
                  </a:moveTo>
                  <a:cubicBezTo>
                    <a:pt x="597" y="1"/>
                    <a:pt x="463" y="19"/>
                    <a:pt x="366" y="61"/>
                  </a:cubicBezTo>
                  <a:cubicBezTo>
                    <a:pt x="251" y="98"/>
                    <a:pt x="172" y="177"/>
                    <a:pt x="117" y="250"/>
                  </a:cubicBezTo>
                  <a:cubicBezTo>
                    <a:pt x="56" y="329"/>
                    <a:pt x="38" y="408"/>
                    <a:pt x="38" y="505"/>
                  </a:cubicBezTo>
                  <a:cubicBezTo>
                    <a:pt x="38" y="620"/>
                    <a:pt x="75" y="713"/>
                    <a:pt x="135" y="773"/>
                  </a:cubicBezTo>
                  <a:cubicBezTo>
                    <a:pt x="190" y="851"/>
                    <a:pt x="251" y="888"/>
                    <a:pt x="348" y="925"/>
                  </a:cubicBezTo>
                  <a:cubicBezTo>
                    <a:pt x="421" y="944"/>
                    <a:pt x="500" y="967"/>
                    <a:pt x="616" y="985"/>
                  </a:cubicBezTo>
                  <a:cubicBezTo>
                    <a:pt x="694" y="1004"/>
                    <a:pt x="750" y="1022"/>
                    <a:pt x="791" y="1041"/>
                  </a:cubicBezTo>
                  <a:lnTo>
                    <a:pt x="810" y="1041"/>
                  </a:lnTo>
                  <a:lnTo>
                    <a:pt x="810" y="1059"/>
                  </a:lnTo>
                  <a:cubicBezTo>
                    <a:pt x="791" y="1082"/>
                    <a:pt x="750" y="1082"/>
                    <a:pt x="676" y="1082"/>
                  </a:cubicBezTo>
                  <a:cubicBezTo>
                    <a:pt x="616" y="1082"/>
                    <a:pt x="537" y="1059"/>
                    <a:pt x="463" y="1041"/>
                  </a:cubicBezTo>
                  <a:cubicBezTo>
                    <a:pt x="385" y="1022"/>
                    <a:pt x="306" y="1004"/>
                    <a:pt x="251" y="967"/>
                  </a:cubicBezTo>
                  <a:lnTo>
                    <a:pt x="190" y="925"/>
                  </a:lnTo>
                  <a:lnTo>
                    <a:pt x="1" y="1369"/>
                  </a:lnTo>
                  <a:lnTo>
                    <a:pt x="38" y="1387"/>
                  </a:lnTo>
                  <a:cubicBezTo>
                    <a:pt x="117" y="1429"/>
                    <a:pt x="214" y="1466"/>
                    <a:pt x="329" y="1484"/>
                  </a:cubicBezTo>
                  <a:cubicBezTo>
                    <a:pt x="445" y="1521"/>
                    <a:pt x="560" y="1521"/>
                    <a:pt x="676" y="1521"/>
                  </a:cubicBezTo>
                  <a:cubicBezTo>
                    <a:pt x="828" y="1521"/>
                    <a:pt x="944" y="1503"/>
                    <a:pt x="1059" y="1466"/>
                  </a:cubicBezTo>
                  <a:cubicBezTo>
                    <a:pt x="1156" y="1429"/>
                    <a:pt x="1230" y="1369"/>
                    <a:pt x="1290" y="1290"/>
                  </a:cubicBezTo>
                  <a:lnTo>
                    <a:pt x="1290" y="1272"/>
                  </a:lnTo>
                  <a:cubicBezTo>
                    <a:pt x="1346" y="1198"/>
                    <a:pt x="1387" y="1119"/>
                    <a:pt x="1387" y="1022"/>
                  </a:cubicBezTo>
                  <a:cubicBezTo>
                    <a:pt x="1387" y="907"/>
                    <a:pt x="1346" y="810"/>
                    <a:pt x="1290" y="754"/>
                  </a:cubicBezTo>
                  <a:cubicBezTo>
                    <a:pt x="1230" y="694"/>
                    <a:pt x="1156" y="639"/>
                    <a:pt x="1078" y="620"/>
                  </a:cubicBezTo>
                  <a:cubicBezTo>
                    <a:pt x="999" y="579"/>
                    <a:pt x="907" y="560"/>
                    <a:pt x="791" y="542"/>
                  </a:cubicBezTo>
                  <a:cubicBezTo>
                    <a:pt x="713" y="523"/>
                    <a:pt x="652" y="523"/>
                    <a:pt x="634" y="505"/>
                  </a:cubicBezTo>
                  <a:cubicBezTo>
                    <a:pt x="616" y="505"/>
                    <a:pt x="616" y="505"/>
                    <a:pt x="616" y="481"/>
                  </a:cubicBezTo>
                  <a:lnTo>
                    <a:pt x="597" y="481"/>
                  </a:lnTo>
                  <a:lnTo>
                    <a:pt x="616" y="463"/>
                  </a:lnTo>
                  <a:cubicBezTo>
                    <a:pt x="634" y="463"/>
                    <a:pt x="676" y="445"/>
                    <a:pt x="731" y="445"/>
                  </a:cubicBezTo>
                  <a:cubicBezTo>
                    <a:pt x="847" y="445"/>
                    <a:pt x="981" y="481"/>
                    <a:pt x="1096" y="542"/>
                  </a:cubicBezTo>
                  <a:lnTo>
                    <a:pt x="1156" y="579"/>
                  </a:lnTo>
                  <a:lnTo>
                    <a:pt x="1327" y="158"/>
                  </a:lnTo>
                  <a:lnTo>
                    <a:pt x="1290" y="116"/>
                  </a:lnTo>
                  <a:cubicBezTo>
                    <a:pt x="1212" y="80"/>
                    <a:pt x="1138" y="61"/>
                    <a:pt x="1041" y="43"/>
                  </a:cubicBezTo>
                  <a:cubicBezTo>
                    <a:pt x="944" y="1"/>
                    <a:pt x="847" y="1"/>
                    <a:pt x="731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7" name="Google Shape;4147;p64"/>
            <p:cNvSpPr/>
            <p:nvPr/>
          </p:nvSpPr>
          <p:spPr>
            <a:xfrm>
              <a:off x="3330202" y="3206454"/>
              <a:ext cx="103153" cy="118799"/>
            </a:xfrm>
            <a:custGeom>
              <a:avLst/>
              <a:gdLst/>
              <a:ahLst/>
              <a:cxnLst/>
              <a:rect l="l" t="t" r="r" b="b"/>
              <a:pathLst>
                <a:path w="1253" h="1443" extrusionOk="0">
                  <a:moveTo>
                    <a:pt x="675" y="1"/>
                  </a:moveTo>
                  <a:cubicBezTo>
                    <a:pt x="536" y="1"/>
                    <a:pt x="402" y="19"/>
                    <a:pt x="305" y="74"/>
                  </a:cubicBezTo>
                  <a:cubicBezTo>
                    <a:pt x="213" y="116"/>
                    <a:pt x="134" y="172"/>
                    <a:pt x="97" y="232"/>
                  </a:cubicBezTo>
                  <a:cubicBezTo>
                    <a:pt x="37" y="305"/>
                    <a:pt x="19" y="384"/>
                    <a:pt x="19" y="463"/>
                  </a:cubicBezTo>
                  <a:cubicBezTo>
                    <a:pt x="19" y="578"/>
                    <a:pt x="37" y="652"/>
                    <a:pt x="97" y="712"/>
                  </a:cubicBezTo>
                  <a:cubicBezTo>
                    <a:pt x="153" y="768"/>
                    <a:pt x="213" y="809"/>
                    <a:pt x="287" y="828"/>
                  </a:cubicBezTo>
                  <a:cubicBezTo>
                    <a:pt x="365" y="865"/>
                    <a:pt x="444" y="883"/>
                    <a:pt x="559" y="902"/>
                  </a:cubicBezTo>
                  <a:cubicBezTo>
                    <a:pt x="633" y="925"/>
                    <a:pt x="693" y="943"/>
                    <a:pt x="730" y="943"/>
                  </a:cubicBezTo>
                  <a:cubicBezTo>
                    <a:pt x="767" y="962"/>
                    <a:pt x="790" y="980"/>
                    <a:pt x="790" y="1017"/>
                  </a:cubicBezTo>
                  <a:cubicBezTo>
                    <a:pt x="790" y="1040"/>
                    <a:pt x="767" y="1059"/>
                    <a:pt x="749" y="1077"/>
                  </a:cubicBezTo>
                  <a:cubicBezTo>
                    <a:pt x="712" y="1077"/>
                    <a:pt x="675" y="1096"/>
                    <a:pt x="615" y="1096"/>
                  </a:cubicBezTo>
                  <a:cubicBezTo>
                    <a:pt x="536" y="1096"/>
                    <a:pt x="462" y="1077"/>
                    <a:pt x="365" y="1059"/>
                  </a:cubicBezTo>
                  <a:cubicBezTo>
                    <a:pt x="287" y="1040"/>
                    <a:pt x="213" y="999"/>
                    <a:pt x="153" y="962"/>
                  </a:cubicBezTo>
                  <a:lnTo>
                    <a:pt x="0" y="1308"/>
                  </a:lnTo>
                  <a:cubicBezTo>
                    <a:pt x="56" y="1345"/>
                    <a:pt x="153" y="1387"/>
                    <a:pt x="268" y="1405"/>
                  </a:cubicBezTo>
                  <a:cubicBezTo>
                    <a:pt x="384" y="1424"/>
                    <a:pt x="481" y="1442"/>
                    <a:pt x="596" y="1442"/>
                  </a:cubicBezTo>
                  <a:cubicBezTo>
                    <a:pt x="749" y="1442"/>
                    <a:pt x="864" y="1424"/>
                    <a:pt x="961" y="1387"/>
                  </a:cubicBezTo>
                  <a:cubicBezTo>
                    <a:pt x="1058" y="1345"/>
                    <a:pt x="1137" y="1290"/>
                    <a:pt x="1192" y="1211"/>
                  </a:cubicBezTo>
                  <a:cubicBezTo>
                    <a:pt x="1229" y="1133"/>
                    <a:pt x="1252" y="1059"/>
                    <a:pt x="1252" y="980"/>
                  </a:cubicBezTo>
                  <a:cubicBezTo>
                    <a:pt x="1252" y="883"/>
                    <a:pt x="1229" y="809"/>
                    <a:pt x="1174" y="749"/>
                  </a:cubicBezTo>
                  <a:cubicBezTo>
                    <a:pt x="1114" y="694"/>
                    <a:pt x="1058" y="652"/>
                    <a:pt x="980" y="615"/>
                  </a:cubicBezTo>
                  <a:cubicBezTo>
                    <a:pt x="906" y="597"/>
                    <a:pt x="827" y="578"/>
                    <a:pt x="712" y="555"/>
                  </a:cubicBezTo>
                  <a:cubicBezTo>
                    <a:pt x="633" y="537"/>
                    <a:pt x="578" y="518"/>
                    <a:pt x="536" y="500"/>
                  </a:cubicBezTo>
                  <a:cubicBezTo>
                    <a:pt x="499" y="500"/>
                    <a:pt x="481" y="481"/>
                    <a:pt x="481" y="439"/>
                  </a:cubicBezTo>
                  <a:cubicBezTo>
                    <a:pt x="481" y="384"/>
                    <a:pt x="536" y="366"/>
                    <a:pt x="675" y="366"/>
                  </a:cubicBezTo>
                  <a:cubicBezTo>
                    <a:pt x="790" y="366"/>
                    <a:pt x="924" y="384"/>
                    <a:pt x="1058" y="463"/>
                  </a:cubicBezTo>
                  <a:lnTo>
                    <a:pt x="1192" y="135"/>
                  </a:lnTo>
                  <a:cubicBezTo>
                    <a:pt x="1137" y="93"/>
                    <a:pt x="1040" y="56"/>
                    <a:pt x="943" y="38"/>
                  </a:cubicBezTo>
                  <a:cubicBezTo>
                    <a:pt x="864" y="19"/>
                    <a:pt x="767" y="1"/>
                    <a:pt x="67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8" name="Google Shape;4148;p64"/>
            <p:cNvSpPr/>
            <p:nvPr/>
          </p:nvSpPr>
          <p:spPr>
            <a:xfrm>
              <a:off x="3323698" y="3202997"/>
              <a:ext cx="114185" cy="125302"/>
            </a:xfrm>
            <a:custGeom>
              <a:avLst/>
              <a:gdLst/>
              <a:ahLst/>
              <a:cxnLst/>
              <a:rect l="l" t="t" r="r" b="b"/>
              <a:pathLst>
                <a:path w="1387" h="1522" extrusionOk="0">
                  <a:moveTo>
                    <a:pt x="754" y="98"/>
                  </a:moveTo>
                  <a:cubicBezTo>
                    <a:pt x="846" y="98"/>
                    <a:pt x="925" y="116"/>
                    <a:pt x="1022" y="135"/>
                  </a:cubicBezTo>
                  <a:cubicBezTo>
                    <a:pt x="1100" y="135"/>
                    <a:pt x="1156" y="177"/>
                    <a:pt x="1216" y="195"/>
                  </a:cubicBezTo>
                  <a:lnTo>
                    <a:pt x="1100" y="445"/>
                  </a:lnTo>
                  <a:cubicBezTo>
                    <a:pt x="985" y="389"/>
                    <a:pt x="869" y="347"/>
                    <a:pt x="754" y="347"/>
                  </a:cubicBezTo>
                  <a:cubicBezTo>
                    <a:pt x="675" y="347"/>
                    <a:pt x="638" y="347"/>
                    <a:pt x="578" y="389"/>
                  </a:cubicBezTo>
                  <a:cubicBezTo>
                    <a:pt x="541" y="408"/>
                    <a:pt x="500" y="445"/>
                    <a:pt x="500" y="481"/>
                  </a:cubicBezTo>
                  <a:cubicBezTo>
                    <a:pt x="500" y="505"/>
                    <a:pt x="523" y="542"/>
                    <a:pt x="541" y="560"/>
                  </a:cubicBezTo>
                  <a:cubicBezTo>
                    <a:pt x="560" y="579"/>
                    <a:pt x="578" y="579"/>
                    <a:pt x="597" y="597"/>
                  </a:cubicBezTo>
                  <a:cubicBezTo>
                    <a:pt x="638" y="620"/>
                    <a:pt x="694" y="620"/>
                    <a:pt x="791" y="639"/>
                  </a:cubicBezTo>
                  <a:cubicBezTo>
                    <a:pt x="888" y="657"/>
                    <a:pt x="985" y="676"/>
                    <a:pt x="1040" y="713"/>
                  </a:cubicBezTo>
                  <a:cubicBezTo>
                    <a:pt x="1119" y="736"/>
                    <a:pt x="1174" y="773"/>
                    <a:pt x="1216" y="810"/>
                  </a:cubicBezTo>
                  <a:cubicBezTo>
                    <a:pt x="1271" y="870"/>
                    <a:pt x="1290" y="925"/>
                    <a:pt x="1290" y="1022"/>
                  </a:cubicBezTo>
                  <a:cubicBezTo>
                    <a:pt x="1290" y="1101"/>
                    <a:pt x="1271" y="1156"/>
                    <a:pt x="1216" y="1235"/>
                  </a:cubicBezTo>
                  <a:cubicBezTo>
                    <a:pt x="1174" y="1290"/>
                    <a:pt x="1119" y="1332"/>
                    <a:pt x="1022" y="1369"/>
                  </a:cubicBezTo>
                  <a:cubicBezTo>
                    <a:pt x="925" y="1406"/>
                    <a:pt x="809" y="1429"/>
                    <a:pt x="675" y="1429"/>
                  </a:cubicBezTo>
                  <a:cubicBezTo>
                    <a:pt x="578" y="1429"/>
                    <a:pt x="463" y="1429"/>
                    <a:pt x="347" y="1387"/>
                  </a:cubicBezTo>
                  <a:cubicBezTo>
                    <a:pt x="269" y="1369"/>
                    <a:pt x="195" y="1350"/>
                    <a:pt x="135" y="1313"/>
                  </a:cubicBezTo>
                  <a:lnTo>
                    <a:pt x="250" y="1059"/>
                  </a:lnTo>
                  <a:cubicBezTo>
                    <a:pt x="310" y="1101"/>
                    <a:pt x="366" y="1119"/>
                    <a:pt x="444" y="1138"/>
                  </a:cubicBezTo>
                  <a:cubicBezTo>
                    <a:pt x="523" y="1156"/>
                    <a:pt x="597" y="1175"/>
                    <a:pt x="694" y="1175"/>
                  </a:cubicBezTo>
                  <a:cubicBezTo>
                    <a:pt x="754" y="1175"/>
                    <a:pt x="809" y="1175"/>
                    <a:pt x="846" y="1156"/>
                  </a:cubicBezTo>
                  <a:cubicBezTo>
                    <a:pt x="888" y="1138"/>
                    <a:pt x="925" y="1101"/>
                    <a:pt x="925" y="1059"/>
                  </a:cubicBezTo>
                  <a:cubicBezTo>
                    <a:pt x="925" y="1022"/>
                    <a:pt x="906" y="1004"/>
                    <a:pt x="888" y="985"/>
                  </a:cubicBezTo>
                  <a:cubicBezTo>
                    <a:pt x="888" y="967"/>
                    <a:pt x="846" y="944"/>
                    <a:pt x="828" y="944"/>
                  </a:cubicBezTo>
                  <a:cubicBezTo>
                    <a:pt x="791" y="925"/>
                    <a:pt x="731" y="907"/>
                    <a:pt x="638" y="888"/>
                  </a:cubicBezTo>
                  <a:cubicBezTo>
                    <a:pt x="541" y="870"/>
                    <a:pt x="444" y="851"/>
                    <a:pt x="384" y="828"/>
                  </a:cubicBezTo>
                  <a:cubicBezTo>
                    <a:pt x="310" y="810"/>
                    <a:pt x="269" y="773"/>
                    <a:pt x="213" y="713"/>
                  </a:cubicBezTo>
                  <a:cubicBezTo>
                    <a:pt x="176" y="657"/>
                    <a:pt x="153" y="597"/>
                    <a:pt x="153" y="505"/>
                  </a:cubicBezTo>
                  <a:cubicBezTo>
                    <a:pt x="153" y="426"/>
                    <a:pt x="176" y="366"/>
                    <a:pt x="213" y="311"/>
                  </a:cubicBezTo>
                  <a:cubicBezTo>
                    <a:pt x="250" y="232"/>
                    <a:pt x="329" y="195"/>
                    <a:pt x="407" y="158"/>
                  </a:cubicBezTo>
                  <a:cubicBezTo>
                    <a:pt x="500" y="116"/>
                    <a:pt x="615" y="98"/>
                    <a:pt x="754" y="98"/>
                  </a:cubicBezTo>
                  <a:close/>
                  <a:moveTo>
                    <a:pt x="754" y="1"/>
                  </a:moveTo>
                  <a:cubicBezTo>
                    <a:pt x="597" y="1"/>
                    <a:pt x="481" y="19"/>
                    <a:pt x="366" y="61"/>
                  </a:cubicBezTo>
                  <a:cubicBezTo>
                    <a:pt x="269" y="98"/>
                    <a:pt x="176" y="177"/>
                    <a:pt x="135" y="250"/>
                  </a:cubicBezTo>
                  <a:cubicBezTo>
                    <a:pt x="79" y="329"/>
                    <a:pt x="38" y="408"/>
                    <a:pt x="38" y="505"/>
                  </a:cubicBezTo>
                  <a:cubicBezTo>
                    <a:pt x="38" y="620"/>
                    <a:pt x="79" y="713"/>
                    <a:pt x="135" y="773"/>
                  </a:cubicBezTo>
                  <a:cubicBezTo>
                    <a:pt x="195" y="851"/>
                    <a:pt x="269" y="888"/>
                    <a:pt x="347" y="925"/>
                  </a:cubicBezTo>
                  <a:cubicBezTo>
                    <a:pt x="426" y="944"/>
                    <a:pt x="523" y="967"/>
                    <a:pt x="615" y="985"/>
                  </a:cubicBezTo>
                  <a:cubicBezTo>
                    <a:pt x="712" y="1004"/>
                    <a:pt x="772" y="1022"/>
                    <a:pt x="791" y="1041"/>
                  </a:cubicBezTo>
                  <a:lnTo>
                    <a:pt x="809" y="1041"/>
                  </a:lnTo>
                  <a:lnTo>
                    <a:pt x="828" y="1059"/>
                  </a:lnTo>
                  <a:lnTo>
                    <a:pt x="809" y="1059"/>
                  </a:lnTo>
                  <a:cubicBezTo>
                    <a:pt x="791" y="1082"/>
                    <a:pt x="754" y="1082"/>
                    <a:pt x="694" y="1082"/>
                  </a:cubicBezTo>
                  <a:cubicBezTo>
                    <a:pt x="615" y="1082"/>
                    <a:pt x="541" y="1059"/>
                    <a:pt x="463" y="1041"/>
                  </a:cubicBezTo>
                  <a:cubicBezTo>
                    <a:pt x="384" y="1022"/>
                    <a:pt x="310" y="1004"/>
                    <a:pt x="250" y="967"/>
                  </a:cubicBezTo>
                  <a:lnTo>
                    <a:pt x="195" y="925"/>
                  </a:lnTo>
                  <a:lnTo>
                    <a:pt x="1" y="1369"/>
                  </a:lnTo>
                  <a:lnTo>
                    <a:pt x="38" y="1387"/>
                  </a:lnTo>
                  <a:cubicBezTo>
                    <a:pt x="116" y="1429"/>
                    <a:pt x="213" y="1466"/>
                    <a:pt x="329" y="1484"/>
                  </a:cubicBezTo>
                  <a:cubicBezTo>
                    <a:pt x="444" y="1521"/>
                    <a:pt x="560" y="1521"/>
                    <a:pt x="675" y="1521"/>
                  </a:cubicBezTo>
                  <a:cubicBezTo>
                    <a:pt x="828" y="1521"/>
                    <a:pt x="962" y="1503"/>
                    <a:pt x="1059" y="1466"/>
                  </a:cubicBezTo>
                  <a:cubicBezTo>
                    <a:pt x="1156" y="1429"/>
                    <a:pt x="1253" y="1369"/>
                    <a:pt x="1308" y="1290"/>
                  </a:cubicBezTo>
                  <a:lnTo>
                    <a:pt x="1308" y="1272"/>
                  </a:lnTo>
                  <a:cubicBezTo>
                    <a:pt x="1368" y="1198"/>
                    <a:pt x="1387" y="1119"/>
                    <a:pt x="1387" y="1022"/>
                  </a:cubicBezTo>
                  <a:cubicBezTo>
                    <a:pt x="1387" y="907"/>
                    <a:pt x="1350" y="810"/>
                    <a:pt x="1290" y="754"/>
                  </a:cubicBezTo>
                  <a:cubicBezTo>
                    <a:pt x="1234" y="694"/>
                    <a:pt x="1156" y="639"/>
                    <a:pt x="1077" y="620"/>
                  </a:cubicBezTo>
                  <a:cubicBezTo>
                    <a:pt x="1003" y="579"/>
                    <a:pt x="906" y="560"/>
                    <a:pt x="809" y="542"/>
                  </a:cubicBezTo>
                  <a:cubicBezTo>
                    <a:pt x="712" y="523"/>
                    <a:pt x="657" y="523"/>
                    <a:pt x="638" y="505"/>
                  </a:cubicBezTo>
                  <a:cubicBezTo>
                    <a:pt x="615" y="505"/>
                    <a:pt x="615" y="505"/>
                    <a:pt x="615" y="481"/>
                  </a:cubicBezTo>
                  <a:lnTo>
                    <a:pt x="638" y="463"/>
                  </a:lnTo>
                  <a:cubicBezTo>
                    <a:pt x="657" y="463"/>
                    <a:pt x="694" y="445"/>
                    <a:pt x="754" y="445"/>
                  </a:cubicBezTo>
                  <a:cubicBezTo>
                    <a:pt x="846" y="445"/>
                    <a:pt x="985" y="481"/>
                    <a:pt x="1119" y="542"/>
                  </a:cubicBezTo>
                  <a:lnTo>
                    <a:pt x="1156" y="579"/>
                  </a:lnTo>
                  <a:lnTo>
                    <a:pt x="1350" y="158"/>
                  </a:lnTo>
                  <a:lnTo>
                    <a:pt x="1308" y="116"/>
                  </a:lnTo>
                  <a:cubicBezTo>
                    <a:pt x="1234" y="80"/>
                    <a:pt x="1137" y="61"/>
                    <a:pt x="1040" y="43"/>
                  </a:cubicBezTo>
                  <a:cubicBezTo>
                    <a:pt x="943" y="1"/>
                    <a:pt x="846" y="1"/>
                    <a:pt x="754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9" name="Google Shape;4149;p64"/>
            <p:cNvSpPr/>
            <p:nvPr/>
          </p:nvSpPr>
          <p:spPr>
            <a:xfrm>
              <a:off x="3445790" y="3209501"/>
              <a:ext cx="90228" cy="112706"/>
            </a:xfrm>
            <a:custGeom>
              <a:avLst/>
              <a:gdLst/>
              <a:ahLst/>
              <a:cxnLst/>
              <a:rect l="l" t="t" r="r" b="b"/>
              <a:pathLst>
                <a:path w="1096" h="1369" extrusionOk="0">
                  <a:moveTo>
                    <a:pt x="1" y="1"/>
                  </a:moveTo>
                  <a:lnTo>
                    <a:pt x="1" y="1368"/>
                  </a:lnTo>
                  <a:lnTo>
                    <a:pt x="1096" y="1368"/>
                  </a:lnTo>
                  <a:lnTo>
                    <a:pt x="1096" y="1022"/>
                  </a:lnTo>
                  <a:lnTo>
                    <a:pt x="463" y="1022"/>
                  </a:lnTo>
                  <a:lnTo>
                    <a:pt x="46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0" name="Google Shape;4150;p64"/>
            <p:cNvSpPr/>
            <p:nvPr/>
          </p:nvSpPr>
          <p:spPr>
            <a:xfrm>
              <a:off x="3440851" y="3204561"/>
              <a:ext cx="100107" cy="122174"/>
            </a:xfrm>
            <a:custGeom>
              <a:avLst/>
              <a:gdLst/>
              <a:ahLst/>
              <a:cxnLst/>
              <a:rect l="l" t="t" r="r" b="b"/>
              <a:pathLst>
                <a:path w="1216" h="1484" extrusionOk="0">
                  <a:moveTo>
                    <a:pt x="486" y="116"/>
                  </a:moveTo>
                  <a:lnTo>
                    <a:pt x="486" y="1119"/>
                  </a:lnTo>
                  <a:lnTo>
                    <a:pt x="1100" y="1119"/>
                  </a:lnTo>
                  <a:lnTo>
                    <a:pt x="1100" y="1387"/>
                  </a:lnTo>
                  <a:lnTo>
                    <a:pt x="98" y="1387"/>
                  </a:lnTo>
                  <a:lnTo>
                    <a:pt x="98" y="116"/>
                  </a:lnTo>
                  <a:close/>
                  <a:moveTo>
                    <a:pt x="1" y="0"/>
                  </a:moveTo>
                  <a:lnTo>
                    <a:pt x="1" y="61"/>
                  </a:lnTo>
                  <a:lnTo>
                    <a:pt x="1" y="1484"/>
                  </a:lnTo>
                  <a:lnTo>
                    <a:pt x="1216" y="1484"/>
                  </a:lnTo>
                  <a:lnTo>
                    <a:pt x="1216" y="1022"/>
                  </a:lnTo>
                  <a:lnTo>
                    <a:pt x="578" y="1022"/>
                  </a:lnTo>
                  <a:lnTo>
                    <a:pt x="578" y="0"/>
                  </a:ln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51" name="Google Shape;4151;p64"/>
          <p:cNvGrpSpPr/>
          <p:nvPr/>
        </p:nvGrpSpPr>
        <p:grpSpPr>
          <a:xfrm>
            <a:off x="1218000" y="2578166"/>
            <a:ext cx="1203012" cy="2007203"/>
            <a:chOff x="1218000" y="2578166"/>
            <a:chExt cx="1203012" cy="2007203"/>
          </a:xfrm>
        </p:grpSpPr>
        <p:sp>
          <p:nvSpPr>
            <p:cNvPr id="4152" name="Google Shape;4152;p64"/>
            <p:cNvSpPr/>
            <p:nvPr/>
          </p:nvSpPr>
          <p:spPr>
            <a:xfrm>
              <a:off x="1861442" y="2700623"/>
              <a:ext cx="326511" cy="506619"/>
            </a:xfrm>
            <a:custGeom>
              <a:avLst/>
              <a:gdLst/>
              <a:ahLst/>
              <a:cxnLst/>
              <a:rect l="l" t="t" r="r" b="b"/>
              <a:pathLst>
                <a:path w="5754" h="8928" extrusionOk="0">
                  <a:moveTo>
                    <a:pt x="2583" y="1"/>
                  </a:moveTo>
                  <a:lnTo>
                    <a:pt x="2583" y="1"/>
                  </a:lnTo>
                  <a:cubicBezTo>
                    <a:pt x="2583" y="1"/>
                    <a:pt x="2754" y="731"/>
                    <a:pt x="2255" y="1138"/>
                  </a:cubicBezTo>
                  <a:cubicBezTo>
                    <a:pt x="2159" y="1223"/>
                    <a:pt x="2062" y="1258"/>
                    <a:pt x="1965" y="1258"/>
                  </a:cubicBezTo>
                  <a:cubicBezTo>
                    <a:pt x="1579" y="1258"/>
                    <a:pt x="1182" y="704"/>
                    <a:pt x="735" y="597"/>
                  </a:cubicBezTo>
                  <a:cubicBezTo>
                    <a:pt x="662" y="582"/>
                    <a:pt x="596" y="576"/>
                    <a:pt x="536" y="576"/>
                  </a:cubicBezTo>
                  <a:cubicBezTo>
                    <a:pt x="133" y="576"/>
                    <a:pt x="0" y="870"/>
                    <a:pt x="0" y="870"/>
                  </a:cubicBezTo>
                  <a:cubicBezTo>
                    <a:pt x="735" y="888"/>
                    <a:pt x="790" y="2621"/>
                    <a:pt x="1446" y="3041"/>
                  </a:cubicBezTo>
                  <a:cubicBezTo>
                    <a:pt x="2102" y="3485"/>
                    <a:pt x="2370" y="3679"/>
                    <a:pt x="2504" y="4025"/>
                  </a:cubicBezTo>
                  <a:cubicBezTo>
                    <a:pt x="2638" y="4372"/>
                    <a:pt x="2523" y="5449"/>
                    <a:pt x="1871" y="5989"/>
                  </a:cubicBezTo>
                  <a:cubicBezTo>
                    <a:pt x="1215" y="6530"/>
                    <a:pt x="984" y="7431"/>
                    <a:pt x="1155" y="8032"/>
                  </a:cubicBezTo>
                  <a:cubicBezTo>
                    <a:pt x="1331" y="8628"/>
                    <a:pt x="3142" y="8665"/>
                    <a:pt x="4182" y="8896"/>
                  </a:cubicBezTo>
                  <a:cubicBezTo>
                    <a:pt x="4281" y="8917"/>
                    <a:pt x="4376" y="8928"/>
                    <a:pt x="4466" y="8928"/>
                  </a:cubicBezTo>
                  <a:cubicBezTo>
                    <a:pt x="5332" y="8928"/>
                    <a:pt x="5754" y="7990"/>
                    <a:pt x="5720" y="7412"/>
                  </a:cubicBezTo>
                  <a:cubicBezTo>
                    <a:pt x="5683" y="6798"/>
                    <a:pt x="5337" y="6507"/>
                    <a:pt x="4815" y="6239"/>
                  </a:cubicBezTo>
                  <a:cubicBezTo>
                    <a:pt x="4297" y="5971"/>
                    <a:pt x="4547" y="5509"/>
                    <a:pt x="4833" y="4797"/>
                  </a:cubicBezTo>
                  <a:cubicBezTo>
                    <a:pt x="5124" y="4104"/>
                    <a:pt x="4699" y="3679"/>
                    <a:pt x="4219" y="3485"/>
                  </a:cubicBezTo>
                  <a:cubicBezTo>
                    <a:pt x="3738" y="3295"/>
                    <a:pt x="3234" y="3101"/>
                    <a:pt x="3428" y="2293"/>
                  </a:cubicBezTo>
                  <a:cubicBezTo>
                    <a:pt x="3623" y="1484"/>
                    <a:pt x="3526" y="1059"/>
                    <a:pt x="3276" y="616"/>
                  </a:cubicBezTo>
                  <a:cubicBezTo>
                    <a:pt x="3027" y="154"/>
                    <a:pt x="2583" y="1"/>
                    <a:pt x="2583" y="1"/>
                  </a:cubicBezTo>
                  <a:close/>
                </a:path>
              </a:pathLst>
            </a:custGeom>
            <a:solidFill>
              <a:srgbClr val="00A6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3" name="Google Shape;4153;p64"/>
            <p:cNvSpPr/>
            <p:nvPr/>
          </p:nvSpPr>
          <p:spPr>
            <a:xfrm>
              <a:off x="1857243" y="2696197"/>
              <a:ext cx="333263" cy="513656"/>
            </a:xfrm>
            <a:custGeom>
              <a:avLst/>
              <a:gdLst/>
              <a:ahLst/>
              <a:cxnLst/>
              <a:rect l="l" t="t" r="r" b="b"/>
              <a:pathLst>
                <a:path w="5873" h="9052" extrusionOk="0">
                  <a:moveTo>
                    <a:pt x="2712" y="158"/>
                  </a:moveTo>
                  <a:cubicBezTo>
                    <a:pt x="2809" y="194"/>
                    <a:pt x="3101" y="347"/>
                    <a:pt x="3308" y="717"/>
                  </a:cubicBezTo>
                  <a:cubicBezTo>
                    <a:pt x="3563" y="1156"/>
                    <a:pt x="3636" y="1544"/>
                    <a:pt x="3447" y="2352"/>
                  </a:cubicBezTo>
                  <a:cubicBezTo>
                    <a:pt x="3350" y="2773"/>
                    <a:pt x="3424" y="3045"/>
                    <a:pt x="3600" y="3235"/>
                  </a:cubicBezTo>
                  <a:cubicBezTo>
                    <a:pt x="3770" y="3429"/>
                    <a:pt x="4025" y="3526"/>
                    <a:pt x="4274" y="3604"/>
                  </a:cubicBezTo>
                  <a:cubicBezTo>
                    <a:pt x="4505" y="3697"/>
                    <a:pt x="4718" y="3854"/>
                    <a:pt x="4852" y="4043"/>
                  </a:cubicBezTo>
                  <a:cubicBezTo>
                    <a:pt x="4967" y="4256"/>
                    <a:pt x="5004" y="4529"/>
                    <a:pt x="4870" y="4852"/>
                  </a:cubicBezTo>
                  <a:cubicBezTo>
                    <a:pt x="4718" y="5199"/>
                    <a:pt x="4579" y="5508"/>
                    <a:pt x="4542" y="5758"/>
                  </a:cubicBezTo>
                  <a:cubicBezTo>
                    <a:pt x="4524" y="5873"/>
                    <a:pt x="4542" y="5989"/>
                    <a:pt x="4579" y="6104"/>
                  </a:cubicBezTo>
                  <a:cubicBezTo>
                    <a:pt x="4639" y="6201"/>
                    <a:pt x="4736" y="6298"/>
                    <a:pt x="4870" y="6377"/>
                  </a:cubicBezTo>
                  <a:cubicBezTo>
                    <a:pt x="5120" y="6511"/>
                    <a:pt x="5332" y="6645"/>
                    <a:pt x="5485" y="6816"/>
                  </a:cubicBezTo>
                  <a:cubicBezTo>
                    <a:pt x="5642" y="6991"/>
                    <a:pt x="5734" y="7204"/>
                    <a:pt x="5734" y="7509"/>
                  </a:cubicBezTo>
                  <a:cubicBezTo>
                    <a:pt x="5757" y="7800"/>
                    <a:pt x="5642" y="8225"/>
                    <a:pt x="5388" y="8530"/>
                  </a:cubicBezTo>
                  <a:cubicBezTo>
                    <a:pt x="5188" y="8778"/>
                    <a:pt x="4914" y="8952"/>
                    <a:pt x="4556" y="8952"/>
                  </a:cubicBezTo>
                  <a:cubicBezTo>
                    <a:pt x="4467" y="8952"/>
                    <a:pt x="4373" y="8941"/>
                    <a:pt x="4274" y="8918"/>
                  </a:cubicBezTo>
                  <a:cubicBezTo>
                    <a:pt x="3734" y="8803"/>
                    <a:pt x="3022" y="8743"/>
                    <a:pt x="2426" y="8627"/>
                  </a:cubicBezTo>
                  <a:cubicBezTo>
                    <a:pt x="2116" y="8572"/>
                    <a:pt x="1848" y="8493"/>
                    <a:pt x="1654" y="8414"/>
                  </a:cubicBezTo>
                  <a:cubicBezTo>
                    <a:pt x="1442" y="8317"/>
                    <a:pt x="1308" y="8225"/>
                    <a:pt x="1289" y="8086"/>
                  </a:cubicBezTo>
                  <a:cubicBezTo>
                    <a:pt x="1114" y="7509"/>
                    <a:pt x="1345" y="6645"/>
                    <a:pt x="1982" y="6104"/>
                  </a:cubicBezTo>
                  <a:cubicBezTo>
                    <a:pt x="2310" y="5836"/>
                    <a:pt x="2500" y="5411"/>
                    <a:pt x="2597" y="5028"/>
                  </a:cubicBezTo>
                  <a:cubicBezTo>
                    <a:pt x="2694" y="4644"/>
                    <a:pt x="2694" y="4274"/>
                    <a:pt x="2615" y="4085"/>
                  </a:cubicBezTo>
                  <a:cubicBezTo>
                    <a:pt x="2541" y="3909"/>
                    <a:pt x="2444" y="3757"/>
                    <a:pt x="2269" y="3604"/>
                  </a:cubicBezTo>
                  <a:cubicBezTo>
                    <a:pt x="2116" y="3466"/>
                    <a:pt x="1885" y="3295"/>
                    <a:pt x="1539" y="3082"/>
                  </a:cubicBezTo>
                  <a:cubicBezTo>
                    <a:pt x="1229" y="2888"/>
                    <a:pt x="1058" y="2352"/>
                    <a:pt x="864" y="1872"/>
                  </a:cubicBezTo>
                  <a:cubicBezTo>
                    <a:pt x="767" y="1618"/>
                    <a:pt x="675" y="1387"/>
                    <a:pt x="559" y="1216"/>
                  </a:cubicBezTo>
                  <a:cubicBezTo>
                    <a:pt x="444" y="1063"/>
                    <a:pt x="305" y="966"/>
                    <a:pt x="153" y="925"/>
                  </a:cubicBezTo>
                  <a:cubicBezTo>
                    <a:pt x="171" y="888"/>
                    <a:pt x="171" y="869"/>
                    <a:pt x="250" y="809"/>
                  </a:cubicBezTo>
                  <a:cubicBezTo>
                    <a:pt x="332" y="756"/>
                    <a:pt x="433" y="711"/>
                    <a:pt x="584" y="711"/>
                  </a:cubicBezTo>
                  <a:cubicBezTo>
                    <a:pt x="644" y="711"/>
                    <a:pt x="712" y="718"/>
                    <a:pt x="790" y="735"/>
                  </a:cubicBezTo>
                  <a:cubicBezTo>
                    <a:pt x="1058" y="791"/>
                    <a:pt x="1308" y="1022"/>
                    <a:pt x="1557" y="1197"/>
                  </a:cubicBezTo>
                  <a:cubicBezTo>
                    <a:pt x="1691" y="1271"/>
                    <a:pt x="1830" y="1350"/>
                    <a:pt x="1964" y="1368"/>
                  </a:cubicBezTo>
                  <a:cubicBezTo>
                    <a:pt x="1998" y="1379"/>
                    <a:pt x="2032" y="1384"/>
                    <a:pt x="2066" y="1384"/>
                  </a:cubicBezTo>
                  <a:cubicBezTo>
                    <a:pt x="2166" y="1384"/>
                    <a:pt x="2266" y="1339"/>
                    <a:pt x="2366" y="1253"/>
                  </a:cubicBezTo>
                  <a:cubicBezTo>
                    <a:pt x="2828" y="888"/>
                    <a:pt x="2731" y="292"/>
                    <a:pt x="2712" y="158"/>
                  </a:cubicBezTo>
                  <a:close/>
                  <a:moveTo>
                    <a:pt x="2578" y="0"/>
                  </a:moveTo>
                  <a:lnTo>
                    <a:pt x="2597" y="79"/>
                  </a:lnTo>
                  <a:cubicBezTo>
                    <a:pt x="2597" y="79"/>
                    <a:pt x="2772" y="791"/>
                    <a:pt x="2292" y="1179"/>
                  </a:cubicBezTo>
                  <a:cubicBezTo>
                    <a:pt x="2218" y="1249"/>
                    <a:pt x="2133" y="1279"/>
                    <a:pt x="2054" y="1279"/>
                  </a:cubicBezTo>
                  <a:cubicBezTo>
                    <a:pt x="2029" y="1279"/>
                    <a:pt x="2005" y="1277"/>
                    <a:pt x="1982" y="1271"/>
                  </a:cubicBezTo>
                  <a:cubicBezTo>
                    <a:pt x="1867" y="1253"/>
                    <a:pt x="1751" y="1197"/>
                    <a:pt x="1617" y="1119"/>
                  </a:cubicBezTo>
                  <a:cubicBezTo>
                    <a:pt x="1386" y="948"/>
                    <a:pt x="1114" y="694"/>
                    <a:pt x="809" y="638"/>
                  </a:cubicBezTo>
                  <a:cubicBezTo>
                    <a:pt x="725" y="616"/>
                    <a:pt x="650" y="606"/>
                    <a:pt x="583" y="606"/>
                  </a:cubicBezTo>
                  <a:cubicBezTo>
                    <a:pt x="413" y="606"/>
                    <a:pt x="289" y="666"/>
                    <a:pt x="190" y="735"/>
                  </a:cubicBezTo>
                  <a:cubicBezTo>
                    <a:pt x="74" y="809"/>
                    <a:pt x="19" y="925"/>
                    <a:pt x="19" y="925"/>
                  </a:cubicBezTo>
                  <a:lnTo>
                    <a:pt x="0" y="1003"/>
                  </a:lnTo>
                  <a:lnTo>
                    <a:pt x="56" y="1003"/>
                  </a:lnTo>
                  <a:cubicBezTo>
                    <a:pt x="231" y="1003"/>
                    <a:pt x="365" y="1100"/>
                    <a:pt x="481" y="1271"/>
                  </a:cubicBezTo>
                  <a:cubicBezTo>
                    <a:pt x="596" y="1428"/>
                    <a:pt x="693" y="1659"/>
                    <a:pt x="767" y="1909"/>
                  </a:cubicBezTo>
                  <a:cubicBezTo>
                    <a:pt x="961" y="2389"/>
                    <a:pt x="1137" y="2948"/>
                    <a:pt x="1502" y="3179"/>
                  </a:cubicBezTo>
                  <a:cubicBezTo>
                    <a:pt x="1830" y="3392"/>
                    <a:pt x="2061" y="3544"/>
                    <a:pt x="2213" y="3678"/>
                  </a:cubicBezTo>
                  <a:cubicBezTo>
                    <a:pt x="2366" y="3835"/>
                    <a:pt x="2463" y="3951"/>
                    <a:pt x="2523" y="4122"/>
                  </a:cubicBezTo>
                  <a:cubicBezTo>
                    <a:pt x="2578" y="4274"/>
                    <a:pt x="2597" y="4621"/>
                    <a:pt x="2500" y="5009"/>
                  </a:cubicBezTo>
                  <a:cubicBezTo>
                    <a:pt x="2407" y="5374"/>
                    <a:pt x="2232" y="5776"/>
                    <a:pt x="1904" y="6030"/>
                  </a:cubicBezTo>
                  <a:cubicBezTo>
                    <a:pt x="1252" y="6585"/>
                    <a:pt x="998" y="7490"/>
                    <a:pt x="1192" y="8110"/>
                  </a:cubicBezTo>
                  <a:cubicBezTo>
                    <a:pt x="1229" y="8280"/>
                    <a:pt x="1386" y="8414"/>
                    <a:pt x="1617" y="8512"/>
                  </a:cubicBezTo>
                  <a:cubicBezTo>
                    <a:pt x="1830" y="8590"/>
                    <a:pt x="2098" y="8664"/>
                    <a:pt x="2407" y="8724"/>
                  </a:cubicBezTo>
                  <a:cubicBezTo>
                    <a:pt x="3003" y="8840"/>
                    <a:pt x="3715" y="8918"/>
                    <a:pt x="4233" y="9011"/>
                  </a:cubicBezTo>
                  <a:cubicBezTo>
                    <a:pt x="4346" y="9039"/>
                    <a:pt x="4453" y="9052"/>
                    <a:pt x="4554" y="9052"/>
                  </a:cubicBezTo>
                  <a:cubicBezTo>
                    <a:pt x="4951" y="9052"/>
                    <a:pt x="5253" y="8852"/>
                    <a:pt x="5466" y="8590"/>
                  </a:cubicBezTo>
                  <a:cubicBezTo>
                    <a:pt x="5734" y="8262"/>
                    <a:pt x="5873" y="7818"/>
                    <a:pt x="5850" y="7490"/>
                  </a:cubicBezTo>
                  <a:cubicBezTo>
                    <a:pt x="5831" y="7185"/>
                    <a:pt x="5734" y="6931"/>
                    <a:pt x="5563" y="6742"/>
                  </a:cubicBezTo>
                  <a:cubicBezTo>
                    <a:pt x="5388" y="6548"/>
                    <a:pt x="5180" y="6414"/>
                    <a:pt x="4907" y="6280"/>
                  </a:cubicBezTo>
                  <a:cubicBezTo>
                    <a:pt x="4792" y="6220"/>
                    <a:pt x="4718" y="6146"/>
                    <a:pt x="4676" y="6067"/>
                  </a:cubicBezTo>
                  <a:cubicBezTo>
                    <a:pt x="4639" y="5970"/>
                    <a:pt x="4621" y="5873"/>
                    <a:pt x="4639" y="5776"/>
                  </a:cubicBezTo>
                  <a:cubicBezTo>
                    <a:pt x="4676" y="5545"/>
                    <a:pt x="4810" y="5259"/>
                    <a:pt x="4967" y="4894"/>
                  </a:cubicBezTo>
                  <a:cubicBezTo>
                    <a:pt x="5101" y="4547"/>
                    <a:pt x="5083" y="4237"/>
                    <a:pt x="4926" y="4006"/>
                  </a:cubicBezTo>
                  <a:cubicBezTo>
                    <a:pt x="4792" y="3775"/>
                    <a:pt x="4561" y="3623"/>
                    <a:pt x="4311" y="3526"/>
                  </a:cubicBezTo>
                  <a:cubicBezTo>
                    <a:pt x="4062" y="3429"/>
                    <a:pt x="3831" y="3332"/>
                    <a:pt x="3678" y="3161"/>
                  </a:cubicBezTo>
                  <a:cubicBezTo>
                    <a:pt x="3521" y="3004"/>
                    <a:pt x="3447" y="2773"/>
                    <a:pt x="3539" y="2371"/>
                  </a:cubicBezTo>
                  <a:cubicBezTo>
                    <a:pt x="3734" y="1562"/>
                    <a:pt x="3655" y="1119"/>
                    <a:pt x="3405" y="657"/>
                  </a:cubicBezTo>
                  <a:cubicBezTo>
                    <a:pt x="3137" y="194"/>
                    <a:pt x="2675" y="24"/>
                    <a:pt x="2675" y="24"/>
                  </a:cubicBezTo>
                  <a:lnTo>
                    <a:pt x="2578" y="0"/>
                  </a:ln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4" name="Google Shape;4154;p64"/>
            <p:cNvSpPr/>
            <p:nvPr/>
          </p:nvSpPr>
          <p:spPr>
            <a:xfrm>
              <a:off x="1423534" y="2661298"/>
              <a:ext cx="344045" cy="492263"/>
            </a:xfrm>
            <a:custGeom>
              <a:avLst/>
              <a:gdLst/>
              <a:ahLst/>
              <a:cxnLst/>
              <a:rect l="l" t="t" r="r" b="b"/>
              <a:pathLst>
                <a:path w="6063" h="8675" extrusionOk="0">
                  <a:moveTo>
                    <a:pt x="4233" y="1"/>
                  </a:moveTo>
                  <a:cubicBezTo>
                    <a:pt x="3674" y="1022"/>
                    <a:pt x="3503" y="2311"/>
                    <a:pt x="1983" y="3485"/>
                  </a:cubicBezTo>
                  <a:cubicBezTo>
                    <a:pt x="463" y="4658"/>
                    <a:pt x="1" y="7297"/>
                    <a:pt x="902" y="8124"/>
                  </a:cubicBezTo>
                  <a:cubicBezTo>
                    <a:pt x="1375" y="8568"/>
                    <a:pt x="1917" y="8674"/>
                    <a:pt x="2326" y="8674"/>
                  </a:cubicBezTo>
                  <a:cubicBezTo>
                    <a:pt x="2699" y="8674"/>
                    <a:pt x="2962" y="8586"/>
                    <a:pt x="2962" y="8586"/>
                  </a:cubicBezTo>
                  <a:cubicBezTo>
                    <a:pt x="2962" y="8586"/>
                    <a:pt x="2482" y="8262"/>
                    <a:pt x="2269" y="7685"/>
                  </a:cubicBezTo>
                  <a:cubicBezTo>
                    <a:pt x="2057" y="7107"/>
                    <a:pt x="2154" y="6738"/>
                    <a:pt x="2154" y="6738"/>
                  </a:cubicBezTo>
                  <a:lnTo>
                    <a:pt x="2154" y="6738"/>
                  </a:lnTo>
                  <a:cubicBezTo>
                    <a:pt x="2154" y="6738"/>
                    <a:pt x="2288" y="7953"/>
                    <a:pt x="2925" y="8336"/>
                  </a:cubicBezTo>
                  <a:cubicBezTo>
                    <a:pt x="3113" y="8455"/>
                    <a:pt x="3334" y="8496"/>
                    <a:pt x="3551" y="8496"/>
                  </a:cubicBezTo>
                  <a:cubicBezTo>
                    <a:pt x="4048" y="8496"/>
                    <a:pt x="4524" y="8281"/>
                    <a:pt x="4524" y="8281"/>
                  </a:cubicBezTo>
                  <a:cubicBezTo>
                    <a:pt x="4524" y="8281"/>
                    <a:pt x="3790" y="8068"/>
                    <a:pt x="3388" y="7606"/>
                  </a:cubicBezTo>
                  <a:cubicBezTo>
                    <a:pt x="2981" y="7144"/>
                    <a:pt x="2981" y="6567"/>
                    <a:pt x="2981" y="6567"/>
                  </a:cubicBezTo>
                  <a:lnTo>
                    <a:pt x="2981" y="6567"/>
                  </a:lnTo>
                  <a:cubicBezTo>
                    <a:pt x="2981" y="6567"/>
                    <a:pt x="3369" y="7759"/>
                    <a:pt x="4330" y="8068"/>
                  </a:cubicBezTo>
                  <a:cubicBezTo>
                    <a:pt x="4598" y="8146"/>
                    <a:pt x="4822" y="8175"/>
                    <a:pt x="5008" y="8175"/>
                  </a:cubicBezTo>
                  <a:cubicBezTo>
                    <a:pt x="5503" y="8175"/>
                    <a:pt x="5716" y="7971"/>
                    <a:pt x="5716" y="7971"/>
                  </a:cubicBezTo>
                  <a:cubicBezTo>
                    <a:pt x="5716" y="7971"/>
                    <a:pt x="5738" y="7988"/>
                    <a:pt x="5770" y="7988"/>
                  </a:cubicBezTo>
                  <a:cubicBezTo>
                    <a:pt x="5829" y="7988"/>
                    <a:pt x="5924" y="7931"/>
                    <a:pt x="5984" y="7606"/>
                  </a:cubicBezTo>
                  <a:cubicBezTo>
                    <a:pt x="6063" y="7107"/>
                    <a:pt x="5254" y="5236"/>
                    <a:pt x="5291" y="4353"/>
                  </a:cubicBezTo>
                  <a:cubicBezTo>
                    <a:pt x="5314" y="3448"/>
                    <a:pt x="5236" y="1886"/>
                    <a:pt x="5139" y="1600"/>
                  </a:cubicBezTo>
                  <a:cubicBezTo>
                    <a:pt x="5042" y="1309"/>
                    <a:pt x="5023" y="1216"/>
                    <a:pt x="4811" y="870"/>
                  </a:cubicBezTo>
                  <a:cubicBezTo>
                    <a:pt x="4598" y="500"/>
                    <a:pt x="4233" y="1"/>
                    <a:pt x="4233" y="1"/>
                  </a:cubicBezTo>
                  <a:close/>
                </a:path>
              </a:pathLst>
            </a:custGeom>
            <a:solidFill>
              <a:srgbClr val="00A6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5" name="Google Shape;4155;p64"/>
            <p:cNvSpPr/>
            <p:nvPr/>
          </p:nvSpPr>
          <p:spPr>
            <a:xfrm>
              <a:off x="1439820" y="2655794"/>
              <a:ext cx="326738" cy="500377"/>
            </a:xfrm>
            <a:custGeom>
              <a:avLst/>
              <a:gdLst/>
              <a:ahLst/>
              <a:cxnLst/>
              <a:rect l="l" t="t" r="r" b="b"/>
              <a:pathLst>
                <a:path w="5758" h="8818" extrusionOk="0">
                  <a:moveTo>
                    <a:pt x="1982" y="7551"/>
                  </a:moveTo>
                  <a:cubicBezTo>
                    <a:pt x="2040" y="7696"/>
                    <a:pt x="2093" y="7841"/>
                    <a:pt x="2181" y="7991"/>
                  </a:cubicBezTo>
                  <a:lnTo>
                    <a:pt x="2181" y="7991"/>
                  </a:lnTo>
                  <a:cubicBezTo>
                    <a:pt x="2127" y="7906"/>
                    <a:pt x="2058" y="7848"/>
                    <a:pt x="2024" y="7759"/>
                  </a:cubicBezTo>
                  <a:cubicBezTo>
                    <a:pt x="2001" y="7666"/>
                    <a:pt x="2001" y="7625"/>
                    <a:pt x="1982" y="7551"/>
                  </a:cubicBezTo>
                  <a:close/>
                  <a:moveTo>
                    <a:pt x="3946" y="195"/>
                  </a:moveTo>
                  <a:cubicBezTo>
                    <a:pt x="4006" y="273"/>
                    <a:pt x="4293" y="657"/>
                    <a:pt x="4468" y="985"/>
                  </a:cubicBezTo>
                  <a:cubicBezTo>
                    <a:pt x="4681" y="1332"/>
                    <a:pt x="4718" y="1429"/>
                    <a:pt x="4815" y="1715"/>
                  </a:cubicBezTo>
                  <a:cubicBezTo>
                    <a:pt x="4833" y="1775"/>
                    <a:pt x="4852" y="1928"/>
                    <a:pt x="4870" y="2122"/>
                  </a:cubicBezTo>
                  <a:cubicBezTo>
                    <a:pt x="4889" y="2330"/>
                    <a:pt x="4912" y="2584"/>
                    <a:pt x="4930" y="2852"/>
                  </a:cubicBezTo>
                  <a:cubicBezTo>
                    <a:pt x="4949" y="3392"/>
                    <a:pt x="4967" y="4007"/>
                    <a:pt x="4949" y="4450"/>
                  </a:cubicBezTo>
                  <a:cubicBezTo>
                    <a:pt x="4930" y="4913"/>
                    <a:pt x="5143" y="5606"/>
                    <a:pt x="5314" y="6239"/>
                  </a:cubicBezTo>
                  <a:cubicBezTo>
                    <a:pt x="5411" y="6567"/>
                    <a:pt x="5508" y="6876"/>
                    <a:pt x="5563" y="7126"/>
                  </a:cubicBezTo>
                  <a:cubicBezTo>
                    <a:pt x="5623" y="7375"/>
                    <a:pt x="5660" y="7588"/>
                    <a:pt x="5642" y="7685"/>
                  </a:cubicBezTo>
                  <a:cubicBezTo>
                    <a:pt x="5605" y="7934"/>
                    <a:pt x="5526" y="8013"/>
                    <a:pt x="5508" y="8031"/>
                  </a:cubicBezTo>
                  <a:lnTo>
                    <a:pt x="5466" y="8031"/>
                  </a:lnTo>
                  <a:lnTo>
                    <a:pt x="5429" y="7990"/>
                  </a:lnTo>
                  <a:lnTo>
                    <a:pt x="5392" y="8031"/>
                  </a:lnTo>
                  <a:cubicBezTo>
                    <a:pt x="5392" y="8031"/>
                    <a:pt x="5314" y="8128"/>
                    <a:pt x="5083" y="8184"/>
                  </a:cubicBezTo>
                  <a:cubicBezTo>
                    <a:pt x="4992" y="8210"/>
                    <a:pt x="4880" y="8228"/>
                    <a:pt x="4744" y="8228"/>
                  </a:cubicBezTo>
                  <a:cubicBezTo>
                    <a:pt x="4562" y="8228"/>
                    <a:pt x="4337" y="8195"/>
                    <a:pt x="4062" y="8105"/>
                  </a:cubicBezTo>
                  <a:cubicBezTo>
                    <a:pt x="3138" y="7819"/>
                    <a:pt x="2736" y="6645"/>
                    <a:pt x="2736" y="6645"/>
                  </a:cubicBezTo>
                  <a:lnTo>
                    <a:pt x="2638" y="6664"/>
                  </a:lnTo>
                  <a:cubicBezTo>
                    <a:pt x="2638" y="6701"/>
                    <a:pt x="2657" y="7278"/>
                    <a:pt x="3064" y="7740"/>
                  </a:cubicBezTo>
                  <a:cubicBezTo>
                    <a:pt x="3410" y="8128"/>
                    <a:pt x="3909" y="8318"/>
                    <a:pt x="4080" y="8378"/>
                  </a:cubicBezTo>
                  <a:cubicBezTo>
                    <a:pt x="4006" y="8415"/>
                    <a:pt x="3909" y="8452"/>
                    <a:pt x="3660" y="8493"/>
                  </a:cubicBezTo>
                  <a:cubicBezTo>
                    <a:pt x="3526" y="8516"/>
                    <a:pt x="3383" y="8533"/>
                    <a:pt x="3241" y="8533"/>
                  </a:cubicBezTo>
                  <a:cubicBezTo>
                    <a:pt x="3034" y="8533"/>
                    <a:pt x="2829" y="8498"/>
                    <a:pt x="2657" y="8396"/>
                  </a:cubicBezTo>
                  <a:cubicBezTo>
                    <a:pt x="2371" y="8221"/>
                    <a:pt x="2176" y="7819"/>
                    <a:pt x="2061" y="7472"/>
                  </a:cubicBezTo>
                  <a:cubicBezTo>
                    <a:pt x="1945" y="7126"/>
                    <a:pt x="1927" y="6835"/>
                    <a:pt x="1927" y="6835"/>
                  </a:cubicBezTo>
                  <a:lnTo>
                    <a:pt x="1830" y="6816"/>
                  </a:lnTo>
                  <a:cubicBezTo>
                    <a:pt x="1830" y="6816"/>
                    <a:pt x="1793" y="6913"/>
                    <a:pt x="1793" y="7089"/>
                  </a:cubicBezTo>
                  <a:cubicBezTo>
                    <a:pt x="1793" y="7260"/>
                    <a:pt x="1830" y="7491"/>
                    <a:pt x="1927" y="7800"/>
                  </a:cubicBezTo>
                  <a:cubicBezTo>
                    <a:pt x="2116" y="8299"/>
                    <a:pt x="2444" y="8549"/>
                    <a:pt x="2560" y="8646"/>
                  </a:cubicBezTo>
                  <a:cubicBezTo>
                    <a:pt x="2501" y="8662"/>
                    <a:pt x="2282" y="8724"/>
                    <a:pt x="1986" y="8724"/>
                  </a:cubicBezTo>
                  <a:cubicBezTo>
                    <a:pt x="1609" y="8724"/>
                    <a:pt x="1109" y="8624"/>
                    <a:pt x="656" y="8202"/>
                  </a:cubicBezTo>
                  <a:cubicBezTo>
                    <a:pt x="213" y="7800"/>
                    <a:pt x="97" y="6950"/>
                    <a:pt x="291" y="6049"/>
                  </a:cubicBezTo>
                  <a:cubicBezTo>
                    <a:pt x="481" y="5144"/>
                    <a:pt x="961" y="4201"/>
                    <a:pt x="1733" y="3623"/>
                  </a:cubicBezTo>
                  <a:cubicBezTo>
                    <a:pt x="3235" y="2468"/>
                    <a:pt x="3447" y="1216"/>
                    <a:pt x="3946" y="195"/>
                  </a:cubicBezTo>
                  <a:close/>
                  <a:moveTo>
                    <a:pt x="3928" y="1"/>
                  </a:moveTo>
                  <a:lnTo>
                    <a:pt x="3891" y="61"/>
                  </a:lnTo>
                  <a:cubicBezTo>
                    <a:pt x="3350" y="1119"/>
                    <a:pt x="3179" y="2390"/>
                    <a:pt x="1654" y="3545"/>
                  </a:cubicBezTo>
                  <a:cubicBezTo>
                    <a:pt x="887" y="4141"/>
                    <a:pt x="384" y="5102"/>
                    <a:pt x="194" y="6026"/>
                  </a:cubicBezTo>
                  <a:cubicBezTo>
                    <a:pt x="0" y="6950"/>
                    <a:pt x="97" y="7819"/>
                    <a:pt x="578" y="8262"/>
                  </a:cubicBezTo>
                  <a:cubicBezTo>
                    <a:pt x="1056" y="8710"/>
                    <a:pt x="1607" y="8818"/>
                    <a:pt x="2027" y="8818"/>
                  </a:cubicBezTo>
                  <a:cubicBezTo>
                    <a:pt x="2417" y="8818"/>
                    <a:pt x="2694" y="8724"/>
                    <a:pt x="2694" y="8724"/>
                  </a:cubicBezTo>
                  <a:lnTo>
                    <a:pt x="2791" y="8706"/>
                  </a:lnTo>
                  <a:lnTo>
                    <a:pt x="2717" y="8646"/>
                  </a:lnTo>
                  <a:cubicBezTo>
                    <a:pt x="2717" y="8646"/>
                    <a:pt x="2582" y="8523"/>
                    <a:pt x="2420" y="8330"/>
                  </a:cubicBezTo>
                  <a:lnTo>
                    <a:pt x="2420" y="8330"/>
                  </a:lnTo>
                  <a:cubicBezTo>
                    <a:pt x="2474" y="8384"/>
                    <a:pt x="2534" y="8433"/>
                    <a:pt x="2602" y="8475"/>
                  </a:cubicBezTo>
                  <a:cubicBezTo>
                    <a:pt x="2802" y="8604"/>
                    <a:pt x="3042" y="8646"/>
                    <a:pt x="3273" y="8646"/>
                  </a:cubicBezTo>
                  <a:cubicBezTo>
                    <a:pt x="3415" y="8646"/>
                    <a:pt x="3553" y="8630"/>
                    <a:pt x="3678" y="8609"/>
                  </a:cubicBezTo>
                  <a:cubicBezTo>
                    <a:pt x="4006" y="8530"/>
                    <a:pt x="4256" y="8433"/>
                    <a:pt x="4256" y="8433"/>
                  </a:cubicBezTo>
                  <a:lnTo>
                    <a:pt x="4390" y="8378"/>
                  </a:lnTo>
                  <a:lnTo>
                    <a:pt x="4256" y="8336"/>
                  </a:lnTo>
                  <a:cubicBezTo>
                    <a:pt x="4256" y="8336"/>
                    <a:pt x="3526" y="8105"/>
                    <a:pt x="3138" y="7666"/>
                  </a:cubicBezTo>
                  <a:cubicBezTo>
                    <a:pt x="2906" y="7435"/>
                    <a:pt x="2833" y="7163"/>
                    <a:pt x="2791" y="6950"/>
                  </a:cubicBezTo>
                  <a:lnTo>
                    <a:pt x="2791" y="6950"/>
                  </a:lnTo>
                  <a:cubicBezTo>
                    <a:pt x="2925" y="7297"/>
                    <a:pt x="3253" y="7971"/>
                    <a:pt x="4043" y="8202"/>
                  </a:cubicBezTo>
                  <a:cubicBezTo>
                    <a:pt x="4316" y="8292"/>
                    <a:pt x="4552" y="8323"/>
                    <a:pt x="4747" y="8323"/>
                  </a:cubicBezTo>
                  <a:cubicBezTo>
                    <a:pt x="4895" y="8323"/>
                    <a:pt x="5020" y="8305"/>
                    <a:pt x="5120" y="8281"/>
                  </a:cubicBezTo>
                  <a:cubicBezTo>
                    <a:pt x="5332" y="8202"/>
                    <a:pt x="5448" y="8105"/>
                    <a:pt x="5448" y="8105"/>
                  </a:cubicBezTo>
                  <a:cubicBezTo>
                    <a:pt x="5471" y="8118"/>
                    <a:pt x="5488" y="8130"/>
                    <a:pt x="5504" y="8130"/>
                  </a:cubicBezTo>
                  <a:cubicBezTo>
                    <a:pt x="5516" y="8130"/>
                    <a:pt x="5529" y="8123"/>
                    <a:pt x="5545" y="8105"/>
                  </a:cubicBezTo>
                  <a:cubicBezTo>
                    <a:pt x="5623" y="8068"/>
                    <a:pt x="5697" y="7971"/>
                    <a:pt x="5739" y="7703"/>
                  </a:cubicBezTo>
                  <a:cubicBezTo>
                    <a:pt x="5757" y="7569"/>
                    <a:pt x="5739" y="7357"/>
                    <a:pt x="5660" y="7107"/>
                  </a:cubicBezTo>
                  <a:cubicBezTo>
                    <a:pt x="5605" y="6835"/>
                    <a:pt x="5508" y="6530"/>
                    <a:pt x="5411" y="6220"/>
                  </a:cubicBezTo>
                  <a:cubicBezTo>
                    <a:pt x="5235" y="5564"/>
                    <a:pt x="5046" y="4871"/>
                    <a:pt x="5046" y="4450"/>
                  </a:cubicBezTo>
                  <a:cubicBezTo>
                    <a:pt x="5064" y="3988"/>
                    <a:pt x="5064" y="3369"/>
                    <a:pt x="5027" y="2833"/>
                  </a:cubicBezTo>
                  <a:cubicBezTo>
                    <a:pt x="5004" y="2561"/>
                    <a:pt x="4986" y="2311"/>
                    <a:pt x="4967" y="2122"/>
                  </a:cubicBezTo>
                  <a:cubicBezTo>
                    <a:pt x="4949" y="1909"/>
                    <a:pt x="4930" y="1752"/>
                    <a:pt x="4912" y="1678"/>
                  </a:cubicBezTo>
                  <a:cubicBezTo>
                    <a:pt x="4815" y="1387"/>
                    <a:pt x="4773" y="1290"/>
                    <a:pt x="4565" y="925"/>
                  </a:cubicBezTo>
                  <a:cubicBezTo>
                    <a:pt x="4353" y="578"/>
                    <a:pt x="3988" y="61"/>
                    <a:pt x="3988" y="61"/>
                  </a:cubicBezTo>
                  <a:lnTo>
                    <a:pt x="3928" y="1"/>
                  </a:ln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6" name="Google Shape;4156;p64"/>
            <p:cNvSpPr/>
            <p:nvPr/>
          </p:nvSpPr>
          <p:spPr>
            <a:xfrm>
              <a:off x="1680252" y="2697162"/>
              <a:ext cx="338541" cy="420140"/>
            </a:xfrm>
            <a:custGeom>
              <a:avLst/>
              <a:gdLst/>
              <a:ahLst/>
              <a:cxnLst/>
              <a:rect l="l" t="t" r="r" b="b"/>
              <a:pathLst>
                <a:path w="5966" h="7404" extrusionOk="0">
                  <a:moveTo>
                    <a:pt x="3484" y="0"/>
                  </a:moveTo>
                  <a:cubicBezTo>
                    <a:pt x="2944" y="0"/>
                    <a:pt x="2454" y="595"/>
                    <a:pt x="2311" y="774"/>
                  </a:cubicBezTo>
                  <a:cubicBezTo>
                    <a:pt x="2147" y="665"/>
                    <a:pt x="1653" y="343"/>
                    <a:pt x="1195" y="343"/>
                  </a:cubicBezTo>
                  <a:cubicBezTo>
                    <a:pt x="1007" y="343"/>
                    <a:pt x="825" y="397"/>
                    <a:pt x="675" y="543"/>
                  </a:cubicBezTo>
                  <a:cubicBezTo>
                    <a:pt x="578" y="621"/>
                    <a:pt x="518" y="718"/>
                    <a:pt x="444" y="815"/>
                  </a:cubicBezTo>
                  <a:cubicBezTo>
                    <a:pt x="559" y="931"/>
                    <a:pt x="633" y="1023"/>
                    <a:pt x="633" y="1023"/>
                  </a:cubicBezTo>
                  <a:cubicBezTo>
                    <a:pt x="652" y="2160"/>
                    <a:pt x="615" y="2238"/>
                    <a:pt x="231" y="3509"/>
                  </a:cubicBezTo>
                  <a:cubicBezTo>
                    <a:pt x="0" y="4220"/>
                    <a:pt x="0" y="4932"/>
                    <a:pt x="37" y="5413"/>
                  </a:cubicBezTo>
                  <a:cubicBezTo>
                    <a:pt x="97" y="5625"/>
                    <a:pt x="153" y="5838"/>
                    <a:pt x="250" y="6050"/>
                  </a:cubicBezTo>
                  <a:cubicBezTo>
                    <a:pt x="769" y="7198"/>
                    <a:pt x="1874" y="7403"/>
                    <a:pt x="2599" y="7403"/>
                  </a:cubicBezTo>
                  <a:cubicBezTo>
                    <a:pt x="3004" y="7403"/>
                    <a:pt x="3290" y="7339"/>
                    <a:pt x="3290" y="7339"/>
                  </a:cubicBezTo>
                  <a:cubicBezTo>
                    <a:pt x="3290" y="7339"/>
                    <a:pt x="5582" y="7168"/>
                    <a:pt x="5831" y="5223"/>
                  </a:cubicBezTo>
                  <a:cubicBezTo>
                    <a:pt x="5965" y="4105"/>
                    <a:pt x="5448" y="3472"/>
                    <a:pt x="5272" y="2354"/>
                  </a:cubicBezTo>
                  <a:cubicBezTo>
                    <a:pt x="5101" y="1236"/>
                    <a:pt x="4561" y="469"/>
                    <a:pt x="3831" y="80"/>
                  </a:cubicBezTo>
                  <a:cubicBezTo>
                    <a:pt x="3734" y="43"/>
                    <a:pt x="3655" y="7"/>
                    <a:pt x="3581" y="7"/>
                  </a:cubicBezTo>
                  <a:cubicBezTo>
                    <a:pt x="3549" y="2"/>
                    <a:pt x="3517" y="0"/>
                    <a:pt x="3484" y="0"/>
                  </a:cubicBezTo>
                  <a:close/>
                </a:path>
              </a:pathLst>
            </a:custGeom>
            <a:solidFill>
              <a:srgbClr val="FFE4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7" name="Google Shape;4157;p64"/>
            <p:cNvSpPr/>
            <p:nvPr/>
          </p:nvSpPr>
          <p:spPr>
            <a:xfrm>
              <a:off x="1677869" y="2694835"/>
              <a:ext cx="340924" cy="425474"/>
            </a:xfrm>
            <a:custGeom>
              <a:avLst/>
              <a:gdLst/>
              <a:ahLst/>
              <a:cxnLst/>
              <a:rect l="l" t="t" r="r" b="b"/>
              <a:pathLst>
                <a:path w="6008" h="7498" extrusionOk="0">
                  <a:moveTo>
                    <a:pt x="3538" y="97"/>
                  </a:moveTo>
                  <a:cubicBezTo>
                    <a:pt x="3566" y="97"/>
                    <a:pt x="3595" y="99"/>
                    <a:pt x="3623" y="103"/>
                  </a:cubicBezTo>
                  <a:cubicBezTo>
                    <a:pt x="3697" y="103"/>
                    <a:pt x="3776" y="140"/>
                    <a:pt x="3854" y="182"/>
                  </a:cubicBezTo>
                  <a:cubicBezTo>
                    <a:pt x="4584" y="565"/>
                    <a:pt x="5125" y="1318"/>
                    <a:pt x="5277" y="2413"/>
                  </a:cubicBezTo>
                  <a:cubicBezTo>
                    <a:pt x="5374" y="2972"/>
                    <a:pt x="5545" y="3416"/>
                    <a:pt x="5684" y="3859"/>
                  </a:cubicBezTo>
                  <a:cubicBezTo>
                    <a:pt x="5818" y="4280"/>
                    <a:pt x="5892" y="4724"/>
                    <a:pt x="5836" y="5264"/>
                  </a:cubicBezTo>
                  <a:cubicBezTo>
                    <a:pt x="5721" y="6225"/>
                    <a:pt x="5083" y="6724"/>
                    <a:pt x="4506" y="7015"/>
                  </a:cubicBezTo>
                  <a:cubicBezTo>
                    <a:pt x="3910" y="7302"/>
                    <a:pt x="3332" y="7343"/>
                    <a:pt x="3332" y="7343"/>
                  </a:cubicBezTo>
                  <a:cubicBezTo>
                    <a:pt x="3332" y="7343"/>
                    <a:pt x="3055" y="7401"/>
                    <a:pt x="2670" y="7401"/>
                  </a:cubicBezTo>
                  <a:cubicBezTo>
                    <a:pt x="2508" y="7401"/>
                    <a:pt x="2327" y="7391"/>
                    <a:pt x="2140" y="7362"/>
                  </a:cubicBezTo>
                  <a:cubicBezTo>
                    <a:pt x="1484" y="7265"/>
                    <a:pt x="754" y="6955"/>
                    <a:pt x="347" y="6091"/>
                  </a:cubicBezTo>
                  <a:cubicBezTo>
                    <a:pt x="255" y="5860"/>
                    <a:pt x="195" y="5648"/>
                    <a:pt x="158" y="5454"/>
                  </a:cubicBezTo>
                  <a:cubicBezTo>
                    <a:pt x="116" y="4973"/>
                    <a:pt x="98" y="4280"/>
                    <a:pt x="329" y="3568"/>
                  </a:cubicBezTo>
                  <a:cubicBezTo>
                    <a:pt x="717" y="2298"/>
                    <a:pt x="754" y="2201"/>
                    <a:pt x="735" y="1087"/>
                  </a:cubicBezTo>
                  <a:lnTo>
                    <a:pt x="735" y="1064"/>
                  </a:lnTo>
                  <a:cubicBezTo>
                    <a:pt x="735" y="1064"/>
                    <a:pt x="657" y="949"/>
                    <a:pt x="560" y="856"/>
                  </a:cubicBezTo>
                  <a:cubicBezTo>
                    <a:pt x="620" y="778"/>
                    <a:pt x="694" y="699"/>
                    <a:pt x="754" y="625"/>
                  </a:cubicBezTo>
                  <a:cubicBezTo>
                    <a:pt x="898" y="492"/>
                    <a:pt x="1068" y="442"/>
                    <a:pt x="1246" y="442"/>
                  </a:cubicBezTo>
                  <a:cubicBezTo>
                    <a:pt x="1376" y="442"/>
                    <a:pt x="1510" y="469"/>
                    <a:pt x="1641" y="510"/>
                  </a:cubicBezTo>
                  <a:cubicBezTo>
                    <a:pt x="1946" y="602"/>
                    <a:pt x="2237" y="796"/>
                    <a:pt x="2334" y="875"/>
                  </a:cubicBezTo>
                  <a:lnTo>
                    <a:pt x="2389" y="893"/>
                  </a:lnTo>
                  <a:lnTo>
                    <a:pt x="2408" y="875"/>
                  </a:lnTo>
                  <a:cubicBezTo>
                    <a:pt x="2486" y="759"/>
                    <a:pt x="2657" y="565"/>
                    <a:pt x="2870" y="371"/>
                  </a:cubicBezTo>
                  <a:cubicBezTo>
                    <a:pt x="3075" y="219"/>
                    <a:pt x="3313" y="97"/>
                    <a:pt x="3538" y="97"/>
                  </a:cubicBezTo>
                  <a:close/>
                  <a:moveTo>
                    <a:pt x="3548" y="0"/>
                  </a:moveTo>
                  <a:cubicBezTo>
                    <a:pt x="3274" y="0"/>
                    <a:pt x="3022" y="139"/>
                    <a:pt x="2815" y="297"/>
                  </a:cubicBezTo>
                  <a:cubicBezTo>
                    <a:pt x="2602" y="468"/>
                    <a:pt x="2450" y="662"/>
                    <a:pt x="2353" y="778"/>
                  </a:cubicBezTo>
                  <a:cubicBezTo>
                    <a:pt x="2237" y="681"/>
                    <a:pt x="1987" y="510"/>
                    <a:pt x="1678" y="413"/>
                  </a:cubicBezTo>
                  <a:cubicBezTo>
                    <a:pt x="1546" y="373"/>
                    <a:pt x="1405" y="347"/>
                    <a:pt x="1265" y="347"/>
                  </a:cubicBezTo>
                  <a:cubicBezTo>
                    <a:pt x="1059" y="347"/>
                    <a:pt x="857" y="405"/>
                    <a:pt x="694" y="565"/>
                  </a:cubicBezTo>
                  <a:cubicBezTo>
                    <a:pt x="601" y="644"/>
                    <a:pt x="523" y="741"/>
                    <a:pt x="463" y="833"/>
                  </a:cubicBezTo>
                  <a:lnTo>
                    <a:pt x="426" y="856"/>
                  </a:lnTo>
                  <a:lnTo>
                    <a:pt x="463" y="893"/>
                  </a:lnTo>
                  <a:cubicBezTo>
                    <a:pt x="560" y="990"/>
                    <a:pt x="620" y="1087"/>
                    <a:pt x="638" y="1106"/>
                  </a:cubicBezTo>
                  <a:cubicBezTo>
                    <a:pt x="657" y="2201"/>
                    <a:pt x="620" y="2279"/>
                    <a:pt x="232" y="3550"/>
                  </a:cubicBezTo>
                  <a:cubicBezTo>
                    <a:pt x="1" y="4261"/>
                    <a:pt x="1" y="4973"/>
                    <a:pt x="61" y="5477"/>
                  </a:cubicBezTo>
                  <a:cubicBezTo>
                    <a:pt x="98" y="5685"/>
                    <a:pt x="158" y="5897"/>
                    <a:pt x="255" y="6128"/>
                  </a:cubicBezTo>
                  <a:cubicBezTo>
                    <a:pt x="675" y="7034"/>
                    <a:pt x="1447" y="7362"/>
                    <a:pt x="2121" y="7459"/>
                  </a:cubicBezTo>
                  <a:cubicBezTo>
                    <a:pt x="2314" y="7488"/>
                    <a:pt x="2499" y="7498"/>
                    <a:pt x="2664" y="7498"/>
                  </a:cubicBezTo>
                  <a:cubicBezTo>
                    <a:pt x="3056" y="7498"/>
                    <a:pt x="3338" y="7440"/>
                    <a:pt x="3351" y="7440"/>
                  </a:cubicBezTo>
                  <a:cubicBezTo>
                    <a:pt x="3374" y="7440"/>
                    <a:pt x="3928" y="7399"/>
                    <a:pt x="4547" y="7112"/>
                  </a:cubicBezTo>
                  <a:cubicBezTo>
                    <a:pt x="5162" y="6803"/>
                    <a:pt x="5799" y="6262"/>
                    <a:pt x="5933" y="5283"/>
                  </a:cubicBezTo>
                  <a:cubicBezTo>
                    <a:pt x="6007" y="4724"/>
                    <a:pt x="5915" y="4261"/>
                    <a:pt x="5776" y="3818"/>
                  </a:cubicBezTo>
                  <a:cubicBezTo>
                    <a:pt x="5642" y="3374"/>
                    <a:pt x="5471" y="2954"/>
                    <a:pt x="5393" y="2395"/>
                  </a:cubicBezTo>
                  <a:cubicBezTo>
                    <a:pt x="5222" y="1277"/>
                    <a:pt x="4663" y="486"/>
                    <a:pt x="3910" y="84"/>
                  </a:cubicBezTo>
                  <a:cubicBezTo>
                    <a:pt x="3813" y="48"/>
                    <a:pt x="3720" y="6"/>
                    <a:pt x="3642" y="6"/>
                  </a:cubicBezTo>
                  <a:cubicBezTo>
                    <a:pt x="3610" y="2"/>
                    <a:pt x="3579" y="0"/>
                    <a:pt x="3548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8" name="Google Shape;4158;p64"/>
            <p:cNvSpPr/>
            <p:nvPr/>
          </p:nvSpPr>
          <p:spPr>
            <a:xfrm>
              <a:off x="1659540" y="2581230"/>
              <a:ext cx="382291" cy="203771"/>
            </a:xfrm>
            <a:custGeom>
              <a:avLst/>
              <a:gdLst/>
              <a:ahLst/>
              <a:cxnLst/>
              <a:rect l="l" t="t" r="r" b="b"/>
              <a:pathLst>
                <a:path w="6737" h="3591" extrusionOk="0">
                  <a:moveTo>
                    <a:pt x="4414" y="0"/>
                  </a:moveTo>
                  <a:cubicBezTo>
                    <a:pt x="3854" y="0"/>
                    <a:pt x="3503" y="220"/>
                    <a:pt x="3503" y="220"/>
                  </a:cubicBezTo>
                  <a:cubicBezTo>
                    <a:pt x="3503" y="220"/>
                    <a:pt x="3124" y="111"/>
                    <a:pt x="2594" y="111"/>
                  </a:cubicBezTo>
                  <a:cubicBezTo>
                    <a:pt x="2231" y="111"/>
                    <a:pt x="1796" y="162"/>
                    <a:pt x="1363" y="335"/>
                  </a:cubicBezTo>
                  <a:cubicBezTo>
                    <a:pt x="287" y="779"/>
                    <a:pt x="0" y="1125"/>
                    <a:pt x="37" y="1740"/>
                  </a:cubicBezTo>
                  <a:cubicBezTo>
                    <a:pt x="74" y="2336"/>
                    <a:pt x="74" y="2433"/>
                    <a:pt x="231" y="2720"/>
                  </a:cubicBezTo>
                  <a:cubicBezTo>
                    <a:pt x="384" y="2992"/>
                    <a:pt x="730" y="3182"/>
                    <a:pt x="730" y="3182"/>
                  </a:cubicBezTo>
                  <a:cubicBezTo>
                    <a:pt x="1071" y="2977"/>
                    <a:pt x="1405" y="2886"/>
                    <a:pt x="1777" y="2886"/>
                  </a:cubicBezTo>
                  <a:cubicBezTo>
                    <a:pt x="2246" y="2886"/>
                    <a:pt x="2778" y="3031"/>
                    <a:pt x="3466" y="3279"/>
                  </a:cubicBezTo>
                  <a:cubicBezTo>
                    <a:pt x="4060" y="3493"/>
                    <a:pt x="4565" y="3591"/>
                    <a:pt x="4996" y="3591"/>
                  </a:cubicBezTo>
                  <a:cubicBezTo>
                    <a:pt x="5457" y="3591"/>
                    <a:pt x="5833" y="3479"/>
                    <a:pt x="6141" y="3279"/>
                  </a:cubicBezTo>
                  <a:cubicBezTo>
                    <a:pt x="6737" y="2877"/>
                    <a:pt x="6737" y="931"/>
                    <a:pt x="5545" y="294"/>
                  </a:cubicBezTo>
                  <a:cubicBezTo>
                    <a:pt x="5118" y="71"/>
                    <a:pt x="4732" y="0"/>
                    <a:pt x="4414" y="0"/>
                  </a:cubicBezTo>
                  <a:close/>
                </a:path>
              </a:pathLst>
            </a:custGeom>
            <a:solidFill>
              <a:srgbClr val="00A6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9" name="Google Shape;4159;p64"/>
            <p:cNvSpPr/>
            <p:nvPr/>
          </p:nvSpPr>
          <p:spPr>
            <a:xfrm>
              <a:off x="1658235" y="2578166"/>
              <a:ext cx="375992" cy="209389"/>
            </a:xfrm>
            <a:custGeom>
              <a:avLst/>
              <a:gdLst/>
              <a:ahLst/>
              <a:cxnLst/>
              <a:rect l="l" t="t" r="r" b="b"/>
              <a:pathLst>
                <a:path w="6626" h="3690" extrusionOk="0">
                  <a:moveTo>
                    <a:pt x="4397" y="109"/>
                  </a:moveTo>
                  <a:cubicBezTo>
                    <a:pt x="4505" y="109"/>
                    <a:pt x="4621" y="119"/>
                    <a:pt x="4736" y="140"/>
                  </a:cubicBezTo>
                  <a:cubicBezTo>
                    <a:pt x="4990" y="158"/>
                    <a:pt x="5258" y="255"/>
                    <a:pt x="5545" y="408"/>
                  </a:cubicBezTo>
                  <a:cubicBezTo>
                    <a:pt x="6122" y="694"/>
                    <a:pt x="6413" y="1332"/>
                    <a:pt x="6492" y="1928"/>
                  </a:cubicBezTo>
                  <a:cubicBezTo>
                    <a:pt x="6529" y="2238"/>
                    <a:pt x="6510" y="2524"/>
                    <a:pt x="6432" y="2774"/>
                  </a:cubicBezTo>
                  <a:cubicBezTo>
                    <a:pt x="6376" y="3005"/>
                    <a:pt x="6279" y="3199"/>
                    <a:pt x="6145" y="3277"/>
                  </a:cubicBezTo>
                  <a:cubicBezTo>
                    <a:pt x="5834" y="3476"/>
                    <a:pt x="5467" y="3588"/>
                    <a:pt x="5015" y="3588"/>
                  </a:cubicBezTo>
                  <a:cubicBezTo>
                    <a:pt x="4594" y="3588"/>
                    <a:pt x="4099" y="3491"/>
                    <a:pt x="3507" y="3277"/>
                  </a:cubicBezTo>
                  <a:cubicBezTo>
                    <a:pt x="2888" y="3065"/>
                    <a:pt x="2389" y="2912"/>
                    <a:pt x="1945" y="2889"/>
                  </a:cubicBezTo>
                  <a:cubicBezTo>
                    <a:pt x="1906" y="2887"/>
                    <a:pt x="1868" y="2886"/>
                    <a:pt x="1829" y="2886"/>
                  </a:cubicBezTo>
                  <a:cubicBezTo>
                    <a:pt x="1453" y="2886"/>
                    <a:pt x="1103" y="2971"/>
                    <a:pt x="772" y="3180"/>
                  </a:cubicBezTo>
                  <a:cubicBezTo>
                    <a:pt x="735" y="3162"/>
                    <a:pt x="425" y="3005"/>
                    <a:pt x="291" y="2737"/>
                  </a:cubicBezTo>
                  <a:cubicBezTo>
                    <a:pt x="213" y="2603"/>
                    <a:pt x="176" y="2524"/>
                    <a:pt x="157" y="2390"/>
                  </a:cubicBezTo>
                  <a:cubicBezTo>
                    <a:pt x="139" y="2256"/>
                    <a:pt x="116" y="2080"/>
                    <a:pt x="116" y="1794"/>
                  </a:cubicBezTo>
                  <a:cubicBezTo>
                    <a:pt x="97" y="1484"/>
                    <a:pt x="157" y="1272"/>
                    <a:pt x="347" y="1064"/>
                  </a:cubicBezTo>
                  <a:cubicBezTo>
                    <a:pt x="541" y="851"/>
                    <a:pt x="869" y="657"/>
                    <a:pt x="1409" y="445"/>
                  </a:cubicBezTo>
                  <a:cubicBezTo>
                    <a:pt x="1834" y="273"/>
                    <a:pt x="2261" y="222"/>
                    <a:pt x="2618" y="222"/>
                  </a:cubicBezTo>
                  <a:cubicBezTo>
                    <a:pt x="3136" y="222"/>
                    <a:pt x="3507" y="329"/>
                    <a:pt x="3507" y="329"/>
                  </a:cubicBezTo>
                  <a:lnTo>
                    <a:pt x="3544" y="329"/>
                  </a:lnTo>
                  <a:cubicBezTo>
                    <a:pt x="3544" y="329"/>
                    <a:pt x="3757" y="195"/>
                    <a:pt x="4103" y="140"/>
                  </a:cubicBezTo>
                  <a:cubicBezTo>
                    <a:pt x="4189" y="119"/>
                    <a:pt x="4289" y="109"/>
                    <a:pt x="4397" y="109"/>
                  </a:cubicBezTo>
                  <a:close/>
                  <a:moveTo>
                    <a:pt x="4471" y="1"/>
                  </a:moveTo>
                  <a:cubicBezTo>
                    <a:pt x="4330" y="1"/>
                    <a:pt x="4199" y="18"/>
                    <a:pt x="4085" y="43"/>
                  </a:cubicBezTo>
                  <a:cubicBezTo>
                    <a:pt x="3738" y="98"/>
                    <a:pt x="3526" y="214"/>
                    <a:pt x="3507" y="232"/>
                  </a:cubicBezTo>
                  <a:cubicBezTo>
                    <a:pt x="3496" y="221"/>
                    <a:pt x="3131" y="120"/>
                    <a:pt x="2620" y="120"/>
                  </a:cubicBezTo>
                  <a:cubicBezTo>
                    <a:pt x="2252" y="120"/>
                    <a:pt x="1810" y="172"/>
                    <a:pt x="1368" y="348"/>
                  </a:cubicBezTo>
                  <a:cubicBezTo>
                    <a:pt x="832" y="560"/>
                    <a:pt x="485" y="754"/>
                    <a:pt x="273" y="985"/>
                  </a:cubicBezTo>
                  <a:cubicBezTo>
                    <a:pt x="60" y="1216"/>
                    <a:pt x="0" y="1484"/>
                    <a:pt x="0" y="1794"/>
                  </a:cubicBezTo>
                  <a:cubicBezTo>
                    <a:pt x="23" y="2104"/>
                    <a:pt x="42" y="2274"/>
                    <a:pt x="60" y="2408"/>
                  </a:cubicBezTo>
                  <a:cubicBezTo>
                    <a:pt x="79" y="2542"/>
                    <a:pt x="139" y="2640"/>
                    <a:pt x="194" y="2797"/>
                  </a:cubicBezTo>
                  <a:cubicBezTo>
                    <a:pt x="370" y="3102"/>
                    <a:pt x="735" y="3277"/>
                    <a:pt x="735" y="3277"/>
                  </a:cubicBezTo>
                  <a:lnTo>
                    <a:pt x="753" y="3296"/>
                  </a:lnTo>
                  <a:lnTo>
                    <a:pt x="790" y="3277"/>
                  </a:lnTo>
                  <a:cubicBezTo>
                    <a:pt x="1121" y="3068"/>
                    <a:pt x="1456" y="2983"/>
                    <a:pt x="1830" y="2983"/>
                  </a:cubicBezTo>
                  <a:cubicBezTo>
                    <a:pt x="1868" y="2983"/>
                    <a:pt x="1906" y="2984"/>
                    <a:pt x="1945" y="2986"/>
                  </a:cubicBezTo>
                  <a:cubicBezTo>
                    <a:pt x="2370" y="3028"/>
                    <a:pt x="2851" y="3162"/>
                    <a:pt x="3466" y="3374"/>
                  </a:cubicBezTo>
                  <a:cubicBezTo>
                    <a:pt x="4078" y="3589"/>
                    <a:pt x="4598" y="3690"/>
                    <a:pt x="5040" y="3690"/>
                  </a:cubicBezTo>
                  <a:cubicBezTo>
                    <a:pt x="5502" y="3690"/>
                    <a:pt x="5878" y="3580"/>
                    <a:pt x="6182" y="3374"/>
                  </a:cubicBezTo>
                  <a:cubicBezTo>
                    <a:pt x="6353" y="3259"/>
                    <a:pt x="6469" y="3046"/>
                    <a:pt x="6547" y="2797"/>
                  </a:cubicBezTo>
                  <a:cubicBezTo>
                    <a:pt x="6608" y="2542"/>
                    <a:pt x="6626" y="2238"/>
                    <a:pt x="6584" y="1928"/>
                  </a:cubicBezTo>
                  <a:cubicBezTo>
                    <a:pt x="6510" y="1295"/>
                    <a:pt x="6201" y="639"/>
                    <a:pt x="5586" y="311"/>
                  </a:cubicBezTo>
                  <a:cubicBezTo>
                    <a:pt x="5295" y="158"/>
                    <a:pt x="5009" y="61"/>
                    <a:pt x="4759" y="24"/>
                  </a:cubicBezTo>
                  <a:cubicBezTo>
                    <a:pt x="4659" y="8"/>
                    <a:pt x="4563" y="1"/>
                    <a:pt x="4471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0" name="Google Shape;4160;p64"/>
            <p:cNvSpPr/>
            <p:nvPr/>
          </p:nvSpPr>
          <p:spPr>
            <a:xfrm>
              <a:off x="1240018" y="3686016"/>
              <a:ext cx="551675" cy="897025"/>
            </a:xfrm>
            <a:custGeom>
              <a:avLst/>
              <a:gdLst/>
              <a:ahLst/>
              <a:cxnLst/>
              <a:rect l="l" t="t" r="r" b="b"/>
              <a:pathLst>
                <a:path w="9722" h="15808" extrusionOk="0">
                  <a:moveTo>
                    <a:pt x="5503" y="0"/>
                  </a:moveTo>
                  <a:cubicBezTo>
                    <a:pt x="5503" y="0"/>
                    <a:pt x="4579" y="906"/>
                    <a:pt x="3831" y="2966"/>
                  </a:cubicBezTo>
                  <a:cubicBezTo>
                    <a:pt x="3078" y="5009"/>
                    <a:pt x="0" y="15655"/>
                    <a:pt x="0" y="15655"/>
                  </a:cubicBezTo>
                  <a:lnTo>
                    <a:pt x="5060" y="15807"/>
                  </a:lnTo>
                  <a:lnTo>
                    <a:pt x="8987" y="5277"/>
                  </a:lnTo>
                  <a:lnTo>
                    <a:pt x="9722" y="1830"/>
                  </a:lnTo>
                  <a:lnTo>
                    <a:pt x="5503" y="0"/>
                  </a:lnTo>
                  <a:close/>
                </a:path>
              </a:pathLst>
            </a:custGeom>
            <a:solidFill>
              <a:srgbClr val="866A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1" name="Google Shape;4161;p64"/>
            <p:cNvSpPr/>
            <p:nvPr/>
          </p:nvSpPr>
          <p:spPr>
            <a:xfrm>
              <a:off x="1235535" y="3681817"/>
              <a:ext cx="559335" cy="902246"/>
            </a:xfrm>
            <a:custGeom>
              <a:avLst/>
              <a:gdLst/>
              <a:ahLst/>
              <a:cxnLst/>
              <a:rect l="l" t="t" r="r" b="b"/>
              <a:pathLst>
                <a:path w="9857" h="15900" extrusionOk="0">
                  <a:moveTo>
                    <a:pt x="5601" y="116"/>
                  </a:moveTo>
                  <a:lnTo>
                    <a:pt x="9741" y="1904"/>
                  </a:lnTo>
                  <a:lnTo>
                    <a:pt x="9011" y="5314"/>
                  </a:lnTo>
                  <a:lnTo>
                    <a:pt x="5102" y="15807"/>
                  </a:lnTo>
                  <a:lnTo>
                    <a:pt x="135" y="15650"/>
                  </a:lnTo>
                  <a:cubicBezTo>
                    <a:pt x="153" y="15595"/>
                    <a:pt x="906" y="13035"/>
                    <a:pt x="1752" y="10147"/>
                  </a:cubicBezTo>
                  <a:cubicBezTo>
                    <a:pt x="2621" y="7217"/>
                    <a:pt x="3582" y="4043"/>
                    <a:pt x="3965" y="3022"/>
                  </a:cubicBezTo>
                  <a:cubicBezTo>
                    <a:pt x="4700" y="1021"/>
                    <a:pt x="5564" y="153"/>
                    <a:pt x="5601" y="116"/>
                  </a:cubicBezTo>
                  <a:close/>
                  <a:moveTo>
                    <a:pt x="5582" y="0"/>
                  </a:moveTo>
                  <a:lnTo>
                    <a:pt x="5545" y="19"/>
                  </a:lnTo>
                  <a:cubicBezTo>
                    <a:pt x="5545" y="19"/>
                    <a:pt x="4621" y="943"/>
                    <a:pt x="3868" y="3004"/>
                  </a:cubicBezTo>
                  <a:cubicBezTo>
                    <a:pt x="3485" y="4025"/>
                    <a:pt x="2524" y="7199"/>
                    <a:pt x="1655" y="10105"/>
                  </a:cubicBezTo>
                  <a:cubicBezTo>
                    <a:pt x="791" y="13035"/>
                    <a:pt x="19" y="15692"/>
                    <a:pt x="19" y="15692"/>
                  </a:cubicBezTo>
                  <a:lnTo>
                    <a:pt x="1" y="15747"/>
                  </a:lnTo>
                  <a:lnTo>
                    <a:pt x="5162" y="15900"/>
                  </a:lnTo>
                  <a:lnTo>
                    <a:pt x="9126" y="5351"/>
                  </a:lnTo>
                  <a:lnTo>
                    <a:pt x="9126" y="5332"/>
                  </a:lnTo>
                  <a:lnTo>
                    <a:pt x="9856" y="1848"/>
                  </a:lnTo>
                  <a:lnTo>
                    <a:pt x="5582" y="0"/>
                  </a:ln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2" name="Google Shape;4162;p64"/>
            <p:cNvSpPr/>
            <p:nvPr/>
          </p:nvSpPr>
          <p:spPr>
            <a:xfrm>
              <a:off x="1676848" y="3764666"/>
              <a:ext cx="403287" cy="819398"/>
            </a:xfrm>
            <a:custGeom>
              <a:avLst/>
              <a:gdLst/>
              <a:ahLst/>
              <a:cxnLst/>
              <a:rect l="l" t="t" r="r" b="b"/>
              <a:pathLst>
                <a:path w="7107" h="14440" extrusionOk="0">
                  <a:moveTo>
                    <a:pt x="712" y="0"/>
                  </a:moveTo>
                  <a:lnTo>
                    <a:pt x="0" y="2888"/>
                  </a:lnTo>
                  <a:lnTo>
                    <a:pt x="365" y="3216"/>
                  </a:lnTo>
                  <a:lnTo>
                    <a:pt x="1751" y="14403"/>
                  </a:lnTo>
                  <a:lnTo>
                    <a:pt x="5526" y="14440"/>
                  </a:lnTo>
                  <a:cubicBezTo>
                    <a:pt x="5526" y="14440"/>
                    <a:pt x="6511" y="11630"/>
                    <a:pt x="6815" y="6511"/>
                  </a:cubicBezTo>
                  <a:cubicBezTo>
                    <a:pt x="7107" y="1368"/>
                    <a:pt x="6219" y="541"/>
                    <a:pt x="6219" y="541"/>
                  </a:cubicBezTo>
                  <a:lnTo>
                    <a:pt x="712" y="0"/>
                  </a:lnTo>
                  <a:close/>
                </a:path>
              </a:pathLst>
            </a:custGeom>
            <a:solidFill>
              <a:srgbClr val="866A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3" name="Google Shape;4163;p64"/>
            <p:cNvSpPr/>
            <p:nvPr/>
          </p:nvSpPr>
          <p:spPr>
            <a:xfrm>
              <a:off x="1673670" y="3761488"/>
              <a:ext cx="400960" cy="823881"/>
            </a:xfrm>
            <a:custGeom>
              <a:avLst/>
              <a:gdLst/>
              <a:ahLst/>
              <a:cxnLst/>
              <a:rect l="l" t="t" r="r" b="b"/>
              <a:pathLst>
                <a:path w="7066" h="14519" extrusionOk="0">
                  <a:moveTo>
                    <a:pt x="809" y="116"/>
                  </a:moveTo>
                  <a:lnTo>
                    <a:pt x="6257" y="657"/>
                  </a:lnTo>
                  <a:lnTo>
                    <a:pt x="6275" y="675"/>
                  </a:lnTo>
                  <a:cubicBezTo>
                    <a:pt x="6294" y="712"/>
                    <a:pt x="6336" y="749"/>
                    <a:pt x="6354" y="828"/>
                  </a:cubicBezTo>
                  <a:cubicBezTo>
                    <a:pt x="6428" y="980"/>
                    <a:pt x="6543" y="1253"/>
                    <a:pt x="6622" y="1673"/>
                  </a:cubicBezTo>
                  <a:cubicBezTo>
                    <a:pt x="6816" y="2505"/>
                    <a:pt x="6969" y="4007"/>
                    <a:pt x="6816" y="6567"/>
                  </a:cubicBezTo>
                  <a:cubicBezTo>
                    <a:pt x="6525" y="11631"/>
                    <a:pt x="5564" y="14362"/>
                    <a:pt x="5545" y="14422"/>
                  </a:cubicBezTo>
                  <a:lnTo>
                    <a:pt x="1849" y="14422"/>
                  </a:lnTo>
                  <a:lnTo>
                    <a:pt x="463" y="3254"/>
                  </a:lnTo>
                  <a:lnTo>
                    <a:pt x="116" y="2926"/>
                  </a:lnTo>
                  <a:lnTo>
                    <a:pt x="809" y="116"/>
                  </a:lnTo>
                  <a:close/>
                  <a:moveTo>
                    <a:pt x="731" y="1"/>
                  </a:moveTo>
                  <a:lnTo>
                    <a:pt x="1" y="2967"/>
                  </a:lnTo>
                  <a:lnTo>
                    <a:pt x="366" y="3314"/>
                  </a:lnTo>
                  <a:lnTo>
                    <a:pt x="1770" y="14519"/>
                  </a:lnTo>
                  <a:lnTo>
                    <a:pt x="5619" y="14496"/>
                  </a:lnTo>
                  <a:lnTo>
                    <a:pt x="5642" y="14496"/>
                  </a:lnTo>
                  <a:cubicBezTo>
                    <a:pt x="5642" y="14496"/>
                    <a:pt x="6622" y="11705"/>
                    <a:pt x="6913" y="6567"/>
                  </a:cubicBezTo>
                  <a:cubicBezTo>
                    <a:pt x="7066" y="4007"/>
                    <a:pt x="6913" y="2505"/>
                    <a:pt x="6737" y="1655"/>
                  </a:cubicBezTo>
                  <a:cubicBezTo>
                    <a:pt x="6640" y="1211"/>
                    <a:pt x="6525" y="943"/>
                    <a:pt x="6451" y="791"/>
                  </a:cubicBezTo>
                  <a:cubicBezTo>
                    <a:pt x="6409" y="712"/>
                    <a:pt x="6372" y="657"/>
                    <a:pt x="6354" y="615"/>
                  </a:cubicBezTo>
                  <a:cubicBezTo>
                    <a:pt x="6336" y="578"/>
                    <a:pt x="6312" y="560"/>
                    <a:pt x="6312" y="560"/>
                  </a:cubicBezTo>
                  <a:lnTo>
                    <a:pt x="6275" y="560"/>
                  </a:lnTo>
                  <a:lnTo>
                    <a:pt x="731" y="1"/>
                  </a:ln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4" name="Google Shape;4164;p64"/>
            <p:cNvSpPr/>
            <p:nvPr/>
          </p:nvSpPr>
          <p:spPr>
            <a:xfrm>
              <a:off x="2154308" y="2897532"/>
              <a:ext cx="247011" cy="216142"/>
            </a:xfrm>
            <a:custGeom>
              <a:avLst/>
              <a:gdLst/>
              <a:ahLst/>
              <a:cxnLst/>
              <a:rect l="l" t="t" r="r" b="b"/>
              <a:pathLst>
                <a:path w="4353" h="3809" extrusionOk="0">
                  <a:moveTo>
                    <a:pt x="1826" y="0"/>
                  </a:moveTo>
                  <a:cubicBezTo>
                    <a:pt x="992" y="0"/>
                    <a:pt x="529" y="119"/>
                    <a:pt x="291" y="421"/>
                  </a:cubicBezTo>
                  <a:cubicBezTo>
                    <a:pt x="0" y="805"/>
                    <a:pt x="97" y="2154"/>
                    <a:pt x="97" y="2616"/>
                  </a:cubicBezTo>
                  <a:cubicBezTo>
                    <a:pt x="97" y="3078"/>
                    <a:pt x="638" y="3693"/>
                    <a:pt x="638" y="3693"/>
                  </a:cubicBezTo>
                  <a:lnTo>
                    <a:pt x="3872" y="3808"/>
                  </a:lnTo>
                  <a:cubicBezTo>
                    <a:pt x="4353" y="3674"/>
                    <a:pt x="4334" y="1558"/>
                    <a:pt x="4334" y="1152"/>
                  </a:cubicBezTo>
                  <a:cubicBezTo>
                    <a:pt x="4334" y="768"/>
                    <a:pt x="3581" y="75"/>
                    <a:pt x="2389" y="15"/>
                  </a:cubicBezTo>
                  <a:cubicBezTo>
                    <a:pt x="2185" y="5"/>
                    <a:pt x="1997" y="0"/>
                    <a:pt x="1826" y="0"/>
                  </a:cubicBezTo>
                  <a:close/>
                </a:path>
              </a:pathLst>
            </a:custGeom>
            <a:solidFill>
              <a:srgbClr val="FFE4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5" name="Google Shape;4165;p64"/>
            <p:cNvSpPr/>
            <p:nvPr/>
          </p:nvSpPr>
          <p:spPr>
            <a:xfrm>
              <a:off x="2155329" y="2894638"/>
              <a:ext cx="248089" cy="221135"/>
            </a:xfrm>
            <a:custGeom>
              <a:avLst/>
              <a:gdLst/>
              <a:ahLst/>
              <a:cxnLst/>
              <a:rect l="l" t="t" r="r" b="b"/>
              <a:pathLst>
                <a:path w="4372" h="3897" extrusionOk="0">
                  <a:moveTo>
                    <a:pt x="1796" y="94"/>
                  </a:moveTo>
                  <a:cubicBezTo>
                    <a:pt x="1971" y="94"/>
                    <a:pt x="2161" y="99"/>
                    <a:pt x="2371" y="107"/>
                  </a:cubicBezTo>
                  <a:cubicBezTo>
                    <a:pt x="2967" y="144"/>
                    <a:pt x="3429" y="315"/>
                    <a:pt x="3757" y="546"/>
                  </a:cubicBezTo>
                  <a:cubicBezTo>
                    <a:pt x="4085" y="777"/>
                    <a:pt x="4256" y="1050"/>
                    <a:pt x="4256" y="1221"/>
                  </a:cubicBezTo>
                  <a:cubicBezTo>
                    <a:pt x="4275" y="1415"/>
                    <a:pt x="4275" y="2030"/>
                    <a:pt x="4219" y="2626"/>
                  </a:cubicBezTo>
                  <a:cubicBezTo>
                    <a:pt x="4178" y="2935"/>
                    <a:pt x="4141" y="3203"/>
                    <a:pt x="4085" y="3434"/>
                  </a:cubicBezTo>
                  <a:cubicBezTo>
                    <a:pt x="4044" y="3531"/>
                    <a:pt x="4007" y="3628"/>
                    <a:pt x="3970" y="3688"/>
                  </a:cubicBezTo>
                  <a:cubicBezTo>
                    <a:pt x="3928" y="3762"/>
                    <a:pt x="3873" y="3781"/>
                    <a:pt x="3831" y="3804"/>
                  </a:cubicBezTo>
                  <a:lnTo>
                    <a:pt x="638" y="3707"/>
                  </a:lnTo>
                  <a:cubicBezTo>
                    <a:pt x="638" y="3688"/>
                    <a:pt x="523" y="3550"/>
                    <a:pt x="389" y="3360"/>
                  </a:cubicBezTo>
                  <a:cubicBezTo>
                    <a:pt x="250" y="3148"/>
                    <a:pt x="116" y="2880"/>
                    <a:pt x="116" y="2667"/>
                  </a:cubicBezTo>
                  <a:cubicBezTo>
                    <a:pt x="116" y="2418"/>
                    <a:pt x="98" y="1974"/>
                    <a:pt x="116" y="1549"/>
                  </a:cubicBezTo>
                  <a:cubicBezTo>
                    <a:pt x="116" y="1318"/>
                    <a:pt x="135" y="1106"/>
                    <a:pt x="176" y="935"/>
                  </a:cubicBezTo>
                  <a:cubicBezTo>
                    <a:pt x="195" y="740"/>
                    <a:pt x="250" y="588"/>
                    <a:pt x="310" y="509"/>
                  </a:cubicBezTo>
                  <a:cubicBezTo>
                    <a:pt x="444" y="338"/>
                    <a:pt x="657" y="223"/>
                    <a:pt x="985" y="163"/>
                  </a:cubicBezTo>
                  <a:cubicBezTo>
                    <a:pt x="1210" y="112"/>
                    <a:pt x="1475" y="94"/>
                    <a:pt x="1796" y="94"/>
                  </a:cubicBezTo>
                  <a:close/>
                  <a:moveTo>
                    <a:pt x="1819" y="0"/>
                  </a:moveTo>
                  <a:cubicBezTo>
                    <a:pt x="1480" y="0"/>
                    <a:pt x="1197" y="17"/>
                    <a:pt x="966" y="66"/>
                  </a:cubicBezTo>
                  <a:cubicBezTo>
                    <a:pt x="620" y="126"/>
                    <a:pt x="389" y="241"/>
                    <a:pt x="232" y="454"/>
                  </a:cubicBezTo>
                  <a:cubicBezTo>
                    <a:pt x="158" y="570"/>
                    <a:pt x="98" y="722"/>
                    <a:pt x="61" y="916"/>
                  </a:cubicBezTo>
                  <a:cubicBezTo>
                    <a:pt x="42" y="1106"/>
                    <a:pt x="19" y="1318"/>
                    <a:pt x="19" y="1531"/>
                  </a:cubicBezTo>
                  <a:cubicBezTo>
                    <a:pt x="1" y="1974"/>
                    <a:pt x="19" y="2436"/>
                    <a:pt x="19" y="2667"/>
                  </a:cubicBezTo>
                  <a:cubicBezTo>
                    <a:pt x="19" y="2917"/>
                    <a:pt x="158" y="3185"/>
                    <a:pt x="310" y="3397"/>
                  </a:cubicBezTo>
                  <a:cubicBezTo>
                    <a:pt x="444" y="3628"/>
                    <a:pt x="578" y="3781"/>
                    <a:pt x="578" y="3781"/>
                  </a:cubicBezTo>
                  <a:lnTo>
                    <a:pt x="597" y="3804"/>
                  </a:lnTo>
                  <a:lnTo>
                    <a:pt x="3854" y="3896"/>
                  </a:lnTo>
                  <a:cubicBezTo>
                    <a:pt x="3928" y="3878"/>
                    <a:pt x="4007" y="3822"/>
                    <a:pt x="4044" y="3744"/>
                  </a:cubicBezTo>
                  <a:cubicBezTo>
                    <a:pt x="4104" y="3665"/>
                    <a:pt x="4141" y="3573"/>
                    <a:pt x="4178" y="3457"/>
                  </a:cubicBezTo>
                  <a:cubicBezTo>
                    <a:pt x="4238" y="3226"/>
                    <a:pt x="4275" y="2935"/>
                    <a:pt x="4316" y="2649"/>
                  </a:cubicBezTo>
                  <a:cubicBezTo>
                    <a:pt x="4372" y="2030"/>
                    <a:pt x="4372" y="1415"/>
                    <a:pt x="4372" y="1203"/>
                  </a:cubicBezTo>
                  <a:cubicBezTo>
                    <a:pt x="4353" y="990"/>
                    <a:pt x="4159" y="704"/>
                    <a:pt x="3813" y="472"/>
                  </a:cubicBezTo>
                  <a:cubicBezTo>
                    <a:pt x="3466" y="241"/>
                    <a:pt x="2986" y="47"/>
                    <a:pt x="2371" y="10"/>
                  </a:cubicBezTo>
                  <a:cubicBezTo>
                    <a:pt x="2172" y="4"/>
                    <a:pt x="1989" y="0"/>
                    <a:pt x="1819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6" name="Google Shape;4166;p64"/>
            <p:cNvSpPr/>
            <p:nvPr/>
          </p:nvSpPr>
          <p:spPr>
            <a:xfrm>
              <a:off x="2336803" y="2828131"/>
              <a:ext cx="83756" cy="137607"/>
            </a:xfrm>
            <a:custGeom>
              <a:avLst/>
              <a:gdLst/>
              <a:ahLst/>
              <a:cxnLst/>
              <a:rect l="l" t="t" r="r" b="b"/>
              <a:pathLst>
                <a:path w="1476" h="2425" extrusionOk="0">
                  <a:moveTo>
                    <a:pt x="594" y="0"/>
                  </a:moveTo>
                  <a:cubicBezTo>
                    <a:pt x="546" y="0"/>
                    <a:pt x="496" y="3"/>
                    <a:pt x="444" y="9"/>
                  </a:cubicBezTo>
                  <a:cubicBezTo>
                    <a:pt x="444" y="9"/>
                    <a:pt x="194" y="124"/>
                    <a:pt x="97" y="679"/>
                  </a:cubicBezTo>
                  <a:cubicBezTo>
                    <a:pt x="0" y="1256"/>
                    <a:pt x="19" y="1256"/>
                    <a:pt x="116" y="1876"/>
                  </a:cubicBezTo>
                  <a:cubicBezTo>
                    <a:pt x="176" y="2347"/>
                    <a:pt x="472" y="2424"/>
                    <a:pt x="780" y="2424"/>
                  </a:cubicBezTo>
                  <a:cubicBezTo>
                    <a:pt x="874" y="2424"/>
                    <a:pt x="969" y="2417"/>
                    <a:pt x="1058" y="2412"/>
                  </a:cubicBezTo>
                  <a:cubicBezTo>
                    <a:pt x="1465" y="2393"/>
                    <a:pt x="1252" y="1834"/>
                    <a:pt x="1368" y="1122"/>
                  </a:cubicBezTo>
                  <a:cubicBezTo>
                    <a:pt x="1475" y="462"/>
                    <a:pt x="1216" y="0"/>
                    <a:pt x="594" y="0"/>
                  </a:cubicBezTo>
                  <a:close/>
                </a:path>
              </a:pathLst>
            </a:custGeom>
            <a:solidFill>
              <a:srgbClr val="FFE4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7" name="Google Shape;4167;p64"/>
            <p:cNvSpPr/>
            <p:nvPr/>
          </p:nvSpPr>
          <p:spPr>
            <a:xfrm>
              <a:off x="2333398" y="2825067"/>
              <a:ext cx="87614" cy="143508"/>
            </a:xfrm>
            <a:custGeom>
              <a:avLst/>
              <a:gdLst/>
              <a:ahLst/>
              <a:cxnLst/>
              <a:rect l="l" t="t" r="r" b="b"/>
              <a:pathLst>
                <a:path w="1544" h="2529" extrusionOk="0">
                  <a:moveTo>
                    <a:pt x="590" y="1"/>
                  </a:moveTo>
                  <a:cubicBezTo>
                    <a:pt x="562" y="1"/>
                    <a:pt x="533" y="1"/>
                    <a:pt x="504" y="3"/>
                  </a:cubicBezTo>
                  <a:lnTo>
                    <a:pt x="504" y="118"/>
                  </a:lnTo>
                  <a:lnTo>
                    <a:pt x="522" y="118"/>
                  </a:lnTo>
                  <a:cubicBezTo>
                    <a:pt x="572" y="113"/>
                    <a:pt x="619" y="110"/>
                    <a:pt x="663" y="110"/>
                  </a:cubicBezTo>
                  <a:cubicBezTo>
                    <a:pt x="933" y="110"/>
                    <a:pt x="1121" y="203"/>
                    <a:pt x="1252" y="349"/>
                  </a:cubicBezTo>
                  <a:cubicBezTo>
                    <a:pt x="1386" y="543"/>
                    <a:pt x="1446" y="830"/>
                    <a:pt x="1386" y="1176"/>
                  </a:cubicBezTo>
                  <a:cubicBezTo>
                    <a:pt x="1312" y="1541"/>
                    <a:pt x="1331" y="1851"/>
                    <a:pt x="1331" y="2082"/>
                  </a:cubicBezTo>
                  <a:cubicBezTo>
                    <a:pt x="1331" y="2198"/>
                    <a:pt x="1312" y="2276"/>
                    <a:pt x="1271" y="2332"/>
                  </a:cubicBezTo>
                  <a:cubicBezTo>
                    <a:pt x="1252" y="2392"/>
                    <a:pt x="1215" y="2410"/>
                    <a:pt x="1118" y="2429"/>
                  </a:cubicBezTo>
                  <a:cubicBezTo>
                    <a:pt x="1041" y="2429"/>
                    <a:pt x="961" y="2432"/>
                    <a:pt x="882" y="2432"/>
                  </a:cubicBezTo>
                  <a:cubicBezTo>
                    <a:pt x="763" y="2432"/>
                    <a:pt x="646" y="2425"/>
                    <a:pt x="541" y="2392"/>
                  </a:cubicBezTo>
                  <a:cubicBezTo>
                    <a:pt x="388" y="2332"/>
                    <a:pt x="254" y="2216"/>
                    <a:pt x="213" y="1930"/>
                  </a:cubicBezTo>
                  <a:cubicBezTo>
                    <a:pt x="139" y="1310"/>
                    <a:pt x="116" y="1310"/>
                    <a:pt x="213" y="756"/>
                  </a:cubicBezTo>
                  <a:cubicBezTo>
                    <a:pt x="254" y="465"/>
                    <a:pt x="328" y="312"/>
                    <a:pt x="407" y="215"/>
                  </a:cubicBezTo>
                  <a:cubicBezTo>
                    <a:pt x="444" y="178"/>
                    <a:pt x="462" y="137"/>
                    <a:pt x="485" y="118"/>
                  </a:cubicBezTo>
                  <a:lnTo>
                    <a:pt x="504" y="118"/>
                  </a:lnTo>
                  <a:lnTo>
                    <a:pt x="485" y="21"/>
                  </a:lnTo>
                  <a:cubicBezTo>
                    <a:pt x="485" y="21"/>
                    <a:pt x="462" y="21"/>
                    <a:pt x="425" y="40"/>
                  </a:cubicBezTo>
                  <a:cubicBezTo>
                    <a:pt x="407" y="63"/>
                    <a:pt x="370" y="100"/>
                    <a:pt x="328" y="155"/>
                  </a:cubicBezTo>
                  <a:cubicBezTo>
                    <a:pt x="254" y="252"/>
                    <a:pt x="157" y="446"/>
                    <a:pt x="97" y="733"/>
                  </a:cubicBezTo>
                  <a:cubicBezTo>
                    <a:pt x="0" y="1310"/>
                    <a:pt x="42" y="1333"/>
                    <a:pt x="116" y="1948"/>
                  </a:cubicBezTo>
                  <a:cubicBezTo>
                    <a:pt x="157" y="2258"/>
                    <a:pt x="328" y="2429"/>
                    <a:pt x="522" y="2489"/>
                  </a:cubicBezTo>
                  <a:cubicBezTo>
                    <a:pt x="639" y="2522"/>
                    <a:pt x="760" y="2529"/>
                    <a:pt x="880" y="2529"/>
                  </a:cubicBezTo>
                  <a:cubicBezTo>
                    <a:pt x="961" y="2529"/>
                    <a:pt x="1041" y="2526"/>
                    <a:pt x="1118" y="2526"/>
                  </a:cubicBezTo>
                  <a:cubicBezTo>
                    <a:pt x="1234" y="2507"/>
                    <a:pt x="1312" y="2466"/>
                    <a:pt x="1368" y="2392"/>
                  </a:cubicBezTo>
                  <a:cubicBezTo>
                    <a:pt x="1409" y="2313"/>
                    <a:pt x="1428" y="2198"/>
                    <a:pt x="1428" y="2082"/>
                  </a:cubicBezTo>
                  <a:cubicBezTo>
                    <a:pt x="1446" y="1851"/>
                    <a:pt x="1428" y="1541"/>
                    <a:pt x="1483" y="1195"/>
                  </a:cubicBezTo>
                  <a:cubicBezTo>
                    <a:pt x="1543" y="830"/>
                    <a:pt x="1483" y="502"/>
                    <a:pt x="1331" y="294"/>
                  </a:cubicBezTo>
                  <a:cubicBezTo>
                    <a:pt x="1169" y="98"/>
                    <a:pt x="914" y="1"/>
                    <a:pt x="590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8" name="Google Shape;4168;p64"/>
            <p:cNvSpPr/>
            <p:nvPr/>
          </p:nvSpPr>
          <p:spPr>
            <a:xfrm>
              <a:off x="2280908" y="2781940"/>
              <a:ext cx="96296" cy="141011"/>
            </a:xfrm>
            <a:custGeom>
              <a:avLst/>
              <a:gdLst/>
              <a:ahLst/>
              <a:cxnLst/>
              <a:rect l="l" t="t" r="r" b="b"/>
              <a:pathLst>
                <a:path w="1697" h="2485" extrusionOk="0">
                  <a:moveTo>
                    <a:pt x="909" y="1"/>
                  </a:moveTo>
                  <a:cubicBezTo>
                    <a:pt x="756" y="1"/>
                    <a:pt x="586" y="58"/>
                    <a:pt x="426" y="204"/>
                  </a:cubicBezTo>
                  <a:cubicBezTo>
                    <a:pt x="426" y="204"/>
                    <a:pt x="232" y="763"/>
                    <a:pt x="116" y="1456"/>
                  </a:cubicBezTo>
                  <a:cubicBezTo>
                    <a:pt x="1" y="2149"/>
                    <a:pt x="80" y="2070"/>
                    <a:pt x="292" y="2227"/>
                  </a:cubicBezTo>
                  <a:cubicBezTo>
                    <a:pt x="455" y="2344"/>
                    <a:pt x="763" y="2485"/>
                    <a:pt x="1062" y="2485"/>
                  </a:cubicBezTo>
                  <a:cubicBezTo>
                    <a:pt x="1154" y="2485"/>
                    <a:pt x="1246" y="2472"/>
                    <a:pt x="1332" y="2440"/>
                  </a:cubicBezTo>
                  <a:cubicBezTo>
                    <a:pt x="1697" y="2301"/>
                    <a:pt x="1447" y="684"/>
                    <a:pt x="1410" y="379"/>
                  </a:cubicBezTo>
                  <a:cubicBezTo>
                    <a:pt x="1395" y="181"/>
                    <a:pt x="1179" y="1"/>
                    <a:pt x="909" y="1"/>
                  </a:cubicBezTo>
                  <a:close/>
                </a:path>
              </a:pathLst>
            </a:custGeom>
            <a:solidFill>
              <a:srgbClr val="FFE4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9" name="Google Shape;4169;p64"/>
            <p:cNvSpPr/>
            <p:nvPr/>
          </p:nvSpPr>
          <p:spPr>
            <a:xfrm>
              <a:off x="2280908" y="2779500"/>
              <a:ext cx="89771" cy="146005"/>
            </a:xfrm>
            <a:custGeom>
              <a:avLst/>
              <a:gdLst/>
              <a:ahLst/>
              <a:cxnLst/>
              <a:rect l="l" t="t" r="r" b="b"/>
              <a:pathLst>
                <a:path w="1582" h="2573" extrusionOk="0">
                  <a:moveTo>
                    <a:pt x="914" y="95"/>
                  </a:moveTo>
                  <a:cubicBezTo>
                    <a:pt x="1160" y="95"/>
                    <a:pt x="1353" y="259"/>
                    <a:pt x="1369" y="422"/>
                  </a:cubicBezTo>
                  <a:cubicBezTo>
                    <a:pt x="1387" y="593"/>
                    <a:pt x="1447" y="1055"/>
                    <a:pt x="1466" y="1517"/>
                  </a:cubicBezTo>
                  <a:cubicBezTo>
                    <a:pt x="1484" y="1748"/>
                    <a:pt x="1484" y="1961"/>
                    <a:pt x="1466" y="2136"/>
                  </a:cubicBezTo>
                  <a:cubicBezTo>
                    <a:pt x="1447" y="2229"/>
                    <a:pt x="1429" y="2289"/>
                    <a:pt x="1410" y="2344"/>
                  </a:cubicBezTo>
                  <a:cubicBezTo>
                    <a:pt x="1369" y="2404"/>
                    <a:pt x="1350" y="2423"/>
                    <a:pt x="1313" y="2441"/>
                  </a:cubicBezTo>
                  <a:cubicBezTo>
                    <a:pt x="1242" y="2469"/>
                    <a:pt x="1159" y="2480"/>
                    <a:pt x="1075" y="2480"/>
                  </a:cubicBezTo>
                  <a:cubicBezTo>
                    <a:pt x="973" y="2480"/>
                    <a:pt x="868" y="2464"/>
                    <a:pt x="773" y="2441"/>
                  </a:cubicBezTo>
                  <a:cubicBezTo>
                    <a:pt x="579" y="2386"/>
                    <a:pt x="426" y="2307"/>
                    <a:pt x="329" y="2229"/>
                  </a:cubicBezTo>
                  <a:cubicBezTo>
                    <a:pt x="274" y="2192"/>
                    <a:pt x="213" y="2173"/>
                    <a:pt x="195" y="2136"/>
                  </a:cubicBezTo>
                  <a:cubicBezTo>
                    <a:pt x="158" y="2113"/>
                    <a:pt x="140" y="2095"/>
                    <a:pt x="140" y="2076"/>
                  </a:cubicBezTo>
                  <a:cubicBezTo>
                    <a:pt x="98" y="1998"/>
                    <a:pt x="98" y="1845"/>
                    <a:pt x="158" y="1499"/>
                  </a:cubicBezTo>
                  <a:cubicBezTo>
                    <a:pt x="274" y="824"/>
                    <a:pt x="463" y="288"/>
                    <a:pt x="463" y="265"/>
                  </a:cubicBezTo>
                  <a:cubicBezTo>
                    <a:pt x="579" y="191"/>
                    <a:pt x="676" y="131"/>
                    <a:pt x="773" y="113"/>
                  </a:cubicBezTo>
                  <a:cubicBezTo>
                    <a:pt x="821" y="100"/>
                    <a:pt x="868" y="95"/>
                    <a:pt x="914" y="95"/>
                  </a:cubicBezTo>
                  <a:close/>
                  <a:moveTo>
                    <a:pt x="903" y="1"/>
                  </a:moveTo>
                  <a:cubicBezTo>
                    <a:pt x="855" y="1"/>
                    <a:pt x="805" y="5"/>
                    <a:pt x="754" y="16"/>
                  </a:cubicBezTo>
                  <a:cubicBezTo>
                    <a:pt x="639" y="34"/>
                    <a:pt x="523" y="94"/>
                    <a:pt x="408" y="210"/>
                  </a:cubicBezTo>
                  <a:lnTo>
                    <a:pt x="389" y="210"/>
                  </a:lnTo>
                  <a:lnTo>
                    <a:pt x="389" y="228"/>
                  </a:lnTo>
                  <a:cubicBezTo>
                    <a:pt x="389" y="228"/>
                    <a:pt x="177" y="787"/>
                    <a:pt x="61" y="1480"/>
                  </a:cubicBezTo>
                  <a:cubicBezTo>
                    <a:pt x="1" y="1827"/>
                    <a:pt x="1" y="1998"/>
                    <a:pt x="43" y="2095"/>
                  </a:cubicBezTo>
                  <a:cubicBezTo>
                    <a:pt x="61" y="2155"/>
                    <a:pt x="98" y="2192"/>
                    <a:pt x="140" y="2229"/>
                  </a:cubicBezTo>
                  <a:cubicBezTo>
                    <a:pt x="177" y="2252"/>
                    <a:pt x="213" y="2270"/>
                    <a:pt x="274" y="2307"/>
                  </a:cubicBezTo>
                  <a:cubicBezTo>
                    <a:pt x="371" y="2386"/>
                    <a:pt x="542" y="2483"/>
                    <a:pt x="754" y="2538"/>
                  </a:cubicBezTo>
                  <a:cubicBezTo>
                    <a:pt x="853" y="2557"/>
                    <a:pt x="956" y="2573"/>
                    <a:pt x="1058" y="2573"/>
                  </a:cubicBezTo>
                  <a:cubicBezTo>
                    <a:pt x="1157" y="2573"/>
                    <a:pt x="1255" y="2558"/>
                    <a:pt x="1350" y="2520"/>
                  </a:cubicBezTo>
                  <a:cubicBezTo>
                    <a:pt x="1410" y="2501"/>
                    <a:pt x="1466" y="2460"/>
                    <a:pt x="1484" y="2386"/>
                  </a:cubicBezTo>
                  <a:cubicBezTo>
                    <a:pt x="1526" y="2326"/>
                    <a:pt x="1544" y="2252"/>
                    <a:pt x="1563" y="2155"/>
                  </a:cubicBezTo>
                  <a:cubicBezTo>
                    <a:pt x="1581" y="1979"/>
                    <a:pt x="1581" y="1748"/>
                    <a:pt x="1581" y="1517"/>
                  </a:cubicBezTo>
                  <a:cubicBezTo>
                    <a:pt x="1544" y="1055"/>
                    <a:pt x="1484" y="575"/>
                    <a:pt x="1466" y="422"/>
                  </a:cubicBezTo>
                  <a:cubicBezTo>
                    <a:pt x="1450" y="187"/>
                    <a:pt x="1204" y="1"/>
                    <a:pt x="903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0" name="Google Shape;4170;p64"/>
            <p:cNvSpPr/>
            <p:nvPr/>
          </p:nvSpPr>
          <p:spPr>
            <a:xfrm>
              <a:off x="2232958" y="2749595"/>
              <a:ext cx="84210" cy="172505"/>
            </a:xfrm>
            <a:custGeom>
              <a:avLst/>
              <a:gdLst/>
              <a:ahLst/>
              <a:cxnLst/>
              <a:rect l="l" t="t" r="r" b="b"/>
              <a:pathLst>
                <a:path w="1484" h="3040" extrusionOk="0">
                  <a:moveTo>
                    <a:pt x="585" y="0"/>
                  </a:moveTo>
                  <a:cubicBezTo>
                    <a:pt x="370" y="0"/>
                    <a:pt x="160" y="57"/>
                    <a:pt x="19" y="196"/>
                  </a:cubicBezTo>
                  <a:lnTo>
                    <a:pt x="0" y="2663"/>
                  </a:lnTo>
                  <a:cubicBezTo>
                    <a:pt x="0" y="2663"/>
                    <a:pt x="176" y="2968"/>
                    <a:pt x="444" y="3010"/>
                  </a:cubicBezTo>
                  <a:cubicBezTo>
                    <a:pt x="552" y="3025"/>
                    <a:pt x="670" y="3040"/>
                    <a:pt x="788" y="3040"/>
                  </a:cubicBezTo>
                  <a:cubicBezTo>
                    <a:pt x="961" y="3040"/>
                    <a:pt x="1133" y="3007"/>
                    <a:pt x="1271" y="2894"/>
                  </a:cubicBezTo>
                  <a:cubicBezTo>
                    <a:pt x="1484" y="2682"/>
                    <a:pt x="1447" y="792"/>
                    <a:pt x="1424" y="427"/>
                  </a:cubicBezTo>
                  <a:cubicBezTo>
                    <a:pt x="1411" y="201"/>
                    <a:pt x="989" y="0"/>
                    <a:pt x="585" y="0"/>
                  </a:cubicBezTo>
                  <a:close/>
                </a:path>
              </a:pathLst>
            </a:custGeom>
            <a:solidFill>
              <a:srgbClr val="FFE4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1" name="Google Shape;4171;p64"/>
            <p:cNvSpPr/>
            <p:nvPr/>
          </p:nvSpPr>
          <p:spPr>
            <a:xfrm>
              <a:off x="2229780" y="2746871"/>
              <a:ext cx="88465" cy="178406"/>
            </a:xfrm>
            <a:custGeom>
              <a:avLst/>
              <a:gdLst/>
              <a:ahLst/>
              <a:cxnLst/>
              <a:rect l="l" t="t" r="r" b="b"/>
              <a:pathLst>
                <a:path w="1559" h="3144" extrusionOk="0">
                  <a:moveTo>
                    <a:pt x="653" y="98"/>
                  </a:moveTo>
                  <a:cubicBezTo>
                    <a:pt x="743" y="98"/>
                    <a:pt x="833" y="107"/>
                    <a:pt x="925" y="129"/>
                  </a:cubicBezTo>
                  <a:cubicBezTo>
                    <a:pt x="1059" y="170"/>
                    <a:pt x="1193" y="207"/>
                    <a:pt x="1290" y="286"/>
                  </a:cubicBezTo>
                  <a:cubicBezTo>
                    <a:pt x="1387" y="341"/>
                    <a:pt x="1424" y="420"/>
                    <a:pt x="1443" y="494"/>
                  </a:cubicBezTo>
                  <a:cubicBezTo>
                    <a:pt x="1443" y="669"/>
                    <a:pt x="1461" y="1228"/>
                    <a:pt x="1443" y="1764"/>
                  </a:cubicBezTo>
                  <a:cubicBezTo>
                    <a:pt x="1424" y="2037"/>
                    <a:pt x="1424" y="2305"/>
                    <a:pt x="1387" y="2517"/>
                  </a:cubicBezTo>
                  <a:cubicBezTo>
                    <a:pt x="1387" y="2614"/>
                    <a:pt x="1364" y="2711"/>
                    <a:pt x="1346" y="2767"/>
                  </a:cubicBezTo>
                  <a:cubicBezTo>
                    <a:pt x="1327" y="2845"/>
                    <a:pt x="1290" y="2882"/>
                    <a:pt x="1290" y="2901"/>
                  </a:cubicBezTo>
                  <a:cubicBezTo>
                    <a:pt x="1176" y="3004"/>
                    <a:pt x="1022" y="3040"/>
                    <a:pt x="856" y="3040"/>
                  </a:cubicBezTo>
                  <a:cubicBezTo>
                    <a:pt x="740" y="3040"/>
                    <a:pt x="618" y="3023"/>
                    <a:pt x="500" y="2998"/>
                  </a:cubicBezTo>
                  <a:cubicBezTo>
                    <a:pt x="269" y="2979"/>
                    <a:pt x="116" y="2711"/>
                    <a:pt x="93" y="2688"/>
                  </a:cubicBezTo>
                  <a:lnTo>
                    <a:pt x="116" y="263"/>
                  </a:lnTo>
                  <a:cubicBezTo>
                    <a:pt x="209" y="189"/>
                    <a:pt x="324" y="129"/>
                    <a:pt x="463" y="110"/>
                  </a:cubicBezTo>
                  <a:cubicBezTo>
                    <a:pt x="526" y="102"/>
                    <a:pt x="589" y="98"/>
                    <a:pt x="653" y="98"/>
                  </a:cubicBezTo>
                  <a:close/>
                  <a:moveTo>
                    <a:pt x="660" y="1"/>
                  </a:moveTo>
                  <a:cubicBezTo>
                    <a:pt x="592" y="1"/>
                    <a:pt x="526" y="5"/>
                    <a:pt x="463" y="13"/>
                  </a:cubicBezTo>
                  <a:cubicBezTo>
                    <a:pt x="287" y="32"/>
                    <a:pt x="153" y="92"/>
                    <a:pt x="38" y="207"/>
                  </a:cubicBezTo>
                  <a:lnTo>
                    <a:pt x="19" y="226"/>
                  </a:lnTo>
                  <a:lnTo>
                    <a:pt x="19" y="244"/>
                  </a:lnTo>
                  <a:lnTo>
                    <a:pt x="1" y="2711"/>
                  </a:lnTo>
                  <a:lnTo>
                    <a:pt x="1" y="2730"/>
                  </a:lnTo>
                  <a:cubicBezTo>
                    <a:pt x="1" y="2730"/>
                    <a:pt x="190" y="3058"/>
                    <a:pt x="500" y="3113"/>
                  </a:cubicBezTo>
                  <a:cubicBezTo>
                    <a:pt x="606" y="3128"/>
                    <a:pt x="725" y="3143"/>
                    <a:pt x="843" y="3143"/>
                  </a:cubicBezTo>
                  <a:cubicBezTo>
                    <a:pt x="1024" y="3143"/>
                    <a:pt x="1206" y="3108"/>
                    <a:pt x="1346" y="2979"/>
                  </a:cubicBezTo>
                  <a:cubicBezTo>
                    <a:pt x="1406" y="2942"/>
                    <a:pt x="1424" y="2882"/>
                    <a:pt x="1443" y="2804"/>
                  </a:cubicBezTo>
                  <a:cubicBezTo>
                    <a:pt x="1461" y="2730"/>
                    <a:pt x="1480" y="2633"/>
                    <a:pt x="1480" y="2517"/>
                  </a:cubicBezTo>
                  <a:cubicBezTo>
                    <a:pt x="1521" y="2305"/>
                    <a:pt x="1540" y="2055"/>
                    <a:pt x="1540" y="1764"/>
                  </a:cubicBezTo>
                  <a:cubicBezTo>
                    <a:pt x="1558" y="1228"/>
                    <a:pt x="1540" y="669"/>
                    <a:pt x="1540" y="475"/>
                  </a:cubicBezTo>
                  <a:cubicBezTo>
                    <a:pt x="1540" y="360"/>
                    <a:pt x="1443" y="263"/>
                    <a:pt x="1346" y="207"/>
                  </a:cubicBezTo>
                  <a:cubicBezTo>
                    <a:pt x="1230" y="129"/>
                    <a:pt x="1096" y="73"/>
                    <a:pt x="944" y="32"/>
                  </a:cubicBezTo>
                  <a:cubicBezTo>
                    <a:pt x="852" y="10"/>
                    <a:pt x="755" y="1"/>
                    <a:pt x="660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2" name="Google Shape;4172;p64"/>
            <p:cNvSpPr/>
            <p:nvPr/>
          </p:nvSpPr>
          <p:spPr>
            <a:xfrm>
              <a:off x="2165316" y="2673726"/>
              <a:ext cx="101517" cy="266475"/>
            </a:xfrm>
            <a:custGeom>
              <a:avLst/>
              <a:gdLst/>
              <a:ahLst/>
              <a:cxnLst/>
              <a:rect l="l" t="t" r="r" b="b"/>
              <a:pathLst>
                <a:path w="1789" h="4696" extrusionOk="0">
                  <a:moveTo>
                    <a:pt x="707" y="1"/>
                  </a:moveTo>
                  <a:cubicBezTo>
                    <a:pt x="500" y="1"/>
                    <a:pt x="288" y="90"/>
                    <a:pt x="213" y="341"/>
                  </a:cubicBezTo>
                  <a:cubicBezTo>
                    <a:pt x="56" y="785"/>
                    <a:pt x="0" y="4578"/>
                    <a:pt x="0" y="4578"/>
                  </a:cubicBezTo>
                  <a:cubicBezTo>
                    <a:pt x="0" y="4578"/>
                    <a:pt x="219" y="4695"/>
                    <a:pt x="879" y="4695"/>
                  </a:cubicBezTo>
                  <a:cubicBezTo>
                    <a:pt x="924" y="4695"/>
                    <a:pt x="972" y="4695"/>
                    <a:pt x="1021" y="4694"/>
                  </a:cubicBezTo>
                  <a:cubicBezTo>
                    <a:pt x="1788" y="4670"/>
                    <a:pt x="1368" y="4384"/>
                    <a:pt x="1405" y="4153"/>
                  </a:cubicBezTo>
                  <a:cubicBezTo>
                    <a:pt x="1442" y="3940"/>
                    <a:pt x="1326" y="304"/>
                    <a:pt x="1114" y="128"/>
                  </a:cubicBezTo>
                  <a:cubicBezTo>
                    <a:pt x="1023" y="54"/>
                    <a:pt x="866" y="1"/>
                    <a:pt x="707" y="1"/>
                  </a:cubicBezTo>
                  <a:close/>
                </a:path>
              </a:pathLst>
            </a:custGeom>
            <a:solidFill>
              <a:srgbClr val="FFE4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3" name="Google Shape;4173;p64"/>
            <p:cNvSpPr/>
            <p:nvPr/>
          </p:nvSpPr>
          <p:spPr>
            <a:xfrm>
              <a:off x="2161912" y="2671002"/>
              <a:ext cx="90735" cy="271468"/>
            </a:xfrm>
            <a:custGeom>
              <a:avLst/>
              <a:gdLst/>
              <a:ahLst/>
              <a:cxnLst/>
              <a:rect l="l" t="t" r="r" b="b"/>
              <a:pathLst>
                <a:path w="1599" h="4784" extrusionOk="0">
                  <a:moveTo>
                    <a:pt x="759" y="95"/>
                  </a:moveTo>
                  <a:cubicBezTo>
                    <a:pt x="914" y="95"/>
                    <a:pt x="1068" y="149"/>
                    <a:pt x="1137" y="213"/>
                  </a:cubicBezTo>
                  <a:cubicBezTo>
                    <a:pt x="1137" y="213"/>
                    <a:pt x="1155" y="237"/>
                    <a:pt x="1174" y="273"/>
                  </a:cubicBezTo>
                  <a:cubicBezTo>
                    <a:pt x="1174" y="292"/>
                    <a:pt x="1197" y="352"/>
                    <a:pt x="1197" y="407"/>
                  </a:cubicBezTo>
                  <a:cubicBezTo>
                    <a:pt x="1234" y="504"/>
                    <a:pt x="1252" y="675"/>
                    <a:pt x="1271" y="851"/>
                  </a:cubicBezTo>
                  <a:cubicBezTo>
                    <a:pt x="1312" y="1216"/>
                    <a:pt x="1349" y="1697"/>
                    <a:pt x="1368" y="2177"/>
                  </a:cubicBezTo>
                  <a:cubicBezTo>
                    <a:pt x="1386" y="2662"/>
                    <a:pt x="1405" y="3124"/>
                    <a:pt x="1428" y="3508"/>
                  </a:cubicBezTo>
                  <a:lnTo>
                    <a:pt x="1428" y="3970"/>
                  </a:lnTo>
                  <a:lnTo>
                    <a:pt x="1428" y="4201"/>
                  </a:lnTo>
                  <a:cubicBezTo>
                    <a:pt x="1405" y="4256"/>
                    <a:pt x="1428" y="4335"/>
                    <a:pt x="1446" y="4395"/>
                  </a:cubicBezTo>
                  <a:cubicBezTo>
                    <a:pt x="1465" y="4450"/>
                    <a:pt x="1483" y="4511"/>
                    <a:pt x="1483" y="4547"/>
                  </a:cubicBezTo>
                  <a:cubicBezTo>
                    <a:pt x="1502" y="4584"/>
                    <a:pt x="1483" y="4603"/>
                    <a:pt x="1428" y="4626"/>
                  </a:cubicBezTo>
                  <a:cubicBezTo>
                    <a:pt x="1368" y="4663"/>
                    <a:pt x="1252" y="4681"/>
                    <a:pt x="1081" y="4681"/>
                  </a:cubicBezTo>
                  <a:cubicBezTo>
                    <a:pt x="1007" y="4685"/>
                    <a:pt x="938" y="4687"/>
                    <a:pt x="874" y="4687"/>
                  </a:cubicBezTo>
                  <a:cubicBezTo>
                    <a:pt x="602" y="4687"/>
                    <a:pt x="415" y="4659"/>
                    <a:pt x="291" y="4645"/>
                  </a:cubicBezTo>
                  <a:cubicBezTo>
                    <a:pt x="157" y="4603"/>
                    <a:pt x="116" y="4584"/>
                    <a:pt x="116" y="4584"/>
                  </a:cubicBezTo>
                  <a:cubicBezTo>
                    <a:pt x="116" y="4547"/>
                    <a:pt x="134" y="3660"/>
                    <a:pt x="157" y="2681"/>
                  </a:cubicBezTo>
                  <a:cubicBezTo>
                    <a:pt x="176" y="2177"/>
                    <a:pt x="194" y="1660"/>
                    <a:pt x="231" y="1235"/>
                  </a:cubicBezTo>
                  <a:cubicBezTo>
                    <a:pt x="231" y="1045"/>
                    <a:pt x="250" y="851"/>
                    <a:pt x="273" y="717"/>
                  </a:cubicBezTo>
                  <a:cubicBezTo>
                    <a:pt x="291" y="560"/>
                    <a:pt x="291" y="444"/>
                    <a:pt x="310" y="407"/>
                  </a:cubicBezTo>
                  <a:cubicBezTo>
                    <a:pt x="388" y="213"/>
                    <a:pt x="522" y="121"/>
                    <a:pt x="693" y="98"/>
                  </a:cubicBezTo>
                  <a:cubicBezTo>
                    <a:pt x="715" y="96"/>
                    <a:pt x="737" y="95"/>
                    <a:pt x="759" y="95"/>
                  </a:cubicBezTo>
                  <a:close/>
                  <a:moveTo>
                    <a:pt x="777" y="1"/>
                  </a:moveTo>
                  <a:cubicBezTo>
                    <a:pt x="749" y="1"/>
                    <a:pt x="721" y="2"/>
                    <a:pt x="693" y="5"/>
                  </a:cubicBezTo>
                  <a:cubicBezTo>
                    <a:pt x="481" y="24"/>
                    <a:pt x="291" y="139"/>
                    <a:pt x="213" y="370"/>
                  </a:cubicBezTo>
                  <a:cubicBezTo>
                    <a:pt x="194" y="444"/>
                    <a:pt x="176" y="541"/>
                    <a:pt x="176" y="699"/>
                  </a:cubicBezTo>
                  <a:cubicBezTo>
                    <a:pt x="157" y="851"/>
                    <a:pt x="134" y="1022"/>
                    <a:pt x="116" y="1235"/>
                  </a:cubicBezTo>
                  <a:cubicBezTo>
                    <a:pt x="97" y="1660"/>
                    <a:pt x="79" y="2159"/>
                    <a:pt x="60" y="2662"/>
                  </a:cubicBezTo>
                  <a:cubicBezTo>
                    <a:pt x="19" y="3679"/>
                    <a:pt x="19" y="4626"/>
                    <a:pt x="19" y="4626"/>
                  </a:cubicBezTo>
                  <a:lnTo>
                    <a:pt x="0" y="4645"/>
                  </a:lnTo>
                  <a:lnTo>
                    <a:pt x="42" y="4663"/>
                  </a:lnTo>
                  <a:cubicBezTo>
                    <a:pt x="42" y="4663"/>
                    <a:pt x="116" y="4700"/>
                    <a:pt x="273" y="4742"/>
                  </a:cubicBezTo>
                  <a:cubicBezTo>
                    <a:pt x="396" y="4757"/>
                    <a:pt x="595" y="4784"/>
                    <a:pt x="872" y="4784"/>
                  </a:cubicBezTo>
                  <a:cubicBezTo>
                    <a:pt x="938" y="4784"/>
                    <a:pt x="1007" y="4782"/>
                    <a:pt x="1081" y="4779"/>
                  </a:cubicBezTo>
                  <a:cubicBezTo>
                    <a:pt x="1271" y="4779"/>
                    <a:pt x="1386" y="4760"/>
                    <a:pt x="1483" y="4718"/>
                  </a:cubicBezTo>
                  <a:cubicBezTo>
                    <a:pt x="1562" y="4681"/>
                    <a:pt x="1599" y="4603"/>
                    <a:pt x="1599" y="4547"/>
                  </a:cubicBezTo>
                  <a:cubicBezTo>
                    <a:pt x="1599" y="4469"/>
                    <a:pt x="1562" y="4413"/>
                    <a:pt x="1543" y="4353"/>
                  </a:cubicBezTo>
                  <a:cubicBezTo>
                    <a:pt x="1520" y="4298"/>
                    <a:pt x="1502" y="4256"/>
                    <a:pt x="1520" y="4219"/>
                  </a:cubicBezTo>
                  <a:lnTo>
                    <a:pt x="1520" y="3970"/>
                  </a:lnTo>
                  <a:lnTo>
                    <a:pt x="1520" y="3508"/>
                  </a:lnTo>
                  <a:cubicBezTo>
                    <a:pt x="1502" y="3124"/>
                    <a:pt x="1483" y="2639"/>
                    <a:pt x="1465" y="2159"/>
                  </a:cubicBezTo>
                  <a:cubicBezTo>
                    <a:pt x="1446" y="1678"/>
                    <a:pt x="1405" y="1216"/>
                    <a:pt x="1368" y="833"/>
                  </a:cubicBezTo>
                  <a:cubicBezTo>
                    <a:pt x="1349" y="657"/>
                    <a:pt x="1331" y="504"/>
                    <a:pt x="1289" y="389"/>
                  </a:cubicBezTo>
                  <a:cubicBezTo>
                    <a:pt x="1289" y="310"/>
                    <a:pt x="1271" y="273"/>
                    <a:pt x="1252" y="237"/>
                  </a:cubicBezTo>
                  <a:cubicBezTo>
                    <a:pt x="1252" y="195"/>
                    <a:pt x="1234" y="158"/>
                    <a:pt x="1215" y="139"/>
                  </a:cubicBezTo>
                  <a:cubicBezTo>
                    <a:pt x="1101" y="56"/>
                    <a:pt x="942" y="1"/>
                    <a:pt x="777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4" name="Google Shape;4174;p64"/>
            <p:cNvSpPr/>
            <p:nvPr/>
          </p:nvSpPr>
          <p:spPr>
            <a:xfrm>
              <a:off x="2133595" y="2859001"/>
              <a:ext cx="184648" cy="197756"/>
            </a:xfrm>
            <a:custGeom>
              <a:avLst/>
              <a:gdLst/>
              <a:ahLst/>
              <a:cxnLst/>
              <a:rect l="l" t="t" r="r" b="b"/>
              <a:pathLst>
                <a:path w="3254" h="3485" extrusionOk="0">
                  <a:moveTo>
                    <a:pt x="1760" y="1"/>
                  </a:moveTo>
                  <a:cubicBezTo>
                    <a:pt x="1757" y="1"/>
                    <a:pt x="1754" y="1"/>
                    <a:pt x="1751" y="1"/>
                  </a:cubicBezTo>
                  <a:cubicBezTo>
                    <a:pt x="1465" y="1"/>
                    <a:pt x="194" y="329"/>
                    <a:pt x="97" y="675"/>
                  </a:cubicBezTo>
                  <a:cubicBezTo>
                    <a:pt x="0" y="1022"/>
                    <a:pt x="97" y="2602"/>
                    <a:pt x="231" y="2930"/>
                  </a:cubicBezTo>
                  <a:cubicBezTo>
                    <a:pt x="365" y="3235"/>
                    <a:pt x="790" y="3485"/>
                    <a:pt x="790" y="3485"/>
                  </a:cubicBezTo>
                  <a:cubicBezTo>
                    <a:pt x="790" y="3485"/>
                    <a:pt x="1118" y="3254"/>
                    <a:pt x="1271" y="2639"/>
                  </a:cubicBezTo>
                  <a:cubicBezTo>
                    <a:pt x="1423" y="2006"/>
                    <a:pt x="1252" y="1909"/>
                    <a:pt x="1252" y="1909"/>
                  </a:cubicBezTo>
                  <a:lnTo>
                    <a:pt x="1580" y="1429"/>
                  </a:lnTo>
                  <a:cubicBezTo>
                    <a:pt x="1580" y="1429"/>
                    <a:pt x="2027" y="2032"/>
                    <a:pt x="2399" y="2032"/>
                  </a:cubicBezTo>
                  <a:cubicBezTo>
                    <a:pt x="2442" y="2032"/>
                    <a:pt x="2483" y="2024"/>
                    <a:pt x="2523" y="2006"/>
                  </a:cubicBezTo>
                  <a:cubicBezTo>
                    <a:pt x="2925" y="1849"/>
                    <a:pt x="3253" y="1405"/>
                    <a:pt x="2907" y="1119"/>
                  </a:cubicBezTo>
                  <a:cubicBezTo>
                    <a:pt x="2564" y="831"/>
                    <a:pt x="2031" y="1"/>
                    <a:pt x="1760" y="1"/>
                  </a:cubicBezTo>
                  <a:close/>
                </a:path>
              </a:pathLst>
            </a:custGeom>
            <a:solidFill>
              <a:srgbClr val="FFE4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5" name="Google Shape;4175;p64"/>
            <p:cNvSpPr/>
            <p:nvPr/>
          </p:nvSpPr>
          <p:spPr>
            <a:xfrm>
              <a:off x="2133595" y="2855880"/>
              <a:ext cx="175966" cy="192252"/>
            </a:xfrm>
            <a:custGeom>
              <a:avLst/>
              <a:gdLst/>
              <a:ahLst/>
              <a:cxnLst/>
              <a:rect l="l" t="t" r="r" b="b"/>
              <a:pathLst>
                <a:path w="3101" h="3388" extrusionOk="0">
                  <a:moveTo>
                    <a:pt x="1751" y="0"/>
                  </a:moveTo>
                  <a:cubicBezTo>
                    <a:pt x="1673" y="0"/>
                    <a:pt x="1539" y="19"/>
                    <a:pt x="1368" y="56"/>
                  </a:cubicBezTo>
                  <a:cubicBezTo>
                    <a:pt x="1211" y="97"/>
                    <a:pt x="1021" y="153"/>
                    <a:pt x="827" y="213"/>
                  </a:cubicBezTo>
                  <a:cubicBezTo>
                    <a:pt x="656" y="287"/>
                    <a:pt x="481" y="365"/>
                    <a:pt x="328" y="444"/>
                  </a:cubicBezTo>
                  <a:cubicBezTo>
                    <a:pt x="194" y="518"/>
                    <a:pt x="79" y="615"/>
                    <a:pt x="56" y="712"/>
                  </a:cubicBezTo>
                  <a:cubicBezTo>
                    <a:pt x="19" y="809"/>
                    <a:pt x="19" y="980"/>
                    <a:pt x="0" y="1174"/>
                  </a:cubicBezTo>
                  <a:cubicBezTo>
                    <a:pt x="0" y="1387"/>
                    <a:pt x="19" y="1618"/>
                    <a:pt x="19" y="1867"/>
                  </a:cubicBezTo>
                  <a:cubicBezTo>
                    <a:pt x="37" y="2098"/>
                    <a:pt x="56" y="2348"/>
                    <a:pt x="79" y="2542"/>
                  </a:cubicBezTo>
                  <a:cubicBezTo>
                    <a:pt x="116" y="2754"/>
                    <a:pt x="134" y="2907"/>
                    <a:pt x="171" y="3004"/>
                  </a:cubicBezTo>
                  <a:cubicBezTo>
                    <a:pt x="250" y="3156"/>
                    <a:pt x="384" y="3290"/>
                    <a:pt x="499" y="3387"/>
                  </a:cubicBezTo>
                  <a:cubicBezTo>
                    <a:pt x="481" y="3332"/>
                    <a:pt x="481" y="3290"/>
                    <a:pt x="481" y="3235"/>
                  </a:cubicBezTo>
                  <a:cubicBezTo>
                    <a:pt x="402" y="3156"/>
                    <a:pt x="310" y="3059"/>
                    <a:pt x="268" y="2962"/>
                  </a:cubicBezTo>
                  <a:cubicBezTo>
                    <a:pt x="250" y="2888"/>
                    <a:pt x="213" y="2731"/>
                    <a:pt x="194" y="2542"/>
                  </a:cubicBezTo>
                  <a:cubicBezTo>
                    <a:pt x="153" y="2329"/>
                    <a:pt x="134" y="2098"/>
                    <a:pt x="116" y="1867"/>
                  </a:cubicBezTo>
                  <a:cubicBezTo>
                    <a:pt x="116" y="1618"/>
                    <a:pt x="97" y="1387"/>
                    <a:pt x="116" y="1174"/>
                  </a:cubicBezTo>
                  <a:cubicBezTo>
                    <a:pt x="116" y="980"/>
                    <a:pt x="134" y="827"/>
                    <a:pt x="153" y="749"/>
                  </a:cubicBezTo>
                  <a:cubicBezTo>
                    <a:pt x="153" y="693"/>
                    <a:pt x="250" y="596"/>
                    <a:pt x="384" y="518"/>
                  </a:cubicBezTo>
                  <a:cubicBezTo>
                    <a:pt x="518" y="444"/>
                    <a:pt x="693" y="365"/>
                    <a:pt x="864" y="305"/>
                  </a:cubicBezTo>
                  <a:cubicBezTo>
                    <a:pt x="1058" y="250"/>
                    <a:pt x="1234" y="190"/>
                    <a:pt x="1405" y="153"/>
                  </a:cubicBezTo>
                  <a:cubicBezTo>
                    <a:pt x="1557" y="116"/>
                    <a:pt x="1696" y="97"/>
                    <a:pt x="1751" y="97"/>
                  </a:cubicBezTo>
                  <a:cubicBezTo>
                    <a:pt x="1788" y="97"/>
                    <a:pt x="1867" y="134"/>
                    <a:pt x="1964" y="213"/>
                  </a:cubicBezTo>
                  <a:cubicBezTo>
                    <a:pt x="2061" y="305"/>
                    <a:pt x="2158" y="421"/>
                    <a:pt x="2250" y="536"/>
                  </a:cubicBezTo>
                  <a:cubicBezTo>
                    <a:pt x="2463" y="790"/>
                    <a:pt x="2676" y="1058"/>
                    <a:pt x="2870" y="1211"/>
                  </a:cubicBezTo>
                  <a:cubicBezTo>
                    <a:pt x="2943" y="1271"/>
                    <a:pt x="2985" y="1345"/>
                    <a:pt x="2985" y="1423"/>
                  </a:cubicBezTo>
                  <a:cubicBezTo>
                    <a:pt x="3004" y="1502"/>
                    <a:pt x="2985" y="1557"/>
                    <a:pt x="2943" y="1636"/>
                  </a:cubicBezTo>
                  <a:cubicBezTo>
                    <a:pt x="2870" y="1789"/>
                    <a:pt x="2694" y="1946"/>
                    <a:pt x="2505" y="2020"/>
                  </a:cubicBezTo>
                  <a:cubicBezTo>
                    <a:pt x="2475" y="2035"/>
                    <a:pt x="2443" y="2042"/>
                    <a:pt x="2409" y="2042"/>
                  </a:cubicBezTo>
                  <a:cubicBezTo>
                    <a:pt x="2353" y="2042"/>
                    <a:pt x="2292" y="2024"/>
                    <a:pt x="2232" y="2001"/>
                  </a:cubicBezTo>
                  <a:cubicBezTo>
                    <a:pt x="2135" y="1946"/>
                    <a:pt x="2019" y="1867"/>
                    <a:pt x="1927" y="1789"/>
                  </a:cubicBezTo>
                  <a:cubicBezTo>
                    <a:pt x="1751" y="1636"/>
                    <a:pt x="1617" y="1442"/>
                    <a:pt x="1617" y="1442"/>
                  </a:cubicBezTo>
                  <a:lnTo>
                    <a:pt x="1580" y="1387"/>
                  </a:lnTo>
                  <a:lnTo>
                    <a:pt x="1308" y="1789"/>
                  </a:lnTo>
                  <a:cubicBezTo>
                    <a:pt x="1336" y="1789"/>
                    <a:pt x="1361" y="1797"/>
                    <a:pt x="1386" y="1797"/>
                  </a:cubicBezTo>
                  <a:cubicBezTo>
                    <a:pt x="1399" y="1797"/>
                    <a:pt x="1411" y="1795"/>
                    <a:pt x="1423" y="1789"/>
                  </a:cubicBezTo>
                  <a:lnTo>
                    <a:pt x="1580" y="1557"/>
                  </a:lnTo>
                  <a:cubicBezTo>
                    <a:pt x="1617" y="1599"/>
                    <a:pt x="1696" y="1715"/>
                    <a:pt x="1867" y="1867"/>
                  </a:cubicBezTo>
                  <a:cubicBezTo>
                    <a:pt x="1964" y="1946"/>
                    <a:pt x="2079" y="2038"/>
                    <a:pt x="2195" y="2080"/>
                  </a:cubicBezTo>
                  <a:cubicBezTo>
                    <a:pt x="2270" y="2115"/>
                    <a:pt x="2344" y="2136"/>
                    <a:pt x="2419" y="2136"/>
                  </a:cubicBezTo>
                  <a:cubicBezTo>
                    <a:pt x="2460" y="2136"/>
                    <a:pt x="2501" y="2130"/>
                    <a:pt x="2542" y="2117"/>
                  </a:cubicBezTo>
                  <a:cubicBezTo>
                    <a:pt x="2754" y="2020"/>
                    <a:pt x="2943" y="1867"/>
                    <a:pt x="3041" y="1691"/>
                  </a:cubicBezTo>
                  <a:cubicBezTo>
                    <a:pt x="3082" y="1599"/>
                    <a:pt x="3101" y="1502"/>
                    <a:pt x="3101" y="1405"/>
                  </a:cubicBezTo>
                  <a:cubicBezTo>
                    <a:pt x="3082" y="1308"/>
                    <a:pt x="3022" y="1211"/>
                    <a:pt x="2925" y="1137"/>
                  </a:cubicBezTo>
                  <a:cubicBezTo>
                    <a:pt x="2773" y="998"/>
                    <a:pt x="2542" y="712"/>
                    <a:pt x="2329" y="462"/>
                  </a:cubicBezTo>
                  <a:cubicBezTo>
                    <a:pt x="2232" y="347"/>
                    <a:pt x="2116" y="231"/>
                    <a:pt x="2019" y="153"/>
                  </a:cubicBezTo>
                  <a:cubicBezTo>
                    <a:pt x="1927" y="56"/>
                    <a:pt x="1848" y="0"/>
                    <a:pt x="1751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6" name="Google Shape;4176;p64"/>
            <p:cNvSpPr/>
            <p:nvPr/>
          </p:nvSpPr>
          <p:spPr>
            <a:xfrm>
              <a:off x="1495658" y="3685335"/>
              <a:ext cx="544128" cy="154971"/>
            </a:xfrm>
            <a:custGeom>
              <a:avLst/>
              <a:gdLst/>
              <a:ahLst/>
              <a:cxnLst/>
              <a:rect l="l" t="t" r="r" b="b"/>
              <a:pathLst>
                <a:path w="9589" h="2731" extrusionOk="0">
                  <a:moveTo>
                    <a:pt x="932" y="0"/>
                  </a:moveTo>
                  <a:cubicBezTo>
                    <a:pt x="651" y="0"/>
                    <a:pt x="470" y="28"/>
                    <a:pt x="421" y="91"/>
                  </a:cubicBezTo>
                  <a:cubicBezTo>
                    <a:pt x="37" y="613"/>
                    <a:pt x="0" y="899"/>
                    <a:pt x="0" y="899"/>
                  </a:cubicBezTo>
                  <a:cubicBezTo>
                    <a:pt x="0" y="899"/>
                    <a:pt x="712" y="1708"/>
                    <a:pt x="4043" y="2419"/>
                  </a:cubicBezTo>
                  <a:cubicBezTo>
                    <a:pt x="5127" y="2653"/>
                    <a:pt x="6096" y="2731"/>
                    <a:pt x="6909" y="2731"/>
                  </a:cubicBezTo>
                  <a:cubicBezTo>
                    <a:pt x="8577" y="2731"/>
                    <a:pt x="9588" y="2401"/>
                    <a:pt x="9588" y="2401"/>
                  </a:cubicBezTo>
                  <a:lnTo>
                    <a:pt x="9588" y="1324"/>
                  </a:lnTo>
                  <a:cubicBezTo>
                    <a:pt x="9588" y="1324"/>
                    <a:pt x="2880" y="0"/>
                    <a:pt x="932" y="0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7" name="Google Shape;4177;p64"/>
            <p:cNvSpPr/>
            <p:nvPr/>
          </p:nvSpPr>
          <p:spPr>
            <a:xfrm>
              <a:off x="1492253" y="3682838"/>
              <a:ext cx="549575" cy="160872"/>
            </a:xfrm>
            <a:custGeom>
              <a:avLst/>
              <a:gdLst/>
              <a:ahLst/>
              <a:cxnLst/>
              <a:rect l="l" t="t" r="r" b="b"/>
              <a:pathLst>
                <a:path w="9685" h="2835" extrusionOk="0">
                  <a:moveTo>
                    <a:pt x="984" y="98"/>
                  </a:moveTo>
                  <a:cubicBezTo>
                    <a:pt x="1252" y="98"/>
                    <a:pt x="1636" y="116"/>
                    <a:pt x="2061" y="172"/>
                  </a:cubicBezTo>
                  <a:cubicBezTo>
                    <a:pt x="2948" y="250"/>
                    <a:pt x="4080" y="426"/>
                    <a:pt x="5198" y="615"/>
                  </a:cubicBezTo>
                  <a:cubicBezTo>
                    <a:pt x="7412" y="980"/>
                    <a:pt x="9551" y="1387"/>
                    <a:pt x="9588" y="1405"/>
                  </a:cubicBezTo>
                  <a:lnTo>
                    <a:pt x="9588" y="2408"/>
                  </a:lnTo>
                  <a:cubicBezTo>
                    <a:pt x="9563" y="2420"/>
                    <a:pt x="8584" y="2734"/>
                    <a:pt x="6960" y="2734"/>
                  </a:cubicBezTo>
                  <a:cubicBezTo>
                    <a:pt x="6154" y="2734"/>
                    <a:pt x="5189" y="2656"/>
                    <a:pt x="4103" y="2426"/>
                  </a:cubicBezTo>
                  <a:cubicBezTo>
                    <a:pt x="2445" y="2061"/>
                    <a:pt x="1447" y="1673"/>
                    <a:pt x="846" y="1387"/>
                  </a:cubicBezTo>
                  <a:cubicBezTo>
                    <a:pt x="559" y="1253"/>
                    <a:pt x="365" y="1119"/>
                    <a:pt x="250" y="1040"/>
                  </a:cubicBezTo>
                  <a:cubicBezTo>
                    <a:pt x="134" y="962"/>
                    <a:pt x="116" y="925"/>
                    <a:pt x="116" y="925"/>
                  </a:cubicBezTo>
                  <a:cubicBezTo>
                    <a:pt x="116" y="906"/>
                    <a:pt x="116" y="865"/>
                    <a:pt x="176" y="749"/>
                  </a:cubicBezTo>
                  <a:cubicBezTo>
                    <a:pt x="231" y="615"/>
                    <a:pt x="328" y="426"/>
                    <a:pt x="522" y="172"/>
                  </a:cubicBezTo>
                  <a:cubicBezTo>
                    <a:pt x="522" y="153"/>
                    <a:pt x="578" y="135"/>
                    <a:pt x="656" y="116"/>
                  </a:cubicBezTo>
                  <a:cubicBezTo>
                    <a:pt x="730" y="98"/>
                    <a:pt x="846" y="98"/>
                    <a:pt x="984" y="98"/>
                  </a:cubicBezTo>
                  <a:close/>
                  <a:moveTo>
                    <a:pt x="984" y="1"/>
                  </a:moveTo>
                  <a:cubicBezTo>
                    <a:pt x="846" y="1"/>
                    <a:pt x="730" y="1"/>
                    <a:pt x="638" y="19"/>
                  </a:cubicBezTo>
                  <a:cubicBezTo>
                    <a:pt x="541" y="38"/>
                    <a:pt x="481" y="56"/>
                    <a:pt x="444" y="116"/>
                  </a:cubicBezTo>
                  <a:cubicBezTo>
                    <a:pt x="250" y="366"/>
                    <a:pt x="134" y="578"/>
                    <a:pt x="79" y="712"/>
                  </a:cubicBezTo>
                  <a:cubicBezTo>
                    <a:pt x="19" y="846"/>
                    <a:pt x="0" y="925"/>
                    <a:pt x="0" y="925"/>
                  </a:cubicBezTo>
                  <a:lnTo>
                    <a:pt x="0" y="943"/>
                  </a:lnTo>
                  <a:lnTo>
                    <a:pt x="19" y="962"/>
                  </a:lnTo>
                  <a:cubicBezTo>
                    <a:pt x="19" y="962"/>
                    <a:pt x="60" y="1022"/>
                    <a:pt x="194" y="1119"/>
                  </a:cubicBezTo>
                  <a:cubicBezTo>
                    <a:pt x="310" y="1211"/>
                    <a:pt x="499" y="1327"/>
                    <a:pt x="809" y="1484"/>
                  </a:cubicBezTo>
                  <a:cubicBezTo>
                    <a:pt x="1405" y="1770"/>
                    <a:pt x="2426" y="2158"/>
                    <a:pt x="4080" y="2523"/>
                  </a:cubicBezTo>
                  <a:cubicBezTo>
                    <a:pt x="5172" y="2757"/>
                    <a:pt x="6148" y="2835"/>
                    <a:pt x="6967" y="2835"/>
                  </a:cubicBezTo>
                  <a:cubicBezTo>
                    <a:pt x="8647" y="2835"/>
                    <a:pt x="9667" y="2505"/>
                    <a:pt x="9667" y="2505"/>
                  </a:cubicBezTo>
                  <a:lnTo>
                    <a:pt x="9685" y="2482"/>
                  </a:lnTo>
                  <a:lnTo>
                    <a:pt x="9685" y="1290"/>
                  </a:lnTo>
                  <a:lnTo>
                    <a:pt x="9625" y="1308"/>
                  </a:lnTo>
                  <a:cubicBezTo>
                    <a:pt x="9606" y="1308"/>
                    <a:pt x="7453" y="888"/>
                    <a:pt x="5217" y="500"/>
                  </a:cubicBezTo>
                  <a:cubicBezTo>
                    <a:pt x="4080" y="329"/>
                    <a:pt x="2948" y="153"/>
                    <a:pt x="2080" y="56"/>
                  </a:cubicBezTo>
                  <a:cubicBezTo>
                    <a:pt x="1636" y="19"/>
                    <a:pt x="1271" y="1"/>
                    <a:pt x="984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8" name="Google Shape;4178;p64"/>
            <p:cNvSpPr/>
            <p:nvPr/>
          </p:nvSpPr>
          <p:spPr>
            <a:xfrm>
              <a:off x="1360092" y="3184666"/>
              <a:ext cx="326738" cy="435915"/>
            </a:xfrm>
            <a:custGeom>
              <a:avLst/>
              <a:gdLst/>
              <a:ahLst/>
              <a:cxnLst/>
              <a:rect l="l" t="t" r="r" b="b"/>
              <a:pathLst>
                <a:path w="5758" h="7682" extrusionOk="0">
                  <a:moveTo>
                    <a:pt x="5624" y="1"/>
                  </a:moveTo>
                  <a:cubicBezTo>
                    <a:pt x="4658" y="366"/>
                    <a:pt x="1424" y="4238"/>
                    <a:pt x="712" y="5005"/>
                  </a:cubicBezTo>
                  <a:cubicBezTo>
                    <a:pt x="0" y="5776"/>
                    <a:pt x="0" y="7102"/>
                    <a:pt x="1022" y="7430"/>
                  </a:cubicBezTo>
                  <a:cubicBezTo>
                    <a:pt x="1520" y="7590"/>
                    <a:pt x="1852" y="7681"/>
                    <a:pt x="2122" y="7681"/>
                  </a:cubicBezTo>
                  <a:cubicBezTo>
                    <a:pt x="2406" y="7681"/>
                    <a:pt x="2621" y="7581"/>
                    <a:pt x="2888" y="7356"/>
                  </a:cubicBezTo>
                  <a:cubicBezTo>
                    <a:pt x="3406" y="6913"/>
                    <a:pt x="5582" y="4815"/>
                    <a:pt x="5582" y="4815"/>
                  </a:cubicBezTo>
                  <a:cubicBezTo>
                    <a:pt x="5582" y="4815"/>
                    <a:pt x="5758" y="2791"/>
                    <a:pt x="5739" y="1733"/>
                  </a:cubicBezTo>
                  <a:cubicBezTo>
                    <a:pt x="5698" y="675"/>
                    <a:pt x="5624" y="1"/>
                    <a:pt x="5624" y="1"/>
                  </a:cubicBezTo>
                  <a:close/>
                </a:path>
              </a:pathLst>
            </a:custGeom>
            <a:solidFill>
              <a:srgbClr val="FFE1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9" name="Google Shape;4179;p64"/>
            <p:cNvSpPr/>
            <p:nvPr/>
          </p:nvSpPr>
          <p:spPr>
            <a:xfrm>
              <a:off x="1367696" y="3180183"/>
              <a:ext cx="321233" cy="443689"/>
            </a:xfrm>
            <a:custGeom>
              <a:avLst/>
              <a:gdLst/>
              <a:ahLst/>
              <a:cxnLst/>
              <a:rect l="l" t="t" r="r" b="b"/>
              <a:pathLst>
                <a:path w="5661" h="7819" extrusionOk="0">
                  <a:moveTo>
                    <a:pt x="5448" y="177"/>
                  </a:moveTo>
                  <a:cubicBezTo>
                    <a:pt x="5467" y="232"/>
                    <a:pt x="5527" y="810"/>
                    <a:pt x="5545" y="1812"/>
                  </a:cubicBezTo>
                  <a:cubicBezTo>
                    <a:pt x="5564" y="2870"/>
                    <a:pt x="5411" y="4853"/>
                    <a:pt x="5393" y="4871"/>
                  </a:cubicBezTo>
                  <a:cubicBezTo>
                    <a:pt x="5393" y="4894"/>
                    <a:pt x="4871" y="5393"/>
                    <a:pt x="4256" y="5971"/>
                  </a:cubicBezTo>
                  <a:cubicBezTo>
                    <a:pt x="3660" y="6548"/>
                    <a:pt x="2985" y="7181"/>
                    <a:pt x="2717" y="7394"/>
                  </a:cubicBezTo>
                  <a:cubicBezTo>
                    <a:pt x="2463" y="7606"/>
                    <a:pt x="2274" y="7703"/>
                    <a:pt x="2001" y="7703"/>
                  </a:cubicBezTo>
                  <a:cubicBezTo>
                    <a:pt x="1979" y="7705"/>
                    <a:pt x="1957" y="7706"/>
                    <a:pt x="1934" y="7706"/>
                  </a:cubicBezTo>
                  <a:cubicBezTo>
                    <a:pt x="1678" y="7706"/>
                    <a:pt x="1363" y="7612"/>
                    <a:pt x="888" y="7472"/>
                  </a:cubicBezTo>
                  <a:cubicBezTo>
                    <a:pt x="407" y="7297"/>
                    <a:pt x="176" y="6913"/>
                    <a:pt x="134" y="6451"/>
                  </a:cubicBezTo>
                  <a:cubicBezTo>
                    <a:pt x="98" y="6008"/>
                    <a:pt x="268" y="5490"/>
                    <a:pt x="615" y="5125"/>
                  </a:cubicBezTo>
                  <a:cubicBezTo>
                    <a:pt x="985" y="4719"/>
                    <a:pt x="1964" y="3563"/>
                    <a:pt x="2985" y="2468"/>
                  </a:cubicBezTo>
                  <a:cubicBezTo>
                    <a:pt x="3484" y="1909"/>
                    <a:pt x="4007" y="1369"/>
                    <a:pt x="4450" y="944"/>
                  </a:cubicBezTo>
                  <a:cubicBezTo>
                    <a:pt x="4871" y="542"/>
                    <a:pt x="5217" y="274"/>
                    <a:pt x="5448" y="177"/>
                  </a:cubicBezTo>
                  <a:close/>
                  <a:moveTo>
                    <a:pt x="5545" y="1"/>
                  </a:moveTo>
                  <a:lnTo>
                    <a:pt x="5490" y="43"/>
                  </a:lnTo>
                  <a:cubicBezTo>
                    <a:pt x="5217" y="135"/>
                    <a:pt x="4834" y="445"/>
                    <a:pt x="4390" y="870"/>
                  </a:cubicBezTo>
                  <a:cubicBezTo>
                    <a:pt x="3928" y="1290"/>
                    <a:pt x="3410" y="1831"/>
                    <a:pt x="2907" y="2390"/>
                  </a:cubicBezTo>
                  <a:cubicBezTo>
                    <a:pt x="1886" y="3508"/>
                    <a:pt x="906" y="4663"/>
                    <a:pt x="541" y="5047"/>
                  </a:cubicBezTo>
                  <a:cubicBezTo>
                    <a:pt x="176" y="5449"/>
                    <a:pt x="0" y="5971"/>
                    <a:pt x="37" y="6470"/>
                  </a:cubicBezTo>
                  <a:cubicBezTo>
                    <a:pt x="79" y="6950"/>
                    <a:pt x="329" y="7394"/>
                    <a:pt x="869" y="7569"/>
                  </a:cubicBezTo>
                  <a:cubicBezTo>
                    <a:pt x="1368" y="7722"/>
                    <a:pt x="1715" y="7819"/>
                    <a:pt x="2001" y="7819"/>
                  </a:cubicBezTo>
                  <a:cubicBezTo>
                    <a:pt x="2292" y="7801"/>
                    <a:pt x="2523" y="7703"/>
                    <a:pt x="2791" y="7472"/>
                  </a:cubicBezTo>
                  <a:cubicBezTo>
                    <a:pt x="3041" y="7260"/>
                    <a:pt x="3715" y="6627"/>
                    <a:pt x="4335" y="6026"/>
                  </a:cubicBezTo>
                  <a:cubicBezTo>
                    <a:pt x="4949" y="5449"/>
                    <a:pt x="5490" y="4931"/>
                    <a:pt x="5490" y="4931"/>
                  </a:cubicBezTo>
                  <a:lnTo>
                    <a:pt x="5508" y="4913"/>
                  </a:lnTo>
                  <a:lnTo>
                    <a:pt x="5508" y="4894"/>
                  </a:lnTo>
                  <a:cubicBezTo>
                    <a:pt x="5508" y="4894"/>
                    <a:pt x="5661" y="2870"/>
                    <a:pt x="5642" y="1812"/>
                  </a:cubicBezTo>
                  <a:cubicBezTo>
                    <a:pt x="5624" y="736"/>
                    <a:pt x="5545" y="80"/>
                    <a:pt x="5545" y="80"/>
                  </a:cubicBezTo>
                  <a:lnTo>
                    <a:pt x="5545" y="1"/>
                  </a:ln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0" name="Google Shape;4180;p64"/>
            <p:cNvSpPr/>
            <p:nvPr/>
          </p:nvSpPr>
          <p:spPr>
            <a:xfrm>
              <a:off x="1978339" y="3204357"/>
              <a:ext cx="385753" cy="427176"/>
            </a:xfrm>
            <a:custGeom>
              <a:avLst/>
              <a:gdLst/>
              <a:ahLst/>
              <a:cxnLst/>
              <a:rect l="l" t="t" r="r" b="b"/>
              <a:pathLst>
                <a:path w="6798" h="7528" extrusionOk="0">
                  <a:moveTo>
                    <a:pt x="541" y="0"/>
                  </a:moveTo>
                  <a:cubicBezTo>
                    <a:pt x="541" y="0"/>
                    <a:pt x="250" y="887"/>
                    <a:pt x="135" y="1751"/>
                  </a:cubicBezTo>
                  <a:cubicBezTo>
                    <a:pt x="1" y="2620"/>
                    <a:pt x="158" y="5120"/>
                    <a:pt x="158" y="5120"/>
                  </a:cubicBezTo>
                  <a:cubicBezTo>
                    <a:pt x="158" y="5120"/>
                    <a:pt x="3734" y="7527"/>
                    <a:pt x="5238" y="7527"/>
                  </a:cubicBezTo>
                  <a:cubicBezTo>
                    <a:pt x="5313" y="7527"/>
                    <a:pt x="5384" y="7521"/>
                    <a:pt x="5448" y="7509"/>
                  </a:cubicBezTo>
                  <a:cubicBezTo>
                    <a:pt x="6798" y="7241"/>
                    <a:pt x="6779" y="5369"/>
                    <a:pt x="6105" y="4445"/>
                  </a:cubicBezTo>
                  <a:cubicBezTo>
                    <a:pt x="5430" y="3521"/>
                    <a:pt x="985" y="56"/>
                    <a:pt x="541" y="0"/>
                  </a:cubicBezTo>
                  <a:close/>
                </a:path>
              </a:pathLst>
            </a:custGeom>
            <a:solidFill>
              <a:srgbClr val="FFE1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1" name="Google Shape;4181;p64"/>
            <p:cNvSpPr/>
            <p:nvPr/>
          </p:nvSpPr>
          <p:spPr>
            <a:xfrm>
              <a:off x="1979417" y="3200952"/>
              <a:ext cx="377071" cy="433021"/>
            </a:xfrm>
            <a:custGeom>
              <a:avLst/>
              <a:gdLst/>
              <a:ahLst/>
              <a:cxnLst/>
              <a:rect l="l" t="t" r="r" b="b"/>
              <a:pathLst>
                <a:path w="6645" h="7631" extrusionOk="0">
                  <a:moveTo>
                    <a:pt x="559" y="116"/>
                  </a:moveTo>
                  <a:cubicBezTo>
                    <a:pt x="578" y="139"/>
                    <a:pt x="578" y="139"/>
                    <a:pt x="619" y="157"/>
                  </a:cubicBezTo>
                  <a:cubicBezTo>
                    <a:pt x="675" y="176"/>
                    <a:pt x="753" y="213"/>
                    <a:pt x="832" y="273"/>
                  </a:cubicBezTo>
                  <a:cubicBezTo>
                    <a:pt x="1003" y="370"/>
                    <a:pt x="1215" y="522"/>
                    <a:pt x="1465" y="693"/>
                  </a:cubicBezTo>
                  <a:cubicBezTo>
                    <a:pt x="1946" y="1040"/>
                    <a:pt x="2565" y="1502"/>
                    <a:pt x="3198" y="2005"/>
                  </a:cubicBezTo>
                  <a:cubicBezTo>
                    <a:pt x="3812" y="2504"/>
                    <a:pt x="4450" y="3026"/>
                    <a:pt x="4967" y="3465"/>
                  </a:cubicBezTo>
                  <a:cubicBezTo>
                    <a:pt x="5490" y="3927"/>
                    <a:pt x="5892" y="4316"/>
                    <a:pt x="6049" y="4547"/>
                  </a:cubicBezTo>
                  <a:cubicBezTo>
                    <a:pt x="6377" y="4990"/>
                    <a:pt x="6548" y="5683"/>
                    <a:pt x="6469" y="6279"/>
                  </a:cubicBezTo>
                  <a:cubicBezTo>
                    <a:pt x="6395" y="6875"/>
                    <a:pt x="6086" y="7374"/>
                    <a:pt x="5429" y="7508"/>
                  </a:cubicBezTo>
                  <a:cubicBezTo>
                    <a:pt x="5360" y="7525"/>
                    <a:pt x="5284" y="7533"/>
                    <a:pt x="5201" y="7533"/>
                  </a:cubicBezTo>
                  <a:cubicBezTo>
                    <a:pt x="4895" y="7533"/>
                    <a:pt x="4502" y="7426"/>
                    <a:pt x="4066" y="7259"/>
                  </a:cubicBezTo>
                  <a:cubicBezTo>
                    <a:pt x="3507" y="7046"/>
                    <a:pt x="2888" y="6741"/>
                    <a:pt x="2311" y="6432"/>
                  </a:cubicBezTo>
                  <a:cubicBezTo>
                    <a:pt x="1155" y="5817"/>
                    <a:pt x="213" y="5161"/>
                    <a:pt x="194" y="5161"/>
                  </a:cubicBezTo>
                  <a:cubicBezTo>
                    <a:pt x="194" y="5124"/>
                    <a:pt x="157" y="4547"/>
                    <a:pt x="139" y="3812"/>
                  </a:cubicBezTo>
                  <a:cubicBezTo>
                    <a:pt x="97" y="3082"/>
                    <a:pt x="97" y="2236"/>
                    <a:pt x="157" y="1811"/>
                  </a:cubicBezTo>
                  <a:cubicBezTo>
                    <a:pt x="273" y="984"/>
                    <a:pt x="541" y="176"/>
                    <a:pt x="559" y="116"/>
                  </a:cubicBezTo>
                  <a:close/>
                  <a:moveTo>
                    <a:pt x="485" y="0"/>
                  </a:moveTo>
                  <a:lnTo>
                    <a:pt x="462" y="42"/>
                  </a:lnTo>
                  <a:cubicBezTo>
                    <a:pt x="462" y="42"/>
                    <a:pt x="176" y="924"/>
                    <a:pt x="60" y="1793"/>
                  </a:cubicBezTo>
                  <a:cubicBezTo>
                    <a:pt x="0" y="2255"/>
                    <a:pt x="0" y="3082"/>
                    <a:pt x="23" y="3812"/>
                  </a:cubicBezTo>
                  <a:cubicBezTo>
                    <a:pt x="60" y="4565"/>
                    <a:pt x="97" y="5180"/>
                    <a:pt x="97" y="5180"/>
                  </a:cubicBezTo>
                  <a:lnTo>
                    <a:pt x="97" y="5221"/>
                  </a:lnTo>
                  <a:lnTo>
                    <a:pt x="116" y="5221"/>
                  </a:lnTo>
                  <a:cubicBezTo>
                    <a:pt x="116" y="5221"/>
                    <a:pt x="1100" y="5891"/>
                    <a:pt x="2255" y="6529"/>
                  </a:cubicBezTo>
                  <a:cubicBezTo>
                    <a:pt x="2833" y="6838"/>
                    <a:pt x="3466" y="7143"/>
                    <a:pt x="4025" y="7356"/>
                  </a:cubicBezTo>
                  <a:cubicBezTo>
                    <a:pt x="4464" y="7523"/>
                    <a:pt x="4867" y="7630"/>
                    <a:pt x="5198" y="7630"/>
                  </a:cubicBezTo>
                  <a:cubicBezTo>
                    <a:pt x="5289" y="7630"/>
                    <a:pt x="5374" y="7622"/>
                    <a:pt x="5453" y="7605"/>
                  </a:cubicBezTo>
                  <a:cubicBezTo>
                    <a:pt x="6146" y="7471"/>
                    <a:pt x="6492" y="6912"/>
                    <a:pt x="6566" y="6298"/>
                  </a:cubicBezTo>
                  <a:cubicBezTo>
                    <a:pt x="6645" y="5660"/>
                    <a:pt x="6469" y="4949"/>
                    <a:pt x="6123" y="4487"/>
                  </a:cubicBezTo>
                  <a:cubicBezTo>
                    <a:pt x="5952" y="4237"/>
                    <a:pt x="5545" y="3854"/>
                    <a:pt x="5027" y="3392"/>
                  </a:cubicBezTo>
                  <a:cubicBezTo>
                    <a:pt x="4505" y="2948"/>
                    <a:pt x="3872" y="2426"/>
                    <a:pt x="3258" y="1927"/>
                  </a:cubicBezTo>
                  <a:cubicBezTo>
                    <a:pt x="2620" y="1428"/>
                    <a:pt x="2006" y="966"/>
                    <a:pt x="1502" y="619"/>
                  </a:cubicBezTo>
                  <a:cubicBezTo>
                    <a:pt x="1271" y="425"/>
                    <a:pt x="1063" y="291"/>
                    <a:pt x="887" y="194"/>
                  </a:cubicBezTo>
                  <a:cubicBezTo>
                    <a:pt x="790" y="139"/>
                    <a:pt x="735" y="97"/>
                    <a:pt x="675" y="60"/>
                  </a:cubicBezTo>
                  <a:cubicBezTo>
                    <a:pt x="601" y="42"/>
                    <a:pt x="559" y="23"/>
                    <a:pt x="522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2" name="Google Shape;4182;p64"/>
            <p:cNvSpPr/>
            <p:nvPr/>
          </p:nvSpPr>
          <p:spPr>
            <a:xfrm>
              <a:off x="1503262" y="3158449"/>
              <a:ext cx="577948" cy="648709"/>
            </a:xfrm>
            <a:custGeom>
              <a:avLst/>
              <a:gdLst/>
              <a:ahLst/>
              <a:cxnLst/>
              <a:rect l="l" t="t" r="r" b="b"/>
              <a:pathLst>
                <a:path w="10185" h="11432" extrusionOk="0">
                  <a:moveTo>
                    <a:pt x="7278" y="0"/>
                  </a:moveTo>
                  <a:lnTo>
                    <a:pt x="4348" y="153"/>
                  </a:lnTo>
                  <a:lnTo>
                    <a:pt x="3119" y="463"/>
                  </a:lnTo>
                  <a:cubicBezTo>
                    <a:pt x="3119" y="463"/>
                    <a:pt x="2251" y="2020"/>
                    <a:pt x="1964" y="3101"/>
                  </a:cubicBezTo>
                  <a:cubicBezTo>
                    <a:pt x="1691" y="4177"/>
                    <a:pt x="2500" y="5120"/>
                    <a:pt x="2426" y="5947"/>
                  </a:cubicBezTo>
                  <a:cubicBezTo>
                    <a:pt x="2366" y="6779"/>
                    <a:pt x="1520" y="7296"/>
                    <a:pt x="749" y="8220"/>
                  </a:cubicBezTo>
                  <a:cubicBezTo>
                    <a:pt x="0" y="9163"/>
                    <a:pt x="56" y="9704"/>
                    <a:pt x="56" y="9704"/>
                  </a:cubicBezTo>
                  <a:cubicBezTo>
                    <a:pt x="56" y="9704"/>
                    <a:pt x="998" y="10725"/>
                    <a:pt x="4542" y="11242"/>
                  </a:cubicBezTo>
                  <a:cubicBezTo>
                    <a:pt x="5470" y="11379"/>
                    <a:pt x="6249" y="11431"/>
                    <a:pt x="6894" y="11431"/>
                  </a:cubicBezTo>
                  <a:cubicBezTo>
                    <a:pt x="8715" y="11431"/>
                    <a:pt x="9478" y="11017"/>
                    <a:pt x="9546" y="10914"/>
                  </a:cubicBezTo>
                  <a:cubicBezTo>
                    <a:pt x="9625" y="10762"/>
                    <a:pt x="9570" y="9279"/>
                    <a:pt x="9297" y="8512"/>
                  </a:cubicBezTo>
                  <a:cubicBezTo>
                    <a:pt x="9029" y="7758"/>
                    <a:pt x="8853" y="7356"/>
                    <a:pt x="8950" y="6834"/>
                  </a:cubicBezTo>
                  <a:cubicBezTo>
                    <a:pt x="9047" y="6335"/>
                    <a:pt x="9509" y="5679"/>
                    <a:pt x="9838" y="4353"/>
                  </a:cubicBezTo>
                  <a:cubicBezTo>
                    <a:pt x="10184" y="3022"/>
                    <a:pt x="9704" y="1715"/>
                    <a:pt x="9454" y="1271"/>
                  </a:cubicBezTo>
                  <a:cubicBezTo>
                    <a:pt x="9181" y="828"/>
                    <a:pt x="8761" y="560"/>
                    <a:pt x="8451" y="541"/>
                  </a:cubicBezTo>
                  <a:cubicBezTo>
                    <a:pt x="8123" y="500"/>
                    <a:pt x="7278" y="0"/>
                    <a:pt x="7278" y="0"/>
                  </a:cubicBezTo>
                  <a:close/>
                </a:path>
              </a:pathLst>
            </a:custGeom>
            <a:solidFill>
              <a:srgbClr val="FFE1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3" name="Google Shape;4183;p64"/>
            <p:cNvSpPr/>
            <p:nvPr/>
          </p:nvSpPr>
          <p:spPr>
            <a:xfrm>
              <a:off x="1503262" y="3156350"/>
              <a:ext cx="580047" cy="653248"/>
            </a:xfrm>
            <a:custGeom>
              <a:avLst/>
              <a:gdLst/>
              <a:ahLst/>
              <a:cxnLst/>
              <a:rect l="l" t="t" r="r" b="b"/>
              <a:pathLst>
                <a:path w="10222" h="11512" extrusionOk="0">
                  <a:moveTo>
                    <a:pt x="7259" y="93"/>
                  </a:moveTo>
                  <a:cubicBezTo>
                    <a:pt x="7278" y="93"/>
                    <a:pt x="7467" y="208"/>
                    <a:pt x="7721" y="347"/>
                  </a:cubicBezTo>
                  <a:cubicBezTo>
                    <a:pt x="7971" y="481"/>
                    <a:pt x="8257" y="615"/>
                    <a:pt x="8451" y="615"/>
                  </a:cubicBezTo>
                  <a:cubicBezTo>
                    <a:pt x="8738" y="652"/>
                    <a:pt x="9144" y="902"/>
                    <a:pt x="9394" y="1327"/>
                  </a:cubicBezTo>
                  <a:cubicBezTo>
                    <a:pt x="9662" y="1770"/>
                    <a:pt x="10124" y="3078"/>
                    <a:pt x="9801" y="4367"/>
                  </a:cubicBezTo>
                  <a:cubicBezTo>
                    <a:pt x="9473" y="5698"/>
                    <a:pt x="9010" y="6331"/>
                    <a:pt x="8913" y="6871"/>
                  </a:cubicBezTo>
                  <a:cubicBezTo>
                    <a:pt x="8816" y="7393"/>
                    <a:pt x="8969" y="7814"/>
                    <a:pt x="9241" y="8567"/>
                  </a:cubicBezTo>
                  <a:cubicBezTo>
                    <a:pt x="9375" y="8932"/>
                    <a:pt x="9454" y="9510"/>
                    <a:pt x="9509" y="9990"/>
                  </a:cubicBezTo>
                  <a:cubicBezTo>
                    <a:pt x="9528" y="10221"/>
                    <a:pt x="9528" y="10452"/>
                    <a:pt x="9528" y="10628"/>
                  </a:cubicBezTo>
                  <a:lnTo>
                    <a:pt x="9528" y="10836"/>
                  </a:lnTo>
                  <a:cubicBezTo>
                    <a:pt x="9509" y="10877"/>
                    <a:pt x="9509" y="10914"/>
                    <a:pt x="9509" y="10914"/>
                  </a:cubicBezTo>
                  <a:cubicBezTo>
                    <a:pt x="9491" y="10914"/>
                    <a:pt x="9473" y="10951"/>
                    <a:pt x="9412" y="10974"/>
                  </a:cubicBezTo>
                  <a:cubicBezTo>
                    <a:pt x="9375" y="11011"/>
                    <a:pt x="9297" y="11048"/>
                    <a:pt x="9200" y="11090"/>
                  </a:cubicBezTo>
                  <a:cubicBezTo>
                    <a:pt x="9010" y="11164"/>
                    <a:pt x="8719" y="11242"/>
                    <a:pt x="8336" y="11321"/>
                  </a:cubicBezTo>
                  <a:cubicBezTo>
                    <a:pt x="7963" y="11375"/>
                    <a:pt x="7490" y="11417"/>
                    <a:pt x="6909" y="11417"/>
                  </a:cubicBezTo>
                  <a:cubicBezTo>
                    <a:pt x="6261" y="11417"/>
                    <a:pt x="5476" y="11365"/>
                    <a:pt x="4542" y="11224"/>
                  </a:cubicBezTo>
                  <a:cubicBezTo>
                    <a:pt x="2791" y="10974"/>
                    <a:pt x="1673" y="10586"/>
                    <a:pt x="998" y="10258"/>
                  </a:cubicBezTo>
                  <a:cubicBezTo>
                    <a:pt x="652" y="10106"/>
                    <a:pt x="421" y="9953"/>
                    <a:pt x="287" y="9856"/>
                  </a:cubicBezTo>
                  <a:cubicBezTo>
                    <a:pt x="153" y="9759"/>
                    <a:pt x="116" y="9722"/>
                    <a:pt x="97" y="9704"/>
                  </a:cubicBezTo>
                  <a:lnTo>
                    <a:pt x="97" y="9644"/>
                  </a:lnTo>
                  <a:cubicBezTo>
                    <a:pt x="116" y="9588"/>
                    <a:pt x="134" y="9491"/>
                    <a:pt x="171" y="9376"/>
                  </a:cubicBezTo>
                  <a:cubicBezTo>
                    <a:pt x="250" y="9126"/>
                    <a:pt x="421" y="8756"/>
                    <a:pt x="790" y="8294"/>
                  </a:cubicBezTo>
                  <a:cubicBezTo>
                    <a:pt x="1174" y="7832"/>
                    <a:pt x="1576" y="7467"/>
                    <a:pt x="1886" y="7121"/>
                  </a:cubicBezTo>
                  <a:cubicBezTo>
                    <a:pt x="2214" y="6774"/>
                    <a:pt x="2445" y="6428"/>
                    <a:pt x="2482" y="5984"/>
                  </a:cubicBezTo>
                  <a:cubicBezTo>
                    <a:pt x="2523" y="5564"/>
                    <a:pt x="2329" y="5102"/>
                    <a:pt x="2177" y="4640"/>
                  </a:cubicBezTo>
                  <a:cubicBezTo>
                    <a:pt x="2020" y="4178"/>
                    <a:pt x="1886" y="3674"/>
                    <a:pt x="2020" y="3156"/>
                  </a:cubicBezTo>
                  <a:cubicBezTo>
                    <a:pt x="2292" y="2098"/>
                    <a:pt x="3138" y="578"/>
                    <a:pt x="3138" y="537"/>
                  </a:cubicBezTo>
                  <a:lnTo>
                    <a:pt x="4348" y="232"/>
                  </a:lnTo>
                  <a:lnTo>
                    <a:pt x="7259" y="93"/>
                  </a:lnTo>
                  <a:close/>
                  <a:moveTo>
                    <a:pt x="7278" y="1"/>
                  </a:moveTo>
                  <a:lnTo>
                    <a:pt x="4330" y="135"/>
                  </a:lnTo>
                  <a:lnTo>
                    <a:pt x="3078" y="463"/>
                  </a:lnTo>
                  <a:lnTo>
                    <a:pt x="3059" y="481"/>
                  </a:lnTo>
                  <a:cubicBezTo>
                    <a:pt x="3059" y="481"/>
                    <a:pt x="2195" y="2038"/>
                    <a:pt x="1922" y="3138"/>
                  </a:cubicBezTo>
                  <a:cubicBezTo>
                    <a:pt x="1788" y="3674"/>
                    <a:pt x="1922" y="4196"/>
                    <a:pt x="2080" y="4677"/>
                  </a:cubicBezTo>
                  <a:cubicBezTo>
                    <a:pt x="2232" y="5139"/>
                    <a:pt x="2408" y="5582"/>
                    <a:pt x="2385" y="5984"/>
                  </a:cubicBezTo>
                  <a:cubicBezTo>
                    <a:pt x="2348" y="6391"/>
                    <a:pt x="2135" y="6719"/>
                    <a:pt x="1807" y="7047"/>
                  </a:cubicBezTo>
                  <a:cubicBezTo>
                    <a:pt x="1502" y="7393"/>
                    <a:pt x="1095" y="7758"/>
                    <a:pt x="712" y="8239"/>
                  </a:cubicBezTo>
                  <a:cubicBezTo>
                    <a:pt x="328" y="8701"/>
                    <a:pt x="153" y="9085"/>
                    <a:pt x="74" y="9334"/>
                  </a:cubicBezTo>
                  <a:cubicBezTo>
                    <a:pt x="37" y="9473"/>
                    <a:pt x="19" y="9565"/>
                    <a:pt x="0" y="9625"/>
                  </a:cubicBezTo>
                  <a:lnTo>
                    <a:pt x="0" y="9741"/>
                  </a:lnTo>
                  <a:lnTo>
                    <a:pt x="0" y="9759"/>
                  </a:lnTo>
                  <a:lnTo>
                    <a:pt x="19" y="9759"/>
                  </a:lnTo>
                  <a:cubicBezTo>
                    <a:pt x="19" y="9759"/>
                    <a:pt x="74" y="9838"/>
                    <a:pt x="231" y="9935"/>
                  </a:cubicBezTo>
                  <a:cubicBezTo>
                    <a:pt x="384" y="10050"/>
                    <a:pt x="615" y="10184"/>
                    <a:pt x="943" y="10355"/>
                  </a:cubicBezTo>
                  <a:cubicBezTo>
                    <a:pt x="1636" y="10683"/>
                    <a:pt x="2773" y="11067"/>
                    <a:pt x="4542" y="11321"/>
                  </a:cubicBezTo>
                  <a:cubicBezTo>
                    <a:pt x="5465" y="11461"/>
                    <a:pt x="6242" y="11511"/>
                    <a:pt x="6886" y="11511"/>
                  </a:cubicBezTo>
                  <a:cubicBezTo>
                    <a:pt x="7478" y="11511"/>
                    <a:pt x="7958" y="11469"/>
                    <a:pt x="8336" y="11413"/>
                  </a:cubicBezTo>
                  <a:cubicBezTo>
                    <a:pt x="8738" y="11339"/>
                    <a:pt x="9047" y="11261"/>
                    <a:pt x="9241" y="11182"/>
                  </a:cubicBezTo>
                  <a:cubicBezTo>
                    <a:pt x="9339" y="11145"/>
                    <a:pt x="9412" y="11108"/>
                    <a:pt x="9473" y="11067"/>
                  </a:cubicBezTo>
                  <a:cubicBezTo>
                    <a:pt x="9528" y="11030"/>
                    <a:pt x="9570" y="11011"/>
                    <a:pt x="9588" y="10974"/>
                  </a:cubicBezTo>
                  <a:cubicBezTo>
                    <a:pt x="9606" y="10933"/>
                    <a:pt x="9606" y="10896"/>
                    <a:pt x="9625" y="10836"/>
                  </a:cubicBezTo>
                  <a:lnTo>
                    <a:pt x="9625" y="10628"/>
                  </a:lnTo>
                  <a:cubicBezTo>
                    <a:pt x="9625" y="10452"/>
                    <a:pt x="9625" y="10221"/>
                    <a:pt x="9606" y="9972"/>
                  </a:cubicBezTo>
                  <a:cubicBezTo>
                    <a:pt x="9570" y="9491"/>
                    <a:pt x="9473" y="8932"/>
                    <a:pt x="9339" y="8525"/>
                  </a:cubicBezTo>
                  <a:cubicBezTo>
                    <a:pt x="9066" y="7777"/>
                    <a:pt x="8913" y="7370"/>
                    <a:pt x="9010" y="6890"/>
                  </a:cubicBezTo>
                  <a:cubicBezTo>
                    <a:pt x="9107" y="6391"/>
                    <a:pt x="9570" y="5735"/>
                    <a:pt x="9893" y="4409"/>
                  </a:cubicBezTo>
                  <a:cubicBezTo>
                    <a:pt x="10221" y="3059"/>
                    <a:pt x="9759" y="1752"/>
                    <a:pt x="9491" y="1290"/>
                  </a:cubicBezTo>
                  <a:cubicBezTo>
                    <a:pt x="9223" y="828"/>
                    <a:pt x="8798" y="555"/>
                    <a:pt x="8451" y="518"/>
                  </a:cubicBezTo>
                  <a:cubicBezTo>
                    <a:pt x="8317" y="518"/>
                    <a:pt x="8008" y="384"/>
                    <a:pt x="7758" y="250"/>
                  </a:cubicBezTo>
                  <a:cubicBezTo>
                    <a:pt x="7509" y="135"/>
                    <a:pt x="7296" y="1"/>
                    <a:pt x="7296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4" name="Google Shape;4184;p64"/>
            <p:cNvSpPr/>
            <p:nvPr/>
          </p:nvSpPr>
          <p:spPr>
            <a:xfrm>
              <a:off x="2103974" y="3084055"/>
              <a:ext cx="289740" cy="547589"/>
            </a:xfrm>
            <a:custGeom>
              <a:avLst/>
              <a:gdLst/>
              <a:ahLst/>
              <a:cxnLst/>
              <a:rect l="l" t="t" r="r" b="b"/>
              <a:pathLst>
                <a:path w="5106" h="9650" extrusionOk="0">
                  <a:moveTo>
                    <a:pt x="3488" y="1"/>
                  </a:moveTo>
                  <a:cubicBezTo>
                    <a:pt x="3436" y="1"/>
                    <a:pt x="3384" y="2"/>
                    <a:pt x="3331" y="4"/>
                  </a:cubicBezTo>
                  <a:cubicBezTo>
                    <a:pt x="2292" y="22"/>
                    <a:pt x="1386" y="369"/>
                    <a:pt x="1386" y="369"/>
                  </a:cubicBezTo>
                  <a:cubicBezTo>
                    <a:pt x="1386" y="369"/>
                    <a:pt x="23" y="7762"/>
                    <a:pt x="0" y="7896"/>
                  </a:cubicBezTo>
                  <a:cubicBezTo>
                    <a:pt x="0" y="7896"/>
                    <a:pt x="1882" y="9649"/>
                    <a:pt x="2867" y="9649"/>
                  </a:cubicBezTo>
                  <a:cubicBezTo>
                    <a:pt x="2888" y="9649"/>
                    <a:pt x="2909" y="9649"/>
                    <a:pt x="2930" y="9647"/>
                  </a:cubicBezTo>
                  <a:cubicBezTo>
                    <a:pt x="3891" y="9550"/>
                    <a:pt x="4219" y="9129"/>
                    <a:pt x="4505" y="8279"/>
                  </a:cubicBezTo>
                  <a:cubicBezTo>
                    <a:pt x="4815" y="7415"/>
                    <a:pt x="5106" y="350"/>
                    <a:pt x="5106" y="350"/>
                  </a:cubicBezTo>
                  <a:cubicBezTo>
                    <a:pt x="5106" y="350"/>
                    <a:pt x="4444" y="1"/>
                    <a:pt x="3488" y="1"/>
                  </a:cubicBezTo>
                  <a:close/>
                </a:path>
              </a:pathLst>
            </a:custGeom>
            <a:solidFill>
              <a:srgbClr val="FFE1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5" name="Google Shape;4185;p64"/>
            <p:cNvSpPr/>
            <p:nvPr/>
          </p:nvSpPr>
          <p:spPr>
            <a:xfrm>
              <a:off x="2143299" y="3080821"/>
              <a:ext cx="253593" cy="553264"/>
            </a:xfrm>
            <a:custGeom>
              <a:avLst/>
              <a:gdLst/>
              <a:ahLst/>
              <a:cxnLst/>
              <a:rect l="l" t="t" r="r" b="b"/>
              <a:pathLst>
                <a:path w="4469" h="9750" extrusionOk="0">
                  <a:moveTo>
                    <a:pt x="2638" y="1"/>
                  </a:moveTo>
                  <a:cubicBezTo>
                    <a:pt x="1580" y="19"/>
                    <a:pt x="675" y="366"/>
                    <a:pt x="675" y="366"/>
                  </a:cubicBezTo>
                  <a:lnTo>
                    <a:pt x="656" y="384"/>
                  </a:lnTo>
                  <a:lnTo>
                    <a:pt x="638" y="407"/>
                  </a:lnTo>
                  <a:cubicBezTo>
                    <a:pt x="638" y="407"/>
                    <a:pt x="328" y="2140"/>
                    <a:pt x="0" y="3891"/>
                  </a:cubicBezTo>
                  <a:lnTo>
                    <a:pt x="97" y="3947"/>
                  </a:lnTo>
                  <a:cubicBezTo>
                    <a:pt x="407" y="2214"/>
                    <a:pt x="735" y="481"/>
                    <a:pt x="735" y="463"/>
                  </a:cubicBezTo>
                  <a:cubicBezTo>
                    <a:pt x="772" y="444"/>
                    <a:pt x="1640" y="116"/>
                    <a:pt x="2638" y="98"/>
                  </a:cubicBezTo>
                  <a:cubicBezTo>
                    <a:pt x="2666" y="97"/>
                    <a:pt x="2693" y="97"/>
                    <a:pt x="2720" y="97"/>
                  </a:cubicBezTo>
                  <a:cubicBezTo>
                    <a:pt x="3678" y="97"/>
                    <a:pt x="4317" y="408"/>
                    <a:pt x="4353" y="426"/>
                  </a:cubicBezTo>
                  <a:cubicBezTo>
                    <a:pt x="4353" y="463"/>
                    <a:pt x="4297" y="2177"/>
                    <a:pt x="4182" y="4044"/>
                  </a:cubicBezTo>
                  <a:cubicBezTo>
                    <a:pt x="4122" y="4968"/>
                    <a:pt x="4066" y="5929"/>
                    <a:pt x="3988" y="6719"/>
                  </a:cubicBezTo>
                  <a:cubicBezTo>
                    <a:pt x="3951" y="7126"/>
                    <a:pt x="3909" y="7454"/>
                    <a:pt x="3891" y="7740"/>
                  </a:cubicBezTo>
                  <a:cubicBezTo>
                    <a:pt x="3854" y="8008"/>
                    <a:pt x="3812" y="8221"/>
                    <a:pt x="3775" y="8318"/>
                  </a:cubicBezTo>
                  <a:cubicBezTo>
                    <a:pt x="3623" y="8743"/>
                    <a:pt x="3466" y="9048"/>
                    <a:pt x="3235" y="9260"/>
                  </a:cubicBezTo>
                  <a:cubicBezTo>
                    <a:pt x="3027" y="9491"/>
                    <a:pt x="2717" y="9607"/>
                    <a:pt x="2237" y="9649"/>
                  </a:cubicBezTo>
                  <a:cubicBezTo>
                    <a:pt x="2215" y="9651"/>
                    <a:pt x="2192" y="9653"/>
                    <a:pt x="2168" y="9653"/>
                  </a:cubicBezTo>
                  <a:cubicBezTo>
                    <a:pt x="2041" y="9653"/>
                    <a:pt x="1877" y="9614"/>
                    <a:pt x="1714" y="9552"/>
                  </a:cubicBezTo>
                  <a:lnTo>
                    <a:pt x="1003" y="9320"/>
                  </a:lnTo>
                  <a:lnTo>
                    <a:pt x="1003" y="9320"/>
                  </a:lnTo>
                  <a:cubicBezTo>
                    <a:pt x="1118" y="9376"/>
                    <a:pt x="1234" y="9454"/>
                    <a:pt x="1349" y="9510"/>
                  </a:cubicBezTo>
                  <a:cubicBezTo>
                    <a:pt x="1632" y="9645"/>
                    <a:pt x="1900" y="9749"/>
                    <a:pt x="2140" y="9749"/>
                  </a:cubicBezTo>
                  <a:cubicBezTo>
                    <a:pt x="2179" y="9749"/>
                    <a:pt x="2218" y="9747"/>
                    <a:pt x="2255" y="9741"/>
                  </a:cubicBezTo>
                  <a:cubicBezTo>
                    <a:pt x="2736" y="9704"/>
                    <a:pt x="3064" y="9570"/>
                    <a:pt x="3313" y="9339"/>
                  </a:cubicBezTo>
                  <a:cubicBezTo>
                    <a:pt x="3563" y="9108"/>
                    <a:pt x="3720" y="8780"/>
                    <a:pt x="3872" y="8355"/>
                  </a:cubicBezTo>
                  <a:cubicBezTo>
                    <a:pt x="3909" y="8221"/>
                    <a:pt x="3951" y="8031"/>
                    <a:pt x="3988" y="7740"/>
                  </a:cubicBezTo>
                  <a:cubicBezTo>
                    <a:pt x="4025" y="7472"/>
                    <a:pt x="4043" y="7126"/>
                    <a:pt x="4085" y="6738"/>
                  </a:cubicBezTo>
                  <a:cubicBezTo>
                    <a:pt x="4159" y="5952"/>
                    <a:pt x="4219" y="4986"/>
                    <a:pt x="4274" y="4044"/>
                  </a:cubicBezTo>
                  <a:cubicBezTo>
                    <a:pt x="4390" y="2177"/>
                    <a:pt x="4468" y="407"/>
                    <a:pt x="4468" y="407"/>
                  </a:cubicBezTo>
                  <a:lnTo>
                    <a:pt x="4468" y="366"/>
                  </a:lnTo>
                  <a:lnTo>
                    <a:pt x="4431" y="347"/>
                  </a:lnTo>
                  <a:cubicBezTo>
                    <a:pt x="4431" y="347"/>
                    <a:pt x="3738" y="1"/>
                    <a:pt x="2736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6" name="Google Shape;4186;p64"/>
            <p:cNvSpPr/>
            <p:nvPr/>
          </p:nvSpPr>
          <p:spPr>
            <a:xfrm>
              <a:off x="1286947" y="3288511"/>
              <a:ext cx="298138" cy="329688"/>
            </a:xfrm>
            <a:custGeom>
              <a:avLst/>
              <a:gdLst/>
              <a:ahLst/>
              <a:cxnLst/>
              <a:rect l="l" t="t" r="r" b="b"/>
              <a:pathLst>
                <a:path w="5254" h="5810" extrusionOk="0">
                  <a:moveTo>
                    <a:pt x="3946" y="0"/>
                  </a:moveTo>
                  <a:cubicBezTo>
                    <a:pt x="3946" y="0"/>
                    <a:pt x="1539" y="790"/>
                    <a:pt x="767" y="1308"/>
                  </a:cubicBezTo>
                  <a:cubicBezTo>
                    <a:pt x="0" y="1830"/>
                    <a:pt x="536" y="2847"/>
                    <a:pt x="827" y="3484"/>
                  </a:cubicBezTo>
                  <a:cubicBezTo>
                    <a:pt x="1114" y="4117"/>
                    <a:pt x="1229" y="5023"/>
                    <a:pt x="2135" y="5563"/>
                  </a:cubicBezTo>
                  <a:cubicBezTo>
                    <a:pt x="2426" y="5734"/>
                    <a:pt x="2715" y="5810"/>
                    <a:pt x="2995" y="5810"/>
                  </a:cubicBezTo>
                  <a:cubicBezTo>
                    <a:pt x="3605" y="5810"/>
                    <a:pt x="4171" y="5449"/>
                    <a:pt x="4621" y="4907"/>
                  </a:cubicBezTo>
                  <a:cubicBezTo>
                    <a:pt x="5254" y="4099"/>
                    <a:pt x="5023" y="3771"/>
                    <a:pt x="5023" y="3771"/>
                  </a:cubicBezTo>
                  <a:lnTo>
                    <a:pt x="3946" y="0"/>
                  </a:lnTo>
                  <a:close/>
                </a:path>
              </a:pathLst>
            </a:custGeom>
            <a:solidFill>
              <a:srgbClr val="FFE1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7" name="Google Shape;4187;p64"/>
            <p:cNvSpPr/>
            <p:nvPr/>
          </p:nvSpPr>
          <p:spPr>
            <a:xfrm>
              <a:off x="1304254" y="3285106"/>
              <a:ext cx="273227" cy="335476"/>
            </a:xfrm>
            <a:custGeom>
              <a:avLst/>
              <a:gdLst/>
              <a:ahLst/>
              <a:cxnLst/>
              <a:rect l="l" t="t" r="r" b="b"/>
              <a:pathLst>
                <a:path w="4815" h="5912" extrusionOk="0">
                  <a:moveTo>
                    <a:pt x="3604" y="134"/>
                  </a:moveTo>
                  <a:lnTo>
                    <a:pt x="4662" y="3872"/>
                  </a:lnTo>
                  <a:lnTo>
                    <a:pt x="4681" y="3872"/>
                  </a:lnTo>
                  <a:cubicBezTo>
                    <a:pt x="4681" y="3872"/>
                    <a:pt x="4681" y="3891"/>
                    <a:pt x="4699" y="3909"/>
                  </a:cubicBezTo>
                  <a:cubicBezTo>
                    <a:pt x="4699" y="3946"/>
                    <a:pt x="4718" y="4006"/>
                    <a:pt x="4699" y="4103"/>
                  </a:cubicBezTo>
                  <a:cubicBezTo>
                    <a:pt x="4681" y="4256"/>
                    <a:pt x="4584" y="4524"/>
                    <a:pt x="4274" y="4930"/>
                  </a:cubicBezTo>
                  <a:cubicBezTo>
                    <a:pt x="3951" y="5332"/>
                    <a:pt x="3563" y="5623"/>
                    <a:pt x="3161" y="5739"/>
                  </a:cubicBezTo>
                  <a:cubicBezTo>
                    <a:pt x="3008" y="5789"/>
                    <a:pt x="2851" y="5815"/>
                    <a:pt x="2690" y="5815"/>
                  </a:cubicBezTo>
                  <a:cubicBezTo>
                    <a:pt x="2422" y="5815"/>
                    <a:pt x="2146" y="5742"/>
                    <a:pt x="1872" y="5586"/>
                  </a:cubicBezTo>
                  <a:cubicBezTo>
                    <a:pt x="966" y="5046"/>
                    <a:pt x="869" y="4177"/>
                    <a:pt x="578" y="3526"/>
                  </a:cubicBezTo>
                  <a:cubicBezTo>
                    <a:pt x="425" y="3216"/>
                    <a:pt x="213" y="2791"/>
                    <a:pt x="157" y="2408"/>
                  </a:cubicBezTo>
                  <a:cubicBezTo>
                    <a:pt x="116" y="2213"/>
                    <a:pt x="116" y="2024"/>
                    <a:pt x="157" y="1848"/>
                  </a:cubicBezTo>
                  <a:cubicBezTo>
                    <a:pt x="213" y="1677"/>
                    <a:pt x="310" y="1543"/>
                    <a:pt x="504" y="1405"/>
                  </a:cubicBezTo>
                  <a:cubicBezTo>
                    <a:pt x="869" y="1155"/>
                    <a:pt x="1659" y="827"/>
                    <a:pt x="2352" y="559"/>
                  </a:cubicBezTo>
                  <a:cubicBezTo>
                    <a:pt x="3027" y="310"/>
                    <a:pt x="3563" y="134"/>
                    <a:pt x="3604" y="134"/>
                  </a:cubicBezTo>
                  <a:close/>
                  <a:moveTo>
                    <a:pt x="3678" y="0"/>
                  </a:moveTo>
                  <a:lnTo>
                    <a:pt x="3623" y="19"/>
                  </a:lnTo>
                  <a:cubicBezTo>
                    <a:pt x="3623" y="19"/>
                    <a:pt x="3027" y="213"/>
                    <a:pt x="2334" y="462"/>
                  </a:cubicBezTo>
                  <a:cubicBezTo>
                    <a:pt x="1618" y="735"/>
                    <a:pt x="832" y="1058"/>
                    <a:pt x="444" y="1331"/>
                  </a:cubicBezTo>
                  <a:cubicBezTo>
                    <a:pt x="231" y="1465"/>
                    <a:pt x="116" y="1636"/>
                    <a:pt x="60" y="1830"/>
                  </a:cubicBezTo>
                  <a:cubicBezTo>
                    <a:pt x="0" y="2024"/>
                    <a:pt x="23" y="2213"/>
                    <a:pt x="60" y="2426"/>
                  </a:cubicBezTo>
                  <a:cubicBezTo>
                    <a:pt x="139" y="2833"/>
                    <a:pt x="328" y="3253"/>
                    <a:pt x="485" y="3563"/>
                  </a:cubicBezTo>
                  <a:cubicBezTo>
                    <a:pt x="772" y="4200"/>
                    <a:pt x="887" y="5124"/>
                    <a:pt x="1812" y="5660"/>
                  </a:cubicBezTo>
                  <a:cubicBezTo>
                    <a:pt x="2104" y="5833"/>
                    <a:pt x="2404" y="5911"/>
                    <a:pt x="2693" y="5911"/>
                  </a:cubicBezTo>
                  <a:cubicBezTo>
                    <a:pt x="2860" y="5911"/>
                    <a:pt x="3023" y="5885"/>
                    <a:pt x="3179" y="5836"/>
                  </a:cubicBezTo>
                  <a:cubicBezTo>
                    <a:pt x="3623" y="5702"/>
                    <a:pt x="4025" y="5392"/>
                    <a:pt x="4353" y="4986"/>
                  </a:cubicBezTo>
                  <a:cubicBezTo>
                    <a:pt x="4681" y="4584"/>
                    <a:pt x="4778" y="4293"/>
                    <a:pt x="4796" y="4103"/>
                  </a:cubicBezTo>
                  <a:cubicBezTo>
                    <a:pt x="4815" y="4006"/>
                    <a:pt x="4796" y="3928"/>
                    <a:pt x="4796" y="3891"/>
                  </a:cubicBezTo>
                  <a:cubicBezTo>
                    <a:pt x="4778" y="3831"/>
                    <a:pt x="4760" y="3812"/>
                    <a:pt x="4760" y="3812"/>
                  </a:cubicBezTo>
                  <a:lnTo>
                    <a:pt x="4760" y="3831"/>
                  </a:lnTo>
                  <a:lnTo>
                    <a:pt x="3678" y="0"/>
                  </a:ln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8" name="Google Shape;4188;p64"/>
            <p:cNvSpPr/>
            <p:nvPr/>
          </p:nvSpPr>
          <p:spPr>
            <a:xfrm>
              <a:off x="1220327" y="3103803"/>
              <a:ext cx="290591" cy="309771"/>
            </a:xfrm>
            <a:custGeom>
              <a:avLst/>
              <a:gdLst/>
              <a:ahLst/>
              <a:cxnLst/>
              <a:rect l="l" t="t" r="r" b="b"/>
              <a:pathLst>
                <a:path w="5121" h="5459" extrusionOk="0">
                  <a:moveTo>
                    <a:pt x="3673" y="1"/>
                  </a:moveTo>
                  <a:cubicBezTo>
                    <a:pt x="3472" y="1"/>
                    <a:pt x="3232" y="65"/>
                    <a:pt x="2926" y="173"/>
                  </a:cubicBezTo>
                  <a:cubicBezTo>
                    <a:pt x="1983" y="501"/>
                    <a:pt x="19" y="1694"/>
                    <a:pt x="19" y="2331"/>
                  </a:cubicBezTo>
                  <a:cubicBezTo>
                    <a:pt x="1" y="2983"/>
                    <a:pt x="828" y="5335"/>
                    <a:pt x="1442" y="5432"/>
                  </a:cubicBezTo>
                  <a:cubicBezTo>
                    <a:pt x="1546" y="5448"/>
                    <a:pt x="1663" y="5459"/>
                    <a:pt x="1794" y="5459"/>
                  </a:cubicBezTo>
                  <a:cubicBezTo>
                    <a:pt x="2418" y="5459"/>
                    <a:pt x="3366" y="5209"/>
                    <a:pt x="4737" y="4064"/>
                  </a:cubicBezTo>
                  <a:cubicBezTo>
                    <a:pt x="5120" y="3560"/>
                    <a:pt x="5023" y="1943"/>
                    <a:pt x="4598" y="945"/>
                  </a:cubicBezTo>
                  <a:cubicBezTo>
                    <a:pt x="4317" y="262"/>
                    <a:pt x="4077" y="1"/>
                    <a:pt x="3673" y="1"/>
                  </a:cubicBezTo>
                  <a:close/>
                </a:path>
              </a:pathLst>
            </a:custGeom>
            <a:solidFill>
              <a:srgbClr val="FFE4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9" name="Google Shape;4189;p64"/>
            <p:cNvSpPr/>
            <p:nvPr/>
          </p:nvSpPr>
          <p:spPr>
            <a:xfrm>
              <a:off x="1218000" y="3101533"/>
              <a:ext cx="288435" cy="315218"/>
            </a:xfrm>
            <a:custGeom>
              <a:avLst/>
              <a:gdLst/>
              <a:ahLst/>
              <a:cxnLst/>
              <a:rect l="l" t="t" r="r" b="b"/>
              <a:pathLst>
                <a:path w="5083" h="5555" extrusionOk="0">
                  <a:moveTo>
                    <a:pt x="3716" y="90"/>
                  </a:moveTo>
                  <a:cubicBezTo>
                    <a:pt x="3810" y="90"/>
                    <a:pt x="3893" y="104"/>
                    <a:pt x="3969" y="135"/>
                  </a:cubicBezTo>
                  <a:cubicBezTo>
                    <a:pt x="4219" y="232"/>
                    <a:pt x="4390" y="504"/>
                    <a:pt x="4602" y="985"/>
                  </a:cubicBezTo>
                  <a:cubicBezTo>
                    <a:pt x="4815" y="1484"/>
                    <a:pt x="4949" y="2140"/>
                    <a:pt x="4967" y="2736"/>
                  </a:cubicBezTo>
                  <a:cubicBezTo>
                    <a:pt x="4986" y="3314"/>
                    <a:pt x="4912" y="3831"/>
                    <a:pt x="4736" y="4062"/>
                  </a:cubicBezTo>
                  <a:cubicBezTo>
                    <a:pt x="3378" y="5198"/>
                    <a:pt x="2444" y="5457"/>
                    <a:pt x="1825" y="5457"/>
                  </a:cubicBezTo>
                  <a:cubicBezTo>
                    <a:pt x="1698" y="5457"/>
                    <a:pt x="1585" y="5446"/>
                    <a:pt x="1483" y="5430"/>
                  </a:cubicBezTo>
                  <a:cubicBezTo>
                    <a:pt x="1368" y="5412"/>
                    <a:pt x="1197" y="5259"/>
                    <a:pt x="1040" y="5010"/>
                  </a:cubicBezTo>
                  <a:cubicBezTo>
                    <a:pt x="869" y="4778"/>
                    <a:pt x="712" y="4450"/>
                    <a:pt x="578" y="4104"/>
                  </a:cubicBezTo>
                  <a:cubicBezTo>
                    <a:pt x="444" y="3776"/>
                    <a:pt x="310" y="3411"/>
                    <a:pt x="231" y="3101"/>
                  </a:cubicBezTo>
                  <a:cubicBezTo>
                    <a:pt x="157" y="2792"/>
                    <a:pt x="97" y="2524"/>
                    <a:pt x="97" y="2371"/>
                  </a:cubicBezTo>
                  <a:cubicBezTo>
                    <a:pt x="97" y="2237"/>
                    <a:pt x="213" y="2043"/>
                    <a:pt x="407" y="1849"/>
                  </a:cubicBezTo>
                  <a:cubicBezTo>
                    <a:pt x="596" y="1637"/>
                    <a:pt x="887" y="1429"/>
                    <a:pt x="1174" y="1216"/>
                  </a:cubicBezTo>
                  <a:cubicBezTo>
                    <a:pt x="1793" y="791"/>
                    <a:pt x="2523" y="407"/>
                    <a:pt x="2985" y="250"/>
                  </a:cubicBezTo>
                  <a:cubicBezTo>
                    <a:pt x="3294" y="148"/>
                    <a:pt x="3526" y="90"/>
                    <a:pt x="3716" y="90"/>
                  </a:cubicBezTo>
                  <a:close/>
                  <a:moveTo>
                    <a:pt x="3693" y="0"/>
                  </a:moveTo>
                  <a:cubicBezTo>
                    <a:pt x="3487" y="0"/>
                    <a:pt x="3245" y="63"/>
                    <a:pt x="2948" y="176"/>
                  </a:cubicBezTo>
                  <a:cubicBezTo>
                    <a:pt x="2468" y="329"/>
                    <a:pt x="1751" y="712"/>
                    <a:pt x="1137" y="1137"/>
                  </a:cubicBezTo>
                  <a:cubicBezTo>
                    <a:pt x="827" y="1350"/>
                    <a:pt x="541" y="1563"/>
                    <a:pt x="347" y="1775"/>
                  </a:cubicBezTo>
                  <a:cubicBezTo>
                    <a:pt x="134" y="1983"/>
                    <a:pt x="0" y="2196"/>
                    <a:pt x="0" y="2371"/>
                  </a:cubicBezTo>
                  <a:cubicBezTo>
                    <a:pt x="0" y="2542"/>
                    <a:pt x="60" y="2815"/>
                    <a:pt x="134" y="3120"/>
                  </a:cubicBezTo>
                  <a:cubicBezTo>
                    <a:pt x="231" y="3448"/>
                    <a:pt x="347" y="3794"/>
                    <a:pt x="504" y="4141"/>
                  </a:cubicBezTo>
                  <a:cubicBezTo>
                    <a:pt x="638" y="4487"/>
                    <a:pt x="790" y="4815"/>
                    <a:pt x="966" y="5065"/>
                  </a:cubicBezTo>
                  <a:cubicBezTo>
                    <a:pt x="1118" y="5314"/>
                    <a:pt x="1289" y="5490"/>
                    <a:pt x="1465" y="5527"/>
                  </a:cubicBezTo>
                  <a:cubicBezTo>
                    <a:pt x="1569" y="5543"/>
                    <a:pt x="1686" y="5554"/>
                    <a:pt x="1816" y="5554"/>
                  </a:cubicBezTo>
                  <a:cubicBezTo>
                    <a:pt x="2455" y="5554"/>
                    <a:pt x="3418" y="5292"/>
                    <a:pt x="4796" y="4141"/>
                  </a:cubicBezTo>
                  <a:lnTo>
                    <a:pt x="4796" y="4122"/>
                  </a:lnTo>
                  <a:cubicBezTo>
                    <a:pt x="5009" y="3854"/>
                    <a:pt x="5083" y="3314"/>
                    <a:pt x="5064" y="2718"/>
                  </a:cubicBezTo>
                  <a:cubicBezTo>
                    <a:pt x="5027" y="2122"/>
                    <a:pt x="4912" y="1466"/>
                    <a:pt x="4681" y="967"/>
                  </a:cubicBezTo>
                  <a:cubicBezTo>
                    <a:pt x="4468" y="444"/>
                    <a:pt x="4274" y="158"/>
                    <a:pt x="4006" y="61"/>
                  </a:cubicBezTo>
                  <a:cubicBezTo>
                    <a:pt x="3911" y="20"/>
                    <a:pt x="3807" y="0"/>
                    <a:pt x="3693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0" name="Google Shape;4190;p64"/>
            <p:cNvSpPr/>
            <p:nvPr/>
          </p:nvSpPr>
          <p:spPr>
            <a:xfrm>
              <a:off x="1381883" y="2913477"/>
              <a:ext cx="94140" cy="241904"/>
            </a:xfrm>
            <a:custGeom>
              <a:avLst/>
              <a:gdLst/>
              <a:ahLst/>
              <a:cxnLst/>
              <a:rect l="l" t="t" r="r" b="b"/>
              <a:pathLst>
                <a:path w="1659" h="4263" extrusionOk="0">
                  <a:moveTo>
                    <a:pt x="846" y="1"/>
                  </a:moveTo>
                  <a:cubicBezTo>
                    <a:pt x="691" y="1"/>
                    <a:pt x="515" y="77"/>
                    <a:pt x="365" y="177"/>
                  </a:cubicBezTo>
                  <a:cubicBezTo>
                    <a:pt x="0" y="427"/>
                    <a:pt x="79" y="2622"/>
                    <a:pt x="134" y="3181"/>
                  </a:cubicBezTo>
                  <a:cubicBezTo>
                    <a:pt x="194" y="3721"/>
                    <a:pt x="407" y="4068"/>
                    <a:pt x="407" y="4068"/>
                  </a:cubicBezTo>
                  <a:cubicBezTo>
                    <a:pt x="407" y="4068"/>
                    <a:pt x="617" y="4262"/>
                    <a:pt x="890" y="4262"/>
                  </a:cubicBezTo>
                  <a:cubicBezTo>
                    <a:pt x="915" y="4262"/>
                    <a:pt x="940" y="4261"/>
                    <a:pt x="966" y="4257"/>
                  </a:cubicBezTo>
                  <a:cubicBezTo>
                    <a:pt x="1271" y="4239"/>
                    <a:pt x="1659" y="3837"/>
                    <a:pt x="1659" y="3837"/>
                  </a:cubicBezTo>
                  <a:cubicBezTo>
                    <a:pt x="1659" y="3837"/>
                    <a:pt x="1174" y="1467"/>
                    <a:pt x="1234" y="658"/>
                  </a:cubicBezTo>
                  <a:cubicBezTo>
                    <a:pt x="1256" y="165"/>
                    <a:pt x="1074" y="1"/>
                    <a:pt x="846" y="1"/>
                  </a:cubicBezTo>
                  <a:close/>
                </a:path>
              </a:pathLst>
            </a:custGeom>
            <a:solidFill>
              <a:srgbClr val="FFE4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1" name="Google Shape;4191;p64"/>
            <p:cNvSpPr/>
            <p:nvPr/>
          </p:nvSpPr>
          <p:spPr>
            <a:xfrm>
              <a:off x="1384209" y="2910299"/>
              <a:ext cx="94991" cy="238216"/>
            </a:xfrm>
            <a:custGeom>
              <a:avLst/>
              <a:gdLst/>
              <a:ahLst/>
              <a:cxnLst/>
              <a:rect l="l" t="t" r="r" b="b"/>
              <a:pathLst>
                <a:path w="1674" h="4198" extrusionOk="0">
                  <a:moveTo>
                    <a:pt x="816" y="0"/>
                  </a:moveTo>
                  <a:cubicBezTo>
                    <a:pt x="636" y="0"/>
                    <a:pt x="450" y="91"/>
                    <a:pt x="306" y="196"/>
                  </a:cubicBezTo>
                  <a:cubicBezTo>
                    <a:pt x="250" y="233"/>
                    <a:pt x="190" y="312"/>
                    <a:pt x="172" y="386"/>
                  </a:cubicBezTo>
                  <a:cubicBezTo>
                    <a:pt x="135" y="483"/>
                    <a:pt x="116" y="598"/>
                    <a:pt x="75" y="714"/>
                  </a:cubicBezTo>
                  <a:cubicBezTo>
                    <a:pt x="38" y="964"/>
                    <a:pt x="19" y="1292"/>
                    <a:pt x="19" y="1620"/>
                  </a:cubicBezTo>
                  <a:cubicBezTo>
                    <a:pt x="1" y="2276"/>
                    <a:pt x="19" y="2950"/>
                    <a:pt x="56" y="3237"/>
                  </a:cubicBezTo>
                  <a:cubicBezTo>
                    <a:pt x="93" y="3796"/>
                    <a:pt x="324" y="4142"/>
                    <a:pt x="324" y="4142"/>
                  </a:cubicBezTo>
                  <a:lnTo>
                    <a:pt x="347" y="4142"/>
                  </a:lnTo>
                  <a:lnTo>
                    <a:pt x="403" y="4198"/>
                  </a:lnTo>
                  <a:cubicBezTo>
                    <a:pt x="440" y="4198"/>
                    <a:pt x="481" y="4179"/>
                    <a:pt x="518" y="4179"/>
                  </a:cubicBezTo>
                  <a:cubicBezTo>
                    <a:pt x="463" y="4124"/>
                    <a:pt x="403" y="4082"/>
                    <a:pt x="403" y="4082"/>
                  </a:cubicBezTo>
                  <a:cubicBezTo>
                    <a:pt x="403" y="4082"/>
                    <a:pt x="190" y="3759"/>
                    <a:pt x="135" y="3218"/>
                  </a:cubicBezTo>
                  <a:cubicBezTo>
                    <a:pt x="116" y="2950"/>
                    <a:pt x="75" y="2257"/>
                    <a:pt x="93" y="1620"/>
                  </a:cubicBezTo>
                  <a:cubicBezTo>
                    <a:pt x="116" y="1292"/>
                    <a:pt x="135" y="987"/>
                    <a:pt x="172" y="732"/>
                  </a:cubicBezTo>
                  <a:cubicBezTo>
                    <a:pt x="190" y="617"/>
                    <a:pt x="232" y="501"/>
                    <a:pt x="250" y="428"/>
                  </a:cubicBezTo>
                  <a:cubicBezTo>
                    <a:pt x="287" y="349"/>
                    <a:pt x="324" y="294"/>
                    <a:pt x="347" y="270"/>
                  </a:cubicBezTo>
                  <a:cubicBezTo>
                    <a:pt x="479" y="167"/>
                    <a:pt x="647" y="99"/>
                    <a:pt x="787" y="99"/>
                  </a:cubicBezTo>
                  <a:cubicBezTo>
                    <a:pt x="828" y="99"/>
                    <a:pt x="867" y="105"/>
                    <a:pt x="902" y="118"/>
                  </a:cubicBezTo>
                  <a:cubicBezTo>
                    <a:pt x="980" y="136"/>
                    <a:pt x="1040" y="178"/>
                    <a:pt x="1077" y="270"/>
                  </a:cubicBezTo>
                  <a:cubicBezTo>
                    <a:pt x="1133" y="367"/>
                    <a:pt x="1156" y="501"/>
                    <a:pt x="1133" y="714"/>
                  </a:cubicBezTo>
                  <a:cubicBezTo>
                    <a:pt x="1114" y="1121"/>
                    <a:pt x="1230" y="1929"/>
                    <a:pt x="1345" y="2622"/>
                  </a:cubicBezTo>
                  <a:cubicBezTo>
                    <a:pt x="1461" y="3297"/>
                    <a:pt x="1558" y="3851"/>
                    <a:pt x="1576" y="3874"/>
                  </a:cubicBezTo>
                  <a:lnTo>
                    <a:pt x="1558" y="3893"/>
                  </a:lnTo>
                  <a:lnTo>
                    <a:pt x="1595" y="3990"/>
                  </a:lnTo>
                  <a:cubicBezTo>
                    <a:pt x="1636" y="3948"/>
                    <a:pt x="1655" y="3930"/>
                    <a:pt x="1655" y="3930"/>
                  </a:cubicBezTo>
                  <a:lnTo>
                    <a:pt x="1673" y="3911"/>
                  </a:lnTo>
                  <a:lnTo>
                    <a:pt x="1673" y="3893"/>
                  </a:lnTo>
                  <a:cubicBezTo>
                    <a:pt x="1673" y="3893"/>
                    <a:pt x="1539" y="3297"/>
                    <a:pt x="1424" y="2604"/>
                  </a:cubicBezTo>
                  <a:cubicBezTo>
                    <a:pt x="1327" y="1911"/>
                    <a:pt x="1211" y="1102"/>
                    <a:pt x="1230" y="714"/>
                  </a:cubicBezTo>
                  <a:cubicBezTo>
                    <a:pt x="1248" y="501"/>
                    <a:pt x="1211" y="349"/>
                    <a:pt x="1174" y="233"/>
                  </a:cubicBezTo>
                  <a:cubicBezTo>
                    <a:pt x="1114" y="118"/>
                    <a:pt x="1017" y="62"/>
                    <a:pt x="925" y="21"/>
                  </a:cubicBezTo>
                  <a:cubicBezTo>
                    <a:pt x="902" y="21"/>
                    <a:pt x="883" y="21"/>
                    <a:pt x="865" y="2"/>
                  </a:cubicBezTo>
                  <a:cubicBezTo>
                    <a:pt x="849" y="1"/>
                    <a:pt x="832" y="0"/>
                    <a:pt x="816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2" name="Google Shape;4192;p64"/>
            <p:cNvSpPr/>
            <p:nvPr/>
          </p:nvSpPr>
          <p:spPr>
            <a:xfrm>
              <a:off x="1250970" y="2951157"/>
              <a:ext cx="174718" cy="223916"/>
            </a:xfrm>
            <a:custGeom>
              <a:avLst/>
              <a:gdLst/>
              <a:ahLst/>
              <a:cxnLst/>
              <a:rect l="l" t="t" r="r" b="b"/>
              <a:pathLst>
                <a:path w="3079" h="3946" extrusionOk="0">
                  <a:moveTo>
                    <a:pt x="652" y="1"/>
                  </a:moveTo>
                  <a:cubicBezTo>
                    <a:pt x="254" y="1"/>
                    <a:pt x="1" y="406"/>
                    <a:pt x="191" y="937"/>
                  </a:cubicBezTo>
                  <a:cubicBezTo>
                    <a:pt x="440" y="1690"/>
                    <a:pt x="1692" y="3751"/>
                    <a:pt x="1692" y="3751"/>
                  </a:cubicBezTo>
                  <a:cubicBezTo>
                    <a:pt x="1692" y="3751"/>
                    <a:pt x="1936" y="3945"/>
                    <a:pt x="2237" y="3945"/>
                  </a:cubicBezTo>
                  <a:cubicBezTo>
                    <a:pt x="2358" y="3945"/>
                    <a:pt x="2489" y="3913"/>
                    <a:pt x="2617" y="3824"/>
                  </a:cubicBezTo>
                  <a:cubicBezTo>
                    <a:pt x="3079" y="3519"/>
                    <a:pt x="2885" y="3362"/>
                    <a:pt x="2885" y="3362"/>
                  </a:cubicBezTo>
                  <a:cubicBezTo>
                    <a:pt x="2885" y="3362"/>
                    <a:pt x="1845" y="766"/>
                    <a:pt x="1193" y="225"/>
                  </a:cubicBezTo>
                  <a:cubicBezTo>
                    <a:pt x="1002" y="69"/>
                    <a:pt x="815" y="1"/>
                    <a:pt x="652" y="1"/>
                  </a:cubicBezTo>
                  <a:close/>
                </a:path>
              </a:pathLst>
            </a:custGeom>
            <a:solidFill>
              <a:srgbClr val="FFE4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3" name="Google Shape;4193;p64"/>
            <p:cNvSpPr/>
            <p:nvPr/>
          </p:nvSpPr>
          <p:spPr>
            <a:xfrm>
              <a:off x="1250743" y="2948433"/>
              <a:ext cx="167341" cy="229761"/>
            </a:xfrm>
            <a:custGeom>
              <a:avLst/>
              <a:gdLst/>
              <a:ahLst/>
              <a:cxnLst/>
              <a:rect l="l" t="t" r="r" b="b"/>
              <a:pathLst>
                <a:path w="2949" h="4049" extrusionOk="0">
                  <a:moveTo>
                    <a:pt x="659" y="0"/>
                  </a:moveTo>
                  <a:cubicBezTo>
                    <a:pt x="534" y="0"/>
                    <a:pt x="425" y="40"/>
                    <a:pt x="329" y="121"/>
                  </a:cubicBezTo>
                  <a:cubicBezTo>
                    <a:pt x="98" y="273"/>
                    <a:pt x="1" y="620"/>
                    <a:pt x="135" y="1008"/>
                  </a:cubicBezTo>
                  <a:cubicBezTo>
                    <a:pt x="273" y="1391"/>
                    <a:pt x="657" y="2084"/>
                    <a:pt x="1003" y="2699"/>
                  </a:cubicBezTo>
                  <a:cubicBezTo>
                    <a:pt x="1350" y="3295"/>
                    <a:pt x="1660" y="3817"/>
                    <a:pt x="1660" y="3817"/>
                  </a:cubicBezTo>
                  <a:lnTo>
                    <a:pt x="1678" y="3835"/>
                  </a:lnTo>
                  <a:cubicBezTo>
                    <a:pt x="1678" y="3835"/>
                    <a:pt x="1794" y="3933"/>
                    <a:pt x="1983" y="3988"/>
                  </a:cubicBezTo>
                  <a:cubicBezTo>
                    <a:pt x="2043" y="4011"/>
                    <a:pt x="2098" y="4030"/>
                    <a:pt x="2177" y="4048"/>
                  </a:cubicBezTo>
                  <a:cubicBezTo>
                    <a:pt x="2195" y="4011"/>
                    <a:pt x="2214" y="3969"/>
                    <a:pt x="2214" y="3951"/>
                  </a:cubicBezTo>
                  <a:cubicBezTo>
                    <a:pt x="2140" y="3951"/>
                    <a:pt x="2080" y="3933"/>
                    <a:pt x="2006" y="3914"/>
                  </a:cubicBezTo>
                  <a:cubicBezTo>
                    <a:pt x="1849" y="3854"/>
                    <a:pt x="1733" y="3757"/>
                    <a:pt x="1733" y="3757"/>
                  </a:cubicBezTo>
                  <a:cubicBezTo>
                    <a:pt x="1733" y="3757"/>
                    <a:pt x="1428" y="3258"/>
                    <a:pt x="1082" y="2643"/>
                  </a:cubicBezTo>
                  <a:cubicBezTo>
                    <a:pt x="735" y="2047"/>
                    <a:pt x="347" y="1331"/>
                    <a:pt x="232" y="966"/>
                  </a:cubicBezTo>
                  <a:cubicBezTo>
                    <a:pt x="98" y="620"/>
                    <a:pt x="195" y="333"/>
                    <a:pt x="389" y="176"/>
                  </a:cubicBezTo>
                  <a:cubicBezTo>
                    <a:pt x="465" y="130"/>
                    <a:pt x="557" y="97"/>
                    <a:pt x="664" y="97"/>
                  </a:cubicBezTo>
                  <a:cubicBezTo>
                    <a:pt x="687" y="97"/>
                    <a:pt x="711" y="99"/>
                    <a:pt x="735" y="102"/>
                  </a:cubicBezTo>
                  <a:cubicBezTo>
                    <a:pt x="869" y="121"/>
                    <a:pt x="1003" y="176"/>
                    <a:pt x="1174" y="315"/>
                  </a:cubicBezTo>
                  <a:cubicBezTo>
                    <a:pt x="1331" y="430"/>
                    <a:pt x="1502" y="698"/>
                    <a:pt x="1696" y="1008"/>
                  </a:cubicBezTo>
                  <a:cubicBezTo>
                    <a:pt x="1891" y="1331"/>
                    <a:pt x="2080" y="1701"/>
                    <a:pt x="2256" y="2066"/>
                  </a:cubicBezTo>
                  <a:cubicBezTo>
                    <a:pt x="2584" y="2740"/>
                    <a:pt x="2815" y="3355"/>
                    <a:pt x="2852" y="3410"/>
                  </a:cubicBezTo>
                  <a:cubicBezTo>
                    <a:pt x="2852" y="3410"/>
                    <a:pt x="2876" y="3421"/>
                    <a:pt x="2905" y="3421"/>
                  </a:cubicBezTo>
                  <a:cubicBezTo>
                    <a:pt x="2919" y="3421"/>
                    <a:pt x="2935" y="3418"/>
                    <a:pt x="2949" y="3410"/>
                  </a:cubicBezTo>
                  <a:cubicBezTo>
                    <a:pt x="2949" y="3392"/>
                    <a:pt x="2930" y="3392"/>
                    <a:pt x="2930" y="3373"/>
                  </a:cubicBezTo>
                  <a:cubicBezTo>
                    <a:pt x="2930" y="3355"/>
                    <a:pt x="2658" y="2717"/>
                    <a:pt x="2329" y="2024"/>
                  </a:cubicBezTo>
                  <a:cubicBezTo>
                    <a:pt x="2159" y="1659"/>
                    <a:pt x="1964" y="1294"/>
                    <a:pt x="1775" y="966"/>
                  </a:cubicBezTo>
                  <a:cubicBezTo>
                    <a:pt x="1581" y="638"/>
                    <a:pt x="1405" y="389"/>
                    <a:pt x="1234" y="236"/>
                  </a:cubicBezTo>
                  <a:cubicBezTo>
                    <a:pt x="1082" y="102"/>
                    <a:pt x="906" y="42"/>
                    <a:pt x="772" y="5"/>
                  </a:cubicBezTo>
                  <a:lnTo>
                    <a:pt x="735" y="5"/>
                  </a:lnTo>
                  <a:cubicBezTo>
                    <a:pt x="709" y="2"/>
                    <a:pt x="684" y="0"/>
                    <a:pt x="659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4" name="Google Shape;4194;p64"/>
            <p:cNvSpPr/>
            <p:nvPr/>
          </p:nvSpPr>
          <p:spPr>
            <a:xfrm>
              <a:off x="1223505" y="3172579"/>
              <a:ext cx="160759" cy="162801"/>
            </a:xfrm>
            <a:custGeom>
              <a:avLst/>
              <a:gdLst/>
              <a:ahLst/>
              <a:cxnLst/>
              <a:rect l="l" t="t" r="r" b="b"/>
              <a:pathLst>
                <a:path w="2833" h="2869" extrusionOk="0">
                  <a:moveTo>
                    <a:pt x="730" y="1"/>
                  </a:moveTo>
                  <a:cubicBezTo>
                    <a:pt x="730" y="1"/>
                    <a:pt x="365" y="214"/>
                    <a:pt x="194" y="639"/>
                  </a:cubicBezTo>
                  <a:cubicBezTo>
                    <a:pt x="0" y="1041"/>
                    <a:pt x="116" y="962"/>
                    <a:pt x="656" y="1309"/>
                  </a:cubicBezTo>
                  <a:cubicBezTo>
                    <a:pt x="1174" y="1655"/>
                    <a:pt x="943" y="2117"/>
                    <a:pt x="1539" y="2579"/>
                  </a:cubicBezTo>
                  <a:cubicBezTo>
                    <a:pt x="1795" y="2784"/>
                    <a:pt x="2078" y="2868"/>
                    <a:pt x="2314" y="2868"/>
                  </a:cubicBezTo>
                  <a:cubicBezTo>
                    <a:pt x="2610" y="2868"/>
                    <a:pt x="2833" y="2735"/>
                    <a:pt x="2833" y="2542"/>
                  </a:cubicBezTo>
                  <a:cubicBezTo>
                    <a:pt x="2809" y="2177"/>
                    <a:pt x="2717" y="1563"/>
                    <a:pt x="2486" y="1059"/>
                  </a:cubicBezTo>
                  <a:cubicBezTo>
                    <a:pt x="2255" y="579"/>
                    <a:pt x="1770" y="117"/>
                    <a:pt x="809" y="38"/>
                  </a:cubicBezTo>
                  <a:lnTo>
                    <a:pt x="730" y="1"/>
                  </a:lnTo>
                  <a:close/>
                </a:path>
              </a:pathLst>
            </a:custGeom>
            <a:solidFill>
              <a:srgbClr val="FFE4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5" name="Google Shape;4195;p64"/>
            <p:cNvSpPr/>
            <p:nvPr/>
          </p:nvSpPr>
          <p:spPr>
            <a:xfrm>
              <a:off x="1226909" y="3170536"/>
              <a:ext cx="159453" cy="167228"/>
            </a:xfrm>
            <a:custGeom>
              <a:avLst/>
              <a:gdLst/>
              <a:ahLst/>
              <a:cxnLst/>
              <a:rect l="l" t="t" r="r" b="b"/>
              <a:pathLst>
                <a:path w="2810" h="2947" extrusionOk="0">
                  <a:moveTo>
                    <a:pt x="693" y="97"/>
                  </a:moveTo>
                  <a:lnTo>
                    <a:pt x="749" y="116"/>
                  </a:lnTo>
                  <a:cubicBezTo>
                    <a:pt x="1691" y="213"/>
                    <a:pt x="2153" y="633"/>
                    <a:pt x="2384" y="1114"/>
                  </a:cubicBezTo>
                  <a:cubicBezTo>
                    <a:pt x="2615" y="1617"/>
                    <a:pt x="2713" y="2232"/>
                    <a:pt x="2713" y="2578"/>
                  </a:cubicBezTo>
                  <a:cubicBezTo>
                    <a:pt x="2713" y="2657"/>
                    <a:pt x="2676" y="2712"/>
                    <a:pt x="2615" y="2754"/>
                  </a:cubicBezTo>
                  <a:cubicBezTo>
                    <a:pt x="2560" y="2809"/>
                    <a:pt x="2463" y="2846"/>
                    <a:pt x="2347" y="2846"/>
                  </a:cubicBezTo>
                  <a:cubicBezTo>
                    <a:pt x="2305" y="2853"/>
                    <a:pt x="2261" y="2857"/>
                    <a:pt x="2216" y="2857"/>
                  </a:cubicBezTo>
                  <a:cubicBezTo>
                    <a:pt x="1994" y="2857"/>
                    <a:pt x="1740" y="2770"/>
                    <a:pt x="1502" y="2578"/>
                  </a:cubicBezTo>
                  <a:cubicBezTo>
                    <a:pt x="1211" y="2347"/>
                    <a:pt x="1132" y="2135"/>
                    <a:pt x="1058" y="1922"/>
                  </a:cubicBezTo>
                  <a:cubicBezTo>
                    <a:pt x="961" y="1714"/>
                    <a:pt x="883" y="1483"/>
                    <a:pt x="615" y="1308"/>
                  </a:cubicBezTo>
                  <a:cubicBezTo>
                    <a:pt x="347" y="1137"/>
                    <a:pt x="171" y="1058"/>
                    <a:pt x="116" y="998"/>
                  </a:cubicBezTo>
                  <a:cubicBezTo>
                    <a:pt x="93" y="961"/>
                    <a:pt x="93" y="943"/>
                    <a:pt x="93" y="906"/>
                  </a:cubicBezTo>
                  <a:cubicBezTo>
                    <a:pt x="93" y="846"/>
                    <a:pt x="116" y="790"/>
                    <a:pt x="171" y="693"/>
                  </a:cubicBezTo>
                  <a:cubicBezTo>
                    <a:pt x="324" y="305"/>
                    <a:pt x="652" y="116"/>
                    <a:pt x="693" y="97"/>
                  </a:cubicBezTo>
                  <a:close/>
                  <a:moveTo>
                    <a:pt x="652" y="0"/>
                  </a:moveTo>
                  <a:cubicBezTo>
                    <a:pt x="652" y="0"/>
                    <a:pt x="268" y="231"/>
                    <a:pt x="74" y="652"/>
                  </a:cubicBezTo>
                  <a:cubicBezTo>
                    <a:pt x="37" y="749"/>
                    <a:pt x="0" y="827"/>
                    <a:pt x="0" y="883"/>
                  </a:cubicBezTo>
                  <a:cubicBezTo>
                    <a:pt x="0" y="961"/>
                    <a:pt x="19" y="1021"/>
                    <a:pt x="56" y="1058"/>
                  </a:cubicBezTo>
                  <a:cubicBezTo>
                    <a:pt x="134" y="1155"/>
                    <a:pt x="305" y="1211"/>
                    <a:pt x="555" y="1386"/>
                  </a:cubicBezTo>
                  <a:cubicBezTo>
                    <a:pt x="809" y="1557"/>
                    <a:pt x="883" y="1733"/>
                    <a:pt x="961" y="1945"/>
                  </a:cubicBezTo>
                  <a:cubicBezTo>
                    <a:pt x="1040" y="2176"/>
                    <a:pt x="1132" y="2407"/>
                    <a:pt x="1442" y="2657"/>
                  </a:cubicBezTo>
                  <a:cubicBezTo>
                    <a:pt x="1722" y="2866"/>
                    <a:pt x="2016" y="2946"/>
                    <a:pt x="2268" y="2946"/>
                  </a:cubicBezTo>
                  <a:cubicBezTo>
                    <a:pt x="2295" y="2946"/>
                    <a:pt x="2322" y="2945"/>
                    <a:pt x="2347" y="2943"/>
                  </a:cubicBezTo>
                  <a:cubicBezTo>
                    <a:pt x="2481" y="2943"/>
                    <a:pt x="2597" y="2906"/>
                    <a:pt x="2676" y="2828"/>
                  </a:cubicBezTo>
                  <a:cubicBezTo>
                    <a:pt x="2749" y="2772"/>
                    <a:pt x="2810" y="2675"/>
                    <a:pt x="2810" y="2578"/>
                  </a:cubicBezTo>
                  <a:cubicBezTo>
                    <a:pt x="2810" y="2213"/>
                    <a:pt x="2713" y="1599"/>
                    <a:pt x="2463" y="1077"/>
                  </a:cubicBezTo>
                  <a:cubicBezTo>
                    <a:pt x="2232" y="578"/>
                    <a:pt x="1733" y="116"/>
                    <a:pt x="767" y="37"/>
                  </a:cubicBezTo>
                  <a:lnTo>
                    <a:pt x="670" y="0"/>
                  </a:ln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6" name="Google Shape;4196;p64"/>
            <p:cNvSpPr/>
            <p:nvPr/>
          </p:nvSpPr>
          <p:spPr>
            <a:xfrm>
              <a:off x="1264929" y="3120884"/>
              <a:ext cx="168362" cy="155652"/>
            </a:xfrm>
            <a:custGeom>
              <a:avLst/>
              <a:gdLst/>
              <a:ahLst/>
              <a:cxnLst/>
              <a:rect l="l" t="t" r="r" b="b"/>
              <a:pathLst>
                <a:path w="2967" h="2743" extrusionOk="0">
                  <a:moveTo>
                    <a:pt x="1257" y="0"/>
                  </a:moveTo>
                  <a:cubicBezTo>
                    <a:pt x="1134" y="0"/>
                    <a:pt x="1003" y="20"/>
                    <a:pt x="869" y="66"/>
                  </a:cubicBezTo>
                  <a:cubicBezTo>
                    <a:pt x="231" y="297"/>
                    <a:pt x="0" y="912"/>
                    <a:pt x="0" y="912"/>
                  </a:cubicBezTo>
                  <a:cubicBezTo>
                    <a:pt x="0" y="912"/>
                    <a:pt x="79" y="949"/>
                    <a:pt x="559" y="1240"/>
                  </a:cubicBezTo>
                  <a:cubicBezTo>
                    <a:pt x="1040" y="1527"/>
                    <a:pt x="1271" y="1508"/>
                    <a:pt x="1580" y="2012"/>
                  </a:cubicBezTo>
                  <a:cubicBezTo>
                    <a:pt x="1879" y="2493"/>
                    <a:pt x="2032" y="2743"/>
                    <a:pt x="2354" y="2743"/>
                  </a:cubicBezTo>
                  <a:cubicBezTo>
                    <a:pt x="2365" y="2743"/>
                    <a:pt x="2377" y="2742"/>
                    <a:pt x="2389" y="2742"/>
                  </a:cubicBezTo>
                  <a:cubicBezTo>
                    <a:pt x="2736" y="2723"/>
                    <a:pt x="2967" y="2358"/>
                    <a:pt x="2948" y="2012"/>
                  </a:cubicBezTo>
                  <a:cubicBezTo>
                    <a:pt x="2948" y="1642"/>
                    <a:pt x="2449" y="662"/>
                    <a:pt x="2237" y="431"/>
                  </a:cubicBezTo>
                  <a:cubicBezTo>
                    <a:pt x="2056" y="251"/>
                    <a:pt x="1698" y="0"/>
                    <a:pt x="1257" y="0"/>
                  </a:cubicBezTo>
                  <a:close/>
                </a:path>
              </a:pathLst>
            </a:custGeom>
            <a:solidFill>
              <a:srgbClr val="FFE4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7" name="Google Shape;4197;p64"/>
            <p:cNvSpPr/>
            <p:nvPr/>
          </p:nvSpPr>
          <p:spPr>
            <a:xfrm>
              <a:off x="1261751" y="3118046"/>
              <a:ext cx="173640" cy="160702"/>
            </a:xfrm>
            <a:custGeom>
              <a:avLst/>
              <a:gdLst/>
              <a:ahLst/>
              <a:cxnLst/>
              <a:rect l="l" t="t" r="r" b="b"/>
              <a:pathLst>
                <a:path w="3060" h="2832" extrusionOk="0">
                  <a:moveTo>
                    <a:pt x="1368" y="98"/>
                  </a:moveTo>
                  <a:cubicBezTo>
                    <a:pt x="1502" y="98"/>
                    <a:pt x="1618" y="135"/>
                    <a:pt x="1733" y="172"/>
                  </a:cubicBezTo>
                  <a:cubicBezTo>
                    <a:pt x="1965" y="269"/>
                    <a:pt x="2135" y="403"/>
                    <a:pt x="2251" y="518"/>
                  </a:cubicBezTo>
                  <a:cubicBezTo>
                    <a:pt x="2348" y="615"/>
                    <a:pt x="2542" y="925"/>
                    <a:pt x="2676" y="1230"/>
                  </a:cubicBezTo>
                  <a:cubicBezTo>
                    <a:pt x="2829" y="1558"/>
                    <a:pt x="2944" y="1905"/>
                    <a:pt x="2967" y="2062"/>
                  </a:cubicBezTo>
                  <a:cubicBezTo>
                    <a:pt x="2967" y="2233"/>
                    <a:pt x="2907" y="2385"/>
                    <a:pt x="2829" y="2524"/>
                  </a:cubicBezTo>
                  <a:cubicBezTo>
                    <a:pt x="2736" y="2658"/>
                    <a:pt x="2598" y="2732"/>
                    <a:pt x="2445" y="2732"/>
                  </a:cubicBezTo>
                  <a:cubicBezTo>
                    <a:pt x="2421" y="2735"/>
                    <a:pt x="2398" y="2737"/>
                    <a:pt x="2376" y="2737"/>
                  </a:cubicBezTo>
                  <a:cubicBezTo>
                    <a:pt x="2246" y="2737"/>
                    <a:pt x="2161" y="2678"/>
                    <a:pt x="2062" y="2579"/>
                  </a:cubicBezTo>
                  <a:cubicBezTo>
                    <a:pt x="1946" y="2464"/>
                    <a:pt x="1831" y="2293"/>
                    <a:pt x="1673" y="2039"/>
                  </a:cubicBezTo>
                  <a:cubicBezTo>
                    <a:pt x="1521" y="1789"/>
                    <a:pt x="1368" y="1655"/>
                    <a:pt x="1211" y="1558"/>
                  </a:cubicBezTo>
                  <a:cubicBezTo>
                    <a:pt x="1059" y="1461"/>
                    <a:pt x="888" y="1406"/>
                    <a:pt x="634" y="1253"/>
                  </a:cubicBezTo>
                  <a:cubicBezTo>
                    <a:pt x="195" y="980"/>
                    <a:pt x="135" y="962"/>
                    <a:pt x="135" y="962"/>
                  </a:cubicBezTo>
                  <a:cubicBezTo>
                    <a:pt x="153" y="907"/>
                    <a:pt x="366" y="384"/>
                    <a:pt x="925" y="172"/>
                  </a:cubicBezTo>
                  <a:cubicBezTo>
                    <a:pt x="1077" y="116"/>
                    <a:pt x="1234" y="98"/>
                    <a:pt x="1368" y="98"/>
                  </a:cubicBezTo>
                  <a:close/>
                  <a:moveTo>
                    <a:pt x="1368" y="1"/>
                  </a:moveTo>
                  <a:cubicBezTo>
                    <a:pt x="1211" y="1"/>
                    <a:pt x="1059" y="19"/>
                    <a:pt x="906" y="75"/>
                  </a:cubicBezTo>
                  <a:cubicBezTo>
                    <a:pt x="250" y="306"/>
                    <a:pt x="19" y="962"/>
                    <a:pt x="19" y="962"/>
                  </a:cubicBezTo>
                  <a:lnTo>
                    <a:pt x="1" y="999"/>
                  </a:lnTo>
                  <a:lnTo>
                    <a:pt x="56" y="1022"/>
                  </a:lnTo>
                  <a:cubicBezTo>
                    <a:pt x="56" y="1022"/>
                    <a:pt x="116" y="1041"/>
                    <a:pt x="597" y="1327"/>
                  </a:cubicBezTo>
                  <a:cubicBezTo>
                    <a:pt x="846" y="1484"/>
                    <a:pt x="1022" y="1540"/>
                    <a:pt x="1174" y="1637"/>
                  </a:cubicBezTo>
                  <a:cubicBezTo>
                    <a:pt x="1308" y="1734"/>
                    <a:pt x="1442" y="1849"/>
                    <a:pt x="1600" y="2080"/>
                  </a:cubicBezTo>
                  <a:cubicBezTo>
                    <a:pt x="1752" y="2330"/>
                    <a:pt x="1867" y="2524"/>
                    <a:pt x="1983" y="2658"/>
                  </a:cubicBezTo>
                  <a:cubicBezTo>
                    <a:pt x="2103" y="2761"/>
                    <a:pt x="2242" y="2832"/>
                    <a:pt x="2393" y="2832"/>
                  </a:cubicBezTo>
                  <a:cubicBezTo>
                    <a:pt x="2410" y="2832"/>
                    <a:pt x="2427" y="2831"/>
                    <a:pt x="2445" y="2829"/>
                  </a:cubicBezTo>
                  <a:cubicBezTo>
                    <a:pt x="2639" y="2829"/>
                    <a:pt x="2792" y="2713"/>
                    <a:pt x="2889" y="2579"/>
                  </a:cubicBezTo>
                  <a:cubicBezTo>
                    <a:pt x="3004" y="2427"/>
                    <a:pt x="3060" y="2251"/>
                    <a:pt x="3060" y="2062"/>
                  </a:cubicBezTo>
                  <a:cubicBezTo>
                    <a:pt x="3041" y="1849"/>
                    <a:pt x="2926" y="1521"/>
                    <a:pt x="2773" y="1193"/>
                  </a:cubicBezTo>
                  <a:cubicBezTo>
                    <a:pt x="2621" y="883"/>
                    <a:pt x="2445" y="578"/>
                    <a:pt x="2311" y="444"/>
                  </a:cubicBezTo>
                  <a:cubicBezTo>
                    <a:pt x="2196" y="329"/>
                    <a:pt x="2001" y="172"/>
                    <a:pt x="1770" y="98"/>
                  </a:cubicBezTo>
                  <a:cubicBezTo>
                    <a:pt x="1636" y="38"/>
                    <a:pt x="1502" y="19"/>
                    <a:pt x="1368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8" name="Google Shape;4198;p64"/>
            <p:cNvSpPr/>
            <p:nvPr/>
          </p:nvSpPr>
          <p:spPr>
            <a:xfrm>
              <a:off x="1449751" y="3076962"/>
              <a:ext cx="108099" cy="250926"/>
            </a:xfrm>
            <a:custGeom>
              <a:avLst/>
              <a:gdLst/>
              <a:ahLst/>
              <a:cxnLst/>
              <a:rect l="l" t="t" r="r" b="b"/>
              <a:pathLst>
                <a:path w="1905" h="4422" extrusionOk="0">
                  <a:moveTo>
                    <a:pt x="846" y="1"/>
                  </a:moveTo>
                  <a:cubicBezTo>
                    <a:pt x="799" y="1"/>
                    <a:pt x="748" y="5"/>
                    <a:pt x="694" y="13"/>
                  </a:cubicBezTo>
                  <a:cubicBezTo>
                    <a:pt x="347" y="69"/>
                    <a:pt x="232" y="568"/>
                    <a:pt x="190" y="1376"/>
                  </a:cubicBezTo>
                  <a:cubicBezTo>
                    <a:pt x="135" y="2185"/>
                    <a:pt x="421" y="2227"/>
                    <a:pt x="209" y="3132"/>
                  </a:cubicBezTo>
                  <a:cubicBezTo>
                    <a:pt x="1" y="4015"/>
                    <a:pt x="786" y="4421"/>
                    <a:pt x="786" y="4421"/>
                  </a:cubicBezTo>
                  <a:cubicBezTo>
                    <a:pt x="1271" y="4033"/>
                    <a:pt x="1655" y="3091"/>
                    <a:pt x="1789" y="2629"/>
                  </a:cubicBezTo>
                  <a:cubicBezTo>
                    <a:pt x="1904" y="2167"/>
                    <a:pt x="1618" y="1436"/>
                    <a:pt x="1521" y="822"/>
                  </a:cubicBezTo>
                  <a:cubicBezTo>
                    <a:pt x="1418" y="286"/>
                    <a:pt x="1238" y="1"/>
                    <a:pt x="846" y="1"/>
                  </a:cubicBezTo>
                  <a:close/>
                </a:path>
              </a:pathLst>
            </a:custGeom>
            <a:solidFill>
              <a:srgbClr val="FFE4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9" name="Google Shape;4199;p64"/>
            <p:cNvSpPr/>
            <p:nvPr/>
          </p:nvSpPr>
          <p:spPr>
            <a:xfrm>
              <a:off x="1456333" y="3074295"/>
              <a:ext cx="100439" cy="256714"/>
            </a:xfrm>
            <a:custGeom>
              <a:avLst/>
              <a:gdLst/>
              <a:ahLst/>
              <a:cxnLst/>
              <a:rect l="l" t="t" r="r" b="b"/>
              <a:pathLst>
                <a:path w="1770" h="4524" extrusionOk="0">
                  <a:moveTo>
                    <a:pt x="846" y="0"/>
                  </a:moveTo>
                  <a:cubicBezTo>
                    <a:pt x="749" y="0"/>
                    <a:pt x="670" y="0"/>
                    <a:pt x="578" y="19"/>
                  </a:cubicBezTo>
                  <a:cubicBezTo>
                    <a:pt x="384" y="60"/>
                    <a:pt x="250" y="213"/>
                    <a:pt x="171" y="444"/>
                  </a:cubicBezTo>
                  <a:cubicBezTo>
                    <a:pt x="93" y="693"/>
                    <a:pt x="56" y="1021"/>
                    <a:pt x="19" y="1423"/>
                  </a:cubicBezTo>
                  <a:cubicBezTo>
                    <a:pt x="0" y="1830"/>
                    <a:pt x="56" y="2043"/>
                    <a:pt x="93" y="2274"/>
                  </a:cubicBezTo>
                  <a:cubicBezTo>
                    <a:pt x="116" y="2348"/>
                    <a:pt x="116" y="2408"/>
                    <a:pt x="116" y="2486"/>
                  </a:cubicBezTo>
                  <a:lnTo>
                    <a:pt x="208" y="2579"/>
                  </a:lnTo>
                  <a:cubicBezTo>
                    <a:pt x="208" y="2463"/>
                    <a:pt x="208" y="2348"/>
                    <a:pt x="190" y="2255"/>
                  </a:cubicBezTo>
                  <a:cubicBezTo>
                    <a:pt x="153" y="2024"/>
                    <a:pt x="93" y="1830"/>
                    <a:pt x="116" y="1423"/>
                  </a:cubicBezTo>
                  <a:cubicBezTo>
                    <a:pt x="134" y="1021"/>
                    <a:pt x="190" y="693"/>
                    <a:pt x="250" y="481"/>
                  </a:cubicBezTo>
                  <a:cubicBezTo>
                    <a:pt x="324" y="250"/>
                    <a:pt x="439" y="134"/>
                    <a:pt x="596" y="116"/>
                  </a:cubicBezTo>
                  <a:cubicBezTo>
                    <a:pt x="645" y="100"/>
                    <a:pt x="691" y="94"/>
                    <a:pt x="733" y="94"/>
                  </a:cubicBezTo>
                  <a:cubicBezTo>
                    <a:pt x="790" y="94"/>
                    <a:pt x="840" y="105"/>
                    <a:pt x="883" y="116"/>
                  </a:cubicBezTo>
                  <a:cubicBezTo>
                    <a:pt x="980" y="134"/>
                    <a:pt x="1040" y="176"/>
                    <a:pt x="1095" y="231"/>
                  </a:cubicBezTo>
                  <a:cubicBezTo>
                    <a:pt x="1211" y="365"/>
                    <a:pt x="1308" y="578"/>
                    <a:pt x="1345" y="887"/>
                  </a:cubicBezTo>
                  <a:cubicBezTo>
                    <a:pt x="1405" y="1192"/>
                    <a:pt x="1502" y="1520"/>
                    <a:pt x="1576" y="1830"/>
                  </a:cubicBezTo>
                  <a:cubicBezTo>
                    <a:pt x="1636" y="2158"/>
                    <a:pt x="1673" y="2445"/>
                    <a:pt x="1617" y="2657"/>
                  </a:cubicBezTo>
                  <a:cubicBezTo>
                    <a:pt x="1502" y="3119"/>
                    <a:pt x="1114" y="4025"/>
                    <a:pt x="670" y="4408"/>
                  </a:cubicBezTo>
                  <a:lnTo>
                    <a:pt x="652" y="4390"/>
                  </a:lnTo>
                  <a:cubicBezTo>
                    <a:pt x="633" y="4427"/>
                    <a:pt x="615" y="4450"/>
                    <a:pt x="596" y="4468"/>
                  </a:cubicBezTo>
                  <a:cubicBezTo>
                    <a:pt x="633" y="4505"/>
                    <a:pt x="652" y="4505"/>
                    <a:pt x="652" y="4505"/>
                  </a:cubicBezTo>
                  <a:lnTo>
                    <a:pt x="670" y="4524"/>
                  </a:lnTo>
                  <a:lnTo>
                    <a:pt x="712" y="4505"/>
                  </a:lnTo>
                  <a:cubicBezTo>
                    <a:pt x="1192" y="4103"/>
                    <a:pt x="1594" y="3156"/>
                    <a:pt x="1710" y="2694"/>
                  </a:cubicBezTo>
                  <a:cubicBezTo>
                    <a:pt x="1770" y="2445"/>
                    <a:pt x="1733" y="2140"/>
                    <a:pt x="1654" y="1812"/>
                  </a:cubicBezTo>
                  <a:cubicBezTo>
                    <a:pt x="1594" y="1502"/>
                    <a:pt x="1502" y="1174"/>
                    <a:pt x="1442" y="869"/>
                  </a:cubicBezTo>
                  <a:cubicBezTo>
                    <a:pt x="1386" y="559"/>
                    <a:pt x="1308" y="328"/>
                    <a:pt x="1174" y="176"/>
                  </a:cubicBezTo>
                  <a:cubicBezTo>
                    <a:pt x="1095" y="97"/>
                    <a:pt x="1017" y="60"/>
                    <a:pt x="924" y="19"/>
                  </a:cubicBezTo>
                  <a:cubicBezTo>
                    <a:pt x="883" y="19"/>
                    <a:pt x="864" y="19"/>
                    <a:pt x="846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0" name="Google Shape;4200;p64"/>
            <p:cNvSpPr/>
            <p:nvPr/>
          </p:nvSpPr>
          <p:spPr>
            <a:xfrm>
              <a:off x="1739211" y="3089503"/>
              <a:ext cx="221873" cy="109915"/>
            </a:xfrm>
            <a:custGeom>
              <a:avLst/>
              <a:gdLst/>
              <a:ahLst/>
              <a:cxnLst/>
              <a:rect l="l" t="t" r="r" b="b"/>
              <a:pathLst>
                <a:path w="3910" h="1937" extrusionOk="0">
                  <a:moveTo>
                    <a:pt x="3041" y="0"/>
                  </a:moveTo>
                  <a:cubicBezTo>
                    <a:pt x="2773" y="23"/>
                    <a:pt x="2524" y="60"/>
                    <a:pt x="2251" y="79"/>
                  </a:cubicBezTo>
                  <a:cubicBezTo>
                    <a:pt x="1946" y="97"/>
                    <a:pt x="1673" y="139"/>
                    <a:pt x="1369" y="139"/>
                  </a:cubicBezTo>
                  <a:cubicBezTo>
                    <a:pt x="1253" y="139"/>
                    <a:pt x="1077" y="116"/>
                    <a:pt x="962" y="79"/>
                  </a:cubicBezTo>
                  <a:cubicBezTo>
                    <a:pt x="897" y="64"/>
                    <a:pt x="827" y="56"/>
                    <a:pt x="758" y="56"/>
                  </a:cubicBezTo>
                  <a:cubicBezTo>
                    <a:pt x="562" y="56"/>
                    <a:pt x="368" y="121"/>
                    <a:pt x="269" y="291"/>
                  </a:cubicBezTo>
                  <a:cubicBezTo>
                    <a:pt x="153" y="485"/>
                    <a:pt x="232" y="716"/>
                    <a:pt x="172" y="924"/>
                  </a:cubicBezTo>
                  <a:cubicBezTo>
                    <a:pt x="116" y="1137"/>
                    <a:pt x="1" y="1386"/>
                    <a:pt x="98" y="1617"/>
                  </a:cubicBezTo>
                  <a:cubicBezTo>
                    <a:pt x="213" y="1812"/>
                    <a:pt x="463" y="1872"/>
                    <a:pt x="675" y="1909"/>
                  </a:cubicBezTo>
                  <a:cubicBezTo>
                    <a:pt x="901" y="1929"/>
                    <a:pt x="1130" y="1937"/>
                    <a:pt x="1359" y="1937"/>
                  </a:cubicBezTo>
                  <a:cubicBezTo>
                    <a:pt x="1753" y="1937"/>
                    <a:pt x="2151" y="1913"/>
                    <a:pt x="2542" y="1890"/>
                  </a:cubicBezTo>
                  <a:cubicBezTo>
                    <a:pt x="2889" y="1872"/>
                    <a:pt x="3217" y="1872"/>
                    <a:pt x="3540" y="1812"/>
                  </a:cubicBezTo>
                  <a:cubicBezTo>
                    <a:pt x="3697" y="1793"/>
                    <a:pt x="3910" y="1715"/>
                    <a:pt x="3887" y="1525"/>
                  </a:cubicBezTo>
                  <a:cubicBezTo>
                    <a:pt x="3887" y="1294"/>
                    <a:pt x="3697" y="1137"/>
                    <a:pt x="3679" y="924"/>
                  </a:cubicBezTo>
                  <a:cubicBezTo>
                    <a:pt x="3637" y="675"/>
                    <a:pt x="3716" y="425"/>
                    <a:pt x="3600" y="194"/>
                  </a:cubicBezTo>
                  <a:cubicBezTo>
                    <a:pt x="3466" y="23"/>
                    <a:pt x="3235" y="0"/>
                    <a:pt x="3041" y="0"/>
                  </a:cubicBezTo>
                  <a:close/>
                </a:path>
              </a:pathLst>
            </a:custGeom>
            <a:solidFill>
              <a:srgbClr val="FFC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1" name="Google Shape;4201;p64"/>
            <p:cNvSpPr/>
            <p:nvPr/>
          </p:nvSpPr>
          <p:spPr>
            <a:xfrm>
              <a:off x="1735807" y="3087403"/>
              <a:ext cx="227377" cy="114568"/>
            </a:xfrm>
            <a:custGeom>
              <a:avLst/>
              <a:gdLst/>
              <a:ahLst/>
              <a:cxnLst/>
              <a:rect l="l" t="t" r="r" b="b"/>
              <a:pathLst>
                <a:path w="4007" h="2019" extrusionOk="0">
                  <a:moveTo>
                    <a:pt x="3101" y="97"/>
                  </a:moveTo>
                  <a:cubicBezTo>
                    <a:pt x="3295" y="97"/>
                    <a:pt x="3508" y="116"/>
                    <a:pt x="3623" y="268"/>
                  </a:cubicBezTo>
                  <a:cubicBezTo>
                    <a:pt x="3660" y="365"/>
                    <a:pt x="3679" y="462"/>
                    <a:pt x="3679" y="596"/>
                  </a:cubicBezTo>
                  <a:cubicBezTo>
                    <a:pt x="3679" y="712"/>
                    <a:pt x="3660" y="827"/>
                    <a:pt x="3679" y="961"/>
                  </a:cubicBezTo>
                  <a:cubicBezTo>
                    <a:pt x="3697" y="1077"/>
                    <a:pt x="3757" y="1174"/>
                    <a:pt x="3794" y="1271"/>
                  </a:cubicBezTo>
                  <a:cubicBezTo>
                    <a:pt x="3854" y="1368"/>
                    <a:pt x="3891" y="1465"/>
                    <a:pt x="3891" y="1562"/>
                  </a:cubicBezTo>
                  <a:cubicBezTo>
                    <a:pt x="3910" y="1636"/>
                    <a:pt x="3873" y="1696"/>
                    <a:pt x="3813" y="1733"/>
                  </a:cubicBezTo>
                  <a:cubicBezTo>
                    <a:pt x="3757" y="1770"/>
                    <a:pt x="3679" y="1793"/>
                    <a:pt x="3600" y="1812"/>
                  </a:cubicBezTo>
                  <a:cubicBezTo>
                    <a:pt x="3277" y="1849"/>
                    <a:pt x="2930" y="1849"/>
                    <a:pt x="2602" y="1867"/>
                  </a:cubicBezTo>
                  <a:cubicBezTo>
                    <a:pt x="2217" y="1893"/>
                    <a:pt x="1826" y="1917"/>
                    <a:pt x="1442" y="1917"/>
                  </a:cubicBezTo>
                  <a:cubicBezTo>
                    <a:pt x="1209" y="1917"/>
                    <a:pt x="979" y="1908"/>
                    <a:pt x="754" y="1886"/>
                  </a:cubicBezTo>
                  <a:cubicBezTo>
                    <a:pt x="541" y="1867"/>
                    <a:pt x="310" y="1812"/>
                    <a:pt x="195" y="1618"/>
                  </a:cubicBezTo>
                  <a:cubicBezTo>
                    <a:pt x="116" y="1423"/>
                    <a:pt x="232" y="1192"/>
                    <a:pt x="273" y="961"/>
                  </a:cubicBezTo>
                  <a:cubicBezTo>
                    <a:pt x="310" y="869"/>
                    <a:pt x="310" y="753"/>
                    <a:pt x="310" y="638"/>
                  </a:cubicBezTo>
                  <a:cubicBezTo>
                    <a:pt x="310" y="541"/>
                    <a:pt x="310" y="444"/>
                    <a:pt x="366" y="365"/>
                  </a:cubicBezTo>
                  <a:cubicBezTo>
                    <a:pt x="426" y="250"/>
                    <a:pt x="523" y="194"/>
                    <a:pt x="638" y="176"/>
                  </a:cubicBezTo>
                  <a:cubicBezTo>
                    <a:pt x="705" y="155"/>
                    <a:pt x="768" y="145"/>
                    <a:pt x="830" y="145"/>
                  </a:cubicBezTo>
                  <a:cubicBezTo>
                    <a:pt x="893" y="145"/>
                    <a:pt x="955" y="155"/>
                    <a:pt x="1022" y="176"/>
                  </a:cubicBezTo>
                  <a:lnTo>
                    <a:pt x="1003" y="153"/>
                  </a:lnTo>
                  <a:lnTo>
                    <a:pt x="1003" y="153"/>
                  </a:lnTo>
                  <a:cubicBezTo>
                    <a:pt x="1137" y="213"/>
                    <a:pt x="1313" y="213"/>
                    <a:pt x="1429" y="213"/>
                  </a:cubicBezTo>
                  <a:cubicBezTo>
                    <a:pt x="1490" y="216"/>
                    <a:pt x="1550" y="218"/>
                    <a:pt x="1607" y="218"/>
                  </a:cubicBezTo>
                  <a:cubicBezTo>
                    <a:pt x="1851" y="218"/>
                    <a:pt x="2064" y="191"/>
                    <a:pt x="2311" y="176"/>
                  </a:cubicBezTo>
                  <a:cubicBezTo>
                    <a:pt x="2584" y="153"/>
                    <a:pt x="2852" y="97"/>
                    <a:pt x="3101" y="97"/>
                  </a:cubicBezTo>
                  <a:close/>
                  <a:moveTo>
                    <a:pt x="3101" y="0"/>
                  </a:moveTo>
                  <a:cubicBezTo>
                    <a:pt x="2833" y="0"/>
                    <a:pt x="2561" y="60"/>
                    <a:pt x="2311" y="60"/>
                  </a:cubicBezTo>
                  <a:cubicBezTo>
                    <a:pt x="2062" y="91"/>
                    <a:pt x="1835" y="121"/>
                    <a:pt x="1594" y="121"/>
                  </a:cubicBezTo>
                  <a:cubicBezTo>
                    <a:pt x="1539" y="121"/>
                    <a:pt x="1484" y="119"/>
                    <a:pt x="1429" y="116"/>
                  </a:cubicBezTo>
                  <a:cubicBezTo>
                    <a:pt x="1313" y="116"/>
                    <a:pt x="1137" y="116"/>
                    <a:pt x="1040" y="79"/>
                  </a:cubicBezTo>
                  <a:lnTo>
                    <a:pt x="1040" y="60"/>
                  </a:lnTo>
                  <a:cubicBezTo>
                    <a:pt x="973" y="49"/>
                    <a:pt x="902" y="43"/>
                    <a:pt x="830" y="43"/>
                  </a:cubicBezTo>
                  <a:cubicBezTo>
                    <a:pt x="759" y="43"/>
                    <a:pt x="687" y="49"/>
                    <a:pt x="620" y="60"/>
                  </a:cubicBezTo>
                  <a:cubicBezTo>
                    <a:pt x="481" y="97"/>
                    <a:pt x="347" y="176"/>
                    <a:pt x="273" y="310"/>
                  </a:cubicBezTo>
                  <a:cubicBezTo>
                    <a:pt x="213" y="425"/>
                    <a:pt x="213" y="541"/>
                    <a:pt x="195" y="638"/>
                  </a:cubicBezTo>
                  <a:cubicBezTo>
                    <a:pt x="195" y="753"/>
                    <a:pt x="213" y="846"/>
                    <a:pt x="176" y="943"/>
                  </a:cubicBezTo>
                  <a:cubicBezTo>
                    <a:pt x="135" y="1155"/>
                    <a:pt x="1" y="1405"/>
                    <a:pt x="116" y="1678"/>
                  </a:cubicBezTo>
                  <a:cubicBezTo>
                    <a:pt x="232" y="1909"/>
                    <a:pt x="504" y="1964"/>
                    <a:pt x="735" y="2001"/>
                  </a:cubicBezTo>
                  <a:cubicBezTo>
                    <a:pt x="933" y="2014"/>
                    <a:pt x="1129" y="2019"/>
                    <a:pt x="1324" y="2019"/>
                  </a:cubicBezTo>
                  <a:cubicBezTo>
                    <a:pt x="1753" y="2019"/>
                    <a:pt x="2176" y="1995"/>
                    <a:pt x="2602" y="1983"/>
                  </a:cubicBezTo>
                  <a:cubicBezTo>
                    <a:pt x="2949" y="1946"/>
                    <a:pt x="3277" y="1946"/>
                    <a:pt x="3600" y="1909"/>
                  </a:cubicBezTo>
                  <a:cubicBezTo>
                    <a:pt x="3697" y="1886"/>
                    <a:pt x="3794" y="1867"/>
                    <a:pt x="3873" y="1812"/>
                  </a:cubicBezTo>
                  <a:cubicBezTo>
                    <a:pt x="3947" y="1752"/>
                    <a:pt x="4007" y="1654"/>
                    <a:pt x="3988" y="1539"/>
                  </a:cubicBezTo>
                  <a:cubicBezTo>
                    <a:pt x="3988" y="1423"/>
                    <a:pt x="3947" y="1331"/>
                    <a:pt x="3891" y="1234"/>
                  </a:cubicBezTo>
                  <a:cubicBezTo>
                    <a:pt x="3831" y="1137"/>
                    <a:pt x="3794" y="1040"/>
                    <a:pt x="3776" y="943"/>
                  </a:cubicBezTo>
                  <a:cubicBezTo>
                    <a:pt x="3757" y="827"/>
                    <a:pt x="3776" y="712"/>
                    <a:pt x="3776" y="596"/>
                  </a:cubicBezTo>
                  <a:cubicBezTo>
                    <a:pt x="3776" y="462"/>
                    <a:pt x="3776" y="328"/>
                    <a:pt x="3697" y="213"/>
                  </a:cubicBezTo>
                  <a:cubicBezTo>
                    <a:pt x="3563" y="19"/>
                    <a:pt x="3295" y="0"/>
                    <a:pt x="3101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2" name="Google Shape;4202;p64"/>
            <p:cNvSpPr/>
            <p:nvPr/>
          </p:nvSpPr>
          <p:spPr>
            <a:xfrm>
              <a:off x="2215366" y="2913250"/>
              <a:ext cx="10044" cy="31720"/>
            </a:xfrm>
            <a:custGeom>
              <a:avLst/>
              <a:gdLst/>
              <a:ahLst/>
              <a:cxnLst/>
              <a:rect l="l" t="t" r="r" b="b"/>
              <a:pathLst>
                <a:path w="177" h="559" extrusionOk="0">
                  <a:moveTo>
                    <a:pt x="116" y="1"/>
                  </a:moveTo>
                  <a:cubicBezTo>
                    <a:pt x="98" y="1"/>
                    <a:pt x="79" y="16"/>
                    <a:pt x="79" y="29"/>
                  </a:cubicBezTo>
                  <a:cubicBezTo>
                    <a:pt x="42" y="126"/>
                    <a:pt x="24" y="200"/>
                    <a:pt x="24" y="278"/>
                  </a:cubicBezTo>
                  <a:cubicBezTo>
                    <a:pt x="1" y="357"/>
                    <a:pt x="24" y="449"/>
                    <a:pt x="79" y="528"/>
                  </a:cubicBezTo>
                  <a:cubicBezTo>
                    <a:pt x="90" y="550"/>
                    <a:pt x="101" y="559"/>
                    <a:pt x="116" y="559"/>
                  </a:cubicBezTo>
                  <a:cubicBezTo>
                    <a:pt x="127" y="559"/>
                    <a:pt x="141" y="554"/>
                    <a:pt x="158" y="546"/>
                  </a:cubicBezTo>
                  <a:cubicBezTo>
                    <a:pt x="176" y="528"/>
                    <a:pt x="176" y="510"/>
                    <a:pt x="158" y="491"/>
                  </a:cubicBezTo>
                  <a:cubicBezTo>
                    <a:pt x="116" y="412"/>
                    <a:pt x="116" y="357"/>
                    <a:pt x="116" y="278"/>
                  </a:cubicBezTo>
                  <a:cubicBezTo>
                    <a:pt x="116" y="218"/>
                    <a:pt x="139" y="144"/>
                    <a:pt x="176" y="66"/>
                  </a:cubicBezTo>
                  <a:cubicBezTo>
                    <a:pt x="176" y="47"/>
                    <a:pt x="158" y="10"/>
                    <a:pt x="139" y="10"/>
                  </a:cubicBezTo>
                  <a:cubicBezTo>
                    <a:pt x="133" y="4"/>
                    <a:pt x="124" y="1"/>
                    <a:pt x="116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3" name="Google Shape;4203;p64"/>
            <p:cNvSpPr/>
            <p:nvPr/>
          </p:nvSpPr>
          <p:spPr>
            <a:xfrm>
              <a:off x="2184950" y="2950759"/>
              <a:ext cx="29451" cy="11576"/>
            </a:xfrm>
            <a:custGeom>
              <a:avLst/>
              <a:gdLst/>
              <a:ahLst/>
              <a:cxnLst/>
              <a:rect l="l" t="t" r="r" b="b"/>
              <a:pathLst>
                <a:path w="519" h="204" extrusionOk="0">
                  <a:moveTo>
                    <a:pt x="444" y="1"/>
                  </a:moveTo>
                  <a:cubicBezTo>
                    <a:pt x="357" y="89"/>
                    <a:pt x="269" y="99"/>
                    <a:pt x="164" y="99"/>
                  </a:cubicBezTo>
                  <a:cubicBezTo>
                    <a:pt x="130" y="99"/>
                    <a:pt x="94" y="98"/>
                    <a:pt x="56" y="98"/>
                  </a:cubicBezTo>
                  <a:cubicBezTo>
                    <a:pt x="19" y="98"/>
                    <a:pt x="1" y="117"/>
                    <a:pt x="1" y="135"/>
                  </a:cubicBezTo>
                  <a:cubicBezTo>
                    <a:pt x="1" y="177"/>
                    <a:pt x="19" y="195"/>
                    <a:pt x="38" y="195"/>
                  </a:cubicBezTo>
                  <a:cubicBezTo>
                    <a:pt x="79" y="200"/>
                    <a:pt x="122" y="204"/>
                    <a:pt x="165" y="204"/>
                  </a:cubicBezTo>
                  <a:cubicBezTo>
                    <a:pt x="282" y="204"/>
                    <a:pt x="402" y="177"/>
                    <a:pt x="500" y="80"/>
                  </a:cubicBezTo>
                  <a:cubicBezTo>
                    <a:pt x="518" y="61"/>
                    <a:pt x="518" y="43"/>
                    <a:pt x="500" y="19"/>
                  </a:cubicBezTo>
                  <a:cubicBezTo>
                    <a:pt x="500" y="1"/>
                    <a:pt x="481" y="1"/>
                    <a:pt x="481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4" name="Google Shape;4204;p64"/>
            <p:cNvSpPr/>
            <p:nvPr/>
          </p:nvSpPr>
          <p:spPr>
            <a:xfrm>
              <a:off x="1902072" y="2858888"/>
              <a:ext cx="40402" cy="45112"/>
            </a:xfrm>
            <a:custGeom>
              <a:avLst/>
              <a:gdLst/>
              <a:ahLst/>
              <a:cxnLst/>
              <a:rect l="l" t="t" r="r" b="b"/>
              <a:pathLst>
                <a:path w="712" h="795" extrusionOk="0">
                  <a:moveTo>
                    <a:pt x="268" y="0"/>
                  </a:moveTo>
                  <a:cubicBezTo>
                    <a:pt x="143" y="0"/>
                    <a:pt x="91" y="83"/>
                    <a:pt x="74" y="100"/>
                  </a:cubicBezTo>
                  <a:cubicBezTo>
                    <a:pt x="19" y="178"/>
                    <a:pt x="0" y="312"/>
                    <a:pt x="19" y="465"/>
                  </a:cubicBezTo>
                  <a:cubicBezTo>
                    <a:pt x="54" y="648"/>
                    <a:pt x="175" y="794"/>
                    <a:pt x="270" y="794"/>
                  </a:cubicBezTo>
                  <a:cubicBezTo>
                    <a:pt x="276" y="794"/>
                    <a:pt x="281" y="794"/>
                    <a:pt x="287" y="793"/>
                  </a:cubicBezTo>
                  <a:cubicBezTo>
                    <a:pt x="402" y="774"/>
                    <a:pt x="462" y="599"/>
                    <a:pt x="421" y="391"/>
                  </a:cubicBezTo>
                  <a:cubicBezTo>
                    <a:pt x="402" y="275"/>
                    <a:pt x="365" y="178"/>
                    <a:pt x="305" y="118"/>
                  </a:cubicBezTo>
                  <a:cubicBezTo>
                    <a:pt x="384" y="118"/>
                    <a:pt x="439" y="137"/>
                    <a:pt x="499" y="178"/>
                  </a:cubicBezTo>
                  <a:cubicBezTo>
                    <a:pt x="563" y="208"/>
                    <a:pt x="599" y="290"/>
                    <a:pt x="631" y="290"/>
                  </a:cubicBezTo>
                  <a:cubicBezTo>
                    <a:pt x="638" y="290"/>
                    <a:pt x="645" y="286"/>
                    <a:pt x="652" y="275"/>
                  </a:cubicBezTo>
                  <a:cubicBezTo>
                    <a:pt x="712" y="215"/>
                    <a:pt x="712" y="81"/>
                    <a:pt x="712" y="81"/>
                  </a:cubicBezTo>
                  <a:lnTo>
                    <a:pt x="712" y="81"/>
                  </a:lnTo>
                  <a:cubicBezTo>
                    <a:pt x="712" y="81"/>
                    <a:pt x="693" y="118"/>
                    <a:pt x="615" y="118"/>
                  </a:cubicBezTo>
                  <a:cubicBezTo>
                    <a:pt x="555" y="100"/>
                    <a:pt x="518" y="44"/>
                    <a:pt x="324" y="3"/>
                  </a:cubicBezTo>
                  <a:lnTo>
                    <a:pt x="305" y="3"/>
                  </a:lnTo>
                  <a:cubicBezTo>
                    <a:pt x="292" y="1"/>
                    <a:pt x="280" y="0"/>
                    <a:pt x="268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5" name="Google Shape;4205;p64"/>
            <p:cNvSpPr/>
            <p:nvPr/>
          </p:nvSpPr>
          <p:spPr>
            <a:xfrm>
              <a:off x="1721677" y="2879770"/>
              <a:ext cx="44885" cy="43864"/>
            </a:xfrm>
            <a:custGeom>
              <a:avLst/>
              <a:gdLst/>
              <a:ahLst/>
              <a:cxnLst/>
              <a:rect l="l" t="t" r="r" b="b"/>
              <a:pathLst>
                <a:path w="791" h="773" extrusionOk="0">
                  <a:moveTo>
                    <a:pt x="477" y="0"/>
                  </a:moveTo>
                  <a:cubicBezTo>
                    <a:pt x="446" y="0"/>
                    <a:pt x="409" y="6"/>
                    <a:pt x="365" y="23"/>
                  </a:cubicBezTo>
                  <a:cubicBezTo>
                    <a:pt x="365" y="23"/>
                    <a:pt x="347" y="23"/>
                    <a:pt x="347" y="41"/>
                  </a:cubicBezTo>
                  <a:cubicBezTo>
                    <a:pt x="176" y="115"/>
                    <a:pt x="153" y="175"/>
                    <a:pt x="97" y="212"/>
                  </a:cubicBezTo>
                  <a:cubicBezTo>
                    <a:pt x="77" y="219"/>
                    <a:pt x="60" y="221"/>
                    <a:pt x="45" y="221"/>
                  </a:cubicBezTo>
                  <a:cubicBezTo>
                    <a:pt x="17" y="221"/>
                    <a:pt x="0" y="212"/>
                    <a:pt x="0" y="212"/>
                  </a:cubicBezTo>
                  <a:lnTo>
                    <a:pt x="0" y="212"/>
                  </a:lnTo>
                  <a:cubicBezTo>
                    <a:pt x="0" y="212"/>
                    <a:pt x="37" y="328"/>
                    <a:pt x="97" y="369"/>
                  </a:cubicBezTo>
                  <a:cubicBezTo>
                    <a:pt x="109" y="375"/>
                    <a:pt x="119" y="378"/>
                    <a:pt x="127" y="378"/>
                  </a:cubicBezTo>
                  <a:cubicBezTo>
                    <a:pt x="171" y="378"/>
                    <a:pt x="165" y="298"/>
                    <a:pt x="231" y="231"/>
                  </a:cubicBezTo>
                  <a:cubicBezTo>
                    <a:pt x="268" y="194"/>
                    <a:pt x="328" y="157"/>
                    <a:pt x="407" y="138"/>
                  </a:cubicBezTo>
                  <a:lnTo>
                    <a:pt x="407" y="138"/>
                  </a:lnTo>
                  <a:cubicBezTo>
                    <a:pt x="365" y="212"/>
                    <a:pt x="347" y="309"/>
                    <a:pt x="365" y="425"/>
                  </a:cubicBezTo>
                  <a:cubicBezTo>
                    <a:pt x="383" y="626"/>
                    <a:pt x="470" y="773"/>
                    <a:pt x="577" y="773"/>
                  </a:cubicBezTo>
                  <a:cubicBezTo>
                    <a:pt x="584" y="773"/>
                    <a:pt x="590" y="772"/>
                    <a:pt x="596" y="771"/>
                  </a:cubicBezTo>
                  <a:cubicBezTo>
                    <a:pt x="712" y="771"/>
                    <a:pt x="790" y="600"/>
                    <a:pt x="772" y="388"/>
                  </a:cubicBezTo>
                  <a:cubicBezTo>
                    <a:pt x="753" y="231"/>
                    <a:pt x="693" y="97"/>
                    <a:pt x="615" y="41"/>
                  </a:cubicBezTo>
                  <a:cubicBezTo>
                    <a:pt x="601" y="41"/>
                    <a:pt x="559" y="0"/>
                    <a:pt x="477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6" name="Google Shape;4206;p64"/>
            <p:cNvSpPr/>
            <p:nvPr/>
          </p:nvSpPr>
          <p:spPr>
            <a:xfrm>
              <a:off x="1829948" y="2892822"/>
              <a:ext cx="29451" cy="41878"/>
            </a:xfrm>
            <a:custGeom>
              <a:avLst/>
              <a:gdLst/>
              <a:ahLst/>
              <a:cxnLst/>
              <a:rect l="l" t="t" r="r" b="b"/>
              <a:pathLst>
                <a:path w="519" h="738" extrusionOk="0">
                  <a:moveTo>
                    <a:pt x="190" y="1"/>
                  </a:moveTo>
                  <a:cubicBezTo>
                    <a:pt x="190" y="195"/>
                    <a:pt x="287" y="232"/>
                    <a:pt x="347" y="370"/>
                  </a:cubicBezTo>
                  <a:cubicBezTo>
                    <a:pt x="384" y="523"/>
                    <a:pt x="287" y="638"/>
                    <a:pt x="172" y="657"/>
                  </a:cubicBezTo>
                  <a:cubicBezTo>
                    <a:pt x="148" y="661"/>
                    <a:pt x="128" y="662"/>
                    <a:pt x="109" y="662"/>
                  </a:cubicBezTo>
                  <a:cubicBezTo>
                    <a:pt x="36" y="662"/>
                    <a:pt x="1" y="639"/>
                    <a:pt x="1" y="638"/>
                  </a:cubicBezTo>
                  <a:lnTo>
                    <a:pt x="1" y="638"/>
                  </a:lnTo>
                  <a:cubicBezTo>
                    <a:pt x="1" y="639"/>
                    <a:pt x="99" y="737"/>
                    <a:pt x="217" y="737"/>
                  </a:cubicBezTo>
                  <a:cubicBezTo>
                    <a:pt x="246" y="737"/>
                    <a:pt x="276" y="731"/>
                    <a:pt x="306" y="717"/>
                  </a:cubicBezTo>
                  <a:cubicBezTo>
                    <a:pt x="481" y="620"/>
                    <a:pt x="518" y="444"/>
                    <a:pt x="440" y="310"/>
                  </a:cubicBezTo>
                  <a:cubicBezTo>
                    <a:pt x="366" y="195"/>
                    <a:pt x="306" y="195"/>
                    <a:pt x="250" y="116"/>
                  </a:cubicBezTo>
                  <a:cubicBezTo>
                    <a:pt x="190" y="43"/>
                    <a:pt x="190" y="1"/>
                    <a:pt x="190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7" name="Google Shape;4207;p64"/>
            <p:cNvSpPr/>
            <p:nvPr/>
          </p:nvSpPr>
          <p:spPr>
            <a:xfrm>
              <a:off x="1788240" y="2947638"/>
              <a:ext cx="117008" cy="82621"/>
            </a:xfrm>
            <a:custGeom>
              <a:avLst/>
              <a:gdLst/>
              <a:ahLst/>
              <a:cxnLst/>
              <a:rect l="l" t="t" r="r" b="b"/>
              <a:pathLst>
                <a:path w="2062" h="1456" extrusionOk="0">
                  <a:moveTo>
                    <a:pt x="2025" y="1"/>
                  </a:moveTo>
                  <a:cubicBezTo>
                    <a:pt x="2025" y="1"/>
                    <a:pt x="1581" y="172"/>
                    <a:pt x="1004" y="269"/>
                  </a:cubicBezTo>
                  <a:cubicBezTo>
                    <a:pt x="709" y="327"/>
                    <a:pt x="454" y="342"/>
                    <a:pt x="275" y="342"/>
                  </a:cubicBezTo>
                  <a:cubicBezTo>
                    <a:pt x="103" y="342"/>
                    <a:pt x="1" y="329"/>
                    <a:pt x="1" y="329"/>
                  </a:cubicBezTo>
                  <a:lnTo>
                    <a:pt x="1" y="329"/>
                  </a:lnTo>
                  <a:cubicBezTo>
                    <a:pt x="1" y="329"/>
                    <a:pt x="157" y="1456"/>
                    <a:pt x="962" y="1456"/>
                  </a:cubicBezTo>
                  <a:cubicBezTo>
                    <a:pt x="1012" y="1456"/>
                    <a:pt x="1064" y="1451"/>
                    <a:pt x="1119" y="1442"/>
                  </a:cubicBezTo>
                  <a:cubicBezTo>
                    <a:pt x="2062" y="1290"/>
                    <a:pt x="2025" y="463"/>
                    <a:pt x="2025" y="306"/>
                  </a:cubicBezTo>
                  <a:lnTo>
                    <a:pt x="2025" y="1"/>
                  </a:lnTo>
                  <a:close/>
                </a:path>
              </a:pathLst>
            </a:custGeom>
            <a:solidFill>
              <a:srgbClr val="D9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8" name="Google Shape;4208;p64"/>
            <p:cNvSpPr/>
            <p:nvPr/>
          </p:nvSpPr>
          <p:spPr>
            <a:xfrm>
              <a:off x="1785119" y="2945255"/>
              <a:ext cx="121207" cy="88295"/>
            </a:xfrm>
            <a:custGeom>
              <a:avLst/>
              <a:gdLst/>
              <a:ahLst/>
              <a:cxnLst/>
              <a:rect l="l" t="t" r="r" b="b"/>
              <a:pathLst>
                <a:path w="2136" h="1556" extrusionOk="0">
                  <a:moveTo>
                    <a:pt x="2020" y="116"/>
                  </a:moveTo>
                  <a:cubicBezTo>
                    <a:pt x="2020" y="158"/>
                    <a:pt x="2038" y="232"/>
                    <a:pt x="2038" y="348"/>
                  </a:cubicBezTo>
                  <a:cubicBezTo>
                    <a:pt x="2038" y="445"/>
                    <a:pt x="2038" y="676"/>
                    <a:pt x="1946" y="907"/>
                  </a:cubicBezTo>
                  <a:cubicBezTo>
                    <a:pt x="1830" y="1138"/>
                    <a:pt x="1636" y="1369"/>
                    <a:pt x="1174" y="1429"/>
                  </a:cubicBezTo>
                  <a:cubicBezTo>
                    <a:pt x="1115" y="1438"/>
                    <a:pt x="1059" y="1443"/>
                    <a:pt x="1007" y="1443"/>
                  </a:cubicBezTo>
                  <a:cubicBezTo>
                    <a:pt x="856" y="1443"/>
                    <a:pt x="733" y="1404"/>
                    <a:pt x="633" y="1332"/>
                  </a:cubicBezTo>
                  <a:cubicBezTo>
                    <a:pt x="499" y="1235"/>
                    <a:pt x="384" y="1101"/>
                    <a:pt x="305" y="967"/>
                  </a:cubicBezTo>
                  <a:cubicBezTo>
                    <a:pt x="171" y="694"/>
                    <a:pt x="134" y="463"/>
                    <a:pt x="116" y="408"/>
                  </a:cubicBezTo>
                  <a:cubicBezTo>
                    <a:pt x="146" y="408"/>
                    <a:pt x="269" y="424"/>
                    <a:pt x="461" y="424"/>
                  </a:cubicBezTo>
                  <a:cubicBezTo>
                    <a:pt x="622" y="424"/>
                    <a:pt x="831" y="413"/>
                    <a:pt x="1077" y="371"/>
                  </a:cubicBezTo>
                  <a:cubicBezTo>
                    <a:pt x="1618" y="274"/>
                    <a:pt x="1964" y="140"/>
                    <a:pt x="2020" y="116"/>
                  </a:cubicBezTo>
                  <a:close/>
                  <a:moveTo>
                    <a:pt x="2020" y="1"/>
                  </a:moveTo>
                  <a:cubicBezTo>
                    <a:pt x="1983" y="24"/>
                    <a:pt x="1599" y="158"/>
                    <a:pt x="1059" y="274"/>
                  </a:cubicBezTo>
                  <a:cubicBezTo>
                    <a:pt x="800" y="317"/>
                    <a:pt x="573" y="329"/>
                    <a:pt x="400" y="329"/>
                  </a:cubicBezTo>
                  <a:cubicBezTo>
                    <a:pt x="186" y="329"/>
                    <a:pt x="56" y="311"/>
                    <a:pt x="56" y="311"/>
                  </a:cubicBezTo>
                  <a:lnTo>
                    <a:pt x="0" y="311"/>
                  </a:lnTo>
                  <a:lnTo>
                    <a:pt x="0" y="371"/>
                  </a:lnTo>
                  <a:cubicBezTo>
                    <a:pt x="0" y="371"/>
                    <a:pt x="56" y="694"/>
                    <a:pt x="231" y="1004"/>
                  </a:cubicBezTo>
                  <a:cubicBezTo>
                    <a:pt x="305" y="1156"/>
                    <a:pt x="421" y="1313"/>
                    <a:pt x="578" y="1410"/>
                  </a:cubicBezTo>
                  <a:cubicBezTo>
                    <a:pt x="699" y="1502"/>
                    <a:pt x="857" y="1556"/>
                    <a:pt x="1042" y="1556"/>
                  </a:cubicBezTo>
                  <a:cubicBezTo>
                    <a:pt x="1091" y="1556"/>
                    <a:pt x="1141" y="1552"/>
                    <a:pt x="1193" y="1544"/>
                  </a:cubicBezTo>
                  <a:cubicBezTo>
                    <a:pt x="1673" y="1466"/>
                    <a:pt x="1923" y="1198"/>
                    <a:pt x="2038" y="948"/>
                  </a:cubicBezTo>
                  <a:cubicBezTo>
                    <a:pt x="2135" y="694"/>
                    <a:pt x="2135" y="426"/>
                    <a:pt x="2135" y="348"/>
                  </a:cubicBezTo>
                  <a:cubicBezTo>
                    <a:pt x="2135" y="195"/>
                    <a:pt x="2117" y="43"/>
                    <a:pt x="2117" y="43"/>
                  </a:cubicBezTo>
                  <a:lnTo>
                    <a:pt x="2080" y="80"/>
                  </a:lnTo>
                  <a:lnTo>
                    <a:pt x="2080" y="1"/>
                  </a:ln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9" name="Google Shape;4209;p64"/>
            <p:cNvSpPr/>
            <p:nvPr/>
          </p:nvSpPr>
          <p:spPr>
            <a:xfrm>
              <a:off x="1794822" y="2948716"/>
              <a:ext cx="104922" cy="34501"/>
            </a:xfrm>
            <a:custGeom>
              <a:avLst/>
              <a:gdLst/>
              <a:ahLst/>
              <a:cxnLst/>
              <a:rect l="l" t="t" r="r" b="b"/>
              <a:pathLst>
                <a:path w="1849" h="608" extrusionOk="0">
                  <a:moveTo>
                    <a:pt x="1849" y="0"/>
                  </a:moveTo>
                  <a:cubicBezTo>
                    <a:pt x="1715" y="55"/>
                    <a:pt x="1350" y="171"/>
                    <a:pt x="888" y="250"/>
                  </a:cubicBezTo>
                  <a:cubicBezTo>
                    <a:pt x="629" y="302"/>
                    <a:pt x="396" y="320"/>
                    <a:pt x="218" y="320"/>
                  </a:cubicBezTo>
                  <a:cubicBezTo>
                    <a:pt x="131" y="320"/>
                    <a:pt x="58" y="316"/>
                    <a:pt x="0" y="310"/>
                  </a:cubicBezTo>
                  <a:lnTo>
                    <a:pt x="0" y="310"/>
                  </a:lnTo>
                  <a:cubicBezTo>
                    <a:pt x="53" y="443"/>
                    <a:pt x="116" y="607"/>
                    <a:pt x="425" y="607"/>
                  </a:cubicBezTo>
                  <a:cubicBezTo>
                    <a:pt x="471" y="607"/>
                    <a:pt x="521" y="604"/>
                    <a:pt x="578" y="596"/>
                  </a:cubicBezTo>
                  <a:cubicBezTo>
                    <a:pt x="1040" y="541"/>
                    <a:pt x="1752" y="287"/>
                    <a:pt x="1812" y="194"/>
                  </a:cubicBezTo>
                  <a:cubicBezTo>
                    <a:pt x="1849" y="153"/>
                    <a:pt x="1849" y="79"/>
                    <a:pt x="18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0" name="Google Shape;4210;p64"/>
            <p:cNvSpPr/>
            <p:nvPr/>
          </p:nvSpPr>
          <p:spPr>
            <a:xfrm>
              <a:off x="1790623" y="2946617"/>
              <a:ext cx="112525" cy="38984"/>
            </a:xfrm>
            <a:custGeom>
              <a:avLst/>
              <a:gdLst/>
              <a:ahLst/>
              <a:cxnLst/>
              <a:rect l="l" t="t" r="r" b="b"/>
              <a:pathLst>
                <a:path w="1983" h="687" extrusionOk="0">
                  <a:moveTo>
                    <a:pt x="1867" y="116"/>
                  </a:moveTo>
                  <a:cubicBezTo>
                    <a:pt x="1867" y="153"/>
                    <a:pt x="1867" y="190"/>
                    <a:pt x="1849" y="208"/>
                  </a:cubicBezTo>
                  <a:cubicBezTo>
                    <a:pt x="1849" y="208"/>
                    <a:pt x="1849" y="231"/>
                    <a:pt x="1807" y="231"/>
                  </a:cubicBezTo>
                  <a:cubicBezTo>
                    <a:pt x="1789" y="250"/>
                    <a:pt x="1752" y="268"/>
                    <a:pt x="1710" y="287"/>
                  </a:cubicBezTo>
                  <a:cubicBezTo>
                    <a:pt x="1636" y="324"/>
                    <a:pt x="1521" y="365"/>
                    <a:pt x="1405" y="402"/>
                  </a:cubicBezTo>
                  <a:cubicBezTo>
                    <a:pt x="1156" y="481"/>
                    <a:pt x="865" y="555"/>
                    <a:pt x="652" y="578"/>
                  </a:cubicBezTo>
                  <a:cubicBezTo>
                    <a:pt x="588" y="588"/>
                    <a:pt x="533" y="592"/>
                    <a:pt x="486" y="592"/>
                  </a:cubicBezTo>
                  <a:cubicBezTo>
                    <a:pt x="362" y="592"/>
                    <a:pt x="290" y="561"/>
                    <a:pt x="250" y="518"/>
                  </a:cubicBezTo>
                  <a:cubicBezTo>
                    <a:pt x="190" y="481"/>
                    <a:pt x="190" y="439"/>
                    <a:pt x="171" y="402"/>
                  </a:cubicBezTo>
                  <a:cubicBezTo>
                    <a:pt x="347" y="402"/>
                    <a:pt x="615" y="402"/>
                    <a:pt x="980" y="347"/>
                  </a:cubicBezTo>
                  <a:cubicBezTo>
                    <a:pt x="1405" y="268"/>
                    <a:pt x="1710" y="153"/>
                    <a:pt x="1867" y="116"/>
                  </a:cubicBezTo>
                  <a:close/>
                  <a:moveTo>
                    <a:pt x="1904" y="0"/>
                  </a:moveTo>
                  <a:cubicBezTo>
                    <a:pt x="1770" y="37"/>
                    <a:pt x="1405" y="153"/>
                    <a:pt x="962" y="250"/>
                  </a:cubicBezTo>
                  <a:cubicBezTo>
                    <a:pt x="555" y="305"/>
                    <a:pt x="250" y="305"/>
                    <a:pt x="74" y="305"/>
                  </a:cubicBezTo>
                  <a:lnTo>
                    <a:pt x="0" y="287"/>
                  </a:lnTo>
                  <a:lnTo>
                    <a:pt x="0" y="287"/>
                  </a:lnTo>
                  <a:lnTo>
                    <a:pt x="37" y="365"/>
                  </a:lnTo>
                  <a:cubicBezTo>
                    <a:pt x="56" y="439"/>
                    <a:pt x="93" y="536"/>
                    <a:pt x="190" y="596"/>
                  </a:cubicBezTo>
                  <a:cubicBezTo>
                    <a:pt x="260" y="650"/>
                    <a:pt x="351" y="687"/>
                    <a:pt x="483" y="687"/>
                  </a:cubicBezTo>
                  <a:cubicBezTo>
                    <a:pt x="533" y="687"/>
                    <a:pt x="589" y="681"/>
                    <a:pt x="652" y="670"/>
                  </a:cubicBezTo>
                  <a:cubicBezTo>
                    <a:pt x="883" y="652"/>
                    <a:pt x="1193" y="578"/>
                    <a:pt x="1442" y="499"/>
                  </a:cubicBezTo>
                  <a:cubicBezTo>
                    <a:pt x="1558" y="462"/>
                    <a:pt x="1673" y="402"/>
                    <a:pt x="1752" y="384"/>
                  </a:cubicBezTo>
                  <a:cubicBezTo>
                    <a:pt x="1789" y="365"/>
                    <a:pt x="1826" y="347"/>
                    <a:pt x="1867" y="324"/>
                  </a:cubicBezTo>
                  <a:lnTo>
                    <a:pt x="1923" y="268"/>
                  </a:lnTo>
                  <a:cubicBezTo>
                    <a:pt x="1983" y="208"/>
                    <a:pt x="1983" y="116"/>
                    <a:pt x="1964" y="37"/>
                  </a:cubicBezTo>
                  <a:lnTo>
                    <a:pt x="1964" y="0"/>
                  </a:ln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1" name="Google Shape;4211;p64"/>
            <p:cNvSpPr/>
            <p:nvPr/>
          </p:nvSpPr>
          <p:spPr>
            <a:xfrm>
              <a:off x="1812357" y="2990765"/>
              <a:ext cx="83188" cy="39665"/>
            </a:xfrm>
            <a:custGeom>
              <a:avLst/>
              <a:gdLst/>
              <a:ahLst/>
              <a:cxnLst/>
              <a:rect l="l" t="t" r="r" b="b"/>
              <a:pathLst>
                <a:path w="1466" h="699" extrusionOk="0">
                  <a:moveTo>
                    <a:pt x="905" y="0"/>
                  </a:moveTo>
                  <a:cubicBezTo>
                    <a:pt x="806" y="0"/>
                    <a:pt x="691" y="19"/>
                    <a:pt x="579" y="49"/>
                  </a:cubicBezTo>
                  <a:cubicBezTo>
                    <a:pt x="269" y="146"/>
                    <a:pt x="98" y="317"/>
                    <a:pt x="1" y="470"/>
                  </a:cubicBezTo>
                  <a:cubicBezTo>
                    <a:pt x="125" y="598"/>
                    <a:pt x="302" y="698"/>
                    <a:pt x="531" y="698"/>
                  </a:cubicBezTo>
                  <a:cubicBezTo>
                    <a:pt x="583" y="698"/>
                    <a:pt x="637" y="693"/>
                    <a:pt x="694" y="682"/>
                  </a:cubicBezTo>
                  <a:cubicBezTo>
                    <a:pt x="1119" y="627"/>
                    <a:pt x="1327" y="433"/>
                    <a:pt x="1466" y="220"/>
                  </a:cubicBezTo>
                  <a:cubicBezTo>
                    <a:pt x="1369" y="146"/>
                    <a:pt x="1212" y="49"/>
                    <a:pt x="1004" y="8"/>
                  </a:cubicBezTo>
                  <a:cubicBezTo>
                    <a:pt x="973" y="3"/>
                    <a:pt x="940" y="0"/>
                    <a:pt x="905" y="0"/>
                  </a:cubicBezTo>
                  <a:close/>
                </a:path>
              </a:pathLst>
            </a:custGeom>
            <a:solidFill>
              <a:srgbClr val="FFB2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2" name="Google Shape;4212;p64"/>
            <p:cNvSpPr/>
            <p:nvPr/>
          </p:nvSpPr>
          <p:spPr>
            <a:xfrm>
              <a:off x="1807931" y="2988439"/>
              <a:ext cx="90792" cy="44885"/>
            </a:xfrm>
            <a:custGeom>
              <a:avLst/>
              <a:gdLst/>
              <a:ahLst/>
              <a:cxnLst/>
              <a:rect l="l" t="t" r="r" b="b"/>
              <a:pathLst>
                <a:path w="1600" h="791" extrusionOk="0">
                  <a:moveTo>
                    <a:pt x="946" y="98"/>
                  </a:moveTo>
                  <a:cubicBezTo>
                    <a:pt x="994" y="98"/>
                    <a:pt x="1039" y="102"/>
                    <a:pt x="1082" y="109"/>
                  </a:cubicBezTo>
                  <a:cubicBezTo>
                    <a:pt x="1253" y="127"/>
                    <a:pt x="1368" y="206"/>
                    <a:pt x="1447" y="280"/>
                  </a:cubicBezTo>
                  <a:cubicBezTo>
                    <a:pt x="1331" y="455"/>
                    <a:pt x="1137" y="608"/>
                    <a:pt x="772" y="668"/>
                  </a:cubicBezTo>
                  <a:cubicBezTo>
                    <a:pt x="719" y="679"/>
                    <a:pt x="670" y="684"/>
                    <a:pt x="622" y="684"/>
                  </a:cubicBezTo>
                  <a:cubicBezTo>
                    <a:pt x="429" y="684"/>
                    <a:pt x="280" y="600"/>
                    <a:pt x="158" y="492"/>
                  </a:cubicBezTo>
                  <a:cubicBezTo>
                    <a:pt x="250" y="377"/>
                    <a:pt x="407" y="224"/>
                    <a:pt x="675" y="146"/>
                  </a:cubicBezTo>
                  <a:cubicBezTo>
                    <a:pt x="772" y="110"/>
                    <a:pt x="863" y="98"/>
                    <a:pt x="946" y="98"/>
                  </a:cubicBezTo>
                  <a:close/>
                  <a:moveTo>
                    <a:pt x="929" y="1"/>
                  </a:moveTo>
                  <a:cubicBezTo>
                    <a:pt x="840" y="1"/>
                    <a:pt x="746" y="13"/>
                    <a:pt x="638" y="49"/>
                  </a:cubicBezTo>
                  <a:cubicBezTo>
                    <a:pt x="328" y="146"/>
                    <a:pt x="134" y="321"/>
                    <a:pt x="42" y="474"/>
                  </a:cubicBezTo>
                  <a:lnTo>
                    <a:pt x="0" y="511"/>
                  </a:lnTo>
                  <a:lnTo>
                    <a:pt x="42" y="534"/>
                  </a:lnTo>
                  <a:cubicBezTo>
                    <a:pt x="191" y="683"/>
                    <a:pt x="401" y="790"/>
                    <a:pt x="670" y="790"/>
                  </a:cubicBezTo>
                  <a:cubicBezTo>
                    <a:pt x="709" y="790"/>
                    <a:pt x="749" y="788"/>
                    <a:pt x="791" y="783"/>
                  </a:cubicBezTo>
                  <a:cubicBezTo>
                    <a:pt x="1216" y="705"/>
                    <a:pt x="1447" y="511"/>
                    <a:pt x="1581" y="280"/>
                  </a:cubicBezTo>
                  <a:lnTo>
                    <a:pt x="1599" y="243"/>
                  </a:lnTo>
                  <a:lnTo>
                    <a:pt x="1562" y="224"/>
                  </a:lnTo>
                  <a:cubicBezTo>
                    <a:pt x="1465" y="127"/>
                    <a:pt x="1313" y="30"/>
                    <a:pt x="1082" y="12"/>
                  </a:cubicBezTo>
                  <a:cubicBezTo>
                    <a:pt x="1031" y="5"/>
                    <a:pt x="981" y="1"/>
                    <a:pt x="929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3" name="Google Shape;4213;p64"/>
            <p:cNvSpPr/>
            <p:nvPr/>
          </p:nvSpPr>
          <p:spPr>
            <a:xfrm>
              <a:off x="1878977" y="2806511"/>
              <a:ext cx="82110" cy="28713"/>
            </a:xfrm>
            <a:custGeom>
              <a:avLst/>
              <a:gdLst/>
              <a:ahLst/>
              <a:cxnLst/>
              <a:rect l="l" t="t" r="r" b="b"/>
              <a:pathLst>
                <a:path w="1447" h="506" extrusionOk="0">
                  <a:moveTo>
                    <a:pt x="846" y="1"/>
                  </a:moveTo>
                  <a:cubicBezTo>
                    <a:pt x="834" y="1"/>
                    <a:pt x="822" y="1"/>
                    <a:pt x="809" y="2"/>
                  </a:cubicBezTo>
                  <a:cubicBezTo>
                    <a:pt x="463" y="20"/>
                    <a:pt x="135" y="117"/>
                    <a:pt x="79" y="251"/>
                  </a:cubicBezTo>
                  <a:cubicBezTo>
                    <a:pt x="1" y="408"/>
                    <a:pt x="61" y="482"/>
                    <a:pt x="135" y="505"/>
                  </a:cubicBezTo>
                  <a:cubicBezTo>
                    <a:pt x="195" y="505"/>
                    <a:pt x="366" y="233"/>
                    <a:pt x="638" y="214"/>
                  </a:cubicBezTo>
                  <a:cubicBezTo>
                    <a:pt x="650" y="213"/>
                    <a:pt x="662" y="213"/>
                    <a:pt x="674" y="213"/>
                  </a:cubicBezTo>
                  <a:cubicBezTo>
                    <a:pt x="949" y="213"/>
                    <a:pt x="1220" y="408"/>
                    <a:pt x="1308" y="408"/>
                  </a:cubicBezTo>
                  <a:cubicBezTo>
                    <a:pt x="1318" y="410"/>
                    <a:pt x="1326" y="412"/>
                    <a:pt x="1334" y="412"/>
                  </a:cubicBezTo>
                  <a:cubicBezTo>
                    <a:pt x="1395" y="412"/>
                    <a:pt x="1426" y="351"/>
                    <a:pt x="1447" y="233"/>
                  </a:cubicBezTo>
                  <a:cubicBezTo>
                    <a:pt x="1447" y="233"/>
                    <a:pt x="1176" y="1"/>
                    <a:pt x="846" y="1"/>
                  </a:cubicBezTo>
                  <a:close/>
                </a:path>
              </a:pathLst>
            </a:custGeom>
            <a:solidFill>
              <a:srgbClr val="00A6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4" name="Google Shape;4214;p64"/>
            <p:cNvSpPr/>
            <p:nvPr/>
          </p:nvSpPr>
          <p:spPr>
            <a:xfrm>
              <a:off x="1877955" y="2803390"/>
              <a:ext cx="85231" cy="33934"/>
            </a:xfrm>
            <a:custGeom>
              <a:avLst/>
              <a:gdLst/>
              <a:ahLst/>
              <a:cxnLst/>
              <a:rect l="l" t="t" r="r" b="b"/>
              <a:pathLst>
                <a:path w="1502" h="598" extrusionOk="0">
                  <a:moveTo>
                    <a:pt x="827" y="98"/>
                  </a:moveTo>
                  <a:cubicBezTo>
                    <a:pt x="1118" y="98"/>
                    <a:pt x="1368" y="288"/>
                    <a:pt x="1405" y="306"/>
                  </a:cubicBezTo>
                  <a:cubicBezTo>
                    <a:pt x="1386" y="348"/>
                    <a:pt x="1386" y="385"/>
                    <a:pt x="1368" y="403"/>
                  </a:cubicBezTo>
                  <a:cubicBezTo>
                    <a:pt x="1368" y="422"/>
                    <a:pt x="1368" y="422"/>
                    <a:pt x="1326" y="422"/>
                  </a:cubicBezTo>
                  <a:cubicBezTo>
                    <a:pt x="1326" y="422"/>
                    <a:pt x="1289" y="403"/>
                    <a:pt x="1234" y="385"/>
                  </a:cubicBezTo>
                  <a:cubicBezTo>
                    <a:pt x="1192" y="366"/>
                    <a:pt x="1137" y="348"/>
                    <a:pt x="1077" y="306"/>
                  </a:cubicBezTo>
                  <a:cubicBezTo>
                    <a:pt x="977" y="274"/>
                    <a:pt x="850" y="229"/>
                    <a:pt x="719" y="229"/>
                  </a:cubicBezTo>
                  <a:cubicBezTo>
                    <a:pt x="698" y="229"/>
                    <a:pt x="677" y="230"/>
                    <a:pt x="656" y="232"/>
                  </a:cubicBezTo>
                  <a:cubicBezTo>
                    <a:pt x="499" y="232"/>
                    <a:pt x="384" y="306"/>
                    <a:pt x="287" y="385"/>
                  </a:cubicBezTo>
                  <a:cubicBezTo>
                    <a:pt x="250" y="422"/>
                    <a:pt x="213" y="463"/>
                    <a:pt x="194" y="482"/>
                  </a:cubicBezTo>
                  <a:cubicBezTo>
                    <a:pt x="171" y="482"/>
                    <a:pt x="153" y="500"/>
                    <a:pt x="153" y="500"/>
                  </a:cubicBezTo>
                  <a:cubicBezTo>
                    <a:pt x="134" y="500"/>
                    <a:pt x="116" y="500"/>
                    <a:pt x="116" y="463"/>
                  </a:cubicBezTo>
                  <a:cubicBezTo>
                    <a:pt x="116" y="445"/>
                    <a:pt x="116" y="403"/>
                    <a:pt x="134" y="348"/>
                  </a:cubicBezTo>
                  <a:cubicBezTo>
                    <a:pt x="153" y="288"/>
                    <a:pt x="250" y="232"/>
                    <a:pt x="365" y="191"/>
                  </a:cubicBezTo>
                  <a:cubicBezTo>
                    <a:pt x="499" y="135"/>
                    <a:pt x="656" y="117"/>
                    <a:pt x="827" y="98"/>
                  </a:cubicBezTo>
                  <a:close/>
                  <a:moveTo>
                    <a:pt x="863" y="0"/>
                  </a:moveTo>
                  <a:cubicBezTo>
                    <a:pt x="851" y="0"/>
                    <a:pt x="839" y="1"/>
                    <a:pt x="827" y="1"/>
                  </a:cubicBezTo>
                  <a:cubicBezTo>
                    <a:pt x="633" y="20"/>
                    <a:pt x="462" y="38"/>
                    <a:pt x="328" y="98"/>
                  </a:cubicBezTo>
                  <a:cubicBezTo>
                    <a:pt x="194" y="135"/>
                    <a:pt x="97" y="214"/>
                    <a:pt x="37" y="288"/>
                  </a:cubicBezTo>
                  <a:cubicBezTo>
                    <a:pt x="0" y="366"/>
                    <a:pt x="0" y="445"/>
                    <a:pt x="19" y="500"/>
                  </a:cubicBezTo>
                  <a:cubicBezTo>
                    <a:pt x="37" y="560"/>
                    <a:pt x="79" y="597"/>
                    <a:pt x="134" y="597"/>
                  </a:cubicBezTo>
                  <a:cubicBezTo>
                    <a:pt x="171" y="597"/>
                    <a:pt x="194" y="597"/>
                    <a:pt x="194" y="579"/>
                  </a:cubicBezTo>
                  <a:cubicBezTo>
                    <a:pt x="213" y="579"/>
                    <a:pt x="231" y="560"/>
                    <a:pt x="250" y="560"/>
                  </a:cubicBezTo>
                  <a:cubicBezTo>
                    <a:pt x="268" y="519"/>
                    <a:pt x="310" y="500"/>
                    <a:pt x="347" y="463"/>
                  </a:cubicBezTo>
                  <a:cubicBezTo>
                    <a:pt x="444" y="403"/>
                    <a:pt x="541" y="329"/>
                    <a:pt x="656" y="329"/>
                  </a:cubicBezTo>
                  <a:cubicBezTo>
                    <a:pt x="677" y="326"/>
                    <a:pt x="698" y="324"/>
                    <a:pt x="718" y="324"/>
                  </a:cubicBezTo>
                  <a:cubicBezTo>
                    <a:pt x="831" y="324"/>
                    <a:pt x="942" y="372"/>
                    <a:pt x="1040" y="403"/>
                  </a:cubicBezTo>
                  <a:cubicBezTo>
                    <a:pt x="1095" y="422"/>
                    <a:pt x="1155" y="463"/>
                    <a:pt x="1192" y="482"/>
                  </a:cubicBezTo>
                  <a:cubicBezTo>
                    <a:pt x="1252" y="500"/>
                    <a:pt x="1271" y="519"/>
                    <a:pt x="1308" y="519"/>
                  </a:cubicBezTo>
                  <a:cubicBezTo>
                    <a:pt x="1319" y="522"/>
                    <a:pt x="1330" y="524"/>
                    <a:pt x="1340" y="524"/>
                  </a:cubicBezTo>
                  <a:cubicBezTo>
                    <a:pt x="1388" y="524"/>
                    <a:pt x="1431" y="493"/>
                    <a:pt x="1465" y="463"/>
                  </a:cubicBezTo>
                  <a:cubicBezTo>
                    <a:pt x="1483" y="422"/>
                    <a:pt x="1502" y="366"/>
                    <a:pt x="1502" y="288"/>
                  </a:cubicBezTo>
                  <a:lnTo>
                    <a:pt x="1502" y="269"/>
                  </a:lnTo>
                  <a:lnTo>
                    <a:pt x="1483" y="251"/>
                  </a:lnTo>
                  <a:cubicBezTo>
                    <a:pt x="1483" y="251"/>
                    <a:pt x="1211" y="0"/>
                    <a:pt x="863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5" name="Google Shape;4215;p64"/>
            <p:cNvSpPr/>
            <p:nvPr/>
          </p:nvSpPr>
          <p:spPr>
            <a:xfrm>
              <a:off x="1690977" y="2826770"/>
              <a:ext cx="81089" cy="31891"/>
            </a:xfrm>
            <a:custGeom>
              <a:avLst/>
              <a:gdLst/>
              <a:ahLst/>
              <a:cxnLst/>
              <a:rect l="l" t="t" r="r" b="b"/>
              <a:pathLst>
                <a:path w="1429" h="562" extrusionOk="0">
                  <a:moveTo>
                    <a:pt x="911" y="0"/>
                  </a:moveTo>
                  <a:cubicBezTo>
                    <a:pt x="802" y="0"/>
                    <a:pt x="682" y="12"/>
                    <a:pt x="560" y="33"/>
                  </a:cubicBezTo>
                  <a:cubicBezTo>
                    <a:pt x="213" y="88"/>
                    <a:pt x="1" y="416"/>
                    <a:pt x="1" y="416"/>
                  </a:cubicBezTo>
                  <a:cubicBezTo>
                    <a:pt x="34" y="508"/>
                    <a:pt x="64" y="562"/>
                    <a:pt x="123" y="562"/>
                  </a:cubicBezTo>
                  <a:cubicBezTo>
                    <a:pt x="139" y="562"/>
                    <a:pt x="156" y="558"/>
                    <a:pt x="176" y="550"/>
                  </a:cubicBezTo>
                  <a:cubicBezTo>
                    <a:pt x="255" y="513"/>
                    <a:pt x="504" y="264"/>
                    <a:pt x="772" y="204"/>
                  </a:cubicBezTo>
                  <a:cubicBezTo>
                    <a:pt x="794" y="201"/>
                    <a:pt x="815" y="199"/>
                    <a:pt x="836" y="199"/>
                  </a:cubicBezTo>
                  <a:cubicBezTo>
                    <a:pt x="1063" y="199"/>
                    <a:pt x="1254" y="358"/>
                    <a:pt x="1321" y="358"/>
                  </a:cubicBezTo>
                  <a:cubicBezTo>
                    <a:pt x="1325" y="358"/>
                    <a:pt x="1328" y="357"/>
                    <a:pt x="1331" y="356"/>
                  </a:cubicBezTo>
                  <a:cubicBezTo>
                    <a:pt x="1410" y="338"/>
                    <a:pt x="1428" y="241"/>
                    <a:pt x="1331" y="125"/>
                  </a:cubicBezTo>
                  <a:cubicBezTo>
                    <a:pt x="1269" y="39"/>
                    <a:pt x="1109" y="0"/>
                    <a:pt x="911" y="0"/>
                  </a:cubicBezTo>
                  <a:close/>
                </a:path>
              </a:pathLst>
            </a:custGeom>
            <a:solidFill>
              <a:srgbClr val="00A6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6" name="Google Shape;4216;p64"/>
            <p:cNvSpPr/>
            <p:nvPr/>
          </p:nvSpPr>
          <p:spPr>
            <a:xfrm>
              <a:off x="1686778" y="2823762"/>
              <a:ext cx="86309" cy="38076"/>
            </a:xfrm>
            <a:custGeom>
              <a:avLst/>
              <a:gdLst/>
              <a:ahLst/>
              <a:cxnLst/>
              <a:rect l="l" t="t" r="r" b="b"/>
              <a:pathLst>
                <a:path w="1521" h="671" extrusionOk="0">
                  <a:moveTo>
                    <a:pt x="1096" y="104"/>
                  </a:moveTo>
                  <a:cubicBezTo>
                    <a:pt x="1230" y="123"/>
                    <a:pt x="1327" y="160"/>
                    <a:pt x="1368" y="201"/>
                  </a:cubicBezTo>
                  <a:cubicBezTo>
                    <a:pt x="1405" y="257"/>
                    <a:pt x="1424" y="294"/>
                    <a:pt x="1424" y="335"/>
                  </a:cubicBezTo>
                  <a:cubicBezTo>
                    <a:pt x="1424" y="354"/>
                    <a:pt x="1405" y="354"/>
                    <a:pt x="1387" y="372"/>
                  </a:cubicBezTo>
                  <a:cubicBezTo>
                    <a:pt x="1387" y="372"/>
                    <a:pt x="1368" y="354"/>
                    <a:pt x="1345" y="354"/>
                  </a:cubicBezTo>
                  <a:cubicBezTo>
                    <a:pt x="1327" y="335"/>
                    <a:pt x="1271" y="317"/>
                    <a:pt x="1230" y="294"/>
                  </a:cubicBezTo>
                  <a:cubicBezTo>
                    <a:pt x="1135" y="248"/>
                    <a:pt x="1027" y="215"/>
                    <a:pt x="917" y="215"/>
                  </a:cubicBezTo>
                  <a:cubicBezTo>
                    <a:pt x="894" y="215"/>
                    <a:pt x="870" y="217"/>
                    <a:pt x="846" y="220"/>
                  </a:cubicBezTo>
                  <a:cubicBezTo>
                    <a:pt x="694" y="238"/>
                    <a:pt x="560" y="317"/>
                    <a:pt x="444" y="391"/>
                  </a:cubicBezTo>
                  <a:cubicBezTo>
                    <a:pt x="384" y="432"/>
                    <a:pt x="347" y="469"/>
                    <a:pt x="306" y="506"/>
                  </a:cubicBezTo>
                  <a:cubicBezTo>
                    <a:pt x="269" y="548"/>
                    <a:pt x="232" y="566"/>
                    <a:pt x="232" y="566"/>
                  </a:cubicBezTo>
                  <a:cubicBezTo>
                    <a:pt x="218" y="573"/>
                    <a:pt x="209" y="575"/>
                    <a:pt x="202" y="575"/>
                  </a:cubicBezTo>
                  <a:cubicBezTo>
                    <a:pt x="188" y="575"/>
                    <a:pt x="184" y="566"/>
                    <a:pt x="172" y="566"/>
                  </a:cubicBezTo>
                  <a:cubicBezTo>
                    <a:pt x="172" y="548"/>
                    <a:pt x="153" y="506"/>
                    <a:pt x="135" y="469"/>
                  </a:cubicBezTo>
                  <a:cubicBezTo>
                    <a:pt x="153" y="432"/>
                    <a:pt x="347" y="201"/>
                    <a:pt x="634" y="141"/>
                  </a:cubicBezTo>
                  <a:cubicBezTo>
                    <a:pt x="809" y="104"/>
                    <a:pt x="980" y="104"/>
                    <a:pt x="1096" y="104"/>
                  </a:cubicBezTo>
                  <a:close/>
                  <a:moveTo>
                    <a:pt x="999" y="0"/>
                  </a:moveTo>
                  <a:cubicBezTo>
                    <a:pt x="887" y="0"/>
                    <a:pt x="757" y="17"/>
                    <a:pt x="615" y="44"/>
                  </a:cubicBezTo>
                  <a:cubicBezTo>
                    <a:pt x="287" y="104"/>
                    <a:pt x="75" y="372"/>
                    <a:pt x="56" y="409"/>
                  </a:cubicBezTo>
                  <a:lnTo>
                    <a:pt x="1" y="409"/>
                  </a:lnTo>
                  <a:lnTo>
                    <a:pt x="19" y="488"/>
                  </a:lnTo>
                  <a:cubicBezTo>
                    <a:pt x="38" y="548"/>
                    <a:pt x="75" y="585"/>
                    <a:pt x="116" y="622"/>
                  </a:cubicBezTo>
                  <a:cubicBezTo>
                    <a:pt x="143" y="652"/>
                    <a:pt x="183" y="671"/>
                    <a:pt x="225" y="671"/>
                  </a:cubicBezTo>
                  <a:cubicBezTo>
                    <a:pt x="239" y="671"/>
                    <a:pt x="254" y="668"/>
                    <a:pt x="269" y="663"/>
                  </a:cubicBezTo>
                  <a:cubicBezTo>
                    <a:pt x="287" y="640"/>
                    <a:pt x="329" y="622"/>
                    <a:pt x="366" y="585"/>
                  </a:cubicBezTo>
                  <a:cubicBezTo>
                    <a:pt x="403" y="548"/>
                    <a:pt x="444" y="506"/>
                    <a:pt x="500" y="488"/>
                  </a:cubicBezTo>
                  <a:cubicBezTo>
                    <a:pt x="597" y="409"/>
                    <a:pt x="731" y="335"/>
                    <a:pt x="846" y="317"/>
                  </a:cubicBezTo>
                  <a:cubicBezTo>
                    <a:pt x="873" y="312"/>
                    <a:pt x="899" y="310"/>
                    <a:pt x="924" y="310"/>
                  </a:cubicBezTo>
                  <a:cubicBezTo>
                    <a:pt x="1025" y="310"/>
                    <a:pt x="1112" y="343"/>
                    <a:pt x="1174" y="372"/>
                  </a:cubicBezTo>
                  <a:cubicBezTo>
                    <a:pt x="1230" y="391"/>
                    <a:pt x="1271" y="432"/>
                    <a:pt x="1308" y="451"/>
                  </a:cubicBezTo>
                  <a:cubicBezTo>
                    <a:pt x="1327" y="451"/>
                    <a:pt x="1345" y="451"/>
                    <a:pt x="1368" y="469"/>
                  </a:cubicBezTo>
                  <a:lnTo>
                    <a:pt x="1424" y="469"/>
                  </a:lnTo>
                  <a:cubicBezTo>
                    <a:pt x="1484" y="451"/>
                    <a:pt x="1521" y="391"/>
                    <a:pt x="1521" y="335"/>
                  </a:cubicBezTo>
                  <a:cubicBezTo>
                    <a:pt x="1521" y="275"/>
                    <a:pt x="1502" y="220"/>
                    <a:pt x="1442" y="141"/>
                  </a:cubicBezTo>
                  <a:cubicBezTo>
                    <a:pt x="1387" y="63"/>
                    <a:pt x="1271" y="26"/>
                    <a:pt x="1114" y="7"/>
                  </a:cubicBezTo>
                  <a:cubicBezTo>
                    <a:pt x="1078" y="2"/>
                    <a:pt x="1040" y="0"/>
                    <a:pt x="999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5" name="Slide Zoom 4">
                <a:extLst>
                  <a:ext uri="{FF2B5EF4-FFF2-40B4-BE49-F238E27FC236}">
                    <a16:creationId xmlns:a16="http://schemas.microsoft.com/office/drawing/2014/main" id="{9B6F3AF2-BFD0-FDF3-D713-FBB45C20A2C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223471591"/>
                  </p:ext>
                </p:extLst>
              </p:nvPr>
            </p:nvGraphicFramePr>
            <p:xfrm>
              <a:off x="6407834" y="3066758"/>
              <a:ext cx="1680095" cy="1041008"/>
            </p:xfrm>
            <a:graphic>
              <a:graphicData uri="http://schemas.microsoft.com/office/powerpoint/2016/slidezoom">
                <pslz:sldZm>
                  <pslz:sldZmObj sldId="322" cId="2941054922">
                    <pslz:zmPr id="{0F97C139-C7E9-4571-9725-0A4EA56B8DEB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680095" cy="1041008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5" name="Slide Zoom 4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9B6F3AF2-BFD0-FDF3-D713-FBB45C20A2C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407834" y="3066758"/>
                <a:ext cx="1680095" cy="1041008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8">
          <a:extLst>
            <a:ext uri="{FF2B5EF4-FFF2-40B4-BE49-F238E27FC236}">
              <a16:creationId xmlns:a16="http://schemas.microsoft.com/office/drawing/2014/main" id="{967ABC24-4881-97DB-3039-1ADA1B89C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35">
            <a:extLst>
              <a:ext uri="{FF2B5EF4-FFF2-40B4-BE49-F238E27FC236}">
                <a16:creationId xmlns:a16="http://schemas.microsoft.com/office/drawing/2014/main" id="{BC9AF49B-3C0C-E849-A5F4-99589C957E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Contributers</a:t>
            </a:r>
            <a:endParaRPr dirty="0"/>
          </a:p>
        </p:txBody>
      </p:sp>
      <p:sp>
        <p:nvSpPr>
          <p:cNvPr id="744" name="Google Shape;744;p35">
            <a:extLst>
              <a:ext uri="{FF2B5EF4-FFF2-40B4-BE49-F238E27FC236}">
                <a16:creationId xmlns:a16="http://schemas.microsoft.com/office/drawing/2014/main" id="{D4C952AB-B15A-C961-EBF8-278F68D485B7}"/>
              </a:ext>
            </a:extLst>
          </p:cNvPr>
          <p:cNvSpPr txBox="1">
            <a:spLocks noGrp="1"/>
          </p:cNvSpPr>
          <p:nvPr>
            <p:ph type="title" idx="5"/>
          </p:nvPr>
        </p:nvSpPr>
        <p:spPr>
          <a:xfrm>
            <a:off x="1276775" y="1429475"/>
            <a:ext cx="954600" cy="47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748" name="Google Shape;748;p35">
            <a:extLst>
              <a:ext uri="{FF2B5EF4-FFF2-40B4-BE49-F238E27FC236}">
                <a16:creationId xmlns:a16="http://schemas.microsoft.com/office/drawing/2014/main" id="{596B8DB1-A29B-68C0-4055-29CA1A25FBEC}"/>
              </a:ext>
            </a:extLst>
          </p:cNvPr>
          <p:cNvSpPr txBox="1">
            <a:spLocks noGrp="1"/>
          </p:cNvSpPr>
          <p:nvPr>
            <p:ph type="subTitle" idx="9"/>
          </p:nvPr>
        </p:nvSpPr>
        <p:spPr>
          <a:xfrm>
            <a:off x="1276775" y="1900175"/>
            <a:ext cx="3144000" cy="44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Nikhil S.K. Srivastava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044528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4" grpId="0"/>
      <p:bldP spid="748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8">
          <a:extLst>
            <a:ext uri="{FF2B5EF4-FFF2-40B4-BE49-F238E27FC236}">
              <a16:creationId xmlns:a16="http://schemas.microsoft.com/office/drawing/2014/main" id="{F4ACA500-2B2B-07D2-3F17-C59F40594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35">
            <a:extLst>
              <a:ext uri="{FF2B5EF4-FFF2-40B4-BE49-F238E27FC236}">
                <a16:creationId xmlns:a16="http://schemas.microsoft.com/office/drawing/2014/main" id="{DD856400-3890-0FE7-1244-FBDDE0D397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Contributers</a:t>
            </a:r>
            <a:endParaRPr dirty="0"/>
          </a:p>
        </p:txBody>
      </p:sp>
      <p:sp>
        <p:nvSpPr>
          <p:cNvPr id="744" name="Google Shape;744;p35">
            <a:extLst>
              <a:ext uri="{FF2B5EF4-FFF2-40B4-BE49-F238E27FC236}">
                <a16:creationId xmlns:a16="http://schemas.microsoft.com/office/drawing/2014/main" id="{0E65CB4D-FAA7-3A16-83AC-AA58E8279C1E}"/>
              </a:ext>
            </a:extLst>
          </p:cNvPr>
          <p:cNvSpPr txBox="1">
            <a:spLocks noGrp="1"/>
          </p:cNvSpPr>
          <p:nvPr>
            <p:ph type="title" idx="5"/>
          </p:nvPr>
        </p:nvSpPr>
        <p:spPr>
          <a:xfrm>
            <a:off x="1276775" y="1429475"/>
            <a:ext cx="954600" cy="47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745" name="Google Shape;745;p35">
            <a:extLst>
              <a:ext uri="{FF2B5EF4-FFF2-40B4-BE49-F238E27FC236}">
                <a16:creationId xmlns:a16="http://schemas.microsoft.com/office/drawing/2014/main" id="{D261BB58-B234-4495-3FB8-1A6E9B4EC0E0}"/>
              </a:ext>
            </a:extLst>
          </p:cNvPr>
          <p:cNvSpPr txBox="1">
            <a:spLocks noGrp="1"/>
          </p:cNvSpPr>
          <p:nvPr>
            <p:ph type="title" idx="7"/>
          </p:nvPr>
        </p:nvSpPr>
        <p:spPr>
          <a:xfrm>
            <a:off x="4947925" y="1429475"/>
            <a:ext cx="954600" cy="47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748" name="Google Shape;748;p35">
            <a:extLst>
              <a:ext uri="{FF2B5EF4-FFF2-40B4-BE49-F238E27FC236}">
                <a16:creationId xmlns:a16="http://schemas.microsoft.com/office/drawing/2014/main" id="{A7AAD78A-4D90-615F-8AF9-3C3BB9611A4B}"/>
              </a:ext>
            </a:extLst>
          </p:cNvPr>
          <p:cNvSpPr txBox="1">
            <a:spLocks noGrp="1"/>
          </p:cNvSpPr>
          <p:nvPr>
            <p:ph type="subTitle" idx="9"/>
          </p:nvPr>
        </p:nvSpPr>
        <p:spPr>
          <a:xfrm>
            <a:off x="1276775" y="1900175"/>
            <a:ext cx="3144000" cy="44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Nikhil S.K. Srivastava</a:t>
            </a:r>
            <a:endParaRPr dirty="0"/>
          </a:p>
        </p:txBody>
      </p:sp>
      <p:sp>
        <p:nvSpPr>
          <p:cNvPr id="749" name="Google Shape;749;p35">
            <a:extLst>
              <a:ext uri="{FF2B5EF4-FFF2-40B4-BE49-F238E27FC236}">
                <a16:creationId xmlns:a16="http://schemas.microsoft.com/office/drawing/2014/main" id="{E989DAE0-CE58-EFC4-2C28-23F3A140D5C6}"/>
              </a:ext>
            </a:extLst>
          </p:cNvPr>
          <p:cNvSpPr txBox="1">
            <a:spLocks noGrp="1"/>
          </p:cNvSpPr>
          <p:nvPr>
            <p:ph type="subTitle" idx="13"/>
          </p:nvPr>
        </p:nvSpPr>
        <p:spPr>
          <a:xfrm>
            <a:off x="4947926" y="1900175"/>
            <a:ext cx="3144000" cy="44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Satkar Singh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22369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5" grpId="0"/>
      <p:bldP spid="749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8">
          <a:extLst>
            <a:ext uri="{FF2B5EF4-FFF2-40B4-BE49-F238E27FC236}">
              <a16:creationId xmlns:a16="http://schemas.microsoft.com/office/drawing/2014/main" id="{6A989A34-15EC-B511-58C1-0C11FA279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35">
            <a:extLst>
              <a:ext uri="{FF2B5EF4-FFF2-40B4-BE49-F238E27FC236}">
                <a16:creationId xmlns:a16="http://schemas.microsoft.com/office/drawing/2014/main" id="{682C90CF-2BC1-1680-3273-E6A15AAD09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Contributers</a:t>
            </a:r>
            <a:endParaRPr dirty="0"/>
          </a:p>
        </p:txBody>
      </p:sp>
      <p:sp>
        <p:nvSpPr>
          <p:cNvPr id="744" name="Google Shape;744;p35">
            <a:extLst>
              <a:ext uri="{FF2B5EF4-FFF2-40B4-BE49-F238E27FC236}">
                <a16:creationId xmlns:a16="http://schemas.microsoft.com/office/drawing/2014/main" id="{B2A4BF9D-203A-397B-075B-C665D232C365}"/>
              </a:ext>
            </a:extLst>
          </p:cNvPr>
          <p:cNvSpPr txBox="1">
            <a:spLocks noGrp="1"/>
          </p:cNvSpPr>
          <p:nvPr>
            <p:ph type="title" idx="5"/>
          </p:nvPr>
        </p:nvSpPr>
        <p:spPr>
          <a:xfrm>
            <a:off x="1276775" y="1429475"/>
            <a:ext cx="954600" cy="47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745" name="Google Shape;745;p35">
            <a:extLst>
              <a:ext uri="{FF2B5EF4-FFF2-40B4-BE49-F238E27FC236}">
                <a16:creationId xmlns:a16="http://schemas.microsoft.com/office/drawing/2014/main" id="{FBE04FA2-2D54-376C-92DF-69751521F14F}"/>
              </a:ext>
            </a:extLst>
          </p:cNvPr>
          <p:cNvSpPr txBox="1">
            <a:spLocks noGrp="1"/>
          </p:cNvSpPr>
          <p:nvPr>
            <p:ph type="title" idx="7"/>
          </p:nvPr>
        </p:nvSpPr>
        <p:spPr>
          <a:xfrm>
            <a:off x="4947925" y="1429475"/>
            <a:ext cx="954600" cy="47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747" name="Google Shape;747;p35">
            <a:extLst>
              <a:ext uri="{FF2B5EF4-FFF2-40B4-BE49-F238E27FC236}">
                <a16:creationId xmlns:a16="http://schemas.microsoft.com/office/drawing/2014/main" id="{F6242334-89D1-9C4E-92A0-5ECC440E1A1B}"/>
              </a:ext>
            </a:extLst>
          </p:cNvPr>
          <p:cNvSpPr txBox="1">
            <a:spLocks noGrp="1"/>
          </p:cNvSpPr>
          <p:nvPr>
            <p:ph type="title" idx="6"/>
          </p:nvPr>
        </p:nvSpPr>
        <p:spPr>
          <a:xfrm>
            <a:off x="1276775" y="3125724"/>
            <a:ext cx="954600" cy="47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748" name="Google Shape;748;p35">
            <a:extLst>
              <a:ext uri="{FF2B5EF4-FFF2-40B4-BE49-F238E27FC236}">
                <a16:creationId xmlns:a16="http://schemas.microsoft.com/office/drawing/2014/main" id="{1D39589A-4844-5512-EDD7-3BE2E7D0E751}"/>
              </a:ext>
            </a:extLst>
          </p:cNvPr>
          <p:cNvSpPr txBox="1">
            <a:spLocks noGrp="1"/>
          </p:cNvSpPr>
          <p:nvPr>
            <p:ph type="subTitle" idx="9"/>
          </p:nvPr>
        </p:nvSpPr>
        <p:spPr>
          <a:xfrm>
            <a:off x="1276775" y="1900175"/>
            <a:ext cx="3144000" cy="44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Nikhil S.K. Srivastava</a:t>
            </a:r>
            <a:endParaRPr dirty="0"/>
          </a:p>
        </p:txBody>
      </p:sp>
      <p:sp>
        <p:nvSpPr>
          <p:cNvPr id="749" name="Google Shape;749;p35">
            <a:extLst>
              <a:ext uri="{FF2B5EF4-FFF2-40B4-BE49-F238E27FC236}">
                <a16:creationId xmlns:a16="http://schemas.microsoft.com/office/drawing/2014/main" id="{33101FFE-DEDC-64F5-2E72-2A2658A086BF}"/>
              </a:ext>
            </a:extLst>
          </p:cNvPr>
          <p:cNvSpPr txBox="1">
            <a:spLocks noGrp="1"/>
          </p:cNvSpPr>
          <p:nvPr>
            <p:ph type="subTitle" idx="13"/>
          </p:nvPr>
        </p:nvSpPr>
        <p:spPr>
          <a:xfrm>
            <a:off x="4947926" y="1900175"/>
            <a:ext cx="3144000" cy="44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Satkar Singh</a:t>
            </a:r>
            <a:endParaRPr dirty="0"/>
          </a:p>
        </p:txBody>
      </p:sp>
      <p:sp>
        <p:nvSpPr>
          <p:cNvPr id="750" name="Google Shape;750;p35">
            <a:extLst>
              <a:ext uri="{FF2B5EF4-FFF2-40B4-BE49-F238E27FC236}">
                <a16:creationId xmlns:a16="http://schemas.microsoft.com/office/drawing/2014/main" id="{B79E2A60-8912-3CD6-3804-91F40836F9FC}"/>
              </a:ext>
            </a:extLst>
          </p:cNvPr>
          <p:cNvSpPr txBox="1">
            <a:spLocks noGrp="1"/>
          </p:cNvSpPr>
          <p:nvPr>
            <p:ph type="subTitle" idx="14"/>
          </p:nvPr>
        </p:nvSpPr>
        <p:spPr>
          <a:xfrm>
            <a:off x="1276775" y="3596200"/>
            <a:ext cx="3144000" cy="44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Diya Sharma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87720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" grpId="0"/>
      <p:bldP spid="750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8">
          <a:extLst>
            <a:ext uri="{FF2B5EF4-FFF2-40B4-BE49-F238E27FC236}">
              <a16:creationId xmlns:a16="http://schemas.microsoft.com/office/drawing/2014/main" id="{68B54734-B27B-9638-9416-39B051513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35">
            <a:extLst>
              <a:ext uri="{FF2B5EF4-FFF2-40B4-BE49-F238E27FC236}">
                <a16:creationId xmlns:a16="http://schemas.microsoft.com/office/drawing/2014/main" id="{AF95C8E4-51D5-FF83-A8F8-772F373C01A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Contributers</a:t>
            </a:r>
            <a:endParaRPr dirty="0"/>
          </a:p>
        </p:txBody>
      </p:sp>
      <p:sp>
        <p:nvSpPr>
          <p:cNvPr id="743" name="Google Shape;743;p35">
            <a:extLst>
              <a:ext uri="{FF2B5EF4-FFF2-40B4-BE49-F238E27FC236}">
                <a16:creationId xmlns:a16="http://schemas.microsoft.com/office/drawing/2014/main" id="{FAC24A87-5F79-3707-2731-2D806F6A6595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4947925" y="3969595"/>
            <a:ext cx="31440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 </a:t>
            </a:r>
            <a:endParaRPr dirty="0"/>
          </a:p>
        </p:txBody>
      </p:sp>
      <p:sp>
        <p:nvSpPr>
          <p:cNvPr id="744" name="Google Shape;744;p35">
            <a:extLst>
              <a:ext uri="{FF2B5EF4-FFF2-40B4-BE49-F238E27FC236}">
                <a16:creationId xmlns:a16="http://schemas.microsoft.com/office/drawing/2014/main" id="{3C9EE3C1-C158-4C4A-ACBC-5D7D5B2D745D}"/>
              </a:ext>
            </a:extLst>
          </p:cNvPr>
          <p:cNvSpPr txBox="1">
            <a:spLocks noGrp="1"/>
          </p:cNvSpPr>
          <p:nvPr>
            <p:ph type="title" idx="5"/>
          </p:nvPr>
        </p:nvSpPr>
        <p:spPr>
          <a:xfrm>
            <a:off x="1276775" y="1429475"/>
            <a:ext cx="954600" cy="47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745" name="Google Shape;745;p35">
            <a:extLst>
              <a:ext uri="{FF2B5EF4-FFF2-40B4-BE49-F238E27FC236}">
                <a16:creationId xmlns:a16="http://schemas.microsoft.com/office/drawing/2014/main" id="{3DC0DD15-A01C-71E7-C741-CFBA8B7C760E}"/>
              </a:ext>
            </a:extLst>
          </p:cNvPr>
          <p:cNvSpPr txBox="1">
            <a:spLocks noGrp="1"/>
          </p:cNvSpPr>
          <p:nvPr>
            <p:ph type="title" idx="7"/>
          </p:nvPr>
        </p:nvSpPr>
        <p:spPr>
          <a:xfrm>
            <a:off x="4947925" y="1429475"/>
            <a:ext cx="954600" cy="47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746" name="Google Shape;746;p35">
            <a:extLst>
              <a:ext uri="{FF2B5EF4-FFF2-40B4-BE49-F238E27FC236}">
                <a16:creationId xmlns:a16="http://schemas.microsoft.com/office/drawing/2014/main" id="{93058B63-4803-0A2D-116B-8A424CEC96C8}"/>
              </a:ext>
            </a:extLst>
          </p:cNvPr>
          <p:cNvSpPr txBox="1">
            <a:spLocks noGrp="1"/>
          </p:cNvSpPr>
          <p:nvPr>
            <p:ph type="title" idx="8"/>
          </p:nvPr>
        </p:nvSpPr>
        <p:spPr>
          <a:xfrm>
            <a:off x="4947925" y="3125724"/>
            <a:ext cx="954600" cy="47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747" name="Google Shape;747;p35">
            <a:extLst>
              <a:ext uri="{FF2B5EF4-FFF2-40B4-BE49-F238E27FC236}">
                <a16:creationId xmlns:a16="http://schemas.microsoft.com/office/drawing/2014/main" id="{07EA2BB7-EDFA-2A8F-BD92-2616E4053C85}"/>
              </a:ext>
            </a:extLst>
          </p:cNvPr>
          <p:cNvSpPr txBox="1">
            <a:spLocks noGrp="1"/>
          </p:cNvSpPr>
          <p:nvPr>
            <p:ph type="title" idx="6"/>
          </p:nvPr>
        </p:nvSpPr>
        <p:spPr>
          <a:xfrm>
            <a:off x="1276775" y="3125724"/>
            <a:ext cx="954600" cy="47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748" name="Google Shape;748;p35">
            <a:extLst>
              <a:ext uri="{FF2B5EF4-FFF2-40B4-BE49-F238E27FC236}">
                <a16:creationId xmlns:a16="http://schemas.microsoft.com/office/drawing/2014/main" id="{FCE21990-F46F-6107-85E3-D4CE8C6087C8}"/>
              </a:ext>
            </a:extLst>
          </p:cNvPr>
          <p:cNvSpPr txBox="1">
            <a:spLocks noGrp="1"/>
          </p:cNvSpPr>
          <p:nvPr>
            <p:ph type="subTitle" idx="9"/>
          </p:nvPr>
        </p:nvSpPr>
        <p:spPr>
          <a:xfrm>
            <a:off x="1276775" y="1900175"/>
            <a:ext cx="3144000" cy="44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Nikhil S.K. Srivastava</a:t>
            </a:r>
            <a:endParaRPr dirty="0"/>
          </a:p>
        </p:txBody>
      </p:sp>
      <p:sp>
        <p:nvSpPr>
          <p:cNvPr id="749" name="Google Shape;749;p35">
            <a:extLst>
              <a:ext uri="{FF2B5EF4-FFF2-40B4-BE49-F238E27FC236}">
                <a16:creationId xmlns:a16="http://schemas.microsoft.com/office/drawing/2014/main" id="{203859FF-F36E-CA0E-08B6-CAF5D1C5E258}"/>
              </a:ext>
            </a:extLst>
          </p:cNvPr>
          <p:cNvSpPr txBox="1">
            <a:spLocks noGrp="1"/>
          </p:cNvSpPr>
          <p:nvPr>
            <p:ph type="subTitle" idx="13"/>
          </p:nvPr>
        </p:nvSpPr>
        <p:spPr>
          <a:xfrm>
            <a:off x="4947926" y="1900175"/>
            <a:ext cx="3144000" cy="44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Satkar Singh</a:t>
            </a:r>
            <a:endParaRPr dirty="0"/>
          </a:p>
        </p:txBody>
      </p:sp>
      <p:sp>
        <p:nvSpPr>
          <p:cNvPr id="750" name="Google Shape;750;p35">
            <a:extLst>
              <a:ext uri="{FF2B5EF4-FFF2-40B4-BE49-F238E27FC236}">
                <a16:creationId xmlns:a16="http://schemas.microsoft.com/office/drawing/2014/main" id="{10552F32-4BB6-E423-A5C1-010D90693431}"/>
              </a:ext>
            </a:extLst>
          </p:cNvPr>
          <p:cNvSpPr txBox="1">
            <a:spLocks noGrp="1"/>
          </p:cNvSpPr>
          <p:nvPr>
            <p:ph type="subTitle" idx="14"/>
          </p:nvPr>
        </p:nvSpPr>
        <p:spPr>
          <a:xfrm>
            <a:off x="1276775" y="3596200"/>
            <a:ext cx="3144000" cy="44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Diya Sharma</a:t>
            </a:r>
            <a:endParaRPr dirty="0"/>
          </a:p>
        </p:txBody>
      </p:sp>
      <p:sp>
        <p:nvSpPr>
          <p:cNvPr id="751" name="Google Shape;751;p35">
            <a:extLst>
              <a:ext uri="{FF2B5EF4-FFF2-40B4-BE49-F238E27FC236}">
                <a16:creationId xmlns:a16="http://schemas.microsoft.com/office/drawing/2014/main" id="{76B21D97-405F-83A0-D7D8-2D1BE389DA09}"/>
              </a:ext>
            </a:extLst>
          </p:cNvPr>
          <p:cNvSpPr txBox="1">
            <a:spLocks noGrp="1"/>
          </p:cNvSpPr>
          <p:nvPr>
            <p:ph type="subTitle" idx="15"/>
          </p:nvPr>
        </p:nvSpPr>
        <p:spPr>
          <a:xfrm>
            <a:off x="4947926" y="3596200"/>
            <a:ext cx="3144000" cy="44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Deepika Kattal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78986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3" grpId="0" build="p"/>
      <p:bldP spid="746" grpId="0"/>
      <p:bldP spid="751" grpId="0" build="p"/>
    </p:bldLst>
  </p:timing>
</p:sld>
</file>

<file path=ppt/theme/theme1.xml><?xml version="1.0" encoding="utf-8"?>
<a:theme xmlns:a="http://schemas.openxmlformats.org/drawingml/2006/main" name="Computer Workshop for Beginners by Slidesgo">
  <a:themeElements>
    <a:clrScheme name="Simple Light">
      <a:dk1>
        <a:srgbClr val="112E54"/>
      </a:dk1>
      <a:lt1>
        <a:srgbClr val="AEE2F4"/>
      </a:lt1>
      <a:dk2>
        <a:srgbClr val="FFE188"/>
      </a:dk2>
      <a:lt2>
        <a:srgbClr val="FF93A9"/>
      </a:lt2>
      <a:accent1>
        <a:srgbClr val="FF6180"/>
      </a:accent1>
      <a:accent2>
        <a:srgbClr val="F5FBFF"/>
      </a:accent2>
      <a:accent3>
        <a:srgbClr val="00C7E6"/>
      </a:accent3>
      <a:accent4>
        <a:srgbClr val="356B90"/>
      </a:accent4>
      <a:accent5>
        <a:srgbClr val="866AAC"/>
      </a:accent5>
      <a:accent6>
        <a:srgbClr val="3E285A"/>
      </a:accent6>
      <a:hlink>
        <a:srgbClr val="112E5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1357</TotalTime>
  <Words>1182</Words>
  <Application>Microsoft Office PowerPoint</Application>
  <PresentationFormat>On-screen Show (16:9)</PresentationFormat>
  <Paragraphs>216</Paragraphs>
  <Slides>39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7" baseType="lpstr">
      <vt:lpstr>Bebas Neue</vt:lpstr>
      <vt:lpstr>Roboto Condensed Light</vt:lpstr>
      <vt:lpstr>Open Sans</vt:lpstr>
      <vt:lpstr>PT Sans</vt:lpstr>
      <vt:lpstr>Montserrat</vt:lpstr>
      <vt:lpstr>Inter</vt:lpstr>
      <vt:lpstr>Arial</vt:lpstr>
      <vt:lpstr>Computer Workshop for Beginners by Slidesgo</vt:lpstr>
      <vt:lpstr>R A G </vt:lpstr>
      <vt:lpstr>R A G </vt:lpstr>
      <vt:lpstr>Table of contents</vt:lpstr>
      <vt:lpstr>Table of contents</vt:lpstr>
      <vt:lpstr>Table of contents</vt:lpstr>
      <vt:lpstr>Table of contents</vt:lpstr>
      <vt:lpstr>Theory lesson</vt:lpstr>
      <vt:lpstr>Introduction to RAG</vt:lpstr>
      <vt:lpstr>Why do we need RAG? </vt:lpstr>
      <vt:lpstr>Why do we need RAG? </vt:lpstr>
      <vt:lpstr>How RAG helps</vt:lpstr>
      <vt:lpstr>How RAG helps</vt:lpstr>
      <vt:lpstr>RAG Pipeline</vt:lpstr>
      <vt:lpstr>RAG pipeline</vt:lpstr>
      <vt:lpstr>RAG pipeline</vt:lpstr>
      <vt:lpstr>RAG pipeline</vt:lpstr>
      <vt:lpstr>Infromation Extraction Process</vt:lpstr>
      <vt:lpstr>Infromation Extraction Process</vt:lpstr>
      <vt:lpstr>Infromation Extraction Process</vt:lpstr>
      <vt:lpstr>Infromation Extraction Process</vt:lpstr>
      <vt:lpstr>Information Retrival Process</vt:lpstr>
      <vt:lpstr>Information Retrival Process</vt:lpstr>
      <vt:lpstr>Information Retrival Process</vt:lpstr>
      <vt:lpstr>Answer Generation Process</vt:lpstr>
      <vt:lpstr>Answer Generation Process</vt:lpstr>
      <vt:lpstr>Answer Generation Process</vt:lpstr>
      <vt:lpstr>Answer Generation Process</vt:lpstr>
      <vt:lpstr>Answer Generation Process</vt:lpstr>
      <vt:lpstr>LIVE DEMO</vt:lpstr>
      <vt:lpstr>What we saw!</vt:lpstr>
      <vt:lpstr>What we saw!</vt:lpstr>
      <vt:lpstr>What we saw!</vt:lpstr>
      <vt:lpstr>What we saw!</vt:lpstr>
      <vt:lpstr>This was RAG!</vt:lpstr>
      <vt:lpstr>Resourses</vt:lpstr>
      <vt:lpstr>Contributers</vt:lpstr>
      <vt:lpstr>Contributers</vt:lpstr>
      <vt:lpstr>Contributers</vt:lpstr>
      <vt:lpstr>Contributers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Nikhil Srivastava</cp:lastModifiedBy>
  <cp:revision>25</cp:revision>
  <dcterms:modified xsi:type="dcterms:W3CDTF">2026-07-03T10:32:06Z</dcterms:modified>
</cp:coreProperties>
</file>